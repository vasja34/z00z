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0" r:id="rId3"/>
    <p:sldId id="257" r:id="rId4"/>
    <p:sldId id="268" r:id="rId5"/>
    <p:sldId id="258" r:id="rId6"/>
    <p:sldId id="269" r:id="rId7"/>
    <p:sldId id="277" r:id="rId8"/>
    <p:sldId id="259" r:id="rId9"/>
    <p:sldId id="271" r:id="rId10"/>
    <p:sldId id="267" r:id="rId11"/>
    <p:sldId id="272" r:id="rId12"/>
    <p:sldId id="261" r:id="rId13"/>
    <p:sldId id="273" r:id="rId14"/>
    <p:sldId id="262" r:id="rId15"/>
    <p:sldId id="274" r:id="rId16"/>
    <p:sldId id="263" r:id="rId17"/>
    <p:sldId id="275" r:id="rId18"/>
    <p:sldId id="264" r:id="rId19"/>
    <p:sldId id="276" r:id="rId20"/>
    <p:sldId id="265" r:id="rId21"/>
    <p:sldId id="279" r:id="rId22"/>
    <p:sldId id="266" r:id="rId23"/>
    <p:sldId id="278" r:id="rId24"/>
    <p:sldId id="270" r:id="rId25"/>
    <p:sldId id="280" r:id="rId26"/>
    <p:sldId id="281" r:id="rId27"/>
    <p:sldId id="282" r:id="rId28"/>
    <p:sldId id="283" r:id="rId29"/>
    <p:sldId id="284" r:id="rId30"/>
    <p:sldId id="285" r:id="rId31"/>
    <p:sldId id="292" r:id="rId32"/>
    <p:sldId id="1049" r:id="rId33"/>
    <p:sldId id="298" r:id="rId34"/>
    <p:sldId id="1044" r:id="rId35"/>
    <p:sldId id="1045" r:id="rId36"/>
    <p:sldId id="104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45007-1D08-42C8-BFD5-961F0FFC31EA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09A56-971A-433D-88AE-4D2BD9D4F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6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g13b5c19b354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5" name="Google Shape;2855;g13b5c19b354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49BC-28E6-7974-6331-EF67D6FA3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F98EA-72D5-8D0A-B7F2-7869D7584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B9855-3F3A-90A6-71FA-1166C11F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073F4-F8F0-A0E2-15CD-6D984403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0C624-0085-3ECB-6B6C-E5B60079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46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8373-0F2F-3E25-B0B8-BFC87779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50091-334B-7AAB-C834-AC5EF6519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FD17F-E3DC-496E-0966-37D1C591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D604F-7858-103C-3934-2874EE9C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DF7C-24C5-8F8F-8E4B-BAB2B886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36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9717-E6EF-A3D4-5036-6614DB5C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3737E-BAD7-1EAE-92A5-0E6714D54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9E5CF-3664-5EF4-A34B-B4F9B3BA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BCAE1-B42A-8DF4-BD65-5D47C42F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2AD1F-C4CB-2980-13B9-53E35600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90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931C-3A41-920B-222F-781F0597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4F3B-53A2-4B33-BADD-2363516B8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B2964-489B-A1A6-DF28-93A0317B3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C3A1D-4BD8-8FAE-7C24-AABD6CFE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DD073-846E-3F83-D0E5-DC90BC747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FA67B-B1C0-E6CD-5EF8-A34428FA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76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7A08-817A-303A-0A99-505971B0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18E4E-3A5A-C72C-D6F5-73C85C8F1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C7E50-0A75-8A34-4DD5-226B6107D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4CE19-85B8-9CC3-10C9-A4C7DF15F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EB38A-D553-7273-9A13-484750553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CF768-41E0-D7E3-5378-5478EABE2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A2917-47B0-5AF3-7CE0-63B193FA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57E96-7C46-B172-23A5-52782B61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5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BB03-D2B5-D0EB-2B14-9DBB49EA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47D59-D4B2-8C70-F4AD-82853EF4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512F3-BC09-1F4B-454A-730808CC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0A054-77D0-2212-C529-FB7DE597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1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095CF-4049-EDFA-4CC5-FC82ACCD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3FC6C-B74D-B8E1-F591-01077946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FEEBF-E70E-DF9E-EEC4-1DB984BF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EE721-5CA3-6789-F127-084FA652943D}"/>
              </a:ext>
            </a:extLst>
          </p:cNvPr>
          <p:cNvSpPr txBox="1"/>
          <p:nvPr userDrawn="1"/>
        </p:nvSpPr>
        <p:spPr>
          <a:xfrm>
            <a:off x="0" y="54685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</a:rPr>
              <a:t>Supply Chain Infographics</a:t>
            </a:r>
            <a:endParaRPr lang="en-IN" sz="3600" b="1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52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45F2-3B29-3450-8D69-333FC0778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117DB-6672-524E-BE6C-D04343F2C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CFF51-6F53-4715-D437-1CA9E3A04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A2E98-6F40-6105-F503-D59218C2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3F419-B7D8-9153-310F-98125E2E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6255-878E-2132-17B4-F178895E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20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9F05-5414-1D4E-8E81-5354DEB6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BEBD3-6AF6-56C8-9DB8-670FF92F0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02113-D550-71AA-FF91-1BFEF4A98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88490-F1EB-55CD-153A-9ED85AC7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5455F-7A91-70F6-BDFE-A1C538BA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27F9B-42D2-A2DF-A103-FE377991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1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AAB2-B5BD-3C23-6E56-CF0F4089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9C7B1-7190-10D8-7E7D-F78364BCB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95951-7A25-4268-D3FA-BAF2752F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63F84-E299-3D2C-89D5-32D8F204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882C3-ECA2-186D-EBF5-3B3ED378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3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A6B73-2451-43C5-BE40-91B5B1936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39F56-A347-5450-4E3C-2879A8774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FA57F-6CC6-8A93-A702-0EC08AF64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19BE7-26BF-F964-1AA8-38552CB8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63C4A-04D3-C8E9-39F7-DE5FC5F8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15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9DC35-9A74-C259-FC93-FED7AFCB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0C00F-6FC7-53C3-C33E-34676AAF8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74D44-A980-3A7D-870D-9A4F636DA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73C9D-777C-4A4D-9250-725E74787EB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78790-0A81-2350-4D20-57E3FD559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27252-E8EB-A778-B230-662E56B86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B4112-31E2-42A2-930E-DFD959896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999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https://www.slideegg.com/redesign" TargetMode="External"/><Relationship Id="rId3" Type="http://schemas.openxmlformats.org/officeDocument/2006/relationships/hyperlink" Target="https://www.facebook.com/SlideEgg" TargetMode="External"/><Relationship Id="rId7" Type="http://schemas.openxmlformats.org/officeDocument/2006/relationships/hyperlink" Target="https://www.youtube.com/channel/UCKevbriFTbpu-nd4NBafPEg" TargetMode="External"/><Relationship Id="rId12" Type="http://schemas.openxmlformats.org/officeDocument/2006/relationships/image" Target="../media/image6.png"/><Relationship Id="rId2" Type="http://schemas.openxmlformats.org/officeDocument/2006/relationships/hyperlink" Target="http://www.slideegg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instagram.com/egg_slide/" TargetMode="Externa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hyperlink" Target="https://twitter.com/egg_sl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roup 338">
            <a:extLst>
              <a:ext uri="{FF2B5EF4-FFF2-40B4-BE49-F238E27FC236}">
                <a16:creationId xmlns:a16="http://schemas.microsoft.com/office/drawing/2014/main" id="{4299EDE7-6224-A561-CA49-460833937793}"/>
              </a:ext>
            </a:extLst>
          </p:cNvPr>
          <p:cNvGrpSpPr/>
          <p:nvPr/>
        </p:nvGrpSpPr>
        <p:grpSpPr>
          <a:xfrm>
            <a:off x="1" y="404340"/>
            <a:ext cx="12191999" cy="6454522"/>
            <a:chOff x="1" y="404340"/>
            <a:chExt cx="12191999" cy="64545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0A7303-2A0E-52DD-0936-7A01CCF200CD}"/>
                </a:ext>
              </a:extLst>
            </p:cNvPr>
            <p:cNvSpPr txBox="1"/>
            <p:nvPr/>
          </p:nvSpPr>
          <p:spPr>
            <a:xfrm>
              <a:off x="1" y="404340"/>
              <a:ext cx="1219199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5400" b="1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Supply Chain Infographics</a:t>
              </a:r>
              <a:endParaRPr lang="en-IN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5DF7F9D9-773D-EC41-9070-365611C323FE}"/>
                </a:ext>
              </a:extLst>
            </p:cNvPr>
            <p:cNvGrpSpPr/>
            <p:nvPr/>
          </p:nvGrpSpPr>
          <p:grpSpPr>
            <a:xfrm>
              <a:off x="2419273" y="1903822"/>
              <a:ext cx="7353454" cy="4955040"/>
              <a:chOff x="2419848" y="1903822"/>
              <a:chExt cx="7353454" cy="4955040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F9D21265-5201-8E3E-BA4D-F98A0A5710FD}"/>
                  </a:ext>
                </a:extLst>
              </p:cNvPr>
              <p:cNvSpPr/>
              <p:nvPr/>
            </p:nvSpPr>
            <p:spPr>
              <a:xfrm>
                <a:off x="2499873" y="1903822"/>
                <a:ext cx="7233592" cy="4653725"/>
              </a:xfrm>
              <a:custGeom>
                <a:avLst/>
                <a:gdLst>
                  <a:gd name="connsiteX0" fmla="*/ 844696 w 7233592"/>
                  <a:gd name="connsiteY0" fmla="*/ 2880766 h 4653725"/>
                  <a:gd name="connsiteX1" fmla="*/ 962517 w 7233592"/>
                  <a:gd name="connsiteY1" fmla="*/ 3365926 h 4653725"/>
                  <a:gd name="connsiteX2" fmla="*/ 1029496 w 7233592"/>
                  <a:gd name="connsiteY2" fmla="*/ 3843927 h 4653725"/>
                  <a:gd name="connsiteX3" fmla="*/ 1134127 w 7233592"/>
                  <a:gd name="connsiteY3" fmla="*/ 4230452 h 4653725"/>
                  <a:gd name="connsiteX4" fmla="*/ 1925541 w 7233592"/>
                  <a:gd name="connsiteY4" fmla="*/ 4646339 h 4653725"/>
                  <a:gd name="connsiteX5" fmla="*/ 3721503 w 7233592"/>
                  <a:gd name="connsiteY5" fmla="*/ 4646339 h 4653725"/>
                  <a:gd name="connsiteX6" fmla="*/ 5415814 w 7233592"/>
                  <a:gd name="connsiteY6" fmla="*/ 4646339 h 4653725"/>
                  <a:gd name="connsiteX7" fmla="*/ 5924546 w 7233592"/>
                  <a:gd name="connsiteY7" fmla="*/ 4646339 h 4653725"/>
                  <a:gd name="connsiteX8" fmla="*/ 6753098 w 7233592"/>
                  <a:gd name="connsiteY8" fmla="*/ 4585869 h 4653725"/>
                  <a:gd name="connsiteX9" fmla="*/ 7072267 w 7233592"/>
                  <a:gd name="connsiteY9" fmla="*/ 4351562 h 4653725"/>
                  <a:gd name="connsiteX10" fmla="*/ 7206534 w 7233592"/>
                  <a:gd name="connsiteY10" fmla="*/ 3923308 h 4653725"/>
                  <a:gd name="connsiteX11" fmla="*/ 6961195 w 7233592"/>
                  <a:gd name="connsiteY11" fmla="*/ 2665097 h 4653725"/>
                  <a:gd name="connsiteX12" fmla="*/ 6882910 w 7233592"/>
                  <a:gd name="connsiteY12" fmla="*/ 1770902 h 4653725"/>
                  <a:gd name="connsiteX13" fmla="*/ 6849027 w 7233592"/>
                  <a:gd name="connsiteY13" fmla="*/ 606050 h 4653725"/>
                  <a:gd name="connsiteX14" fmla="*/ 6137131 w 7233592"/>
                  <a:gd name="connsiteY14" fmla="*/ 28866 h 4653725"/>
                  <a:gd name="connsiteX15" fmla="*/ 5193361 w 7233592"/>
                  <a:gd name="connsiteY15" fmla="*/ 349748 h 4653725"/>
                  <a:gd name="connsiteX16" fmla="*/ 3634516 w 7233592"/>
                  <a:gd name="connsiteY16" fmla="*/ 841487 h 4653725"/>
                  <a:gd name="connsiteX17" fmla="*/ 3076757 w 7233592"/>
                  <a:gd name="connsiteY17" fmla="*/ 499500 h 4653725"/>
                  <a:gd name="connsiteX18" fmla="*/ 2537054 w 7233592"/>
                  <a:gd name="connsiteY18" fmla="*/ 222368 h 4653725"/>
                  <a:gd name="connsiteX19" fmla="*/ 1859042 w 7233592"/>
                  <a:gd name="connsiteY19" fmla="*/ 349611 h 4653725"/>
                  <a:gd name="connsiteX20" fmla="*/ 1260342 w 7233592"/>
                  <a:gd name="connsiteY20" fmla="*/ 575421 h 4653725"/>
                  <a:gd name="connsiteX21" fmla="*/ 510897 w 7233592"/>
                  <a:gd name="connsiteY21" fmla="*/ 638563 h 4653725"/>
                  <a:gd name="connsiteX22" fmla="*/ 79628 w 7233592"/>
                  <a:gd name="connsiteY22" fmla="*/ 1026150 h 4653725"/>
                  <a:gd name="connsiteX23" fmla="*/ 17959 w 7233592"/>
                  <a:gd name="connsiteY23" fmla="*/ 1593056 h 4653725"/>
                  <a:gd name="connsiteX24" fmla="*/ 156714 w 7233592"/>
                  <a:gd name="connsiteY24" fmla="*/ 1965877 h 4653725"/>
                  <a:gd name="connsiteX25" fmla="*/ 413358 w 7233592"/>
                  <a:gd name="connsiteY25" fmla="*/ 2304781 h 4653725"/>
                  <a:gd name="connsiteX26" fmla="*/ 810778 w 7233592"/>
                  <a:gd name="connsiteY26" fmla="*/ 2816596 h 4653725"/>
                  <a:gd name="connsiteX27" fmla="*/ 844696 w 7233592"/>
                  <a:gd name="connsiteY27" fmla="*/ 2880766 h 465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233592" h="4653725">
                    <a:moveTo>
                      <a:pt x="844696" y="2880766"/>
                    </a:moveTo>
                    <a:cubicBezTo>
                      <a:pt x="920582" y="3039802"/>
                      <a:pt x="933464" y="3189486"/>
                      <a:pt x="962517" y="3365926"/>
                    </a:cubicBezTo>
                    <a:cubicBezTo>
                      <a:pt x="989240" y="3528286"/>
                      <a:pt x="1044742" y="3673893"/>
                      <a:pt x="1029496" y="3843927"/>
                    </a:cubicBezTo>
                    <a:cubicBezTo>
                      <a:pt x="1016271" y="3991246"/>
                      <a:pt x="1048750" y="4103038"/>
                      <a:pt x="1134127" y="4230452"/>
                    </a:cubicBezTo>
                    <a:cubicBezTo>
                      <a:pt x="1304572" y="4484904"/>
                      <a:pt x="1605823" y="4646339"/>
                      <a:pt x="1925541" y="4646339"/>
                    </a:cubicBezTo>
                    <a:lnTo>
                      <a:pt x="3721503" y="4646339"/>
                    </a:lnTo>
                    <a:cubicBezTo>
                      <a:pt x="4085245" y="4633696"/>
                      <a:pt x="5282781" y="4636848"/>
                      <a:pt x="5415814" y="4646339"/>
                    </a:cubicBezTo>
                    <a:lnTo>
                      <a:pt x="5924546" y="4646339"/>
                    </a:lnTo>
                    <a:cubicBezTo>
                      <a:pt x="6192530" y="4646339"/>
                      <a:pt x="6499709" y="4684641"/>
                      <a:pt x="6753098" y="4585869"/>
                    </a:cubicBezTo>
                    <a:cubicBezTo>
                      <a:pt x="6877874" y="4537219"/>
                      <a:pt x="6991652" y="4456707"/>
                      <a:pt x="7072267" y="4351562"/>
                    </a:cubicBezTo>
                    <a:cubicBezTo>
                      <a:pt x="7161961" y="4234666"/>
                      <a:pt x="7182483" y="4064187"/>
                      <a:pt x="7206534" y="3923308"/>
                    </a:cubicBezTo>
                    <a:cubicBezTo>
                      <a:pt x="7293486" y="3414062"/>
                      <a:pt x="7158569" y="3096058"/>
                      <a:pt x="6961195" y="2665097"/>
                    </a:cubicBezTo>
                    <a:cubicBezTo>
                      <a:pt x="6822304" y="2361961"/>
                      <a:pt x="6811100" y="2101891"/>
                      <a:pt x="6882910" y="1770902"/>
                    </a:cubicBezTo>
                    <a:cubicBezTo>
                      <a:pt x="6962258" y="1405344"/>
                      <a:pt x="7038863" y="938375"/>
                      <a:pt x="6849027" y="606050"/>
                    </a:cubicBezTo>
                    <a:cubicBezTo>
                      <a:pt x="6681733" y="313055"/>
                      <a:pt x="6418820" y="105335"/>
                      <a:pt x="6137131" y="28866"/>
                    </a:cubicBezTo>
                    <a:cubicBezTo>
                      <a:pt x="5779556" y="-68194"/>
                      <a:pt x="5480087" y="88924"/>
                      <a:pt x="5193361" y="349748"/>
                    </a:cubicBezTo>
                    <a:cubicBezTo>
                      <a:pt x="4799779" y="707803"/>
                      <a:pt x="4119300" y="999873"/>
                      <a:pt x="3634516" y="841487"/>
                    </a:cubicBezTo>
                    <a:cubicBezTo>
                      <a:pt x="3421519" y="771904"/>
                      <a:pt x="3248093" y="632876"/>
                      <a:pt x="3076757" y="499500"/>
                    </a:cubicBezTo>
                    <a:cubicBezTo>
                      <a:pt x="2921250" y="378458"/>
                      <a:pt x="2750188" y="221272"/>
                      <a:pt x="2537054" y="222368"/>
                    </a:cubicBezTo>
                    <a:cubicBezTo>
                      <a:pt x="2305228" y="223571"/>
                      <a:pt x="2075529" y="266677"/>
                      <a:pt x="1859042" y="349611"/>
                    </a:cubicBezTo>
                    <a:cubicBezTo>
                      <a:pt x="1659544" y="426389"/>
                      <a:pt x="1471900" y="537289"/>
                      <a:pt x="1260342" y="575421"/>
                    </a:cubicBezTo>
                    <a:cubicBezTo>
                      <a:pt x="1013051" y="619960"/>
                      <a:pt x="749109" y="561717"/>
                      <a:pt x="510897" y="638563"/>
                    </a:cubicBezTo>
                    <a:cubicBezTo>
                      <a:pt x="317497" y="701020"/>
                      <a:pt x="162435" y="849949"/>
                      <a:pt x="79628" y="1026150"/>
                    </a:cubicBezTo>
                    <a:cubicBezTo>
                      <a:pt x="-3179" y="1202351"/>
                      <a:pt x="-17363" y="1403220"/>
                      <a:pt x="17959" y="1593056"/>
                    </a:cubicBezTo>
                    <a:cubicBezTo>
                      <a:pt x="42634" y="1724328"/>
                      <a:pt x="89560" y="1850416"/>
                      <a:pt x="156714" y="1965877"/>
                    </a:cubicBezTo>
                    <a:cubicBezTo>
                      <a:pt x="227496" y="2087844"/>
                      <a:pt x="319896" y="2197272"/>
                      <a:pt x="413358" y="2304781"/>
                    </a:cubicBezTo>
                    <a:cubicBezTo>
                      <a:pt x="555778" y="2468511"/>
                      <a:pt x="702961" y="2630734"/>
                      <a:pt x="810778" y="2816596"/>
                    </a:cubicBezTo>
                    <a:cubicBezTo>
                      <a:pt x="823386" y="2838214"/>
                      <a:pt x="834589" y="2859559"/>
                      <a:pt x="844696" y="2880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5D09B38-097A-4537-EE13-99B757114D30}"/>
                  </a:ext>
                </a:extLst>
              </p:cNvPr>
              <p:cNvSpPr/>
              <p:nvPr/>
            </p:nvSpPr>
            <p:spPr>
              <a:xfrm>
                <a:off x="7214472" y="2978748"/>
                <a:ext cx="2146777" cy="2878404"/>
              </a:xfrm>
              <a:custGeom>
                <a:avLst/>
                <a:gdLst>
                  <a:gd name="connsiteX0" fmla="*/ 2146591 w 2146777"/>
                  <a:gd name="connsiteY0" fmla="*/ 31462 h 2878404"/>
                  <a:gd name="connsiteX1" fmla="*/ 13781 w 2146777"/>
                  <a:gd name="connsiteY1" fmla="*/ 2878325 h 2878404"/>
                  <a:gd name="connsiteX2" fmla="*/ 2098832 w 2146777"/>
                  <a:gd name="connsiteY2" fmla="*/ 4327 h 2878404"/>
                  <a:gd name="connsiteX3" fmla="*/ 2142205 w 2146777"/>
                  <a:gd name="connsiteY3" fmla="*/ 15479 h 2878404"/>
                  <a:gd name="connsiteX4" fmla="*/ 2146591 w 2146777"/>
                  <a:gd name="connsiteY4" fmla="*/ 31462 h 2878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6777" h="2878404">
                    <a:moveTo>
                      <a:pt x="2146591" y="31462"/>
                    </a:moveTo>
                    <a:cubicBezTo>
                      <a:pt x="2148544" y="405687"/>
                      <a:pt x="2070944" y="2583858"/>
                      <a:pt x="13781" y="2878325"/>
                    </a:cubicBezTo>
                    <a:cubicBezTo>
                      <a:pt x="13781" y="2878325"/>
                      <a:pt x="-304292" y="1431134"/>
                      <a:pt x="2098832" y="4327"/>
                    </a:cubicBezTo>
                    <a:cubicBezTo>
                      <a:pt x="2113872" y="-4567"/>
                      <a:pt x="2133297" y="429"/>
                      <a:pt x="2142205" y="15479"/>
                    </a:cubicBezTo>
                    <a:cubicBezTo>
                      <a:pt x="2145049" y="20320"/>
                      <a:pt x="2146557" y="25840"/>
                      <a:pt x="2146591" y="3146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CF8F0A2-1BA2-A42A-1A32-51393679ED94}"/>
                  </a:ext>
                </a:extLst>
              </p:cNvPr>
              <p:cNvSpPr/>
              <p:nvPr/>
            </p:nvSpPr>
            <p:spPr>
              <a:xfrm>
                <a:off x="7403217" y="3303701"/>
                <a:ext cx="1738420" cy="2451736"/>
              </a:xfrm>
              <a:custGeom>
                <a:avLst/>
                <a:gdLst>
                  <a:gd name="connsiteX0" fmla="*/ 1738065 w 1738420"/>
                  <a:gd name="connsiteY0" fmla="*/ 10192 h 2451736"/>
                  <a:gd name="connsiteX1" fmla="*/ 1598625 w 1738420"/>
                  <a:gd name="connsiteY1" fmla="*/ 361703 h 2451736"/>
                  <a:gd name="connsiteX2" fmla="*/ 1441028 w 1738420"/>
                  <a:gd name="connsiteY2" fmla="*/ 705369 h 2451736"/>
                  <a:gd name="connsiteX3" fmla="*/ 1266300 w 1738420"/>
                  <a:gd name="connsiteY3" fmla="*/ 1040709 h 2451736"/>
                  <a:gd name="connsiteX4" fmla="*/ 1219843 w 1738420"/>
                  <a:gd name="connsiteY4" fmla="*/ 1122934 h 2451736"/>
                  <a:gd name="connsiteX5" fmla="*/ 1172255 w 1738420"/>
                  <a:gd name="connsiteY5" fmla="*/ 1204679 h 2451736"/>
                  <a:gd name="connsiteX6" fmla="*/ 1072900 w 1738420"/>
                  <a:gd name="connsiteY6" fmla="*/ 1365703 h 2451736"/>
                  <a:gd name="connsiteX7" fmla="*/ 968441 w 1738420"/>
                  <a:gd name="connsiteY7" fmla="*/ 1523574 h 2451736"/>
                  <a:gd name="connsiteX8" fmla="*/ 913829 w 1738420"/>
                  <a:gd name="connsiteY8" fmla="*/ 1600900 h 2451736"/>
                  <a:gd name="connsiteX9" fmla="*/ 857574 w 1738420"/>
                  <a:gd name="connsiteY9" fmla="*/ 1677095 h 2451736"/>
                  <a:gd name="connsiteX10" fmla="*/ 615867 w 1738420"/>
                  <a:gd name="connsiteY10" fmla="*/ 1968993 h 2451736"/>
                  <a:gd name="connsiteX11" fmla="*/ 583868 w 1738420"/>
                  <a:gd name="connsiteY11" fmla="*/ 2004007 h 2451736"/>
                  <a:gd name="connsiteX12" fmla="*/ 550636 w 1738420"/>
                  <a:gd name="connsiteY12" fmla="*/ 2037891 h 2451736"/>
                  <a:gd name="connsiteX13" fmla="*/ 517369 w 1738420"/>
                  <a:gd name="connsiteY13" fmla="*/ 2071740 h 2451736"/>
                  <a:gd name="connsiteX14" fmla="*/ 500753 w 1738420"/>
                  <a:gd name="connsiteY14" fmla="*/ 2088870 h 2451736"/>
                  <a:gd name="connsiteX15" fmla="*/ 483622 w 1738420"/>
                  <a:gd name="connsiteY15" fmla="*/ 2105110 h 2451736"/>
                  <a:gd name="connsiteX16" fmla="*/ 414245 w 1738420"/>
                  <a:gd name="connsiteY16" fmla="*/ 2170204 h 2451736"/>
                  <a:gd name="connsiteX17" fmla="*/ 342059 w 1738420"/>
                  <a:gd name="connsiteY17" fmla="*/ 2231873 h 2451736"/>
                  <a:gd name="connsiteX18" fmla="*/ 29399 w 1738420"/>
                  <a:gd name="connsiteY18" fmla="*/ 2448809 h 2451736"/>
                  <a:gd name="connsiteX19" fmla="*/ 2710 w 1738420"/>
                  <a:gd name="connsiteY19" fmla="*/ 2442368 h 2451736"/>
                  <a:gd name="connsiteX20" fmla="*/ 9151 w 1738420"/>
                  <a:gd name="connsiteY20" fmla="*/ 2415645 h 2451736"/>
                  <a:gd name="connsiteX21" fmla="*/ 10316 w 1738420"/>
                  <a:gd name="connsiteY21" fmla="*/ 2414994 h 2451736"/>
                  <a:gd name="connsiteX22" fmla="*/ 10316 w 1738420"/>
                  <a:gd name="connsiteY22" fmla="*/ 2414994 h 2451736"/>
                  <a:gd name="connsiteX23" fmla="*/ 10556 w 1738420"/>
                  <a:gd name="connsiteY23" fmla="*/ 2414994 h 2451736"/>
                  <a:gd name="connsiteX24" fmla="*/ 318899 w 1738420"/>
                  <a:gd name="connsiteY24" fmla="*/ 2204293 h 2451736"/>
                  <a:gd name="connsiteX25" fmla="*/ 390537 w 1738420"/>
                  <a:gd name="connsiteY25" fmla="*/ 2143892 h 2451736"/>
                  <a:gd name="connsiteX26" fmla="*/ 459469 w 1738420"/>
                  <a:gd name="connsiteY26" fmla="*/ 2080271 h 2451736"/>
                  <a:gd name="connsiteX27" fmla="*/ 476599 w 1738420"/>
                  <a:gd name="connsiteY27" fmla="*/ 2064340 h 2451736"/>
                  <a:gd name="connsiteX28" fmla="*/ 493181 w 1738420"/>
                  <a:gd name="connsiteY28" fmla="*/ 2047723 h 2451736"/>
                  <a:gd name="connsiteX29" fmla="*/ 526276 w 1738420"/>
                  <a:gd name="connsiteY29" fmla="*/ 2014491 h 2451736"/>
                  <a:gd name="connsiteX30" fmla="*/ 559441 w 1738420"/>
                  <a:gd name="connsiteY30" fmla="*/ 1981224 h 2451736"/>
                  <a:gd name="connsiteX31" fmla="*/ 591371 w 1738420"/>
                  <a:gd name="connsiteY31" fmla="*/ 1946964 h 2451736"/>
                  <a:gd name="connsiteX32" fmla="*/ 833181 w 1738420"/>
                  <a:gd name="connsiteY32" fmla="*/ 1659177 h 2451736"/>
                  <a:gd name="connsiteX33" fmla="*/ 889608 w 1738420"/>
                  <a:gd name="connsiteY33" fmla="*/ 1583804 h 2451736"/>
                  <a:gd name="connsiteX34" fmla="*/ 944424 w 1738420"/>
                  <a:gd name="connsiteY34" fmla="*/ 1507369 h 2451736"/>
                  <a:gd name="connsiteX35" fmla="*/ 1049467 w 1738420"/>
                  <a:gd name="connsiteY35" fmla="*/ 1351108 h 2451736"/>
                  <a:gd name="connsiteX36" fmla="*/ 1149678 w 1738420"/>
                  <a:gd name="connsiteY36" fmla="*/ 1191626 h 2451736"/>
                  <a:gd name="connsiteX37" fmla="*/ 1197643 w 1738420"/>
                  <a:gd name="connsiteY37" fmla="*/ 1110566 h 2451736"/>
                  <a:gd name="connsiteX38" fmla="*/ 1244510 w 1738420"/>
                  <a:gd name="connsiteY38" fmla="*/ 1028855 h 2451736"/>
                  <a:gd name="connsiteX39" fmla="*/ 1421191 w 1738420"/>
                  <a:gd name="connsiteY39" fmla="*/ 695879 h 2451736"/>
                  <a:gd name="connsiteX40" fmla="*/ 1580879 w 1738420"/>
                  <a:gd name="connsiteY40" fmla="*/ 354303 h 2451736"/>
                  <a:gd name="connsiteX41" fmla="*/ 1722443 w 1738420"/>
                  <a:gd name="connsiteY41" fmla="*/ 5019 h 2451736"/>
                  <a:gd name="connsiteX42" fmla="*/ 1722443 w 1738420"/>
                  <a:gd name="connsiteY42" fmla="*/ 5019 h 2451736"/>
                  <a:gd name="connsiteX43" fmla="*/ 1733166 w 1738420"/>
                  <a:gd name="connsiteY43" fmla="*/ 541 h 2451736"/>
                  <a:gd name="connsiteX44" fmla="*/ 1737894 w 1738420"/>
                  <a:gd name="connsiteY44" fmla="*/ 10603 h 2451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738420" h="2451736">
                    <a:moveTo>
                      <a:pt x="1738065" y="10192"/>
                    </a:moveTo>
                    <a:cubicBezTo>
                      <a:pt x="1695617" y="129144"/>
                      <a:pt x="1648200" y="245800"/>
                      <a:pt x="1598625" y="361703"/>
                    </a:cubicBezTo>
                    <a:cubicBezTo>
                      <a:pt x="1549051" y="477606"/>
                      <a:pt x="1496461" y="592138"/>
                      <a:pt x="1441028" y="705369"/>
                    </a:cubicBezTo>
                    <a:cubicBezTo>
                      <a:pt x="1385595" y="818599"/>
                      <a:pt x="1327421" y="930425"/>
                      <a:pt x="1266300" y="1040709"/>
                    </a:cubicBezTo>
                    <a:cubicBezTo>
                      <a:pt x="1250780" y="1068117"/>
                      <a:pt x="1235809" y="1095902"/>
                      <a:pt x="1219843" y="1122934"/>
                    </a:cubicBezTo>
                    <a:lnTo>
                      <a:pt x="1172255" y="1204679"/>
                    </a:lnTo>
                    <a:cubicBezTo>
                      <a:pt x="1139502" y="1258571"/>
                      <a:pt x="1107161" y="1312736"/>
                      <a:pt x="1072900" y="1365703"/>
                    </a:cubicBezTo>
                    <a:cubicBezTo>
                      <a:pt x="1039462" y="1419183"/>
                      <a:pt x="1003695" y="1471225"/>
                      <a:pt x="968441" y="1523574"/>
                    </a:cubicBezTo>
                    <a:lnTo>
                      <a:pt x="913829" y="1600900"/>
                    </a:lnTo>
                    <a:cubicBezTo>
                      <a:pt x="895843" y="1626835"/>
                      <a:pt x="876143" y="1651639"/>
                      <a:pt x="857574" y="1677095"/>
                    </a:cubicBezTo>
                    <a:cubicBezTo>
                      <a:pt x="781585" y="1777923"/>
                      <a:pt x="702032" y="1876353"/>
                      <a:pt x="615867" y="1968993"/>
                    </a:cubicBezTo>
                    <a:lnTo>
                      <a:pt x="583868" y="2004007"/>
                    </a:lnTo>
                    <a:lnTo>
                      <a:pt x="550636" y="2037891"/>
                    </a:lnTo>
                    <a:lnTo>
                      <a:pt x="517369" y="2071740"/>
                    </a:lnTo>
                    <a:lnTo>
                      <a:pt x="500753" y="2088870"/>
                    </a:lnTo>
                    <a:lnTo>
                      <a:pt x="483622" y="2105110"/>
                    </a:lnTo>
                    <a:lnTo>
                      <a:pt x="414245" y="2170204"/>
                    </a:lnTo>
                    <a:lnTo>
                      <a:pt x="342059" y="2231873"/>
                    </a:lnTo>
                    <a:cubicBezTo>
                      <a:pt x="244280" y="2312556"/>
                      <a:pt x="140334" y="2386284"/>
                      <a:pt x="29399" y="2448809"/>
                    </a:cubicBezTo>
                    <a:cubicBezTo>
                      <a:pt x="20251" y="2454394"/>
                      <a:pt x="8294" y="2451516"/>
                      <a:pt x="2710" y="2442368"/>
                    </a:cubicBezTo>
                    <a:cubicBezTo>
                      <a:pt x="-2909" y="2433187"/>
                      <a:pt x="3" y="2421264"/>
                      <a:pt x="9151" y="2415645"/>
                    </a:cubicBezTo>
                    <a:cubicBezTo>
                      <a:pt x="9528" y="2415405"/>
                      <a:pt x="9905" y="2415200"/>
                      <a:pt x="10316" y="2414994"/>
                    </a:cubicBezTo>
                    <a:lnTo>
                      <a:pt x="10316" y="2414994"/>
                    </a:lnTo>
                    <a:lnTo>
                      <a:pt x="10556" y="2414994"/>
                    </a:lnTo>
                    <a:cubicBezTo>
                      <a:pt x="119469" y="2354628"/>
                      <a:pt x="222079" y="2283058"/>
                      <a:pt x="318899" y="2204293"/>
                    </a:cubicBezTo>
                    <a:lnTo>
                      <a:pt x="390537" y="2143892"/>
                    </a:lnTo>
                    <a:lnTo>
                      <a:pt x="459469" y="2080271"/>
                    </a:lnTo>
                    <a:lnTo>
                      <a:pt x="476599" y="2064340"/>
                    </a:lnTo>
                    <a:lnTo>
                      <a:pt x="493181" y="2047723"/>
                    </a:lnTo>
                    <a:lnTo>
                      <a:pt x="526276" y="2014491"/>
                    </a:lnTo>
                    <a:lnTo>
                      <a:pt x="559441" y="1981224"/>
                    </a:lnTo>
                    <a:lnTo>
                      <a:pt x="591371" y="1946964"/>
                    </a:lnTo>
                    <a:cubicBezTo>
                      <a:pt x="677331" y="1855865"/>
                      <a:pt x="756986" y="1758840"/>
                      <a:pt x="833181" y="1659177"/>
                    </a:cubicBezTo>
                    <a:cubicBezTo>
                      <a:pt x="851921" y="1634064"/>
                      <a:pt x="871552" y="1609568"/>
                      <a:pt x="889608" y="1583804"/>
                    </a:cubicBezTo>
                    <a:lnTo>
                      <a:pt x="944424" y="1507369"/>
                    </a:lnTo>
                    <a:cubicBezTo>
                      <a:pt x="979849" y="1455568"/>
                      <a:pt x="1015788" y="1404108"/>
                      <a:pt x="1049467" y="1351108"/>
                    </a:cubicBezTo>
                    <a:cubicBezTo>
                      <a:pt x="1084069" y="1298724"/>
                      <a:pt x="1116651" y="1244901"/>
                      <a:pt x="1149678" y="1191626"/>
                    </a:cubicBezTo>
                    <a:lnTo>
                      <a:pt x="1197643" y="1110566"/>
                    </a:lnTo>
                    <a:cubicBezTo>
                      <a:pt x="1213779" y="1083603"/>
                      <a:pt x="1228854" y="1056058"/>
                      <a:pt x="1244510" y="1028855"/>
                    </a:cubicBezTo>
                    <a:cubicBezTo>
                      <a:pt x="1306179" y="919427"/>
                      <a:pt x="1365073" y="808434"/>
                      <a:pt x="1421191" y="695879"/>
                    </a:cubicBezTo>
                    <a:cubicBezTo>
                      <a:pt x="1477310" y="583323"/>
                      <a:pt x="1530550" y="469462"/>
                      <a:pt x="1580879" y="354303"/>
                    </a:cubicBezTo>
                    <a:cubicBezTo>
                      <a:pt x="1631138" y="239154"/>
                      <a:pt x="1679411" y="122840"/>
                      <a:pt x="1722443" y="5019"/>
                    </a:cubicBezTo>
                    <a:lnTo>
                      <a:pt x="1722443" y="5019"/>
                    </a:lnTo>
                    <a:cubicBezTo>
                      <a:pt x="1724156" y="818"/>
                      <a:pt x="1728986" y="-1186"/>
                      <a:pt x="1733166" y="541"/>
                    </a:cubicBezTo>
                    <a:cubicBezTo>
                      <a:pt x="1737106" y="2161"/>
                      <a:pt x="1739161" y="6533"/>
                      <a:pt x="1737894" y="10603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BC01C6A-70B7-7638-92B4-6305CC1EB42C}"/>
                  </a:ext>
                </a:extLst>
              </p:cNvPr>
              <p:cNvSpPr/>
              <p:nvPr/>
            </p:nvSpPr>
            <p:spPr>
              <a:xfrm>
                <a:off x="7405717" y="3960107"/>
                <a:ext cx="2367585" cy="2725116"/>
              </a:xfrm>
              <a:custGeom>
                <a:avLst/>
                <a:gdLst>
                  <a:gd name="connsiteX0" fmla="*/ 2367258 w 2367585"/>
                  <a:gd name="connsiteY0" fmla="*/ 37931 h 2725116"/>
                  <a:gd name="connsiteX1" fmla="*/ 1787 w 2367585"/>
                  <a:gd name="connsiteY1" fmla="*/ 2725038 h 2725116"/>
                  <a:gd name="connsiteX2" fmla="*/ 2323885 w 2367585"/>
                  <a:gd name="connsiteY2" fmla="*/ 2608 h 2725116"/>
                  <a:gd name="connsiteX3" fmla="*/ 2367258 w 2367585"/>
                  <a:gd name="connsiteY3" fmla="*/ 37931 h 272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7585" h="2725116">
                    <a:moveTo>
                      <a:pt x="2367258" y="37931"/>
                    </a:moveTo>
                    <a:cubicBezTo>
                      <a:pt x="2329572" y="431479"/>
                      <a:pt x="2025237" y="2709416"/>
                      <a:pt x="1787" y="2725038"/>
                    </a:cubicBezTo>
                    <a:cubicBezTo>
                      <a:pt x="1787" y="2725038"/>
                      <a:pt x="-153892" y="1158861"/>
                      <a:pt x="2323885" y="2608"/>
                    </a:cubicBezTo>
                    <a:cubicBezTo>
                      <a:pt x="2345537" y="-7464"/>
                      <a:pt x="2369725" y="12201"/>
                      <a:pt x="2367258" y="379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322D1FA6-82D9-15D2-7185-4634E56C4A5D}"/>
                  </a:ext>
                </a:extLst>
              </p:cNvPr>
              <p:cNvSpPr/>
              <p:nvPr/>
            </p:nvSpPr>
            <p:spPr>
              <a:xfrm>
                <a:off x="7667725" y="4269965"/>
                <a:ext cx="1865107" cy="2365549"/>
              </a:xfrm>
              <a:custGeom>
                <a:avLst/>
                <a:gdLst>
                  <a:gd name="connsiteX0" fmla="*/ 1864194 w 1865107"/>
                  <a:gd name="connsiteY0" fmla="*/ 16888 h 2365549"/>
                  <a:gd name="connsiteX1" fmla="*/ 1696798 w 1865107"/>
                  <a:gd name="connsiteY1" fmla="*/ 352126 h 2365549"/>
                  <a:gd name="connsiteX2" fmla="*/ 1514431 w 1865107"/>
                  <a:gd name="connsiteY2" fmla="*/ 679346 h 2365549"/>
                  <a:gd name="connsiteX3" fmla="*/ 1317913 w 1865107"/>
                  <a:gd name="connsiteY3" fmla="*/ 998379 h 2365549"/>
                  <a:gd name="connsiteX4" fmla="*/ 1106321 w 1865107"/>
                  <a:gd name="connsiteY4" fmla="*/ 1307887 h 2365549"/>
                  <a:gd name="connsiteX5" fmla="*/ 877222 w 1865107"/>
                  <a:gd name="connsiteY5" fmla="*/ 1605061 h 2365549"/>
                  <a:gd name="connsiteX6" fmla="*/ 627122 w 1865107"/>
                  <a:gd name="connsiteY6" fmla="*/ 1885516 h 2365549"/>
                  <a:gd name="connsiteX7" fmla="*/ 43531 w 1865107"/>
                  <a:gd name="connsiteY7" fmla="*/ 2361118 h 2365549"/>
                  <a:gd name="connsiteX8" fmla="*/ 4200 w 1865107"/>
                  <a:gd name="connsiteY8" fmla="*/ 2352074 h 2365549"/>
                  <a:gd name="connsiteX9" fmla="*/ 13211 w 1865107"/>
                  <a:gd name="connsiteY9" fmla="*/ 2312743 h 2365549"/>
                  <a:gd name="connsiteX10" fmla="*/ 14033 w 1865107"/>
                  <a:gd name="connsiteY10" fmla="*/ 2312263 h 2365549"/>
                  <a:gd name="connsiteX11" fmla="*/ 14033 w 1865107"/>
                  <a:gd name="connsiteY11" fmla="*/ 2312263 h 2365549"/>
                  <a:gd name="connsiteX12" fmla="*/ 14513 w 1865107"/>
                  <a:gd name="connsiteY12" fmla="*/ 2311989 h 2365549"/>
                  <a:gd name="connsiteX13" fmla="*/ 592108 w 1865107"/>
                  <a:gd name="connsiteY13" fmla="*/ 1851427 h 2365549"/>
                  <a:gd name="connsiteX14" fmla="*/ 842654 w 1865107"/>
                  <a:gd name="connsiteY14" fmla="*/ 1576522 h 2365549"/>
                  <a:gd name="connsiteX15" fmla="*/ 1073328 w 1865107"/>
                  <a:gd name="connsiteY15" fmla="*/ 1283973 h 2365549"/>
                  <a:gd name="connsiteX16" fmla="*/ 1287147 w 1865107"/>
                  <a:gd name="connsiteY16" fmla="*/ 978473 h 2365549"/>
                  <a:gd name="connsiteX17" fmla="*/ 1486371 w 1865107"/>
                  <a:gd name="connsiteY17" fmla="*/ 662901 h 2365549"/>
                  <a:gd name="connsiteX18" fmla="*/ 1671651 w 1865107"/>
                  <a:gd name="connsiteY18" fmla="*/ 338867 h 2365549"/>
                  <a:gd name="connsiteX19" fmla="*/ 1841993 w 1865107"/>
                  <a:gd name="connsiteY19" fmla="*/ 6918 h 2365549"/>
                  <a:gd name="connsiteX20" fmla="*/ 1841993 w 1865107"/>
                  <a:gd name="connsiteY20" fmla="*/ 6713 h 2365549"/>
                  <a:gd name="connsiteX21" fmla="*/ 1858164 w 1865107"/>
                  <a:gd name="connsiteY21" fmla="*/ 1149 h 2365549"/>
                  <a:gd name="connsiteX22" fmla="*/ 1863886 w 1865107"/>
                  <a:gd name="connsiteY22" fmla="*/ 16991 h 2365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65107" h="2365549">
                    <a:moveTo>
                      <a:pt x="1864194" y="16888"/>
                    </a:moveTo>
                    <a:cubicBezTo>
                      <a:pt x="1811708" y="130564"/>
                      <a:pt x="1755110" y="241705"/>
                      <a:pt x="1696798" y="352126"/>
                    </a:cubicBezTo>
                    <a:cubicBezTo>
                      <a:pt x="1638487" y="462547"/>
                      <a:pt x="1577469" y="571392"/>
                      <a:pt x="1514431" y="679346"/>
                    </a:cubicBezTo>
                    <a:cubicBezTo>
                      <a:pt x="1451391" y="787301"/>
                      <a:pt x="1385783" y="893474"/>
                      <a:pt x="1317913" y="998379"/>
                    </a:cubicBezTo>
                    <a:cubicBezTo>
                      <a:pt x="1250043" y="1103284"/>
                      <a:pt x="1179844" y="1206750"/>
                      <a:pt x="1106321" y="1307887"/>
                    </a:cubicBezTo>
                    <a:cubicBezTo>
                      <a:pt x="1032798" y="1409023"/>
                      <a:pt x="957289" y="1508789"/>
                      <a:pt x="877222" y="1605061"/>
                    </a:cubicBezTo>
                    <a:cubicBezTo>
                      <a:pt x="797156" y="1701332"/>
                      <a:pt x="715068" y="1795994"/>
                      <a:pt x="627122" y="1885516"/>
                    </a:cubicBezTo>
                    <a:cubicBezTo>
                      <a:pt x="452771" y="2065554"/>
                      <a:pt x="260228" y="2230381"/>
                      <a:pt x="43531" y="2361118"/>
                    </a:cubicBezTo>
                    <a:cubicBezTo>
                      <a:pt x="30169" y="2369478"/>
                      <a:pt x="12560" y="2365435"/>
                      <a:pt x="4200" y="2352074"/>
                    </a:cubicBezTo>
                    <a:cubicBezTo>
                      <a:pt x="-4160" y="2338746"/>
                      <a:pt x="-117" y="2321136"/>
                      <a:pt x="13211" y="2312743"/>
                    </a:cubicBezTo>
                    <a:cubicBezTo>
                      <a:pt x="13485" y="2312571"/>
                      <a:pt x="13759" y="2312434"/>
                      <a:pt x="14033" y="2312263"/>
                    </a:cubicBezTo>
                    <a:lnTo>
                      <a:pt x="14033" y="2312263"/>
                    </a:lnTo>
                    <a:lnTo>
                      <a:pt x="14513" y="2311989"/>
                    </a:lnTo>
                    <a:cubicBezTo>
                      <a:pt x="226618" y="2187178"/>
                      <a:pt x="417962" y="2027388"/>
                      <a:pt x="592108" y="1851427"/>
                    </a:cubicBezTo>
                    <a:cubicBezTo>
                      <a:pt x="679883" y="1763960"/>
                      <a:pt x="762416" y="1671149"/>
                      <a:pt x="842654" y="1576522"/>
                    </a:cubicBezTo>
                    <a:cubicBezTo>
                      <a:pt x="922891" y="1481895"/>
                      <a:pt x="999257" y="1383739"/>
                      <a:pt x="1073328" y="1283973"/>
                    </a:cubicBezTo>
                    <a:cubicBezTo>
                      <a:pt x="1147399" y="1184207"/>
                      <a:pt x="1218489" y="1082145"/>
                      <a:pt x="1287147" y="978473"/>
                    </a:cubicBezTo>
                    <a:cubicBezTo>
                      <a:pt x="1355805" y="874801"/>
                      <a:pt x="1422270" y="769485"/>
                      <a:pt x="1486371" y="662901"/>
                    </a:cubicBezTo>
                    <a:cubicBezTo>
                      <a:pt x="1550473" y="556317"/>
                      <a:pt x="1612243" y="448192"/>
                      <a:pt x="1671651" y="338867"/>
                    </a:cubicBezTo>
                    <a:cubicBezTo>
                      <a:pt x="1731059" y="229542"/>
                      <a:pt x="1788718" y="119018"/>
                      <a:pt x="1841993" y="6918"/>
                    </a:cubicBezTo>
                    <a:lnTo>
                      <a:pt x="1841993" y="6713"/>
                    </a:lnTo>
                    <a:cubicBezTo>
                      <a:pt x="1844940" y="710"/>
                      <a:pt x="1852169" y="-1780"/>
                      <a:pt x="1858164" y="1149"/>
                    </a:cubicBezTo>
                    <a:cubicBezTo>
                      <a:pt x="1864057" y="4017"/>
                      <a:pt x="1866559" y="11033"/>
                      <a:pt x="1863886" y="16991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E8CFD30-F955-05E2-66F6-D89E5BACF6A5}"/>
                  </a:ext>
                </a:extLst>
              </p:cNvPr>
              <p:cNvSpPr/>
              <p:nvPr/>
            </p:nvSpPr>
            <p:spPr>
              <a:xfrm>
                <a:off x="6758043" y="1954243"/>
                <a:ext cx="2643623" cy="2772697"/>
              </a:xfrm>
              <a:custGeom>
                <a:avLst/>
                <a:gdLst>
                  <a:gd name="connsiteX0" fmla="*/ 2565813 w 2643623"/>
                  <a:gd name="connsiteY0" fmla="*/ 762698 h 2772697"/>
                  <a:gd name="connsiteX1" fmla="*/ 1376705 w 2643623"/>
                  <a:gd name="connsiteY1" fmla="*/ 21886 h 2772697"/>
                  <a:gd name="connsiteX2" fmla="*/ 1180804 w 2643623"/>
                  <a:gd name="connsiteY2" fmla="*/ 62176 h 2772697"/>
                  <a:gd name="connsiteX3" fmla="*/ 19036 w 2643623"/>
                  <a:gd name="connsiteY3" fmla="*/ 1731478 h 2772697"/>
                  <a:gd name="connsiteX4" fmla="*/ 45793 w 2643623"/>
                  <a:gd name="connsiteY4" fmla="*/ 1880507 h 2772697"/>
                  <a:gd name="connsiteX5" fmla="*/ 48637 w 2643623"/>
                  <a:gd name="connsiteY5" fmla="*/ 1882429 h 2772697"/>
                  <a:gd name="connsiteX6" fmla="*/ 1396096 w 2643623"/>
                  <a:gd name="connsiteY6" fmla="*/ 2756239 h 2772697"/>
                  <a:gd name="connsiteX7" fmla="*/ 1536564 w 2643623"/>
                  <a:gd name="connsiteY7" fmla="*/ 2726343 h 2772697"/>
                  <a:gd name="connsiteX8" fmla="*/ 1537591 w 2643623"/>
                  <a:gd name="connsiteY8" fmla="*/ 2724719 h 2772697"/>
                  <a:gd name="connsiteX9" fmla="*/ 2618540 w 2643623"/>
                  <a:gd name="connsiteY9" fmla="*/ 989638 h 2772697"/>
                  <a:gd name="connsiteX10" fmla="*/ 2565813 w 2643623"/>
                  <a:gd name="connsiteY10" fmla="*/ 762698 h 2772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3623" h="2772697">
                    <a:moveTo>
                      <a:pt x="2565813" y="762698"/>
                    </a:moveTo>
                    <a:lnTo>
                      <a:pt x="1376705" y="21886"/>
                    </a:lnTo>
                    <a:cubicBezTo>
                      <a:pt x="1311096" y="-18986"/>
                      <a:pt x="1224966" y="-1272"/>
                      <a:pt x="1180804" y="62176"/>
                    </a:cubicBezTo>
                    <a:lnTo>
                      <a:pt x="19036" y="1731478"/>
                    </a:lnTo>
                    <a:cubicBezTo>
                      <a:pt x="-14745" y="1780018"/>
                      <a:pt x="-2754" y="1846740"/>
                      <a:pt x="45793" y="1880507"/>
                    </a:cubicBezTo>
                    <a:cubicBezTo>
                      <a:pt x="46718" y="1881164"/>
                      <a:pt x="47677" y="1881805"/>
                      <a:pt x="48637" y="1882429"/>
                    </a:cubicBezTo>
                    <a:lnTo>
                      <a:pt x="1396096" y="2756239"/>
                    </a:lnTo>
                    <a:cubicBezTo>
                      <a:pt x="1443136" y="2786772"/>
                      <a:pt x="1506038" y="2773386"/>
                      <a:pt x="1536564" y="2726343"/>
                    </a:cubicBezTo>
                    <a:cubicBezTo>
                      <a:pt x="1536906" y="2725805"/>
                      <a:pt x="1537249" y="2725264"/>
                      <a:pt x="1537591" y="2724719"/>
                    </a:cubicBezTo>
                    <a:lnTo>
                      <a:pt x="2618540" y="989638"/>
                    </a:lnTo>
                    <a:cubicBezTo>
                      <a:pt x="2666642" y="912409"/>
                      <a:pt x="2643036" y="810810"/>
                      <a:pt x="2565813" y="762698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822CCE4-323F-2D4D-D43B-F498BA063364}"/>
                  </a:ext>
                </a:extLst>
              </p:cNvPr>
              <p:cNvSpPr/>
              <p:nvPr/>
            </p:nvSpPr>
            <p:spPr>
              <a:xfrm>
                <a:off x="7970819" y="4377324"/>
                <a:ext cx="451913" cy="289440"/>
              </a:xfrm>
              <a:custGeom>
                <a:avLst/>
                <a:gdLst>
                  <a:gd name="connsiteX0" fmla="*/ 2014 w 451913"/>
                  <a:gd name="connsiteY0" fmla="*/ 180425 h 289440"/>
                  <a:gd name="connsiteX1" fmla="*/ 155775 w 451913"/>
                  <a:gd name="connsiteY1" fmla="*/ 273442 h 289440"/>
                  <a:gd name="connsiteX2" fmla="*/ 307617 w 451913"/>
                  <a:gd name="connsiteY2" fmla="*/ 237126 h 289440"/>
                  <a:gd name="connsiteX3" fmla="*/ 451065 w 451913"/>
                  <a:gd name="connsiteY3" fmla="*/ 6896 h 289440"/>
                  <a:gd name="connsiteX4" fmla="*/ 449626 w 451913"/>
                  <a:gd name="connsiteY4" fmla="*/ 613 h 289440"/>
                  <a:gd name="connsiteX5" fmla="*/ 449591 w 451913"/>
                  <a:gd name="connsiteY5" fmla="*/ 592 h 289440"/>
                  <a:gd name="connsiteX6" fmla="*/ 443288 w 451913"/>
                  <a:gd name="connsiteY6" fmla="*/ 2066 h 289440"/>
                  <a:gd name="connsiteX7" fmla="*/ 299840 w 451913"/>
                  <a:gd name="connsiteY7" fmla="*/ 232295 h 289440"/>
                  <a:gd name="connsiteX8" fmla="*/ 160503 w 451913"/>
                  <a:gd name="connsiteY8" fmla="*/ 265630 h 289440"/>
                  <a:gd name="connsiteX9" fmla="*/ 6776 w 451913"/>
                  <a:gd name="connsiteY9" fmla="*/ 172579 h 289440"/>
                  <a:gd name="connsiteX10" fmla="*/ 507 w 451913"/>
                  <a:gd name="connsiteY10" fmla="*/ 174107 h 289440"/>
                  <a:gd name="connsiteX11" fmla="*/ 507 w 451913"/>
                  <a:gd name="connsiteY11" fmla="*/ 174121 h 289440"/>
                  <a:gd name="connsiteX12" fmla="*/ 2014 w 451913"/>
                  <a:gd name="connsiteY12" fmla="*/ 180425 h 28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1913" h="289440">
                    <a:moveTo>
                      <a:pt x="2014" y="180425"/>
                    </a:moveTo>
                    <a:lnTo>
                      <a:pt x="155775" y="273442"/>
                    </a:lnTo>
                    <a:cubicBezTo>
                      <a:pt x="207851" y="304694"/>
                      <a:pt x="275343" y="288551"/>
                      <a:pt x="307617" y="237126"/>
                    </a:cubicBezTo>
                    <a:lnTo>
                      <a:pt x="451065" y="6896"/>
                    </a:lnTo>
                    <a:cubicBezTo>
                      <a:pt x="452401" y="4765"/>
                      <a:pt x="451750" y="1952"/>
                      <a:pt x="449626" y="613"/>
                    </a:cubicBezTo>
                    <a:cubicBezTo>
                      <a:pt x="449626" y="606"/>
                      <a:pt x="449591" y="599"/>
                      <a:pt x="449591" y="592"/>
                    </a:cubicBezTo>
                    <a:cubicBezTo>
                      <a:pt x="447433" y="-713"/>
                      <a:pt x="444624" y="-59"/>
                      <a:pt x="443288" y="2066"/>
                    </a:cubicBezTo>
                    <a:lnTo>
                      <a:pt x="299840" y="232295"/>
                    </a:lnTo>
                    <a:cubicBezTo>
                      <a:pt x="270204" y="279489"/>
                      <a:pt x="208262" y="294306"/>
                      <a:pt x="160503" y="265630"/>
                    </a:cubicBezTo>
                    <a:lnTo>
                      <a:pt x="6776" y="172579"/>
                    </a:lnTo>
                    <a:cubicBezTo>
                      <a:pt x="4618" y="171271"/>
                      <a:pt x="1809" y="171956"/>
                      <a:pt x="507" y="174107"/>
                    </a:cubicBezTo>
                    <a:cubicBezTo>
                      <a:pt x="507" y="174111"/>
                      <a:pt x="507" y="174118"/>
                      <a:pt x="507" y="174121"/>
                    </a:cubicBezTo>
                    <a:cubicBezTo>
                      <a:pt x="-795" y="176283"/>
                      <a:pt x="-110" y="179085"/>
                      <a:pt x="2014" y="180425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621DE13-38C6-E3FD-C65B-D6D8D84DA823}"/>
                  </a:ext>
                </a:extLst>
              </p:cNvPr>
              <p:cNvSpPr/>
              <p:nvPr/>
            </p:nvSpPr>
            <p:spPr>
              <a:xfrm>
                <a:off x="8458035" y="4268695"/>
                <a:ext cx="32360" cy="46455"/>
              </a:xfrm>
              <a:custGeom>
                <a:avLst/>
                <a:gdLst>
                  <a:gd name="connsiteX0" fmla="*/ 2015 w 32360"/>
                  <a:gd name="connsiteY0" fmla="*/ 45703 h 46455"/>
                  <a:gd name="connsiteX1" fmla="*/ 8284 w 32360"/>
                  <a:gd name="connsiteY1" fmla="*/ 44202 h 46455"/>
                  <a:gd name="connsiteX2" fmla="*/ 8284 w 32360"/>
                  <a:gd name="connsiteY2" fmla="*/ 44195 h 46455"/>
                  <a:gd name="connsiteX3" fmla="*/ 31513 w 32360"/>
                  <a:gd name="connsiteY3" fmla="*/ 6920 h 46455"/>
                  <a:gd name="connsiteX4" fmla="*/ 30074 w 32360"/>
                  <a:gd name="connsiteY4" fmla="*/ 640 h 46455"/>
                  <a:gd name="connsiteX5" fmla="*/ 30039 w 32360"/>
                  <a:gd name="connsiteY5" fmla="*/ 616 h 46455"/>
                  <a:gd name="connsiteX6" fmla="*/ 30039 w 32360"/>
                  <a:gd name="connsiteY6" fmla="*/ 616 h 46455"/>
                  <a:gd name="connsiteX7" fmla="*/ 23804 w 32360"/>
                  <a:gd name="connsiteY7" fmla="*/ 2035 h 46455"/>
                  <a:gd name="connsiteX8" fmla="*/ 23770 w 32360"/>
                  <a:gd name="connsiteY8" fmla="*/ 2089 h 46455"/>
                  <a:gd name="connsiteX9" fmla="*/ 541 w 32360"/>
                  <a:gd name="connsiteY9" fmla="*/ 39365 h 46455"/>
                  <a:gd name="connsiteX10" fmla="*/ 1980 w 32360"/>
                  <a:gd name="connsiteY10" fmla="*/ 45645 h 46455"/>
                  <a:gd name="connsiteX11" fmla="*/ 2015 w 32360"/>
                  <a:gd name="connsiteY11" fmla="*/ 45669 h 46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360" h="46455">
                    <a:moveTo>
                      <a:pt x="2015" y="45703"/>
                    </a:moveTo>
                    <a:cubicBezTo>
                      <a:pt x="4173" y="47018"/>
                      <a:pt x="6982" y="46347"/>
                      <a:pt x="8284" y="44202"/>
                    </a:cubicBezTo>
                    <a:cubicBezTo>
                      <a:pt x="8284" y="44199"/>
                      <a:pt x="8284" y="44199"/>
                      <a:pt x="8284" y="44195"/>
                    </a:cubicBezTo>
                    <a:lnTo>
                      <a:pt x="31513" y="6920"/>
                    </a:lnTo>
                    <a:cubicBezTo>
                      <a:pt x="32849" y="4789"/>
                      <a:pt x="32198" y="1976"/>
                      <a:pt x="30074" y="640"/>
                    </a:cubicBezTo>
                    <a:cubicBezTo>
                      <a:pt x="30074" y="630"/>
                      <a:pt x="30039" y="623"/>
                      <a:pt x="30039" y="616"/>
                    </a:cubicBezTo>
                    <a:lnTo>
                      <a:pt x="30039" y="616"/>
                    </a:lnTo>
                    <a:cubicBezTo>
                      <a:pt x="27915" y="-713"/>
                      <a:pt x="25140" y="-79"/>
                      <a:pt x="23804" y="2035"/>
                    </a:cubicBezTo>
                    <a:cubicBezTo>
                      <a:pt x="23804" y="2052"/>
                      <a:pt x="23770" y="2072"/>
                      <a:pt x="23770" y="2089"/>
                    </a:cubicBezTo>
                    <a:lnTo>
                      <a:pt x="541" y="39365"/>
                    </a:lnTo>
                    <a:cubicBezTo>
                      <a:pt x="-795" y="41496"/>
                      <a:pt x="-144" y="44308"/>
                      <a:pt x="1980" y="45645"/>
                    </a:cubicBezTo>
                    <a:cubicBezTo>
                      <a:pt x="1980" y="45655"/>
                      <a:pt x="2015" y="45662"/>
                      <a:pt x="2015" y="4566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5B55E7A-D033-581E-EFE3-9ADCB4DD506B}"/>
                  </a:ext>
                </a:extLst>
              </p:cNvPr>
              <p:cNvSpPr/>
              <p:nvPr/>
            </p:nvSpPr>
            <p:spPr>
              <a:xfrm>
                <a:off x="6869976" y="2010340"/>
                <a:ext cx="2487194" cy="2590688"/>
              </a:xfrm>
              <a:custGeom>
                <a:avLst/>
                <a:gdLst>
                  <a:gd name="connsiteX0" fmla="*/ 2458916 w 2487194"/>
                  <a:gd name="connsiteY0" fmla="*/ 690327 h 2590688"/>
                  <a:gd name="connsiteX1" fmla="*/ 1242399 w 2487194"/>
                  <a:gd name="connsiteY1" fmla="*/ 8546 h 2590688"/>
                  <a:gd name="connsiteX2" fmla="*/ 1180525 w 2487194"/>
                  <a:gd name="connsiteY2" fmla="*/ 17940 h 2590688"/>
                  <a:gd name="connsiteX3" fmla="*/ 1179874 w 2487194"/>
                  <a:gd name="connsiteY3" fmla="*/ 18824 h 2590688"/>
                  <a:gd name="connsiteX4" fmla="*/ 9061 w 2487194"/>
                  <a:gd name="connsiteY4" fmla="*/ 1692956 h 2590688"/>
                  <a:gd name="connsiteX5" fmla="*/ 21327 w 2487194"/>
                  <a:gd name="connsiteY5" fmla="*/ 1763704 h 2590688"/>
                  <a:gd name="connsiteX6" fmla="*/ 1284197 w 2487194"/>
                  <a:gd name="connsiteY6" fmla="*/ 2586569 h 2590688"/>
                  <a:gd name="connsiteX7" fmla="*/ 1335930 w 2487194"/>
                  <a:gd name="connsiteY7" fmla="*/ 2571768 h 2590688"/>
                  <a:gd name="connsiteX8" fmla="*/ 2479746 w 2487194"/>
                  <a:gd name="connsiteY8" fmla="*/ 759396 h 2590688"/>
                  <a:gd name="connsiteX9" fmla="*/ 2464466 w 2487194"/>
                  <a:gd name="connsiteY9" fmla="*/ 693308 h 2590688"/>
                  <a:gd name="connsiteX10" fmla="*/ 2458916 w 2487194"/>
                  <a:gd name="connsiteY10" fmla="*/ 690327 h 2590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87194" h="2590688">
                    <a:moveTo>
                      <a:pt x="2458916" y="690327"/>
                    </a:moveTo>
                    <a:cubicBezTo>
                      <a:pt x="2282818" y="611186"/>
                      <a:pt x="1681994" y="331450"/>
                      <a:pt x="1242399" y="8546"/>
                    </a:cubicBezTo>
                    <a:cubicBezTo>
                      <a:pt x="1222700" y="-5950"/>
                      <a:pt x="1195018" y="-1746"/>
                      <a:pt x="1180525" y="17940"/>
                    </a:cubicBezTo>
                    <a:cubicBezTo>
                      <a:pt x="1180285" y="18231"/>
                      <a:pt x="1180080" y="18526"/>
                      <a:pt x="1179874" y="18824"/>
                    </a:cubicBezTo>
                    <a:lnTo>
                      <a:pt x="9061" y="1692956"/>
                    </a:lnTo>
                    <a:cubicBezTo>
                      <a:pt x="-7007" y="1715897"/>
                      <a:pt x="-1525" y="1747509"/>
                      <a:pt x="21327" y="1763704"/>
                    </a:cubicBezTo>
                    <a:cubicBezTo>
                      <a:pt x="208354" y="1896154"/>
                      <a:pt x="980342" y="2438632"/>
                      <a:pt x="1284197" y="2586569"/>
                    </a:cubicBezTo>
                    <a:cubicBezTo>
                      <a:pt x="1302698" y="2595528"/>
                      <a:pt x="1324967" y="2589155"/>
                      <a:pt x="1335930" y="2571768"/>
                    </a:cubicBezTo>
                    <a:lnTo>
                      <a:pt x="2479746" y="759396"/>
                    </a:lnTo>
                    <a:cubicBezTo>
                      <a:pt x="2493793" y="736928"/>
                      <a:pt x="2486941" y="707337"/>
                      <a:pt x="2464466" y="693308"/>
                    </a:cubicBezTo>
                    <a:cubicBezTo>
                      <a:pt x="2462685" y="692194"/>
                      <a:pt x="2460834" y="691197"/>
                      <a:pt x="2458916" y="690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C37C671-6015-70F4-4673-FA637B7A6AD1}"/>
                  </a:ext>
                </a:extLst>
              </p:cNvPr>
              <p:cNvSpPr/>
              <p:nvPr/>
            </p:nvSpPr>
            <p:spPr>
              <a:xfrm>
                <a:off x="6917201" y="2070244"/>
                <a:ext cx="2393722" cy="2493312"/>
              </a:xfrm>
              <a:custGeom>
                <a:avLst/>
                <a:gdLst>
                  <a:gd name="connsiteX0" fmla="*/ 2366330 w 2393722"/>
                  <a:gd name="connsiteY0" fmla="*/ 664512 h 2493312"/>
                  <a:gd name="connsiteX1" fmla="*/ 1195620 w 2393722"/>
                  <a:gd name="connsiteY1" fmla="*/ 8255 h 2493312"/>
                  <a:gd name="connsiteX2" fmla="*/ 1136110 w 2393722"/>
                  <a:gd name="connsiteY2" fmla="*/ 17184 h 2493312"/>
                  <a:gd name="connsiteX3" fmla="*/ 1135459 w 2393722"/>
                  <a:gd name="connsiteY3" fmla="*/ 18088 h 2493312"/>
                  <a:gd name="connsiteX4" fmla="*/ 8705 w 2393722"/>
                  <a:gd name="connsiteY4" fmla="*/ 1629387 h 2493312"/>
                  <a:gd name="connsiteX5" fmla="*/ 20525 w 2393722"/>
                  <a:gd name="connsiteY5" fmla="*/ 1697462 h 2493312"/>
                  <a:gd name="connsiteX6" fmla="*/ 1235807 w 2393722"/>
                  <a:gd name="connsiteY6" fmla="*/ 2489321 h 2493312"/>
                  <a:gd name="connsiteX7" fmla="*/ 1285622 w 2393722"/>
                  <a:gd name="connsiteY7" fmla="*/ 2475103 h 2493312"/>
                  <a:gd name="connsiteX8" fmla="*/ 2386373 w 2393722"/>
                  <a:gd name="connsiteY8" fmla="*/ 731251 h 2493312"/>
                  <a:gd name="connsiteX9" fmla="*/ 2372223 w 2393722"/>
                  <a:gd name="connsiteY9" fmla="*/ 667688 h 2493312"/>
                  <a:gd name="connsiteX10" fmla="*/ 2366330 w 2393722"/>
                  <a:gd name="connsiteY10" fmla="*/ 664512 h 24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93722" h="2493312">
                    <a:moveTo>
                      <a:pt x="2366330" y="664512"/>
                    </a:moveTo>
                    <a:cubicBezTo>
                      <a:pt x="2196845" y="588352"/>
                      <a:pt x="1618633" y="319134"/>
                      <a:pt x="1195620" y="8255"/>
                    </a:cubicBezTo>
                    <a:cubicBezTo>
                      <a:pt x="1176708" y="-5713"/>
                      <a:pt x="1150088" y="-1714"/>
                      <a:pt x="1136110" y="17184"/>
                    </a:cubicBezTo>
                    <a:cubicBezTo>
                      <a:pt x="1135905" y="17482"/>
                      <a:pt x="1135665" y="17783"/>
                      <a:pt x="1135459" y="18088"/>
                    </a:cubicBezTo>
                    <a:lnTo>
                      <a:pt x="8705" y="1629387"/>
                    </a:lnTo>
                    <a:cubicBezTo>
                      <a:pt x="-6747" y="1651467"/>
                      <a:pt x="-1470" y="1681884"/>
                      <a:pt x="20525" y="1697462"/>
                    </a:cubicBezTo>
                    <a:cubicBezTo>
                      <a:pt x="200494" y="1824910"/>
                      <a:pt x="943430" y="2347072"/>
                      <a:pt x="1235807" y="2489321"/>
                    </a:cubicBezTo>
                    <a:cubicBezTo>
                      <a:pt x="1253623" y="2497975"/>
                      <a:pt x="1275070" y="2491850"/>
                      <a:pt x="1285622" y="2475103"/>
                    </a:cubicBezTo>
                    <a:lnTo>
                      <a:pt x="2386373" y="731251"/>
                    </a:lnTo>
                    <a:cubicBezTo>
                      <a:pt x="2400009" y="709794"/>
                      <a:pt x="2393704" y="681334"/>
                      <a:pt x="2372223" y="667688"/>
                    </a:cubicBezTo>
                    <a:cubicBezTo>
                      <a:pt x="2370339" y="666486"/>
                      <a:pt x="2368386" y="665427"/>
                      <a:pt x="2366330" y="664512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3A77286-F7AA-B100-93A1-73CD9CBC81E5}"/>
                  </a:ext>
                </a:extLst>
              </p:cNvPr>
              <p:cNvSpPr/>
              <p:nvPr/>
            </p:nvSpPr>
            <p:spPr>
              <a:xfrm>
                <a:off x="8028130" y="2207523"/>
                <a:ext cx="1042031" cy="643323"/>
              </a:xfrm>
              <a:custGeom>
                <a:avLst/>
                <a:gdLst>
                  <a:gd name="connsiteX0" fmla="*/ 5653 w 1042031"/>
                  <a:gd name="connsiteY0" fmla="*/ 24976 h 643323"/>
                  <a:gd name="connsiteX1" fmla="*/ 1610 w 1042031"/>
                  <a:gd name="connsiteY1" fmla="*/ 8360 h 643323"/>
                  <a:gd name="connsiteX2" fmla="*/ 2227 w 1042031"/>
                  <a:gd name="connsiteY2" fmla="*/ 7435 h 643323"/>
                  <a:gd name="connsiteX3" fmla="*/ 3460 w 1042031"/>
                  <a:gd name="connsiteY3" fmla="*/ 5688 h 643323"/>
                  <a:gd name="connsiteX4" fmla="*/ 22234 w 1042031"/>
                  <a:gd name="connsiteY4" fmla="*/ 1885 h 643323"/>
                  <a:gd name="connsiteX5" fmla="*/ 1037609 w 1042031"/>
                  <a:gd name="connsiteY5" fmla="*/ 623368 h 643323"/>
                  <a:gd name="connsiteX6" fmla="*/ 1036444 w 1042031"/>
                  <a:gd name="connsiteY6" fmla="*/ 634571 h 643323"/>
                  <a:gd name="connsiteX7" fmla="*/ 1015510 w 1042031"/>
                  <a:gd name="connsiteY7" fmla="*/ 642005 h 643323"/>
                  <a:gd name="connsiteX8" fmla="*/ 992077 w 1042031"/>
                  <a:gd name="connsiteY8" fmla="*/ 639470 h 643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2031" h="643323">
                    <a:moveTo>
                      <a:pt x="5653" y="24976"/>
                    </a:moveTo>
                    <a:cubicBezTo>
                      <a:pt x="-69" y="21506"/>
                      <a:pt x="-1851" y="14065"/>
                      <a:pt x="1610" y="8360"/>
                    </a:cubicBezTo>
                    <a:cubicBezTo>
                      <a:pt x="1781" y="8042"/>
                      <a:pt x="2021" y="7733"/>
                      <a:pt x="2227" y="7435"/>
                    </a:cubicBezTo>
                    <a:lnTo>
                      <a:pt x="3460" y="5688"/>
                    </a:lnTo>
                    <a:cubicBezTo>
                      <a:pt x="7845" y="-167"/>
                      <a:pt x="15931" y="-1801"/>
                      <a:pt x="22234" y="1885"/>
                    </a:cubicBezTo>
                    <a:lnTo>
                      <a:pt x="1037609" y="623368"/>
                    </a:lnTo>
                    <a:cubicBezTo>
                      <a:pt x="1043741" y="627136"/>
                      <a:pt x="1043193" y="632173"/>
                      <a:pt x="1036444" y="634571"/>
                    </a:cubicBezTo>
                    <a:lnTo>
                      <a:pt x="1015510" y="642005"/>
                    </a:lnTo>
                    <a:cubicBezTo>
                      <a:pt x="1007665" y="644297"/>
                      <a:pt x="999236" y="643386"/>
                      <a:pt x="992077" y="63947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85EDAC0-35A3-E19A-B650-4ACC5F6D462D}"/>
                  </a:ext>
                </a:extLst>
              </p:cNvPr>
              <p:cNvSpPr/>
              <p:nvPr/>
            </p:nvSpPr>
            <p:spPr>
              <a:xfrm>
                <a:off x="7986548" y="2274125"/>
                <a:ext cx="1042090" cy="643220"/>
              </a:xfrm>
              <a:custGeom>
                <a:avLst/>
                <a:gdLst>
                  <a:gd name="connsiteX0" fmla="*/ 1037667 w 1042090"/>
                  <a:gd name="connsiteY0" fmla="*/ 623299 h 643220"/>
                  <a:gd name="connsiteX1" fmla="*/ 1036502 w 1042090"/>
                  <a:gd name="connsiteY1" fmla="*/ 634468 h 643220"/>
                  <a:gd name="connsiteX2" fmla="*/ 1015569 w 1042090"/>
                  <a:gd name="connsiteY2" fmla="*/ 641902 h 643220"/>
                  <a:gd name="connsiteX3" fmla="*/ 992135 w 1042090"/>
                  <a:gd name="connsiteY3" fmla="*/ 639367 h 643220"/>
                  <a:gd name="connsiteX4" fmla="*/ 5643 w 1042090"/>
                  <a:gd name="connsiteY4" fmla="*/ 24976 h 643220"/>
                  <a:gd name="connsiteX5" fmla="*/ 1634 w 1042090"/>
                  <a:gd name="connsiteY5" fmla="*/ 8299 h 643220"/>
                  <a:gd name="connsiteX6" fmla="*/ 2217 w 1042090"/>
                  <a:gd name="connsiteY6" fmla="*/ 7435 h 643220"/>
                  <a:gd name="connsiteX7" fmla="*/ 3484 w 1042090"/>
                  <a:gd name="connsiteY7" fmla="*/ 5688 h 643220"/>
                  <a:gd name="connsiteX8" fmla="*/ 22259 w 1042090"/>
                  <a:gd name="connsiteY8" fmla="*/ 1885 h 643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2090" h="643220">
                    <a:moveTo>
                      <a:pt x="1037667" y="623299"/>
                    </a:moveTo>
                    <a:cubicBezTo>
                      <a:pt x="1043800" y="627034"/>
                      <a:pt x="1043252" y="632070"/>
                      <a:pt x="1036502" y="634468"/>
                    </a:cubicBezTo>
                    <a:lnTo>
                      <a:pt x="1015569" y="641902"/>
                    </a:lnTo>
                    <a:cubicBezTo>
                      <a:pt x="1007724" y="644195"/>
                      <a:pt x="999296" y="643283"/>
                      <a:pt x="992135" y="639367"/>
                    </a:cubicBezTo>
                    <a:lnTo>
                      <a:pt x="5643" y="24976"/>
                    </a:lnTo>
                    <a:cubicBezTo>
                      <a:pt x="-79" y="21478"/>
                      <a:pt x="-1860" y="14013"/>
                      <a:pt x="1634" y="8299"/>
                    </a:cubicBezTo>
                    <a:cubicBezTo>
                      <a:pt x="1806" y="8004"/>
                      <a:pt x="2011" y="7716"/>
                      <a:pt x="2217" y="7435"/>
                    </a:cubicBezTo>
                    <a:lnTo>
                      <a:pt x="3484" y="5688"/>
                    </a:lnTo>
                    <a:cubicBezTo>
                      <a:pt x="7870" y="-167"/>
                      <a:pt x="15955" y="-1801"/>
                      <a:pt x="22259" y="18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9C6E2CE-4D7D-0D4E-8821-CB20A7C773B1}"/>
                  </a:ext>
                </a:extLst>
              </p:cNvPr>
              <p:cNvSpPr/>
              <p:nvPr/>
            </p:nvSpPr>
            <p:spPr>
              <a:xfrm>
                <a:off x="8453725" y="3210785"/>
                <a:ext cx="299615" cy="277872"/>
              </a:xfrm>
              <a:custGeom>
                <a:avLst/>
                <a:gdLst>
                  <a:gd name="connsiteX0" fmla="*/ 5125 w 299615"/>
                  <a:gd name="connsiteY0" fmla="*/ 130448 h 277872"/>
                  <a:gd name="connsiteX1" fmla="*/ 93037 w 299615"/>
                  <a:gd name="connsiteY1" fmla="*/ 9749 h 277872"/>
                  <a:gd name="connsiteX2" fmla="*/ 146826 w 299615"/>
                  <a:gd name="connsiteY2" fmla="*/ 8242 h 277872"/>
                  <a:gd name="connsiteX3" fmla="*/ 147340 w 299615"/>
                  <a:gd name="connsiteY3" fmla="*/ 8584 h 277872"/>
                  <a:gd name="connsiteX4" fmla="*/ 244811 w 299615"/>
                  <a:gd name="connsiteY4" fmla="*/ 83957 h 277872"/>
                  <a:gd name="connsiteX5" fmla="*/ 285546 w 299615"/>
                  <a:gd name="connsiteY5" fmla="*/ 116230 h 277872"/>
                  <a:gd name="connsiteX6" fmla="*/ 299251 w 299615"/>
                  <a:gd name="connsiteY6" fmla="*/ 139801 h 277872"/>
                  <a:gd name="connsiteX7" fmla="*/ 292810 w 299615"/>
                  <a:gd name="connsiteY7" fmla="*/ 161831 h 277872"/>
                  <a:gd name="connsiteX8" fmla="*/ 207570 w 299615"/>
                  <a:gd name="connsiteY8" fmla="*/ 263927 h 277872"/>
                  <a:gd name="connsiteX9" fmla="*/ 151108 w 299615"/>
                  <a:gd name="connsiteY9" fmla="*/ 269922 h 277872"/>
                  <a:gd name="connsiteX10" fmla="*/ 19206 w 299615"/>
                  <a:gd name="connsiteY10" fmla="*/ 183415 h 277872"/>
                  <a:gd name="connsiteX11" fmla="*/ 18829 w 299615"/>
                  <a:gd name="connsiteY11" fmla="*/ 183175 h 277872"/>
                  <a:gd name="connsiteX12" fmla="*/ 5125 w 299615"/>
                  <a:gd name="connsiteY12" fmla="*/ 130448 h 277872"/>
                  <a:gd name="connsiteX13" fmla="*/ 277666 w 299615"/>
                  <a:gd name="connsiteY13" fmla="*/ 126269 h 277872"/>
                  <a:gd name="connsiteX14" fmla="*/ 236794 w 299615"/>
                  <a:gd name="connsiteY14" fmla="*/ 93858 h 277872"/>
                  <a:gd name="connsiteX15" fmla="*/ 140077 w 299615"/>
                  <a:gd name="connsiteY15" fmla="*/ 19205 h 277872"/>
                  <a:gd name="connsiteX16" fmla="*/ 101499 w 299615"/>
                  <a:gd name="connsiteY16" fmla="*/ 19445 h 277872"/>
                  <a:gd name="connsiteX17" fmla="*/ 16020 w 299615"/>
                  <a:gd name="connsiteY17" fmla="*/ 137335 h 277872"/>
                  <a:gd name="connsiteX18" fmla="*/ 25990 w 299615"/>
                  <a:gd name="connsiteY18" fmla="*/ 172589 h 277872"/>
                  <a:gd name="connsiteX19" fmla="*/ 26230 w 299615"/>
                  <a:gd name="connsiteY19" fmla="*/ 172760 h 277872"/>
                  <a:gd name="connsiteX20" fmla="*/ 158132 w 299615"/>
                  <a:gd name="connsiteY20" fmla="*/ 259165 h 277872"/>
                  <a:gd name="connsiteX21" fmla="*/ 197703 w 299615"/>
                  <a:gd name="connsiteY21" fmla="*/ 255738 h 277872"/>
                  <a:gd name="connsiteX22" fmla="*/ 282771 w 299615"/>
                  <a:gd name="connsiteY22" fmla="*/ 153471 h 277872"/>
                  <a:gd name="connsiteX23" fmla="*/ 286197 w 299615"/>
                  <a:gd name="connsiteY23" fmla="*/ 141103 h 277872"/>
                  <a:gd name="connsiteX24" fmla="*/ 277666 w 299615"/>
                  <a:gd name="connsiteY24" fmla="*/ 126269 h 277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99615" h="277872">
                    <a:moveTo>
                      <a:pt x="5125" y="130448"/>
                    </a:moveTo>
                    <a:cubicBezTo>
                      <a:pt x="37913" y="78681"/>
                      <a:pt x="69261" y="30477"/>
                      <a:pt x="93037" y="9749"/>
                    </a:cubicBezTo>
                    <a:cubicBezTo>
                      <a:pt x="107426" y="-2790"/>
                      <a:pt x="129456" y="-3372"/>
                      <a:pt x="146826" y="8242"/>
                    </a:cubicBezTo>
                    <a:lnTo>
                      <a:pt x="147340" y="8584"/>
                    </a:lnTo>
                    <a:cubicBezTo>
                      <a:pt x="171322" y="25132"/>
                      <a:pt x="210413" y="56309"/>
                      <a:pt x="244811" y="83957"/>
                    </a:cubicBezTo>
                    <a:cubicBezTo>
                      <a:pt x="260639" y="96599"/>
                      <a:pt x="274994" y="107939"/>
                      <a:pt x="285546" y="116230"/>
                    </a:cubicBezTo>
                    <a:cubicBezTo>
                      <a:pt x="293118" y="121914"/>
                      <a:pt x="298051" y="130418"/>
                      <a:pt x="299251" y="139801"/>
                    </a:cubicBezTo>
                    <a:cubicBezTo>
                      <a:pt x="300210" y="147716"/>
                      <a:pt x="297880" y="155674"/>
                      <a:pt x="292810" y="161831"/>
                    </a:cubicBezTo>
                    <a:lnTo>
                      <a:pt x="207570" y="263927"/>
                    </a:lnTo>
                    <a:cubicBezTo>
                      <a:pt x="194379" y="279789"/>
                      <a:pt x="170089" y="282393"/>
                      <a:pt x="151108" y="269922"/>
                    </a:cubicBezTo>
                    <a:lnTo>
                      <a:pt x="19206" y="183415"/>
                    </a:lnTo>
                    <a:lnTo>
                      <a:pt x="18829" y="183175"/>
                    </a:lnTo>
                    <a:cubicBezTo>
                      <a:pt x="534" y="171047"/>
                      <a:pt x="-5598" y="147442"/>
                      <a:pt x="5125" y="130448"/>
                    </a:cubicBezTo>
                    <a:close/>
                    <a:moveTo>
                      <a:pt x="277666" y="126269"/>
                    </a:moveTo>
                    <a:cubicBezTo>
                      <a:pt x="267080" y="118080"/>
                      <a:pt x="252656" y="106569"/>
                      <a:pt x="236794" y="93858"/>
                    </a:cubicBezTo>
                    <a:cubicBezTo>
                      <a:pt x="204246" y="67855"/>
                      <a:pt x="163785" y="35616"/>
                      <a:pt x="140077" y="19205"/>
                    </a:cubicBezTo>
                    <a:cubicBezTo>
                      <a:pt x="128086" y="10537"/>
                      <a:pt x="111435" y="10777"/>
                      <a:pt x="101499" y="19445"/>
                    </a:cubicBezTo>
                    <a:cubicBezTo>
                      <a:pt x="79025" y="39008"/>
                      <a:pt x="48225" y="86390"/>
                      <a:pt x="16020" y="137335"/>
                    </a:cubicBezTo>
                    <a:cubicBezTo>
                      <a:pt x="8962" y="148469"/>
                      <a:pt x="13451" y="164229"/>
                      <a:pt x="25990" y="172589"/>
                    </a:cubicBezTo>
                    <a:lnTo>
                      <a:pt x="26230" y="172760"/>
                    </a:lnTo>
                    <a:lnTo>
                      <a:pt x="158132" y="259165"/>
                    </a:lnTo>
                    <a:cubicBezTo>
                      <a:pt x="171836" y="268038"/>
                      <a:pt x="188692" y="266565"/>
                      <a:pt x="197703" y="255738"/>
                    </a:cubicBezTo>
                    <a:lnTo>
                      <a:pt x="282771" y="153471"/>
                    </a:lnTo>
                    <a:cubicBezTo>
                      <a:pt x="285546" y="149994"/>
                      <a:pt x="286814" y="145523"/>
                      <a:pt x="286197" y="141103"/>
                    </a:cubicBezTo>
                    <a:cubicBezTo>
                      <a:pt x="285478" y="135207"/>
                      <a:pt x="282394" y="129856"/>
                      <a:pt x="277666" y="1262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FD6A4F5-0FB5-04B3-4639-DB44020B1450}"/>
                  </a:ext>
                </a:extLst>
              </p:cNvPr>
              <p:cNvSpPr/>
              <p:nvPr/>
            </p:nvSpPr>
            <p:spPr>
              <a:xfrm>
                <a:off x="8490025" y="3247093"/>
                <a:ext cx="229106" cy="211712"/>
              </a:xfrm>
              <a:custGeom>
                <a:avLst/>
                <a:gdLst>
                  <a:gd name="connsiteX0" fmla="*/ 219919 w 229106"/>
                  <a:gd name="connsiteY0" fmla="*/ 91571 h 211712"/>
                  <a:gd name="connsiteX1" fmla="*/ 109704 w 229106"/>
                  <a:gd name="connsiteY1" fmla="*/ 5920 h 211712"/>
                  <a:gd name="connsiteX2" fmla="*/ 72600 w 229106"/>
                  <a:gd name="connsiteY2" fmla="*/ 6468 h 211712"/>
                  <a:gd name="connsiteX3" fmla="*/ 3326 w 229106"/>
                  <a:gd name="connsiteY3" fmla="*/ 101814 h 211712"/>
                  <a:gd name="connsiteX4" fmla="*/ 13021 w 229106"/>
                  <a:gd name="connsiteY4" fmla="*/ 137171 h 211712"/>
                  <a:gd name="connsiteX5" fmla="*/ 118440 w 229106"/>
                  <a:gd name="connsiteY5" fmla="*/ 206206 h 211712"/>
                  <a:gd name="connsiteX6" fmla="*/ 156812 w 229106"/>
                  <a:gd name="connsiteY6" fmla="*/ 202437 h 211712"/>
                  <a:gd name="connsiteX7" fmla="*/ 224785 w 229106"/>
                  <a:gd name="connsiteY7" fmla="*/ 120726 h 211712"/>
                  <a:gd name="connsiteX8" fmla="*/ 219919 w 229106"/>
                  <a:gd name="connsiteY8" fmla="*/ 91571 h 21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106" h="211712">
                    <a:moveTo>
                      <a:pt x="219919" y="91571"/>
                    </a:moveTo>
                    <a:cubicBezTo>
                      <a:pt x="193642" y="71288"/>
                      <a:pt x="137695" y="25174"/>
                      <a:pt x="109704" y="5920"/>
                    </a:cubicBezTo>
                    <a:cubicBezTo>
                      <a:pt x="97781" y="-2268"/>
                      <a:pt x="82295" y="-2063"/>
                      <a:pt x="72600" y="6468"/>
                    </a:cubicBezTo>
                    <a:cubicBezTo>
                      <a:pt x="53585" y="23050"/>
                      <a:pt x="27308" y="63923"/>
                      <a:pt x="3326" y="101814"/>
                    </a:cubicBezTo>
                    <a:cubicBezTo>
                      <a:pt x="-3869" y="113155"/>
                      <a:pt x="447" y="128914"/>
                      <a:pt x="13021" y="137171"/>
                    </a:cubicBezTo>
                    <a:lnTo>
                      <a:pt x="118440" y="206206"/>
                    </a:lnTo>
                    <a:cubicBezTo>
                      <a:pt x="131391" y="214702"/>
                      <a:pt x="147973" y="213058"/>
                      <a:pt x="156812" y="202437"/>
                    </a:cubicBezTo>
                    <a:lnTo>
                      <a:pt x="224785" y="120726"/>
                    </a:lnTo>
                    <a:cubicBezTo>
                      <a:pt x="231911" y="112195"/>
                      <a:pt x="229649" y="99142"/>
                      <a:pt x="219919" y="915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BB702CA-15DA-B9D7-0519-04B2CD71EA69}"/>
                  </a:ext>
                </a:extLst>
              </p:cNvPr>
              <p:cNvSpPr/>
              <p:nvPr/>
            </p:nvSpPr>
            <p:spPr>
              <a:xfrm>
                <a:off x="7707572" y="2764917"/>
                <a:ext cx="731261" cy="494376"/>
              </a:xfrm>
              <a:custGeom>
                <a:avLst/>
                <a:gdLst>
                  <a:gd name="connsiteX0" fmla="*/ 726166 w 731261"/>
                  <a:gd name="connsiteY0" fmla="*/ 438041 h 494376"/>
                  <a:gd name="connsiteX1" fmla="*/ 730003 w 731261"/>
                  <a:gd name="connsiteY1" fmla="*/ 450649 h 494376"/>
                  <a:gd name="connsiteX2" fmla="*/ 727399 w 731261"/>
                  <a:gd name="connsiteY2" fmla="*/ 453698 h 494376"/>
                  <a:gd name="connsiteX3" fmla="*/ 685910 w 731261"/>
                  <a:gd name="connsiteY3" fmla="*/ 490322 h 494376"/>
                  <a:gd name="connsiteX4" fmla="*/ 665353 w 731261"/>
                  <a:gd name="connsiteY4" fmla="*/ 491693 h 494376"/>
                  <a:gd name="connsiteX5" fmla="*/ 5568 w 731261"/>
                  <a:gd name="connsiteY5" fmla="*/ 50488 h 494376"/>
                  <a:gd name="connsiteX6" fmla="*/ 2005 w 731261"/>
                  <a:gd name="connsiteY6" fmla="*/ 32724 h 494376"/>
                  <a:gd name="connsiteX7" fmla="*/ 2142 w 731261"/>
                  <a:gd name="connsiteY7" fmla="*/ 32501 h 494376"/>
                  <a:gd name="connsiteX8" fmla="*/ 20916 w 731261"/>
                  <a:gd name="connsiteY8" fmla="*/ 5744 h 494376"/>
                  <a:gd name="connsiteX9" fmla="*/ 39451 w 731261"/>
                  <a:gd name="connsiteY9" fmla="*/ 2044 h 494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1261" h="494376">
                    <a:moveTo>
                      <a:pt x="726166" y="438041"/>
                    </a:moveTo>
                    <a:cubicBezTo>
                      <a:pt x="730722" y="440463"/>
                      <a:pt x="732435" y="446106"/>
                      <a:pt x="730003" y="450649"/>
                    </a:cubicBezTo>
                    <a:cubicBezTo>
                      <a:pt x="729352" y="451841"/>
                      <a:pt x="728461" y="452883"/>
                      <a:pt x="727399" y="453698"/>
                    </a:cubicBezTo>
                    <a:lnTo>
                      <a:pt x="685910" y="490322"/>
                    </a:lnTo>
                    <a:cubicBezTo>
                      <a:pt x="680017" y="495067"/>
                      <a:pt x="671794" y="495615"/>
                      <a:pt x="665353" y="491693"/>
                    </a:cubicBezTo>
                    <a:lnTo>
                      <a:pt x="5568" y="50488"/>
                    </a:lnTo>
                    <a:cubicBezTo>
                      <a:pt x="-325" y="46572"/>
                      <a:pt x="-1935" y="38617"/>
                      <a:pt x="2005" y="32724"/>
                    </a:cubicBezTo>
                    <a:cubicBezTo>
                      <a:pt x="2039" y="32649"/>
                      <a:pt x="2108" y="32573"/>
                      <a:pt x="2142" y="32501"/>
                    </a:cubicBezTo>
                    <a:lnTo>
                      <a:pt x="20916" y="5744"/>
                    </a:lnTo>
                    <a:cubicBezTo>
                      <a:pt x="25130" y="-234"/>
                      <a:pt x="33284" y="-1862"/>
                      <a:pt x="39451" y="20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E7F6D8A-B3B3-D549-536F-C535A6A65317}"/>
                  </a:ext>
                </a:extLst>
              </p:cNvPr>
              <p:cNvSpPr/>
              <p:nvPr/>
            </p:nvSpPr>
            <p:spPr>
              <a:xfrm>
                <a:off x="8551991" y="3166390"/>
                <a:ext cx="143504" cy="256040"/>
              </a:xfrm>
              <a:custGeom>
                <a:avLst/>
                <a:gdLst>
                  <a:gd name="connsiteX0" fmla="*/ 140824 w 143504"/>
                  <a:gd name="connsiteY0" fmla="*/ 185806 h 256040"/>
                  <a:gd name="connsiteX1" fmla="*/ 108516 w 143504"/>
                  <a:gd name="connsiteY1" fmla="*/ 174531 h 256040"/>
                  <a:gd name="connsiteX2" fmla="*/ 108037 w 143504"/>
                  <a:gd name="connsiteY2" fmla="*/ 174774 h 256040"/>
                  <a:gd name="connsiteX3" fmla="*/ 51199 w 143504"/>
                  <a:gd name="connsiteY3" fmla="*/ 203827 h 256040"/>
                  <a:gd name="connsiteX4" fmla="*/ 40749 w 143504"/>
                  <a:gd name="connsiteY4" fmla="*/ 200435 h 256040"/>
                  <a:gd name="connsiteX5" fmla="*/ 39995 w 143504"/>
                  <a:gd name="connsiteY5" fmla="*/ 195605 h 256040"/>
                  <a:gd name="connsiteX6" fmla="*/ 71344 w 143504"/>
                  <a:gd name="connsiteY6" fmla="*/ 9982 h 256040"/>
                  <a:gd name="connsiteX7" fmla="*/ 64321 w 143504"/>
                  <a:gd name="connsiteY7" fmla="*/ 46 h 256040"/>
                  <a:gd name="connsiteX8" fmla="*/ 55584 w 143504"/>
                  <a:gd name="connsiteY8" fmla="*/ 3952 h 256040"/>
                  <a:gd name="connsiteX9" fmla="*/ 6421 w 143504"/>
                  <a:gd name="connsiteY9" fmla="*/ 254909 h 256040"/>
                  <a:gd name="connsiteX10" fmla="*/ 131299 w 143504"/>
                  <a:gd name="connsiteY10" fmla="*/ 218388 h 256040"/>
                  <a:gd name="connsiteX11" fmla="*/ 140824 w 143504"/>
                  <a:gd name="connsiteY11" fmla="*/ 185806 h 256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504" h="256040">
                    <a:moveTo>
                      <a:pt x="140824" y="185806"/>
                    </a:moveTo>
                    <a:cubicBezTo>
                      <a:pt x="135034" y="173774"/>
                      <a:pt x="120576" y="168727"/>
                      <a:pt x="108516" y="174531"/>
                    </a:cubicBezTo>
                    <a:cubicBezTo>
                      <a:pt x="108379" y="174610"/>
                      <a:pt x="108208" y="174692"/>
                      <a:pt x="108037" y="174774"/>
                    </a:cubicBezTo>
                    <a:lnTo>
                      <a:pt x="51199" y="203827"/>
                    </a:lnTo>
                    <a:cubicBezTo>
                      <a:pt x="47362" y="205780"/>
                      <a:pt x="42702" y="204259"/>
                      <a:pt x="40749" y="200435"/>
                    </a:cubicBezTo>
                    <a:cubicBezTo>
                      <a:pt x="39962" y="198945"/>
                      <a:pt x="39722" y="197252"/>
                      <a:pt x="39995" y="195605"/>
                    </a:cubicBezTo>
                    <a:lnTo>
                      <a:pt x="71344" y="9982"/>
                    </a:lnTo>
                    <a:cubicBezTo>
                      <a:pt x="72166" y="5302"/>
                      <a:pt x="69014" y="855"/>
                      <a:pt x="64321" y="46"/>
                    </a:cubicBezTo>
                    <a:cubicBezTo>
                      <a:pt x="60895" y="-546"/>
                      <a:pt x="57434" y="995"/>
                      <a:pt x="55584" y="3952"/>
                    </a:cubicBezTo>
                    <a:cubicBezTo>
                      <a:pt x="27045" y="48045"/>
                      <a:pt x="-16877" y="138767"/>
                      <a:pt x="6421" y="254909"/>
                    </a:cubicBezTo>
                    <a:cubicBezTo>
                      <a:pt x="6421" y="254909"/>
                      <a:pt x="54865" y="265667"/>
                      <a:pt x="131299" y="218388"/>
                    </a:cubicBezTo>
                    <a:cubicBezTo>
                      <a:pt x="142365" y="211570"/>
                      <a:pt x="146477" y="197503"/>
                      <a:pt x="140824" y="1858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CE1A211-81FE-1278-4483-13B9EB21B299}"/>
                  </a:ext>
                </a:extLst>
              </p:cNvPr>
              <p:cNvSpPr/>
              <p:nvPr/>
            </p:nvSpPr>
            <p:spPr>
              <a:xfrm>
                <a:off x="8638257" y="2908540"/>
                <a:ext cx="299610" cy="278022"/>
              </a:xfrm>
              <a:custGeom>
                <a:avLst/>
                <a:gdLst>
                  <a:gd name="connsiteX0" fmla="*/ 5120 w 299610"/>
                  <a:gd name="connsiteY0" fmla="*/ 130448 h 278022"/>
                  <a:gd name="connsiteX1" fmla="*/ 93032 w 299610"/>
                  <a:gd name="connsiteY1" fmla="*/ 9749 h 278022"/>
                  <a:gd name="connsiteX2" fmla="*/ 146821 w 299610"/>
                  <a:gd name="connsiteY2" fmla="*/ 8242 h 278022"/>
                  <a:gd name="connsiteX3" fmla="*/ 147369 w 299610"/>
                  <a:gd name="connsiteY3" fmla="*/ 8584 h 278022"/>
                  <a:gd name="connsiteX4" fmla="*/ 244840 w 299610"/>
                  <a:gd name="connsiteY4" fmla="*/ 83957 h 278022"/>
                  <a:gd name="connsiteX5" fmla="*/ 285541 w 299610"/>
                  <a:gd name="connsiteY5" fmla="*/ 116230 h 278022"/>
                  <a:gd name="connsiteX6" fmla="*/ 299245 w 299610"/>
                  <a:gd name="connsiteY6" fmla="*/ 139801 h 278022"/>
                  <a:gd name="connsiteX7" fmla="*/ 292804 w 299610"/>
                  <a:gd name="connsiteY7" fmla="*/ 161831 h 278022"/>
                  <a:gd name="connsiteX8" fmla="*/ 207701 w 299610"/>
                  <a:gd name="connsiteY8" fmla="*/ 264098 h 278022"/>
                  <a:gd name="connsiteX9" fmla="*/ 151241 w 299610"/>
                  <a:gd name="connsiteY9" fmla="*/ 270059 h 278022"/>
                  <a:gd name="connsiteX10" fmla="*/ 19338 w 299610"/>
                  <a:gd name="connsiteY10" fmla="*/ 183655 h 278022"/>
                  <a:gd name="connsiteX11" fmla="*/ 18961 w 299610"/>
                  <a:gd name="connsiteY11" fmla="*/ 183415 h 278022"/>
                  <a:gd name="connsiteX12" fmla="*/ 5120 w 299610"/>
                  <a:gd name="connsiteY12" fmla="*/ 130448 h 278022"/>
                  <a:gd name="connsiteX13" fmla="*/ 277662 w 299610"/>
                  <a:gd name="connsiteY13" fmla="*/ 126269 h 278022"/>
                  <a:gd name="connsiteX14" fmla="*/ 236788 w 299610"/>
                  <a:gd name="connsiteY14" fmla="*/ 93893 h 278022"/>
                  <a:gd name="connsiteX15" fmla="*/ 140072 w 299610"/>
                  <a:gd name="connsiteY15" fmla="*/ 19205 h 278022"/>
                  <a:gd name="connsiteX16" fmla="*/ 101494 w 299610"/>
                  <a:gd name="connsiteY16" fmla="*/ 19445 h 278022"/>
                  <a:gd name="connsiteX17" fmla="*/ 15844 w 299610"/>
                  <a:gd name="connsiteY17" fmla="*/ 137335 h 278022"/>
                  <a:gd name="connsiteX18" fmla="*/ 25813 w 299610"/>
                  <a:gd name="connsiteY18" fmla="*/ 172589 h 278022"/>
                  <a:gd name="connsiteX19" fmla="*/ 26087 w 299610"/>
                  <a:gd name="connsiteY19" fmla="*/ 172760 h 278022"/>
                  <a:gd name="connsiteX20" fmla="*/ 157956 w 299610"/>
                  <a:gd name="connsiteY20" fmla="*/ 259165 h 278022"/>
                  <a:gd name="connsiteX21" fmla="*/ 197526 w 299610"/>
                  <a:gd name="connsiteY21" fmla="*/ 255739 h 278022"/>
                  <a:gd name="connsiteX22" fmla="*/ 282766 w 299610"/>
                  <a:gd name="connsiteY22" fmla="*/ 153334 h 278022"/>
                  <a:gd name="connsiteX23" fmla="*/ 286192 w 299610"/>
                  <a:gd name="connsiteY23" fmla="*/ 140932 h 278022"/>
                  <a:gd name="connsiteX24" fmla="*/ 277662 w 299610"/>
                  <a:gd name="connsiteY24" fmla="*/ 126269 h 278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99610" h="278022">
                    <a:moveTo>
                      <a:pt x="5120" y="130448"/>
                    </a:moveTo>
                    <a:cubicBezTo>
                      <a:pt x="37907" y="78681"/>
                      <a:pt x="69256" y="30477"/>
                      <a:pt x="93032" y="9749"/>
                    </a:cubicBezTo>
                    <a:cubicBezTo>
                      <a:pt x="107422" y="-2790"/>
                      <a:pt x="129451" y="-3372"/>
                      <a:pt x="146821" y="8242"/>
                    </a:cubicBezTo>
                    <a:lnTo>
                      <a:pt x="147369" y="8584"/>
                    </a:lnTo>
                    <a:cubicBezTo>
                      <a:pt x="171351" y="25132"/>
                      <a:pt x="210442" y="56343"/>
                      <a:pt x="244840" y="83957"/>
                    </a:cubicBezTo>
                    <a:cubicBezTo>
                      <a:pt x="260634" y="96599"/>
                      <a:pt x="274989" y="107939"/>
                      <a:pt x="285541" y="116230"/>
                    </a:cubicBezTo>
                    <a:cubicBezTo>
                      <a:pt x="293112" y="121914"/>
                      <a:pt x="298046" y="130418"/>
                      <a:pt x="299245" y="139801"/>
                    </a:cubicBezTo>
                    <a:cubicBezTo>
                      <a:pt x="300204" y="147716"/>
                      <a:pt x="297875" y="155674"/>
                      <a:pt x="292804" y="161831"/>
                    </a:cubicBezTo>
                    <a:lnTo>
                      <a:pt x="207701" y="264098"/>
                    </a:lnTo>
                    <a:cubicBezTo>
                      <a:pt x="194511" y="279961"/>
                      <a:pt x="170221" y="282530"/>
                      <a:pt x="151241" y="270059"/>
                    </a:cubicBezTo>
                    <a:lnTo>
                      <a:pt x="19338" y="183655"/>
                    </a:lnTo>
                    <a:lnTo>
                      <a:pt x="18961" y="183415"/>
                    </a:lnTo>
                    <a:cubicBezTo>
                      <a:pt x="529" y="171047"/>
                      <a:pt x="-5603" y="147442"/>
                      <a:pt x="5120" y="130448"/>
                    </a:cubicBezTo>
                    <a:close/>
                    <a:moveTo>
                      <a:pt x="277662" y="126269"/>
                    </a:moveTo>
                    <a:cubicBezTo>
                      <a:pt x="267075" y="118080"/>
                      <a:pt x="252651" y="106569"/>
                      <a:pt x="236788" y="93893"/>
                    </a:cubicBezTo>
                    <a:cubicBezTo>
                      <a:pt x="204241" y="67855"/>
                      <a:pt x="163780" y="35650"/>
                      <a:pt x="140072" y="19205"/>
                    </a:cubicBezTo>
                    <a:cubicBezTo>
                      <a:pt x="128080" y="10537"/>
                      <a:pt x="111430" y="10777"/>
                      <a:pt x="101494" y="19445"/>
                    </a:cubicBezTo>
                    <a:cubicBezTo>
                      <a:pt x="79020" y="39042"/>
                      <a:pt x="48220" y="86390"/>
                      <a:pt x="15844" y="137335"/>
                    </a:cubicBezTo>
                    <a:cubicBezTo>
                      <a:pt x="8786" y="148469"/>
                      <a:pt x="13274" y="164229"/>
                      <a:pt x="25813" y="172589"/>
                    </a:cubicBezTo>
                    <a:lnTo>
                      <a:pt x="26087" y="172760"/>
                    </a:lnTo>
                    <a:lnTo>
                      <a:pt x="157956" y="259165"/>
                    </a:lnTo>
                    <a:cubicBezTo>
                      <a:pt x="171660" y="268038"/>
                      <a:pt x="188516" y="266565"/>
                      <a:pt x="197526" y="255739"/>
                    </a:cubicBezTo>
                    <a:lnTo>
                      <a:pt x="282766" y="153334"/>
                    </a:lnTo>
                    <a:cubicBezTo>
                      <a:pt x="285541" y="149840"/>
                      <a:pt x="286775" y="145362"/>
                      <a:pt x="286192" y="140932"/>
                    </a:cubicBezTo>
                    <a:cubicBezTo>
                      <a:pt x="285404" y="135101"/>
                      <a:pt x="282355" y="129821"/>
                      <a:pt x="277662" y="1262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40113742-A3DD-D237-9D46-2059A0810067}"/>
                  </a:ext>
                </a:extLst>
              </p:cNvPr>
              <p:cNvSpPr/>
              <p:nvPr/>
            </p:nvSpPr>
            <p:spPr>
              <a:xfrm>
                <a:off x="8674567" y="2944848"/>
                <a:ext cx="229061" cy="211592"/>
              </a:xfrm>
              <a:custGeom>
                <a:avLst/>
                <a:gdLst>
                  <a:gd name="connsiteX0" fmla="*/ 219904 w 229061"/>
                  <a:gd name="connsiteY0" fmla="*/ 91571 h 211592"/>
                  <a:gd name="connsiteX1" fmla="*/ 109723 w 229061"/>
                  <a:gd name="connsiteY1" fmla="*/ 5920 h 211592"/>
                  <a:gd name="connsiteX2" fmla="*/ 72585 w 229061"/>
                  <a:gd name="connsiteY2" fmla="*/ 6468 h 211592"/>
                  <a:gd name="connsiteX3" fmla="*/ 3310 w 229061"/>
                  <a:gd name="connsiteY3" fmla="*/ 101814 h 211592"/>
                  <a:gd name="connsiteX4" fmla="*/ 13006 w 229061"/>
                  <a:gd name="connsiteY4" fmla="*/ 137171 h 211592"/>
                  <a:gd name="connsiteX5" fmla="*/ 118425 w 229061"/>
                  <a:gd name="connsiteY5" fmla="*/ 206103 h 211592"/>
                  <a:gd name="connsiteX6" fmla="*/ 156796 w 229061"/>
                  <a:gd name="connsiteY6" fmla="*/ 202300 h 211592"/>
                  <a:gd name="connsiteX7" fmla="*/ 224769 w 229061"/>
                  <a:gd name="connsiteY7" fmla="*/ 120589 h 211592"/>
                  <a:gd name="connsiteX8" fmla="*/ 219904 w 229061"/>
                  <a:gd name="connsiteY8" fmla="*/ 91571 h 21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061" h="211592">
                    <a:moveTo>
                      <a:pt x="219904" y="91571"/>
                    </a:moveTo>
                    <a:cubicBezTo>
                      <a:pt x="193626" y="71288"/>
                      <a:pt x="137851" y="25174"/>
                      <a:pt x="109723" y="5920"/>
                    </a:cubicBezTo>
                    <a:cubicBezTo>
                      <a:pt x="97766" y="-2268"/>
                      <a:pt x="82314" y="-2063"/>
                      <a:pt x="72585" y="6468"/>
                    </a:cubicBezTo>
                    <a:cubicBezTo>
                      <a:pt x="53570" y="23084"/>
                      <a:pt x="27293" y="63923"/>
                      <a:pt x="3310" y="101814"/>
                    </a:cubicBezTo>
                    <a:cubicBezTo>
                      <a:pt x="-3850" y="113155"/>
                      <a:pt x="433" y="128914"/>
                      <a:pt x="13006" y="137171"/>
                    </a:cubicBezTo>
                    <a:lnTo>
                      <a:pt x="118425" y="206103"/>
                    </a:lnTo>
                    <a:cubicBezTo>
                      <a:pt x="131375" y="214565"/>
                      <a:pt x="147957" y="212955"/>
                      <a:pt x="156796" y="202300"/>
                    </a:cubicBezTo>
                    <a:lnTo>
                      <a:pt x="224769" y="120589"/>
                    </a:lnTo>
                    <a:cubicBezTo>
                      <a:pt x="231827" y="112230"/>
                      <a:pt x="229634" y="99108"/>
                      <a:pt x="219904" y="915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CAFF046-18F7-2921-0FD2-3DF1F81EBE36}"/>
                  </a:ext>
                </a:extLst>
              </p:cNvPr>
              <p:cNvSpPr/>
              <p:nvPr/>
            </p:nvSpPr>
            <p:spPr>
              <a:xfrm>
                <a:off x="7892098" y="2462672"/>
                <a:ext cx="731261" cy="494388"/>
              </a:xfrm>
              <a:custGeom>
                <a:avLst/>
                <a:gdLst>
                  <a:gd name="connsiteX0" fmla="*/ 726166 w 731261"/>
                  <a:gd name="connsiteY0" fmla="*/ 438178 h 494388"/>
                  <a:gd name="connsiteX1" fmla="*/ 730003 w 731261"/>
                  <a:gd name="connsiteY1" fmla="*/ 450786 h 494388"/>
                  <a:gd name="connsiteX2" fmla="*/ 727399 w 731261"/>
                  <a:gd name="connsiteY2" fmla="*/ 453835 h 494388"/>
                  <a:gd name="connsiteX3" fmla="*/ 685944 w 731261"/>
                  <a:gd name="connsiteY3" fmla="*/ 490322 h 494388"/>
                  <a:gd name="connsiteX4" fmla="*/ 665388 w 731261"/>
                  <a:gd name="connsiteY4" fmla="*/ 491727 h 494388"/>
                  <a:gd name="connsiteX5" fmla="*/ 5568 w 731261"/>
                  <a:gd name="connsiteY5" fmla="*/ 50488 h 494388"/>
                  <a:gd name="connsiteX6" fmla="*/ 2005 w 731261"/>
                  <a:gd name="connsiteY6" fmla="*/ 32724 h 494388"/>
                  <a:gd name="connsiteX7" fmla="*/ 2142 w 731261"/>
                  <a:gd name="connsiteY7" fmla="*/ 32501 h 494388"/>
                  <a:gd name="connsiteX8" fmla="*/ 20916 w 731261"/>
                  <a:gd name="connsiteY8" fmla="*/ 5744 h 494388"/>
                  <a:gd name="connsiteX9" fmla="*/ 39451 w 731261"/>
                  <a:gd name="connsiteY9" fmla="*/ 2044 h 494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1261" h="494388">
                    <a:moveTo>
                      <a:pt x="726166" y="438178"/>
                    </a:moveTo>
                    <a:cubicBezTo>
                      <a:pt x="730722" y="440600"/>
                      <a:pt x="732435" y="446243"/>
                      <a:pt x="730003" y="450786"/>
                    </a:cubicBezTo>
                    <a:cubicBezTo>
                      <a:pt x="729352" y="451978"/>
                      <a:pt x="728461" y="453020"/>
                      <a:pt x="727399" y="453835"/>
                    </a:cubicBezTo>
                    <a:lnTo>
                      <a:pt x="685944" y="490322"/>
                    </a:lnTo>
                    <a:cubicBezTo>
                      <a:pt x="680086" y="495067"/>
                      <a:pt x="671863" y="495629"/>
                      <a:pt x="665388" y="491727"/>
                    </a:cubicBezTo>
                    <a:lnTo>
                      <a:pt x="5568" y="50488"/>
                    </a:lnTo>
                    <a:cubicBezTo>
                      <a:pt x="-325" y="46572"/>
                      <a:pt x="-1935" y="38617"/>
                      <a:pt x="2005" y="32724"/>
                    </a:cubicBezTo>
                    <a:cubicBezTo>
                      <a:pt x="2039" y="32649"/>
                      <a:pt x="2108" y="32573"/>
                      <a:pt x="2142" y="32501"/>
                    </a:cubicBezTo>
                    <a:lnTo>
                      <a:pt x="20916" y="5744"/>
                    </a:lnTo>
                    <a:cubicBezTo>
                      <a:pt x="25130" y="-234"/>
                      <a:pt x="33284" y="-1862"/>
                      <a:pt x="39451" y="20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806E865-D614-759E-3BF2-A905F0D20C43}"/>
                  </a:ext>
                </a:extLst>
              </p:cNvPr>
              <p:cNvSpPr/>
              <p:nvPr/>
            </p:nvSpPr>
            <p:spPr>
              <a:xfrm>
                <a:off x="8736517" y="2864207"/>
                <a:ext cx="143504" cy="255978"/>
              </a:xfrm>
              <a:custGeom>
                <a:avLst/>
                <a:gdLst>
                  <a:gd name="connsiteX0" fmla="*/ 140824 w 143504"/>
                  <a:gd name="connsiteY0" fmla="*/ 185744 h 255978"/>
                  <a:gd name="connsiteX1" fmla="*/ 108893 w 143504"/>
                  <a:gd name="connsiteY1" fmla="*/ 174322 h 255978"/>
                  <a:gd name="connsiteX2" fmla="*/ 108037 w 143504"/>
                  <a:gd name="connsiteY2" fmla="*/ 174747 h 255978"/>
                  <a:gd name="connsiteX3" fmla="*/ 51198 w 143504"/>
                  <a:gd name="connsiteY3" fmla="*/ 203765 h 255978"/>
                  <a:gd name="connsiteX4" fmla="*/ 40749 w 143504"/>
                  <a:gd name="connsiteY4" fmla="*/ 200363 h 255978"/>
                  <a:gd name="connsiteX5" fmla="*/ 39996 w 143504"/>
                  <a:gd name="connsiteY5" fmla="*/ 195577 h 255978"/>
                  <a:gd name="connsiteX6" fmla="*/ 71343 w 143504"/>
                  <a:gd name="connsiteY6" fmla="*/ 9954 h 255978"/>
                  <a:gd name="connsiteX7" fmla="*/ 64286 w 143504"/>
                  <a:gd name="connsiteY7" fmla="*/ 43 h 255978"/>
                  <a:gd name="connsiteX8" fmla="*/ 55618 w 143504"/>
                  <a:gd name="connsiteY8" fmla="*/ 3890 h 255978"/>
                  <a:gd name="connsiteX9" fmla="*/ 6420 w 143504"/>
                  <a:gd name="connsiteY9" fmla="*/ 254847 h 255978"/>
                  <a:gd name="connsiteX10" fmla="*/ 131299 w 143504"/>
                  <a:gd name="connsiteY10" fmla="*/ 218326 h 255978"/>
                  <a:gd name="connsiteX11" fmla="*/ 140824 w 143504"/>
                  <a:gd name="connsiteY11" fmla="*/ 185744 h 255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504" h="255978">
                    <a:moveTo>
                      <a:pt x="140824" y="185744"/>
                    </a:moveTo>
                    <a:cubicBezTo>
                      <a:pt x="135171" y="173770"/>
                      <a:pt x="120850" y="168659"/>
                      <a:pt x="108893" y="174322"/>
                    </a:cubicBezTo>
                    <a:cubicBezTo>
                      <a:pt x="108584" y="174459"/>
                      <a:pt x="108311" y="174599"/>
                      <a:pt x="108037" y="174747"/>
                    </a:cubicBezTo>
                    <a:lnTo>
                      <a:pt x="51198" y="203765"/>
                    </a:lnTo>
                    <a:cubicBezTo>
                      <a:pt x="47361" y="205715"/>
                      <a:pt x="42702" y="204190"/>
                      <a:pt x="40749" y="200363"/>
                    </a:cubicBezTo>
                    <a:cubicBezTo>
                      <a:pt x="39996" y="198886"/>
                      <a:pt x="39721" y="197211"/>
                      <a:pt x="39996" y="195577"/>
                    </a:cubicBezTo>
                    <a:lnTo>
                      <a:pt x="71343" y="9954"/>
                    </a:lnTo>
                    <a:cubicBezTo>
                      <a:pt x="72132" y="5271"/>
                      <a:pt x="68980" y="834"/>
                      <a:pt x="64286" y="43"/>
                    </a:cubicBezTo>
                    <a:cubicBezTo>
                      <a:pt x="60894" y="-536"/>
                      <a:pt x="57468" y="982"/>
                      <a:pt x="55618" y="3890"/>
                    </a:cubicBezTo>
                    <a:cubicBezTo>
                      <a:pt x="27045" y="47983"/>
                      <a:pt x="-16877" y="138705"/>
                      <a:pt x="6420" y="254847"/>
                    </a:cubicBezTo>
                    <a:cubicBezTo>
                      <a:pt x="6420" y="254847"/>
                      <a:pt x="54864" y="265605"/>
                      <a:pt x="131299" y="218326"/>
                    </a:cubicBezTo>
                    <a:cubicBezTo>
                      <a:pt x="142366" y="211508"/>
                      <a:pt x="146477" y="197441"/>
                      <a:pt x="140824" y="1857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6181F1-3048-8436-E490-4B02DE9E1C96}"/>
                  </a:ext>
                </a:extLst>
              </p:cNvPr>
              <p:cNvSpPr/>
              <p:nvPr/>
            </p:nvSpPr>
            <p:spPr>
              <a:xfrm>
                <a:off x="8265830" y="3491655"/>
                <a:ext cx="299626" cy="278025"/>
              </a:xfrm>
              <a:custGeom>
                <a:avLst/>
                <a:gdLst>
                  <a:gd name="connsiteX0" fmla="*/ 5171 w 299626"/>
                  <a:gd name="connsiteY0" fmla="*/ 130479 h 278025"/>
                  <a:gd name="connsiteX1" fmla="*/ 93049 w 299626"/>
                  <a:gd name="connsiteY1" fmla="*/ 9780 h 278025"/>
                  <a:gd name="connsiteX2" fmla="*/ 146837 w 299626"/>
                  <a:gd name="connsiteY2" fmla="*/ 8238 h 278025"/>
                  <a:gd name="connsiteX3" fmla="*/ 147386 w 299626"/>
                  <a:gd name="connsiteY3" fmla="*/ 8615 h 278025"/>
                  <a:gd name="connsiteX4" fmla="*/ 244856 w 299626"/>
                  <a:gd name="connsiteY4" fmla="*/ 83988 h 278025"/>
                  <a:gd name="connsiteX5" fmla="*/ 285558 w 299626"/>
                  <a:gd name="connsiteY5" fmla="*/ 116227 h 278025"/>
                  <a:gd name="connsiteX6" fmla="*/ 299262 w 299626"/>
                  <a:gd name="connsiteY6" fmla="*/ 139798 h 278025"/>
                  <a:gd name="connsiteX7" fmla="*/ 292821 w 299626"/>
                  <a:gd name="connsiteY7" fmla="*/ 161827 h 278025"/>
                  <a:gd name="connsiteX8" fmla="*/ 207752 w 299626"/>
                  <a:gd name="connsiteY8" fmla="*/ 264094 h 278025"/>
                  <a:gd name="connsiteX9" fmla="*/ 151257 w 299626"/>
                  <a:gd name="connsiteY9" fmla="*/ 270090 h 278025"/>
                  <a:gd name="connsiteX10" fmla="*/ 19218 w 299626"/>
                  <a:gd name="connsiteY10" fmla="*/ 183480 h 278025"/>
                  <a:gd name="connsiteX11" fmla="*/ 18875 w 299626"/>
                  <a:gd name="connsiteY11" fmla="*/ 183240 h 278025"/>
                  <a:gd name="connsiteX12" fmla="*/ 5171 w 299626"/>
                  <a:gd name="connsiteY12" fmla="*/ 130479 h 278025"/>
                  <a:gd name="connsiteX13" fmla="*/ 277678 w 299626"/>
                  <a:gd name="connsiteY13" fmla="*/ 126299 h 278025"/>
                  <a:gd name="connsiteX14" fmla="*/ 236805 w 299626"/>
                  <a:gd name="connsiteY14" fmla="*/ 93889 h 278025"/>
                  <a:gd name="connsiteX15" fmla="*/ 140088 w 299626"/>
                  <a:gd name="connsiteY15" fmla="*/ 19201 h 278025"/>
                  <a:gd name="connsiteX16" fmla="*/ 101511 w 299626"/>
                  <a:gd name="connsiteY16" fmla="*/ 19475 h 278025"/>
                  <a:gd name="connsiteX17" fmla="*/ 15860 w 299626"/>
                  <a:gd name="connsiteY17" fmla="*/ 137365 h 278025"/>
                  <a:gd name="connsiteX18" fmla="*/ 25830 w 299626"/>
                  <a:gd name="connsiteY18" fmla="*/ 172619 h 278025"/>
                  <a:gd name="connsiteX19" fmla="*/ 26104 w 299626"/>
                  <a:gd name="connsiteY19" fmla="*/ 172619 h 278025"/>
                  <a:gd name="connsiteX20" fmla="*/ 158041 w 299626"/>
                  <a:gd name="connsiteY20" fmla="*/ 259195 h 278025"/>
                  <a:gd name="connsiteX21" fmla="*/ 197577 w 299626"/>
                  <a:gd name="connsiteY21" fmla="*/ 255769 h 278025"/>
                  <a:gd name="connsiteX22" fmla="*/ 282646 w 299626"/>
                  <a:gd name="connsiteY22" fmla="*/ 153502 h 278025"/>
                  <a:gd name="connsiteX23" fmla="*/ 286072 w 299626"/>
                  <a:gd name="connsiteY23" fmla="*/ 141100 h 278025"/>
                  <a:gd name="connsiteX24" fmla="*/ 277678 w 299626"/>
                  <a:gd name="connsiteY24" fmla="*/ 126299 h 2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99626" h="278025">
                    <a:moveTo>
                      <a:pt x="5171" y="130479"/>
                    </a:moveTo>
                    <a:cubicBezTo>
                      <a:pt x="37924" y="78677"/>
                      <a:pt x="69306" y="30473"/>
                      <a:pt x="93049" y="9780"/>
                    </a:cubicBezTo>
                    <a:cubicBezTo>
                      <a:pt x="107438" y="-2794"/>
                      <a:pt x="129468" y="-3376"/>
                      <a:pt x="146837" y="8238"/>
                    </a:cubicBezTo>
                    <a:lnTo>
                      <a:pt x="147386" y="8615"/>
                    </a:lnTo>
                    <a:cubicBezTo>
                      <a:pt x="171368" y="25163"/>
                      <a:pt x="210459" y="56340"/>
                      <a:pt x="244856" y="83988"/>
                    </a:cubicBezTo>
                    <a:cubicBezTo>
                      <a:pt x="260650" y="96596"/>
                      <a:pt x="275006" y="107970"/>
                      <a:pt x="285558" y="116227"/>
                    </a:cubicBezTo>
                    <a:cubicBezTo>
                      <a:pt x="293129" y="121907"/>
                      <a:pt x="298063" y="130410"/>
                      <a:pt x="299262" y="139798"/>
                    </a:cubicBezTo>
                    <a:cubicBezTo>
                      <a:pt x="300221" y="147715"/>
                      <a:pt x="297891" y="155681"/>
                      <a:pt x="292821" y="161827"/>
                    </a:cubicBezTo>
                    <a:lnTo>
                      <a:pt x="207752" y="264094"/>
                    </a:lnTo>
                    <a:cubicBezTo>
                      <a:pt x="194562" y="279957"/>
                      <a:pt x="170271" y="282526"/>
                      <a:pt x="151257" y="270090"/>
                    </a:cubicBezTo>
                    <a:lnTo>
                      <a:pt x="19218" y="183480"/>
                    </a:lnTo>
                    <a:lnTo>
                      <a:pt x="18875" y="183240"/>
                    </a:lnTo>
                    <a:cubicBezTo>
                      <a:pt x="443" y="171077"/>
                      <a:pt x="-5587" y="147472"/>
                      <a:pt x="5171" y="130479"/>
                    </a:cubicBezTo>
                    <a:close/>
                    <a:moveTo>
                      <a:pt x="277678" y="126299"/>
                    </a:moveTo>
                    <a:cubicBezTo>
                      <a:pt x="267091" y="118111"/>
                      <a:pt x="252668" y="106565"/>
                      <a:pt x="236805" y="93889"/>
                    </a:cubicBezTo>
                    <a:cubicBezTo>
                      <a:pt x="204292" y="67885"/>
                      <a:pt x="163797" y="35646"/>
                      <a:pt x="140088" y="19201"/>
                    </a:cubicBezTo>
                    <a:cubicBezTo>
                      <a:pt x="128029" y="10705"/>
                      <a:pt x="111447" y="10807"/>
                      <a:pt x="101511" y="19475"/>
                    </a:cubicBezTo>
                    <a:cubicBezTo>
                      <a:pt x="79036" y="39038"/>
                      <a:pt x="48270" y="86386"/>
                      <a:pt x="15860" y="137365"/>
                    </a:cubicBezTo>
                    <a:cubicBezTo>
                      <a:pt x="9008" y="148466"/>
                      <a:pt x="13325" y="164225"/>
                      <a:pt x="25830" y="172619"/>
                    </a:cubicBezTo>
                    <a:lnTo>
                      <a:pt x="26104" y="172619"/>
                    </a:lnTo>
                    <a:lnTo>
                      <a:pt x="158041" y="259195"/>
                    </a:lnTo>
                    <a:cubicBezTo>
                      <a:pt x="171745" y="268034"/>
                      <a:pt x="188567" y="266561"/>
                      <a:pt x="197577" y="255769"/>
                    </a:cubicBezTo>
                    <a:lnTo>
                      <a:pt x="282646" y="153502"/>
                    </a:lnTo>
                    <a:cubicBezTo>
                      <a:pt x="285455" y="150011"/>
                      <a:pt x="286688" y="145529"/>
                      <a:pt x="286072" y="141100"/>
                    </a:cubicBezTo>
                    <a:cubicBezTo>
                      <a:pt x="285386" y="135238"/>
                      <a:pt x="282337" y="129903"/>
                      <a:pt x="277678" y="1262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0143E2-229A-AA94-8612-0A9E5A9E792A}"/>
                  </a:ext>
                </a:extLst>
              </p:cNvPr>
              <p:cNvSpPr/>
              <p:nvPr/>
            </p:nvSpPr>
            <p:spPr>
              <a:xfrm>
                <a:off x="8302158" y="3527980"/>
                <a:ext cx="229038" cy="211657"/>
              </a:xfrm>
              <a:custGeom>
                <a:avLst/>
                <a:gdLst>
                  <a:gd name="connsiteX0" fmla="*/ 219903 w 229038"/>
                  <a:gd name="connsiteY0" fmla="*/ 91584 h 211657"/>
                  <a:gd name="connsiteX1" fmla="*/ 109722 w 229038"/>
                  <a:gd name="connsiteY1" fmla="*/ 5933 h 211657"/>
                  <a:gd name="connsiteX2" fmla="*/ 72584 w 229038"/>
                  <a:gd name="connsiteY2" fmla="*/ 6481 h 211657"/>
                  <a:gd name="connsiteX3" fmla="*/ 3309 w 229038"/>
                  <a:gd name="connsiteY3" fmla="*/ 101828 h 211657"/>
                  <a:gd name="connsiteX4" fmla="*/ 13039 w 229038"/>
                  <a:gd name="connsiteY4" fmla="*/ 137184 h 211657"/>
                  <a:gd name="connsiteX5" fmla="*/ 118287 w 229038"/>
                  <a:gd name="connsiteY5" fmla="*/ 206150 h 211657"/>
                  <a:gd name="connsiteX6" fmla="*/ 156658 w 229038"/>
                  <a:gd name="connsiteY6" fmla="*/ 202382 h 211657"/>
                  <a:gd name="connsiteX7" fmla="*/ 224666 w 229038"/>
                  <a:gd name="connsiteY7" fmla="*/ 120671 h 211657"/>
                  <a:gd name="connsiteX8" fmla="*/ 219903 w 229038"/>
                  <a:gd name="connsiteY8" fmla="*/ 91584 h 211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038" h="211657">
                    <a:moveTo>
                      <a:pt x="219903" y="91584"/>
                    </a:moveTo>
                    <a:cubicBezTo>
                      <a:pt x="193625" y="71267"/>
                      <a:pt x="137678" y="25187"/>
                      <a:pt x="109722" y="5933"/>
                    </a:cubicBezTo>
                    <a:cubicBezTo>
                      <a:pt x="97799" y="-2290"/>
                      <a:pt x="82314" y="-2050"/>
                      <a:pt x="72584" y="6481"/>
                    </a:cubicBezTo>
                    <a:cubicBezTo>
                      <a:pt x="53569" y="23063"/>
                      <a:pt x="27291" y="63936"/>
                      <a:pt x="3309" y="101828"/>
                    </a:cubicBezTo>
                    <a:cubicBezTo>
                      <a:pt x="-3851" y="113168"/>
                      <a:pt x="431" y="128927"/>
                      <a:pt x="13039" y="137184"/>
                    </a:cubicBezTo>
                    <a:lnTo>
                      <a:pt x="118287" y="206150"/>
                    </a:lnTo>
                    <a:cubicBezTo>
                      <a:pt x="131272" y="214647"/>
                      <a:pt x="147819" y="213002"/>
                      <a:pt x="156658" y="202382"/>
                    </a:cubicBezTo>
                    <a:lnTo>
                      <a:pt x="224666" y="120671"/>
                    </a:lnTo>
                    <a:cubicBezTo>
                      <a:pt x="231826" y="112208"/>
                      <a:pt x="229633" y="99190"/>
                      <a:pt x="219903" y="915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9D3A15C-3943-1B25-FA72-46FCD05F9151}"/>
                  </a:ext>
                </a:extLst>
              </p:cNvPr>
              <p:cNvSpPr/>
              <p:nvPr/>
            </p:nvSpPr>
            <p:spPr>
              <a:xfrm>
                <a:off x="7519706" y="3045681"/>
                <a:ext cx="731107" cy="494506"/>
              </a:xfrm>
              <a:custGeom>
                <a:avLst/>
                <a:gdLst>
                  <a:gd name="connsiteX0" fmla="*/ 726011 w 731107"/>
                  <a:gd name="connsiteY0" fmla="*/ 438144 h 494506"/>
                  <a:gd name="connsiteX1" fmla="*/ 729849 w 731107"/>
                  <a:gd name="connsiteY1" fmla="*/ 450752 h 494506"/>
                  <a:gd name="connsiteX2" fmla="*/ 727245 w 731107"/>
                  <a:gd name="connsiteY2" fmla="*/ 453801 h 494506"/>
                  <a:gd name="connsiteX3" fmla="*/ 685790 w 731107"/>
                  <a:gd name="connsiteY3" fmla="*/ 490459 h 494506"/>
                  <a:gd name="connsiteX4" fmla="*/ 665234 w 731107"/>
                  <a:gd name="connsiteY4" fmla="*/ 491830 h 494506"/>
                  <a:gd name="connsiteX5" fmla="*/ 5585 w 731107"/>
                  <a:gd name="connsiteY5" fmla="*/ 50454 h 494506"/>
                  <a:gd name="connsiteX6" fmla="*/ 1953 w 731107"/>
                  <a:gd name="connsiteY6" fmla="*/ 32799 h 494506"/>
                  <a:gd name="connsiteX7" fmla="*/ 2159 w 731107"/>
                  <a:gd name="connsiteY7" fmla="*/ 32501 h 494506"/>
                  <a:gd name="connsiteX8" fmla="*/ 20933 w 731107"/>
                  <a:gd name="connsiteY8" fmla="*/ 5744 h 494506"/>
                  <a:gd name="connsiteX9" fmla="*/ 39468 w 731107"/>
                  <a:gd name="connsiteY9" fmla="*/ 2044 h 49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1107" h="494506">
                    <a:moveTo>
                      <a:pt x="726011" y="438144"/>
                    </a:moveTo>
                    <a:cubicBezTo>
                      <a:pt x="730568" y="440566"/>
                      <a:pt x="732281" y="446209"/>
                      <a:pt x="729849" y="450752"/>
                    </a:cubicBezTo>
                    <a:cubicBezTo>
                      <a:pt x="729198" y="451944"/>
                      <a:pt x="728307" y="452985"/>
                      <a:pt x="727245" y="453801"/>
                    </a:cubicBezTo>
                    <a:lnTo>
                      <a:pt x="685790" y="490459"/>
                    </a:lnTo>
                    <a:cubicBezTo>
                      <a:pt x="679897" y="495194"/>
                      <a:pt x="671709" y="495742"/>
                      <a:pt x="665234" y="491830"/>
                    </a:cubicBezTo>
                    <a:lnTo>
                      <a:pt x="5585" y="50454"/>
                    </a:lnTo>
                    <a:cubicBezTo>
                      <a:pt x="-308" y="46579"/>
                      <a:pt x="-1918" y="38675"/>
                      <a:pt x="1953" y="32799"/>
                    </a:cubicBezTo>
                    <a:cubicBezTo>
                      <a:pt x="2022" y="32700"/>
                      <a:pt x="2090" y="32601"/>
                      <a:pt x="2159" y="32501"/>
                    </a:cubicBezTo>
                    <a:lnTo>
                      <a:pt x="20933" y="5744"/>
                    </a:lnTo>
                    <a:cubicBezTo>
                      <a:pt x="25148" y="-235"/>
                      <a:pt x="33302" y="-1862"/>
                      <a:pt x="39468" y="20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292BA36C-686B-86BB-D3EF-B8E685DB2C4A}"/>
                  </a:ext>
                </a:extLst>
              </p:cNvPr>
              <p:cNvSpPr/>
              <p:nvPr/>
            </p:nvSpPr>
            <p:spPr>
              <a:xfrm>
                <a:off x="8364107" y="3447403"/>
                <a:ext cx="143531" cy="255962"/>
              </a:xfrm>
              <a:custGeom>
                <a:avLst/>
                <a:gdLst>
                  <a:gd name="connsiteX0" fmla="*/ 140858 w 143531"/>
                  <a:gd name="connsiteY0" fmla="*/ 185660 h 255962"/>
                  <a:gd name="connsiteX1" fmla="*/ 108447 w 143531"/>
                  <a:gd name="connsiteY1" fmla="*/ 174464 h 255962"/>
                  <a:gd name="connsiteX2" fmla="*/ 108036 w 143531"/>
                  <a:gd name="connsiteY2" fmla="*/ 174662 h 255962"/>
                  <a:gd name="connsiteX3" fmla="*/ 51198 w 143531"/>
                  <a:gd name="connsiteY3" fmla="*/ 203749 h 255962"/>
                  <a:gd name="connsiteX4" fmla="*/ 40749 w 143531"/>
                  <a:gd name="connsiteY4" fmla="*/ 200358 h 255962"/>
                  <a:gd name="connsiteX5" fmla="*/ 39995 w 143531"/>
                  <a:gd name="connsiteY5" fmla="*/ 195527 h 255962"/>
                  <a:gd name="connsiteX6" fmla="*/ 71378 w 143531"/>
                  <a:gd name="connsiteY6" fmla="*/ 9904 h 255962"/>
                  <a:gd name="connsiteX7" fmla="*/ 64183 w 143531"/>
                  <a:gd name="connsiteY7" fmla="*/ 27 h 255962"/>
                  <a:gd name="connsiteX8" fmla="*/ 55618 w 143531"/>
                  <a:gd name="connsiteY8" fmla="*/ 3840 h 255962"/>
                  <a:gd name="connsiteX9" fmla="*/ 6420 w 143531"/>
                  <a:gd name="connsiteY9" fmla="*/ 254831 h 255962"/>
                  <a:gd name="connsiteX10" fmla="*/ 131299 w 143531"/>
                  <a:gd name="connsiteY10" fmla="*/ 218310 h 255962"/>
                  <a:gd name="connsiteX11" fmla="*/ 140858 w 143531"/>
                  <a:gd name="connsiteY11" fmla="*/ 185660 h 255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531" h="255962">
                    <a:moveTo>
                      <a:pt x="140858" y="185660"/>
                    </a:moveTo>
                    <a:cubicBezTo>
                      <a:pt x="134999" y="173614"/>
                      <a:pt x="120473" y="168602"/>
                      <a:pt x="108447" y="174464"/>
                    </a:cubicBezTo>
                    <a:cubicBezTo>
                      <a:pt x="108311" y="174529"/>
                      <a:pt x="108173" y="174594"/>
                      <a:pt x="108036" y="174662"/>
                    </a:cubicBezTo>
                    <a:lnTo>
                      <a:pt x="51198" y="203749"/>
                    </a:lnTo>
                    <a:cubicBezTo>
                      <a:pt x="47361" y="205702"/>
                      <a:pt x="42702" y="204181"/>
                      <a:pt x="40749" y="200358"/>
                    </a:cubicBezTo>
                    <a:cubicBezTo>
                      <a:pt x="39961" y="198867"/>
                      <a:pt x="39721" y="197175"/>
                      <a:pt x="39995" y="195527"/>
                    </a:cubicBezTo>
                    <a:lnTo>
                      <a:pt x="71378" y="9904"/>
                    </a:lnTo>
                    <a:cubicBezTo>
                      <a:pt x="72131" y="5193"/>
                      <a:pt x="68911" y="774"/>
                      <a:pt x="64183" y="27"/>
                    </a:cubicBezTo>
                    <a:cubicBezTo>
                      <a:pt x="60826" y="-504"/>
                      <a:pt x="57468" y="990"/>
                      <a:pt x="55618" y="3840"/>
                    </a:cubicBezTo>
                    <a:cubicBezTo>
                      <a:pt x="27045" y="47933"/>
                      <a:pt x="-16877" y="138689"/>
                      <a:pt x="6420" y="254831"/>
                    </a:cubicBezTo>
                    <a:cubicBezTo>
                      <a:pt x="6420" y="254831"/>
                      <a:pt x="54864" y="265589"/>
                      <a:pt x="131299" y="218310"/>
                    </a:cubicBezTo>
                    <a:cubicBezTo>
                      <a:pt x="142365" y="211475"/>
                      <a:pt x="146511" y="197387"/>
                      <a:pt x="140858" y="1856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0A846B3-5E2C-5446-7F9F-4B91857AE528}"/>
                  </a:ext>
                </a:extLst>
              </p:cNvPr>
              <p:cNvSpPr/>
              <p:nvPr/>
            </p:nvSpPr>
            <p:spPr>
              <a:xfrm>
                <a:off x="8097745" y="3769736"/>
                <a:ext cx="299561" cy="277830"/>
              </a:xfrm>
              <a:custGeom>
                <a:avLst/>
                <a:gdLst>
                  <a:gd name="connsiteX0" fmla="*/ 5106 w 299561"/>
                  <a:gd name="connsiteY0" fmla="*/ 130318 h 277830"/>
                  <a:gd name="connsiteX1" fmla="*/ 92984 w 299561"/>
                  <a:gd name="connsiteY1" fmla="*/ 9619 h 277830"/>
                  <a:gd name="connsiteX2" fmla="*/ 147321 w 299561"/>
                  <a:gd name="connsiteY2" fmla="*/ 8454 h 277830"/>
                  <a:gd name="connsiteX3" fmla="*/ 244826 w 299561"/>
                  <a:gd name="connsiteY3" fmla="*/ 83827 h 277830"/>
                  <a:gd name="connsiteX4" fmla="*/ 285493 w 299561"/>
                  <a:gd name="connsiteY4" fmla="*/ 116031 h 277830"/>
                  <a:gd name="connsiteX5" fmla="*/ 299197 w 299561"/>
                  <a:gd name="connsiteY5" fmla="*/ 139602 h 277830"/>
                  <a:gd name="connsiteX6" fmla="*/ 292722 w 299561"/>
                  <a:gd name="connsiteY6" fmla="*/ 161632 h 277830"/>
                  <a:gd name="connsiteX7" fmla="*/ 207653 w 299561"/>
                  <a:gd name="connsiteY7" fmla="*/ 263899 h 277830"/>
                  <a:gd name="connsiteX8" fmla="*/ 151158 w 299561"/>
                  <a:gd name="connsiteY8" fmla="*/ 269895 h 277830"/>
                  <a:gd name="connsiteX9" fmla="*/ 19256 w 299561"/>
                  <a:gd name="connsiteY9" fmla="*/ 183490 h 277830"/>
                  <a:gd name="connsiteX10" fmla="*/ 18913 w 299561"/>
                  <a:gd name="connsiteY10" fmla="*/ 183250 h 277830"/>
                  <a:gd name="connsiteX11" fmla="*/ 5106 w 299561"/>
                  <a:gd name="connsiteY11" fmla="*/ 130318 h 277830"/>
                  <a:gd name="connsiteX12" fmla="*/ 277647 w 299561"/>
                  <a:gd name="connsiteY12" fmla="*/ 126138 h 277830"/>
                  <a:gd name="connsiteX13" fmla="*/ 236809 w 299561"/>
                  <a:gd name="connsiteY13" fmla="*/ 93762 h 277830"/>
                  <a:gd name="connsiteX14" fmla="*/ 140024 w 299561"/>
                  <a:gd name="connsiteY14" fmla="*/ 19040 h 277830"/>
                  <a:gd name="connsiteX15" fmla="*/ 101446 w 299561"/>
                  <a:gd name="connsiteY15" fmla="*/ 19314 h 277830"/>
                  <a:gd name="connsiteX16" fmla="*/ 15796 w 299561"/>
                  <a:gd name="connsiteY16" fmla="*/ 137204 h 277830"/>
                  <a:gd name="connsiteX17" fmla="*/ 26074 w 299561"/>
                  <a:gd name="connsiteY17" fmla="*/ 172629 h 277830"/>
                  <a:gd name="connsiteX18" fmla="*/ 157976 w 299561"/>
                  <a:gd name="connsiteY18" fmla="*/ 259034 h 277830"/>
                  <a:gd name="connsiteX19" fmla="*/ 197512 w 299561"/>
                  <a:gd name="connsiteY19" fmla="*/ 255608 h 277830"/>
                  <a:gd name="connsiteX20" fmla="*/ 282581 w 299561"/>
                  <a:gd name="connsiteY20" fmla="*/ 153341 h 277830"/>
                  <a:gd name="connsiteX21" fmla="*/ 286007 w 299561"/>
                  <a:gd name="connsiteY21" fmla="*/ 140939 h 277830"/>
                  <a:gd name="connsiteX22" fmla="*/ 277647 w 299561"/>
                  <a:gd name="connsiteY22" fmla="*/ 126138 h 277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99561" h="277830">
                    <a:moveTo>
                      <a:pt x="5106" y="130318"/>
                    </a:moveTo>
                    <a:cubicBezTo>
                      <a:pt x="37859" y="78516"/>
                      <a:pt x="69242" y="30312"/>
                      <a:pt x="92984" y="9619"/>
                    </a:cubicBezTo>
                    <a:cubicBezTo>
                      <a:pt x="107544" y="-3058"/>
                      <a:pt x="130122" y="-3160"/>
                      <a:pt x="147321" y="8454"/>
                    </a:cubicBezTo>
                    <a:cubicBezTo>
                      <a:pt x="171303" y="25001"/>
                      <a:pt x="212141" y="57549"/>
                      <a:pt x="244826" y="83827"/>
                    </a:cubicBezTo>
                    <a:cubicBezTo>
                      <a:pt x="260620" y="96434"/>
                      <a:pt x="274975" y="107809"/>
                      <a:pt x="285493" y="116031"/>
                    </a:cubicBezTo>
                    <a:cubicBezTo>
                      <a:pt x="293064" y="121715"/>
                      <a:pt x="297998" y="130218"/>
                      <a:pt x="299197" y="139602"/>
                    </a:cubicBezTo>
                    <a:cubicBezTo>
                      <a:pt x="300156" y="147523"/>
                      <a:pt x="297826" y="155489"/>
                      <a:pt x="292722" y="161632"/>
                    </a:cubicBezTo>
                    <a:lnTo>
                      <a:pt x="207653" y="263899"/>
                    </a:lnTo>
                    <a:cubicBezTo>
                      <a:pt x="194463" y="279762"/>
                      <a:pt x="170172" y="282331"/>
                      <a:pt x="151158" y="269895"/>
                    </a:cubicBezTo>
                    <a:lnTo>
                      <a:pt x="19256" y="183490"/>
                    </a:lnTo>
                    <a:lnTo>
                      <a:pt x="18913" y="183250"/>
                    </a:lnTo>
                    <a:cubicBezTo>
                      <a:pt x="652" y="170916"/>
                      <a:pt x="-5652" y="147311"/>
                      <a:pt x="5106" y="130318"/>
                    </a:cubicBezTo>
                    <a:close/>
                    <a:moveTo>
                      <a:pt x="277647" y="126138"/>
                    </a:moveTo>
                    <a:cubicBezTo>
                      <a:pt x="267061" y="117950"/>
                      <a:pt x="252637" y="106438"/>
                      <a:pt x="236809" y="93762"/>
                    </a:cubicBezTo>
                    <a:cubicBezTo>
                      <a:pt x="204262" y="67724"/>
                      <a:pt x="163766" y="35348"/>
                      <a:pt x="140024" y="19040"/>
                    </a:cubicBezTo>
                    <a:cubicBezTo>
                      <a:pt x="127861" y="10646"/>
                      <a:pt x="111382" y="10646"/>
                      <a:pt x="101446" y="19314"/>
                    </a:cubicBezTo>
                    <a:cubicBezTo>
                      <a:pt x="79006" y="38877"/>
                      <a:pt x="48206" y="86225"/>
                      <a:pt x="15796" y="137204"/>
                    </a:cubicBezTo>
                    <a:cubicBezTo>
                      <a:pt x="8738" y="148373"/>
                      <a:pt x="13842" y="164133"/>
                      <a:pt x="26074" y="172629"/>
                    </a:cubicBezTo>
                    <a:lnTo>
                      <a:pt x="157976" y="259034"/>
                    </a:lnTo>
                    <a:cubicBezTo>
                      <a:pt x="171680" y="267873"/>
                      <a:pt x="188502" y="266400"/>
                      <a:pt x="197512" y="255608"/>
                    </a:cubicBezTo>
                    <a:lnTo>
                      <a:pt x="282581" y="153341"/>
                    </a:lnTo>
                    <a:cubicBezTo>
                      <a:pt x="285390" y="149850"/>
                      <a:pt x="286623" y="145369"/>
                      <a:pt x="286007" y="140939"/>
                    </a:cubicBezTo>
                    <a:cubicBezTo>
                      <a:pt x="285321" y="135087"/>
                      <a:pt x="282306" y="129756"/>
                      <a:pt x="277647" y="1261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8D56A6D-155D-E044-BE57-7EE2A3648FD7}"/>
                  </a:ext>
                </a:extLst>
              </p:cNvPr>
              <p:cNvSpPr/>
              <p:nvPr/>
            </p:nvSpPr>
            <p:spPr>
              <a:xfrm>
                <a:off x="8134018" y="3805900"/>
                <a:ext cx="229060" cy="211657"/>
              </a:xfrm>
              <a:custGeom>
                <a:avLst/>
                <a:gdLst>
                  <a:gd name="connsiteX0" fmla="*/ 219892 w 229060"/>
                  <a:gd name="connsiteY0" fmla="*/ 91584 h 211657"/>
                  <a:gd name="connsiteX1" fmla="*/ 109711 w 229060"/>
                  <a:gd name="connsiteY1" fmla="*/ 5933 h 211657"/>
                  <a:gd name="connsiteX2" fmla="*/ 72573 w 229060"/>
                  <a:gd name="connsiteY2" fmla="*/ 6481 h 211657"/>
                  <a:gd name="connsiteX3" fmla="*/ 3333 w 229060"/>
                  <a:gd name="connsiteY3" fmla="*/ 101828 h 211657"/>
                  <a:gd name="connsiteX4" fmla="*/ 13028 w 229060"/>
                  <a:gd name="connsiteY4" fmla="*/ 137184 h 211657"/>
                  <a:gd name="connsiteX5" fmla="*/ 118551 w 229060"/>
                  <a:gd name="connsiteY5" fmla="*/ 206150 h 211657"/>
                  <a:gd name="connsiteX6" fmla="*/ 156956 w 229060"/>
                  <a:gd name="connsiteY6" fmla="*/ 202382 h 211657"/>
                  <a:gd name="connsiteX7" fmla="*/ 224758 w 229060"/>
                  <a:gd name="connsiteY7" fmla="*/ 120671 h 211657"/>
                  <a:gd name="connsiteX8" fmla="*/ 219892 w 229060"/>
                  <a:gd name="connsiteY8" fmla="*/ 91584 h 211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060" h="211657">
                    <a:moveTo>
                      <a:pt x="219892" y="91584"/>
                    </a:moveTo>
                    <a:cubicBezTo>
                      <a:pt x="193615" y="71267"/>
                      <a:pt x="137873" y="25187"/>
                      <a:pt x="109711" y="5933"/>
                    </a:cubicBezTo>
                    <a:cubicBezTo>
                      <a:pt x="97789" y="-2290"/>
                      <a:pt x="82303" y="-2050"/>
                      <a:pt x="72573" y="6481"/>
                    </a:cubicBezTo>
                    <a:cubicBezTo>
                      <a:pt x="53559" y="23063"/>
                      <a:pt x="27281" y="63901"/>
                      <a:pt x="3333" y="101828"/>
                    </a:cubicBezTo>
                    <a:cubicBezTo>
                      <a:pt x="-3862" y="113168"/>
                      <a:pt x="421" y="128927"/>
                      <a:pt x="13028" y="137184"/>
                    </a:cubicBezTo>
                    <a:lnTo>
                      <a:pt x="118551" y="206150"/>
                    </a:lnTo>
                    <a:cubicBezTo>
                      <a:pt x="131535" y="214647"/>
                      <a:pt x="148083" y="213002"/>
                      <a:pt x="156956" y="202382"/>
                    </a:cubicBezTo>
                    <a:lnTo>
                      <a:pt x="224758" y="120671"/>
                    </a:lnTo>
                    <a:cubicBezTo>
                      <a:pt x="231815" y="112208"/>
                      <a:pt x="229657" y="99121"/>
                      <a:pt x="219892" y="915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CB6D676-F1D2-1933-25D3-B44B8F83B7D3}"/>
                  </a:ext>
                </a:extLst>
              </p:cNvPr>
              <p:cNvSpPr/>
              <p:nvPr/>
            </p:nvSpPr>
            <p:spPr>
              <a:xfrm>
                <a:off x="7351556" y="3323738"/>
                <a:ext cx="731381" cy="494353"/>
              </a:xfrm>
              <a:custGeom>
                <a:avLst/>
                <a:gdLst>
                  <a:gd name="connsiteX0" fmla="*/ 726286 w 731381"/>
                  <a:gd name="connsiteY0" fmla="*/ 438007 h 494353"/>
                  <a:gd name="connsiteX1" fmla="*/ 730123 w 731381"/>
                  <a:gd name="connsiteY1" fmla="*/ 450615 h 494353"/>
                  <a:gd name="connsiteX2" fmla="*/ 727519 w 731381"/>
                  <a:gd name="connsiteY2" fmla="*/ 453664 h 494353"/>
                  <a:gd name="connsiteX3" fmla="*/ 686064 w 731381"/>
                  <a:gd name="connsiteY3" fmla="*/ 490322 h 494353"/>
                  <a:gd name="connsiteX4" fmla="*/ 665508 w 731381"/>
                  <a:gd name="connsiteY4" fmla="*/ 491693 h 494353"/>
                  <a:gd name="connsiteX5" fmla="*/ 5585 w 731381"/>
                  <a:gd name="connsiteY5" fmla="*/ 50454 h 494353"/>
                  <a:gd name="connsiteX6" fmla="*/ 1919 w 731381"/>
                  <a:gd name="connsiteY6" fmla="*/ 32858 h 494353"/>
                  <a:gd name="connsiteX7" fmla="*/ 2159 w 731381"/>
                  <a:gd name="connsiteY7" fmla="*/ 32501 h 494353"/>
                  <a:gd name="connsiteX8" fmla="*/ 20899 w 731381"/>
                  <a:gd name="connsiteY8" fmla="*/ 5744 h 494353"/>
                  <a:gd name="connsiteX9" fmla="*/ 39434 w 731381"/>
                  <a:gd name="connsiteY9" fmla="*/ 2044 h 494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1381" h="494353">
                    <a:moveTo>
                      <a:pt x="726286" y="438007"/>
                    </a:moveTo>
                    <a:cubicBezTo>
                      <a:pt x="730842" y="440429"/>
                      <a:pt x="732555" y="446075"/>
                      <a:pt x="730123" y="450615"/>
                    </a:cubicBezTo>
                    <a:cubicBezTo>
                      <a:pt x="729472" y="451807"/>
                      <a:pt x="728581" y="452848"/>
                      <a:pt x="727519" y="453664"/>
                    </a:cubicBezTo>
                    <a:lnTo>
                      <a:pt x="686064" y="490322"/>
                    </a:lnTo>
                    <a:cubicBezTo>
                      <a:pt x="680171" y="495037"/>
                      <a:pt x="671983" y="495585"/>
                      <a:pt x="665508" y="491693"/>
                    </a:cubicBezTo>
                    <a:lnTo>
                      <a:pt x="5585" y="50454"/>
                    </a:lnTo>
                    <a:cubicBezTo>
                      <a:pt x="-273" y="46606"/>
                      <a:pt x="-1918" y="38730"/>
                      <a:pt x="1919" y="32858"/>
                    </a:cubicBezTo>
                    <a:cubicBezTo>
                      <a:pt x="1987" y="32738"/>
                      <a:pt x="2090" y="32618"/>
                      <a:pt x="2159" y="32501"/>
                    </a:cubicBezTo>
                    <a:lnTo>
                      <a:pt x="20899" y="5744"/>
                    </a:lnTo>
                    <a:cubicBezTo>
                      <a:pt x="25113" y="-234"/>
                      <a:pt x="33267" y="-1862"/>
                      <a:pt x="39434" y="20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53FDF6E-16D5-245A-8141-B0FBC361BFD9}"/>
                  </a:ext>
                </a:extLst>
              </p:cNvPr>
              <p:cNvSpPr/>
              <p:nvPr/>
            </p:nvSpPr>
            <p:spPr>
              <a:xfrm>
                <a:off x="8195991" y="3725288"/>
                <a:ext cx="143481" cy="255936"/>
              </a:xfrm>
              <a:custGeom>
                <a:avLst/>
                <a:gdLst>
                  <a:gd name="connsiteX0" fmla="*/ 140824 w 143481"/>
                  <a:gd name="connsiteY0" fmla="*/ 185694 h 255936"/>
                  <a:gd name="connsiteX1" fmla="*/ 108448 w 143481"/>
                  <a:gd name="connsiteY1" fmla="*/ 174491 h 255936"/>
                  <a:gd name="connsiteX2" fmla="*/ 108037 w 143481"/>
                  <a:gd name="connsiteY2" fmla="*/ 174697 h 255936"/>
                  <a:gd name="connsiteX3" fmla="*/ 51165 w 143481"/>
                  <a:gd name="connsiteY3" fmla="*/ 203749 h 255936"/>
                  <a:gd name="connsiteX4" fmla="*/ 40749 w 143481"/>
                  <a:gd name="connsiteY4" fmla="*/ 200405 h 255936"/>
                  <a:gd name="connsiteX5" fmla="*/ 39996 w 143481"/>
                  <a:gd name="connsiteY5" fmla="*/ 195527 h 255936"/>
                  <a:gd name="connsiteX6" fmla="*/ 71344 w 143481"/>
                  <a:gd name="connsiteY6" fmla="*/ 9904 h 255936"/>
                  <a:gd name="connsiteX7" fmla="*/ 64149 w 143481"/>
                  <a:gd name="connsiteY7" fmla="*/ 27 h 255936"/>
                  <a:gd name="connsiteX8" fmla="*/ 55584 w 143481"/>
                  <a:gd name="connsiteY8" fmla="*/ 3840 h 255936"/>
                  <a:gd name="connsiteX9" fmla="*/ 6420 w 143481"/>
                  <a:gd name="connsiteY9" fmla="*/ 254797 h 255936"/>
                  <a:gd name="connsiteX10" fmla="*/ 131265 w 143481"/>
                  <a:gd name="connsiteY10" fmla="*/ 218310 h 255936"/>
                  <a:gd name="connsiteX11" fmla="*/ 140824 w 143481"/>
                  <a:gd name="connsiteY11" fmla="*/ 185694 h 255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481" h="255936">
                    <a:moveTo>
                      <a:pt x="140824" y="185694"/>
                    </a:moveTo>
                    <a:cubicBezTo>
                      <a:pt x="134965" y="173662"/>
                      <a:pt x="120473" y="168646"/>
                      <a:pt x="108448" y="174491"/>
                    </a:cubicBezTo>
                    <a:cubicBezTo>
                      <a:pt x="108311" y="174556"/>
                      <a:pt x="108174" y="174625"/>
                      <a:pt x="108037" y="174697"/>
                    </a:cubicBezTo>
                    <a:lnTo>
                      <a:pt x="51165" y="203749"/>
                    </a:lnTo>
                    <a:cubicBezTo>
                      <a:pt x="47362" y="205706"/>
                      <a:pt x="42702" y="204209"/>
                      <a:pt x="40749" y="200405"/>
                    </a:cubicBezTo>
                    <a:cubicBezTo>
                      <a:pt x="39961" y="198905"/>
                      <a:pt x="39687" y="197192"/>
                      <a:pt x="39996" y="195527"/>
                    </a:cubicBezTo>
                    <a:lnTo>
                      <a:pt x="71344" y="9904"/>
                    </a:lnTo>
                    <a:cubicBezTo>
                      <a:pt x="72098" y="5194"/>
                      <a:pt x="68877" y="774"/>
                      <a:pt x="64149" y="27"/>
                    </a:cubicBezTo>
                    <a:cubicBezTo>
                      <a:pt x="60792" y="-504"/>
                      <a:pt x="57434" y="990"/>
                      <a:pt x="55584" y="3840"/>
                    </a:cubicBezTo>
                    <a:cubicBezTo>
                      <a:pt x="27045" y="47933"/>
                      <a:pt x="-16876" y="138689"/>
                      <a:pt x="6420" y="254797"/>
                    </a:cubicBezTo>
                    <a:cubicBezTo>
                      <a:pt x="6420" y="254797"/>
                      <a:pt x="54865" y="265589"/>
                      <a:pt x="131265" y="218310"/>
                    </a:cubicBezTo>
                    <a:cubicBezTo>
                      <a:pt x="142331" y="211489"/>
                      <a:pt x="146442" y="197411"/>
                      <a:pt x="140824" y="18569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530156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8E975F4-9C16-D716-293E-753FBC14523A}"/>
                  </a:ext>
                </a:extLst>
              </p:cNvPr>
              <p:cNvSpPr/>
              <p:nvPr/>
            </p:nvSpPr>
            <p:spPr>
              <a:xfrm>
                <a:off x="7926566" y="4057805"/>
                <a:ext cx="299610" cy="277890"/>
              </a:xfrm>
              <a:custGeom>
                <a:avLst/>
                <a:gdLst>
                  <a:gd name="connsiteX0" fmla="*/ 5120 w 299610"/>
                  <a:gd name="connsiteY0" fmla="*/ 130344 h 277890"/>
                  <a:gd name="connsiteX1" fmla="*/ 93032 w 299610"/>
                  <a:gd name="connsiteY1" fmla="*/ 9645 h 277890"/>
                  <a:gd name="connsiteX2" fmla="*/ 147335 w 299610"/>
                  <a:gd name="connsiteY2" fmla="*/ 8480 h 277890"/>
                  <a:gd name="connsiteX3" fmla="*/ 244806 w 299610"/>
                  <a:gd name="connsiteY3" fmla="*/ 83853 h 277890"/>
                  <a:gd name="connsiteX4" fmla="*/ 285541 w 299610"/>
                  <a:gd name="connsiteY4" fmla="*/ 116126 h 277890"/>
                  <a:gd name="connsiteX5" fmla="*/ 299245 w 299610"/>
                  <a:gd name="connsiteY5" fmla="*/ 139663 h 277890"/>
                  <a:gd name="connsiteX6" fmla="*/ 292770 w 299610"/>
                  <a:gd name="connsiteY6" fmla="*/ 161727 h 277890"/>
                  <a:gd name="connsiteX7" fmla="*/ 207701 w 299610"/>
                  <a:gd name="connsiteY7" fmla="*/ 263959 h 277890"/>
                  <a:gd name="connsiteX8" fmla="*/ 151206 w 299610"/>
                  <a:gd name="connsiteY8" fmla="*/ 269955 h 277890"/>
                  <a:gd name="connsiteX9" fmla="*/ 19338 w 299610"/>
                  <a:gd name="connsiteY9" fmla="*/ 183551 h 277890"/>
                  <a:gd name="connsiteX10" fmla="*/ 18961 w 299610"/>
                  <a:gd name="connsiteY10" fmla="*/ 183311 h 277890"/>
                  <a:gd name="connsiteX11" fmla="*/ 5120 w 299610"/>
                  <a:gd name="connsiteY11" fmla="*/ 130344 h 277890"/>
                  <a:gd name="connsiteX12" fmla="*/ 277661 w 299610"/>
                  <a:gd name="connsiteY12" fmla="*/ 126164 h 277890"/>
                  <a:gd name="connsiteX13" fmla="*/ 236788 w 299610"/>
                  <a:gd name="connsiteY13" fmla="*/ 93754 h 277890"/>
                  <a:gd name="connsiteX14" fmla="*/ 140072 w 299610"/>
                  <a:gd name="connsiteY14" fmla="*/ 19101 h 277890"/>
                  <a:gd name="connsiteX15" fmla="*/ 101460 w 299610"/>
                  <a:gd name="connsiteY15" fmla="*/ 19341 h 277890"/>
                  <a:gd name="connsiteX16" fmla="*/ 16015 w 299610"/>
                  <a:gd name="connsiteY16" fmla="*/ 137230 h 277890"/>
                  <a:gd name="connsiteX17" fmla="*/ 25985 w 299610"/>
                  <a:gd name="connsiteY17" fmla="*/ 172484 h 277890"/>
                  <a:gd name="connsiteX18" fmla="*/ 26225 w 299610"/>
                  <a:gd name="connsiteY18" fmla="*/ 172656 h 277890"/>
                  <a:gd name="connsiteX19" fmla="*/ 158127 w 299610"/>
                  <a:gd name="connsiteY19" fmla="*/ 259060 h 277890"/>
                  <a:gd name="connsiteX20" fmla="*/ 197698 w 299610"/>
                  <a:gd name="connsiteY20" fmla="*/ 255634 h 277890"/>
                  <a:gd name="connsiteX21" fmla="*/ 282766 w 299610"/>
                  <a:gd name="connsiteY21" fmla="*/ 153367 h 277890"/>
                  <a:gd name="connsiteX22" fmla="*/ 286192 w 299610"/>
                  <a:gd name="connsiteY22" fmla="*/ 140999 h 277890"/>
                  <a:gd name="connsiteX23" fmla="*/ 277661 w 299610"/>
                  <a:gd name="connsiteY23" fmla="*/ 126164 h 277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99610" h="277890">
                    <a:moveTo>
                      <a:pt x="5120" y="130344"/>
                    </a:moveTo>
                    <a:cubicBezTo>
                      <a:pt x="37873" y="78577"/>
                      <a:pt x="69256" y="30338"/>
                      <a:pt x="93032" y="9645"/>
                    </a:cubicBezTo>
                    <a:cubicBezTo>
                      <a:pt x="107559" y="-3031"/>
                      <a:pt x="129382" y="-3203"/>
                      <a:pt x="147335" y="8480"/>
                    </a:cubicBezTo>
                    <a:cubicBezTo>
                      <a:pt x="171317" y="25028"/>
                      <a:pt x="210408" y="56205"/>
                      <a:pt x="244806" y="83853"/>
                    </a:cubicBezTo>
                    <a:cubicBezTo>
                      <a:pt x="260634" y="96495"/>
                      <a:pt x="274989" y="107835"/>
                      <a:pt x="285541" y="116126"/>
                    </a:cubicBezTo>
                    <a:cubicBezTo>
                      <a:pt x="293113" y="121800"/>
                      <a:pt x="298046" y="130289"/>
                      <a:pt x="299245" y="139663"/>
                    </a:cubicBezTo>
                    <a:cubicBezTo>
                      <a:pt x="300204" y="147594"/>
                      <a:pt x="297875" y="155570"/>
                      <a:pt x="292770" y="161727"/>
                    </a:cubicBezTo>
                    <a:lnTo>
                      <a:pt x="207701" y="263959"/>
                    </a:lnTo>
                    <a:cubicBezTo>
                      <a:pt x="194511" y="279822"/>
                      <a:pt x="170221" y="282392"/>
                      <a:pt x="151206" y="269955"/>
                    </a:cubicBezTo>
                    <a:lnTo>
                      <a:pt x="19338" y="183551"/>
                    </a:lnTo>
                    <a:lnTo>
                      <a:pt x="18961" y="183311"/>
                    </a:lnTo>
                    <a:cubicBezTo>
                      <a:pt x="529" y="170943"/>
                      <a:pt x="-5603" y="147337"/>
                      <a:pt x="5120" y="130344"/>
                    </a:cubicBezTo>
                    <a:close/>
                    <a:moveTo>
                      <a:pt x="277661" y="126164"/>
                    </a:moveTo>
                    <a:cubicBezTo>
                      <a:pt x="267075" y="117976"/>
                      <a:pt x="252651" y="106465"/>
                      <a:pt x="236788" y="93754"/>
                    </a:cubicBezTo>
                    <a:cubicBezTo>
                      <a:pt x="204241" y="67750"/>
                      <a:pt x="163780" y="35512"/>
                      <a:pt x="140072" y="19101"/>
                    </a:cubicBezTo>
                    <a:cubicBezTo>
                      <a:pt x="127807" y="10844"/>
                      <a:pt x="111430" y="10673"/>
                      <a:pt x="101460" y="19341"/>
                    </a:cubicBezTo>
                    <a:cubicBezTo>
                      <a:pt x="79020" y="38903"/>
                      <a:pt x="48220" y="86285"/>
                      <a:pt x="16015" y="137230"/>
                    </a:cubicBezTo>
                    <a:cubicBezTo>
                      <a:pt x="8957" y="148365"/>
                      <a:pt x="13445" y="164091"/>
                      <a:pt x="25985" y="172484"/>
                    </a:cubicBezTo>
                    <a:lnTo>
                      <a:pt x="26225" y="172656"/>
                    </a:lnTo>
                    <a:lnTo>
                      <a:pt x="158127" y="259060"/>
                    </a:lnTo>
                    <a:cubicBezTo>
                      <a:pt x="171831" y="267934"/>
                      <a:pt x="188687" y="266426"/>
                      <a:pt x="197698" y="255634"/>
                    </a:cubicBezTo>
                    <a:lnTo>
                      <a:pt x="282766" y="153367"/>
                    </a:lnTo>
                    <a:cubicBezTo>
                      <a:pt x="285541" y="149886"/>
                      <a:pt x="286809" y="145419"/>
                      <a:pt x="286192" y="140999"/>
                    </a:cubicBezTo>
                    <a:cubicBezTo>
                      <a:pt x="285473" y="135103"/>
                      <a:pt x="282389" y="129752"/>
                      <a:pt x="277661" y="1261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AB492C2-0E0B-512E-9BAD-EBABDFE3A583}"/>
                  </a:ext>
                </a:extLst>
              </p:cNvPr>
              <p:cNvSpPr/>
              <p:nvPr/>
            </p:nvSpPr>
            <p:spPr>
              <a:xfrm>
                <a:off x="7962861" y="4094043"/>
                <a:ext cx="229054" cy="211609"/>
              </a:xfrm>
              <a:custGeom>
                <a:avLst/>
                <a:gdLst>
                  <a:gd name="connsiteX0" fmla="*/ 219919 w 229054"/>
                  <a:gd name="connsiteY0" fmla="*/ 91571 h 211609"/>
                  <a:gd name="connsiteX1" fmla="*/ 109704 w 229054"/>
                  <a:gd name="connsiteY1" fmla="*/ 5920 h 211609"/>
                  <a:gd name="connsiteX2" fmla="*/ 72600 w 229054"/>
                  <a:gd name="connsiteY2" fmla="*/ 6468 h 211609"/>
                  <a:gd name="connsiteX3" fmla="*/ 3326 w 229054"/>
                  <a:gd name="connsiteY3" fmla="*/ 101814 h 211609"/>
                  <a:gd name="connsiteX4" fmla="*/ 13021 w 229054"/>
                  <a:gd name="connsiteY4" fmla="*/ 137171 h 211609"/>
                  <a:gd name="connsiteX5" fmla="*/ 118406 w 229054"/>
                  <a:gd name="connsiteY5" fmla="*/ 206103 h 211609"/>
                  <a:gd name="connsiteX6" fmla="*/ 156777 w 229054"/>
                  <a:gd name="connsiteY6" fmla="*/ 202334 h 211609"/>
                  <a:gd name="connsiteX7" fmla="*/ 224750 w 229054"/>
                  <a:gd name="connsiteY7" fmla="*/ 120623 h 211609"/>
                  <a:gd name="connsiteX8" fmla="*/ 219919 w 229054"/>
                  <a:gd name="connsiteY8" fmla="*/ 91571 h 211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054" h="211609">
                    <a:moveTo>
                      <a:pt x="219919" y="91571"/>
                    </a:moveTo>
                    <a:cubicBezTo>
                      <a:pt x="193642" y="71289"/>
                      <a:pt x="137695" y="25174"/>
                      <a:pt x="109704" y="5920"/>
                    </a:cubicBezTo>
                    <a:cubicBezTo>
                      <a:pt x="97781" y="-2268"/>
                      <a:pt x="82295" y="-2063"/>
                      <a:pt x="72600" y="6468"/>
                    </a:cubicBezTo>
                    <a:cubicBezTo>
                      <a:pt x="53551" y="23050"/>
                      <a:pt x="27308" y="63923"/>
                      <a:pt x="3326" y="101814"/>
                    </a:cubicBezTo>
                    <a:cubicBezTo>
                      <a:pt x="-3869" y="113155"/>
                      <a:pt x="447" y="128915"/>
                      <a:pt x="13021" y="137171"/>
                    </a:cubicBezTo>
                    <a:lnTo>
                      <a:pt x="118406" y="206103"/>
                    </a:lnTo>
                    <a:cubicBezTo>
                      <a:pt x="131357" y="214599"/>
                      <a:pt x="147938" y="212955"/>
                      <a:pt x="156777" y="202334"/>
                    </a:cubicBezTo>
                    <a:lnTo>
                      <a:pt x="224750" y="120623"/>
                    </a:lnTo>
                    <a:cubicBezTo>
                      <a:pt x="231808" y="112127"/>
                      <a:pt x="229649" y="99074"/>
                      <a:pt x="219919" y="915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63CBA1A-B2DE-6D9A-45EC-45F039FE92C2}"/>
                  </a:ext>
                </a:extLst>
              </p:cNvPr>
              <p:cNvSpPr/>
              <p:nvPr/>
            </p:nvSpPr>
            <p:spPr>
              <a:xfrm>
                <a:off x="7180391" y="3611817"/>
                <a:ext cx="731244" cy="494392"/>
              </a:xfrm>
              <a:custGeom>
                <a:avLst/>
                <a:gdLst>
                  <a:gd name="connsiteX0" fmla="*/ 726149 w 731244"/>
                  <a:gd name="connsiteY0" fmla="*/ 438057 h 494392"/>
                  <a:gd name="connsiteX1" fmla="*/ 729986 w 731244"/>
                  <a:gd name="connsiteY1" fmla="*/ 450665 h 494392"/>
                  <a:gd name="connsiteX2" fmla="*/ 727382 w 731244"/>
                  <a:gd name="connsiteY2" fmla="*/ 453714 h 494392"/>
                  <a:gd name="connsiteX3" fmla="*/ 685893 w 731244"/>
                  <a:gd name="connsiteY3" fmla="*/ 490338 h 494392"/>
                  <a:gd name="connsiteX4" fmla="*/ 665336 w 731244"/>
                  <a:gd name="connsiteY4" fmla="*/ 491709 h 494392"/>
                  <a:gd name="connsiteX5" fmla="*/ 5585 w 731244"/>
                  <a:gd name="connsiteY5" fmla="*/ 50504 h 494392"/>
                  <a:gd name="connsiteX6" fmla="*/ 1953 w 731244"/>
                  <a:gd name="connsiteY6" fmla="*/ 32798 h 494392"/>
                  <a:gd name="connsiteX7" fmla="*/ 2159 w 731244"/>
                  <a:gd name="connsiteY7" fmla="*/ 32517 h 494392"/>
                  <a:gd name="connsiteX8" fmla="*/ 20899 w 731244"/>
                  <a:gd name="connsiteY8" fmla="*/ 5760 h 494392"/>
                  <a:gd name="connsiteX9" fmla="*/ 39468 w 731244"/>
                  <a:gd name="connsiteY9" fmla="*/ 2060 h 494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1244" h="494392">
                    <a:moveTo>
                      <a:pt x="726149" y="438057"/>
                    </a:moveTo>
                    <a:cubicBezTo>
                      <a:pt x="730705" y="440479"/>
                      <a:pt x="732418" y="446122"/>
                      <a:pt x="729986" y="450665"/>
                    </a:cubicBezTo>
                    <a:cubicBezTo>
                      <a:pt x="729335" y="451857"/>
                      <a:pt x="728444" y="452898"/>
                      <a:pt x="727382" y="453714"/>
                    </a:cubicBezTo>
                    <a:lnTo>
                      <a:pt x="685893" y="490338"/>
                    </a:lnTo>
                    <a:cubicBezTo>
                      <a:pt x="680000" y="495083"/>
                      <a:pt x="671777" y="495631"/>
                      <a:pt x="665336" y="491709"/>
                    </a:cubicBezTo>
                    <a:lnTo>
                      <a:pt x="5585" y="50504"/>
                    </a:lnTo>
                    <a:cubicBezTo>
                      <a:pt x="-308" y="46612"/>
                      <a:pt x="-1918" y="38684"/>
                      <a:pt x="1953" y="32798"/>
                    </a:cubicBezTo>
                    <a:cubicBezTo>
                      <a:pt x="2022" y="32702"/>
                      <a:pt x="2090" y="32610"/>
                      <a:pt x="2159" y="32517"/>
                    </a:cubicBezTo>
                    <a:lnTo>
                      <a:pt x="20899" y="5760"/>
                    </a:lnTo>
                    <a:cubicBezTo>
                      <a:pt x="25113" y="-239"/>
                      <a:pt x="33302" y="-1870"/>
                      <a:pt x="39468" y="206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41FB78A-5B0F-39B2-2CE8-CDE9500E5D56}"/>
                  </a:ext>
                </a:extLst>
              </p:cNvPr>
              <p:cNvSpPr/>
              <p:nvPr/>
            </p:nvSpPr>
            <p:spPr>
              <a:xfrm>
                <a:off x="8024827" y="4013384"/>
                <a:ext cx="143504" cy="255962"/>
              </a:xfrm>
              <a:custGeom>
                <a:avLst/>
                <a:gdLst>
                  <a:gd name="connsiteX0" fmla="*/ 140824 w 143504"/>
                  <a:gd name="connsiteY0" fmla="*/ 185728 h 255962"/>
                  <a:gd name="connsiteX1" fmla="*/ 108516 w 143504"/>
                  <a:gd name="connsiteY1" fmla="*/ 174453 h 255962"/>
                  <a:gd name="connsiteX2" fmla="*/ 108037 w 143504"/>
                  <a:gd name="connsiteY2" fmla="*/ 174696 h 255962"/>
                  <a:gd name="connsiteX3" fmla="*/ 51199 w 143504"/>
                  <a:gd name="connsiteY3" fmla="*/ 203749 h 255962"/>
                  <a:gd name="connsiteX4" fmla="*/ 40749 w 143504"/>
                  <a:gd name="connsiteY4" fmla="*/ 200358 h 255962"/>
                  <a:gd name="connsiteX5" fmla="*/ 39995 w 143504"/>
                  <a:gd name="connsiteY5" fmla="*/ 195527 h 255962"/>
                  <a:gd name="connsiteX6" fmla="*/ 71344 w 143504"/>
                  <a:gd name="connsiteY6" fmla="*/ 9904 h 255962"/>
                  <a:gd name="connsiteX7" fmla="*/ 64149 w 143504"/>
                  <a:gd name="connsiteY7" fmla="*/ 27 h 255962"/>
                  <a:gd name="connsiteX8" fmla="*/ 55584 w 143504"/>
                  <a:gd name="connsiteY8" fmla="*/ 3840 h 255962"/>
                  <a:gd name="connsiteX9" fmla="*/ 6421 w 143504"/>
                  <a:gd name="connsiteY9" fmla="*/ 254831 h 255962"/>
                  <a:gd name="connsiteX10" fmla="*/ 131299 w 143504"/>
                  <a:gd name="connsiteY10" fmla="*/ 218310 h 255962"/>
                  <a:gd name="connsiteX11" fmla="*/ 140824 w 143504"/>
                  <a:gd name="connsiteY11" fmla="*/ 185728 h 255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504" h="255962">
                    <a:moveTo>
                      <a:pt x="140824" y="185728"/>
                    </a:moveTo>
                    <a:cubicBezTo>
                      <a:pt x="135034" y="173696"/>
                      <a:pt x="120576" y="168650"/>
                      <a:pt x="108516" y="174453"/>
                    </a:cubicBezTo>
                    <a:cubicBezTo>
                      <a:pt x="108379" y="174532"/>
                      <a:pt x="108208" y="174614"/>
                      <a:pt x="108037" y="174696"/>
                    </a:cubicBezTo>
                    <a:lnTo>
                      <a:pt x="51199" y="203749"/>
                    </a:lnTo>
                    <a:cubicBezTo>
                      <a:pt x="47362" y="205702"/>
                      <a:pt x="42702" y="204181"/>
                      <a:pt x="40749" y="200358"/>
                    </a:cubicBezTo>
                    <a:cubicBezTo>
                      <a:pt x="39961" y="198867"/>
                      <a:pt x="39722" y="197175"/>
                      <a:pt x="39995" y="195527"/>
                    </a:cubicBezTo>
                    <a:lnTo>
                      <a:pt x="71344" y="9904"/>
                    </a:lnTo>
                    <a:cubicBezTo>
                      <a:pt x="72097" y="5193"/>
                      <a:pt x="68877" y="774"/>
                      <a:pt x="64149" y="27"/>
                    </a:cubicBezTo>
                    <a:cubicBezTo>
                      <a:pt x="60792" y="-504"/>
                      <a:pt x="57434" y="990"/>
                      <a:pt x="55584" y="3840"/>
                    </a:cubicBezTo>
                    <a:cubicBezTo>
                      <a:pt x="27045" y="47967"/>
                      <a:pt x="-16877" y="138689"/>
                      <a:pt x="6421" y="254831"/>
                    </a:cubicBezTo>
                    <a:cubicBezTo>
                      <a:pt x="6421" y="254831"/>
                      <a:pt x="54865" y="265589"/>
                      <a:pt x="131299" y="218310"/>
                    </a:cubicBezTo>
                    <a:cubicBezTo>
                      <a:pt x="142365" y="211492"/>
                      <a:pt x="146477" y="197425"/>
                      <a:pt x="140824" y="1857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561852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2A0DEA2-5F35-B9D4-7E97-46A49FF8914C}"/>
                  </a:ext>
                </a:extLst>
              </p:cNvPr>
              <p:cNvSpPr/>
              <p:nvPr/>
            </p:nvSpPr>
            <p:spPr>
              <a:xfrm>
                <a:off x="8693840" y="2065217"/>
                <a:ext cx="243797" cy="240165"/>
              </a:xfrm>
              <a:custGeom>
                <a:avLst/>
                <a:gdLst>
                  <a:gd name="connsiteX0" fmla="*/ 242 w 243797"/>
                  <a:gd name="connsiteY0" fmla="*/ 168140 h 240165"/>
                  <a:gd name="connsiteX1" fmla="*/ 142593 w 243797"/>
                  <a:gd name="connsiteY1" fmla="*/ 240086 h 240165"/>
                  <a:gd name="connsiteX2" fmla="*/ 231054 w 243797"/>
                  <a:gd name="connsiteY2" fmla="*/ 123396 h 240165"/>
                  <a:gd name="connsiteX3" fmla="*/ 228141 w 243797"/>
                  <a:gd name="connsiteY3" fmla="*/ 45042 h 240165"/>
                  <a:gd name="connsiteX4" fmla="*/ 108230 w 243797"/>
                  <a:gd name="connsiteY4" fmla="*/ 195 h 240165"/>
                  <a:gd name="connsiteX5" fmla="*/ 242 w 243797"/>
                  <a:gd name="connsiteY5" fmla="*/ 168140 h 240165"/>
                  <a:gd name="connsiteX6" fmla="*/ 92745 w 243797"/>
                  <a:gd name="connsiteY6" fmla="*/ 82489 h 240165"/>
                  <a:gd name="connsiteX7" fmla="*/ 147356 w 243797"/>
                  <a:gd name="connsiteY7" fmla="*/ 69792 h 240165"/>
                  <a:gd name="connsiteX8" fmla="*/ 160032 w 243797"/>
                  <a:gd name="connsiteY8" fmla="*/ 124396 h 240165"/>
                  <a:gd name="connsiteX9" fmla="*/ 105455 w 243797"/>
                  <a:gd name="connsiteY9" fmla="*/ 137100 h 240165"/>
                  <a:gd name="connsiteX10" fmla="*/ 92573 w 243797"/>
                  <a:gd name="connsiteY10" fmla="*/ 82544 h 240165"/>
                  <a:gd name="connsiteX11" fmla="*/ 92573 w 243797"/>
                  <a:gd name="connsiteY11" fmla="*/ 82523 h 24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3797" h="240165">
                    <a:moveTo>
                      <a:pt x="242" y="168140"/>
                    </a:moveTo>
                    <a:lnTo>
                      <a:pt x="142593" y="240086"/>
                    </a:lnTo>
                    <a:lnTo>
                      <a:pt x="231054" y="123396"/>
                    </a:lnTo>
                    <a:cubicBezTo>
                      <a:pt x="248869" y="99920"/>
                      <a:pt x="247670" y="67130"/>
                      <a:pt x="228141" y="45042"/>
                    </a:cubicBezTo>
                    <a:cubicBezTo>
                      <a:pt x="206694" y="21060"/>
                      <a:pt x="169693" y="-2922"/>
                      <a:pt x="108230" y="195"/>
                    </a:cubicBezTo>
                    <a:cubicBezTo>
                      <a:pt x="-12606" y="6534"/>
                      <a:pt x="242" y="168140"/>
                      <a:pt x="242" y="168140"/>
                    </a:cubicBezTo>
                    <a:close/>
                    <a:moveTo>
                      <a:pt x="92745" y="82489"/>
                    </a:moveTo>
                    <a:cubicBezTo>
                      <a:pt x="104325" y="63906"/>
                      <a:pt x="128752" y="58222"/>
                      <a:pt x="147356" y="69792"/>
                    </a:cubicBezTo>
                    <a:cubicBezTo>
                      <a:pt x="165925" y="81365"/>
                      <a:pt x="171612" y="105810"/>
                      <a:pt x="160032" y="124396"/>
                    </a:cubicBezTo>
                    <a:cubicBezTo>
                      <a:pt x="148486" y="142972"/>
                      <a:pt x="124024" y="148659"/>
                      <a:pt x="105455" y="137100"/>
                    </a:cubicBezTo>
                    <a:cubicBezTo>
                      <a:pt x="86818" y="125595"/>
                      <a:pt x="81062" y="101171"/>
                      <a:pt x="92573" y="82544"/>
                    </a:cubicBezTo>
                    <a:cubicBezTo>
                      <a:pt x="92573" y="82537"/>
                      <a:pt x="92573" y="82530"/>
                      <a:pt x="92573" y="8252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405746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B0B493E-AEAE-85AD-4994-1D09D8E92F92}"/>
                  </a:ext>
                </a:extLst>
              </p:cNvPr>
              <p:cNvSpPr/>
              <p:nvPr/>
            </p:nvSpPr>
            <p:spPr>
              <a:xfrm>
                <a:off x="8838844" y="2081732"/>
                <a:ext cx="76264" cy="167939"/>
              </a:xfrm>
              <a:custGeom>
                <a:avLst/>
                <a:gdLst>
                  <a:gd name="connsiteX0" fmla="*/ 13830 w 76264"/>
                  <a:gd name="connsiteY0" fmla="*/ 166253 h 167939"/>
                  <a:gd name="connsiteX1" fmla="*/ 12288 w 76264"/>
                  <a:gd name="connsiteY1" fmla="*/ 155317 h 167939"/>
                  <a:gd name="connsiteX2" fmla="*/ 12322 w 76264"/>
                  <a:gd name="connsiteY2" fmla="*/ 155255 h 167939"/>
                  <a:gd name="connsiteX3" fmla="*/ 26403 w 76264"/>
                  <a:gd name="connsiteY3" fmla="*/ 136652 h 167939"/>
                  <a:gd name="connsiteX4" fmla="*/ 37503 w 76264"/>
                  <a:gd name="connsiteY4" fmla="*/ 135854 h 167939"/>
                  <a:gd name="connsiteX5" fmla="*/ 38942 w 76264"/>
                  <a:gd name="connsiteY5" fmla="*/ 146142 h 167939"/>
                  <a:gd name="connsiteX6" fmla="*/ 24861 w 76264"/>
                  <a:gd name="connsiteY6" fmla="*/ 164745 h 167939"/>
                  <a:gd name="connsiteX7" fmla="*/ 16981 w 76264"/>
                  <a:gd name="connsiteY7" fmla="*/ 167692 h 167939"/>
                  <a:gd name="connsiteX8" fmla="*/ 13830 w 76264"/>
                  <a:gd name="connsiteY8" fmla="*/ 166253 h 167939"/>
                  <a:gd name="connsiteX9" fmla="*/ 41443 w 76264"/>
                  <a:gd name="connsiteY9" fmla="*/ 129834 h 167939"/>
                  <a:gd name="connsiteX10" fmla="*/ 39902 w 76264"/>
                  <a:gd name="connsiteY10" fmla="*/ 118847 h 167939"/>
                  <a:gd name="connsiteX11" fmla="*/ 39902 w 76264"/>
                  <a:gd name="connsiteY11" fmla="*/ 118837 h 167939"/>
                  <a:gd name="connsiteX12" fmla="*/ 50591 w 76264"/>
                  <a:gd name="connsiteY12" fmla="*/ 104721 h 167939"/>
                  <a:gd name="connsiteX13" fmla="*/ 48398 w 76264"/>
                  <a:gd name="connsiteY13" fmla="*/ 44937 h 167939"/>
                  <a:gd name="connsiteX14" fmla="*/ 5059 w 76264"/>
                  <a:gd name="connsiteY14" fmla="*/ 15370 h 167939"/>
                  <a:gd name="connsiteX15" fmla="*/ 296 w 76264"/>
                  <a:gd name="connsiteY15" fmla="*/ 5346 h 167939"/>
                  <a:gd name="connsiteX16" fmla="*/ 399 w 76264"/>
                  <a:gd name="connsiteY16" fmla="*/ 5092 h 167939"/>
                  <a:gd name="connsiteX17" fmla="*/ 10677 w 76264"/>
                  <a:gd name="connsiteY17" fmla="*/ 433 h 167939"/>
                  <a:gd name="connsiteX18" fmla="*/ 60355 w 76264"/>
                  <a:gd name="connsiteY18" fmla="*/ 34282 h 167939"/>
                  <a:gd name="connsiteX19" fmla="*/ 63336 w 76264"/>
                  <a:gd name="connsiteY19" fmla="*/ 114040 h 167939"/>
                  <a:gd name="connsiteX20" fmla="*/ 52646 w 76264"/>
                  <a:gd name="connsiteY20" fmla="*/ 128155 h 167939"/>
                  <a:gd name="connsiteX21" fmla="*/ 44732 w 76264"/>
                  <a:gd name="connsiteY21" fmla="*/ 131102 h 167939"/>
                  <a:gd name="connsiteX22" fmla="*/ 41443 w 76264"/>
                  <a:gd name="connsiteY22" fmla="*/ 129834 h 16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64" h="167939">
                    <a:moveTo>
                      <a:pt x="13830" y="166253"/>
                    </a:moveTo>
                    <a:cubicBezTo>
                      <a:pt x="10369" y="163663"/>
                      <a:pt x="9684" y="158764"/>
                      <a:pt x="12288" y="155317"/>
                    </a:cubicBezTo>
                    <a:cubicBezTo>
                      <a:pt x="12288" y="155297"/>
                      <a:pt x="12322" y="155276"/>
                      <a:pt x="12322" y="155255"/>
                    </a:cubicBezTo>
                    <a:lnTo>
                      <a:pt x="26403" y="136652"/>
                    </a:lnTo>
                    <a:cubicBezTo>
                      <a:pt x="29247" y="133363"/>
                      <a:pt x="34214" y="133003"/>
                      <a:pt x="37503" y="135854"/>
                    </a:cubicBezTo>
                    <a:cubicBezTo>
                      <a:pt x="40518" y="138440"/>
                      <a:pt x="41101" y="142839"/>
                      <a:pt x="38942" y="146142"/>
                    </a:cubicBezTo>
                    <a:lnTo>
                      <a:pt x="24861" y="164745"/>
                    </a:lnTo>
                    <a:cubicBezTo>
                      <a:pt x="23011" y="167171"/>
                      <a:pt x="19962" y="168319"/>
                      <a:pt x="16981" y="167692"/>
                    </a:cubicBezTo>
                    <a:cubicBezTo>
                      <a:pt x="15817" y="167462"/>
                      <a:pt x="14755" y="166972"/>
                      <a:pt x="13830" y="166253"/>
                    </a:cubicBezTo>
                    <a:close/>
                    <a:moveTo>
                      <a:pt x="41443" y="129834"/>
                    </a:moveTo>
                    <a:cubicBezTo>
                      <a:pt x="37983" y="127227"/>
                      <a:pt x="37298" y="122311"/>
                      <a:pt x="39902" y="118847"/>
                    </a:cubicBezTo>
                    <a:cubicBezTo>
                      <a:pt x="39902" y="118843"/>
                      <a:pt x="39902" y="118840"/>
                      <a:pt x="39902" y="118837"/>
                    </a:cubicBezTo>
                    <a:lnTo>
                      <a:pt x="50591" y="104721"/>
                    </a:lnTo>
                    <a:cubicBezTo>
                      <a:pt x="64192" y="86813"/>
                      <a:pt x="63267" y="61800"/>
                      <a:pt x="48398" y="44937"/>
                    </a:cubicBezTo>
                    <a:cubicBezTo>
                      <a:pt x="36613" y="31637"/>
                      <a:pt x="21743" y="21476"/>
                      <a:pt x="5059" y="15370"/>
                    </a:cubicBezTo>
                    <a:cubicBezTo>
                      <a:pt x="982" y="13914"/>
                      <a:pt x="-1142" y="9426"/>
                      <a:pt x="296" y="5346"/>
                    </a:cubicBezTo>
                    <a:cubicBezTo>
                      <a:pt x="331" y="5260"/>
                      <a:pt x="365" y="5174"/>
                      <a:pt x="399" y="5092"/>
                    </a:cubicBezTo>
                    <a:cubicBezTo>
                      <a:pt x="1941" y="967"/>
                      <a:pt x="6566" y="-1116"/>
                      <a:pt x="10677" y="433"/>
                    </a:cubicBezTo>
                    <a:cubicBezTo>
                      <a:pt x="29795" y="7439"/>
                      <a:pt x="46857" y="19067"/>
                      <a:pt x="60355" y="34282"/>
                    </a:cubicBezTo>
                    <a:cubicBezTo>
                      <a:pt x="80192" y="56781"/>
                      <a:pt x="81425" y="90126"/>
                      <a:pt x="63336" y="114040"/>
                    </a:cubicBezTo>
                    <a:lnTo>
                      <a:pt x="52646" y="128155"/>
                    </a:lnTo>
                    <a:cubicBezTo>
                      <a:pt x="50796" y="130581"/>
                      <a:pt x="47713" y="131725"/>
                      <a:pt x="44732" y="131102"/>
                    </a:cubicBezTo>
                    <a:cubicBezTo>
                      <a:pt x="43567" y="130927"/>
                      <a:pt x="42437" y="130495"/>
                      <a:pt x="41443" y="129834"/>
                    </a:cubicBezTo>
                    <a:close/>
                  </a:path>
                </a:pathLst>
              </a:custGeom>
              <a:solidFill>
                <a:srgbClr val="91B3FA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4F0CCB1-15F2-28E9-33CE-ECEF36C3C58C}"/>
                  </a:ext>
                </a:extLst>
              </p:cNvPr>
              <p:cNvSpPr/>
              <p:nvPr/>
            </p:nvSpPr>
            <p:spPr>
              <a:xfrm>
                <a:off x="8457873" y="2117214"/>
                <a:ext cx="558631" cy="382869"/>
              </a:xfrm>
              <a:custGeom>
                <a:avLst/>
                <a:gdLst>
                  <a:gd name="connsiteX0" fmla="*/ 512895 w 558631"/>
                  <a:gd name="connsiteY0" fmla="*/ 382791 h 382869"/>
                  <a:gd name="connsiteX1" fmla="*/ 551643 w 558631"/>
                  <a:gd name="connsiteY1" fmla="*/ 320540 h 382869"/>
                  <a:gd name="connsiteX2" fmla="*/ 537631 w 558631"/>
                  <a:gd name="connsiteY2" fmla="*/ 259128 h 382869"/>
                  <a:gd name="connsiteX3" fmla="*/ 536021 w 558631"/>
                  <a:gd name="connsiteY3" fmla="*/ 258152 h 382869"/>
                  <a:gd name="connsiteX4" fmla="*/ 97900 w 558631"/>
                  <a:gd name="connsiteY4" fmla="*/ 5721 h 382869"/>
                  <a:gd name="connsiteX5" fmla="*/ 40685 w 558631"/>
                  <a:gd name="connsiteY5" fmla="*/ 18261 h 382869"/>
                  <a:gd name="connsiteX6" fmla="*/ -153 w 558631"/>
                  <a:gd name="connsiteY6" fmla="*/ 75818 h 382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8631" h="382869">
                    <a:moveTo>
                      <a:pt x="512895" y="382791"/>
                    </a:moveTo>
                    <a:lnTo>
                      <a:pt x="551643" y="320540"/>
                    </a:lnTo>
                    <a:cubicBezTo>
                      <a:pt x="564731" y="299716"/>
                      <a:pt x="558461" y="272222"/>
                      <a:pt x="537631" y="259128"/>
                    </a:cubicBezTo>
                    <a:cubicBezTo>
                      <a:pt x="537117" y="258789"/>
                      <a:pt x="536569" y="258467"/>
                      <a:pt x="536021" y="258152"/>
                    </a:cubicBezTo>
                    <a:lnTo>
                      <a:pt x="97900" y="5721"/>
                    </a:lnTo>
                    <a:cubicBezTo>
                      <a:pt x="78440" y="-5465"/>
                      <a:pt x="53669" y="-38"/>
                      <a:pt x="40685" y="18261"/>
                    </a:cubicBezTo>
                    <a:lnTo>
                      <a:pt x="-153" y="75818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508216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D5EC7A9-4F85-7EFC-3CCC-F77814BC3A89}"/>
                  </a:ext>
                </a:extLst>
              </p:cNvPr>
              <p:cNvSpPr/>
              <p:nvPr/>
            </p:nvSpPr>
            <p:spPr>
              <a:xfrm>
                <a:off x="8856209" y="2315977"/>
                <a:ext cx="27606" cy="20680"/>
              </a:xfrm>
              <a:custGeom>
                <a:avLst/>
                <a:gdLst>
                  <a:gd name="connsiteX0" fmla="*/ 20481 w 27606"/>
                  <a:gd name="connsiteY0" fmla="*/ 19920 h 20680"/>
                  <a:gd name="connsiteX1" fmla="*/ 26785 w 27606"/>
                  <a:gd name="connsiteY1" fmla="*/ 18430 h 20680"/>
                  <a:gd name="connsiteX2" fmla="*/ 25277 w 27606"/>
                  <a:gd name="connsiteY2" fmla="*/ 12143 h 20680"/>
                  <a:gd name="connsiteX3" fmla="*/ 6845 w 27606"/>
                  <a:gd name="connsiteY3" fmla="*/ 632 h 20680"/>
                  <a:gd name="connsiteX4" fmla="*/ 610 w 27606"/>
                  <a:gd name="connsiteY4" fmla="*/ 2009 h 20680"/>
                  <a:gd name="connsiteX5" fmla="*/ 541 w 27606"/>
                  <a:gd name="connsiteY5" fmla="*/ 2105 h 20680"/>
                  <a:gd name="connsiteX6" fmla="*/ 1980 w 27606"/>
                  <a:gd name="connsiteY6" fmla="*/ 8388 h 20680"/>
                  <a:gd name="connsiteX7" fmla="*/ 2015 w 27606"/>
                  <a:gd name="connsiteY7" fmla="*/ 8409 h 20680"/>
                  <a:gd name="connsiteX8" fmla="*/ 20447 w 27606"/>
                  <a:gd name="connsiteY8" fmla="*/ 19886 h 2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606" h="20680">
                    <a:moveTo>
                      <a:pt x="20481" y="19920"/>
                    </a:moveTo>
                    <a:cubicBezTo>
                      <a:pt x="22639" y="21246"/>
                      <a:pt x="25449" y="20578"/>
                      <a:pt x="26785" y="18430"/>
                    </a:cubicBezTo>
                    <a:cubicBezTo>
                      <a:pt x="28087" y="16282"/>
                      <a:pt x="27436" y="13469"/>
                      <a:pt x="25277" y="12143"/>
                    </a:cubicBezTo>
                    <a:lnTo>
                      <a:pt x="6845" y="632"/>
                    </a:lnTo>
                    <a:cubicBezTo>
                      <a:pt x="4755" y="-711"/>
                      <a:pt x="1946" y="-95"/>
                      <a:pt x="610" y="2009"/>
                    </a:cubicBezTo>
                    <a:cubicBezTo>
                      <a:pt x="576" y="2043"/>
                      <a:pt x="576" y="2074"/>
                      <a:pt x="541" y="2105"/>
                    </a:cubicBezTo>
                    <a:cubicBezTo>
                      <a:pt x="-795" y="4236"/>
                      <a:pt x="-144" y="7049"/>
                      <a:pt x="1980" y="8388"/>
                    </a:cubicBezTo>
                    <a:cubicBezTo>
                      <a:pt x="1980" y="8395"/>
                      <a:pt x="2015" y="8402"/>
                      <a:pt x="2015" y="8409"/>
                    </a:cubicBezTo>
                    <a:lnTo>
                      <a:pt x="20447" y="19886"/>
                    </a:lnTo>
                    <a:close/>
                  </a:path>
                </a:pathLst>
              </a:custGeom>
              <a:solidFill>
                <a:srgbClr val="91B3FA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9DCE276-FADB-AF34-A347-14EED37785A4}"/>
                  </a:ext>
                </a:extLst>
              </p:cNvPr>
              <p:cNvSpPr/>
              <p:nvPr/>
            </p:nvSpPr>
            <p:spPr>
              <a:xfrm>
                <a:off x="8889805" y="2335781"/>
                <a:ext cx="101352" cy="135048"/>
              </a:xfrm>
              <a:custGeom>
                <a:avLst/>
                <a:gdLst>
                  <a:gd name="connsiteX0" fmla="*/ 70343 w 101352"/>
                  <a:gd name="connsiteY0" fmla="*/ 134794 h 135048"/>
                  <a:gd name="connsiteX1" fmla="*/ 78634 w 101352"/>
                  <a:gd name="connsiteY1" fmla="*/ 131368 h 135048"/>
                  <a:gd name="connsiteX2" fmla="*/ 94291 w 101352"/>
                  <a:gd name="connsiteY2" fmla="*/ 106187 h 135048"/>
                  <a:gd name="connsiteX3" fmla="*/ 79730 w 101352"/>
                  <a:gd name="connsiteY3" fmla="*/ 43388 h 135048"/>
                  <a:gd name="connsiteX4" fmla="*/ 11895 w 101352"/>
                  <a:gd name="connsiteY4" fmla="*/ 1110 h 135048"/>
                  <a:gd name="connsiteX5" fmla="*/ 1035 w 101352"/>
                  <a:gd name="connsiteY5" fmla="*/ 3646 h 135048"/>
                  <a:gd name="connsiteX6" fmla="*/ 3570 w 101352"/>
                  <a:gd name="connsiteY6" fmla="*/ 14506 h 135048"/>
                  <a:gd name="connsiteX7" fmla="*/ 71405 w 101352"/>
                  <a:gd name="connsiteY7" fmla="*/ 56749 h 135048"/>
                  <a:gd name="connsiteX8" fmla="*/ 80930 w 101352"/>
                  <a:gd name="connsiteY8" fmla="*/ 97862 h 135048"/>
                  <a:gd name="connsiteX9" fmla="*/ 65273 w 101352"/>
                  <a:gd name="connsiteY9" fmla="*/ 123043 h 135048"/>
                  <a:gd name="connsiteX10" fmla="*/ 67705 w 101352"/>
                  <a:gd name="connsiteY10" fmla="*/ 133821 h 135048"/>
                  <a:gd name="connsiteX11" fmla="*/ 67774 w 101352"/>
                  <a:gd name="connsiteY11" fmla="*/ 133869 h 135048"/>
                  <a:gd name="connsiteX12" fmla="*/ 70343 w 101352"/>
                  <a:gd name="connsiteY12" fmla="*/ 134794 h 13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352" h="135048">
                    <a:moveTo>
                      <a:pt x="70343" y="134794"/>
                    </a:moveTo>
                    <a:cubicBezTo>
                      <a:pt x="73563" y="135479"/>
                      <a:pt x="76852" y="134116"/>
                      <a:pt x="78634" y="131368"/>
                    </a:cubicBezTo>
                    <a:lnTo>
                      <a:pt x="94291" y="106187"/>
                    </a:lnTo>
                    <a:cubicBezTo>
                      <a:pt x="107618" y="84822"/>
                      <a:pt x="101075" y="56715"/>
                      <a:pt x="79730" y="43388"/>
                    </a:cubicBezTo>
                    <a:lnTo>
                      <a:pt x="11895" y="1110"/>
                    </a:lnTo>
                    <a:cubicBezTo>
                      <a:pt x="8195" y="-1188"/>
                      <a:pt x="3330" y="-54"/>
                      <a:pt x="1035" y="3646"/>
                    </a:cubicBezTo>
                    <a:cubicBezTo>
                      <a:pt x="-1261" y="7346"/>
                      <a:pt x="-131" y="12207"/>
                      <a:pt x="3570" y="14506"/>
                    </a:cubicBezTo>
                    <a:lnTo>
                      <a:pt x="71405" y="56749"/>
                    </a:lnTo>
                    <a:cubicBezTo>
                      <a:pt x="85383" y="65486"/>
                      <a:pt x="89631" y="83877"/>
                      <a:pt x="80930" y="97862"/>
                    </a:cubicBezTo>
                    <a:lnTo>
                      <a:pt x="65273" y="123043"/>
                    </a:lnTo>
                    <a:cubicBezTo>
                      <a:pt x="62977" y="126688"/>
                      <a:pt x="64039" y="131512"/>
                      <a:pt x="67705" y="133821"/>
                    </a:cubicBezTo>
                    <a:cubicBezTo>
                      <a:pt x="67705" y="133838"/>
                      <a:pt x="67739" y="133852"/>
                      <a:pt x="67774" y="133869"/>
                    </a:cubicBezTo>
                    <a:cubicBezTo>
                      <a:pt x="68562" y="134332"/>
                      <a:pt x="69452" y="134647"/>
                      <a:pt x="70343" y="134794"/>
                    </a:cubicBezTo>
                    <a:close/>
                  </a:path>
                </a:pathLst>
              </a:custGeom>
              <a:solidFill>
                <a:srgbClr val="91B3FA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E683F1A-978A-04FC-4AA1-C4B1E5407536}"/>
                  </a:ext>
                </a:extLst>
              </p:cNvPr>
              <p:cNvSpPr/>
              <p:nvPr/>
            </p:nvSpPr>
            <p:spPr>
              <a:xfrm>
                <a:off x="8268756" y="2083935"/>
                <a:ext cx="873227" cy="595402"/>
              </a:xfrm>
              <a:custGeom>
                <a:avLst/>
                <a:gdLst>
                  <a:gd name="connsiteX0" fmla="*/ 850599 w 873227"/>
                  <a:gd name="connsiteY0" fmla="*/ 477155 h 595402"/>
                  <a:gd name="connsiteX1" fmla="*/ 100298 w 873227"/>
                  <a:gd name="connsiteY1" fmla="*/ 9810 h 595402"/>
                  <a:gd name="connsiteX2" fmla="*/ 17011 w 873227"/>
                  <a:gd name="connsiteY2" fmla="*/ 21767 h 595402"/>
                  <a:gd name="connsiteX3" fmla="*/ 14099 w 873227"/>
                  <a:gd name="connsiteY3" fmla="*/ 25193 h 595402"/>
                  <a:gd name="connsiteX4" fmla="*/ 18587 w 873227"/>
                  <a:gd name="connsiteY4" fmla="*/ 104382 h 595402"/>
                  <a:gd name="connsiteX5" fmla="*/ 26295 w 873227"/>
                  <a:gd name="connsiteY5" fmla="*/ 110159 h 595402"/>
                  <a:gd name="connsiteX6" fmla="*/ 795886 w 873227"/>
                  <a:gd name="connsiteY6" fmla="*/ 589804 h 595402"/>
                  <a:gd name="connsiteX7" fmla="*/ 846145 w 873227"/>
                  <a:gd name="connsiteY7" fmla="*/ 578121 h 595402"/>
                  <a:gd name="connsiteX8" fmla="*/ 847036 w 873227"/>
                  <a:gd name="connsiteY8" fmla="*/ 576613 h 595402"/>
                  <a:gd name="connsiteX9" fmla="*/ 866839 w 873227"/>
                  <a:gd name="connsiteY9" fmla="*/ 541154 h 595402"/>
                  <a:gd name="connsiteX10" fmla="*/ 850599 w 873227"/>
                  <a:gd name="connsiteY10" fmla="*/ 477155 h 595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3227" h="595402">
                    <a:moveTo>
                      <a:pt x="850599" y="477155"/>
                    </a:moveTo>
                    <a:lnTo>
                      <a:pt x="100298" y="9810"/>
                    </a:lnTo>
                    <a:cubicBezTo>
                      <a:pt x="73335" y="-7005"/>
                      <a:pt x="38149" y="-1958"/>
                      <a:pt x="17011" y="21767"/>
                    </a:cubicBezTo>
                    <a:lnTo>
                      <a:pt x="14099" y="25193"/>
                    </a:lnTo>
                    <a:cubicBezTo>
                      <a:pt x="-6526" y="48298"/>
                      <a:pt x="-4539" y="83751"/>
                      <a:pt x="18587" y="104382"/>
                    </a:cubicBezTo>
                    <a:cubicBezTo>
                      <a:pt x="20985" y="106524"/>
                      <a:pt x="23554" y="108459"/>
                      <a:pt x="26295" y="110159"/>
                    </a:cubicBezTo>
                    <a:lnTo>
                      <a:pt x="795886" y="589804"/>
                    </a:lnTo>
                    <a:cubicBezTo>
                      <a:pt x="812982" y="600455"/>
                      <a:pt x="835491" y="595227"/>
                      <a:pt x="846145" y="578121"/>
                    </a:cubicBezTo>
                    <a:cubicBezTo>
                      <a:pt x="846454" y="577627"/>
                      <a:pt x="846762" y="577124"/>
                      <a:pt x="847036" y="576613"/>
                    </a:cubicBezTo>
                    <a:lnTo>
                      <a:pt x="866839" y="541154"/>
                    </a:lnTo>
                    <a:cubicBezTo>
                      <a:pt x="879481" y="518922"/>
                      <a:pt x="872321" y="490664"/>
                      <a:pt x="850599" y="47715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560238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06004AF-E3E9-5720-1280-7937E53D74B7}"/>
                  </a:ext>
                </a:extLst>
              </p:cNvPr>
              <p:cNvSpPr/>
              <p:nvPr/>
            </p:nvSpPr>
            <p:spPr>
              <a:xfrm>
                <a:off x="2499945" y="4890179"/>
                <a:ext cx="1322914" cy="916267"/>
              </a:xfrm>
              <a:custGeom>
                <a:avLst/>
                <a:gdLst>
                  <a:gd name="connsiteX0" fmla="*/ 928 w 1322914"/>
                  <a:gd name="connsiteY0" fmla="*/ 20212 h 916267"/>
                  <a:gd name="connsiteX1" fmla="*/ 1322761 w 1322914"/>
                  <a:gd name="connsiteY1" fmla="*/ 878776 h 916267"/>
                  <a:gd name="connsiteX2" fmla="*/ 15181 w 1322914"/>
                  <a:gd name="connsiteY2" fmla="*/ 101 h 916267"/>
                  <a:gd name="connsiteX3" fmla="*/ 928 w 1322914"/>
                  <a:gd name="connsiteY3" fmla="*/ 20212 h 916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914" h="916267">
                    <a:moveTo>
                      <a:pt x="928" y="20212"/>
                    </a:moveTo>
                    <a:cubicBezTo>
                      <a:pt x="63522" y="182777"/>
                      <a:pt x="462826" y="1112295"/>
                      <a:pt x="1322761" y="878776"/>
                    </a:cubicBezTo>
                    <a:cubicBezTo>
                      <a:pt x="1322761" y="878776"/>
                      <a:pt x="1202850" y="196276"/>
                      <a:pt x="15181" y="101"/>
                    </a:cubicBezTo>
                    <a:cubicBezTo>
                      <a:pt x="4731" y="-1646"/>
                      <a:pt x="-3114" y="9626"/>
                      <a:pt x="928" y="202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7DB0B97-ADF9-9C30-3F92-E06FFC9B75AC}"/>
                  </a:ext>
                </a:extLst>
              </p:cNvPr>
              <p:cNvSpPr/>
              <p:nvPr/>
            </p:nvSpPr>
            <p:spPr>
              <a:xfrm>
                <a:off x="2636593" y="4995956"/>
                <a:ext cx="1065721" cy="785327"/>
              </a:xfrm>
              <a:custGeom>
                <a:avLst/>
                <a:gdLst>
                  <a:gd name="connsiteX0" fmla="*/ 8380 w 1065721"/>
                  <a:gd name="connsiteY0" fmla="*/ 1834 h 785327"/>
                  <a:gd name="connsiteX1" fmla="*/ 119966 w 1065721"/>
                  <a:gd name="connsiteY1" fmla="*/ 122465 h 785327"/>
                  <a:gd name="connsiteX2" fmla="*/ 237102 w 1065721"/>
                  <a:gd name="connsiteY2" fmla="*/ 238025 h 785327"/>
                  <a:gd name="connsiteX3" fmla="*/ 358932 w 1065721"/>
                  <a:gd name="connsiteY3" fmla="*/ 348275 h 785327"/>
                  <a:gd name="connsiteX4" fmla="*/ 485695 w 1065721"/>
                  <a:gd name="connsiteY4" fmla="*/ 452563 h 785327"/>
                  <a:gd name="connsiteX5" fmla="*/ 618214 w 1065721"/>
                  <a:gd name="connsiteY5" fmla="*/ 549348 h 785327"/>
                  <a:gd name="connsiteX6" fmla="*/ 757071 w 1065721"/>
                  <a:gd name="connsiteY6" fmla="*/ 636301 h 785327"/>
                  <a:gd name="connsiteX7" fmla="*/ 792908 w 1065721"/>
                  <a:gd name="connsiteY7" fmla="*/ 656069 h 785327"/>
                  <a:gd name="connsiteX8" fmla="*/ 829155 w 1065721"/>
                  <a:gd name="connsiteY8" fmla="*/ 675016 h 785327"/>
                  <a:gd name="connsiteX9" fmla="*/ 865848 w 1065721"/>
                  <a:gd name="connsiteY9" fmla="*/ 693036 h 785327"/>
                  <a:gd name="connsiteX10" fmla="*/ 903158 w 1065721"/>
                  <a:gd name="connsiteY10" fmla="*/ 709687 h 785327"/>
                  <a:gd name="connsiteX11" fmla="*/ 1056884 w 1065721"/>
                  <a:gd name="connsiteY11" fmla="*/ 763373 h 785327"/>
                  <a:gd name="connsiteX12" fmla="*/ 1056884 w 1065721"/>
                  <a:gd name="connsiteY12" fmla="*/ 763373 h 785327"/>
                  <a:gd name="connsiteX13" fmla="*/ 1065305 w 1065721"/>
                  <a:gd name="connsiteY13" fmla="*/ 776563 h 785327"/>
                  <a:gd name="connsiteX14" fmla="*/ 1052118 w 1065721"/>
                  <a:gd name="connsiteY14" fmla="*/ 784991 h 785327"/>
                  <a:gd name="connsiteX15" fmla="*/ 1051231 w 1065721"/>
                  <a:gd name="connsiteY15" fmla="*/ 784751 h 785327"/>
                  <a:gd name="connsiteX16" fmla="*/ 1051231 w 1065721"/>
                  <a:gd name="connsiteY16" fmla="*/ 784751 h 785327"/>
                  <a:gd name="connsiteX17" fmla="*/ 747616 w 1065721"/>
                  <a:gd name="connsiteY17" fmla="*/ 652712 h 785327"/>
                  <a:gd name="connsiteX18" fmla="*/ 608347 w 1065721"/>
                  <a:gd name="connsiteY18" fmla="*/ 563635 h 785327"/>
                  <a:gd name="connsiteX19" fmla="*/ 475931 w 1065721"/>
                  <a:gd name="connsiteY19" fmla="*/ 464965 h 785327"/>
                  <a:gd name="connsiteX20" fmla="*/ 349476 w 1065721"/>
                  <a:gd name="connsiteY20" fmla="*/ 358964 h 785327"/>
                  <a:gd name="connsiteX21" fmla="*/ 228263 w 1065721"/>
                  <a:gd name="connsiteY21" fmla="*/ 247138 h 785327"/>
                  <a:gd name="connsiteX22" fmla="*/ 112052 w 1065721"/>
                  <a:gd name="connsiteY22" fmla="*/ 130139 h 785327"/>
                  <a:gd name="connsiteX23" fmla="*/ 1254 w 1065721"/>
                  <a:gd name="connsiteY23" fmla="*/ 7966 h 785327"/>
                  <a:gd name="connsiteX24" fmla="*/ 1189 w 1065721"/>
                  <a:gd name="connsiteY24" fmla="*/ 1330 h 785327"/>
                  <a:gd name="connsiteX25" fmla="*/ 7825 w 1065721"/>
                  <a:gd name="connsiteY25" fmla="*/ 1262 h 785327"/>
                  <a:gd name="connsiteX26" fmla="*/ 8346 w 1065721"/>
                  <a:gd name="connsiteY26" fmla="*/ 1868 h 785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5721" h="785327">
                    <a:moveTo>
                      <a:pt x="8380" y="1834"/>
                    </a:moveTo>
                    <a:cubicBezTo>
                      <a:pt x="44285" y="42946"/>
                      <a:pt x="81834" y="83099"/>
                      <a:pt x="119966" y="122465"/>
                    </a:cubicBezTo>
                    <a:cubicBezTo>
                      <a:pt x="158098" y="161830"/>
                      <a:pt x="197155" y="200338"/>
                      <a:pt x="237102" y="238025"/>
                    </a:cubicBezTo>
                    <a:cubicBezTo>
                      <a:pt x="277050" y="275711"/>
                      <a:pt x="317511" y="312438"/>
                      <a:pt x="358932" y="348275"/>
                    </a:cubicBezTo>
                    <a:cubicBezTo>
                      <a:pt x="400353" y="384111"/>
                      <a:pt x="442562" y="419056"/>
                      <a:pt x="485695" y="452563"/>
                    </a:cubicBezTo>
                    <a:cubicBezTo>
                      <a:pt x="528829" y="486070"/>
                      <a:pt x="572888" y="518754"/>
                      <a:pt x="618214" y="549348"/>
                    </a:cubicBezTo>
                    <a:cubicBezTo>
                      <a:pt x="663541" y="579943"/>
                      <a:pt x="709484" y="609578"/>
                      <a:pt x="757071" y="636301"/>
                    </a:cubicBezTo>
                    <a:cubicBezTo>
                      <a:pt x="768823" y="643153"/>
                      <a:pt x="780882" y="649663"/>
                      <a:pt x="792908" y="656069"/>
                    </a:cubicBezTo>
                    <a:cubicBezTo>
                      <a:pt x="804933" y="662476"/>
                      <a:pt x="816890" y="669225"/>
                      <a:pt x="829155" y="675016"/>
                    </a:cubicBezTo>
                    <a:lnTo>
                      <a:pt x="865848" y="693036"/>
                    </a:lnTo>
                    <a:lnTo>
                      <a:pt x="903158" y="709687"/>
                    </a:lnTo>
                    <a:cubicBezTo>
                      <a:pt x="953037" y="731271"/>
                      <a:pt x="1004414" y="749223"/>
                      <a:pt x="1056884" y="763373"/>
                    </a:cubicBezTo>
                    <a:lnTo>
                      <a:pt x="1056884" y="763373"/>
                    </a:lnTo>
                    <a:cubicBezTo>
                      <a:pt x="1062852" y="764675"/>
                      <a:pt x="1066624" y="770602"/>
                      <a:pt x="1065305" y="776563"/>
                    </a:cubicBezTo>
                    <a:cubicBezTo>
                      <a:pt x="1063989" y="782524"/>
                      <a:pt x="1058086" y="786293"/>
                      <a:pt x="1052118" y="784991"/>
                    </a:cubicBezTo>
                    <a:cubicBezTo>
                      <a:pt x="1051817" y="784923"/>
                      <a:pt x="1051522" y="784854"/>
                      <a:pt x="1051231" y="784751"/>
                    </a:cubicBezTo>
                    <a:lnTo>
                      <a:pt x="1051231" y="784751"/>
                    </a:lnTo>
                    <a:cubicBezTo>
                      <a:pt x="943996" y="755150"/>
                      <a:pt x="842859" y="708248"/>
                      <a:pt x="747616" y="652712"/>
                    </a:cubicBezTo>
                    <a:cubicBezTo>
                      <a:pt x="699651" y="625304"/>
                      <a:pt x="653639" y="594915"/>
                      <a:pt x="608347" y="563635"/>
                    </a:cubicBezTo>
                    <a:cubicBezTo>
                      <a:pt x="563055" y="532355"/>
                      <a:pt x="519099" y="499088"/>
                      <a:pt x="475931" y="464965"/>
                    </a:cubicBezTo>
                    <a:cubicBezTo>
                      <a:pt x="432763" y="430842"/>
                      <a:pt x="390691" y="395348"/>
                      <a:pt x="349476" y="358964"/>
                    </a:cubicBezTo>
                    <a:cubicBezTo>
                      <a:pt x="308261" y="322579"/>
                      <a:pt x="267834" y="285270"/>
                      <a:pt x="228263" y="247138"/>
                    </a:cubicBezTo>
                    <a:cubicBezTo>
                      <a:pt x="188692" y="209006"/>
                      <a:pt x="149944" y="169984"/>
                      <a:pt x="112052" y="130139"/>
                    </a:cubicBezTo>
                    <a:cubicBezTo>
                      <a:pt x="74160" y="90294"/>
                      <a:pt x="36988" y="49901"/>
                      <a:pt x="1254" y="7966"/>
                    </a:cubicBezTo>
                    <a:cubicBezTo>
                      <a:pt x="-596" y="6151"/>
                      <a:pt x="-627" y="3180"/>
                      <a:pt x="1189" y="1330"/>
                    </a:cubicBezTo>
                    <a:cubicBezTo>
                      <a:pt x="3001" y="-523"/>
                      <a:pt x="5975" y="-551"/>
                      <a:pt x="7825" y="1262"/>
                    </a:cubicBezTo>
                    <a:cubicBezTo>
                      <a:pt x="8017" y="1450"/>
                      <a:pt x="8188" y="1652"/>
                      <a:pt x="8346" y="1868"/>
                    </a:cubicBezTo>
                    <a:close/>
                  </a:path>
                </a:pathLst>
              </a:custGeom>
              <a:solidFill>
                <a:srgbClr val="BDD0FB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76992CE-D78A-807E-05B9-B3E185E05CCF}"/>
                  </a:ext>
                </a:extLst>
              </p:cNvPr>
              <p:cNvSpPr/>
              <p:nvPr/>
            </p:nvSpPr>
            <p:spPr>
              <a:xfrm>
                <a:off x="3271791" y="2314632"/>
                <a:ext cx="1101106" cy="2413675"/>
              </a:xfrm>
              <a:custGeom>
                <a:avLst/>
                <a:gdLst>
                  <a:gd name="connsiteX0" fmla="*/ 108957 w 1101106"/>
                  <a:gd name="connsiteY0" fmla="*/ 16297 h 2413675"/>
                  <a:gd name="connsiteX1" fmla="*/ 1007434 w 1101106"/>
                  <a:gd name="connsiteY1" fmla="*/ 2413597 h 2413675"/>
                  <a:gd name="connsiteX2" fmla="*/ 147500 w 1101106"/>
                  <a:gd name="connsiteY2" fmla="*/ 7184 h 2413675"/>
                  <a:gd name="connsiteX3" fmla="*/ 115302 w 1101106"/>
                  <a:gd name="connsiteY3" fmla="*/ 6026 h 2413675"/>
                  <a:gd name="connsiteX4" fmla="*/ 108957 w 1101106"/>
                  <a:gd name="connsiteY4" fmla="*/ 16297 h 2413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1106" h="2413675">
                    <a:moveTo>
                      <a:pt x="108957" y="16297"/>
                    </a:moveTo>
                    <a:cubicBezTo>
                      <a:pt x="32111" y="274449"/>
                      <a:pt x="-354175" y="1794820"/>
                      <a:pt x="1007434" y="2413597"/>
                    </a:cubicBezTo>
                    <a:cubicBezTo>
                      <a:pt x="1007434" y="2413597"/>
                      <a:pt x="1519421" y="1478289"/>
                      <a:pt x="147500" y="7184"/>
                    </a:cubicBezTo>
                    <a:cubicBezTo>
                      <a:pt x="138928" y="-2029"/>
                      <a:pt x="124511" y="-2546"/>
                      <a:pt x="115302" y="6026"/>
                    </a:cubicBezTo>
                    <a:cubicBezTo>
                      <a:pt x="112301" y="8815"/>
                      <a:pt x="110108" y="12364"/>
                      <a:pt x="108957" y="162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E1E55C0-5A14-C82A-B301-8937D12674E4}"/>
                  </a:ext>
                </a:extLst>
              </p:cNvPr>
              <p:cNvSpPr/>
              <p:nvPr/>
            </p:nvSpPr>
            <p:spPr>
              <a:xfrm>
                <a:off x="3472722" y="2580262"/>
                <a:ext cx="512634" cy="2009728"/>
              </a:xfrm>
              <a:custGeom>
                <a:avLst/>
                <a:gdLst>
                  <a:gd name="connsiteX0" fmla="*/ 9163 w 512634"/>
                  <a:gd name="connsiteY0" fmla="*/ 3989 h 2009728"/>
                  <a:gd name="connsiteX1" fmla="*/ 43423 w 512634"/>
                  <a:gd name="connsiteY1" fmla="*/ 259537 h 2009728"/>
                  <a:gd name="connsiteX2" fmla="*/ 84056 w 512634"/>
                  <a:gd name="connsiteY2" fmla="*/ 514194 h 2009728"/>
                  <a:gd name="connsiteX3" fmla="*/ 184028 w 512634"/>
                  <a:gd name="connsiteY3" fmla="*/ 1020014 h 2009728"/>
                  <a:gd name="connsiteX4" fmla="*/ 317163 w 512634"/>
                  <a:gd name="connsiteY4" fmla="*/ 1517646 h 2009728"/>
                  <a:gd name="connsiteX5" fmla="*/ 403260 w 512634"/>
                  <a:gd name="connsiteY5" fmla="*/ 1760037 h 2009728"/>
                  <a:gd name="connsiteX6" fmla="*/ 510974 w 512634"/>
                  <a:gd name="connsiteY6" fmla="*/ 1993008 h 2009728"/>
                  <a:gd name="connsiteX7" fmla="*/ 510974 w 512634"/>
                  <a:gd name="connsiteY7" fmla="*/ 1993008 h 2009728"/>
                  <a:gd name="connsiteX8" fmla="*/ 506986 w 512634"/>
                  <a:gd name="connsiteY8" fmla="*/ 2008141 h 2009728"/>
                  <a:gd name="connsiteX9" fmla="*/ 491854 w 512634"/>
                  <a:gd name="connsiteY9" fmla="*/ 2004153 h 2009728"/>
                  <a:gd name="connsiteX10" fmla="*/ 491549 w 512634"/>
                  <a:gd name="connsiteY10" fmla="*/ 2003594 h 2009728"/>
                  <a:gd name="connsiteX11" fmla="*/ 491549 w 512634"/>
                  <a:gd name="connsiteY11" fmla="*/ 2003594 h 2009728"/>
                  <a:gd name="connsiteX12" fmla="*/ 384245 w 512634"/>
                  <a:gd name="connsiteY12" fmla="*/ 1767609 h 2009728"/>
                  <a:gd name="connsiteX13" fmla="*/ 299142 w 512634"/>
                  <a:gd name="connsiteY13" fmla="*/ 1523333 h 2009728"/>
                  <a:gd name="connsiteX14" fmla="*/ 168748 w 512634"/>
                  <a:gd name="connsiteY14" fmla="*/ 1023440 h 2009728"/>
                  <a:gd name="connsiteX15" fmla="*/ 71791 w 512634"/>
                  <a:gd name="connsiteY15" fmla="*/ 516387 h 2009728"/>
                  <a:gd name="connsiteX16" fmla="*/ 32666 w 512634"/>
                  <a:gd name="connsiteY16" fmla="*/ 261216 h 2009728"/>
                  <a:gd name="connsiteX17" fmla="*/ -122 w 512634"/>
                  <a:gd name="connsiteY17" fmla="*/ 5120 h 2009728"/>
                  <a:gd name="connsiteX18" fmla="*/ 3962 w 512634"/>
                  <a:gd name="connsiteY18" fmla="*/ -50 h 2009728"/>
                  <a:gd name="connsiteX19" fmla="*/ 3990 w 512634"/>
                  <a:gd name="connsiteY19" fmla="*/ -54 h 2009728"/>
                  <a:gd name="connsiteX20" fmla="*/ 9163 w 512634"/>
                  <a:gd name="connsiteY20" fmla="*/ 4058 h 2009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2634" h="2009728">
                    <a:moveTo>
                      <a:pt x="9163" y="3989"/>
                    </a:moveTo>
                    <a:cubicBezTo>
                      <a:pt x="19201" y="89297"/>
                      <a:pt x="30987" y="174503"/>
                      <a:pt x="43423" y="259537"/>
                    </a:cubicBezTo>
                    <a:cubicBezTo>
                      <a:pt x="55860" y="344571"/>
                      <a:pt x="69530" y="429468"/>
                      <a:pt x="84056" y="514194"/>
                    </a:cubicBezTo>
                    <a:cubicBezTo>
                      <a:pt x="113143" y="683646"/>
                      <a:pt x="145999" y="852412"/>
                      <a:pt x="184028" y="1020014"/>
                    </a:cubicBezTo>
                    <a:cubicBezTo>
                      <a:pt x="222057" y="1187616"/>
                      <a:pt x="265191" y="1354052"/>
                      <a:pt x="317163" y="1517646"/>
                    </a:cubicBezTo>
                    <a:cubicBezTo>
                      <a:pt x="342883" y="1599528"/>
                      <a:pt x="371579" y="1680324"/>
                      <a:pt x="403260" y="1760037"/>
                    </a:cubicBezTo>
                    <a:cubicBezTo>
                      <a:pt x="434509" y="1839765"/>
                      <a:pt x="470475" y="1917560"/>
                      <a:pt x="510974" y="1993008"/>
                    </a:cubicBezTo>
                    <a:lnTo>
                      <a:pt x="510974" y="1993008"/>
                    </a:lnTo>
                    <a:cubicBezTo>
                      <a:pt x="514051" y="1998287"/>
                      <a:pt x="512266" y="2005064"/>
                      <a:pt x="506986" y="2008141"/>
                    </a:cubicBezTo>
                    <a:cubicBezTo>
                      <a:pt x="501707" y="2011221"/>
                      <a:pt x="494930" y="2009436"/>
                      <a:pt x="491854" y="2004153"/>
                    </a:cubicBezTo>
                    <a:cubicBezTo>
                      <a:pt x="491747" y="2003971"/>
                      <a:pt x="491645" y="2003783"/>
                      <a:pt x="491549" y="2003594"/>
                    </a:cubicBezTo>
                    <a:lnTo>
                      <a:pt x="491549" y="2003594"/>
                    </a:lnTo>
                    <a:cubicBezTo>
                      <a:pt x="451142" y="1927125"/>
                      <a:pt x="415312" y="1848323"/>
                      <a:pt x="384245" y="1767609"/>
                    </a:cubicBezTo>
                    <a:cubicBezTo>
                      <a:pt x="352794" y="1687190"/>
                      <a:pt x="324427" y="1605763"/>
                      <a:pt x="299142" y="1523333"/>
                    </a:cubicBezTo>
                    <a:cubicBezTo>
                      <a:pt x="248026" y="1358677"/>
                      <a:pt x="206091" y="1191555"/>
                      <a:pt x="168748" y="1023440"/>
                    </a:cubicBezTo>
                    <a:cubicBezTo>
                      <a:pt x="131404" y="855324"/>
                      <a:pt x="99850" y="686078"/>
                      <a:pt x="71791" y="516387"/>
                    </a:cubicBezTo>
                    <a:cubicBezTo>
                      <a:pt x="57768" y="431490"/>
                      <a:pt x="44725" y="346431"/>
                      <a:pt x="32666" y="261216"/>
                    </a:cubicBezTo>
                    <a:cubicBezTo>
                      <a:pt x="20674" y="176010"/>
                      <a:pt x="9368" y="90736"/>
                      <a:pt x="-122" y="5120"/>
                    </a:cubicBezTo>
                    <a:cubicBezTo>
                      <a:pt x="-420" y="2564"/>
                      <a:pt x="1406" y="248"/>
                      <a:pt x="3962" y="-50"/>
                    </a:cubicBezTo>
                    <a:cubicBezTo>
                      <a:pt x="3973" y="-50"/>
                      <a:pt x="3979" y="-54"/>
                      <a:pt x="3990" y="-54"/>
                    </a:cubicBezTo>
                    <a:cubicBezTo>
                      <a:pt x="6545" y="-317"/>
                      <a:pt x="8841" y="1509"/>
                      <a:pt x="9163" y="40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BF8126C-3745-B706-44DC-DC0D4D6A1F26}"/>
                  </a:ext>
                </a:extLst>
              </p:cNvPr>
              <p:cNvSpPr/>
              <p:nvPr/>
            </p:nvSpPr>
            <p:spPr>
              <a:xfrm>
                <a:off x="2419848" y="3013782"/>
                <a:ext cx="2046747" cy="2549792"/>
              </a:xfrm>
              <a:custGeom>
                <a:avLst/>
                <a:gdLst>
                  <a:gd name="connsiteX0" fmla="*/ -137 w 2046747"/>
                  <a:gd name="connsiteY0" fmla="*/ 29763 h 2549792"/>
                  <a:gd name="connsiteX1" fmla="*/ 2039073 w 2046747"/>
                  <a:gd name="connsiteY1" fmla="*/ 2549714 h 2549792"/>
                  <a:gd name="connsiteX2" fmla="*/ 42449 w 2046747"/>
                  <a:gd name="connsiteY2" fmla="*/ 3416 h 2549792"/>
                  <a:gd name="connsiteX3" fmla="*/ 3337 w 2046747"/>
                  <a:gd name="connsiteY3" fmla="*/ 15017 h 2549792"/>
                  <a:gd name="connsiteX4" fmla="*/ -137 w 2046747"/>
                  <a:gd name="connsiteY4" fmla="*/ 29763 h 2549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6747" h="2549792">
                    <a:moveTo>
                      <a:pt x="-137" y="29763"/>
                    </a:moveTo>
                    <a:cubicBezTo>
                      <a:pt x="10827" y="370619"/>
                      <a:pt x="155645" y="2351689"/>
                      <a:pt x="2039073" y="2549714"/>
                    </a:cubicBezTo>
                    <a:cubicBezTo>
                      <a:pt x="2039073" y="2549714"/>
                      <a:pt x="2279444" y="1220961"/>
                      <a:pt x="42449" y="3416"/>
                    </a:cubicBezTo>
                    <a:cubicBezTo>
                      <a:pt x="28443" y="-4179"/>
                      <a:pt x="10933" y="1015"/>
                      <a:pt x="3337" y="15017"/>
                    </a:cubicBezTo>
                    <a:cubicBezTo>
                      <a:pt x="888" y="19536"/>
                      <a:pt x="-312" y="24627"/>
                      <a:pt x="-137" y="297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0DC1744-3FBA-C018-C63C-59A499533F16}"/>
                  </a:ext>
                </a:extLst>
              </p:cNvPr>
              <p:cNvSpPr/>
              <p:nvPr/>
            </p:nvSpPr>
            <p:spPr>
              <a:xfrm>
                <a:off x="2632472" y="3304857"/>
                <a:ext cx="1655865" cy="2165398"/>
              </a:xfrm>
              <a:custGeom>
                <a:avLst/>
                <a:gdLst>
                  <a:gd name="connsiteX0" fmla="*/ 9041 w 1655865"/>
                  <a:gd name="connsiteY0" fmla="*/ 3281 h 2165398"/>
                  <a:gd name="connsiteX1" fmla="*/ 149508 w 1655865"/>
                  <a:gd name="connsiteY1" fmla="*/ 316969 h 2165398"/>
                  <a:gd name="connsiteX2" fmla="*/ 306318 w 1655865"/>
                  <a:gd name="connsiteY2" fmla="*/ 622982 h 2165398"/>
                  <a:gd name="connsiteX3" fmla="*/ 666428 w 1655865"/>
                  <a:gd name="connsiteY3" fmla="*/ 1208080 h 2165398"/>
                  <a:gd name="connsiteX4" fmla="*/ 1103796 w 1655865"/>
                  <a:gd name="connsiteY4" fmla="*/ 1736375 h 2165398"/>
                  <a:gd name="connsiteX5" fmla="*/ 1228709 w 1655865"/>
                  <a:gd name="connsiteY5" fmla="*/ 1853751 h 2165398"/>
                  <a:gd name="connsiteX6" fmla="*/ 1361091 w 1655865"/>
                  <a:gd name="connsiteY6" fmla="*/ 1962459 h 2165398"/>
                  <a:gd name="connsiteX7" fmla="*/ 1650077 w 1655865"/>
                  <a:gd name="connsiteY7" fmla="*/ 2144621 h 2165398"/>
                  <a:gd name="connsiteX8" fmla="*/ 1650077 w 1655865"/>
                  <a:gd name="connsiteY8" fmla="*/ 2144621 h 2165398"/>
                  <a:gd name="connsiteX9" fmla="*/ 1654284 w 1655865"/>
                  <a:gd name="connsiteY9" fmla="*/ 2159696 h 2165398"/>
                  <a:gd name="connsiteX10" fmla="*/ 1640107 w 1655865"/>
                  <a:gd name="connsiteY10" fmla="*/ 2164355 h 2165398"/>
                  <a:gd name="connsiteX11" fmla="*/ 1640107 w 1655865"/>
                  <a:gd name="connsiteY11" fmla="*/ 2164355 h 2165398"/>
                  <a:gd name="connsiteX12" fmla="*/ 1348552 w 1655865"/>
                  <a:gd name="connsiteY12" fmla="*/ 1978767 h 2165398"/>
                  <a:gd name="connsiteX13" fmla="*/ 1215588 w 1655865"/>
                  <a:gd name="connsiteY13" fmla="*/ 1868517 h 2165398"/>
                  <a:gd name="connsiteX14" fmla="*/ 1090332 w 1655865"/>
                  <a:gd name="connsiteY14" fmla="*/ 1749736 h 2165398"/>
                  <a:gd name="connsiteX15" fmla="*/ 653375 w 1655865"/>
                  <a:gd name="connsiteY15" fmla="*/ 1217091 h 2165398"/>
                  <a:gd name="connsiteX16" fmla="*/ 295149 w 1655865"/>
                  <a:gd name="connsiteY16" fmla="*/ 628943 h 2165398"/>
                  <a:gd name="connsiteX17" fmla="*/ 139607 w 1655865"/>
                  <a:gd name="connsiteY17" fmla="*/ 321697 h 2165398"/>
                  <a:gd name="connsiteX18" fmla="*/ 339 w 1655865"/>
                  <a:gd name="connsiteY18" fmla="*/ 6707 h 2165398"/>
                  <a:gd name="connsiteX19" fmla="*/ 2453 w 1655865"/>
                  <a:gd name="connsiteY19" fmla="*/ 413 h 2165398"/>
                  <a:gd name="connsiteX20" fmla="*/ 8743 w 1655865"/>
                  <a:gd name="connsiteY20" fmla="*/ 2527 h 2165398"/>
                  <a:gd name="connsiteX21" fmla="*/ 9041 w 1655865"/>
                  <a:gd name="connsiteY21" fmla="*/ 3281 h 2165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655865" h="2165398">
                    <a:moveTo>
                      <a:pt x="9041" y="3281"/>
                    </a:moveTo>
                    <a:cubicBezTo>
                      <a:pt x="52209" y="109488"/>
                      <a:pt x="99865" y="213708"/>
                      <a:pt x="149508" y="316969"/>
                    </a:cubicBezTo>
                    <a:cubicBezTo>
                      <a:pt x="199152" y="420229"/>
                      <a:pt x="251501" y="522291"/>
                      <a:pt x="306318" y="622982"/>
                    </a:cubicBezTo>
                    <a:cubicBezTo>
                      <a:pt x="415951" y="824296"/>
                      <a:pt x="534937" y="1020402"/>
                      <a:pt x="666428" y="1208080"/>
                    </a:cubicBezTo>
                    <a:cubicBezTo>
                      <a:pt x="797920" y="1395758"/>
                      <a:pt x="941950" y="1574666"/>
                      <a:pt x="1103796" y="1736375"/>
                    </a:cubicBezTo>
                    <a:cubicBezTo>
                      <a:pt x="1144086" y="1776905"/>
                      <a:pt x="1186021" y="1815893"/>
                      <a:pt x="1228709" y="1853751"/>
                    </a:cubicBezTo>
                    <a:cubicBezTo>
                      <a:pt x="1271398" y="1891609"/>
                      <a:pt x="1315628" y="1927959"/>
                      <a:pt x="1361091" y="1962459"/>
                    </a:cubicBezTo>
                    <a:cubicBezTo>
                      <a:pt x="1451569" y="2032007"/>
                      <a:pt x="1548317" y="2092991"/>
                      <a:pt x="1650077" y="2144621"/>
                    </a:cubicBezTo>
                    <a:lnTo>
                      <a:pt x="1650077" y="2144621"/>
                    </a:lnTo>
                    <a:cubicBezTo>
                      <a:pt x="1655401" y="2147636"/>
                      <a:pt x="1657285" y="2154385"/>
                      <a:pt x="1654284" y="2159696"/>
                    </a:cubicBezTo>
                    <a:cubicBezTo>
                      <a:pt x="1651475" y="2164663"/>
                      <a:pt x="1645329" y="2166685"/>
                      <a:pt x="1640107" y="2164355"/>
                    </a:cubicBezTo>
                    <a:lnTo>
                      <a:pt x="1640107" y="2164355"/>
                    </a:lnTo>
                    <a:cubicBezTo>
                      <a:pt x="1537385" y="2111663"/>
                      <a:pt x="1439780" y="2049514"/>
                      <a:pt x="1348552" y="1978767"/>
                    </a:cubicBezTo>
                    <a:cubicBezTo>
                      <a:pt x="1302873" y="1943718"/>
                      <a:pt x="1258550" y="1906957"/>
                      <a:pt x="1215588" y="1868517"/>
                    </a:cubicBezTo>
                    <a:cubicBezTo>
                      <a:pt x="1172659" y="1830180"/>
                      <a:pt x="1130690" y="1790712"/>
                      <a:pt x="1090332" y="1749736"/>
                    </a:cubicBezTo>
                    <a:cubicBezTo>
                      <a:pt x="928177" y="1586246"/>
                      <a:pt x="784558" y="1405625"/>
                      <a:pt x="653375" y="1217091"/>
                    </a:cubicBezTo>
                    <a:cubicBezTo>
                      <a:pt x="522192" y="1028556"/>
                      <a:pt x="403926" y="831114"/>
                      <a:pt x="295149" y="628943"/>
                    </a:cubicBezTo>
                    <a:cubicBezTo>
                      <a:pt x="240768" y="527851"/>
                      <a:pt x="188918" y="425437"/>
                      <a:pt x="139607" y="321697"/>
                    </a:cubicBezTo>
                    <a:cubicBezTo>
                      <a:pt x="90478" y="217990"/>
                      <a:pt x="43164" y="113325"/>
                      <a:pt x="339" y="6707"/>
                    </a:cubicBezTo>
                    <a:cubicBezTo>
                      <a:pt x="-816" y="4387"/>
                      <a:pt x="130" y="1568"/>
                      <a:pt x="2453" y="413"/>
                    </a:cubicBezTo>
                    <a:cubicBezTo>
                      <a:pt x="4772" y="-741"/>
                      <a:pt x="7588" y="204"/>
                      <a:pt x="8743" y="2527"/>
                    </a:cubicBezTo>
                    <a:cubicBezTo>
                      <a:pt x="8863" y="2770"/>
                      <a:pt x="8965" y="3020"/>
                      <a:pt x="9041" y="32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5159CED-7569-3991-7F1F-7742F44A50F0}"/>
                  </a:ext>
                </a:extLst>
              </p:cNvPr>
              <p:cNvSpPr/>
              <p:nvPr/>
            </p:nvSpPr>
            <p:spPr>
              <a:xfrm rot="16350600">
                <a:off x="3795631" y="2016296"/>
                <a:ext cx="4435551" cy="4787748"/>
              </a:xfrm>
              <a:custGeom>
                <a:avLst/>
                <a:gdLst>
                  <a:gd name="connsiteX0" fmla="*/ 4435398 w 4435551"/>
                  <a:gd name="connsiteY0" fmla="*/ 2393795 h 4787748"/>
                  <a:gd name="connsiteX1" fmla="*/ 2217623 w 4435551"/>
                  <a:gd name="connsiteY1" fmla="*/ 4787670 h 4787748"/>
                  <a:gd name="connsiteX2" fmla="*/ -153 w 4435551"/>
                  <a:gd name="connsiteY2" fmla="*/ 2393795 h 4787748"/>
                  <a:gd name="connsiteX3" fmla="*/ 2217623 w 4435551"/>
                  <a:gd name="connsiteY3" fmla="*/ -79 h 4787748"/>
                  <a:gd name="connsiteX4" fmla="*/ 4435398 w 4435551"/>
                  <a:gd name="connsiteY4" fmla="*/ 2393795 h 4787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35551" h="4787748">
                    <a:moveTo>
                      <a:pt x="4435398" y="2393795"/>
                    </a:moveTo>
                    <a:cubicBezTo>
                      <a:pt x="4435398" y="3715895"/>
                      <a:pt x="3442466" y="4787670"/>
                      <a:pt x="2217623" y="4787670"/>
                    </a:cubicBezTo>
                    <a:cubicBezTo>
                      <a:pt x="992779" y="4787670"/>
                      <a:pt x="-153" y="3715896"/>
                      <a:pt x="-153" y="2393795"/>
                    </a:cubicBezTo>
                    <a:cubicBezTo>
                      <a:pt x="-153" y="1071695"/>
                      <a:pt x="992779" y="-79"/>
                      <a:pt x="2217623" y="-79"/>
                    </a:cubicBezTo>
                    <a:cubicBezTo>
                      <a:pt x="3442466" y="-79"/>
                      <a:pt x="4435398" y="1071695"/>
                      <a:pt x="4435398" y="2393795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9CB9C41-FDA3-2A59-1EB1-55B1F096DE13}"/>
                  </a:ext>
                </a:extLst>
              </p:cNvPr>
              <p:cNvSpPr/>
              <p:nvPr/>
            </p:nvSpPr>
            <p:spPr>
              <a:xfrm>
                <a:off x="4005639" y="2475827"/>
                <a:ext cx="3756920" cy="3549029"/>
              </a:xfrm>
              <a:custGeom>
                <a:avLst/>
                <a:gdLst>
                  <a:gd name="connsiteX0" fmla="*/ 3756921 w 3756920"/>
                  <a:gd name="connsiteY0" fmla="*/ 1774515 h 3549029"/>
                  <a:gd name="connsiteX1" fmla="*/ 1878460 w 3756920"/>
                  <a:gd name="connsiteY1" fmla="*/ 3549029 h 3549029"/>
                  <a:gd name="connsiteX2" fmla="*/ 0 w 3756920"/>
                  <a:gd name="connsiteY2" fmla="*/ 1774514 h 3549029"/>
                  <a:gd name="connsiteX3" fmla="*/ 1878460 w 3756920"/>
                  <a:gd name="connsiteY3" fmla="*/ 0 h 3549029"/>
                  <a:gd name="connsiteX4" fmla="*/ 3756921 w 3756920"/>
                  <a:gd name="connsiteY4" fmla="*/ 1774515 h 3549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6920" h="3549029">
                    <a:moveTo>
                      <a:pt x="3756921" y="1774515"/>
                    </a:moveTo>
                    <a:cubicBezTo>
                      <a:pt x="3756921" y="2754552"/>
                      <a:pt x="2915905" y="3549029"/>
                      <a:pt x="1878460" y="3549029"/>
                    </a:cubicBezTo>
                    <a:cubicBezTo>
                      <a:pt x="841015" y="3549029"/>
                      <a:pt x="0" y="2754552"/>
                      <a:pt x="0" y="1774514"/>
                    </a:cubicBezTo>
                    <a:cubicBezTo>
                      <a:pt x="0" y="794477"/>
                      <a:pt x="841015" y="0"/>
                      <a:pt x="1878460" y="0"/>
                    </a:cubicBezTo>
                    <a:cubicBezTo>
                      <a:pt x="2915905" y="0"/>
                      <a:pt x="3756921" y="794477"/>
                      <a:pt x="3756921" y="1774515"/>
                    </a:cubicBezTo>
                    <a:close/>
                  </a:path>
                </a:pathLst>
              </a:custGeom>
              <a:solidFill>
                <a:srgbClr val="91B3FA">
                  <a:alpha val="37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2" name="Graphic 2">
                <a:extLst>
                  <a:ext uri="{FF2B5EF4-FFF2-40B4-BE49-F238E27FC236}">
                    <a16:creationId xmlns:a16="http://schemas.microsoft.com/office/drawing/2014/main" id="{1B7F3015-BF99-CC4A-EFE9-CAD045E1BBED}"/>
                  </a:ext>
                </a:extLst>
              </p:cNvPr>
              <p:cNvGrpSpPr/>
              <p:nvPr/>
            </p:nvGrpSpPr>
            <p:grpSpPr>
              <a:xfrm>
                <a:off x="3837557" y="2253527"/>
                <a:ext cx="4339827" cy="4335806"/>
                <a:chOff x="3837557" y="2253527"/>
                <a:chExt cx="4339827" cy="4335806"/>
              </a:xfrm>
              <a:solidFill>
                <a:srgbClr val="FFFFFF"/>
              </a:solidFill>
            </p:grpSpPr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D1F76A41-FB47-20FD-5757-7D168BDF9064}"/>
                    </a:ext>
                  </a:extLst>
                </p:cNvPr>
                <p:cNvSpPr/>
                <p:nvPr/>
              </p:nvSpPr>
              <p:spPr>
                <a:xfrm>
                  <a:off x="5409261" y="2264313"/>
                  <a:ext cx="1207838" cy="4325020"/>
                </a:xfrm>
                <a:custGeom>
                  <a:avLst/>
                  <a:gdLst>
                    <a:gd name="connsiteX0" fmla="*/ 1207685 w 1207838"/>
                    <a:gd name="connsiteY0" fmla="*/ 2156669 h 4325020"/>
                    <a:gd name="connsiteX1" fmla="*/ 1185416 w 1207838"/>
                    <a:gd name="connsiteY1" fmla="*/ 2742521 h 4325020"/>
                    <a:gd name="connsiteX2" fmla="*/ 1112647 w 1207838"/>
                    <a:gd name="connsiteY2" fmla="*/ 3324227 h 4325020"/>
                    <a:gd name="connsiteX3" fmla="*/ 1051595 w 1207838"/>
                    <a:gd name="connsiteY3" fmla="*/ 3611055 h 4325020"/>
                    <a:gd name="connsiteX4" fmla="*/ 966150 w 1207838"/>
                    <a:gd name="connsiteY4" fmla="*/ 3891613 h 4325020"/>
                    <a:gd name="connsiteX5" fmla="*/ 909655 w 1207838"/>
                    <a:gd name="connsiteY5" fmla="*/ 4027113 h 4325020"/>
                    <a:gd name="connsiteX6" fmla="*/ 838530 w 1207838"/>
                    <a:gd name="connsiteY6" fmla="*/ 4155692 h 4325020"/>
                    <a:gd name="connsiteX7" fmla="*/ 794780 w 1207838"/>
                    <a:gd name="connsiteY7" fmla="*/ 4214928 h 4325020"/>
                    <a:gd name="connsiteX8" fmla="*/ 743081 w 1207838"/>
                    <a:gd name="connsiteY8" fmla="*/ 4267552 h 4325020"/>
                    <a:gd name="connsiteX9" fmla="*/ 681001 w 1207838"/>
                    <a:gd name="connsiteY9" fmla="*/ 4307773 h 4325020"/>
                    <a:gd name="connsiteX10" fmla="*/ 609054 w 1207838"/>
                    <a:gd name="connsiteY10" fmla="*/ 4324904 h 4325020"/>
                    <a:gd name="connsiteX11" fmla="*/ 536183 w 1207838"/>
                    <a:gd name="connsiteY11" fmla="*/ 4311199 h 4325020"/>
                    <a:gd name="connsiteX12" fmla="*/ 472664 w 1207838"/>
                    <a:gd name="connsiteY12" fmla="*/ 4273205 h 4325020"/>
                    <a:gd name="connsiteX13" fmla="*/ 419800 w 1207838"/>
                    <a:gd name="connsiteY13" fmla="*/ 4221814 h 4325020"/>
                    <a:gd name="connsiteX14" fmla="*/ 375262 w 1207838"/>
                    <a:gd name="connsiteY14" fmla="*/ 4163229 h 4325020"/>
                    <a:gd name="connsiteX15" fmla="*/ 302973 w 1207838"/>
                    <a:gd name="connsiteY15" fmla="*/ 4035301 h 4325020"/>
                    <a:gd name="connsiteX16" fmla="*/ 245792 w 1207838"/>
                    <a:gd name="connsiteY16" fmla="*/ 3900109 h 4325020"/>
                    <a:gd name="connsiteX17" fmla="*/ 159387 w 1207838"/>
                    <a:gd name="connsiteY17" fmla="*/ 3619826 h 4325020"/>
                    <a:gd name="connsiteX18" fmla="*/ 97719 w 1207838"/>
                    <a:gd name="connsiteY18" fmla="*/ 3333135 h 4325020"/>
                    <a:gd name="connsiteX19" fmla="*/ 23854 w 1207838"/>
                    <a:gd name="connsiteY19" fmla="*/ 2751566 h 4325020"/>
                    <a:gd name="connsiteX20" fmla="*/ -129 w 1207838"/>
                    <a:gd name="connsiteY20" fmla="*/ 2165714 h 4325020"/>
                    <a:gd name="connsiteX21" fmla="*/ 4907 w 1207838"/>
                    <a:gd name="connsiteY21" fmla="*/ 1872582 h 4325020"/>
                    <a:gd name="connsiteX22" fmla="*/ 20222 w 1207838"/>
                    <a:gd name="connsiteY22" fmla="*/ 1579793 h 4325020"/>
                    <a:gd name="connsiteX23" fmla="*/ 86618 w 1207838"/>
                    <a:gd name="connsiteY23" fmla="*/ 997367 h 4325020"/>
                    <a:gd name="connsiteX24" fmla="*/ 143182 w 1207838"/>
                    <a:gd name="connsiteY24" fmla="*/ 709581 h 4325020"/>
                    <a:gd name="connsiteX25" fmla="*/ 223865 w 1207838"/>
                    <a:gd name="connsiteY25" fmla="*/ 427686 h 4325020"/>
                    <a:gd name="connsiteX26" fmla="*/ 278202 w 1207838"/>
                    <a:gd name="connsiteY26" fmla="*/ 291433 h 4325020"/>
                    <a:gd name="connsiteX27" fmla="*/ 347785 w 1207838"/>
                    <a:gd name="connsiteY27" fmla="*/ 162237 h 4325020"/>
                    <a:gd name="connsiteX28" fmla="*/ 391296 w 1207838"/>
                    <a:gd name="connsiteY28" fmla="*/ 103001 h 4325020"/>
                    <a:gd name="connsiteX29" fmla="*/ 443371 w 1207838"/>
                    <a:gd name="connsiteY29" fmla="*/ 51028 h 4325020"/>
                    <a:gd name="connsiteX30" fmla="*/ 506376 w 1207838"/>
                    <a:gd name="connsiteY30" fmla="*/ 12999 h 4325020"/>
                    <a:gd name="connsiteX31" fmla="*/ 541870 w 1207838"/>
                    <a:gd name="connsiteY31" fmla="*/ 2721 h 4325020"/>
                    <a:gd name="connsiteX32" fmla="*/ 578734 w 1207838"/>
                    <a:gd name="connsiteY32" fmla="*/ 14 h 4325020"/>
                    <a:gd name="connsiteX33" fmla="*/ 650270 w 1207838"/>
                    <a:gd name="connsiteY33" fmla="*/ 16973 h 4325020"/>
                    <a:gd name="connsiteX34" fmla="*/ 712555 w 1207838"/>
                    <a:gd name="connsiteY34" fmla="*/ 56133 h 4325020"/>
                    <a:gd name="connsiteX35" fmla="*/ 810265 w 1207838"/>
                    <a:gd name="connsiteY35" fmla="*/ 165492 h 4325020"/>
                    <a:gd name="connsiteX36" fmla="*/ 884576 w 1207838"/>
                    <a:gd name="connsiteY36" fmla="*/ 292050 h 4325020"/>
                    <a:gd name="connsiteX37" fmla="*/ 944360 w 1207838"/>
                    <a:gd name="connsiteY37" fmla="*/ 426008 h 4325020"/>
                    <a:gd name="connsiteX38" fmla="*/ 1036041 w 1207838"/>
                    <a:gd name="connsiteY38" fmla="*/ 704476 h 4325020"/>
                    <a:gd name="connsiteX39" fmla="*/ 1102403 w 1207838"/>
                    <a:gd name="connsiteY39" fmla="*/ 990070 h 4325020"/>
                    <a:gd name="connsiteX40" fmla="*/ 1182641 w 1207838"/>
                    <a:gd name="connsiteY40" fmla="*/ 1570749 h 4325020"/>
                    <a:gd name="connsiteX41" fmla="*/ 1207685 w 1207838"/>
                    <a:gd name="connsiteY41" fmla="*/ 2156669 h 4325020"/>
                    <a:gd name="connsiteX42" fmla="*/ 1194906 w 1207838"/>
                    <a:gd name="connsiteY42" fmla="*/ 2156669 h 4325020"/>
                    <a:gd name="connsiteX43" fmla="*/ 1170924 w 1207838"/>
                    <a:gd name="connsiteY43" fmla="*/ 1571948 h 4325020"/>
                    <a:gd name="connsiteX44" fmla="*/ 1093153 w 1207838"/>
                    <a:gd name="connsiteY44" fmla="*/ 992057 h 4325020"/>
                    <a:gd name="connsiteX45" fmla="*/ 1028298 w 1207838"/>
                    <a:gd name="connsiteY45" fmla="*/ 706771 h 4325020"/>
                    <a:gd name="connsiteX46" fmla="*/ 938194 w 1207838"/>
                    <a:gd name="connsiteY46" fmla="*/ 428611 h 4325020"/>
                    <a:gd name="connsiteX47" fmla="*/ 879300 w 1207838"/>
                    <a:gd name="connsiteY47" fmla="*/ 294996 h 4325020"/>
                    <a:gd name="connsiteX48" fmla="*/ 806017 w 1207838"/>
                    <a:gd name="connsiteY48" fmla="*/ 168747 h 4325020"/>
                    <a:gd name="connsiteX49" fmla="*/ 709711 w 1207838"/>
                    <a:gd name="connsiteY49" fmla="*/ 59867 h 4325020"/>
                    <a:gd name="connsiteX50" fmla="*/ 648522 w 1207838"/>
                    <a:gd name="connsiteY50" fmla="*/ 21016 h 4325020"/>
                    <a:gd name="connsiteX51" fmla="*/ 578528 w 1207838"/>
                    <a:gd name="connsiteY51" fmla="*/ 4160 h 4325020"/>
                    <a:gd name="connsiteX52" fmla="*/ 542521 w 1207838"/>
                    <a:gd name="connsiteY52" fmla="*/ 6935 h 4325020"/>
                    <a:gd name="connsiteX53" fmla="*/ 507849 w 1207838"/>
                    <a:gd name="connsiteY53" fmla="*/ 17213 h 4325020"/>
                    <a:gd name="connsiteX54" fmla="*/ 446180 w 1207838"/>
                    <a:gd name="connsiteY54" fmla="*/ 54900 h 4325020"/>
                    <a:gd name="connsiteX55" fmla="*/ 394790 w 1207838"/>
                    <a:gd name="connsiteY55" fmla="*/ 106496 h 4325020"/>
                    <a:gd name="connsiteX56" fmla="*/ 351965 w 1207838"/>
                    <a:gd name="connsiteY56" fmla="*/ 165423 h 4325020"/>
                    <a:gd name="connsiteX57" fmla="*/ 283444 w 1207838"/>
                    <a:gd name="connsiteY57" fmla="*/ 294242 h 4325020"/>
                    <a:gd name="connsiteX58" fmla="*/ 229998 w 1207838"/>
                    <a:gd name="connsiteY58" fmla="*/ 430290 h 4325020"/>
                    <a:gd name="connsiteX59" fmla="*/ 150856 w 1207838"/>
                    <a:gd name="connsiteY59" fmla="*/ 711807 h 4325020"/>
                    <a:gd name="connsiteX60" fmla="*/ 95766 w 1207838"/>
                    <a:gd name="connsiteY60" fmla="*/ 999149 h 4325020"/>
                    <a:gd name="connsiteX61" fmla="*/ 32316 w 1207838"/>
                    <a:gd name="connsiteY61" fmla="*/ 1580924 h 4325020"/>
                    <a:gd name="connsiteX62" fmla="*/ 14432 w 1207838"/>
                    <a:gd name="connsiteY62" fmla="*/ 2165954 h 4325020"/>
                    <a:gd name="connsiteX63" fmla="*/ 36187 w 1207838"/>
                    <a:gd name="connsiteY63" fmla="*/ 2750778 h 4325020"/>
                    <a:gd name="connsiteX64" fmla="*/ 107962 w 1207838"/>
                    <a:gd name="connsiteY64" fmla="*/ 3331456 h 4325020"/>
                    <a:gd name="connsiteX65" fmla="*/ 168501 w 1207838"/>
                    <a:gd name="connsiteY65" fmla="*/ 3617667 h 4325020"/>
                    <a:gd name="connsiteX66" fmla="*/ 253638 w 1207838"/>
                    <a:gd name="connsiteY66" fmla="*/ 3897266 h 4325020"/>
                    <a:gd name="connsiteX67" fmla="*/ 310099 w 1207838"/>
                    <a:gd name="connsiteY67" fmla="*/ 4031977 h 4325020"/>
                    <a:gd name="connsiteX68" fmla="*/ 381360 w 1207838"/>
                    <a:gd name="connsiteY68" fmla="*/ 4159152 h 4325020"/>
                    <a:gd name="connsiteX69" fmla="*/ 425247 w 1207838"/>
                    <a:gd name="connsiteY69" fmla="*/ 4217155 h 4325020"/>
                    <a:gd name="connsiteX70" fmla="*/ 476981 w 1207838"/>
                    <a:gd name="connsiteY70" fmla="*/ 4267895 h 4325020"/>
                    <a:gd name="connsiteX71" fmla="*/ 538650 w 1207838"/>
                    <a:gd name="connsiteY71" fmla="*/ 4305067 h 4325020"/>
                    <a:gd name="connsiteX72" fmla="*/ 608712 w 1207838"/>
                    <a:gd name="connsiteY72" fmla="*/ 4318257 h 4325020"/>
                    <a:gd name="connsiteX73" fmla="*/ 678089 w 1207838"/>
                    <a:gd name="connsiteY73" fmla="*/ 4301504 h 4325020"/>
                    <a:gd name="connsiteX74" fmla="*/ 738387 w 1207838"/>
                    <a:gd name="connsiteY74" fmla="*/ 4262104 h 4325020"/>
                    <a:gd name="connsiteX75" fmla="*/ 789024 w 1207838"/>
                    <a:gd name="connsiteY75" fmla="*/ 4210200 h 4325020"/>
                    <a:gd name="connsiteX76" fmla="*/ 832020 w 1207838"/>
                    <a:gd name="connsiteY76" fmla="*/ 4151512 h 4325020"/>
                    <a:gd name="connsiteX77" fmla="*/ 902152 w 1207838"/>
                    <a:gd name="connsiteY77" fmla="*/ 4023687 h 4325020"/>
                    <a:gd name="connsiteX78" fmla="*/ 957859 w 1207838"/>
                    <a:gd name="connsiteY78" fmla="*/ 3888667 h 4325020"/>
                    <a:gd name="connsiteX79" fmla="*/ 1042037 w 1207838"/>
                    <a:gd name="connsiteY79" fmla="*/ 3608760 h 4325020"/>
                    <a:gd name="connsiteX80" fmla="*/ 1101924 w 1207838"/>
                    <a:gd name="connsiteY80" fmla="*/ 3322411 h 4325020"/>
                    <a:gd name="connsiteX81" fmla="*/ 1173014 w 1207838"/>
                    <a:gd name="connsiteY81" fmla="*/ 2741665 h 4325020"/>
                    <a:gd name="connsiteX82" fmla="*/ 1194906 w 1207838"/>
                    <a:gd name="connsiteY82" fmla="*/ 2156669 h 4325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</a:cxnLst>
                  <a:rect l="l" t="t" r="r" b="b"/>
                  <a:pathLst>
                    <a:path w="1207838" h="4325020">
                      <a:moveTo>
                        <a:pt x="1207685" y="2156669"/>
                      </a:moveTo>
                      <a:cubicBezTo>
                        <a:pt x="1207685" y="2351953"/>
                        <a:pt x="1200525" y="2547580"/>
                        <a:pt x="1185416" y="2742521"/>
                      </a:cubicBezTo>
                      <a:cubicBezTo>
                        <a:pt x="1170308" y="2937462"/>
                        <a:pt x="1146839" y="3131684"/>
                        <a:pt x="1112647" y="3324227"/>
                      </a:cubicBezTo>
                      <a:cubicBezTo>
                        <a:pt x="1095517" y="3420430"/>
                        <a:pt x="1075440" y="3516085"/>
                        <a:pt x="1051595" y="3611055"/>
                      </a:cubicBezTo>
                      <a:cubicBezTo>
                        <a:pt x="1028127" y="3706025"/>
                        <a:pt x="999588" y="3799693"/>
                        <a:pt x="966150" y="3891613"/>
                      </a:cubicBezTo>
                      <a:cubicBezTo>
                        <a:pt x="949020" y="3937488"/>
                        <a:pt x="930553" y="3982848"/>
                        <a:pt x="909655" y="4027113"/>
                      </a:cubicBezTo>
                      <a:cubicBezTo>
                        <a:pt x="888962" y="4071583"/>
                        <a:pt x="865219" y="4114545"/>
                        <a:pt x="838530" y="4155692"/>
                      </a:cubicBezTo>
                      <a:cubicBezTo>
                        <a:pt x="825100" y="4176248"/>
                        <a:pt x="810505" y="4196050"/>
                        <a:pt x="794780" y="4214928"/>
                      </a:cubicBezTo>
                      <a:cubicBezTo>
                        <a:pt x="779088" y="4233943"/>
                        <a:pt x="761787" y="4251552"/>
                        <a:pt x="743081" y="4267552"/>
                      </a:cubicBezTo>
                      <a:cubicBezTo>
                        <a:pt x="724340" y="4283723"/>
                        <a:pt x="703442" y="4297256"/>
                        <a:pt x="681001" y="4307773"/>
                      </a:cubicBezTo>
                      <a:cubicBezTo>
                        <a:pt x="658424" y="4318257"/>
                        <a:pt x="633927" y="4324081"/>
                        <a:pt x="609054" y="4324904"/>
                      </a:cubicBezTo>
                      <a:cubicBezTo>
                        <a:pt x="584078" y="4325418"/>
                        <a:pt x="559274" y="4320758"/>
                        <a:pt x="536183" y="4311199"/>
                      </a:cubicBezTo>
                      <a:cubicBezTo>
                        <a:pt x="513263" y="4301710"/>
                        <a:pt x="491884" y="4288896"/>
                        <a:pt x="472664" y="4273205"/>
                      </a:cubicBezTo>
                      <a:cubicBezTo>
                        <a:pt x="453512" y="4257719"/>
                        <a:pt x="435834" y="4240520"/>
                        <a:pt x="419800" y="4221814"/>
                      </a:cubicBezTo>
                      <a:cubicBezTo>
                        <a:pt x="403800" y="4203177"/>
                        <a:pt x="388932" y="4183614"/>
                        <a:pt x="375262" y="4163229"/>
                      </a:cubicBezTo>
                      <a:cubicBezTo>
                        <a:pt x="348093" y="4122391"/>
                        <a:pt x="323940" y="4079634"/>
                        <a:pt x="302973" y="4035301"/>
                      </a:cubicBezTo>
                      <a:cubicBezTo>
                        <a:pt x="281799" y="3991139"/>
                        <a:pt x="262956" y="3945915"/>
                        <a:pt x="245792" y="3900109"/>
                      </a:cubicBezTo>
                      <a:cubicBezTo>
                        <a:pt x="211943" y="3808326"/>
                        <a:pt x="183096" y="3714761"/>
                        <a:pt x="159387" y="3619826"/>
                      </a:cubicBezTo>
                      <a:cubicBezTo>
                        <a:pt x="135405" y="3525062"/>
                        <a:pt x="115089" y="3429338"/>
                        <a:pt x="97719" y="3333135"/>
                      </a:cubicBezTo>
                      <a:cubicBezTo>
                        <a:pt x="63081" y="3140695"/>
                        <a:pt x="39476" y="2946404"/>
                        <a:pt x="23854" y="2751566"/>
                      </a:cubicBezTo>
                      <a:cubicBezTo>
                        <a:pt x="8231" y="2556727"/>
                        <a:pt x="625" y="2361238"/>
                        <a:pt x="-129" y="2165714"/>
                      </a:cubicBezTo>
                      <a:cubicBezTo>
                        <a:pt x="-403" y="2067969"/>
                        <a:pt x="1619" y="1970430"/>
                        <a:pt x="4907" y="1872582"/>
                      </a:cubicBezTo>
                      <a:cubicBezTo>
                        <a:pt x="8196" y="1774735"/>
                        <a:pt x="13335" y="1677298"/>
                        <a:pt x="20222" y="1579793"/>
                      </a:cubicBezTo>
                      <a:cubicBezTo>
                        <a:pt x="33926" y="1384852"/>
                        <a:pt x="55099" y="1190322"/>
                        <a:pt x="86618" y="997367"/>
                      </a:cubicBezTo>
                      <a:cubicBezTo>
                        <a:pt x="102412" y="900890"/>
                        <a:pt x="120879" y="804859"/>
                        <a:pt x="143182" y="709581"/>
                      </a:cubicBezTo>
                      <a:cubicBezTo>
                        <a:pt x="165075" y="614255"/>
                        <a:pt x="192003" y="520159"/>
                        <a:pt x="223865" y="427686"/>
                      </a:cubicBezTo>
                      <a:cubicBezTo>
                        <a:pt x="240139" y="381572"/>
                        <a:pt x="257920" y="335971"/>
                        <a:pt x="278202" y="291433"/>
                      </a:cubicBezTo>
                      <a:cubicBezTo>
                        <a:pt x="298176" y="246706"/>
                        <a:pt x="321439" y="203521"/>
                        <a:pt x="347785" y="162237"/>
                      </a:cubicBezTo>
                      <a:cubicBezTo>
                        <a:pt x="361044" y="141619"/>
                        <a:pt x="375604" y="121834"/>
                        <a:pt x="391296" y="103001"/>
                      </a:cubicBezTo>
                      <a:cubicBezTo>
                        <a:pt x="406953" y="84062"/>
                        <a:pt x="424391" y="66658"/>
                        <a:pt x="443371" y="51028"/>
                      </a:cubicBezTo>
                      <a:cubicBezTo>
                        <a:pt x="462317" y="35227"/>
                        <a:pt x="483559" y="22404"/>
                        <a:pt x="506376" y="12999"/>
                      </a:cubicBezTo>
                      <a:cubicBezTo>
                        <a:pt x="517853" y="8429"/>
                        <a:pt x="529742" y="4986"/>
                        <a:pt x="541870" y="2721"/>
                      </a:cubicBezTo>
                      <a:cubicBezTo>
                        <a:pt x="554032" y="518"/>
                        <a:pt x="566400" y="-390"/>
                        <a:pt x="578734" y="14"/>
                      </a:cubicBezTo>
                      <a:cubicBezTo>
                        <a:pt x="603470" y="974"/>
                        <a:pt x="627760" y="6733"/>
                        <a:pt x="650270" y="16973"/>
                      </a:cubicBezTo>
                      <a:cubicBezTo>
                        <a:pt x="672642" y="27241"/>
                        <a:pt x="693609" y="40407"/>
                        <a:pt x="712555" y="56133"/>
                      </a:cubicBezTo>
                      <a:cubicBezTo>
                        <a:pt x="750652" y="87276"/>
                        <a:pt x="782275" y="125407"/>
                        <a:pt x="810265" y="165492"/>
                      </a:cubicBezTo>
                      <a:cubicBezTo>
                        <a:pt x="837982" y="205881"/>
                        <a:pt x="862821" y="248172"/>
                        <a:pt x="884576" y="292050"/>
                      </a:cubicBezTo>
                      <a:cubicBezTo>
                        <a:pt x="906605" y="335732"/>
                        <a:pt x="926236" y="380578"/>
                        <a:pt x="944360" y="426008"/>
                      </a:cubicBezTo>
                      <a:cubicBezTo>
                        <a:pt x="979991" y="517082"/>
                        <a:pt x="1010620" y="610044"/>
                        <a:pt x="1036041" y="704476"/>
                      </a:cubicBezTo>
                      <a:cubicBezTo>
                        <a:pt x="1061805" y="798794"/>
                        <a:pt x="1083594" y="894175"/>
                        <a:pt x="1102403" y="990070"/>
                      </a:cubicBezTo>
                      <a:cubicBezTo>
                        <a:pt x="1139336" y="1182089"/>
                        <a:pt x="1166093" y="1375917"/>
                        <a:pt x="1182641" y="1570749"/>
                      </a:cubicBezTo>
                      <a:cubicBezTo>
                        <a:pt x="1199429" y="1765724"/>
                        <a:pt x="1207446" y="1961180"/>
                        <a:pt x="1207685" y="2156669"/>
                      </a:cubicBezTo>
                      <a:close/>
                      <a:moveTo>
                        <a:pt x="1194906" y="2156669"/>
                      </a:moveTo>
                      <a:cubicBezTo>
                        <a:pt x="1194906" y="1961385"/>
                        <a:pt x="1187403" y="1766375"/>
                        <a:pt x="1170924" y="1571948"/>
                      </a:cubicBezTo>
                      <a:cubicBezTo>
                        <a:pt x="1155130" y="1377428"/>
                        <a:pt x="1129161" y="1183867"/>
                        <a:pt x="1093153" y="992057"/>
                      </a:cubicBezTo>
                      <a:cubicBezTo>
                        <a:pt x="1074858" y="896128"/>
                        <a:pt x="1053582" y="800987"/>
                        <a:pt x="1028298" y="706771"/>
                      </a:cubicBezTo>
                      <a:cubicBezTo>
                        <a:pt x="1003391" y="612470"/>
                        <a:pt x="973311" y="519610"/>
                        <a:pt x="938194" y="428611"/>
                      </a:cubicBezTo>
                      <a:cubicBezTo>
                        <a:pt x="920378" y="383251"/>
                        <a:pt x="901021" y="338438"/>
                        <a:pt x="879300" y="294996"/>
                      </a:cubicBezTo>
                      <a:cubicBezTo>
                        <a:pt x="857853" y="251252"/>
                        <a:pt x="833357" y="209064"/>
                        <a:pt x="806017" y="168747"/>
                      </a:cubicBezTo>
                      <a:cubicBezTo>
                        <a:pt x="778369" y="128799"/>
                        <a:pt x="747192" y="90804"/>
                        <a:pt x="709711" y="59867"/>
                      </a:cubicBezTo>
                      <a:cubicBezTo>
                        <a:pt x="691108" y="44296"/>
                        <a:pt x="670518" y="31236"/>
                        <a:pt x="648522" y="21016"/>
                      </a:cubicBezTo>
                      <a:cubicBezTo>
                        <a:pt x="626527" y="10834"/>
                        <a:pt x="602751" y="5106"/>
                        <a:pt x="578528" y="4160"/>
                      </a:cubicBezTo>
                      <a:cubicBezTo>
                        <a:pt x="566469" y="3780"/>
                        <a:pt x="554375" y="4712"/>
                        <a:pt x="542521" y="6935"/>
                      </a:cubicBezTo>
                      <a:cubicBezTo>
                        <a:pt x="530667" y="9224"/>
                        <a:pt x="519052" y="12667"/>
                        <a:pt x="507849" y="17213"/>
                      </a:cubicBezTo>
                      <a:cubicBezTo>
                        <a:pt x="485512" y="26587"/>
                        <a:pt x="464715" y="39294"/>
                        <a:pt x="446180" y="54900"/>
                      </a:cubicBezTo>
                      <a:cubicBezTo>
                        <a:pt x="427440" y="70430"/>
                        <a:pt x="410241" y="87707"/>
                        <a:pt x="394790" y="106496"/>
                      </a:cubicBezTo>
                      <a:cubicBezTo>
                        <a:pt x="379305" y="125243"/>
                        <a:pt x="365018" y="144922"/>
                        <a:pt x="351965" y="165423"/>
                      </a:cubicBezTo>
                      <a:cubicBezTo>
                        <a:pt x="325961" y="206615"/>
                        <a:pt x="303075" y="249670"/>
                        <a:pt x="283444" y="294242"/>
                      </a:cubicBezTo>
                      <a:cubicBezTo>
                        <a:pt x="263470" y="338781"/>
                        <a:pt x="245963" y="384244"/>
                        <a:pt x="229998" y="430290"/>
                      </a:cubicBezTo>
                      <a:cubicBezTo>
                        <a:pt x="198649" y="522663"/>
                        <a:pt x="172235" y="616632"/>
                        <a:pt x="150856" y="711807"/>
                      </a:cubicBezTo>
                      <a:cubicBezTo>
                        <a:pt x="129067" y="806880"/>
                        <a:pt x="111080" y="902809"/>
                        <a:pt x="95766" y="999149"/>
                      </a:cubicBezTo>
                      <a:cubicBezTo>
                        <a:pt x="65240" y="1191898"/>
                        <a:pt x="45232" y="1386291"/>
                        <a:pt x="32316" y="1580924"/>
                      </a:cubicBezTo>
                      <a:cubicBezTo>
                        <a:pt x="19400" y="1775557"/>
                        <a:pt x="14158" y="1970841"/>
                        <a:pt x="14432" y="2165954"/>
                      </a:cubicBezTo>
                      <a:cubicBezTo>
                        <a:pt x="14706" y="2361066"/>
                        <a:pt x="21284" y="2556213"/>
                        <a:pt x="36187" y="2750778"/>
                      </a:cubicBezTo>
                      <a:cubicBezTo>
                        <a:pt x="51090" y="2945342"/>
                        <a:pt x="73874" y="3139324"/>
                        <a:pt x="107962" y="3331456"/>
                      </a:cubicBezTo>
                      <a:cubicBezTo>
                        <a:pt x="125093" y="3427385"/>
                        <a:pt x="144792" y="3523075"/>
                        <a:pt x="168501" y="3617667"/>
                      </a:cubicBezTo>
                      <a:cubicBezTo>
                        <a:pt x="191797" y="3712329"/>
                        <a:pt x="220199" y="3805688"/>
                        <a:pt x="253638" y="3897266"/>
                      </a:cubicBezTo>
                      <a:cubicBezTo>
                        <a:pt x="270596" y="3942969"/>
                        <a:pt x="289200" y="3988022"/>
                        <a:pt x="310099" y="4031977"/>
                      </a:cubicBezTo>
                      <a:cubicBezTo>
                        <a:pt x="330758" y="4076037"/>
                        <a:pt x="354568" y="4118519"/>
                        <a:pt x="381360" y="4159152"/>
                      </a:cubicBezTo>
                      <a:cubicBezTo>
                        <a:pt x="394824" y="4179366"/>
                        <a:pt x="409454" y="4198723"/>
                        <a:pt x="425247" y="4217155"/>
                      </a:cubicBezTo>
                      <a:cubicBezTo>
                        <a:pt x="440870" y="4235656"/>
                        <a:pt x="458206" y="4252614"/>
                        <a:pt x="476981" y="4267895"/>
                      </a:cubicBezTo>
                      <a:cubicBezTo>
                        <a:pt x="495618" y="4283243"/>
                        <a:pt x="516380" y="4295748"/>
                        <a:pt x="538650" y="4305067"/>
                      </a:cubicBezTo>
                      <a:cubicBezTo>
                        <a:pt x="560816" y="4314317"/>
                        <a:pt x="584695" y="4318806"/>
                        <a:pt x="608712" y="4318257"/>
                      </a:cubicBezTo>
                      <a:cubicBezTo>
                        <a:pt x="632728" y="4317401"/>
                        <a:pt x="656334" y="4311713"/>
                        <a:pt x="678089" y="4301504"/>
                      </a:cubicBezTo>
                      <a:cubicBezTo>
                        <a:pt x="699879" y="4291191"/>
                        <a:pt x="720195" y="4277933"/>
                        <a:pt x="738387" y="4262104"/>
                      </a:cubicBezTo>
                      <a:cubicBezTo>
                        <a:pt x="756716" y="4246276"/>
                        <a:pt x="773675" y="4228941"/>
                        <a:pt x="789024" y="4210200"/>
                      </a:cubicBezTo>
                      <a:cubicBezTo>
                        <a:pt x="804475" y="4191460"/>
                        <a:pt x="818830" y="4171863"/>
                        <a:pt x="832020" y="4151512"/>
                      </a:cubicBezTo>
                      <a:cubicBezTo>
                        <a:pt x="858333" y="4110571"/>
                        <a:pt x="881767" y="4067883"/>
                        <a:pt x="902152" y="4023687"/>
                      </a:cubicBezTo>
                      <a:cubicBezTo>
                        <a:pt x="922708" y="3979594"/>
                        <a:pt x="941106" y="3934404"/>
                        <a:pt x="957859" y="3888667"/>
                      </a:cubicBezTo>
                      <a:cubicBezTo>
                        <a:pt x="990852" y="3796917"/>
                        <a:pt x="1018945" y="3703489"/>
                        <a:pt x="1042037" y="3608760"/>
                      </a:cubicBezTo>
                      <a:cubicBezTo>
                        <a:pt x="1065505" y="3514098"/>
                        <a:pt x="1085102" y="3418478"/>
                        <a:pt x="1101924" y="3322411"/>
                      </a:cubicBezTo>
                      <a:cubicBezTo>
                        <a:pt x="1135533" y="3130245"/>
                        <a:pt x="1158111" y="2936195"/>
                        <a:pt x="1173014" y="2741665"/>
                      </a:cubicBezTo>
                      <a:cubicBezTo>
                        <a:pt x="1187917" y="2547134"/>
                        <a:pt x="1194941" y="2351782"/>
                        <a:pt x="1194906" y="215666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96217069-F0BF-C16A-95A4-C3FEC9E98B06}"/>
                    </a:ext>
                  </a:extLst>
                </p:cNvPr>
                <p:cNvSpPr/>
                <p:nvPr/>
              </p:nvSpPr>
              <p:spPr>
                <a:xfrm>
                  <a:off x="4297503" y="2253527"/>
                  <a:ext cx="3305164" cy="4335742"/>
                </a:xfrm>
                <a:custGeom>
                  <a:avLst/>
                  <a:gdLst>
                    <a:gd name="connsiteX0" fmla="*/ 3305011 w 3305164"/>
                    <a:gd name="connsiteY0" fmla="*/ 2167455 h 4335742"/>
                    <a:gd name="connsiteX1" fmla="*/ 3280138 w 3305164"/>
                    <a:gd name="connsiteY1" fmla="*/ 2543086 h 4335742"/>
                    <a:gd name="connsiteX2" fmla="*/ 3204765 w 3305164"/>
                    <a:gd name="connsiteY2" fmla="*/ 2911932 h 4335742"/>
                    <a:gd name="connsiteX3" fmla="*/ 3076939 w 3305164"/>
                    <a:gd name="connsiteY3" fmla="*/ 3265979 h 4335742"/>
                    <a:gd name="connsiteX4" fmla="*/ 2895360 w 3305164"/>
                    <a:gd name="connsiteY4" fmla="*/ 3595563 h 4335742"/>
                    <a:gd name="connsiteX5" fmla="*/ 2658107 w 3305164"/>
                    <a:gd name="connsiteY5" fmla="*/ 3887461 h 4335742"/>
                    <a:gd name="connsiteX6" fmla="*/ 2365626 w 3305164"/>
                    <a:gd name="connsiteY6" fmla="*/ 4123652 h 4335742"/>
                    <a:gd name="connsiteX7" fmla="*/ 2024324 w 3305164"/>
                    <a:gd name="connsiteY7" fmla="*/ 4280702 h 4335742"/>
                    <a:gd name="connsiteX8" fmla="*/ 1281423 w 3305164"/>
                    <a:gd name="connsiteY8" fmla="*/ 4280702 h 4335742"/>
                    <a:gd name="connsiteX9" fmla="*/ 940156 w 3305164"/>
                    <a:gd name="connsiteY9" fmla="*/ 4123961 h 4335742"/>
                    <a:gd name="connsiteX10" fmla="*/ 647470 w 3305164"/>
                    <a:gd name="connsiteY10" fmla="*/ 3887838 h 4335742"/>
                    <a:gd name="connsiteX11" fmla="*/ 410011 w 3305164"/>
                    <a:gd name="connsiteY11" fmla="*/ 3595940 h 4335742"/>
                    <a:gd name="connsiteX12" fmla="*/ 228192 w 3305164"/>
                    <a:gd name="connsiteY12" fmla="*/ 3266355 h 4335742"/>
                    <a:gd name="connsiteX13" fmla="*/ 100195 w 3305164"/>
                    <a:gd name="connsiteY13" fmla="*/ 2912241 h 4335742"/>
                    <a:gd name="connsiteX14" fmla="*/ 24822 w 3305164"/>
                    <a:gd name="connsiteY14" fmla="*/ 2543222 h 4335742"/>
                    <a:gd name="connsiteX15" fmla="*/ 24822 w 3305164"/>
                    <a:gd name="connsiteY15" fmla="*/ 1791653 h 4335742"/>
                    <a:gd name="connsiteX16" fmla="*/ 100366 w 3305164"/>
                    <a:gd name="connsiteY16" fmla="*/ 1422704 h 4335742"/>
                    <a:gd name="connsiteX17" fmla="*/ 228397 w 3305164"/>
                    <a:gd name="connsiteY17" fmla="*/ 1068726 h 4335742"/>
                    <a:gd name="connsiteX18" fmla="*/ 410320 w 3305164"/>
                    <a:gd name="connsiteY18" fmla="*/ 739244 h 4335742"/>
                    <a:gd name="connsiteX19" fmla="*/ 647812 w 3305164"/>
                    <a:gd name="connsiteY19" fmla="*/ 447517 h 4335742"/>
                    <a:gd name="connsiteX20" fmla="*/ 940430 w 3305164"/>
                    <a:gd name="connsiteY20" fmla="*/ 211566 h 4335742"/>
                    <a:gd name="connsiteX21" fmla="*/ 1281697 w 3305164"/>
                    <a:gd name="connsiteY21" fmla="*/ 54893 h 4335742"/>
                    <a:gd name="connsiteX22" fmla="*/ 2024153 w 3305164"/>
                    <a:gd name="connsiteY22" fmla="*/ 54893 h 4335742"/>
                    <a:gd name="connsiteX23" fmla="*/ 2365386 w 3305164"/>
                    <a:gd name="connsiteY23" fmla="*/ 211772 h 4335742"/>
                    <a:gd name="connsiteX24" fmla="*/ 2657798 w 3305164"/>
                    <a:gd name="connsiteY24" fmla="*/ 447791 h 4335742"/>
                    <a:gd name="connsiteX25" fmla="*/ 2895086 w 3305164"/>
                    <a:gd name="connsiteY25" fmla="*/ 739552 h 4335742"/>
                    <a:gd name="connsiteX26" fmla="*/ 3076837 w 3305164"/>
                    <a:gd name="connsiteY26" fmla="*/ 1069000 h 4335742"/>
                    <a:gd name="connsiteX27" fmla="*/ 3204765 w 3305164"/>
                    <a:gd name="connsiteY27" fmla="*/ 1422978 h 4335742"/>
                    <a:gd name="connsiteX28" fmla="*/ 3280138 w 3305164"/>
                    <a:gd name="connsiteY28" fmla="*/ 1791790 h 4335742"/>
                    <a:gd name="connsiteX29" fmla="*/ 3305011 w 3305164"/>
                    <a:gd name="connsiteY29" fmla="*/ 2167455 h 4335742"/>
                    <a:gd name="connsiteX30" fmla="*/ 3290381 w 3305164"/>
                    <a:gd name="connsiteY30" fmla="*/ 2167455 h 4335742"/>
                    <a:gd name="connsiteX31" fmla="*/ 3266194 w 3305164"/>
                    <a:gd name="connsiteY31" fmla="*/ 1793640 h 4335742"/>
                    <a:gd name="connsiteX32" fmla="*/ 3192020 w 3305164"/>
                    <a:gd name="connsiteY32" fmla="*/ 1426472 h 4335742"/>
                    <a:gd name="connsiteX33" fmla="*/ 2887103 w 3305164"/>
                    <a:gd name="connsiteY33" fmla="*/ 744931 h 4335742"/>
                    <a:gd name="connsiteX34" fmla="*/ 2652214 w 3305164"/>
                    <a:gd name="connsiteY34" fmla="*/ 453410 h 4335742"/>
                    <a:gd name="connsiteX35" fmla="*/ 2362029 w 3305164"/>
                    <a:gd name="connsiteY35" fmla="*/ 217185 h 4335742"/>
                    <a:gd name="connsiteX36" fmla="*/ 2022646 w 3305164"/>
                    <a:gd name="connsiteY36" fmla="*/ 60409 h 4335742"/>
                    <a:gd name="connsiteX37" fmla="*/ 1283547 w 3305164"/>
                    <a:gd name="connsiteY37" fmla="*/ 60409 h 4335742"/>
                    <a:gd name="connsiteX38" fmla="*/ 944370 w 3305164"/>
                    <a:gd name="connsiteY38" fmla="*/ 217459 h 4335742"/>
                    <a:gd name="connsiteX39" fmla="*/ 654391 w 3305164"/>
                    <a:gd name="connsiteY39" fmla="*/ 453855 h 4335742"/>
                    <a:gd name="connsiteX40" fmla="*/ 419399 w 3305164"/>
                    <a:gd name="connsiteY40" fmla="*/ 745274 h 4335742"/>
                    <a:gd name="connsiteX41" fmla="*/ 114653 w 3305164"/>
                    <a:gd name="connsiteY41" fmla="*/ 1426712 h 4335742"/>
                    <a:gd name="connsiteX42" fmla="*/ 40685 w 3305164"/>
                    <a:gd name="connsiteY42" fmla="*/ 1793777 h 4335742"/>
                    <a:gd name="connsiteX43" fmla="*/ 40685 w 3305164"/>
                    <a:gd name="connsiteY43" fmla="*/ 2541133 h 4335742"/>
                    <a:gd name="connsiteX44" fmla="*/ 114893 w 3305164"/>
                    <a:gd name="connsiteY44" fmla="*/ 2908129 h 4335742"/>
                    <a:gd name="connsiteX45" fmla="*/ 240628 w 3305164"/>
                    <a:gd name="connsiteY45" fmla="*/ 3260737 h 4335742"/>
                    <a:gd name="connsiteX46" fmla="*/ 419878 w 3305164"/>
                    <a:gd name="connsiteY46" fmla="*/ 3589328 h 4335742"/>
                    <a:gd name="connsiteX47" fmla="*/ 654562 w 3305164"/>
                    <a:gd name="connsiteY47" fmla="*/ 3880746 h 4335742"/>
                    <a:gd name="connsiteX48" fmla="*/ 944507 w 3305164"/>
                    <a:gd name="connsiteY48" fmla="*/ 4116868 h 4335742"/>
                    <a:gd name="connsiteX49" fmla="*/ 1283685 w 3305164"/>
                    <a:gd name="connsiteY49" fmla="*/ 4273644 h 4335742"/>
                    <a:gd name="connsiteX50" fmla="*/ 2022303 w 3305164"/>
                    <a:gd name="connsiteY50" fmla="*/ 4273644 h 4335742"/>
                    <a:gd name="connsiteX51" fmla="*/ 2361481 w 3305164"/>
                    <a:gd name="connsiteY51" fmla="*/ 4116937 h 4335742"/>
                    <a:gd name="connsiteX52" fmla="*/ 2651632 w 3305164"/>
                    <a:gd name="connsiteY52" fmla="*/ 3880918 h 4335742"/>
                    <a:gd name="connsiteX53" fmla="*/ 2886520 w 3305164"/>
                    <a:gd name="connsiteY53" fmla="*/ 3589534 h 4335742"/>
                    <a:gd name="connsiteX54" fmla="*/ 3191814 w 3305164"/>
                    <a:gd name="connsiteY54" fmla="*/ 2908198 h 4335742"/>
                    <a:gd name="connsiteX55" fmla="*/ 3266091 w 3305164"/>
                    <a:gd name="connsiteY55" fmla="*/ 2541235 h 4335742"/>
                    <a:gd name="connsiteX56" fmla="*/ 3290416 w 3305164"/>
                    <a:gd name="connsiteY56" fmla="*/ 2167455 h 4335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3305164" h="4335742">
                      <a:moveTo>
                        <a:pt x="3305011" y="2167455"/>
                      </a:moveTo>
                      <a:cubicBezTo>
                        <a:pt x="3304874" y="2293074"/>
                        <a:pt x="3296583" y="2418549"/>
                        <a:pt x="3280138" y="2543086"/>
                      </a:cubicBezTo>
                      <a:cubicBezTo>
                        <a:pt x="3263487" y="2667615"/>
                        <a:pt x="3238306" y="2790853"/>
                        <a:pt x="3204765" y="2911932"/>
                      </a:cubicBezTo>
                      <a:cubicBezTo>
                        <a:pt x="3171053" y="3032974"/>
                        <a:pt x="3128330" y="3151309"/>
                        <a:pt x="3076939" y="3265979"/>
                      </a:cubicBezTo>
                      <a:cubicBezTo>
                        <a:pt x="3025686" y="3380682"/>
                        <a:pt x="2964942" y="3490932"/>
                        <a:pt x="2895360" y="3595563"/>
                      </a:cubicBezTo>
                      <a:cubicBezTo>
                        <a:pt x="2825811" y="3700228"/>
                        <a:pt x="2746361" y="3797973"/>
                        <a:pt x="2658107" y="3887461"/>
                      </a:cubicBezTo>
                      <a:cubicBezTo>
                        <a:pt x="2569852" y="3976984"/>
                        <a:pt x="2471731" y="4056228"/>
                        <a:pt x="2365626" y="4123652"/>
                      </a:cubicBezTo>
                      <a:cubicBezTo>
                        <a:pt x="2259351" y="4190974"/>
                        <a:pt x="2144579" y="4243803"/>
                        <a:pt x="2024324" y="4280702"/>
                      </a:cubicBezTo>
                      <a:cubicBezTo>
                        <a:pt x="1782104" y="4353985"/>
                        <a:pt x="1523644" y="4353985"/>
                        <a:pt x="1281423" y="4280702"/>
                      </a:cubicBezTo>
                      <a:cubicBezTo>
                        <a:pt x="1161204" y="4243872"/>
                        <a:pt x="1046432" y="4191145"/>
                        <a:pt x="940156" y="4123961"/>
                      </a:cubicBezTo>
                      <a:cubicBezTo>
                        <a:pt x="833980" y="4056570"/>
                        <a:pt x="735790" y="3977360"/>
                        <a:pt x="647470" y="3887838"/>
                      </a:cubicBezTo>
                      <a:cubicBezTo>
                        <a:pt x="559150" y="3798384"/>
                        <a:pt x="479632" y="3700605"/>
                        <a:pt x="410011" y="3595940"/>
                      </a:cubicBezTo>
                      <a:cubicBezTo>
                        <a:pt x="340353" y="3491309"/>
                        <a:pt x="279534" y="3381093"/>
                        <a:pt x="228192" y="3266355"/>
                      </a:cubicBezTo>
                      <a:cubicBezTo>
                        <a:pt x="176750" y="3151686"/>
                        <a:pt x="133966" y="3033317"/>
                        <a:pt x="100195" y="2912241"/>
                      </a:cubicBezTo>
                      <a:cubicBezTo>
                        <a:pt x="66658" y="2791103"/>
                        <a:pt x="41473" y="2667807"/>
                        <a:pt x="24822" y="2543222"/>
                      </a:cubicBezTo>
                      <a:cubicBezTo>
                        <a:pt x="-8479" y="2293807"/>
                        <a:pt x="-8479" y="2041069"/>
                        <a:pt x="24822" y="1791653"/>
                      </a:cubicBezTo>
                      <a:cubicBezTo>
                        <a:pt x="41497" y="1667079"/>
                        <a:pt x="66737" y="1543804"/>
                        <a:pt x="100366" y="1422704"/>
                      </a:cubicBezTo>
                      <a:cubicBezTo>
                        <a:pt x="134174" y="1301689"/>
                        <a:pt x="176972" y="1183368"/>
                        <a:pt x="228397" y="1068726"/>
                      </a:cubicBezTo>
                      <a:cubicBezTo>
                        <a:pt x="279791" y="954039"/>
                        <a:pt x="340641" y="843834"/>
                        <a:pt x="410320" y="739244"/>
                      </a:cubicBezTo>
                      <a:cubicBezTo>
                        <a:pt x="479933" y="634602"/>
                        <a:pt x="559465" y="536909"/>
                        <a:pt x="647812" y="447517"/>
                      </a:cubicBezTo>
                      <a:cubicBezTo>
                        <a:pt x="736094" y="358032"/>
                        <a:pt x="834264" y="278874"/>
                        <a:pt x="940430" y="211566"/>
                      </a:cubicBezTo>
                      <a:cubicBezTo>
                        <a:pt x="1046706" y="144402"/>
                        <a:pt x="1161478" y="91713"/>
                        <a:pt x="1281697" y="54893"/>
                      </a:cubicBezTo>
                      <a:cubicBezTo>
                        <a:pt x="1523747" y="-18403"/>
                        <a:pt x="1782104" y="-18403"/>
                        <a:pt x="2024153" y="54893"/>
                      </a:cubicBezTo>
                      <a:cubicBezTo>
                        <a:pt x="2144373" y="91758"/>
                        <a:pt x="2259145" y="144519"/>
                        <a:pt x="2365386" y="211772"/>
                      </a:cubicBezTo>
                      <a:cubicBezTo>
                        <a:pt x="2471456" y="279148"/>
                        <a:pt x="2569544" y="358327"/>
                        <a:pt x="2657798" y="447791"/>
                      </a:cubicBezTo>
                      <a:cubicBezTo>
                        <a:pt x="2746053" y="537214"/>
                        <a:pt x="2825537" y="634914"/>
                        <a:pt x="2895086" y="739552"/>
                      </a:cubicBezTo>
                      <a:cubicBezTo>
                        <a:pt x="2964703" y="844128"/>
                        <a:pt x="3025515" y="954327"/>
                        <a:pt x="3076837" y="1069000"/>
                      </a:cubicBezTo>
                      <a:cubicBezTo>
                        <a:pt x="3128227" y="1183642"/>
                        <a:pt x="3170984" y="1301963"/>
                        <a:pt x="3204765" y="1422978"/>
                      </a:cubicBezTo>
                      <a:cubicBezTo>
                        <a:pt x="3238272" y="1544047"/>
                        <a:pt x="3263453" y="1667274"/>
                        <a:pt x="3280138" y="1791790"/>
                      </a:cubicBezTo>
                      <a:cubicBezTo>
                        <a:pt x="3296583" y="1916340"/>
                        <a:pt x="3304874" y="2041826"/>
                        <a:pt x="3305011" y="2167455"/>
                      </a:cubicBezTo>
                      <a:close/>
                      <a:moveTo>
                        <a:pt x="3290381" y="2167455"/>
                      </a:moveTo>
                      <a:cubicBezTo>
                        <a:pt x="3290450" y="2042456"/>
                        <a:pt x="3282365" y="1917587"/>
                        <a:pt x="3266194" y="1793640"/>
                      </a:cubicBezTo>
                      <a:cubicBezTo>
                        <a:pt x="3249920" y="1669697"/>
                        <a:pt x="3225115" y="1547017"/>
                        <a:pt x="3192020" y="1426472"/>
                      </a:cubicBezTo>
                      <a:cubicBezTo>
                        <a:pt x="3125452" y="1185759"/>
                        <a:pt x="3024898" y="953679"/>
                        <a:pt x="2887103" y="744931"/>
                      </a:cubicBezTo>
                      <a:cubicBezTo>
                        <a:pt x="2818342" y="640454"/>
                        <a:pt x="2739681" y="542829"/>
                        <a:pt x="2652214" y="453410"/>
                      </a:cubicBezTo>
                      <a:cubicBezTo>
                        <a:pt x="2564816" y="363860"/>
                        <a:pt x="2467448" y="284602"/>
                        <a:pt x="2362029" y="217185"/>
                      </a:cubicBezTo>
                      <a:cubicBezTo>
                        <a:pt x="2256370" y="150065"/>
                        <a:pt x="2142249" y="97342"/>
                        <a:pt x="2022646" y="60409"/>
                      </a:cubicBezTo>
                      <a:cubicBezTo>
                        <a:pt x="1781796" y="-13298"/>
                        <a:pt x="1524398" y="-13298"/>
                        <a:pt x="1283547" y="60409"/>
                      </a:cubicBezTo>
                      <a:cubicBezTo>
                        <a:pt x="1163979" y="97390"/>
                        <a:pt x="1049926" y="150209"/>
                        <a:pt x="944370" y="217459"/>
                      </a:cubicBezTo>
                      <a:cubicBezTo>
                        <a:pt x="839023" y="284955"/>
                        <a:pt x="741730" y="364268"/>
                        <a:pt x="654391" y="453855"/>
                      </a:cubicBezTo>
                      <a:cubicBezTo>
                        <a:pt x="566903" y="543240"/>
                        <a:pt x="488211" y="640828"/>
                        <a:pt x="419399" y="745274"/>
                      </a:cubicBezTo>
                      <a:cubicBezTo>
                        <a:pt x="281535" y="953919"/>
                        <a:pt x="181118" y="1186067"/>
                        <a:pt x="114653" y="1426712"/>
                      </a:cubicBezTo>
                      <a:cubicBezTo>
                        <a:pt x="81667" y="1547240"/>
                        <a:pt x="56955" y="1669882"/>
                        <a:pt x="40685" y="1793777"/>
                      </a:cubicBezTo>
                      <a:cubicBezTo>
                        <a:pt x="8343" y="2041846"/>
                        <a:pt x="8343" y="2293064"/>
                        <a:pt x="40685" y="2541133"/>
                      </a:cubicBezTo>
                      <a:cubicBezTo>
                        <a:pt x="57000" y="2665018"/>
                        <a:pt x="81794" y="2787639"/>
                        <a:pt x="114893" y="2908129"/>
                      </a:cubicBezTo>
                      <a:cubicBezTo>
                        <a:pt x="148098" y="3028589"/>
                        <a:pt x="190122" y="3146444"/>
                        <a:pt x="240628" y="3260737"/>
                      </a:cubicBezTo>
                      <a:cubicBezTo>
                        <a:pt x="291142" y="3375064"/>
                        <a:pt x="351101" y="3484971"/>
                        <a:pt x="419878" y="3589328"/>
                      </a:cubicBezTo>
                      <a:cubicBezTo>
                        <a:pt x="488581" y="3693753"/>
                        <a:pt x="567171" y="3791361"/>
                        <a:pt x="654562" y="3880746"/>
                      </a:cubicBezTo>
                      <a:cubicBezTo>
                        <a:pt x="741888" y="3970269"/>
                        <a:pt x="839170" y="4049479"/>
                        <a:pt x="944507" y="4116868"/>
                      </a:cubicBezTo>
                      <a:cubicBezTo>
                        <a:pt x="1050098" y="4183985"/>
                        <a:pt x="1164150" y="4236712"/>
                        <a:pt x="1283685" y="4273644"/>
                      </a:cubicBezTo>
                      <a:cubicBezTo>
                        <a:pt x="1524363" y="4347407"/>
                        <a:pt x="1781624" y="4347407"/>
                        <a:pt x="2022303" y="4273644"/>
                      </a:cubicBezTo>
                      <a:cubicBezTo>
                        <a:pt x="2141838" y="4236746"/>
                        <a:pt x="2255890" y="4184019"/>
                        <a:pt x="2361481" y="4116937"/>
                      </a:cubicBezTo>
                      <a:cubicBezTo>
                        <a:pt x="2466866" y="4049582"/>
                        <a:pt x="2564234" y="3970406"/>
                        <a:pt x="2651632" y="3880918"/>
                      </a:cubicBezTo>
                      <a:cubicBezTo>
                        <a:pt x="2739064" y="3791532"/>
                        <a:pt x="2817726" y="3693959"/>
                        <a:pt x="2886520" y="3589534"/>
                      </a:cubicBezTo>
                      <a:cubicBezTo>
                        <a:pt x="3024556" y="3380991"/>
                        <a:pt x="3125144" y="3148877"/>
                        <a:pt x="3191814" y="2908198"/>
                      </a:cubicBezTo>
                      <a:cubicBezTo>
                        <a:pt x="3224944" y="2787721"/>
                        <a:pt x="3249783" y="2665114"/>
                        <a:pt x="3266091" y="2541235"/>
                      </a:cubicBezTo>
                      <a:cubicBezTo>
                        <a:pt x="3282296" y="2417302"/>
                        <a:pt x="3290450" y="2292444"/>
                        <a:pt x="3290416" y="21674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45124A48-2B8E-D12B-7B2D-735856AC7616}"/>
                    </a:ext>
                  </a:extLst>
                </p:cNvPr>
                <p:cNvSpPr/>
                <p:nvPr/>
              </p:nvSpPr>
              <p:spPr>
                <a:xfrm>
                  <a:off x="4010915" y="3558968"/>
                  <a:ext cx="3993077" cy="9113"/>
                </a:xfrm>
                <a:custGeom>
                  <a:avLst/>
                  <a:gdLst>
                    <a:gd name="connsiteX0" fmla="*/ 806 w 3993077"/>
                    <a:gd name="connsiteY0" fmla="*/ 3518 h 9113"/>
                    <a:gd name="connsiteX1" fmla="*/ 499739 w 3993077"/>
                    <a:gd name="connsiteY1" fmla="*/ 1737 h 9113"/>
                    <a:gd name="connsiteX2" fmla="*/ 998673 w 3993077"/>
                    <a:gd name="connsiteY2" fmla="*/ 743 h 9113"/>
                    <a:gd name="connsiteX3" fmla="*/ 1996539 w 3993077"/>
                    <a:gd name="connsiteY3" fmla="*/ -79 h 9113"/>
                    <a:gd name="connsiteX4" fmla="*/ 2994406 w 3993077"/>
                    <a:gd name="connsiteY4" fmla="*/ 812 h 9113"/>
                    <a:gd name="connsiteX5" fmla="*/ 3493340 w 3993077"/>
                    <a:gd name="connsiteY5" fmla="*/ 1908 h 9113"/>
                    <a:gd name="connsiteX6" fmla="*/ 3992273 w 3993077"/>
                    <a:gd name="connsiteY6" fmla="*/ 3827 h 9113"/>
                    <a:gd name="connsiteX7" fmla="*/ 3992924 w 3993077"/>
                    <a:gd name="connsiteY7" fmla="*/ 4478 h 9113"/>
                    <a:gd name="connsiteX8" fmla="*/ 3992273 w 3993077"/>
                    <a:gd name="connsiteY8" fmla="*/ 5129 h 9113"/>
                    <a:gd name="connsiteX9" fmla="*/ 3493340 w 3993077"/>
                    <a:gd name="connsiteY9" fmla="*/ 7047 h 9113"/>
                    <a:gd name="connsiteX10" fmla="*/ 2994406 w 3993077"/>
                    <a:gd name="connsiteY10" fmla="*/ 8143 h 9113"/>
                    <a:gd name="connsiteX11" fmla="*/ 1996539 w 3993077"/>
                    <a:gd name="connsiteY11" fmla="*/ 9034 h 9113"/>
                    <a:gd name="connsiteX12" fmla="*/ 998673 w 3993077"/>
                    <a:gd name="connsiteY12" fmla="*/ 8212 h 9113"/>
                    <a:gd name="connsiteX13" fmla="*/ 499739 w 3993077"/>
                    <a:gd name="connsiteY13" fmla="*/ 7218 h 9113"/>
                    <a:gd name="connsiteX14" fmla="*/ 806 w 3993077"/>
                    <a:gd name="connsiteY14" fmla="*/ 5437 h 9113"/>
                    <a:gd name="connsiteX15" fmla="*/ -153 w 3993077"/>
                    <a:gd name="connsiteY15" fmla="*/ 4478 h 9113"/>
                    <a:gd name="connsiteX16" fmla="*/ 806 w 3993077"/>
                    <a:gd name="connsiteY16" fmla="*/ 3518 h 9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993077" h="9113">
                      <a:moveTo>
                        <a:pt x="806" y="3518"/>
                      </a:moveTo>
                      <a:lnTo>
                        <a:pt x="499739" y="1737"/>
                      </a:lnTo>
                      <a:lnTo>
                        <a:pt x="998673" y="743"/>
                      </a:lnTo>
                      <a:lnTo>
                        <a:pt x="1996539" y="-79"/>
                      </a:lnTo>
                      <a:lnTo>
                        <a:pt x="2994406" y="812"/>
                      </a:lnTo>
                      <a:lnTo>
                        <a:pt x="3493340" y="1908"/>
                      </a:lnTo>
                      <a:lnTo>
                        <a:pt x="3992273" y="3827"/>
                      </a:lnTo>
                      <a:cubicBezTo>
                        <a:pt x="3992616" y="3844"/>
                        <a:pt x="3992890" y="4125"/>
                        <a:pt x="3992924" y="4478"/>
                      </a:cubicBezTo>
                      <a:cubicBezTo>
                        <a:pt x="3992924" y="4837"/>
                        <a:pt x="3992616" y="5129"/>
                        <a:pt x="3992273" y="5129"/>
                      </a:cubicBezTo>
                      <a:lnTo>
                        <a:pt x="3493340" y="7047"/>
                      </a:lnTo>
                      <a:lnTo>
                        <a:pt x="2994406" y="8143"/>
                      </a:lnTo>
                      <a:lnTo>
                        <a:pt x="1996539" y="9034"/>
                      </a:lnTo>
                      <a:lnTo>
                        <a:pt x="998673" y="8212"/>
                      </a:lnTo>
                      <a:lnTo>
                        <a:pt x="499739" y="7218"/>
                      </a:lnTo>
                      <a:lnTo>
                        <a:pt x="806" y="5437"/>
                      </a:lnTo>
                      <a:cubicBezTo>
                        <a:pt x="275" y="5437"/>
                        <a:pt x="-153" y="5009"/>
                        <a:pt x="-153" y="4478"/>
                      </a:cubicBezTo>
                      <a:cubicBezTo>
                        <a:pt x="-153" y="3947"/>
                        <a:pt x="275" y="3518"/>
                        <a:pt x="806" y="35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D22BFFDB-9C5F-9821-E04C-ECBD3F0B3C07}"/>
                    </a:ext>
                  </a:extLst>
                </p:cNvPr>
                <p:cNvSpPr/>
                <p:nvPr/>
              </p:nvSpPr>
              <p:spPr>
                <a:xfrm>
                  <a:off x="4589744" y="2723290"/>
                  <a:ext cx="2835423" cy="9113"/>
                </a:xfrm>
                <a:custGeom>
                  <a:avLst/>
                  <a:gdLst>
                    <a:gd name="connsiteX0" fmla="*/ 806 w 2835423"/>
                    <a:gd name="connsiteY0" fmla="*/ 3518 h 9113"/>
                    <a:gd name="connsiteX1" fmla="*/ 355023 w 2835423"/>
                    <a:gd name="connsiteY1" fmla="*/ 1771 h 9113"/>
                    <a:gd name="connsiteX2" fmla="*/ 709275 w 2835423"/>
                    <a:gd name="connsiteY2" fmla="*/ 743 h 9113"/>
                    <a:gd name="connsiteX3" fmla="*/ 1417711 w 2835423"/>
                    <a:gd name="connsiteY3" fmla="*/ -79 h 9113"/>
                    <a:gd name="connsiteX4" fmla="*/ 2126181 w 2835423"/>
                    <a:gd name="connsiteY4" fmla="*/ 812 h 9113"/>
                    <a:gd name="connsiteX5" fmla="*/ 2480398 w 2835423"/>
                    <a:gd name="connsiteY5" fmla="*/ 1942 h 9113"/>
                    <a:gd name="connsiteX6" fmla="*/ 2834616 w 2835423"/>
                    <a:gd name="connsiteY6" fmla="*/ 3827 h 9113"/>
                    <a:gd name="connsiteX7" fmla="*/ 2835267 w 2835423"/>
                    <a:gd name="connsiteY7" fmla="*/ 4478 h 9113"/>
                    <a:gd name="connsiteX8" fmla="*/ 2834685 w 2835423"/>
                    <a:gd name="connsiteY8" fmla="*/ 5129 h 9113"/>
                    <a:gd name="connsiteX9" fmla="*/ 2834616 w 2835423"/>
                    <a:gd name="connsiteY9" fmla="*/ 5129 h 9113"/>
                    <a:gd name="connsiteX10" fmla="*/ 2480398 w 2835423"/>
                    <a:gd name="connsiteY10" fmla="*/ 7047 h 9113"/>
                    <a:gd name="connsiteX11" fmla="*/ 2126181 w 2835423"/>
                    <a:gd name="connsiteY11" fmla="*/ 8143 h 9113"/>
                    <a:gd name="connsiteX12" fmla="*/ 1417711 w 2835423"/>
                    <a:gd name="connsiteY12" fmla="*/ 9034 h 9113"/>
                    <a:gd name="connsiteX13" fmla="*/ 709275 w 2835423"/>
                    <a:gd name="connsiteY13" fmla="*/ 8246 h 9113"/>
                    <a:gd name="connsiteX14" fmla="*/ 355023 w 2835423"/>
                    <a:gd name="connsiteY14" fmla="*/ 7218 h 9113"/>
                    <a:gd name="connsiteX15" fmla="*/ 806 w 2835423"/>
                    <a:gd name="connsiteY15" fmla="*/ 5437 h 9113"/>
                    <a:gd name="connsiteX16" fmla="*/ -153 w 2835423"/>
                    <a:gd name="connsiteY16" fmla="*/ 4478 h 9113"/>
                    <a:gd name="connsiteX17" fmla="*/ 806 w 2835423"/>
                    <a:gd name="connsiteY17" fmla="*/ 3518 h 9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835423" h="9113">
                      <a:moveTo>
                        <a:pt x="806" y="3518"/>
                      </a:moveTo>
                      <a:lnTo>
                        <a:pt x="355023" y="1771"/>
                      </a:lnTo>
                      <a:lnTo>
                        <a:pt x="709275" y="743"/>
                      </a:lnTo>
                      <a:lnTo>
                        <a:pt x="1417711" y="-79"/>
                      </a:lnTo>
                      <a:lnTo>
                        <a:pt x="2126181" y="812"/>
                      </a:lnTo>
                      <a:lnTo>
                        <a:pt x="2480398" y="1942"/>
                      </a:lnTo>
                      <a:lnTo>
                        <a:pt x="2834616" y="3827"/>
                      </a:lnTo>
                      <a:cubicBezTo>
                        <a:pt x="2834959" y="3844"/>
                        <a:pt x="2835232" y="4125"/>
                        <a:pt x="2835267" y="4478"/>
                      </a:cubicBezTo>
                      <a:cubicBezTo>
                        <a:pt x="2835301" y="4817"/>
                        <a:pt x="2835027" y="5108"/>
                        <a:pt x="2834685" y="5129"/>
                      </a:cubicBezTo>
                      <a:cubicBezTo>
                        <a:pt x="2834650" y="5129"/>
                        <a:pt x="2834650" y="5129"/>
                        <a:pt x="2834616" y="5129"/>
                      </a:cubicBezTo>
                      <a:lnTo>
                        <a:pt x="2480398" y="7047"/>
                      </a:lnTo>
                      <a:lnTo>
                        <a:pt x="2126181" y="8143"/>
                      </a:lnTo>
                      <a:lnTo>
                        <a:pt x="1417711" y="9034"/>
                      </a:lnTo>
                      <a:lnTo>
                        <a:pt x="709275" y="8246"/>
                      </a:lnTo>
                      <a:lnTo>
                        <a:pt x="355023" y="7218"/>
                      </a:lnTo>
                      <a:lnTo>
                        <a:pt x="806" y="5437"/>
                      </a:lnTo>
                      <a:cubicBezTo>
                        <a:pt x="275" y="5437"/>
                        <a:pt x="-153" y="5009"/>
                        <a:pt x="-153" y="4478"/>
                      </a:cubicBezTo>
                      <a:cubicBezTo>
                        <a:pt x="-137" y="3957"/>
                        <a:pt x="285" y="3535"/>
                        <a:pt x="806" y="35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093DCC1D-87D3-2E57-15CA-08ACB26058DF}"/>
                    </a:ext>
                  </a:extLst>
                </p:cNvPr>
                <p:cNvSpPr/>
                <p:nvPr/>
              </p:nvSpPr>
              <p:spPr>
                <a:xfrm>
                  <a:off x="3837557" y="4394509"/>
                  <a:ext cx="4339827" cy="9113"/>
                </a:xfrm>
                <a:custGeom>
                  <a:avLst/>
                  <a:gdLst>
                    <a:gd name="connsiteX0" fmla="*/ 807 w 4339827"/>
                    <a:gd name="connsiteY0" fmla="*/ 3518 h 9113"/>
                    <a:gd name="connsiteX1" fmla="*/ 543079 w 4339827"/>
                    <a:gd name="connsiteY1" fmla="*/ 1737 h 9113"/>
                    <a:gd name="connsiteX2" fmla="*/ 1085352 w 4339827"/>
                    <a:gd name="connsiteY2" fmla="*/ 709 h 9113"/>
                    <a:gd name="connsiteX3" fmla="*/ 2169898 w 4339827"/>
                    <a:gd name="connsiteY3" fmla="*/ -79 h 9113"/>
                    <a:gd name="connsiteX4" fmla="*/ 3254477 w 4339827"/>
                    <a:gd name="connsiteY4" fmla="*/ 812 h 9113"/>
                    <a:gd name="connsiteX5" fmla="*/ 3796750 w 4339827"/>
                    <a:gd name="connsiteY5" fmla="*/ 1908 h 9113"/>
                    <a:gd name="connsiteX6" fmla="*/ 4339023 w 4339827"/>
                    <a:gd name="connsiteY6" fmla="*/ 3827 h 9113"/>
                    <a:gd name="connsiteX7" fmla="*/ 4339674 w 4339827"/>
                    <a:gd name="connsiteY7" fmla="*/ 4478 h 9113"/>
                    <a:gd name="connsiteX8" fmla="*/ 4339023 w 4339827"/>
                    <a:gd name="connsiteY8" fmla="*/ 5128 h 9113"/>
                    <a:gd name="connsiteX9" fmla="*/ 3796750 w 4339827"/>
                    <a:gd name="connsiteY9" fmla="*/ 7047 h 9113"/>
                    <a:gd name="connsiteX10" fmla="*/ 3254477 w 4339827"/>
                    <a:gd name="connsiteY10" fmla="*/ 8143 h 9113"/>
                    <a:gd name="connsiteX11" fmla="*/ 2169898 w 4339827"/>
                    <a:gd name="connsiteY11" fmla="*/ 9034 h 9113"/>
                    <a:gd name="connsiteX12" fmla="*/ 1085352 w 4339827"/>
                    <a:gd name="connsiteY12" fmla="*/ 8212 h 9113"/>
                    <a:gd name="connsiteX13" fmla="*/ 543079 w 4339827"/>
                    <a:gd name="connsiteY13" fmla="*/ 7218 h 9113"/>
                    <a:gd name="connsiteX14" fmla="*/ 807 w 4339827"/>
                    <a:gd name="connsiteY14" fmla="*/ 5437 h 9113"/>
                    <a:gd name="connsiteX15" fmla="*/ -153 w 4339827"/>
                    <a:gd name="connsiteY15" fmla="*/ 4478 h 9113"/>
                    <a:gd name="connsiteX16" fmla="*/ 738 w 4339827"/>
                    <a:gd name="connsiteY16" fmla="*/ 3518 h 9113"/>
                    <a:gd name="connsiteX17" fmla="*/ 807 w 4339827"/>
                    <a:gd name="connsiteY17" fmla="*/ 3518 h 9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339827" h="9113">
                      <a:moveTo>
                        <a:pt x="807" y="3518"/>
                      </a:moveTo>
                      <a:lnTo>
                        <a:pt x="543079" y="1737"/>
                      </a:lnTo>
                      <a:lnTo>
                        <a:pt x="1085352" y="709"/>
                      </a:lnTo>
                      <a:lnTo>
                        <a:pt x="2169898" y="-79"/>
                      </a:lnTo>
                      <a:lnTo>
                        <a:pt x="3254477" y="812"/>
                      </a:lnTo>
                      <a:lnTo>
                        <a:pt x="3796750" y="1908"/>
                      </a:lnTo>
                      <a:lnTo>
                        <a:pt x="4339023" y="3827"/>
                      </a:lnTo>
                      <a:cubicBezTo>
                        <a:pt x="4339366" y="3827"/>
                        <a:pt x="4339674" y="4118"/>
                        <a:pt x="4339674" y="4478"/>
                      </a:cubicBezTo>
                      <a:cubicBezTo>
                        <a:pt x="4339640" y="4830"/>
                        <a:pt x="4339366" y="5111"/>
                        <a:pt x="4339023" y="5128"/>
                      </a:cubicBezTo>
                      <a:lnTo>
                        <a:pt x="3796750" y="7047"/>
                      </a:lnTo>
                      <a:lnTo>
                        <a:pt x="3254477" y="8143"/>
                      </a:lnTo>
                      <a:lnTo>
                        <a:pt x="2169898" y="9034"/>
                      </a:lnTo>
                      <a:lnTo>
                        <a:pt x="1085352" y="8212"/>
                      </a:lnTo>
                      <a:lnTo>
                        <a:pt x="543079" y="7218"/>
                      </a:lnTo>
                      <a:lnTo>
                        <a:pt x="807" y="5437"/>
                      </a:lnTo>
                      <a:cubicBezTo>
                        <a:pt x="276" y="5437"/>
                        <a:pt x="-153" y="5009"/>
                        <a:pt x="-153" y="4478"/>
                      </a:cubicBezTo>
                      <a:cubicBezTo>
                        <a:pt x="-173" y="3967"/>
                        <a:pt x="228" y="3539"/>
                        <a:pt x="738" y="3518"/>
                      </a:cubicBezTo>
                      <a:cubicBezTo>
                        <a:pt x="759" y="3518"/>
                        <a:pt x="783" y="3518"/>
                        <a:pt x="807" y="35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9B6AD957-1A05-4108-4C22-BC15BC726B74}"/>
                    </a:ext>
                  </a:extLst>
                </p:cNvPr>
                <p:cNvSpPr/>
                <p:nvPr/>
              </p:nvSpPr>
              <p:spPr>
                <a:xfrm>
                  <a:off x="4010915" y="5230462"/>
                  <a:ext cx="3993227" cy="9147"/>
                </a:xfrm>
                <a:custGeom>
                  <a:avLst/>
                  <a:gdLst>
                    <a:gd name="connsiteX0" fmla="*/ 806 w 3993227"/>
                    <a:gd name="connsiteY0" fmla="*/ 3519 h 9147"/>
                    <a:gd name="connsiteX1" fmla="*/ 499739 w 3993227"/>
                    <a:gd name="connsiteY1" fmla="*/ 1771 h 9147"/>
                    <a:gd name="connsiteX2" fmla="*/ 998673 w 3993227"/>
                    <a:gd name="connsiteY2" fmla="*/ 743 h 9147"/>
                    <a:gd name="connsiteX3" fmla="*/ 1996539 w 3993227"/>
                    <a:gd name="connsiteY3" fmla="*/ -79 h 9147"/>
                    <a:gd name="connsiteX4" fmla="*/ 2994406 w 3993227"/>
                    <a:gd name="connsiteY4" fmla="*/ 846 h 9147"/>
                    <a:gd name="connsiteX5" fmla="*/ 3493340 w 3993227"/>
                    <a:gd name="connsiteY5" fmla="*/ 1943 h 9147"/>
                    <a:gd name="connsiteX6" fmla="*/ 3992273 w 3993227"/>
                    <a:gd name="connsiteY6" fmla="*/ 3861 h 9147"/>
                    <a:gd name="connsiteX7" fmla="*/ 3993061 w 3993227"/>
                    <a:gd name="connsiteY7" fmla="*/ 4341 h 9147"/>
                    <a:gd name="connsiteX8" fmla="*/ 3992582 w 3993227"/>
                    <a:gd name="connsiteY8" fmla="*/ 5129 h 9147"/>
                    <a:gd name="connsiteX9" fmla="*/ 3992273 w 3993227"/>
                    <a:gd name="connsiteY9" fmla="*/ 5129 h 9147"/>
                    <a:gd name="connsiteX10" fmla="*/ 3493340 w 3993227"/>
                    <a:gd name="connsiteY10" fmla="*/ 7047 h 9147"/>
                    <a:gd name="connsiteX11" fmla="*/ 2994406 w 3993227"/>
                    <a:gd name="connsiteY11" fmla="*/ 8144 h 9147"/>
                    <a:gd name="connsiteX12" fmla="*/ 1996539 w 3993227"/>
                    <a:gd name="connsiteY12" fmla="*/ 9069 h 9147"/>
                    <a:gd name="connsiteX13" fmla="*/ 998673 w 3993227"/>
                    <a:gd name="connsiteY13" fmla="*/ 8246 h 9147"/>
                    <a:gd name="connsiteX14" fmla="*/ 499739 w 3993227"/>
                    <a:gd name="connsiteY14" fmla="*/ 6945 h 9147"/>
                    <a:gd name="connsiteX15" fmla="*/ 806 w 3993227"/>
                    <a:gd name="connsiteY15" fmla="*/ 5197 h 9147"/>
                    <a:gd name="connsiteX16" fmla="*/ -153 w 3993227"/>
                    <a:gd name="connsiteY16" fmla="*/ 4204 h 9147"/>
                    <a:gd name="connsiteX17" fmla="*/ 806 w 3993227"/>
                    <a:gd name="connsiteY17" fmla="*/ 3519 h 9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993227" h="9147">
                      <a:moveTo>
                        <a:pt x="806" y="3519"/>
                      </a:moveTo>
                      <a:lnTo>
                        <a:pt x="499739" y="1771"/>
                      </a:lnTo>
                      <a:lnTo>
                        <a:pt x="998673" y="743"/>
                      </a:lnTo>
                      <a:lnTo>
                        <a:pt x="1996539" y="-79"/>
                      </a:lnTo>
                      <a:lnTo>
                        <a:pt x="2994406" y="846"/>
                      </a:lnTo>
                      <a:lnTo>
                        <a:pt x="3493340" y="1943"/>
                      </a:lnTo>
                      <a:lnTo>
                        <a:pt x="3992273" y="3861"/>
                      </a:lnTo>
                      <a:cubicBezTo>
                        <a:pt x="3992616" y="3792"/>
                        <a:pt x="3992958" y="3998"/>
                        <a:pt x="3993061" y="4341"/>
                      </a:cubicBezTo>
                      <a:cubicBezTo>
                        <a:pt x="3993129" y="4683"/>
                        <a:pt x="3992924" y="5060"/>
                        <a:pt x="3992582" y="5129"/>
                      </a:cubicBezTo>
                      <a:cubicBezTo>
                        <a:pt x="3992479" y="5163"/>
                        <a:pt x="3992376" y="5163"/>
                        <a:pt x="3992273" y="5129"/>
                      </a:cubicBezTo>
                      <a:lnTo>
                        <a:pt x="3493340" y="7047"/>
                      </a:lnTo>
                      <a:lnTo>
                        <a:pt x="2994406" y="8144"/>
                      </a:lnTo>
                      <a:lnTo>
                        <a:pt x="1996539" y="9069"/>
                      </a:lnTo>
                      <a:lnTo>
                        <a:pt x="998673" y="8246"/>
                      </a:lnTo>
                      <a:lnTo>
                        <a:pt x="499739" y="6945"/>
                      </a:lnTo>
                      <a:lnTo>
                        <a:pt x="806" y="5197"/>
                      </a:lnTo>
                      <a:cubicBezTo>
                        <a:pt x="278" y="5163"/>
                        <a:pt x="-136" y="4718"/>
                        <a:pt x="-153" y="4204"/>
                      </a:cubicBezTo>
                      <a:cubicBezTo>
                        <a:pt x="-20" y="3792"/>
                        <a:pt x="371" y="3519"/>
                        <a:pt x="806" y="35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7C4BB40-D8EE-E79A-F160-7F014081BCC2}"/>
                    </a:ext>
                  </a:extLst>
                </p:cNvPr>
                <p:cNvSpPr/>
                <p:nvPr/>
              </p:nvSpPr>
              <p:spPr>
                <a:xfrm>
                  <a:off x="4658812" y="6067065"/>
                  <a:ext cx="2840525" cy="6852"/>
                </a:xfrm>
                <a:custGeom>
                  <a:avLst/>
                  <a:gdLst>
                    <a:gd name="connsiteX0" fmla="*/ 2836946 w 2840525"/>
                    <a:gd name="connsiteY0" fmla="*/ 6773 h 6852"/>
                    <a:gd name="connsiteX1" fmla="*/ 3273 w 2840525"/>
                    <a:gd name="connsiteY1" fmla="*/ 6773 h 6852"/>
                    <a:gd name="connsiteX2" fmla="*/ -153 w 2840525"/>
                    <a:gd name="connsiteY2" fmla="*/ 3347 h 6852"/>
                    <a:gd name="connsiteX3" fmla="*/ 3273 w 2840525"/>
                    <a:gd name="connsiteY3" fmla="*/ -79 h 6852"/>
                    <a:gd name="connsiteX4" fmla="*/ 2836946 w 2840525"/>
                    <a:gd name="connsiteY4" fmla="*/ -79 h 6852"/>
                    <a:gd name="connsiteX5" fmla="*/ 2840372 w 2840525"/>
                    <a:gd name="connsiteY5" fmla="*/ 3347 h 6852"/>
                    <a:gd name="connsiteX6" fmla="*/ 2836946 w 2840525"/>
                    <a:gd name="connsiteY6" fmla="*/ 6773 h 6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40525" h="6852">
                      <a:moveTo>
                        <a:pt x="2836946" y="6773"/>
                      </a:moveTo>
                      <a:lnTo>
                        <a:pt x="3273" y="6773"/>
                      </a:lnTo>
                      <a:cubicBezTo>
                        <a:pt x="1381" y="6773"/>
                        <a:pt x="-153" y="5231"/>
                        <a:pt x="-153" y="3347"/>
                      </a:cubicBezTo>
                      <a:cubicBezTo>
                        <a:pt x="-153" y="1463"/>
                        <a:pt x="1381" y="-79"/>
                        <a:pt x="3273" y="-79"/>
                      </a:cubicBezTo>
                      <a:lnTo>
                        <a:pt x="2836946" y="-79"/>
                      </a:lnTo>
                      <a:cubicBezTo>
                        <a:pt x="2838830" y="-79"/>
                        <a:pt x="2840372" y="1463"/>
                        <a:pt x="2840372" y="3347"/>
                      </a:cubicBezTo>
                      <a:cubicBezTo>
                        <a:pt x="2840372" y="5231"/>
                        <a:pt x="2838830" y="6773"/>
                        <a:pt x="2836946" y="677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94600E43-0240-E0F9-8A0C-4656ED2CBC9F}"/>
                  </a:ext>
                </a:extLst>
              </p:cNvPr>
              <p:cNvSpPr/>
              <p:nvPr/>
            </p:nvSpPr>
            <p:spPr>
              <a:xfrm>
                <a:off x="7138859" y="5736650"/>
                <a:ext cx="1437383" cy="901629"/>
              </a:xfrm>
              <a:custGeom>
                <a:avLst/>
                <a:gdLst>
                  <a:gd name="connsiteX0" fmla="*/ 1296352 w 1437383"/>
                  <a:gd name="connsiteY0" fmla="*/ 901524 h 901629"/>
                  <a:gd name="connsiteX1" fmla="*/ 1437196 w 1437383"/>
                  <a:gd name="connsiteY1" fmla="*/ 765956 h 901629"/>
                  <a:gd name="connsiteX2" fmla="*/ 1437230 w 1437383"/>
                  <a:gd name="connsiteY2" fmla="*/ 763318 h 901629"/>
                  <a:gd name="connsiteX3" fmla="*/ 1437230 w 1437383"/>
                  <a:gd name="connsiteY3" fmla="*/ 148276 h 901629"/>
                  <a:gd name="connsiteX4" fmla="*/ 1291487 w 1437383"/>
                  <a:gd name="connsiteY4" fmla="*/ 957 h 901629"/>
                  <a:gd name="connsiteX5" fmla="*/ 139483 w 1437383"/>
                  <a:gd name="connsiteY5" fmla="*/ 32682 h 901629"/>
                  <a:gd name="connsiteX6" fmla="*/ 38174 w 1437383"/>
                  <a:gd name="connsiteY6" fmla="*/ 139163 h 901629"/>
                  <a:gd name="connsiteX7" fmla="*/ -60 w 1437383"/>
                  <a:gd name="connsiteY7" fmla="*/ 733820 h 901629"/>
                  <a:gd name="connsiteX8" fmla="*/ 135577 w 1437383"/>
                  <a:gd name="connsiteY8" fmla="*/ 879632 h 901629"/>
                  <a:gd name="connsiteX9" fmla="*/ 137975 w 1437383"/>
                  <a:gd name="connsiteY9" fmla="*/ 879700 h 901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37383" h="901629">
                    <a:moveTo>
                      <a:pt x="1296352" y="901524"/>
                    </a:moveTo>
                    <a:cubicBezTo>
                      <a:pt x="1372684" y="902998"/>
                      <a:pt x="1435757" y="842288"/>
                      <a:pt x="1437196" y="765956"/>
                    </a:cubicBezTo>
                    <a:cubicBezTo>
                      <a:pt x="1437230" y="765065"/>
                      <a:pt x="1437230" y="764209"/>
                      <a:pt x="1437230" y="763318"/>
                    </a:cubicBezTo>
                    <a:lnTo>
                      <a:pt x="1437230" y="148276"/>
                    </a:lnTo>
                    <a:cubicBezTo>
                      <a:pt x="1437230" y="67525"/>
                      <a:pt x="1372238" y="1813"/>
                      <a:pt x="1291487" y="957"/>
                    </a:cubicBezTo>
                    <a:cubicBezTo>
                      <a:pt x="1048958" y="-1681"/>
                      <a:pt x="548757" y="-1818"/>
                      <a:pt x="139483" y="32682"/>
                    </a:cubicBezTo>
                    <a:cubicBezTo>
                      <a:pt x="83638" y="37444"/>
                      <a:pt x="40128" y="83147"/>
                      <a:pt x="38174" y="139163"/>
                    </a:cubicBezTo>
                    <a:lnTo>
                      <a:pt x="-60" y="733820"/>
                    </a:lnTo>
                    <a:cubicBezTo>
                      <a:pt x="-2869" y="811522"/>
                      <a:pt x="57840" y="876823"/>
                      <a:pt x="135577" y="879632"/>
                    </a:cubicBezTo>
                    <a:cubicBezTo>
                      <a:pt x="136365" y="879666"/>
                      <a:pt x="137187" y="879700"/>
                      <a:pt x="137975" y="87970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D3399CF-5305-1576-9FF5-B6394502E474}"/>
                  </a:ext>
                </a:extLst>
              </p:cNvPr>
              <p:cNvSpPr/>
              <p:nvPr/>
            </p:nvSpPr>
            <p:spPr>
              <a:xfrm>
                <a:off x="8139610" y="5905185"/>
                <a:ext cx="296501" cy="281600"/>
              </a:xfrm>
              <a:custGeom>
                <a:avLst/>
                <a:gdLst>
                  <a:gd name="connsiteX0" fmla="*/ 296012 w 296501"/>
                  <a:gd name="connsiteY0" fmla="*/ 46241 h 281600"/>
                  <a:gd name="connsiteX1" fmla="*/ 294231 w 296501"/>
                  <a:gd name="connsiteY1" fmla="*/ 235289 h 281600"/>
                  <a:gd name="connsiteX2" fmla="*/ 245718 w 296501"/>
                  <a:gd name="connsiteY2" fmla="*/ 281507 h 281600"/>
                  <a:gd name="connsiteX3" fmla="*/ 241332 w 296501"/>
                  <a:gd name="connsiteY3" fmla="*/ 281198 h 281600"/>
                  <a:gd name="connsiteX4" fmla="*/ 41732 w 296501"/>
                  <a:gd name="connsiteY4" fmla="*/ 257799 h 281600"/>
                  <a:gd name="connsiteX5" fmla="*/ 174 w 296501"/>
                  <a:gd name="connsiteY5" fmla="*/ 205243 h 281600"/>
                  <a:gd name="connsiteX6" fmla="*/ 379 w 296501"/>
                  <a:gd name="connsiteY6" fmla="*/ 203702 h 281600"/>
                  <a:gd name="connsiteX7" fmla="*/ 24876 w 296501"/>
                  <a:gd name="connsiteY7" fmla="*/ 40280 h 281600"/>
                  <a:gd name="connsiteX8" fmla="*/ 71744 w 296501"/>
                  <a:gd name="connsiteY8" fmla="*/ -79 h 281600"/>
                  <a:gd name="connsiteX9" fmla="*/ 248630 w 296501"/>
                  <a:gd name="connsiteY9" fmla="*/ -79 h 281600"/>
                  <a:gd name="connsiteX10" fmla="*/ 296012 w 296501"/>
                  <a:gd name="connsiteY10" fmla="*/ 46241 h 28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6501" h="281600">
                    <a:moveTo>
                      <a:pt x="296012" y="46241"/>
                    </a:moveTo>
                    <a:cubicBezTo>
                      <a:pt x="297040" y="98591"/>
                      <a:pt x="295498" y="181638"/>
                      <a:pt x="294231" y="235289"/>
                    </a:cubicBezTo>
                    <a:cubicBezTo>
                      <a:pt x="293579" y="261464"/>
                      <a:pt x="271858" y="282158"/>
                      <a:pt x="245718" y="281507"/>
                    </a:cubicBezTo>
                    <a:cubicBezTo>
                      <a:pt x="244244" y="281472"/>
                      <a:pt x="242771" y="281370"/>
                      <a:pt x="241332" y="281198"/>
                    </a:cubicBezTo>
                    <a:lnTo>
                      <a:pt x="41732" y="257799"/>
                    </a:lnTo>
                    <a:cubicBezTo>
                      <a:pt x="15728" y="254750"/>
                      <a:pt x="-2876" y="231213"/>
                      <a:pt x="174" y="205243"/>
                    </a:cubicBezTo>
                    <a:cubicBezTo>
                      <a:pt x="242" y="204729"/>
                      <a:pt x="311" y="204216"/>
                      <a:pt x="379" y="203702"/>
                    </a:cubicBezTo>
                    <a:lnTo>
                      <a:pt x="24876" y="40280"/>
                    </a:lnTo>
                    <a:cubicBezTo>
                      <a:pt x="28370" y="17086"/>
                      <a:pt x="48275" y="-79"/>
                      <a:pt x="71744" y="-79"/>
                    </a:cubicBezTo>
                    <a:lnTo>
                      <a:pt x="248630" y="-79"/>
                    </a:lnTo>
                    <a:cubicBezTo>
                      <a:pt x="274394" y="-113"/>
                      <a:pt x="295464" y="20477"/>
                      <a:pt x="296012" y="462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D32FA22-F4BE-54F0-C3C2-773807C8CE57}"/>
                  </a:ext>
                </a:extLst>
              </p:cNvPr>
              <p:cNvSpPr/>
              <p:nvPr/>
            </p:nvSpPr>
            <p:spPr>
              <a:xfrm>
                <a:off x="7706153" y="5738885"/>
                <a:ext cx="241549" cy="540520"/>
              </a:xfrm>
              <a:custGeom>
                <a:avLst/>
                <a:gdLst>
                  <a:gd name="connsiteX0" fmla="*/ 207889 w 241549"/>
                  <a:gd name="connsiteY0" fmla="*/ 522288 h 540520"/>
                  <a:gd name="connsiteX1" fmla="*/ 41384 w 241549"/>
                  <a:gd name="connsiteY1" fmla="*/ 540241 h 540520"/>
                  <a:gd name="connsiteX2" fmla="*/ 32 w 241549"/>
                  <a:gd name="connsiteY2" fmla="*/ 506597 h 540520"/>
                  <a:gd name="connsiteX3" fmla="*/ -71 w 241549"/>
                  <a:gd name="connsiteY3" fmla="*/ 500156 h 540520"/>
                  <a:gd name="connsiteX4" fmla="*/ 36313 w 241549"/>
                  <a:gd name="connsiteY4" fmla="*/ 4889 h 540520"/>
                  <a:gd name="connsiteX5" fmla="*/ 241396 w 241549"/>
                  <a:gd name="connsiteY5" fmla="*/ -79 h 540520"/>
                  <a:gd name="connsiteX6" fmla="*/ 241396 w 241549"/>
                  <a:gd name="connsiteY6" fmla="*/ 484945 h 540520"/>
                  <a:gd name="connsiteX7" fmla="*/ 207889 w 241549"/>
                  <a:gd name="connsiteY7" fmla="*/ 522288 h 540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1549" h="540520">
                    <a:moveTo>
                      <a:pt x="207889" y="522288"/>
                    </a:moveTo>
                    <a:lnTo>
                      <a:pt x="41384" y="540241"/>
                    </a:lnTo>
                    <a:cubicBezTo>
                      <a:pt x="20691" y="542365"/>
                      <a:pt x="2156" y="527325"/>
                      <a:pt x="32" y="506597"/>
                    </a:cubicBezTo>
                    <a:cubicBezTo>
                      <a:pt x="-174" y="504473"/>
                      <a:pt x="-208" y="502315"/>
                      <a:pt x="-71" y="500156"/>
                    </a:cubicBezTo>
                    <a:lnTo>
                      <a:pt x="36313" y="4889"/>
                    </a:lnTo>
                    <a:cubicBezTo>
                      <a:pt x="106102" y="2696"/>
                      <a:pt x="174965" y="1086"/>
                      <a:pt x="241396" y="-79"/>
                    </a:cubicBezTo>
                    <a:lnTo>
                      <a:pt x="241396" y="484945"/>
                    </a:lnTo>
                    <a:cubicBezTo>
                      <a:pt x="241327" y="504096"/>
                      <a:pt x="226938" y="520164"/>
                      <a:pt x="207889" y="522288"/>
                    </a:cubicBezTo>
                    <a:close/>
                  </a:path>
                </a:pathLst>
              </a:custGeom>
              <a:solidFill>
                <a:srgbClr val="FFFFFF">
                  <a:alpha val="37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FE70A63-4F86-B7DA-6A55-5AD1171ED75D}"/>
                  </a:ext>
                </a:extLst>
              </p:cNvPr>
              <p:cNvSpPr/>
              <p:nvPr/>
            </p:nvSpPr>
            <p:spPr>
              <a:xfrm>
                <a:off x="7812481" y="5740461"/>
                <a:ext cx="58717" cy="450728"/>
              </a:xfrm>
              <a:custGeom>
                <a:avLst/>
                <a:gdLst>
                  <a:gd name="connsiteX0" fmla="*/ 33315 w 58717"/>
                  <a:gd name="connsiteY0" fmla="*/ 434856 h 450728"/>
                  <a:gd name="connsiteX1" fmla="*/ 16595 w 58717"/>
                  <a:gd name="connsiteY1" fmla="*/ 450650 h 450728"/>
                  <a:gd name="connsiteX2" fmla="*/ 15636 w 58717"/>
                  <a:gd name="connsiteY2" fmla="*/ 450650 h 450728"/>
                  <a:gd name="connsiteX3" fmla="*/ -124 w 58717"/>
                  <a:gd name="connsiteY3" fmla="*/ 432971 h 450728"/>
                  <a:gd name="connsiteX4" fmla="*/ -124 w 58717"/>
                  <a:gd name="connsiteY4" fmla="*/ 432937 h 450728"/>
                  <a:gd name="connsiteX5" fmla="*/ 24989 w 58717"/>
                  <a:gd name="connsiteY5" fmla="*/ 709 h 450728"/>
                  <a:gd name="connsiteX6" fmla="*/ 58564 w 58717"/>
                  <a:gd name="connsiteY6" fmla="*/ -79 h 450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717" h="450728">
                    <a:moveTo>
                      <a:pt x="33315" y="434856"/>
                    </a:moveTo>
                    <a:cubicBezTo>
                      <a:pt x="32801" y="443695"/>
                      <a:pt x="25469" y="450616"/>
                      <a:pt x="16595" y="450650"/>
                    </a:cubicBezTo>
                    <a:lnTo>
                      <a:pt x="15636" y="450650"/>
                    </a:lnTo>
                    <a:cubicBezTo>
                      <a:pt x="6386" y="450102"/>
                      <a:pt x="-672" y="442188"/>
                      <a:pt x="-124" y="432971"/>
                    </a:cubicBezTo>
                    <a:cubicBezTo>
                      <a:pt x="-124" y="432937"/>
                      <a:pt x="-124" y="432937"/>
                      <a:pt x="-124" y="432937"/>
                    </a:cubicBezTo>
                    <a:lnTo>
                      <a:pt x="24989" y="709"/>
                    </a:lnTo>
                    <a:lnTo>
                      <a:pt x="58564" y="-79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84A275B1-DEC1-A09D-AA48-3F05FBB2F4F9}"/>
                  </a:ext>
                </a:extLst>
              </p:cNvPr>
              <p:cNvSpPr/>
              <p:nvPr/>
            </p:nvSpPr>
            <p:spPr>
              <a:xfrm>
                <a:off x="8337885" y="5960361"/>
                <a:ext cx="19820" cy="147337"/>
              </a:xfrm>
              <a:custGeom>
                <a:avLst/>
                <a:gdLst>
                  <a:gd name="connsiteX0" fmla="*/ 5440 w 19820"/>
                  <a:gd name="connsiteY0" fmla="*/ 147258 h 147337"/>
                  <a:gd name="connsiteX1" fmla="*/ 10990 w 19820"/>
                  <a:gd name="connsiteY1" fmla="*/ 142016 h 147337"/>
                  <a:gd name="connsiteX2" fmla="*/ 19658 w 19820"/>
                  <a:gd name="connsiteY2" fmla="*/ 5866 h 147337"/>
                  <a:gd name="connsiteX3" fmla="*/ 14416 w 19820"/>
                  <a:gd name="connsiteY3" fmla="*/ -61 h 147337"/>
                  <a:gd name="connsiteX4" fmla="*/ 8489 w 19820"/>
                  <a:gd name="connsiteY4" fmla="*/ 4941 h 147337"/>
                  <a:gd name="connsiteX5" fmla="*/ 8489 w 19820"/>
                  <a:gd name="connsiteY5" fmla="*/ 5181 h 147337"/>
                  <a:gd name="connsiteX6" fmla="*/ -145 w 19820"/>
                  <a:gd name="connsiteY6" fmla="*/ 141331 h 147337"/>
                  <a:gd name="connsiteX7" fmla="*/ 5097 w 19820"/>
                  <a:gd name="connsiteY7" fmla="*/ 147258 h 147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820" h="147337">
                    <a:moveTo>
                      <a:pt x="5440" y="147258"/>
                    </a:moveTo>
                    <a:cubicBezTo>
                      <a:pt x="8386" y="147258"/>
                      <a:pt x="10819" y="144963"/>
                      <a:pt x="10990" y="142016"/>
                    </a:cubicBezTo>
                    <a:lnTo>
                      <a:pt x="19658" y="5866"/>
                    </a:lnTo>
                    <a:cubicBezTo>
                      <a:pt x="19829" y="2782"/>
                      <a:pt x="17500" y="144"/>
                      <a:pt x="14416" y="-61"/>
                    </a:cubicBezTo>
                    <a:cubicBezTo>
                      <a:pt x="11401" y="-301"/>
                      <a:pt x="8763" y="1926"/>
                      <a:pt x="8489" y="4941"/>
                    </a:cubicBezTo>
                    <a:cubicBezTo>
                      <a:pt x="8489" y="5043"/>
                      <a:pt x="8489" y="5112"/>
                      <a:pt x="8489" y="5181"/>
                    </a:cubicBezTo>
                    <a:lnTo>
                      <a:pt x="-145" y="141331"/>
                    </a:lnTo>
                    <a:cubicBezTo>
                      <a:pt x="-316" y="144415"/>
                      <a:pt x="2014" y="147052"/>
                      <a:pt x="5097" y="1472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8006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84DA7EB-2C69-D34E-447B-789217F7D54D}"/>
                  </a:ext>
                </a:extLst>
              </p:cNvPr>
              <p:cNvSpPr/>
              <p:nvPr/>
            </p:nvSpPr>
            <p:spPr>
              <a:xfrm>
                <a:off x="8320110" y="5957751"/>
                <a:ext cx="15697" cy="149946"/>
              </a:xfrm>
              <a:custGeom>
                <a:avLst/>
                <a:gdLst>
                  <a:gd name="connsiteX0" fmla="*/ 5434 w 15697"/>
                  <a:gd name="connsiteY0" fmla="*/ 149868 h 149946"/>
                  <a:gd name="connsiteX1" fmla="*/ 11019 w 15697"/>
                  <a:gd name="connsiteY1" fmla="*/ 144455 h 149946"/>
                  <a:gd name="connsiteX2" fmla="*/ 15541 w 15697"/>
                  <a:gd name="connsiteY2" fmla="*/ 5700 h 149946"/>
                  <a:gd name="connsiteX3" fmla="*/ 10162 w 15697"/>
                  <a:gd name="connsiteY3" fmla="*/ -56 h 149946"/>
                  <a:gd name="connsiteX4" fmla="*/ 4406 w 15697"/>
                  <a:gd name="connsiteY4" fmla="*/ 4741 h 149946"/>
                  <a:gd name="connsiteX5" fmla="*/ 4372 w 15697"/>
                  <a:gd name="connsiteY5" fmla="*/ 5357 h 149946"/>
                  <a:gd name="connsiteX6" fmla="*/ -150 w 15697"/>
                  <a:gd name="connsiteY6" fmla="*/ 144112 h 149946"/>
                  <a:gd name="connsiteX7" fmla="*/ 5263 w 15697"/>
                  <a:gd name="connsiteY7" fmla="*/ 149868 h 149946"/>
                  <a:gd name="connsiteX8" fmla="*/ 5263 w 15697"/>
                  <a:gd name="connsiteY8" fmla="*/ 149868 h 149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697" h="149946">
                    <a:moveTo>
                      <a:pt x="5434" y="149868"/>
                    </a:moveTo>
                    <a:cubicBezTo>
                      <a:pt x="8449" y="149868"/>
                      <a:pt x="10916" y="147470"/>
                      <a:pt x="11019" y="144455"/>
                    </a:cubicBezTo>
                    <a:lnTo>
                      <a:pt x="15541" y="5700"/>
                    </a:lnTo>
                    <a:cubicBezTo>
                      <a:pt x="15644" y="2617"/>
                      <a:pt x="13245" y="47"/>
                      <a:pt x="10162" y="-56"/>
                    </a:cubicBezTo>
                    <a:cubicBezTo>
                      <a:pt x="7250" y="-329"/>
                      <a:pt x="4646" y="1829"/>
                      <a:pt x="4406" y="4741"/>
                    </a:cubicBezTo>
                    <a:cubicBezTo>
                      <a:pt x="4372" y="4946"/>
                      <a:pt x="4372" y="5152"/>
                      <a:pt x="4372" y="5357"/>
                    </a:cubicBezTo>
                    <a:lnTo>
                      <a:pt x="-150" y="144112"/>
                    </a:lnTo>
                    <a:cubicBezTo>
                      <a:pt x="-253" y="147195"/>
                      <a:pt x="2179" y="149765"/>
                      <a:pt x="5263" y="149868"/>
                    </a:cubicBezTo>
                    <a:cubicBezTo>
                      <a:pt x="5263" y="149868"/>
                      <a:pt x="5263" y="149868"/>
                      <a:pt x="5263" y="149868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5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69A5B05-1029-A380-81EE-F98861F7EF6A}"/>
                  </a:ext>
                </a:extLst>
              </p:cNvPr>
              <p:cNvSpPr/>
              <p:nvPr/>
            </p:nvSpPr>
            <p:spPr>
              <a:xfrm>
                <a:off x="8296296" y="5957706"/>
                <a:ext cx="17649" cy="149991"/>
              </a:xfrm>
              <a:custGeom>
                <a:avLst/>
                <a:gdLst>
                  <a:gd name="connsiteX0" fmla="*/ 5163 w 17649"/>
                  <a:gd name="connsiteY0" fmla="*/ 149913 h 149991"/>
                  <a:gd name="connsiteX1" fmla="*/ -148 w 17649"/>
                  <a:gd name="connsiteY1" fmla="*/ 144055 h 149991"/>
                  <a:gd name="connsiteX2" fmla="*/ -148 w 17649"/>
                  <a:gd name="connsiteY2" fmla="*/ 144055 h 149991"/>
                  <a:gd name="connsiteX3" fmla="*/ 6327 w 17649"/>
                  <a:gd name="connsiteY3" fmla="*/ 5505 h 149991"/>
                  <a:gd name="connsiteX4" fmla="*/ 11912 w 17649"/>
                  <a:gd name="connsiteY4" fmla="*/ -79 h 149991"/>
                  <a:gd name="connsiteX5" fmla="*/ 17496 w 17649"/>
                  <a:gd name="connsiteY5" fmla="*/ 5505 h 149991"/>
                  <a:gd name="connsiteX6" fmla="*/ 10987 w 17649"/>
                  <a:gd name="connsiteY6" fmla="*/ 144534 h 149991"/>
                  <a:gd name="connsiteX7" fmla="*/ 5402 w 17649"/>
                  <a:gd name="connsiteY7" fmla="*/ 149844 h 149991"/>
                  <a:gd name="connsiteX8" fmla="*/ 6225 w 17649"/>
                  <a:gd name="connsiteY8" fmla="*/ 5574 h 149991"/>
                  <a:gd name="connsiteX9" fmla="*/ 6225 w 17649"/>
                  <a:gd name="connsiteY9" fmla="*/ 5574 h 149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649" h="149991">
                    <a:moveTo>
                      <a:pt x="5163" y="149913"/>
                    </a:moveTo>
                    <a:cubicBezTo>
                      <a:pt x="2079" y="149776"/>
                      <a:pt x="-285" y="147138"/>
                      <a:pt x="-148" y="144055"/>
                    </a:cubicBezTo>
                    <a:cubicBezTo>
                      <a:pt x="-148" y="144055"/>
                      <a:pt x="-148" y="144055"/>
                      <a:pt x="-148" y="144055"/>
                    </a:cubicBezTo>
                    <a:cubicBezTo>
                      <a:pt x="2045" y="97460"/>
                      <a:pt x="6293" y="8555"/>
                      <a:pt x="6327" y="5505"/>
                    </a:cubicBezTo>
                    <a:cubicBezTo>
                      <a:pt x="6327" y="2422"/>
                      <a:pt x="8828" y="-79"/>
                      <a:pt x="11912" y="-79"/>
                    </a:cubicBezTo>
                    <a:cubicBezTo>
                      <a:pt x="14995" y="-79"/>
                      <a:pt x="17496" y="2422"/>
                      <a:pt x="17496" y="5505"/>
                    </a:cubicBezTo>
                    <a:cubicBezTo>
                      <a:pt x="17496" y="7801"/>
                      <a:pt x="12083" y="121717"/>
                      <a:pt x="10987" y="144534"/>
                    </a:cubicBezTo>
                    <a:cubicBezTo>
                      <a:pt x="10850" y="147515"/>
                      <a:pt x="8383" y="149844"/>
                      <a:pt x="5402" y="149844"/>
                    </a:cubicBezTo>
                    <a:close/>
                    <a:moveTo>
                      <a:pt x="6225" y="5574"/>
                    </a:moveTo>
                    <a:lnTo>
                      <a:pt x="6225" y="5574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9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32C8BAE0-CC9F-544C-ED67-2821EE67519B}"/>
                  </a:ext>
                </a:extLst>
              </p:cNvPr>
              <p:cNvSpPr/>
              <p:nvPr/>
            </p:nvSpPr>
            <p:spPr>
              <a:xfrm>
                <a:off x="8253573" y="5954764"/>
                <a:ext cx="26020" cy="158347"/>
              </a:xfrm>
              <a:custGeom>
                <a:avLst/>
                <a:gdLst>
                  <a:gd name="connsiteX0" fmla="*/ 10919 w 26020"/>
                  <a:gd name="connsiteY0" fmla="*/ 158268 h 158347"/>
                  <a:gd name="connsiteX1" fmla="*/ 22088 w 26020"/>
                  <a:gd name="connsiteY1" fmla="*/ 147476 h 158347"/>
                  <a:gd name="connsiteX2" fmla="*/ 25514 w 26020"/>
                  <a:gd name="connsiteY2" fmla="*/ 8002 h 158347"/>
                  <a:gd name="connsiteX3" fmla="*/ 11707 w 26020"/>
                  <a:gd name="connsiteY3" fmla="*/ 362 h 158347"/>
                  <a:gd name="connsiteX4" fmla="*/ 3690 w 26020"/>
                  <a:gd name="connsiteY4" fmla="*/ 12422 h 158347"/>
                  <a:gd name="connsiteX5" fmla="*/ -147 w 26020"/>
                  <a:gd name="connsiteY5" fmla="*/ 146722 h 158347"/>
                  <a:gd name="connsiteX6" fmla="*/ 10611 w 26020"/>
                  <a:gd name="connsiteY6" fmla="*/ 158268 h 158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020" h="158347">
                    <a:moveTo>
                      <a:pt x="10919" y="158268"/>
                    </a:moveTo>
                    <a:cubicBezTo>
                      <a:pt x="16949" y="158268"/>
                      <a:pt x="21882" y="153506"/>
                      <a:pt x="22088" y="147476"/>
                    </a:cubicBezTo>
                    <a:cubicBezTo>
                      <a:pt x="26781" y="13073"/>
                      <a:pt x="25959" y="10024"/>
                      <a:pt x="25514" y="8002"/>
                    </a:cubicBezTo>
                    <a:cubicBezTo>
                      <a:pt x="23801" y="2075"/>
                      <a:pt x="17634" y="-1351"/>
                      <a:pt x="11707" y="362"/>
                    </a:cubicBezTo>
                    <a:cubicBezTo>
                      <a:pt x="6431" y="1870"/>
                      <a:pt x="3039" y="6975"/>
                      <a:pt x="3690" y="12422"/>
                    </a:cubicBezTo>
                    <a:cubicBezTo>
                      <a:pt x="4033" y="20507"/>
                      <a:pt x="1532" y="98724"/>
                      <a:pt x="-147" y="146722"/>
                    </a:cubicBezTo>
                    <a:cubicBezTo>
                      <a:pt x="-353" y="152889"/>
                      <a:pt x="4478" y="158029"/>
                      <a:pt x="10611" y="158268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5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028CF1D-1BB4-9E07-DEB3-26EA094F1D05}"/>
                  </a:ext>
                </a:extLst>
              </p:cNvPr>
              <p:cNvSpPr/>
              <p:nvPr/>
            </p:nvSpPr>
            <p:spPr>
              <a:xfrm>
                <a:off x="8234873" y="5960378"/>
                <a:ext cx="11168" cy="147319"/>
              </a:xfrm>
              <a:custGeom>
                <a:avLst/>
                <a:gdLst>
                  <a:gd name="connsiteX0" fmla="*/ 5431 w 11168"/>
                  <a:gd name="connsiteY0" fmla="*/ 147240 h 147319"/>
                  <a:gd name="connsiteX1" fmla="*/ 11015 w 11168"/>
                  <a:gd name="connsiteY1" fmla="*/ 141656 h 147319"/>
                  <a:gd name="connsiteX2" fmla="*/ 11015 w 11168"/>
                  <a:gd name="connsiteY2" fmla="*/ 5505 h 147319"/>
                  <a:gd name="connsiteX3" fmla="*/ 5431 w 11168"/>
                  <a:gd name="connsiteY3" fmla="*/ -79 h 147319"/>
                  <a:gd name="connsiteX4" fmla="*/ -153 w 11168"/>
                  <a:gd name="connsiteY4" fmla="*/ 5505 h 147319"/>
                  <a:gd name="connsiteX5" fmla="*/ -153 w 11168"/>
                  <a:gd name="connsiteY5" fmla="*/ 141656 h 147319"/>
                  <a:gd name="connsiteX6" fmla="*/ 5431 w 11168"/>
                  <a:gd name="connsiteY6" fmla="*/ 147240 h 147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68" h="147319">
                    <a:moveTo>
                      <a:pt x="5431" y="147240"/>
                    </a:moveTo>
                    <a:cubicBezTo>
                      <a:pt x="8514" y="147240"/>
                      <a:pt x="11015" y="144740"/>
                      <a:pt x="11015" y="141656"/>
                    </a:cubicBezTo>
                    <a:lnTo>
                      <a:pt x="11015" y="5505"/>
                    </a:lnTo>
                    <a:cubicBezTo>
                      <a:pt x="11015" y="2422"/>
                      <a:pt x="8514" y="-79"/>
                      <a:pt x="5431" y="-79"/>
                    </a:cubicBezTo>
                    <a:cubicBezTo>
                      <a:pt x="2347" y="-79"/>
                      <a:pt x="-153" y="2422"/>
                      <a:pt x="-153" y="5505"/>
                    </a:cubicBezTo>
                    <a:lnTo>
                      <a:pt x="-153" y="141656"/>
                    </a:lnTo>
                    <a:cubicBezTo>
                      <a:pt x="-153" y="144740"/>
                      <a:pt x="2347" y="147240"/>
                      <a:pt x="5431" y="14724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5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DFFC086-B2C6-4E52-7C5D-9B4FA53097EC}"/>
                  </a:ext>
                </a:extLst>
              </p:cNvPr>
              <p:cNvSpPr/>
              <p:nvPr/>
            </p:nvSpPr>
            <p:spPr>
              <a:xfrm>
                <a:off x="8215343" y="5960092"/>
                <a:ext cx="17649" cy="147605"/>
              </a:xfrm>
              <a:custGeom>
                <a:avLst/>
                <a:gdLst>
                  <a:gd name="connsiteX0" fmla="*/ 5432 w 17649"/>
                  <a:gd name="connsiteY0" fmla="*/ 147527 h 147605"/>
                  <a:gd name="connsiteX1" fmla="*/ 11017 w 17649"/>
                  <a:gd name="connsiteY1" fmla="*/ 142079 h 147605"/>
                  <a:gd name="connsiteX2" fmla="*/ 16807 w 17649"/>
                  <a:gd name="connsiteY2" fmla="*/ 8190 h 147605"/>
                  <a:gd name="connsiteX3" fmla="*/ 14614 w 17649"/>
                  <a:gd name="connsiteY3" fmla="*/ 618 h 147605"/>
                  <a:gd name="connsiteX4" fmla="*/ 8858 w 17649"/>
                  <a:gd name="connsiteY4" fmla="*/ 824 h 147605"/>
                  <a:gd name="connsiteX5" fmla="*/ -152 w 17649"/>
                  <a:gd name="connsiteY5" fmla="*/ 141805 h 147605"/>
                  <a:gd name="connsiteX6" fmla="*/ 5296 w 17649"/>
                  <a:gd name="connsiteY6" fmla="*/ 147527 h 147605"/>
                  <a:gd name="connsiteX7" fmla="*/ 5296 w 17649"/>
                  <a:gd name="connsiteY7" fmla="*/ 147527 h 147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649" h="147605">
                    <a:moveTo>
                      <a:pt x="5432" y="147527"/>
                    </a:moveTo>
                    <a:cubicBezTo>
                      <a:pt x="8447" y="147492"/>
                      <a:pt x="10914" y="145094"/>
                      <a:pt x="11017" y="142079"/>
                    </a:cubicBezTo>
                    <a:cubicBezTo>
                      <a:pt x="12079" y="94766"/>
                      <a:pt x="14443" y="17509"/>
                      <a:pt x="16807" y="8190"/>
                    </a:cubicBezTo>
                    <a:cubicBezTo>
                      <a:pt x="18280" y="5483"/>
                      <a:pt x="17321" y="2092"/>
                      <a:pt x="14614" y="618"/>
                    </a:cubicBezTo>
                    <a:cubicBezTo>
                      <a:pt x="12798" y="-376"/>
                      <a:pt x="10571" y="-307"/>
                      <a:pt x="8858" y="824"/>
                    </a:cubicBezTo>
                    <a:cubicBezTo>
                      <a:pt x="5843" y="2811"/>
                      <a:pt x="2931" y="4695"/>
                      <a:pt x="-152" y="141805"/>
                    </a:cubicBezTo>
                    <a:cubicBezTo>
                      <a:pt x="-221" y="144888"/>
                      <a:pt x="2212" y="147458"/>
                      <a:pt x="5296" y="147527"/>
                    </a:cubicBezTo>
                    <a:cubicBezTo>
                      <a:pt x="5296" y="147527"/>
                      <a:pt x="5296" y="147527"/>
                      <a:pt x="5296" y="14752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9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E3FD5A5-A708-6189-E4E7-1DEB76BBDCF0}"/>
                  </a:ext>
                </a:extLst>
              </p:cNvPr>
              <p:cNvSpPr/>
              <p:nvPr/>
            </p:nvSpPr>
            <p:spPr>
              <a:xfrm>
                <a:off x="8362338" y="5954645"/>
                <a:ext cx="29773" cy="165283"/>
              </a:xfrm>
              <a:custGeom>
                <a:avLst/>
                <a:gdLst>
                  <a:gd name="connsiteX0" fmla="*/ 11033 w 29773"/>
                  <a:gd name="connsiteY0" fmla="*/ 165204 h 165283"/>
                  <a:gd name="connsiteX1" fmla="*/ 22168 w 29773"/>
                  <a:gd name="connsiteY1" fmla="*/ 154618 h 165283"/>
                  <a:gd name="connsiteX2" fmla="*/ 29602 w 29773"/>
                  <a:gd name="connsiteY2" fmla="*/ 11650 h 165283"/>
                  <a:gd name="connsiteX3" fmla="*/ 19084 w 29773"/>
                  <a:gd name="connsiteY3" fmla="*/ -68 h 165283"/>
                  <a:gd name="connsiteX4" fmla="*/ 19050 w 29773"/>
                  <a:gd name="connsiteY4" fmla="*/ -68 h 165283"/>
                  <a:gd name="connsiteX5" fmla="*/ 7299 w 29773"/>
                  <a:gd name="connsiteY5" fmla="*/ 10485 h 165283"/>
                  <a:gd name="connsiteX6" fmla="*/ -136 w 29773"/>
                  <a:gd name="connsiteY6" fmla="*/ 153453 h 165283"/>
                  <a:gd name="connsiteX7" fmla="*/ 10382 w 29773"/>
                  <a:gd name="connsiteY7" fmla="*/ 165170 h 165283"/>
                  <a:gd name="connsiteX8" fmla="*/ 10416 w 29773"/>
                  <a:gd name="connsiteY8" fmla="*/ 165170 h 16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773" h="165283">
                    <a:moveTo>
                      <a:pt x="11033" y="165204"/>
                    </a:moveTo>
                    <a:cubicBezTo>
                      <a:pt x="16960" y="165204"/>
                      <a:pt x="21859" y="160545"/>
                      <a:pt x="22168" y="154618"/>
                    </a:cubicBezTo>
                    <a:lnTo>
                      <a:pt x="29602" y="11650"/>
                    </a:lnTo>
                    <a:cubicBezTo>
                      <a:pt x="29945" y="5517"/>
                      <a:pt x="25217" y="275"/>
                      <a:pt x="19084" y="-68"/>
                    </a:cubicBezTo>
                    <a:cubicBezTo>
                      <a:pt x="19084" y="-68"/>
                      <a:pt x="19050" y="-68"/>
                      <a:pt x="19050" y="-68"/>
                    </a:cubicBezTo>
                    <a:cubicBezTo>
                      <a:pt x="12917" y="-342"/>
                      <a:pt x="7675" y="4352"/>
                      <a:pt x="7299" y="10485"/>
                    </a:cubicBezTo>
                    <a:lnTo>
                      <a:pt x="-136" y="153453"/>
                    </a:lnTo>
                    <a:cubicBezTo>
                      <a:pt x="-479" y="159586"/>
                      <a:pt x="4249" y="164827"/>
                      <a:pt x="10382" y="165170"/>
                    </a:cubicBezTo>
                    <a:cubicBezTo>
                      <a:pt x="10382" y="165170"/>
                      <a:pt x="10416" y="165170"/>
                      <a:pt x="10416" y="16517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8006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EC69777-B12C-682A-252E-05ACDEAAB14D}"/>
                  </a:ext>
                </a:extLst>
              </p:cNvPr>
              <p:cNvSpPr/>
              <p:nvPr/>
            </p:nvSpPr>
            <p:spPr>
              <a:xfrm>
                <a:off x="7459668" y="5111403"/>
                <a:ext cx="1009442" cy="633324"/>
              </a:xfrm>
              <a:custGeom>
                <a:avLst/>
                <a:gdLst>
                  <a:gd name="connsiteX0" fmla="*/ 1009289 w 1009442"/>
                  <a:gd name="connsiteY0" fmla="*/ 536168 h 633324"/>
                  <a:gd name="connsiteX1" fmla="*/ 1009289 w 1009442"/>
                  <a:gd name="connsiteY1" fmla="*/ 104213 h 633324"/>
                  <a:gd name="connsiteX2" fmla="*/ 906954 w 1009442"/>
                  <a:gd name="connsiteY2" fmla="*/ 644 h 633324"/>
                  <a:gd name="connsiteX3" fmla="*/ 97930 w 1009442"/>
                  <a:gd name="connsiteY3" fmla="*/ 22913 h 633324"/>
                  <a:gd name="connsiteX4" fmla="*/ 26771 w 1009442"/>
                  <a:gd name="connsiteY4" fmla="*/ 97704 h 633324"/>
                  <a:gd name="connsiteX5" fmla="*/ -89 w 1009442"/>
                  <a:gd name="connsiteY5" fmla="*/ 515337 h 633324"/>
                  <a:gd name="connsiteX6" fmla="*/ 95223 w 1009442"/>
                  <a:gd name="connsiteY6" fmla="*/ 617742 h 633324"/>
                  <a:gd name="connsiteX7" fmla="*/ 96868 w 1009442"/>
                  <a:gd name="connsiteY7" fmla="*/ 617776 h 633324"/>
                  <a:gd name="connsiteX8" fmla="*/ 910380 w 1009442"/>
                  <a:gd name="connsiteY8" fmla="*/ 633227 h 633324"/>
                  <a:gd name="connsiteX9" fmla="*/ 1009255 w 1009442"/>
                  <a:gd name="connsiteY9" fmla="*/ 538052 h 633324"/>
                  <a:gd name="connsiteX10" fmla="*/ 1009289 w 1009442"/>
                  <a:gd name="connsiteY10" fmla="*/ 536168 h 633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09442" h="633324">
                    <a:moveTo>
                      <a:pt x="1009289" y="536168"/>
                    </a:moveTo>
                    <a:lnTo>
                      <a:pt x="1009289" y="104213"/>
                    </a:lnTo>
                    <a:cubicBezTo>
                      <a:pt x="1009324" y="47478"/>
                      <a:pt x="963689" y="1295"/>
                      <a:pt x="906954" y="644"/>
                    </a:cubicBezTo>
                    <a:cubicBezTo>
                      <a:pt x="736611" y="-1206"/>
                      <a:pt x="385340" y="-1275"/>
                      <a:pt x="97930" y="22913"/>
                    </a:cubicBezTo>
                    <a:cubicBezTo>
                      <a:pt x="58701" y="26271"/>
                      <a:pt x="28176" y="58373"/>
                      <a:pt x="26771" y="97704"/>
                    </a:cubicBezTo>
                    <a:lnTo>
                      <a:pt x="-89" y="515337"/>
                    </a:lnTo>
                    <a:cubicBezTo>
                      <a:pt x="-2042" y="569914"/>
                      <a:pt x="40612" y="615754"/>
                      <a:pt x="95223" y="617742"/>
                    </a:cubicBezTo>
                    <a:cubicBezTo>
                      <a:pt x="95771" y="617742"/>
                      <a:pt x="96320" y="617776"/>
                      <a:pt x="96868" y="617776"/>
                    </a:cubicBezTo>
                    <a:lnTo>
                      <a:pt x="910380" y="633227"/>
                    </a:lnTo>
                    <a:cubicBezTo>
                      <a:pt x="963963" y="634255"/>
                      <a:pt x="1008261" y="591635"/>
                      <a:pt x="1009255" y="538052"/>
                    </a:cubicBezTo>
                    <a:cubicBezTo>
                      <a:pt x="1009289" y="537401"/>
                      <a:pt x="1009289" y="536784"/>
                      <a:pt x="1009289" y="536168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D65D541-B6A9-E11E-B41C-E7D004FB483F}"/>
                  </a:ext>
                </a:extLst>
              </p:cNvPr>
              <p:cNvSpPr/>
              <p:nvPr/>
            </p:nvSpPr>
            <p:spPr>
              <a:xfrm>
                <a:off x="8162488" y="5229879"/>
                <a:ext cx="208220" cy="197793"/>
              </a:xfrm>
              <a:custGeom>
                <a:avLst/>
                <a:gdLst>
                  <a:gd name="connsiteX0" fmla="*/ 207834 w 208220"/>
                  <a:gd name="connsiteY0" fmla="*/ 32469 h 197793"/>
                  <a:gd name="connsiteX1" fmla="*/ 206567 w 208220"/>
                  <a:gd name="connsiteY1" fmla="*/ 165227 h 197793"/>
                  <a:gd name="connsiteX2" fmla="*/ 172580 w 208220"/>
                  <a:gd name="connsiteY2" fmla="*/ 197706 h 197793"/>
                  <a:gd name="connsiteX3" fmla="*/ 169428 w 208220"/>
                  <a:gd name="connsiteY3" fmla="*/ 197466 h 197793"/>
                  <a:gd name="connsiteX4" fmla="*/ 29269 w 208220"/>
                  <a:gd name="connsiteY4" fmla="*/ 181056 h 197793"/>
                  <a:gd name="connsiteX5" fmla="*/ 79 w 208220"/>
                  <a:gd name="connsiteY5" fmla="*/ 144089 h 197793"/>
                  <a:gd name="connsiteX6" fmla="*/ 217 w 208220"/>
                  <a:gd name="connsiteY6" fmla="*/ 143061 h 197793"/>
                  <a:gd name="connsiteX7" fmla="*/ 17347 w 208220"/>
                  <a:gd name="connsiteY7" fmla="*/ 28289 h 197793"/>
                  <a:gd name="connsiteX8" fmla="*/ 50271 w 208220"/>
                  <a:gd name="connsiteY8" fmla="*/ -79 h 197793"/>
                  <a:gd name="connsiteX9" fmla="*/ 174499 w 208220"/>
                  <a:gd name="connsiteY9" fmla="*/ -79 h 197793"/>
                  <a:gd name="connsiteX10" fmla="*/ 207834 w 208220"/>
                  <a:gd name="connsiteY10" fmla="*/ 32469 h 19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220" h="197793">
                    <a:moveTo>
                      <a:pt x="207834" y="32469"/>
                    </a:moveTo>
                    <a:cubicBezTo>
                      <a:pt x="208554" y="69230"/>
                      <a:pt x="207457" y="127541"/>
                      <a:pt x="206567" y="165227"/>
                    </a:cubicBezTo>
                    <a:cubicBezTo>
                      <a:pt x="206155" y="183591"/>
                      <a:pt x="190944" y="198117"/>
                      <a:pt x="172580" y="197706"/>
                    </a:cubicBezTo>
                    <a:cubicBezTo>
                      <a:pt x="171518" y="197672"/>
                      <a:pt x="170490" y="197603"/>
                      <a:pt x="169428" y="197466"/>
                    </a:cubicBezTo>
                    <a:lnTo>
                      <a:pt x="29269" y="181056"/>
                    </a:lnTo>
                    <a:cubicBezTo>
                      <a:pt x="11009" y="178897"/>
                      <a:pt x="-2079" y="162349"/>
                      <a:pt x="79" y="144089"/>
                    </a:cubicBezTo>
                    <a:cubicBezTo>
                      <a:pt x="114" y="143746"/>
                      <a:pt x="182" y="143404"/>
                      <a:pt x="217" y="143061"/>
                    </a:cubicBezTo>
                    <a:lnTo>
                      <a:pt x="17347" y="28289"/>
                    </a:lnTo>
                    <a:cubicBezTo>
                      <a:pt x="19779" y="11981"/>
                      <a:pt x="33791" y="-79"/>
                      <a:pt x="50271" y="-79"/>
                    </a:cubicBezTo>
                    <a:lnTo>
                      <a:pt x="174499" y="-79"/>
                    </a:lnTo>
                    <a:cubicBezTo>
                      <a:pt x="192623" y="-147"/>
                      <a:pt x="207457" y="14345"/>
                      <a:pt x="207834" y="32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4AFC3860-EF1A-41D3-A22A-96F91D4F7A8F}"/>
                  </a:ext>
                </a:extLst>
              </p:cNvPr>
              <p:cNvSpPr/>
              <p:nvPr/>
            </p:nvSpPr>
            <p:spPr>
              <a:xfrm>
                <a:off x="7858076" y="5113189"/>
                <a:ext cx="169521" cy="379522"/>
              </a:xfrm>
              <a:custGeom>
                <a:avLst/>
                <a:gdLst>
                  <a:gd name="connsiteX0" fmla="*/ 145934 w 169521"/>
                  <a:gd name="connsiteY0" fmla="*/ 366678 h 379522"/>
                  <a:gd name="connsiteX1" fmla="*/ 29038 w 169521"/>
                  <a:gd name="connsiteY1" fmla="*/ 379286 h 379522"/>
                  <a:gd name="connsiteX2" fmla="*/ -15 w 169521"/>
                  <a:gd name="connsiteY2" fmla="*/ 355955 h 379522"/>
                  <a:gd name="connsiteX3" fmla="*/ -84 w 169521"/>
                  <a:gd name="connsiteY3" fmla="*/ 351158 h 379522"/>
                  <a:gd name="connsiteX4" fmla="*/ 25475 w 169521"/>
                  <a:gd name="connsiteY4" fmla="*/ 3347 h 379522"/>
                  <a:gd name="connsiteX5" fmla="*/ 169368 w 169521"/>
                  <a:gd name="connsiteY5" fmla="*/ -79 h 379522"/>
                  <a:gd name="connsiteX6" fmla="*/ 169368 w 169521"/>
                  <a:gd name="connsiteY6" fmla="*/ 340538 h 379522"/>
                  <a:gd name="connsiteX7" fmla="*/ 145934 w 169521"/>
                  <a:gd name="connsiteY7" fmla="*/ 366678 h 379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521" h="379522">
                    <a:moveTo>
                      <a:pt x="145934" y="366678"/>
                    </a:moveTo>
                    <a:lnTo>
                      <a:pt x="29038" y="379286"/>
                    </a:lnTo>
                    <a:cubicBezTo>
                      <a:pt x="14580" y="380862"/>
                      <a:pt x="1561" y="370412"/>
                      <a:pt x="-15" y="355955"/>
                    </a:cubicBezTo>
                    <a:cubicBezTo>
                      <a:pt x="-186" y="354345"/>
                      <a:pt x="-186" y="352734"/>
                      <a:pt x="-84" y="351158"/>
                    </a:cubicBezTo>
                    <a:lnTo>
                      <a:pt x="25475" y="3347"/>
                    </a:lnTo>
                    <a:cubicBezTo>
                      <a:pt x="74467" y="1771"/>
                      <a:pt x="122843" y="641"/>
                      <a:pt x="169368" y="-79"/>
                    </a:cubicBezTo>
                    <a:lnTo>
                      <a:pt x="169368" y="340538"/>
                    </a:lnTo>
                    <a:cubicBezTo>
                      <a:pt x="169334" y="353933"/>
                      <a:pt x="159261" y="365205"/>
                      <a:pt x="145934" y="366678"/>
                    </a:cubicBezTo>
                    <a:close/>
                  </a:path>
                </a:pathLst>
              </a:custGeom>
              <a:solidFill>
                <a:srgbClr val="FFFFFF">
                  <a:alpha val="37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74C6295-1E87-446C-A54E-AFBB80B2C920}"/>
                  </a:ext>
                </a:extLst>
              </p:cNvPr>
              <p:cNvSpPr/>
              <p:nvPr/>
            </p:nvSpPr>
            <p:spPr>
              <a:xfrm>
                <a:off x="7932745" y="5114216"/>
                <a:ext cx="41235" cy="316531"/>
              </a:xfrm>
              <a:custGeom>
                <a:avLst/>
                <a:gdLst>
                  <a:gd name="connsiteX0" fmla="*/ 23369 w 41235"/>
                  <a:gd name="connsiteY0" fmla="*/ 305352 h 316531"/>
                  <a:gd name="connsiteX1" fmla="*/ 11618 w 41235"/>
                  <a:gd name="connsiteY1" fmla="*/ 316452 h 316531"/>
                  <a:gd name="connsiteX2" fmla="*/ 10933 w 41235"/>
                  <a:gd name="connsiteY2" fmla="*/ 316452 h 316531"/>
                  <a:gd name="connsiteX3" fmla="*/ -133 w 41235"/>
                  <a:gd name="connsiteY3" fmla="*/ 304016 h 316531"/>
                  <a:gd name="connsiteX4" fmla="*/ 17511 w 41235"/>
                  <a:gd name="connsiteY4" fmla="*/ 469 h 316531"/>
                  <a:gd name="connsiteX5" fmla="*/ 41082 w 41235"/>
                  <a:gd name="connsiteY5" fmla="*/ -79 h 316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235" h="316531">
                    <a:moveTo>
                      <a:pt x="23369" y="305352"/>
                    </a:moveTo>
                    <a:cubicBezTo>
                      <a:pt x="22992" y="311587"/>
                      <a:pt x="17853" y="316452"/>
                      <a:pt x="11618" y="316452"/>
                    </a:cubicBezTo>
                    <a:lnTo>
                      <a:pt x="10933" y="316452"/>
                    </a:lnTo>
                    <a:cubicBezTo>
                      <a:pt x="4457" y="316076"/>
                      <a:pt x="-510" y="310491"/>
                      <a:pt x="-133" y="304016"/>
                    </a:cubicBezTo>
                    <a:lnTo>
                      <a:pt x="17511" y="469"/>
                    </a:lnTo>
                    <a:lnTo>
                      <a:pt x="41082" y="-79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973DA6F-5C82-0B96-D60B-862FD867962A}"/>
                  </a:ext>
                </a:extLst>
              </p:cNvPr>
              <p:cNvSpPr/>
              <p:nvPr/>
            </p:nvSpPr>
            <p:spPr>
              <a:xfrm>
                <a:off x="8301741" y="5268541"/>
                <a:ext cx="13891" cy="103450"/>
              </a:xfrm>
              <a:custGeom>
                <a:avLst/>
                <a:gdLst>
                  <a:gd name="connsiteX0" fmla="*/ 3760 w 13891"/>
                  <a:gd name="connsiteY0" fmla="*/ 103372 h 103450"/>
                  <a:gd name="connsiteX1" fmla="*/ 7666 w 13891"/>
                  <a:gd name="connsiteY1" fmla="*/ 99705 h 103450"/>
                  <a:gd name="connsiteX2" fmla="*/ 13730 w 13891"/>
                  <a:gd name="connsiteY2" fmla="*/ 4085 h 103450"/>
                  <a:gd name="connsiteX3" fmla="*/ 10064 w 13891"/>
                  <a:gd name="connsiteY3" fmla="*/ -61 h 103450"/>
                  <a:gd name="connsiteX4" fmla="*/ 10064 w 13891"/>
                  <a:gd name="connsiteY4" fmla="*/ -61 h 103450"/>
                  <a:gd name="connsiteX5" fmla="*/ 5918 w 13891"/>
                  <a:gd name="connsiteY5" fmla="*/ 3365 h 103450"/>
                  <a:gd name="connsiteX6" fmla="*/ 5918 w 13891"/>
                  <a:gd name="connsiteY6" fmla="*/ 3605 h 103450"/>
                  <a:gd name="connsiteX7" fmla="*/ -145 w 13891"/>
                  <a:gd name="connsiteY7" fmla="*/ 99192 h 103450"/>
                  <a:gd name="connsiteX8" fmla="*/ 3520 w 13891"/>
                  <a:gd name="connsiteY8" fmla="*/ 103372 h 10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91" h="103450">
                    <a:moveTo>
                      <a:pt x="3760" y="103372"/>
                    </a:moveTo>
                    <a:cubicBezTo>
                      <a:pt x="5816" y="103372"/>
                      <a:pt x="7529" y="101761"/>
                      <a:pt x="7666" y="99705"/>
                    </a:cubicBezTo>
                    <a:lnTo>
                      <a:pt x="13730" y="4085"/>
                    </a:lnTo>
                    <a:cubicBezTo>
                      <a:pt x="13867" y="1927"/>
                      <a:pt x="12222" y="77"/>
                      <a:pt x="10064" y="-61"/>
                    </a:cubicBezTo>
                    <a:cubicBezTo>
                      <a:pt x="10064" y="-61"/>
                      <a:pt x="10064" y="-61"/>
                      <a:pt x="10064" y="-61"/>
                    </a:cubicBezTo>
                    <a:cubicBezTo>
                      <a:pt x="7974" y="-266"/>
                      <a:pt x="6124" y="1276"/>
                      <a:pt x="5918" y="3365"/>
                    </a:cubicBezTo>
                    <a:cubicBezTo>
                      <a:pt x="5918" y="3468"/>
                      <a:pt x="5918" y="3537"/>
                      <a:pt x="5918" y="3605"/>
                    </a:cubicBezTo>
                    <a:lnTo>
                      <a:pt x="-145" y="99192"/>
                    </a:lnTo>
                    <a:cubicBezTo>
                      <a:pt x="-283" y="101350"/>
                      <a:pt x="1362" y="103234"/>
                      <a:pt x="3520" y="1033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1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481459B-31C3-910A-CF87-96D551046E2F}"/>
                  </a:ext>
                </a:extLst>
              </p:cNvPr>
              <p:cNvSpPr/>
              <p:nvPr/>
            </p:nvSpPr>
            <p:spPr>
              <a:xfrm>
                <a:off x="8289242" y="5266691"/>
                <a:ext cx="11035" cy="105300"/>
              </a:xfrm>
              <a:custGeom>
                <a:avLst/>
                <a:gdLst>
                  <a:gd name="connsiteX0" fmla="*/ 3789 w 11035"/>
                  <a:gd name="connsiteY0" fmla="*/ 105222 h 105300"/>
                  <a:gd name="connsiteX1" fmla="*/ 7694 w 11035"/>
                  <a:gd name="connsiteY1" fmla="*/ 101419 h 105300"/>
                  <a:gd name="connsiteX2" fmla="*/ 10880 w 11035"/>
                  <a:gd name="connsiteY2" fmla="*/ 3982 h 105300"/>
                  <a:gd name="connsiteX3" fmla="*/ 7077 w 11035"/>
                  <a:gd name="connsiteY3" fmla="*/ -60 h 105300"/>
                  <a:gd name="connsiteX4" fmla="*/ 3034 w 11035"/>
                  <a:gd name="connsiteY4" fmla="*/ 3263 h 105300"/>
                  <a:gd name="connsiteX5" fmla="*/ 3034 w 11035"/>
                  <a:gd name="connsiteY5" fmla="*/ 3743 h 105300"/>
                  <a:gd name="connsiteX6" fmla="*/ -152 w 11035"/>
                  <a:gd name="connsiteY6" fmla="*/ 101179 h 105300"/>
                  <a:gd name="connsiteX7" fmla="*/ 3651 w 11035"/>
                  <a:gd name="connsiteY7" fmla="*/ 105222 h 10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035" h="105300">
                    <a:moveTo>
                      <a:pt x="3789" y="105222"/>
                    </a:moveTo>
                    <a:cubicBezTo>
                      <a:pt x="5913" y="105222"/>
                      <a:pt x="7626" y="103543"/>
                      <a:pt x="7694" y="101419"/>
                    </a:cubicBezTo>
                    <a:lnTo>
                      <a:pt x="10880" y="3982"/>
                    </a:lnTo>
                    <a:cubicBezTo>
                      <a:pt x="10949" y="1824"/>
                      <a:pt x="9236" y="8"/>
                      <a:pt x="7077" y="-60"/>
                    </a:cubicBezTo>
                    <a:cubicBezTo>
                      <a:pt x="5056" y="-266"/>
                      <a:pt x="3240" y="1242"/>
                      <a:pt x="3034" y="3263"/>
                    </a:cubicBezTo>
                    <a:cubicBezTo>
                      <a:pt x="3034" y="3434"/>
                      <a:pt x="3034" y="3571"/>
                      <a:pt x="3034" y="3743"/>
                    </a:cubicBezTo>
                    <a:lnTo>
                      <a:pt x="-152" y="101179"/>
                    </a:lnTo>
                    <a:cubicBezTo>
                      <a:pt x="-220" y="103337"/>
                      <a:pt x="1493" y="105153"/>
                      <a:pt x="3651" y="1052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1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9CE2A84-739B-4600-3A6C-FC3F07CA495B}"/>
                  </a:ext>
                </a:extLst>
              </p:cNvPr>
              <p:cNvSpPr/>
              <p:nvPr/>
            </p:nvSpPr>
            <p:spPr>
              <a:xfrm>
                <a:off x="8272521" y="5266709"/>
                <a:ext cx="12406" cy="105281"/>
              </a:xfrm>
              <a:custGeom>
                <a:avLst/>
                <a:gdLst>
                  <a:gd name="connsiteX0" fmla="*/ 3585 w 12406"/>
                  <a:gd name="connsiteY0" fmla="*/ 105203 h 105281"/>
                  <a:gd name="connsiteX1" fmla="*/ -149 w 12406"/>
                  <a:gd name="connsiteY1" fmla="*/ 101092 h 105281"/>
                  <a:gd name="connsiteX2" fmla="*/ 4407 w 12406"/>
                  <a:gd name="connsiteY2" fmla="*/ 3792 h 105281"/>
                  <a:gd name="connsiteX3" fmla="*/ 8347 w 12406"/>
                  <a:gd name="connsiteY3" fmla="*/ -79 h 105281"/>
                  <a:gd name="connsiteX4" fmla="*/ 12253 w 12406"/>
                  <a:gd name="connsiteY4" fmla="*/ 3827 h 105281"/>
                  <a:gd name="connsiteX5" fmla="*/ 7662 w 12406"/>
                  <a:gd name="connsiteY5" fmla="*/ 101469 h 105281"/>
                  <a:gd name="connsiteX6" fmla="*/ 3757 w 12406"/>
                  <a:gd name="connsiteY6" fmla="*/ 105203 h 105281"/>
                  <a:gd name="connsiteX7" fmla="*/ 4339 w 12406"/>
                  <a:gd name="connsiteY7" fmla="*/ 3827 h 105281"/>
                  <a:gd name="connsiteX8" fmla="*/ 4339 w 12406"/>
                  <a:gd name="connsiteY8" fmla="*/ 3827 h 10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06" h="105281">
                    <a:moveTo>
                      <a:pt x="3585" y="105203"/>
                    </a:moveTo>
                    <a:cubicBezTo>
                      <a:pt x="1427" y="105100"/>
                      <a:pt x="-252" y="103250"/>
                      <a:pt x="-149" y="101092"/>
                    </a:cubicBezTo>
                    <a:cubicBezTo>
                      <a:pt x="1393" y="68373"/>
                      <a:pt x="4373" y="5917"/>
                      <a:pt x="4407" y="3792"/>
                    </a:cubicBezTo>
                    <a:cubicBezTo>
                      <a:pt x="4442" y="1634"/>
                      <a:pt x="6189" y="-79"/>
                      <a:pt x="8347" y="-79"/>
                    </a:cubicBezTo>
                    <a:cubicBezTo>
                      <a:pt x="10506" y="-79"/>
                      <a:pt x="12253" y="1668"/>
                      <a:pt x="12253" y="3827"/>
                    </a:cubicBezTo>
                    <a:cubicBezTo>
                      <a:pt x="12253" y="5437"/>
                      <a:pt x="8450" y="85435"/>
                      <a:pt x="7662" y="101469"/>
                    </a:cubicBezTo>
                    <a:cubicBezTo>
                      <a:pt x="7560" y="103559"/>
                      <a:pt x="5847" y="105203"/>
                      <a:pt x="3757" y="105203"/>
                    </a:cubicBezTo>
                    <a:close/>
                    <a:moveTo>
                      <a:pt x="4339" y="3827"/>
                    </a:moveTo>
                    <a:lnTo>
                      <a:pt x="4339" y="3827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1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BBB1E98-6A55-F82F-0294-E99B5B1CB0F7}"/>
                  </a:ext>
                </a:extLst>
              </p:cNvPr>
              <p:cNvSpPr/>
              <p:nvPr/>
            </p:nvSpPr>
            <p:spPr>
              <a:xfrm>
                <a:off x="8242472" y="5264232"/>
                <a:ext cx="18339" cy="111664"/>
              </a:xfrm>
              <a:custGeom>
                <a:avLst/>
                <a:gdLst>
                  <a:gd name="connsiteX0" fmla="*/ 7664 w 18339"/>
                  <a:gd name="connsiteY0" fmla="*/ 111586 h 111664"/>
                  <a:gd name="connsiteX1" fmla="*/ 15510 w 18339"/>
                  <a:gd name="connsiteY1" fmla="*/ 104048 h 111664"/>
                  <a:gd name="connsiteX2" fmla="*/ 17839 w 18339"/>
                  <a:gd name="connsiteY2" fmla="*/ 6098 h 111664"/>
                  <a:gd name="connsiteX3" fmla="*/ 8555 w 18339"/>
                  <a:gd name="connsiteY3" fmla="*/ 102 h 111664"/>
                  <a:gd name="connsiteX4" fmla="*/ 2525 w 18339"/>
                  <a:gd name="connsiteY4" fmla="*/ 9181 h 111664"/>
                  <a:gd name="connsiteX5" fmla="*/ -147 w 18339"/>
                  <a:gd name="connsiteY5" fmla="*/ 103466 h 111664"/>
                  <a:gd name="connsiteX6" fmla="*/ 7356 w 18339"/>
                  <a:gd name="connsiteY6" fmla="*/ 111586 h 111664"/>
                  <a:gd name="connsiteX7" fmla="*/ 7390 w 18339"/>
                  <a:gd name="connsiteY7" fmla="*/ 111586 h 111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339" h="111664">
                    <a:moveTo>
                      <a:pt x="7664" y="111586"/>
                    </a:moveTo>
                    <a:cubicBezTo>
                      <a:pt x="11878" y="111620"/>
                      <a:pt x="15373" y="108263"/>
                      <a:pt x="15510" y="104048"/>
                    </a:cubicBezTo>
                    <a:cubicBezTo>
                      <a:pt x="18936" y="9627"/>
                      <a:pt x="18251" y="7503"/>
                      <a:pt x="17839" y="6098"/>
                    </a:cubicBezTo>
                    <a:cubicBezTo>
                      <a:pt x="16949" y="1884"/>
                      <a:pt x="12803" y="-823"/>
                      <a:pt x="8555" y="102"/>
                    </a:cubicBezTo>
                    <a:cubicBezTo>
                      <a:pt x="4409" y="959"/>
                      <a:pt x="1737" y="5002"/>
                      <a:pt x="2525" y="9181"/>
                    </a:cubicBezTo>
                    <a:cubicBezTo>
                      <a:pt x="2765" y="14869"/>
                      <a:pt x="1018" y="69788"/>
                      <a:pt x="-147" y="103466"/>
                    </a:cubicBezTo>
                    <a:cubicBezTo>
                      <a:pt x="-319" y="107783"/>
                      <a:pt x="3039" y="111414"/>
                      <a:pt x="7356" y="111586"/>
                    </a:cubicBezTo>
                    <a:cubicBezTo>
                      <a:pt x="7356" y="111586"/>
                      <a:pt x="7390" y="111586"/>
                      <a:pt x="7390" y="1115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8036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FDACF1F-1722-AEC7-CE87-A36EFE380F30}"/>
                  </a:ext>
                </a:extLst>
              </p:cNvPr>
              <p:cNvSpPr/>
              <p:nvPr/>
            </p:nvSpPr>
            <p:spPr>
              <a:xfrm>
                <a:off x="8229366" y="5268164"/>
                <a:ext cx="7888" cy="103827"/>
              </a:xfrm>
              <a:custGeom>
                <a:avLst/>
                <a:gdLst>
                  <a:gd name="connsiteX0" fmla="*/ 3778 w 7888"/>
                  <a:gd name="connsiteY0" fmla="*/ 103748 h 103827"/>
                  <a:gd name="connsiteX1" fmla="*/ 7718 w 7888"/>
                  <a:gd name="connsiteY1" fmla="*/ 99877 h 103827"/>
                  <a:gd name="connsiteX2" fmla="*/ 7718 w 7888"/>
                  <a:gd name="connsiteY2" fmla="*/ 99842 h 103827"/>
                  <a:gd name="connsiteX3" fmla="*/ 7718 w 7888"/>
                  <a:gd name="connsiteY3" fmla="*/ 4222 h 103827"/>
                  <a:gd name="connsiteX4" fmla="*/ 4154 w 7888"/>
                  <a:gd name="connsiteY4" fmla="*/ -61 h 103827"/>
                  <a:gd name="connsiteX5" fmla="*/ -128 w 7888"/>
                  <a:gd name="connsiteY5" fmla="*/ 3502 h 103827"/>
                  <a:gd name="connsiteX6" fmla="*/ -128 w 7888"/>
                  <a:gd name="connsiteY6" fmla="*/ 4222 h 103827"/>
                  <a:gd name="connsiteX7" fmla="*/ -128 w 7888"/>
                  <a:gd name="connsiteY7" fmla="*/ 99842 h 103827"/>
                  <a:gd name="connsiteX8" fmla="*/ 3778 w 7888"/>
                  <a:gd name="connsiteY8" fmla="*/ 103748 h 103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88" h="103827">
                    <a:moveTo>
                      <a:pt x="3778" y="103748"/>
                    </a:moveTo>
                    <a:cubicBezTo>
                      <a:pt x="5936" y="103782"/>
                      <a:pt x="7683" y="102035"/>
                      <a:pt x="7718" y="99877"/>
                    </a:cubicBezTo>
                    <a:cubicBezTo>
                      <a:pt x="7718" y="99877"/>
                      <a:pt x="7718" y="99842"/>
                      <a:pt x="7718" y="99842"/>
                    </a:cubicBezTo>
                    <a:lnTo>
                      <a:pt x="7718" y="4222"/>
                    </a:lnTo>
                    <a:cubicBezTo>
                      <a:pt x="7923" y="2063"/>
                      <a:pt x="6313" y="145"/>
                      <a:pt x="4154" y="-61"/>
                    </a:cubicBezTo>
                    <a:cubicBezTo>
                      <a:pt x="1996" y="-266"/>
                      <a:pt x="78" y="1309"/>
                      <a:pt x="-128" y="3502"/>
                    </a:cubicBezTo>
                    <a:cubicBezTo>
                      <a:pt x="-162" y="3742"/>
                      <a:pt x="-162" y="3982"/>
                      <a:pt x="-128" y="4222"/>
                    </a:cubicBezTo>
                    <a:lnTo>
                      <a:pt x="-128" y="99842"/>
                    </a:lnTo>
                    <a:cubicBezTo>
                      <a:pt x="-128" y="102001"/>
                      <a:pt x="1619" y="103748"/>
                      <a:pt x="3778" y="103748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1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A38C41BD-FED2-F2F9-EB51-E3ADD6E23417}"/>
                  </a:ext>
                </a:extLst>
              </p:cNvPr>
              <p:cNvSpPr/>
              <p:nvPr/>
            </p:nvSpPr>
            <p:spPr>
              <a:xfrm>
                <a:off x="8215822" y="5268312"/>
                <a:ext cx="12318" cy="103679"/>
              </a:xfrm>
              <a:custGeom>
                <a:avLst/>
                <a:gdLst>
                  <a:gd name="connsiteX0" fmla="*/ 3617 w 12318"/>
                  <a:gd name="connsiteY0" fmla="*/ 103601 h 103679"/>
                  <a:gd name="connsiteX1" fmla="*/ 7523 w 12318"/>
                  <a:gd name="connsiteY1" fmla="*/ 99764 h 103679"/>
                  <a:gd name="connsiteX2" fmla="*/ 11600 w 12318"/>
                  <a:gd name="connsiteY2" fmla="*/ 5753 h 103679"/>
                  <a:gd name="connsiteX3" fmla="*/ 11600 w 12318"/>
                  <a:gd name="connsiteY3" fmla="*/ 1676 h 103679"/>
                  <a:gd name="connsiteX4" fmla="*/ 6255 w 12318"/>
                  <a:gd name="connsiteY4" fmla="*/ 546 h 103679"/>
                  <a:gd name="connsiteX5" fmla="*/ 6187 w 12318"/>
                  <a:gd name="connsiteY5" fmla="*/ 580 h 103679"/>
                  <a:gd name="connsiteX6" fmla="*/ -152 w 12318"/>
                  <a:gd name="connsiteY6" fmla="*/ 99592 h 103679"/>
                  <a:gd name="connsiteX7" fmla="*/ 3651 w 12318"/>
                  <a:gd name="connsiteY7" fmla="*/ 103601 h 103679"/>
                  <a:gd name="connsiteX8" fmla="*/ 3651 w 12318"/>
                  <a:gd name="connsiteY8" fmla="*/ 103601 h 103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18" h="103679">
                    <a:moveTo>
                      <a:pt x="3617" y="103601"/>
                    </a:moveTo>
                    <a:cubicBezTo>
                      <a:pt x="5741" y="103601"/>
                      <a:pt x="7488" y="101888"/>
                      <a:pt x="7523" y="99764"/>
                    </a:cubicBezTo>
                    <a:cubicBezTo>
                      <a:pt x="8276" y="66531"/>
                      <a:pt x="10058" y="12297"/>
                      <a:pt x="11600" y="5753"/>
                    </a:cubicBezTo>
                    <a:cubicBezTo>
                      <a:pt x="12354" y="4485"/>
                      <a:pt x="12354" y="2944"/>
                      <a:pt x="11600" y="1676"/>
                    </a:cubicBezTo>
                    <a:cubicBezTo>
                      <a:pt x="10435" y="-105"/>
                      <a:pt x="8037" y="-619"/>
                      <a:pt x="6255" y="546"/>
                    </a:cubicBezTo>
                    <a:cubicBezTo>
                      <a:pt x="6221" y="546"/>
                      <a:pt x="6221" y="580"/>
                      <a:pt x="6187" y="580"/>
                    </a:cubicBezTo>
                    <a:cubicBezTo>
                      <a:pt x="4028" y="1950"/>
                      <a:pt x="2007" y="3286"/>
                      <a:pt x="-152" y="99592"/>
                    </a:cubicBezTo>
                    <a:cubicBezTo>
                      <a:pt x="-220" y="101751"/>
                      <a:pt x="1493" y="103532"/>
                      <a:pt x="3651" y="103601"/>
                    </a:cubicBezTo>
                    <a:cubicBezTo>
                      <a:pt x="3651" y="103601"/>
                      <a:pt x="3651" y="103601"/>
                      <a:pt x="3651" y="10360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1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7FF826A-3842-B556-859E-A853549DF0B0}"/>
                  </a:ext>
                </a:extLst>
              </p:cNvPr>
              <p:cNvSpPr/>
              <p:nvPr/>
            </p:nvSpPr>
            <p:spPr>
              <a:xfrm>
                <a:off x="8318901" y="5264309"/>
                <a:ext cx="20947" cy="116384"/>
              </a:xfrm>
              <a:custGeom>
                <a:avLst/>
                <a:gdLst>
                  <a:gd name="connsiteX0" fmla="*/ 7704 w 20947"/>
                  <a:gd name="connsiteY0" fmla="*/ 116305 h 116384"/>
                  <a:gd name="connsiteX1" fmla="*/ 15516 w 20947"/>
                  <a:gd name="connsiteY1" fmla="*/ 108870 h 116384"/>
                  <a:gd name="connsiteX2" fmla="*/ 20758 w 20947"/>
                  <a:gd name="connsiteY2" fmla="*/ 8488 h 116384"/>
                  <a:gd name="connsiteX3" fmla="*/ 13666 w 20947"/>
                  <a:gd name="connsiteY3" fmla="*/ -43 h 116384"/>
                  <a:gd name="connsiteX4" fmla="*/ 5135 w 20947"/>
                  <a:gd name="connsiteY4" fmla="*/ 7049 h 116384"/>
                  <a:gd name="connsiteX5" fmla="*/ 5101 w 20947"/>
                  <a:gd name="connsiteY5" fmla="*/ 7665 h 116384"/>
                  <a:gd name="connsiteX6" fmla="*/ -141 w 20947"/>
                  <a:gd name="connsiteY6" fmla="*/ 108048 h 116384"/>
                  <a:gd name="connsiteX7" fmla="*/ 7259 w 20947"/>
                  <a:gd name="connsiteY7" fmla="*/ 116305 h 116384"/>
                  <a:gd name="connsiteX8" fmla="*/ 7293 w 20947"/>
                  <a:gd name="connsiteY8" fmla="*/ 116305 h 116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947" h="116384">
                    <a:moveTo>
                      <a:pt x="7704" y="116305"/>
                    </a:moveTo>
                    <a:cubicBezTo>
                      <a:pt x="11884" y="116305"/>
                      <a:pt x="15310" y="113050"/>
                      <a:pt x="15516" y="108870"/>
                    </a:cubicBezTo>
                    <a:lnTo>
                      <a:pt x="20758" y="8488"/>
                    </a:lnTo>
                    <a:cubicBezTo>
                      <a:pt x="21169" y="4171"/>
                      <a:pt x="17983" y="334"/>
                      <a:pt x="13666" y="-43"/>
                    </a:cubicBezTo>
                    <a:cubicBezTo>
                      <a:pt x="9349" y="-454"/>
                      <a:pt x="5546" y="2732"/>
                      <a:pt x="5135" y="7049"/>
                    </a:cubicBezTo>
                    <a:cubicBezTo>
                      <a:pt x="5101" y="7254"/>
                      <a:pt x="5101" y="7460"/>
                      <a:pt x="5101" y="7665"/>
                    </a:cubicBezTo>
                    <a:lnTo>
                      <a:pt x="-141" y="108048"/>
                    </a:lnTo>
                    <a:cubicBezTo>
                      <a:pt x="-381" y="112365"/>
                      <a:pt x="2942" y="116065"/>
                      <a:pt x="7259" y="116305"/>
                    </a:cubicBezTo>
                    <a:cubicBezTo>
                      <a:pt x="7293" y="116305"/>
                      <a:pt x="7293" y="116305"/>
                      <a:pt x="7293" y="11630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1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9C8DA32-778E-125E-C2F5-3B28868E74BB}"/>
                  </a:ext>
                </a:extLst>
              </p:cNvPr>
              <p:cNvSpPr/>
              <p:nvPr/>
            </p:nvSpPr>
            <p:spPr>
              <a:xfrm>
                <a:off x="7060404" y="6065071"/>
                <a:ext cx="872360" cy="633330"/>
              </a:xfrm>
              <a:custGeom>
                <a:avLst/>
                <a:gdLst>
                  <a:gd name="connsiteX0" fmla="*/ 872207 w 872360"/>
                  <a:gd name="connsiteY0" fmla="*/ 536240 h 633330"/>
                  <a:gd name="connsiteX1" fmla="*/ 872207 w 872360"/>
                  <a:gd name="connsiteY1" fmla="*/ 104217 h 633330"/>
                  <a:gd name="connsiteX2" fmla="*/ 783747 w 872360"/>
                  <a:gd name="connsiteY2" fmla="*/ 648 h 633330"/>
                  <a:gd name="connsiteX3" fmla="*/ 84562 w 872360"/>
                  <a:gd name="connsiteY3" fmla="*/ 22917 h 633330"/>
                  <a:gd name="connsiteX4" fmla="*/ 22893 w 872360"/>
                  <a:gd name="connsiteY4" fmla="*/ 97707 h 633330"/>
                  <a:gd name="connsiteX5" fmla="*/ -95 w 872360"/>
                  <a:gd name="connsiteY5" fmla="*/ 515341 h 633330"/>
                  <a:gd name="connsiteX6" fmla="*/ 83671 w 872360"/>
                  <a:gd name="connsiteY6" fmla="*/ 617780 h 633330"/>
                  <a:gd name="connsiteX7" fmla="*/ 786728 w 872360"/>
                  <a:gd name="connsiteY7" fmla="*/ 633231 h 633330"/>
                  <a:gd name="connsiteX8" fmla="*/ 872207 w 872360"/>
                  <a:gd name="connsiteY8" fmla="*/ 536240 h 633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2360" h="633330">
                    <a:moveTo>
                      <a:pt x="872207" y="536240"/>
                    </a:moveTo>
                    <a:lnTo>
                      <a:pt x="872207" y="104217"/>
                    </a:lnTo>
                    <a:cubicBezTo>
                      <a:pt x="872207" y="47448"/>
                      <a:pt x="832774" y="1436"/>
                      <a:pt x="783747" y="648"/>
                    </a:cubicBezTo>
                    <a:cubicBezTo>
                      <a:pt x="636428" y="-1202"/>
                      <a:pt x="332949" y="-1305"/>
                      <a:pt x="84562" y="22917"/>
                    </a:cubicBezTo>
                    <a:cubicBezTo>
                      <a:pt x="50678" y="26343"/>
                      <a:pt x="24298" y="58377"/>
                      <a:pt x="22893" y="97707"/>
                    </a:cubicBezTo>
                    <a:lnTo>
                      <a:pt x="-95" y="515341"/>
                    </a:lnTo>
                    <a:cubicBezTo>
                      <a:pt x="-1843" y="570569"/>
                      <a:pt x="35912" y="616717"/>
                      <a:pt x="83671" y="617780"/>
                    </a:cubicBezTo>
                    <a:lnTo>
                      <a:pt x="786728" y="633231"/>
                    </a:lnTo>
                    <a:cubicBezTo>
                      <a:pt x="833665" y="634327"/>
                      <a:pt x="872207" y="590714"/>
                      <a:pt x="872207" y="53624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F54D2AF-4F17-0CFC-BB74-FAA536887CD0}"/>
                  </a:ext>
                </a:extLst>
              </p:cNvPr>
              <p:cNvSpPr/>
              <p:nvPr/>
            </p:nvSpPr>
            <p:spPr>
              <a:xfrm>
                <a:off x="7667773" y="6183619"/>
                <a:ext cx="179933" cy="197778"/>
              </a:xfrm>
              <a:custGeom>
                <a:avLst/>
                <a:gdLst>
                  <a:gd name="connsiteX0" fmla="*/ 179565 w 179933"/>
                  <a:gd name="connsiteY0" fmla="*/ 32468 h 197778"/>
                  <a:gd name="connsiteX1" fmla="*/ 178503 w 179933"/>
                  <a:gd name="connsiteY1" fmla="*/ 165227 h 197778"/>
                  <a:gd name="connsiteX2" fmla="*/ 146367 w 179933"/>
                  <a:gd name="connsiteY2" fmla="*/ 197466 h 197778"/>
                  <a:gd name="connsiteX3" fmla="*/ 25256 w 179933"/>
                  <a:gd name="connsiteY3" fmla="*/ 181055 h 197778"/>
                  <a:gd name="connsiteX4" fmla="*/ 143 w 179933"/>
                  <a:gd name="connsiteY4" fmla="*/ 143060 h 197778"/>
                  <a:gd name="connsiteX5" fmla="*/ 15012 w 179933"/>
                  <a:gd name="connsiteY5" fmla="*/ 28288 h 197778"/>
                  <a:gd name="connsiteX6" fmla="*/ 43448 w 179933"/>
                  <a:gd name="connsiteY6" fmla="*/ -79 h 197778"/>
                  <a:gd name="connsiteX7" fmla="*/ 150820 w 179933"/>
                  <a:gd name="connsiteY7" fmla="*/ -79 h 197778"/>
                  <a:gd name="connsiteX8" fmla="*/ 179565 w 179933"/>
                  <a:gd name="connsiteY8" fmla="*/ 32468 h 197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33" h="197778">
                    <a:moveTo>
                      <a:pt x="179565" y="32468"/>
                    </a:moveTo>
                    <a:cubicBezTo>
                      <a:pt x="180216" y="69230"/>
                      <a:pt x="179256" y="127541"/>
                      <a:pt x="178503" y="165227"/>
                    </a:cubicBezTo>
                    <a:cubicBezTo>
                      <a:pt x="178092" y="184824"/>
                      <a:pt x="163222" y="199761"/>
                      <a:pt x="146367" y="197466"/>
                    </a:cubicBezTo>
                    <a:lnTo>
                      <a:pt x="25256" y="181055"/>
                    </a:lnTo>
                    <a:cubicBezTo>
                      <a:pt x="9119" y="178863"/>
                      <a:pt x="-2152" y="161630"/>
                      <a:pt x="143" y="143060"/>
                    </a:cubicBezTo>
                    <a:lnTo>
                      <a:pt x="15012" y="28288"/>
                    </a:lnTo>
                    <a:cubicBezTo>
                      <a:pt x="17137" y="11981"/>
                      <a:pt x="29230" y="-79"/>
                      <a:pt x="43448" y="-79"/>
                    </a:cubicBezTo>
                    <a:lnTo>
                      <a:pt x="150820" y="-79"/>
                    </a:lnTo>
                    <a:cubicBezTo>
                      <a:pt x="166477" y="-79"/>
                      <a:pt x="179256" y="14379"/>
                      <a:pt x="179565" y="324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4CCEFA9-86AE-7F5E-E16F-F3D87C83ADB5}"/>
                  </a:ext>
                </a:extLst>
              </p:cNvPr>
              <p:cNvSpPr/>
              <p:nvPr/>
            </p:nvSpPr>
            <p:spPr>
              <a:xfrm>
                <a:off x="7404649" y="6066894"/>
                <a:ext cx="146627" cy="379551"/>
              </a:xfrm>
              <a:custGeom>
                <a:avLst/>
                <a:gdLst>
                  <a:gd name="connsiteX0" fmla="*/ 126123 w 146627"/>
                  <a:gd name="connsiteY0" fmla="*/ 366712 h 379551"/>
                  <a:gd name="connsiteX1" fmla="*/ 25089 w 146627"/>
                  <a:gd name="connsiteY1" fmla="*/ 379320 h 379551"/>
                  <a:gd name="connsiteX2" fmla="*/ -92 w 146627"/>
                  <a:gd name="connsiteY2" fmla="*/ 351158 h 379551"/>
                  <a:gd name="connsiteX3" fmla="*/ 22006 w 146627"/>
                  <a:gd name="connsiteY3" fmla="*/ 3347 h 379551"/>
                  <a:gd name="connsiteX4" fmla="*/ 146474 w 146627"/>
                  <a:gd name="connsiteY4" fmla="*/ -79 h 379551"/>
                  <a:gd name="connsiteX5" fmla="*/ 146474 w 146627"/>
                  <a:gd name="connsiteY5" fmla="*/ 340538 h 379551"/>
                  <a:gd name="connsiteX6" fmla="*/ 126123 w 146627"/>
                  <a:gd name="connsiteY6" fmla="*/ 366712 h 379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6627" h="379551">
                    <a:moveTo>
                      <a:pt x="126123" y="366712"/>
                    </a:moveTo>
                    <a:lnTo>
                      <a:pt x="25089" y="379320"/>
                    </a:lnTo>
                    <a:cubicBezTo>
                      <a:pt x="10939" y="381067"/>
                      <a:pt x="-1120" y="367569"/>
                      <a:pt x="-92" y="351158"/>
                    </a:cubicBezTo>
                    <a:lnTo>
                      <a:pt x="22006" y="3347"/>
                    </a:lnTo>
                    <a:cubicBezTo>
                      <a:pt x="64386" y="1805"/>
                      <a:pt x="106149" y="675"/>
                      <a:pt x="146474" y="-79"/>
                    </a:cubicBezTo>
                    <a:lnTo>
                      <a:pt x="146474" y="340538"/>
                    </a:lnTo>
                    <a:cubicBezTo>
                      <a:pt x="146474" y="353968"/>
                      <a:pt x="137703" y="365239"/>
                      <a:pt x="126123" y="366712"/>
                    </a:cubicBezTo>
                    <a:close/>
                  </a:path>
                </a:pathLst>
              </a:custGeom>
              <a:solidFill>
                <a:srgbClr val="FFFFFF">
                  <a:alpha val="37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323ECA6-1F2D-D875-FFE8-1A53156736C3}"/>
                  </a:ext>
                </a:extLst>
              </p:cNvPr>
              <p:cNvSpPr/>
              <p:nvPr/>
            </p:nvSpPr>
            <p:spPr>
              <a:xfrm>
                <a:off x="7468979" y="6067922"/>
                <a:ext cx="35874" cy="316531"/>
              </a:xfrm>
              <a:custGeom>
                <a:avLst/>
                <a:gdLst>
                  <a:gd name="connsiteX0" fmla="*/ 20372 w 35874"/>
                  <a:gd name="connsiteY0" fmla="*/ 305386 h 316531"/>
                  <a:gd name="connsiteX1" fmla="*/ 10094 w 35874"/>
                  <a:gd name="connsiteY1" fmla="*/ 316452 h 316531"/>
                  <a:gd name="connsiteX2" fmla="*/ 9478 w 35874"/>
                  <a:gd name="connsiteY2" fmla="*/ 316452 h 316531"/>
                  <a:gd name="connsiteX3" fmla="*/ -81 w 35874"/>
                  <a:gd name="connsiteY3" fmla="*/ 304016 h 316531"/>
                  <a:gd name="connsiteX4" fmla="*/ 15165 w 35874"/>
                  <a:gd name="connsiteY4" fmla="*/ 469 h 316531"/>
                  <a:gd name="connsiteX5" fmla="*/ 35721 w 35874"/>
                  <a:gd name="connsiteY5" fmla="*/ -79 h 316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874" h="316531">
                    <a:moveTo>
                      <a:pt x="20372" y="305386"/>
                    </a:moveTo>
                    <a:cubicBezTo>
                      <a:pt x="20475" y="311245"/>
                      <a:pt x="15953" y="316110"/>
                      <a:pt x="10094" y="316452"/>
                    </a:cubicBezTo>
                    <a:lnTo>
                      <a:pt x="9478" y="316452"/>
                    </a:lnTo>
                    <a:cubicBezTo>
                      <a:pt x="3482" y="315562"/>
                      <a:pt x="-766" y="310046"/>
                      <a:pt x="-81" y="304016"/>
                    </a:cubicBezTo>
                    <a:lnTo>
                      <a:pt x="15165" y="469"/>
                    </a:lnTo>
                    <a:lnTo>
                      <a:pt x="35721" y="-79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5EE3C136-7C8D-070F-20AD-469FA06A69B2}"/>
                  </a:ext>
                </a:extLst>
              </p:cNvPr>
              <p:cNvSpPr/>
              <p:nvPr/>
            </p:nvSpPr>
            <p:spPr>
              <a:xfrm>
                <a:off x="7788262" y="6222264"/>
                <a:ext cx="11907" cy="103466"/>
              </a:xfrm>
              <a:custGeom>
                <a:avLst/>
                <a:gdLst>
                  <a:gd name="connsiteX0" fmla="*/ 3060 w 11907"/>
                  <a:gd name="connsiteY0" fmla="*/ 103387 h 103466"/>
                  <a:gd name="connsiteX1" fmla="*/ 6486 w 11907"/>
                  <a:gd name="connsiteY1" fmla="*/ 99688 h 103466"/>
                  <a:gd name="connsiteX2" fmla="*/ 11727 w 11907"/>
                  <a:gd name="connsiteY2" fmla="*/ 4101 h 103466"/>
                  <a:gd name="connsiteX3" fmla="*/ 8541 w 11907"/>
                  <a:gd name="connsiteY3" fmla="*/ -79 h 103466"/>
                  <a:gd name="connsiteX4" fmla="*/ 5115 w 11907"/>
                  <a:gd name="connsiteY4" fmla="*/ 3347 h 103466"/>
                  <a:gd name="connsiteX5" fmla="*/ 5115 w 11907"/>
                  <a:gd name="connsiteY5" fmla="*/ 3587 h 103466"/>
                  <a:gd name="connsiteX6" fmla="*/ -127 w 11907"/>
                  <a:gd name="connsiteY6" fmla="*/ 99208 h 103466"/>
                  <a:gd name="connsiteX7" fmla="*/ 3060 w 11907"/>
                  <a:gd name="connsiteY7" fmla="*/ 103387 h 10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07" h="103466">
                    <a:moveTo>
                      <a:pt x="3060" y="103387"/>
                    </a:moveTo>
                    <a:cubicBezTo>
                      <a:pt x="5012" y="103250"/>
                      <a:pt x="6520" y="101640"/>
                      <a:pt x="6486" y="99688"/>
                    </a:cubicBezTo>
                    <a:lnTo>
                      <a:pt x="11727" y="4101"/>
                    </a:lnTo>
                    <a:cubicBezTo>
                      <a:pt x="11967" y="2079"/>
                      <a:pt x="10563" y="230"/>
                      <a:pt x="8541" y="-79"/>
                    </a:cubicBezTo>
                    <a:cubicBezTo>
                      <a:pt x="6657" y="-79"/>
                      <a:pt x="5115" y="1463"/>
                      <a:pt x="5115" y="3347"/>
                    </a:cubicBezTo>
                    <a:cubicBezTo>
                      <a:pt x="5115" y="3416"/>
                      <a:pt x="5115" y="3519"/>
                      <a:pt x="5115" y="3587"/>
                    </a:cubicBezTo>
                    <a:lnTo>
                      <a:pt x="-127" y="99208"/>
                    </a:lnTo>
                    <a:cubicBezTo>
                      <a:pt x="-367" y="101229"/>
                      <a:pt x="1038" y="103079"/>
                      <a:pt x="3060" y="10338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90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FC57E1D-812C-F986-B62B-99A74A18DD4B}"/>
                  </a:ext>
                </a:extLst>
              </p:cNvPr>
              <p:cNvSpPr/>
              <p:nvPr/>
            </p:nvSpPr>
            <p:spPr>
              <a:xfrm>
                <a:off x="7777210" y="6220449"/>
                <a:ext cx="9653" cy="105281"/>
              </a:xfrm>
              <a:custGeom>
                <a:avLst/>
                <a:gdLst>
                  <a:gd name="connsiteX0" fmla="*/ 3320 w 9653"/>
                  <a:gd name="connsiteY0" fmla="*/ 105203 h 105281"/>
                  <a:gd name="connsiteX1" fmla="*/ 6746 w 9653"/>
                  <a:gd name="connsiteY1" fmla="*/ 101400 h 105281"/>
                  <a:gd name="connsiteX2" fmla="*/ 9487 w 9653"/>
                  <a:gd name="connsiteY2" fmla="*/ 3963 h 105281"/>
                  <a:gd name="connsiteX3" fmla="*/ 6095 w 9653"/>
                  <a:gd name="connsiteY3" fmla="*/ -79 h 105281"/>
                  <a:gd name="connsiteX4" fmla="*/ 6061 w 9653"/>
                  <a:gd name="connsiteY4" fmla="*/ -79 h 105281"/>
                  <a:gd name="connsiteX5" fmla="*/ 2635 w 9653"/>
                  <a:gd name="connsiteY5" fmla="*/ 3690 h 105281"/>
                  <a:gd name="connsiteX6" fmla="*/ -141 w 9653"/>
                  <a:gd name="connsiteY6" fmla="*/ 101160 h 105281"/>
                  <a:gd name="connsiteX7" fmla="*/ 3286 w 9653"/>
                  <a:gd name="connsiteY7" fmla="*/ 105203 h 10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53" h="105281">
                    <a:moveTo>
                      <a:pt x="3320" y="105203"/>
                    </a:moveTo>
                    <a:cubicBezTo>
                      <a:pt x="5307" y="105066"/>
                      <a:pt x="6814" y="103387"/>
                      <a:pt x="6746" y="101400"/>
                    </a:cubicBezTo>
                    <a:lnTo>
                      <a:pt x="9487" y="3963"/>
                    </a:lnTo>
                    <a:cubicBezTo>
                      <a:pt x="9658" y="1908"/>
                      <a:pt x="8151" y="92"/>
                      <a:pt x="6095" y="-79"/>
                    </a:cubicBezTo>
                    <a:cubicBezTo>
                      <a:pt x="6095" y="-79"/>
                      <a:pt x="6061" y="-79"/>
                      <a:pt x="6061" y="-79"/>
                    </a:cubicBezTo>
                    <a:cubicBezTo>
                      <a:pt x="3902" y="-79"/>
                      <a:pt x="2635" y="1531"/>
                      <a:pt x="2635" y="3690"/>
                    </a:cubicBezTo>
                    <a:lnTo>
                      <a:pt x="-141" y="101160"/>
                    </a:lnTo>
                    <a:cubicBezTo>
                      <a:pt x="-312" y="103216"/>
                      <a:pt x="1230" y="105032"/>
                      <a:pt x="3286" y="1052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91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13AD99D9-0013-31DA-2996-45CEC77E974F}"/>
                  </a:ext>
                </a:extLst>
              </p:cNvPr>
              <p:cNvSpPr/>
              <p:nvPr/>
            </p:nvSpPr>
            <p:spPr>
              <a:xfrm>
                <a:off x="7762986" y="6220894"/>
                <a:ext cx="10845" cy="104836"/>
              </a:xfrm>
              <a:custGeom>
                <a:avLst/>
                <a:gdLst>
                  <a:gd name="connsiteX0" fmla="*/ 3086 w 10845"/>
                  <a:gd name="connsiteY0" fmla="*/ 104758 h 104836"/>
                  <a:gd name="connsiteX1" fmla="*/ -134 w 10845"/>
                  <a:gd name="connsiteY1" fmla="*/ 100646 h 104836"/>
                  <a:gd name="connsiteX2" fmla="*/ 3840 w 10845"/>
                  <a:gd name="connsiteY2" fmla="*/ 3347 h 104836"/>
                  <a:gd name="connsiteX3" fmla="*/ 7266 w 10845"/>
                  <a:gd name="connsiteY3" fmla="*/ -79 h 104836"/>
                  <a:gd name="connsiteX4" fmla="*/ 10692 w 10845"/>
                  <a:gd name="connsiteY4" fmla="*/ 3347 h 104836"/>
                  <a:gd name="connsiteX5" fmla="*/ 6752 w 10845"/>
                  <a:gd name="connsiteY5" fmla="*/ 100989 h 104836"/>
                  <a:gd name="connsiteX6" fmla="*/ 3326 w 10845"/>
                  <a:gd name="connsiteY6" fmla="*/ 104723 h 104836"/>
                  <a:gd name="connsiteX7" fmla="*/ 3771 w 10845"/>
                  <a:gd name="connsiteY7" fmla="*/ 3381 h 104836"/>
                  <a:gd name="connsiteX8" fmla="*/ 3771 w 10845"/>
                  <a:gd name="connsiteY8" fmla="*/ 3381 h 104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45" h="104836">
                    <a:moveTo>
                      <a:pt x="3086" y="104758"/>
                    </a:moveTo>
                    <a:cubicBezTo>
                      <a:pt x="1099" y="104484"/>
                      <a:pt x="-340" y="102668"/>
                      <a:pt x="-134" y="100646"/>
                    </a:cubicBezTo>
                    <a:cubicBezTo>
                      <a:pt x="1236" y="67928"/>
                      <a:pt x="3771" y="5471"/>
                      <a:pt x="3840" y="3347"/>
                    </a:cubicBezTo>
                    <a:cubicBezTo>
                      <a:pt x="3840" y="1463"/>
                      <a:pt x="5382" y="-79"/>
                      <a:pt x="7266" y="-79"/>
                    </a:cubicBezTo>
                    <a:cubicBezTo>
                      <a:pt x="9151" y="-79"/>
                      <a:pt x="10692" y="1463"/>
                      <a:pt x="10692" y="3347"/>
                    </a:cubicBezTo>
                    <a:cubicBezTo>
                      <a:pt x="10692" y="4957"/>
                      <a:pt x="7266" y="84955"/>
                      <a:pt x="6752" y="100989"/>
                    </a:cubicBezTo>
                    <a:cubicBezTo>
                      <a:pt x="6786" y="102942"/>
                      <a:pt x="5279" y="104586"/>
                      <a:pt x="3326" y="104723"/>
                    </a:cubicBezTo>
                    <a:close/>
                    <a:moveTo>
                      <a:pt x="3771" y="3381"/>
                    </a:moveTo>
                    <a:lnTo>
                      <a:pt x="3771" y="3381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3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20DE517-0723-6486-9313-4EEFF2DBD938}"/>
                  </a:ext>
                </a:extLst>
              </p:cNvPr>
              <p:cNvSpPr/>
              <p:nvPr/>
            </p:nvSpPr>
            <p:spPr>
              <a:xfrm>
                <a:off x="7736928" y="6218460"/>
                <a:ext cx="15872" cy="111176"/>
              </a:xfrm>
              <a:custGeom>
                <a:avLst/>
                <a:gdLst>
                  <a:gd name="connsiteX0" fmla="*/ 6566 w 15872"/>
                  <a:gd name="connsiteY0" fmla="*/ 111097 h 111176"/>
                  <a:gd name="connsiteX1" fmla="*/ 13418 w 15872"/>
                  <a:gd name="connsiteY1" fmla="*/ 103525 h 111176"/>
                  <a:gd name="connsiteX2" fmla="*/ 15474 w 15872"/>
                  <a:gd name="connsiteY2" fmla="*/ 5575 h 111176"/>
                  <a:gd name="connsiteX3" fmla="*/ 7525 w 15872"/>
                  <a:gd name="connsiteY3" fmla="*/ 25 h 111176"/>
                  <a:gd name="connsiteX4" fmla="*/ 7148 w 15872"/>
                  <a:gd name="connsiteY4" fmla="*/ 94 h 111176"/>
                  <a:gd name="connsiteX5" fmla="*/ 2215 w 15872"/>
                  <a:gd name="connsiteY5" fmla="*/ 8693 h 111176"/>
                  <a:gd name="connsiteX6" fmla="*/ -115 w 15872"/>
                  <a:gd name="connsiteY6" fmla="*/ 102978 h 111176"/>
                  <a:gd name="connsiteX7" fmla="*/ 6429 w 15872"/>
                  <a:gd name="connsiteY7" fmla="*/ 111097 h 111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872" h="111176">
                    <a:moveTo>
                      <a:pt x="6566" y="111097"/>
                    </a:moveTo>
                    <a:cubicBezTo>
                      <a:pt x="10540" y="110857"/>
                      <a:pt x="13589" y="107500"/>
                      <a:pt x="13418" y="103525"/>
                    </a:cubicBezTo>
                    <a:cubicBezTo>
                      <a:pt x="16296" y="9138"/>
                      <a:pt x="15782" y="7014"/>
                      <a:pt x="15474" y="5575"/>
                    </a:cubicBezTo>
                    <a:cubicBezTo>
                      <a:pt x="14823" y="1841"/>
                      <a:pt x="11260" y="-626"/>
                      <a:pt x="7525" y="25"/>
                    </a:cubicBezTo>
                    <a:cubicBezTo>
                      <a:pt x="7423" y="25"/>
                      <a:pt x="7286" y="59"/>
                      <a:pt x="7148" y="94"/>
                    </a:cubicBezTo>
                    <a:cubicBezTo>
                      <a:pt x="3688" y="1430"/>
                      <a:pt x="1633" y="5027"/>
                      <a:pt x="2215" y="8693"/>
                    </a:cubicBezTo>
                    <a:cubicBezTo>
                      <a:pt x="2420" y="14380"/>
                      <a:pt x="913" y="69299"/>
                      <a:pt x="-115" y="102978"/>
                    </a:cubicBezTo>
                    <a:cubicBezTo>
                      <a:pt x="-526" y="107020"/>
                      <a:pt x="2386" y="110618"/>
                      <a:pt x="6429" y="1110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6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8635C759-189C-34EA-6B18-60A0E3F14FA5}"/>
                  </a:ext>
                </a:extLst>
              </p:cNvPr>
              <p:cNvSpPr/>
              <p:nvPr/>
            </p:nvSpPr>
            <p:spPr>
              <a:xfrm>
                <a:off x="7725516" y="6222778"/>
                <a:ext cx="6869" cy="102952"/>
              </a:xfrm>
              <a:custGeom>
                <a:avLst/>
                <a:gdLst>
                  <a:gd name="connsiteX0" fmla="*/ 3281 w 6869"/>
                  <a:gd name="connsiteY0" fmla="*/ 102874 h 102952"/>
                  <a:gd name="connsiteX1" fmla="*/ 6707 w 6869"/>
                  <a:gd name="connsiteY1" fmla="*/ 99002 h 102952"/>
                  <a:gd name="connsiteX2" fmla="*/ 6707 w 6869"/>
                  <a:gd name="connsiteY2" fmla="*/ 98933 h 102952"/>
                  <a:gd name="connsiteX3" fmla="*/ 6707 w 6869"/>
                  <a:gd name="connsiteY3" fmla="*/ 3347 h 102952"/>
                  <a:gd name="connsiteX4" fmla="*/ 3281 w 6869"/>
                  <a:gd name="connsiteY4" fmla="*/ -79 h 102952"/>
                  <a:gd name="connsiteX5" fmla="*/ -145 w 6869"/>
                  <a:gd name="connsiteY5" fmla="*/ 3347 h 102952"/>
                  <a:gd name="connsiteX6" fmla="*/ -145 w 6869"/>
                  <a:gd name="connsiteY6" fmla="*/ 98933 h 102952"/>
                  <a:gd name="connsiteX7" fmla="*/ 3281 w 6869"/>
                  <a:gd name="connsiteY7" fmla="*/ 102874 h 102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69" h="102952">
                    <a:moveTo>
                      <a:pt x="3281" y="102874"/>
                    </a:moveTo>
                    <a:cubicBezTo>
                      <a:pt x="5302" y="102736"/>
                      <a:pt x="6844" y="101023"/>
                      <a:pt x="6707" y="99002"/>
                    </a:cubicBezTo>
                    <a:cubicBezTo>
                      <a:pt x="6707" y="98968"/>
                      <a:pt x="6707" y="98968"/>
                      <a:pt x="6707" y="98933"/>
                    </a:cubicBezTo>
                    <a:lnTo>
                      <a:pt x="6707" y="3347"/>
                    </a:lnTo>
                    <a:cubicBezTo>
                      <a:pt x="6707" y="1463"/>
                      <a:pt x="5166" y="-79"/>
                      <a:pt x="3281" y="-79"/>
                    </a:cubicBezTo>
                    <a:cubicBezTo>
                      <a:pt x="1397" y="-79"/>
                      <a:pt x="-145" y="1463"/>
                      <a:pt x="-145" y="3347"/>
                    </a:cubicBezTo>
                    <a:lnTo>
                      <a:pt x="-145" y="98933"/>
                    </a:lnTo>
                    <a:cubicBezTo>
                      <a:pt x="-282" y="100955"/>
                      <a:pt x="1260" y="102736"/>
                      <a:pt x="3281" y="102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92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67FB2B7-5977-B0BD-242C-0B59278C046A}"/>
                  </a:ext>
                </a:extLst>
              </p:cNvPr>
              <p:cNvSpPr/>
              <p:nvPr/>
            </p:nvSpPr>
            <p:spPr>
              <a:xfrm>
                <a:off x="7713760" y="6222053"/>
                <a:ext cx="10676" cy="103677"/>
              </a:xfrm>
              <a:custGeom>
                <a:avLst/>
                <a:gdLst>
                  <a:gd name="connsiteX0" fmla="*/ 3183 w 10676"/>
                  <a:gd name="connsiteY0" fmla="*/ 103599 h 103677"/>
                  <a:gd name="connsiteX1" fmla="*/ 6609 w 10676"/>
                  <a:gd name="connsiteY1" fmla="*/ 99762 h 103677"/>
                  <a:gd name="connsiteX2" fmla="*/ 10035 w 10676"/>
                  <a:gd name="connsiteY2" fmla="*/ 5751 h 103677"/>
                  <a:gd name="connsiteX3" fmla="*/ 10035 w 10676"/>
                  <a:gd name="connsiteY3" fmla="*/ 1674 h 103677"/>
                  <a:gd name="connsiteX4" fmla="*/ 5889 w 10676"/>
                  <a:gd name="connsiteY4" fmla="*/ 235 h 103677"/>
                  <a:gd name="connsiteX5" fmla="*/ 5341 w 10676"/>
                  <a:gd name="connsiteY5" fmla="*/ 544 h 103677"/>
                  <a:gd name="connsiteX6" fmla="*/ -141 w 10676"/>
                  <a:gd name="connsiteY6" fmla="*/ 99590 h 103677"/>
                  <a:gd name="connsiteX7" fmla="*/ 3286 w 10676"/>
                  <a:gd name="connsiteY7" fmla="*/ 103599 h 103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76" h="103677">
                    <a:moveTo>
                      <a:pt x="3183" y="103599"/>
                    </a:moveTo>
                    <a:cubicBezTo>
                      <a:pt x="5170" y="103461"/>
                      <a:pt x="6712" y="101748"/>
                      <a:pt x="6609" y="99762"/>
                    </a:cubicBezTo>
                    <a:cubicBezTo>
                      <a:pt x="7260" y="66529"/>
                      <a:pt x="8768" y="12260"/>
                      <a:pt x="10035" y="5751"/>
                    </a:cubicBezTo>
                    <a:cubicBezTo>
                      <a:pt x="10686" y="4483"/>
                      <a:pt x="10686" y="2942"/>
                      <a:pt x="10035" y="1674"/>
                    </a:cubicBezTo>
                    <a:cubicBezTo>
                      <a:pt x="9281" y="132"/>
                      <a:pt x="7431" y="-519"/>
                      <a:pt x="5889" y="235"/>
                    </a:cubicBezTo>
                    <a:cubicBezTo>
                      <a:pt x="5684" y="304"/>
                      <a:pt x="5513" y="407"/>
                      <a:pt x="5341" y="544"/>
                    </a:cubicBezTo>
                    <a:cubicBezTo>
                      <a:pt x="3491" y="1948"/>
                      <a:pt x="1915" y="3284"/>
                      <a:pt x="-141" y="99590"/>
                    </a:cubicBezTo>
                    <a:cubicBezTo>
                      <a:pt x="-312" y="101646"/>
                      <a:pt x="1230" y="103427"/>
                      <a:pt x="3286" y="1035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83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47530FDC-8F99-FB18-140C-BF130D5A97A9}"/>
                  </a:ext>
                </a:extLst>
              </p:cNvPr>
              <p:cNvSpPr/>
              <p:nvPr/>
            </p:nvSpPr>
            <p:spPr>
              <a:xfrm>
                <a:off x="7802975" y="6218359"/>
                <a:ext cx="18140" cy="116074"/>
              </a:xfrm>
              <a:custGeom>
                <a:avLst/>
                <a:gdLst>
                  <a:gd name="connsiteX0" fmla="*/ 6573 w 18140"/>
                  <a:gd name="connsiteY0" fmla="*/ 115995 h 116074"/>
                  <a:gd name="connsiteX1" fmla="*/ 13425 w 18140"/>
                  <a:gd name="connsiteY1" fmla="*/ 108560 h 116074"/>
                  <a:gd name="connsiteX2" fmla="*/ 17948 w 18140"/>
                  <a:gd name="connsiteY2" fmla="*/ 8143 h 116074"/>
                  <a:gd name="connsiteX3" fmla="*/ 11507 w 18140"/>
                  <a:gd name="connsiteY3" fmla="*/ -79 h 116074"/>
                  <a:gd name="connsiteX4" fmla="*/ 4381 w 18140"/>
                  <a:gd name="connsiteY4" fmla="*/ 7355 h 116074"/>
                  <a:gd name="connsiteX5" fmla="*/ -108 w 18140"/>
                  <a:gd name="connsiteY5" fmla="*/ 107738 h 116074"/>
                  <a:gd name="connsiteX6" fmla="*/ 6299 w 18140"/>
                  <a:gd name="connsiteY6" fmla="*/ 115995 h 1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140" h="116074">
                    <a:moveTo>
                      <a:pt x="6573" y="115995"/>
                    </a:moveTo>
                    <a:cubicBezTo>
                      <a:pt x="10479" y="115755"/>
                      <a:pt x="13494" y="112466"/>
                      <a:pt x="13425" y="108560"/>
                    </a:cubicBezTo>
                    <a:lnTo>
                      <a:pt x="17948" y="8143"/>
                    </a:lnTo>
                    <a:cubicBezTo>
                      <a:pt x="18359" y="4135"/>
                      <a:pt x="15515" y="503"/>
                      <a:pt x="11507" y="-79"/>
                    </a:cubicBezTo>
                    <a:cubicBezTo>
                      <a:pt x="7498" y="23"/>
                      <a:pt x="4312" y="3347"/>
                      <a:pt x="4381" y="7355"/>
                    </a:cubicBezTo>
                    <a:lnTo>
                      <a:pt x="-108" y="107738"/>
                    </a:lnTo>
                    <a:cubicBezTo>
                      <a:pt x="-553" y="111781"/>
                      <a:pt x="2290" y="115412"/>
                      <a:pt x="6299" y="1159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327908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B9C9CE6-E0AC-6B85-3DD7-EE64566208E7}"/>
                  </a:ext>
                </a:extLst>
              </p:cNvPr>
              <p:cNvSpPr/>
              <p:nvPr/>
            </p:nvSpPr>
            <p:spPr>
              <a:xfrm>
                <a:off x="4916816" y="3632131"/>
                <a:ext cx="1482610" cy="823147"/>
              </a:xfrm>
              <a:custGeom>
                <a:avLst/>
                <a:gdLst>
                  <a:gd name="connsiteX0" fmla="*/ 39120 w 1482610"/>
                  <a:gd name="connsiteY0" fmla="*/ 233662 h 823147"/>
                  <a:gd name="connsiteX1" fmla="*/ 107641 w 1482610"/>
                  <a:gd name="connsiteY1" fmla="*/ 211496 h 823147"/>
                  <a:gd name="connsiteX2" fmla="*/ 123229 w 1482610"/>
                  <a:gd name="connsiteY2" fmla="*/ 182340 h 823147"/>
                  <a:gd name="connsiteX3" fmla="*/ 269692 w 1482610"/>
                  <a:gd name="connsiteY3" fmla="*/ 146607 h 823147"/>
                  <a:gd name="connsiteX4" fmla="*/ 290077 w 1482610"/>
                  <a:gd name="connsiteY4" fmla="*/ 160893 h 823147"/>
                  <a:gd name="connsiteX5" fmla="*/ 317486 w 1482610"/>
                  <a:gd name="connsiteY5" fmla="*/ 166409 h 823147"/>
                  <a:gd name="connsiteX6" fmla="*/ 408138 w 1482610"/>
                  <a:gd name="connsiteY6" fmla="*/ 146367 h 823147"/>
                  <a:gd name="connsiteX7" fmla="*/ 442399 w 1482610"/>
                  <a:gd name="connsiteY7" fmla="*/ 67911 h 823147"/>
                  <a:gd name="connsiteX8" fmla="*/ 627062 w 1482610"/>
                  <a:gd name="connsiteY8" fmla="*/ 27826 h 823147"/>
                  <a:gd name="connsiteX9" fmla="*/ 752455 w 1482610"/>
                  <a:gd name="connsiteY9" fmla="*/ 129819 h 823147"/>
                  <a:gd name="connsiteX10" fmla="*/ 942018 w 1482610"/>
                  <a:gd name="connsiteY10" fmla="*/ 110462 h 823147"/>
                  <a:gd name="connsiteX11" fmla="*/ 993408 w 1482610"/>
                  <a:gd name="connsiteY11" fmla="*/ 72776 h 823147"/>
                  <a:gd name="connsiteX12" fmla="*/ 1121439 w 1482610"/>
                  <a:gd name="connsiteY12" fmla="*/ 66849 h 823147"/>
                  <a:gd name="connsiteX13" fmla="*/ 1248887 w 1482610"/>
                  <a:gd name="connsiteY13" fmla="*/ 97443 h 823147"/>
                  <a:gd name="connsiteX14" fmla="*/ 1371813 w 1482610"/>
                  <a:gd name="connsiteY14" fmla="*/ 95524 h 823147"/>
                  <a:gd name="connsiteX15" fmla="*/ 1474354 w 1482610"/>
                  <a:gd name="connsiteY15" fmla="*/ 153150 h 823147"/>
                  <a:gd name="connsiteX16" fmla="*/ 1482269 w 1482610"/>
                  <a:gd name="connsiteY16" fmla="*/ 168122 h 823147"/>
                  <a:gd name="connsiteX17" fmla="*/ 1456950 w 1482610"/>
                  <a:gd name="connsiteY17" fmla="*/ 199333 h 823147"/>
                  <a:gd name="connsiteX18" fmla="*/ 1390314 w 1482610"/>
                  <a:gd name="connsiteY18" fmla="*/ 234861 h 823147"/>
                  <a:gd name="connsiteX19" fmla="*/ 1343652 w 1482610"/>
                  <a:gd name="connsiteY19" fmla="*/ 266552 h 823147"/>
                  <a:gd name="connsiteX20" fmla="*/ 1326521 w 1482610"/>
                  <a:gd name="connsiteY20" fmla="*/ 318182 h 823147"/>
                  <a:gd name="connsiteX21" fmla="*/ 1361021 w 1482610"/>
                  <a:gd name="connsiteY21" fmla="*/ 367757 h 823147"/>
                  <a:gd name="connsiteX22" fmla="*/ 1381269 w 1482610"/>
                  <a:gd name="connsiteY22" fmla="*/ 445871 h 823147"/>
                  <a:gd name="connsiteX23" fmla="*/ 1380002 w 1482610"/>
                  <a:gd name="connsiteY23" fmla="*/ 513775 h 823147"/>
                  <a:gd name="connsiteX24" fmla="*/ 1384490 w 1482610"/>
                  <a:gd name="connsiteY24" fmla="*/ 522819 h 823147"/>
                  <a:gd name="connsiteX25" fmla="*/ 1378803 w 1482610"/>
                  <a:gd name="connsiteY25" fmla="*/ 534365 h 823147"/>
                  <a:gd name="connsiteX26" fmla="*/ 1229291 w 1482610"/>
                  <a:gd name="connsiteY26" fmla="*/ 600282 h 823147"/>
                  <a:gd name="connsiteX27" fmla="*/ 1062648 w 1482610"/>
                  <a:gd name="connsiteY27" fmla="*/ 605832 h 823147"/>
                  <a:gd name="connsiteX28" fmla="*/ 953563 w 1482610"/>
                  <a:gd name="connsiteY28" fmla="*/ 607648 h 823147"/>
                  <a:gd name="connsiteX29" fmla="*/ 844409 w 1482610"/>
                  <a:gd name="connsiteY29" fmla="*/ 590518 h 823147"/>
                  <a:gd name="connsiteX30" fmla="*/ 725526 w 1482610"/>
                  <a:gd name="connsiteY30" fmla="*/ 617241 h 823147"/>
                  <a:gd name="connsiteX31" fmla="*/ 656218 w 1482610"/>
                  <a:gd name="connsiteY31" fmla="*/ 688571 h 823147"/>
                  <a:gd name="connsiteX32" fmla="*/ 644741 w 1482610"/>
                  <a:gd name="connsiteY32" fmla="*/ 755379 h 823147"/>
                  <a:gd name="connsiteX33" fmla="*/ 615448 w 1482610"/>
                  <a:gd name="connsiteY33" fmla="*/ 814718 h 823147"/>
                  <a:gd name="connsiteX34" fmla="*/ 556897 w 1482610"/>
                  <a:gd name="connsiteY34" fmla="*/ 805056 h 823147"/>
                  <a:gd name="connsiteX35" fmla="*/ 549051 w 1482610"/>
                  <a:gd name="connsiteY35" fmla="*/ 776860 h 823147"/>
                  <a:gd name="connsiteX36" fmla="*/ 503519 w 1482610"/>
                  <a:gd name="connsiteY36" fmla="*/ 751405 h 823147"/>
                  <a:gd name="connsiteX37" fmla="*/ 420095 w 1482610"/>
                  <a:gd name="connsiteY37" fmla="*/ 722900 h 823147"/>
                  <a:gd name="connsiteX38" fmla="*/ 394400 w 1482610"/>
                  <a:gd name="connsiteY38" fmla="*/ 645437 h 823147"/>
                  <a:gd name="connsiteX39" fmla="*/ 421089 w 1482610"/>
                  <a:gd name="connsiteY39" fmla="*/ 601995 h 823147"/>
                  <a:gd name="connsiteX40" fmla="*/ 408858 w 1482610"/>
                  <a:gd name="connsiteY40" fmla="*/ 566159 h 823147"/>
                  <a:gd name="connsiteX41" fmla="*/ 294839 w 1482610"/>
                  <a:gd name="connsiteY41" fmla="*/ 511342 h 823147"/>
                  <a:gd name="connsiteX42" fmla="*/ 191853 w 1482610"/>
                  <a:gd name="connsiteY42" fmla="*/ 516344 h 823147"/>
                  <a:gd name="connsiteX43" fmla="*/ 237145 w 1482610"/>
                  <a:gd name="connsiteY43" fmla="*/ 408013 h 823147"/>
                  <a:gd name="connsiteX44" fmla="*/ 220700 w 1482610"/>
                  <a:gd name="connsiteY44" fmla="*/ 392219 h 823147"/>
                  <a:gd name="connsiteX45" fmla="*/ 90956 w 1482610"/>
                  <a:gd name="connsiteY45" fmla="*/ 370121 h 823147"/>
                  <a:gd name="connsiteX46" fmla="*/ 26067 w 1482610"/>
                  <a:gd name="connsiteY46" fmla="*/ 357205 h 823147"/>
                  <a:gd name="connsiteX47" fmla="*/ 543 w 1482610"/>
                  <a:gd name="connsiteY47" fmla="*/ 273130 h 823147"/>
                  <a:gd name="connsiteX48" fmla="*/ 3729 w 1482610"/>
                  <a:gd name="connsiteY48" fmla="*/ 248737 h 823147"/>
                  <a:gd name="connsiteX49" fmla="*/ 20859 w 1482610"/>
                  <a:gd name="connsiteY49" fmla="*/ 237945 h 823147"/>
                  <a:gd name="connsiteX50" fmla="*/ 39120 w 1482610"/>
                  <a:gd name="connsiteY50" fmla="*/ 233662 h 823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482610" h="823147">
                    <a:moveTo>
                      <a:pt x="39120" y="233662"/>
                    </a:moveTo>
                    <a:cubicBezTo>
                      <a:pt x="64473" y="229893"/>
                      <a:pt x="91607" y="230236"/>
                      <a:pt x="107641" y="211496"/>
                    </a:cubicBezTo>
                    <a:cubicBezTo>
                      <a:pt x="114836" y="203102"/>
                      <a:pt x="118262" y="192207"/>
                      <a:pt x="123229" y="182340"/>
                    </a:cubicBezTo>
                    <a:cubicBezTo>
                      <a:pt x="148856" y="131292"/>
                      <a:pt x="223407" y="113100"/>
                      <a:pt x="269692" y="146607"/>
                    </a:cubicBezTo>
                    <a:cubicBezTo>
                      <a:pt x="276544" y="151471"/>
                      <a:pt x="282609" y="157261"/>
                      <a:pt x="290077" y="160893"/>
                    </a:cubicBezTo>
                    <a:cubicBezTo>
                      <a:pt x="298725" y="164634"/>
                      <a:pt x="308064" y="166515"/>
                      <a:pt x="317486" y="166409"/>
                    </a:cubicBezTo>
                    <a:cubicBezTo>
                      <a:pt x="343832" y="167163"/>
                      <a:pt x="385698" y="161887"/>
                      <a:pt x="408138" y="146367"/>
                    </a:cubicBezTo>
                    <a:cubicBezTo>
                      <a:pt x="433080" y="129237"/>
                      <a:pt x="431607" y="94531"/>
                      <a:pt x="442399" y="67911"/>
                    </a:cubicBezTo>
                    <a:cubicBezTo>
                      <a:pt x="470115" y="-884"/>
                      <a:pt x="573307" y="-23256"/>
                      <a:pt x="627062" y="27826"/>
                    </a:cubicBezTo>
                    <a:cubicBezTo>
                      <a:pt x="670504" y="69144"/>
                      <a:pt x="690752" y="112517"/>
                      <a:pt x="752455" y="129819"/>
                    </a:cubicBezTo>
                    <a:cubicBezTo>
                      <a:pt x="813336" y="146949"/>
                      <a:pt x="888091" y="146949"/>
                      <a:pt x="942018" y="110462"/>
                    </a:cubicBezTo>
                    <a:cubicBezTo>
                      <a:pt x="959627" y="98574"/>
                      <a:pt x="974805" y="83054"/>
                      <a:pt x="993408" y="72776"/>
                    </a:cubicBezTo>
                    <a:cubicBezTo>
                      <a:pt x="1031780" y="51705"/>
                      <a:pt x="1079059" y="55954"/>
                      <a:pt x="1121439" y="66849"/>
                    </a:cubicBezTo>
                    <a:cubicBezTo>
                      <a:pt x="1163819" y="77743"/>
                      <a:pt x="1205171" y="94702"/>
                      <a:pt x="1248887" y="97443"/>
                    </a:cubicBezTo>
                    <a:cubicBezTo>
                      <a:pt x="1290000" y="100047"/>
                      <a:pt x="1331112" y="89940"/>
                      <a:pt x="1371813" y="95524"/>
                    </a:cubicBezTo>
                    <a:cubicBezTo>
                      <a:pt x="1412001" y="101253"/>
                      <a:pt x="1448557" y="121812"/>
                      <a:pt x="1474354" y="153150"/>
                    </a:cubicBezTo>
                    <a:cubicBezTo>
                      <a:pt x="1478294" y="157344"/>
                      <a:pt x="1481035" y="162514"/>
                      <a:pt x="1482269" y="168122"/>
                    </a:cubicBezTo>
                    <a:cubicBezTo>
                      <a:pt x="1484290" y="182306"/>
                      <a:pt x="1469627" y="192652"/>
                      <a:pt x="1456950" y="199333"/>
                    </a:cubicBezTo>
                    <a:lnTo>
                      <a:pt x="1390314" y="234861"/>
                    </a:lnTo>
                    <a:cubicBezTo>
                      <a:pt x="1373629" y="243700"/>
                      <a:pt x="1356602" y="252779"/>
                      <a:pt x="1343652" y="266552"/>
                    </a:cubicBezTo>
                    <a:cubicBezTo>
                      <a:pt x="1330701" y="280325"/>
                      <a:pt x="1322341" y="299819"/>
                      <a:pt x="1326521" y="318182"/>
                    </a:cubicBezTo>
                    <a:cubicBezTo>
                      <a:pt x="1331215" y="337985"/>
                      <a:pt x="1348722" y="351586"/>
                      <a:pt x="1361021" y="367757"/>
                    </a:cubicBezTo>
                    <a:cubicBezTo>
                      <a:pt x="1377775" y="390115"/>
                      <a:pt x="1385072" y="418182"/>
                      <a:pt x="1381269" y="445871"/>
                    </a:cubicBezTo>
                    <a:cubicBezTo>
                      <a:pt x="1377843" y="468859"/>
                      <a:pt x="1367565" y="494144"/>
                      <a:pt x="1380002" y="513775"/>
                    </a:cubicBezTo>
                    <a:cubicBezTo>
                      <a:pt x="1382160" y="516406"/>
                      <a:pt x="1383702" y="519500"/>
                      <a:pt x="1384490" y="522819"/>
                    </a:cubicBezTo>
                    <a:cubicBezTo>
                      <a:pt x="1384901" y="527205"/>
                      <a:pt x="1381818" y="531145"/>
                      <a:pt x="1378803" y="534365"/>
                    </a:cubicBezTo>
                    <a:cubicBezTo>
                      <a:pt x="1340808" y="574964"/>
                      <a:pt x="1284518" y="593704"/>
                      <a:pt x="1229291" y="600282"/>
                    </a:cubicBezTo>
                    <a:cubicBezTo>
                      <a:pt x="1174063" y="606860"/>
                      <a:pt x="1118184" y="602852"/>
                      <a:pt x="1062648" y="605832"/>
                    </a:cubicBezTo>
                    <a:cubicBezTo>
                      <a:pt x="1026264" y="607785"/>
                      <a:pt x="989639" y="612684"/>
                      <a:pt x="953563" y="607648"/>
                    </a:cubicBezTo>
                    <a:cubicBezTo>
                      <a:pt x="916973" y="602475"/>
                      <a:pt x="881239" y="587092"/>
                      <a:pt x="844409" y="590518"/>
                    </a:cubicBezTo>
                    <a:cubicBezTo>
                      <a:pt x="808950" y="593773"/>
                      <a:pt x="758759" y="604222"/>
                      <a:pt x="725526" y="617241"/>
                    </a:cubicBezTo>
                    <a:cubicBezTo>
                      <a:pt x="695617" y="628787"/>
                      <a:pt x="667284" y="658867"/>
                      <a:pt x="656218" y="688571"/>
                    </a:cubicBezTo>
                    <a:cubicBezTo>
                      <a:pt x="648338" y="709778"/>
                      <a:pt x="648132" y="733109"/>
                      <a:pt x="644741" y="755379"/>
                    </a:cubicBezTo>
                    <a:cubicBezTo>
                      <a:pt x="641349" y="777648"/>
                      <a:pt x="633674" y="801253"/>
                      <a:pt x="615448" y="814718"/>
                    </a:cubicBezTo>
                    <a:cubicBezTo>
                      <a:pt x="597221" y="828182"/>
                      <a:pt x="566387" y="825647"/>
                      <a:pt x="556897" y="805056"/>
                    </a:cubicBezTo>
                    <a:cubicBezTo>
                      <a:pt x="552785" y="796183"/>
                      <a:pt x="553197" y="785733"/>
                      <a:pt x="549051" y="776860"/>
                    </a:cubicBezTo>
                    <a:cubicBezTo>
                      <a:pt x="541343" y="760518"/>
                      <a:pt x="521266" y="754899"/>
                      <a:pt x="503519" y="751405"/>
                    </a:cubicBezTo>
                    <a:cubicBezTo>
                      <a:pt x="474432" y="745683"/>
                      <a:pt x="444077" y="740304"/>
                      <a:pt x="420095" y="722900"/>
                    </a:cubicBezTo>
                    <a:cubicBezTo>
                      <a:pt x="396113" y="705496"/>
                      <a:pt x="380936" y="671818"/>
                      <a:pt x="394400" y="645437"/>
                    </a:cubicBezTo>
                    <a:cubicBezTo>
                      <a:pt x="402211" y="630157"/>
                      <a:pt x="418382" y="618954"/>
                      <a:pt x="421089" y="601995"/>
                    </a:cubicBezTo>
                    <a:cubicBezTo>
                      <a:pt x="423110" y="589182"/>
                      <a:pt x="416635" y="576540"/>
                      <a:pt x="408858" y="566159"/>
                    </a:cubicBezTo>
                    <a:cubicBezTo>
                      <a:pt x="381587" y="530973"/>
                      <a:pt x="339350" y="510667"/>
                      <a:pt x="294839" y="511342"/>
                    </a:cubicBezTo>
                    <a:cubicBezTo>
                      <a:pt x="279765" y="511616"/>
                      <a:pt x="199185" y="544164"/>
                      <a:pt x="191853" y="516344"/>
                    </a:cubicBezTo>
                    <a:cubicBezTo>
                      <a:pt x="181266" y="476157"/>
                      <a:pt x="256536" y="444809"/>
                      <a:pt x="237145" y="408013"/>
                    </a:cubicBezTo>
                    <a:cubicBezTo>
                      <a:pt x="233102" y="401432"/>
                      <a:pt x="227439" y="395991"/>
                      <a:pt x="220700" y="392219"/>
                    </a:cubicBezTo>
                    <a:cubicBezTo>
                      <a:pt x="184418" y="369059"/>
                      <a:pt x="132034" y="373924"/>
                      <a:pt x="90956" y="370121"/>
                    </a:cubicBezTo>
                    <a:cubicBezTo>
                      <a:pt x="73826" y="368545"/>
                      <a:pt x="39292" y="369402"/>
                      <a:pt x="26067" y="357205"/>
                    </a:cubicBezTo>
                    <a:cubicBezTo>
                      <a:pt x="8937" y="341274"/>
                      <a:pt x="3284" y="295091"/>
                      <a:pt x="543" y="273130"/>
                    </a:cubicBezTo>
                    <a:cubicBezTo>
                      <a:pt x="-519" y="264805"/>
                      <a:pt x="-964" y="255692"/>
                      <a:pt x="3729" y="248737"/>
                    </a:cubicBezTo>
                    <a:cubicBezTo>
                      <a:pt x="8063" y="243313"/>
                      <a:pt x="14096" y="239510"/>
                      <a:pt x="20859" y="237945"/>
                    </a:cubicBezTo>
                    <a:cubicBezTo>
                      <a:pt x="26824" y="236040"/>
                      <a:pt x="32929" y="234608"/>
                      <a:pt x="39120" y="233662"/>
                    </a:cubicBezTo>
                    <a:close/>
                  </a:path>
                </a:pathLst>
              </a:custGeom>
              <a:solidFill>
                <a:srgbClr val="FFFFFF">
                  <a:alpha val="35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248B367B-9FD8-1CBF-7BDF-09DBEDEE8F22}"/>
                  </a:ext>
                </a:extLst>
              </p:cNvPr>
              <p:cNvSpPr/>
              <p:nvPr/>
            </p:nvSpPr>
            <p:spPr>
              <a:xfrm rot="16961400">
                <a:off x="5351306" y="3991976"/>
                <a:ext cx="249963" cy="249963"/>
              </a:xfrm>
              <a:custGeom>
                <a:avLst/>
                <a:gdLst>
                  <a:gd name="connsiteX0" fmla="*/ 249810 w 249963"/>
                  <a:gd name="connsiteY0" fmla="*/ 124903 h 249963"/>
                  <a:gd name="connsiteX1" fmla="*/ 124828 w 249963"/>
                  <a:gd name="connsiteY1" fmla="*/ 249884 h 249963"/>
                  <a:gd name="connsiteX2" fmla="*/ -153 w 249963"/>
                  <a:gd name="connsiteY2" fmla="*/ 124903 h 249963"/>
                  <a:gd name="connsiteX3" fmla="*/ 124828 w 249963"/>
                  <a:gd name="connsiteY3" fmla="*/ -79 h 249963"/>
                  <a:gd name="connsiteX4" fmla="*/ 249810 w 249963"/>
                  <a:gd name="connsiteY4" fmla="*/ 124903 h 24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9963" h="249963">
                    <a:moveTo>
                      <a:pt x="249810" y="124903"/>
                    </a:moveTo>
                    <a:cubicBezTo>
                      <a:pt x="249810" y="193928"/>
                      <a:pt x="193854" y="249884"/>
                      <a:pt x="124828" y="249884"/>
                    </a:cubicBezTo>
                    <a:cubicBezTo>
                      <a:pt x="55803" y="249884"/>
                      <a:pt x="-153" y="193928"/>
                      <a:pt x="-153" y="124903"/>
                    </a:cubicBezTo>
                    <a:cubicBezTo>
                      <a:pt x="-153" y="55877"/>
                      <a:pt x="55803" y="-79"/>
                      <a:pt x="124828" y="-79"/>
                    </a:cubicBezTo>
                    <a:cubicBezTo>
                      <a:pt x="193854" y="-79"/>
                      <a:pt x="249810" y="55877"/>
                      <a:pt x="249810" y="1249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1026914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1F973722-6EEE-C778-EC9A-923D19A4CF13}"/>
                  </a:ext>
                </a:extLst>
              </p:cNvPr>
              <p:cNvSpPr/>
              <p:nvPr/>
            </p:nvSpPr>
            <p:spPr>
              <a:xfrm rot="17025598">
                <a:off x="6303624" y="3261627"/>
                <a:ext cx="192200" cy="192200"/>
              </a:xfrm>
              <a:custGeom>
                <a:avLst/>
                <a:gdLst>
                  <a:gd name="connsiteX0" fmla="*/ 192047 w 192200"/>
                  <a:gd name="connsiteY0" fmla="*/ 96021 h 192200"/>
                  <a:gd name="connsiteX1" fmla="*/ 95947 w 192200"/>
                  <a:gd name="connsiteY1" fmla="*/ 192122 h 192200"/>
                  <a:gd name="connsiteX2" fmla="*/ -154 w 192200"/>
                  <a:gd name="connsiteY2" fmla="*/ 96021 h 192200"/>
                  <a:gd name="connsiteX3" fmla="*/ 95947 w 192200"/>
                  <a:gd name="connsiteY3" fmla="*/ -79 h 192200"/>
                  <a:gd name="connsiteX4" fmla="*/ 192047 w 192200"/>
                  <a:gd name="connsiteY4" fmla="*/ 96021 h 19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200" h="192200">
                    <a:moveTo>
                      <a:pt x="192047" y="96021"/>
                    </a:moveTo>
                    <a:cubicBezTo>
                      <a:pt x="192047" y="149096"/>
                      <a:pt x="149021" y="192122"/>
                      <a:pt x="95947" y="192122"/>
                    </a:cubicBezTo>
                    <a:cubicBezTo>
                      <a:pt x="42872" y="192122"/>
                      <a:pt x="-154" y="149096"/>
                      <a:pt x="-154" y="96021"/>
                    </a:cubicBezTo>
                    <a:cubicBezTo>
                      <a:pt x="-154" y="42947"/>
                      <a:pt x="42872" y="-79"/>
                      <a:pt x="95947" y="-79"/>
                    </a:cubicBezTo>
                    <a:cubicBezTo>
                      <a:pt x="149021" y="-79"/>
                      <a:pt x="192047" y="42947"/>
                      <a:pt x="192047" y="960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3E96746D-48B0-6F93-E352-FD2C9C41E889}"/>
                  </a:ext>
                </a:extLst>
              </p:cNvPr>
              <p:cNvSpPr/>
              <p:nvPr/>
            </p:nvSpPr>
            <p:spPr>
              <a:xfrm rot="16753201">
                <a:off x="6997725" y="3808216"/>
                <a:ext cx="192200" cy="192200"/>
              </a:xfrm>
              <a:custGeom>
                <a:avLst/>
                <a:gdLst>
                  <a:gd name="connsiteX0" fmla="*/ 192047 w 192200"/>
                  <a:gd name="connsiteY0" fmla="*/ 96021 h 192200"/>
                  <a:gd name="connsiteX1" fmla="*/ 95947 w 192200"/>
                  <a:gd name="connsiteY1" fmla="*/ 192122 h 192200"/>
                  <a:gd name="connsiteX2" fmla="*/ -154 w 192200"/>
                  <a:gd name="connsiteY2" fmla="*/ 96021 h 192200"/>
                  <a:gd name="connsiteX3" fmla="*/ 95947 w 192200"/>
                  <a:gd name="connsiteY3" fmla="*/ -79 h 192200"/>
                  <a:gd name="connsiteX4" fmla="*/ 192047 w 192200"/>
                  <a:gd name="connsiteY4" fmla="*/ 96021 h 19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200" h="192200">
                    <a:moveTo>
                      <a:pt x="192047" y="96021"/>
                    </a:moveTo>
                    <a:cubicBezTo>
                      <a:pt x="192047" y="149096"/>
                      <a:pt x="149021" y="192122"/>
                      <a:pt x="95947" y="192122"/>
                    </a:cubicBezTo>
                    <a:cubicBezTo>
                      <a:pt x="42872" y="192122"/>
                      <a:pt x="-154" y="149096"/>
                      <a:pt x="-154" y="96021"/>
                    </a:cubicBezTo>
                    <a:cubicBezTo>
                      <a:pt x="-154" y="42947"/>
                      <a:pt x="42872" y="-79"/>
                      <a:pt x="95947" y="-79"/>
                    </a:cubicBezTo>
                    <a:cubicBezTo>
                      <a:pt x="149021" y="-79"/>
                      <a:pt x="192047" y="42947"/>
                      <a:pt x="192047" y="960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B073437C-2E25-D0D2-7F31-A4B4F6AA82DF}"/>
                  </a:ext>
                </a:extLst>
              </p:cNvPr>
              <p:cNvSpPr/>
              <p:nvPr/>
            </p:nvSpPr>
            <p:spPr>
              <a:xfrm>
                <a:off x="5188169" y="4868124"/>
                <a:ext cx="192200" cy="192200"/>
              </a:xfrm>
              <a:custGeom>
                <a:avLst/>
                <a:gdLst>
                  <a:gd name="connsiteX0" fmla="*/ 192201 w 192200"/>
                  <a:gd name="connsiteY0" fmla="*/ 96100 h 192200"/>
                  <a:gd name="connsiteX1" fmla="*/ 96100 w 192200"/>
                  <a:gd name="connsiteY1" fmla="*/ 192200 h 192200"/>
                  <a:gd name="connsiteX2" fmla="*/ 0 w 192200"/>
                  <a:gd name="connsiteY2" fmla="*/ 96100 h 192200"/>
                  <a:gd name="connsiteX3" fmla="*/ 96100 w 192200"/>
                  <a:gd name="connsiteY3" fmla="*/ 0 h 192200"/>
                  <a:gd name="connsiteX4" fmla="*/ 192201 w 192200"/>
                  <a:gd name="connsiteY4" fmla="*/ 96100 h 19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200" h="192200">
                    <a:moveTo>
                      <a:pt x="192201" y="96100"/>
                    </a:moveTo>
                    <a:cubicBezTo>
                      <a:pt x="192201" y="149175"/>
                      <a:pt x="149175" y="192200"/>
                      <a:pt x="96100" y="192200"/>
                    </a:cubicBezTo>
                    <a:cubicBezTo>
                      <a:pt x="43026" y="192200"/>
                      <a:pt x="0" y="149175"/>
                      <a:pt x="0" y="96100"/>
                    </a:cubicBezTo>
                    <a:cubicBezTo>
                      <a:pt x="0" y="43026"/>
                      <a:pt x="43026" y="0"/>
                      <a:pt x="96100" y="0"/>
                    </a:cubicBezTo>
                    <a:cubicBezTo>
                      <a:pt x="149175" y="0"/>
                      <a:pt x="192201" y="43026"/>
                      <a:pt x="192201" y="96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DA650F12-C88B-A3DD-E648-AEAA05AFD11F}"/>
                  </a:ext>
                </a:extLst>
              </p:cNvPr>
              <p:cNvSpPr/>
              <p:nvPr/>
            </p:nvSpPr>
            <p:spPr>
              <a:xfrm rot="16748399">
                <a:off x="4638058" y="3632275"/>
                <a:ext cx="192200" cy="192200"/>
              </a:xfrm>
              <a:custGeom>
                <a:avLst/>
                <a:gdLst>
                  <a:gd name="connsiteX0" fmla="*/ 192047 w 192200"/>
                  <a:gd name="connsiteY0" fmla="*/ 96021 h 192200"/>
                  <a:gd name="connsiteX1" fmla="*/ 95947 w 192200"/>
                  <a:gd name="connsiteY1" fmla="*/ 192121 h 192200"/>
                  <a:gd name="connsiteX2" fmla="*/ -153 w 192200"/>
                  <a:gd name="connsiteY2" fmla="*/ 96021 h 192200"/>
                  <a:gd name="connsiteX3" fmla="*/ 95947 w 192200"/>
                  <a:gd name="connsiteY3" fmla="*/ -79 h 192200"/>
                  <a:gd name="connsiteX4" fmla="*/ 192047 w 192200"/>
                  <a:gd name="connsiteY4" fmla="*/ 96021 h 19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200" h="192200">
                    <a:moveTo>
                      <a:pt x="192047" y="96021"/>
                    </a:moveTo>
                    <a:cubicBezTo>
                      <a:pt x="192047" y="149096"/>
                      <a:pt x="149022" y="192121"/>
                      <a:pt x="95947" y="192121"/>
                    </a:cubicBezTo>
                    <a:cubicBezTo>
                      <a:pt x="42872" y="192121"/>
                      <a:pt x="-153" y="149096"/>
                      <a:pt x="-153" y="96021"/>
                    </a:cubicBezTo>
                    <a:cubicBezTo>
                      <a:pt x="-153" y="42947"/>
                      <a:pt x="42872" y="-79"/>
                      <a:pt x="95947" y="-79"/>
                    </a:cubicBezTo>
                    <a:cubicBezTo>
                      <a:pt x="149022" y="-79"/>
                      <a:pt x="192047" y="42947"/>
                      <a:pt x="192047" y="960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EF3E4F1C-84D7-3887-D1D3-9386F02413A5}"/>
                  </a:ext>
                </a:extLst>
              </p:cNvPr>
              <p:cNvSpPr/>
              <p:nvPr/>
            </p:nvSpPr>
            <p:spPr>
              <a:xfrm rot="18900000">
                <a:off x="4877054" y="2857817"/>
                <a:ext cx="192200" cy="192200"/>
              </a:xfrm>
              <a:custGeom>
                <a:avLst/>
                <a:gdLst>
                  <a:gd name="connsiteX0" fmla="*/ 192047 w 192200"/>
                  <a:gd name="connsiteY0" fmla="*/ 96021 h 192200"/>
                  <a:gd name="connsiteX1" fmla="*/ 95947 w 192200"/>
                  <a:gd name="connsiteY1" fmla="*/ 192122 h 192200"/>
                  <a:gd name="connsiteX2" fmla="*/ -153 w 192200"/>
                  <a:gd name="connsiteY2" fmla="*/ 96021 h 192200"/>
                  <a:gd name="connsiteX3" fmla="*/ 95947 w 192200"/>
                  <a:gd name="connsiteY3" fmla="*/ -79 h 192200"/>
                  <a:gd name="connsiteX4" fmla="*/ 192047 w 192200"/>
                  <a:gd name="connsiteY4" fmla="*/ 96021 h 19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200" h="192200">
                    <a:moveTo>
                      <a:pt x="192047" y="96021"/>
                    </a:moveTo>
                    <a:cubicBezTo>
                      <a:pt x="192047" y="149096"/>
                      <a:pt x="149022" y="192122"/>
                      <a:pt x="95947" y="192122"/>
                    </a:cubicBezTo>
                    <a:cubicBezTo>
                      <a:pt x="42872" y="192122"/>
                      <a:pt x="-153" y="149096"/>
                      <a:pt x="-153" y="96021"/>
                    </a:cubicBezTo>
                    <a:cubicBezTo>
                      <a:pt x="-153" y="42947"/>
                      <a:pt x="42872" y="-79"/>
                      <a:pt x="95947" y="-79"/>
                    </a:cubicBezTo>
                    <a:cubicBezTo>
                      <a:pt x="149022" y="-79"/>
                      <a:pt x="192047" y="42947"/>
                      <a:pt x="192047" y="960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B4BF313-BB1F-5787-DDF9-B13E68DD5B86}"/>
                  </a:ext>
                </a:extLst>
              </p:cNvPr>
              <p:cNvSpPr/>
              <p:nvPr/>
            </p:nvSpPr>
            <p:spPr>
              <a:xfrm>
                <a:off x="6953816" y="3894816"/>
                <a:ext cx="34004" cy="16074"/>
              </a:xfrm>
              <a:custGeom>
                <a:avLst/>
                <a:gdLst>
                  <a:gd name="connsiteX0" fmla="*/ 27352 w 34004"/>
                  <a:gd name="connsiteY0" fmla="*/ 15995 h 16074"/>
                  <a:gd name="connsiteX1" fmla="*/ 7310 w 34004"/>
                  <a:gd name="connsiteY1" fmla="*/ 13597 h 16074"/>
                  <a:gd name="connsiteX2" fmla="*/ 7310 w 34004"/>
                  <a:gd name="connsiteY2" fmla="*/ 13597 h 16074"/>
                  <a:gd name="connsiteX3" fmla="*/ -125 w 34004"/>
                  <a:gd name="connsiteY3" fmla="*/ 7389 h 16074"/>
                  <a:gd name="connsiteX4" fmla="*/ 6076 w 34004"/>
                  <a:gd name="connsiteY4" fmla="*/ -52 h 16074"/>
                  <a:gd name="connsiteX5" fmla="*/ 8851 w 34004"/>
                  <a:gd name="connsiteY5" fmla="*/ 270 h 16074"/>
                  <a:gd name="connsiteX6" fmla="*/ 28996 w 34004"/>
                  <a:gd name="connsiteY6" fmla="*/ 2600 h 16074"/>
                  <a:gd name="connsiteX7" fmla="*/ 33553 w 34004"/>
                  <a:gd name="connsiteY7" fmla="*/ 11144 h 16074"/>
                  <a:gd name="connsiteX8" fmla="*/ 27455 w 34004"/>
                  <a:gd name="connsiteY8" fmla="*/ 15995 h 16074"/>
                  <a:gd name="connsiteX9" fmla="*/ 27455 w 34004"/>
                  <a:gd name="connsiteY9" fmla="*/ 15995 h 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04" h="16074">
                    <a:moveTo>
                      <a:pt x="27352" y="15995"/>
                    </a:moveTo>
                    <a:lnTo>
                      <a:pt x="7310" y="13597"/>
                    </a:lnTo>
                    <a:lnTo>
                      <a:pt x="7310" y="13597"/>
                    </a:lnTo>
                    <a:cubicBezTo>
                      <a:pt x="3541" y="13940"/>
                      <a:pt x="218" y="11158"/>
                      <a:pt x="-125" y="7389"/>
                    </a:cubicBezTo>
                    <a:cubicBezTo>
                      <a:pt x="-467" y="3621"/>
                      <a:pt x="2307" y="290"/>
                      <a:pt x="6076" y="-52"/>
                    </a:cubicBezTo>
                    <a:cubicBezTo>
                      <a:pt x="7001" y="-134"/>
                      <a:pt x="7960" y="-28"/>
                      <a:pt x="8851" y="270"/>
                    </a:cubicBezTo>
                    <a:lnTo>
                      <a:pt x="28996" y="2600"/>
                    </a:lnTo>
                    <a:cubicBezTo>
                      <a:pt x="32628" y="3696"/>
                      <a:pt x="34649" y="7523"/>
                      <a:pt x="33553" y="11144"/>
                    </a:cubicBezTo>
                    <a:cubicBezTo>
                      <a:pt x="32731" y="13878"/>
                      <a:pt x="30298" y="15811"/>
                      <a:pt x="27455" y="15995"/>
                    </a:cubicBezTo>
                    <a:lnTo>
                      <a:pt x="27455" y="15995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68F80DB8-D4AF-F81E-A096-21F428870FE5}"/>
                  </a:ext>
                </a:extLst>
              </p:cNvPr>
              <p:cNvSpPr/>
              <p:nvPr/>
            </p:nvSpPr>
            <p:spPr>
              <a:xfrm>
                <a:off x="6915043" y="3891001"/>
                <a:ext cx="33779" cy="15315"/>
              </a:xfrm>
              <a:custGeom>
                <a:avLst/>
                <a:gdLst>
                  <a:gd name="connsiteX0" fmla="*/ 26040 w 33779"/>
                  <a:gd name="connsiteY0" fmla="*/ 15185 h 15315"/>
                  <a:gd name="connsiteX1" fmla="*/ 5963 w 33779"/>
                  <a:gd name="connsiteY1" fmla="*/ 13129 h 15315"/>
                  <a:gd name="connsiteX2" fmla="*/ 5963 w 33779"/>
                  <a:gd name="connsiteY2" fmla="*/ 13129 h 15315"/>
                  <a:gd name="connsiteX3" fmla="*/ -135 w 33779"/>
                  <a:gd name="connsiteY3" fmla="*/ 6051 h 15315"/>
                  <a:gd name="connsiteX4" fmla="*/ 6923 w 33779"/>
                  <a:gd name="connsiteY4" fmla="*/ -61 h 15315"/>
                  <a:gd name="connsiteX5" fmla="*/ 7265 w 33779"/>
                  <a:gd name="connsiteY5" fmla="*/ -27 h 15315"/>
                  <a:gd name="connsiteX6" fmla="*/ 27445 w 33779"/>
                  <a:gd name="connsiteY6" fmla="*/ 1960 h 15315"/>
                  <a:gd name="connsiteX7" fmla="*/ 33612 w 33779"/>
                  <a:gd name="connsiteY7" fmla="*/ 9066 h 15315"/>
                  <a:gd name="connsiteX8" fmla="*/ 26485 w 33779"/>
                  <a:gd name="connsiteY8" fmla="*/ 15219 h 15315"/>
                  <a:gd name="connsiteX9" fmla="*/ 26143 w 33779"/>
                  <a:gd name="connsiteY9" fmla="*/ 15185 h 15315"/>
                  <a:gd name="connsiteX10" fmla="*/ 26143 w 33779"/>
                  <a:gd name="connsiteY10" fmla="*/ 15185 h 15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779" h="15315">
                    <a:moveTo>
                      <a:pt x="26040" y="15185"/>
                    </a:moveTo>
                    <a:lnTo>
                      <a:pt x="5963" y="13129"/>
                    </a:lnTo>
                    <a:lnTo>
                      <a:pt x="5963" y="13129"/>
                    </a:lnTo>
                    <a:cubicBezTo>
                      <a:pt x="2332" y="12862"/>
                      <a:pt x="-409" y="9693"/>
                      <a:pt x="-135" y="6051"/>
                    </a:cubicBezTo>
                    <a:cubicBezTo>
                      <a:pt x="105" y="2409"/>
                      <a:pt x="3291" y="-328"/>
                      <a:pt x="6923" y="-61"/>
                    </a:cubicBezTo>
                    <a:cubicBezTo>
                      <a:pt x="7060" y="-51"/>
                      <a:pt x="7162" y="-40"/>
                      <a:pt x="7265" y="-27"/>
                    </a:cubicBezTo>
                    <a:lnTo>
                      <a:pt x="27445" y="1960"/>
                    </a:lnTo>
                    <a:cubicBezTo>
                      <a:pt x="31111" y="2224"/>
                      <a:pt x="33851" y="5407"/>
                      <a:pt x="33612" y="9066"/>
                    </a:cubicBezTo>
                    <a:cubicBezTo>
                      <a:pt x="33337" y="12729"/>
                      <a:pt x="30151" y="15483"/>
                      <a:pt x="26485" y="15219"/>
                    </a:cubicBezTo>
                    <a:cubicBezTo>
                      <a:pt x="26383" y="15212"/>
                      <a:pt x="26246" y="15199"/>
                      <a:pt x="26143" y="15185"/>
                    </a:cubicBezTo>
                    <a:lnTo>
                      <a:pt x="26143" y="15185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090E6E7F-A072-EB9C-A3B0-BA2A3335E4D8}"/>
                  </a:ext>
                </a:extLst>
              </p:cNvPr>
              <p:cNvSpPr/>
              <p:nvPr/>
            </p:nvSpPr>
            <p:spPr>
              <a:xfrm>
                <a:off x="6875355" y="3887592"/>
                <a:ext cx="32578" cy="14735"/>
              </a:xfrm>
              <a:custGeom>
                <a:avLst/>
                <a:gdLst>
                  <a:gd name="connsiteX0" fmla="*/ 25574 w 32578"/>
                  <a:gd name="connsiteY0" fmla="*/ 14654 h 14735"/>
                  <a:gd name="connsiteX1" fmla="*/ 5464 w 32578"/>
                  <a:gd name="connsiteY1" fmla="*/ 12941 h 14735"/>
                  <a:gd name="connsiteX2" fmla="*/ 5464 w 32578"/>
                  <a:gd name="connsiteY2" fmla="*/ 12941 h 14735"/>
                  <a:gd name="connsiteX3" fmla="*/ -87 w 32578"/>
                  <a:gd name="connsiteY3" fmla="*/ 5527 h 14735"/>
                  <a:gd name="connsiteX4" fmla="*/ 6526 w 32578"/>
                  <a:gd name="connsiteY4" fmla="*/ -78 h 14735"/>
                  <a:gd name="connsiteX5" fmla="*/ 26773 w 32578"/>
                  <a:gd name="connsiteY5" fmla="*/ 1567 h 14735"/>
                  <a:gd name="connsiteX6" fmla="*/ 32358 w 32578"/>
                  <a:gd name="connsiteY6" fmla="*/ 9012 h 14735"/>
                  <a:gd name="connsiteX7" fmla="*/ 25677 w 32578"/>
                  <a:gd name="connsiteY7" fmla="*/ 14654 h 14735"/>
                  <a:gd name="connsiteX8" fmla="*/ 25677 w 32578"/>
                  <a:gd name="connsiteY8" fmla="*/ 14654 h 14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78" h="14735">
                    <a:moveTo>
                      <a:pt x="25574" y="14654"/>
                    </a:moveTo>
                    <a:lnTo>
                      <a:pt x="5464" y="12941"/>
                    </a:lnTo>
                    <a:lnTo>
                      <a:pt x="5464" y="12941"/>
                    </a:lnTo>
                    <a:cubicBezTo>
                      <a:pt x="1900" y="12424"/>
                      <a:pt x="-600" y="9104"/>
                      <a:pt x="-87" y="5527"/>
                    </a:cubicBezTo>
                    <a:cubicBezTo>
                      <a:pt x="393" y="2262"/>
                      <a:pt x="3237" y="-143"/>
                      <a:pt x="6526" y="-78"/>
                    </a:cubicBezTo>
                    <a:lnTo>
                      <a:pt x="26773" y="1567"/>
                    </a:lnTo>
                    <a:cubicBezTo>
                      <a:pt x="30371" y="2081"/>
                      <a:pt x="32872" y="5414"/>
                      <a:pt x="32358" y="9012"/>
                    </a:cubicBezTo>
                    <a:cubicBezTo>
                      <a:pt x="31878" y="12311"/>
                      <a:pt x="29000" y="14737"/>
                      <a:pt x="25677" y="14654"/>
                    </a:cubicBezTo>
                    <a:lnTo>
                      <a:pt x="25677" y="14654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93A693A0-5A39-7AF8-28A6-43645FCC6D62}"/>
                  </a:ext>
                </a:extLst>
              </p:cNvPr>
              <p:cNvSpPr/>
              <p:nvPr/>
            </p:nvSpPr>
            <p:spPr>
              <a:xfrm>
                <a:off x="6834931" y="3884779"/>
                <a:ext cx="33164" cy="14288"/>
              </a:xfrm>
              <a:custGeom>
                <a:avLst/>
                <a:gdLst>
                  <a:gd name="connsiteX0" fmla="*/ 25777 w 33164"/>
                  <a:gd name="connsiteY0" fmla="*/ 14178 h 14288"/>
                  <a:gd name="connsiteX1" fmla="*/ 5667 w 33164"/>
                  <a:gd name="connsiteY1" fmla="*/ 12773 h 14288"/>
                  <a:gd name="connsiteX2" fmla="*/ 5667 w 33164"/>
                  <a:gd name="connsiteY2" fmla="*/ 12773 h 14288"/>
                  <a:gd name="connsiteX3" fmla="*/ -123 w 33164"/>
                  <a:gd name="connsiteY3" fmla="*/ 5743 h 14288"/>
                  <a:gd name="connsiteX4" fmla="*/ 6523 w 33164"/>
                  <a:gd name="connsiteY4" fmla="*/ -74 h 14288"/>
                  <a:gd name="connsiteX5" fmla="*/ 26771 w 33164"/>
                  <a:gd name="connsiteY5" fmla="*/ 1262 h 14288"/>
                  <a:gd name="connsiteX6" fmla="*/ 33006 w 33164"/>
                  <a:gd name="connsiteY6" fmla="*/ 7967 h 14288"/>
                  <a:gd name="connsiteX7" fmla="*/ 26291 w 33164"/>
                  <a:gd name="connsiteY7" fmla="*/ 14205 h 14288"/>
                  <a:gd name="connsiteX8" fmla="*/ 25915 w 33164"/>
                  <a:gd name="connsiteY8" fmla="*/ 14178 h 14288"/>
                  <a:gd name="connsiteX9" fmla="*/ 25915 w 33164"/>
                  <a:gd name="connsiteY9" fmla="*/ 14178 h 14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164" h="14288">
                    <a:moveTo>
                      <a:pt x="25777" y="14178"/>
                    </a:moveTo>
                    <a:lnTo>
                      <a:pt x="5667" y="12773"/>
                    </a:lnTo>
                    <a:lnTo>
                      <a:pt x="5667" y="12773"/>
                    </a:lnTo>
                    <a:cubicBezTo>
                      <a:pt x="2138" y="12431"/>
                      <a:pt x="-466" y="9282"/>
                      <a:pt x="-123" y="5743"/>
                    </a:cubicBezTo>
                    <a:cubicBezTo>
                      <a:pt x="219" y="2351"/>
                      <a:pt x="3131" y="-201"/>
                      <a:pt x="6523" y="-74"/>
                    </a:cubicBezTo>
                    <a:lnTo>
                      <a:pt x="26771" y="1262"/>
                    </a:lnTo>
                    <a:cubicBezTo>
                      <a:pt x="30334" y="1392"/>
                      <a:pt x="33144" y="4393"/>
                      <a:pt x="33006" y="7967"/>
                    </a:cubicBezTo>
                    <a:cubicBezTo>
                      <a:pt x="32870" y="11540"/>
                      <a:pt x="29889" y="14332"/>
                      <a:pt x="26291" y="14205"/>
                    </a:cubicBezTo>
                    <a:cubicBezTo>
                      <a:pt x="26189" y="14198"/>
                      <a:pt x="26051" y="14192"/>
                      <a:pt x="25915" y="14178"/>
                    </a:cubicBezTo>
                    <a:lnTo>
                      <a:pt x="25915" y="14178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D64B322E-B059-3773-23D9-F1F6AC8AB75D}"/>
                  </a:ext>
                </a:extLst>
              </p:cNvPr>
              <p:cNvSpPr/>
              <p:nvPr/>
            </p:nvSpPr>
            <p:spPr>
              <a:xfrm>
                <a:off x="6794742" y="3882625"/>
                <a:ext cx="33058" cy="13807"/>
              </a:xfrm>
              <a:custGeom>
                <a:avLst/>
                <a:gdLst>
                  <a:gd name="connsiteX0" fmla="*/ 25744 w 33058"/>
                  <a:gd name="connsiteY0" fmla="*/ 13694 h 13807"/>
                  <a:gd name="connsiteX1" fmla="*/ 5565 w 33058"/>
                  <a:gd name="connsiteY1" fmla="*/ 12632 h 13807"/>
                  <a:gd name="connsiteX2" fmla="*/ 5565 w 33058"/>
                  <a:gd name="connsiteY2" fmla="*/ 12632 h 13807"/>
                  <a:gd name="connsiteX3" fmla="*/ -122 w 33058"/>
                  <a:gd name="connsiteY3" fmla="*/ 5632 h 13807"/>
                  <a:gd name="connsiteX4" fmla="*/ 6216 w 33058"/>
                  <a:gd name="connsiteY4" fmla="*/ -79 h 13807"/>
                  <a:gd name="connsiteX5" fmla="*/ 26464 w 33058"/>
                  <a:gd name="connsiteY5" fmla="*/ 915 h 13807"/>
                  <a:gd name="connsiteX6" fmla="*/ 32905 w 33058"/>
                  <a:gd name="connsiteY6" fmla="*/ 7277 h 13807"/>
                  <a:gd name="connsiteX7" fmla="*/ 26566 w 33058"/>
                  <a:gd name="connsiteY7" fmla="*/ 13728 h 13807"/>
                  <a:gd name="connsiteX8" fmla="*/ 25847 w 33058"/>
                  <a:gd name="connsiteY8" fmla="*/ 13694 h 13807"/>
                  <a:gd name="connsiteX9" fmla="*/ 25847 w 33058"/>
                  <a:gd name="connsiteY9" fmla="*/ 13694 h 13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058" h="13807">
                    <a:moveTo>
                      <a:pt x="25744" y="13694"/>
                    </a:moveTo>
                    <a:lnTo>
                      <a:pt x="5565" y="12632"/>
                    </a:lnTo>
                    <a:lnTo>
                      <a:pt x="5565" y="12632"/>
                    </a:lnTo>
                    <a:cubicBezTo>
                      <a:pt x="2070" y="12268"/>
                      <a:pt x="-465" y="9134"/>
                      <a:pt x="-122" y="5632"/>
                    </a:cubicBezTo>
                    <a:cubicBezTo>
                      <a:pt x="220" y="2391"/>
                      <a:pt x="2961" y="-75"/>
                      <a:pt x="6216" y="-79"/>
                    </a:cubicBezTo>
                    <a:lnTo>
                      <a:pt x="26464" y="915"/>
                    </a:lnTo>
                    <a:cubicBezTo>
                      <a:pt x="29992" y="891"/>
                      <a:pt x="32905" y="3738"/>
                      <a:pt x="32905" y="7277"/>
                    </a:cubicBezTo>
                    <a:cubicBezTo>
                      <a:pt x="32939" y="10816"/>
                      <a:pt x="30095" y="13704"/>
                      <a:pt x="26566" y="13728"/>
                    </a:cubicBezTo>
                    <a:cubicBezTo>
                      <a:pt x="26327" y="13728"/>
                      <a:pt x="26087" y="13718"/>
                      <a:pt x="25847" y="13694"/>
                    </a:cubicBezTo>
                    <a:lnTo>
                      <a:pt x="25847" y="13694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88E3C87B-AED5-AD1A-75F9-8BDA9852E663}"/>
                  </a:ext>
                </a:extLst>
              </p:cNvPr>
              <p:cNvSpPr/>
              <p:nvPr/>
            </p:nvSpPr>
            <p:spPr>
              <a:xfrm>
                <a:off x="6753658" y="3881190"/>
                <a:ext cx="33272" cy="13328"/>
              </a:xfrm>
              <a:custGeom>
                <a:avLst/>
                <a:gdLst>
                  <a:gd name="connsiteX0" fmla="*/ 26470 w 33272"/>
                  <a:gd name="connsiteY0" fmla="*/ 13211 h 13328"/>
                  <a:gd name="connsiteX1" fmla="*/ 6290 w 33272"/>
                  <a:gd name="connsiteY1" fmla="*/ 12457 h 13328"/>
                  <a:gd name="connsiteX2" fmla="*/ 6290 w 33272"/>
                  <a:gd name="connsiteY2" fmla="*/ 12457 h 13328"/>
                  <a:gd name="connsiteX3" fmla="*/ -151 w 33272"/>
                  <a:gd name="connsiteY3" fmla="*/ 6373 h 13328"/>
                  <a:gd name="connsiteX4" fmla="*/ 5913 w 33272"/>
                  <a:gd name="connsiteY4" fmla="*/ -75 h 13328"/>
                  <a:gd name="connsiteX5" fmla="*/ 6736 w 33272"/>
                  <a:gd name="connsiteY5" fmla="*/ -48 h 13328"/>
                  <a:gd name="connsiteX6" fmla="*/ 27018 w 33272"/>
                  <a:gd name="connsiteY6" fmla="*/ 638 h 13328"/>
                  <a:gd name="connsiteX7" fmla="*/ 33116 w 33272"/>
                  <a:gd name="connsiteY7" fmla="*/ 7164 h 13328"/>
                  <a:gd name="connsiteX8" fmla="*/ 26573 w 33272"/>
                  <a:gd name="connsiteY8" fmla="*/ 13245 h 13328"/>
                  <a:gd name="connsiteX9" fmla="*/ 26573 w 33272"/>
                  <a:gd name="connsiteY9" fmla="*/ 13245 h 13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272" h="13328">
                    <a:moveTo>
                      <a:pt x="26470" y="13211"/>
                    </a:moveTo>
                    <a:lnTo>
                      <a:pt x="6290" y="12457"/>
                    </a:lnTo>
                    <a:lnTo>
                      <a:pt x="6290" y="12457"/>
                    </a:lnTo>
                    <a:cubicBezTo>
                      <a:pt x="2830" y="12560"/>
                      <a:pt x="-48" y="9836"/>
                      <a:pt x="-151" y="6373"/>
                    </a:cubicBezTo>
                    <a:cubicBezTo>
                      <a:pt x="-253" y="2912"/>
                      <a:pt x="2453" y="24"/>
                      <a:pt x="5913" y="-75"/>
                    </a:cubicBezTo>
                    <a:cubicBezTo>
                      <a:pt x="6188" y="-85"/>
                      <a:pt x="6462" y="-75"/>
                      <a:pt x="6736" y="-48"/>
                    </a:cubicBezTo>
                    <a:lnTo>
                      <a:pt x="27018" y="638"/>
                    </a:lnTo>
                    <a:cubicBezTo>
                      <a:pt x="30513" y="761"/>
                      <a:pt x="33219" y="3683"/>
                      <a:pt x="33116" y="7164"/>
                    </a:cubicBezTo>
                    <a:cubicBezTo>
                      <a:pt x="32979" y="10645"/>
                      <a:pt x="30067" y="13369"/>
                      <a:pt x="26573" y="13245"/>
                    </a:cubicBezTo>
                    <a:lnTo>
                      <a:pt x="26573" y="13245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39E8FA92-8F81-EE92-F6BA-4005901F6347}"/>
                  </a:ext>
                </a:extLst>
              </p:cNvPr>
              <p:cNvSpPr/>
              <p:nvPr/>
            </p:nvSpPr>
            <p:spPr>
              <a:xfrm>
                <a:off x="6713260" y="3880202"/>
                <a:ext cx="33590" cy="12862"/>
              </a:xfrm>
              <a:custGeom>
                <a:avLst/>
                <a:gdLst>
                  <a:gd name="connsiteX0" fmla="*/ 26509 w 33590"/>
                  <a:gd name="connsiteY0" fmla="*/ 12759 h 12862"/>
                  <a:gd name="connsiteX1" fmla="*/ 6364 w 33590"/>
                  <a:gd name="connsiteY1" fmla="*/ 12314 h 12862"/>
                  <a:gd name="connsiteX2" fmla="*/ 6364 w 33590"/>
                  <a:gd name="connsiteY2" fmla="*/ 12314 h 12862"/>
                  <a:gd name="connsiteX3" fmla="*/ -145 w 33590"/>
                  <a:gd name="connsiteY3" fmla="*/ 6445 h 12862"/>
                  <a:gd name="connsiteX4" fmla="*/ 5713 w 33590"/>
                  <a:gd name="connsiteY4" fmla="*/ -71 h 12862"/>
                  <a:gd name="connsiteX5" fmla="*/ 6604 w 33590"/>
                  <a:gd name="connsiteY5" fmla="*/ -54 h 12862"/>
                  <a:gd name="connsiteX6" fmla="*/ 26852 w 33590"/>
                  <a:gd name="connsiteY6" fmla="*/ 323 h 12862"/>
                  <a:gd name="connsiteX7" fmla="*/ 33429 w 33590"/>
                  <a:gd name="connsiteY7" fmla="*/ 6202 h 12862"/>
                  <a:gd name="connsiteX8" fmla="*/ 27537 w 33590"/>
                  <a:gd name="connsiteY8" fmla="*/ 12773 h 12862"/>
                  <a:gd name="connsiteX9" fmla="*/ 26646 w 33590"/>
                  <a:gd name="connsiteY9" fmla="*/ 12759 h 12862"/>
                  <a:gd name="connsiteX10" fmla="*/ 26646 w 33590"/>
                  <a:gd name="connsiteY10" fmla="*/ 12759 h 1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590" h="12862">
                    <a:moveTo>
                      <a:pt x="26509" y="12759"/>
                    </a:moveTo>
                    <a:lnTo>
                      <a:pt x="6364" y="12314"/>
                    </a:lnTo>
                    <a:lnTo>
                      <a:pt x="6364" y="12314"/>
                    </a:lnTo>
                    <a:cubicBezTo>
                      <a:pt x="2938" y="12492"/>
                      <a:pt x="26" y="9868"/>
                      <a:pt x="-145" y="6445"/>
                    </a:cubicBezTo>
                    <a:cubicBezTo>
                      <a:pt x="-317" y="3026"/>
                      <a:pt x="2287" y="107"/>
                      <a:pt x="5713" y="-71"/>
                    </a:cubicBezTo>
                    <a:cubicBezTo>
                      <a:pt x="6021" y="-85"/>
                      <a:pt x="6295" y="-82"/>
                      <a:pt x="6604" y="-54"/>
                    </a:cubicBezTo>
                    <a:lnTo>
                      <a:pt x="26852" y="323"/>
                    </a:lnTo>
                    <a:cubicBezTo>
                      <a:pt x="30278" y="131"/>
                      <a:pt x="33224" y="2762"/>
                      <a:pt x="33429" y="6202"/>
                    </a:cubicBezTo>
                    <a:cubicBezTo>
                      <a:pt x="33601" y="9638"/>
                      <a:pt x="30997" y="12581"/>
                      <a:pt x="27537" y="12773"/>
                    </a:cubicBezTo>
                    <a:cubicBezTo>
                      <a:pt x="27263" y="12790"/>
                      <a:pt x="26954" y="12787"/>
                      <a:pt x="26646" y="12759"/>
                    </a:cubicBezTo>
                    <a:lnTo>
                      <a:pt x="26646" y="12759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0AECB1A2-865F-7768-9B44-6017EC313445}"/>
                  </a:ext>
                </a:extLst>
              </p:cNvPr>
              <p:cNvSpPr/>
              <p:nvPr/>
            </p:nvSpPr>
            <p:spPr>
              <a:xfrm>
                <a:off x="6673321" y="3880090"/>
                <a:ext cx="32478" cy="12265"/>
              </a:xfrm>
              <a:custGeom>
                <a:avLst/>
                <a:gdLst>
                  <a:gd name="connsiteX0" fmla="*/ 26124 w 32478"/>
                  <a:gd name="connsiteY0" fmla="*/ 12118 h 12265"/>
                  <a:gd name="connsiteX1" fmla="*/ 5945 w 32478"/>
                  <a:gd name="connsiteY1" fmla="*/ 12118 h 12265"/>
                  <a:gd name="connsiteX2" fmla="*/ 5945 w 32478"/>
                  <a:gd name="connsiteY2" fmla="*/ 12118 h 12265"/>
                  <a:gd name="connsiteX3" fmla="*/ -153 w 32478"/>
                  <a:gd name="connsiteY3" fmla="*/ 6019 h 12265"/>
                  <a:gd name="connsiteX4" fmla="*/ 5945 w 32478"/>
                  <a:gd name="connsiteY4" fmla="*/ -79 h 12265"/>
                  <a:gd name="connsiteX5" fmla="*/ 26193 w 32478"/>
                  <a:gd name="connsiteY5" fmla="*/ -79 h 12265"/>
                  <a:gd name="connsiteX6" fmla="*/ 32325 w 32478"/>
                  <a:gd name="connsiteY6" fmla="*/ 6054 h 12265"/>
                  <a:gd name="connsiteX7" fmla="*/ 26193 w 32478"/>
                  <a:gd name="connsiteY7" fmla="*/ 12186 h 12265"/>
                  <a:gd name="connsiteX8" fmla="*/ 26193 w 32478"/>
                  <a:gd name="connsiteY8" fmla="*/ 12186 h 1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478" h="12265">
                    <a:moveTo>
                      <a:pt x="26124" y="12118"/>
                    </a:moveTo>
                    <a:lnTo>
                      <a:pt x="5945" y="12118"/>
                    </a:lnTo>
                    <a:lnTo>
                      <a:pt x="5945" y="12118"/>
                    </a:lnTo>
                    <a:cubicBezTo>
                      <a:pt x="2588" y="12118"/>
                      <a:pt x="-153" y="9387"/>
                      <a:pt x="-153" y="6019"/>
                    </a:cubicBezTo>
                    <a:cubicBezTo>
                      <a:pt x="-153" y="2652"/>
                      <a:pt x="2588" y="-79"/>
                      <a:pt x="5945" y="-79"/>
                    </a:cubicBezTo>
                    <a:lnTo>
                      <a:pt x="26193" y="-79"/>
                    </a:lnTo>
                    <a:cubicBezTo>
                      <a:pt x="29585" y="-79"/>
                      <a:pt x="32325" y="2665"/>
                      <a:pt x="32325" y="6054"/>
                    </a:cubicBezTo>
                    <a:cubicBezTo>
                      <a:pt x="32325" y="9442"/>
                      <a:pt x="29585" y="12186"/>
                      <a:pt x="26193" y="12186"/>
                    </a:cubicBezTo>
                    <a:lnTo>
                      <a:pt x="26193" y="12186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6AED89FF-BDC6-7631-1A12-DA40C74C52C5}"/>
                  </a:ext>
                </a:extLst>
              </p:cNvPr>
              <p:cNvSpPr/>
              <p:nvPr/>
            </p:nvSpPr>
            <p:spPr>
              <a:xfrm>
                <a:off x="6633490" y="3879885"/>
                <a:ext cx="31517" cy="12265"/>
              </a:xfrm>
              <a:custGeom>
                <a:avLst/>
                <a:gdLst>
                  <a:gd name="connsiteX0" fmla="*/ 25597 w 31517"/>
                  <a:gd name="connsiteY0" fmla="*/ 12186 h 12265"/>
                  <a:gd name="connsiteX1" fmla="*/ 5417 w 31517"/>
                  <a:gd name="connsiteY1" fmla="*/ 12186 h 12265"/>
                  <a:gd name="connsiteX2" fmla="*/ 5417 w 31517"/>
                  <a:gd name="connsiteY2" fmla="*/ 12186 h 12265"/>
                  <a:gd name="connsiteX3" fmla="*/ -133 w 31517"/>
                  <a:gd name="connsiteY3" fmla="*/ 5718 h 12265"/>
                  <a:gd name="connsiteX4" fmla="*/ 5417 w 31517"/>
                  <a:gd name="connsiteY4" fmla="*/ 161 h 12265"/>
                  <a:gd name="connsiteX5" fmla="*/ 25665 w 31517"/>
                  <a:gd name="connsiteY5" fmla="*/ -79 h 12265"/>
                  <a:gd name="connsiteX6" fmla="*/ 31352 w 31517"/>
                  <a:gd name="connsiteY6" fmla="*/ 6335 h 12265"/>
                  <a:gd name="connsiteX7" fmla="*/ 25836 w 31517"/>
                  <a:gd name="connsiteY7" fmla="*/ 12015 h 12265"/>
                  <a:gd name="connsiteX8" fmla="*/ 25836 w 31517"/>
                  <a:gd name="connsiteY8" fmla="*/ 12015 h 1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517" h="12265">
                    <a:moveTo>
                      <a:pt x="25597" y="12186"/>
                    </a:moveTo>
                    <a:lnTo>
                      <a:pt x="5417" y="12186"/>
                    </a:lnTo>
                    <a:lnTo>
                      <a:pt x="5417" y="12186"/>
                    </a:lnTo>
                    <a:cubicBezTo>
                      <a:pt x="2094" y="11936"/>
                      <a:pt x="-407" y="9041"/>
                      <a:pt x="-133" y="5718"/>
                    </a:cubicBezTo>
                    <a:cubicBezTo>
                      <a:pt x="72" y="2748"/>
                      <a:pt x="2437" y="387"/>
                      <a:pt x="5417" y="161"/>
                    </a:cubicBezTo>
                    <a:lnTo>
                      <a:pt x="25665" y="-79"/>
                    </a:lnTo>
                    <a:cubicBezTo>
                      <a:pt x="29023" y="120"/>
                      <a:pt x="31558" y="2994"/>
                      <a:pt x="31352" y="6335"/>
                    </a:cubicBezTo>
                    <a:cubicBezTo>
                      <a:pt x="31181" y="9336"/>
                      <a:pt x="28817" y="11751"/>
                      <a:pt x="25836" y="12015"/>
                    </a:cubicBezTo>
                    <a:lnTo>
                      <a:pt x="25836" y="12015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FF0C8CC-6C6E-8CF2-5D81-0933EDECFD9E}"/>
                  </a:ext>
                </a:extLst>
              </p:cNvPr>
              <p:cNvSpPr/>
              <p:nvPr/>
            </p:nvSpPr>
            <p:spPr>
              <a:xfrm>
                <a:off x="6593109" y="3880773"/>
                <a:ext cx="31530" cy="12336"/>
              </a:xfrm>
              <a:custGeom>
                <a:avLst/>
                <a:gdLst>
                  <a:gd name="connsiteX0" fmla="*/ 25653 w 31530"/>
                  <a:gd name="connsiteY0" fmla="*/ 11778 h 12336"/>
                  <a:gd name="connsiteX1" fmla="*/ 5473 w 31530"/>
                  <a:gd name="connsiteY1" fmla="*/ 12257 h 12336"/>
                  <a:gd name="connsiteX2" fmla="*/ 5473 w 31530"/>
                  <a:gd name="connsiteY2" fmla="*/ 12257 h 12336"/>
                  <a:gd name="connsiteX3" fmla="*/ -145 w 31530"/>
                  <a:gd name="connsiteY3" fmla="*/ 6046 h 12336"/>
                  <a:gd name="connsiteX4" fmla="*/ 5199 w 31530"/>
                  <a:gd name="connsiteY4" fmla="*/ 438 h 12336"/>
                  <a:gd name="connsiteX5" fmla="*/ 25242 w 31530"/>
                  <a:gd name="connsiteY5" fmla="*/ -76 h 12336"/>
                  <a:gd name="connsiteX6" fmla="*/ 31374 w 31530"/>
                  <a:gd name="connsiteY6" fmla="*/ 5714 h 12336"/>
                  <a:gd name="connsiteX7" fmla="*/ 25584 w 31530"/>
                  <a:gd name="connsiteY7" fmla="*/ 11846 h 12336"/>
                  <a:gd name="connsiteX8" fmla="*/ 25584 w 31530"/>
                  <a:gd name="connsiteY8" fmla="*/ 11846 h 12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530" h="12336">
                    <a:moveTo>
                      <a:pt x="25653" y="11778"/>
                    </a:moveTo>
                    <a:lnTo>
                      <a:pt x="5473" y="12257"/>
                    </a:lnTo>
                    <a:lnTo>
                      <a:pt x="5473" y="12257"/>
                    </a:lnTo>
                    <a:cubicBezTo>
                      <a:pt x="2219" y="12096"/>
                      <a:pt x="-316" y="9314"/>
                      <a:pt x="-145" y="6046"/>
                    </a:cubicBezTo>
                    <a:cubicBezTo>
                      <a:pt x="-8" y="3106"/>
                      <a:pt x="2253" y="718"/>
                      <a:pt x="5199" y="438"/>
                    </a:cubicBezTo>
                    <a:lnTo>
                      <a:pt x="25242" y="-76"/>
                    </a:lnTo>
                    <a:cubicBezTo>
                      <a:pt x="28531" y="-172"/>
                      <a:pt x="31272" y="2421"/>
                      <a:pt x="31374" y="5714"/>
                    </a:cubicBezTo>
                    <a:cubicBezTo>
                      <a:pt x="31477" y="9006"/>
                      <a:pt x="28874" y="11750"/>
                      <a:pt x="25584" y="11846"/>
                    </a:cubicBezTo>
                    <a:lnTo>
                      <a:pt x="25584" y="11846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C3C960B9-CC3D-8EB8-674B-0309C9D362DA}"/>
                  </a:ext>
                </a:extLst>
              </p:cNvPr>
              <p:cNvSpPr/>
              <p:nvPr/>
            </p:nvSpPr>
            <p:spPr>
              <a:xfrm>
                <a:off x="6552308" y="3881974"/>
                <a:ext cx="31629" cy="12543"/>
              </a:xfrm>
              <a:custGeom>
                <a:avLst/>
                <a:gdLst>
                  <a:gd name="connsiteX0" fmla="*/ 26095 w 31629"/>
                  <a:gd name="connsiteY0" fmla="*/ 11672 h 12543"/>
                  <a:gd name="connsiteX1" fmla="*/ 5916 w 31629"/>
                  <a:gd name="connsiteY1" fmla="*/ 12460 h 12543"/>
                  <a:gd name="connsiteX2" fmla="*/ 5916 w 31629"/>
                  <a:gd name="connsiteY2" fmla="*/ 12460 h 12543"/>
                  <a:gd name="connsiteX3" fmla="*/ -148 w 31629"/>
                  <a:gd name="connsiteY3" fmla="*/ 6842 h 12543"/>
                  <a:gd name="connsiteX4" fmla="*/ 5402 w 31629"/>
                  <a:gd name="connsiteY4" fmla="*/ 812 h 12543"/>
                  <a:gd name="connsiteX5" fmla="*/ 5436 w 31629"/>
                  <a:gd name="connsiteY5" fmla="*/ 812 h 12543"/>
                  <a:gd name="connsiteX6" fmla="*/ 25684 w 31629"/>
                  <a:gd name="connsiteY6" fmla="*/ -79 h 12543"/>
                  <a:gd name="connsiteX7" fmla="*/ 31474 w 31629"/>
                  <a:gd name="connsiteY7" fmla="*/ 5923 h 12543"/>
                  <a:gd name="connsiteX8" fmla="*/ 26198 w 31629"/>
                  <a:gd name="connsiteY8" fmla="*/ 11672 h 12543"/>
                  <a:gd name="connsiteX9" fmla="*/ 26198 w 31629"/>
                  <a:gd name="connsiteY9" fmla="*/ 11672 h 1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29" h="12543">
                    <a:moveTo>
                      <a:pt x="26095" y="11672"/>
                    </a:moveTo>
                    <a:lnTo>
                      <a:pt x="5916" y="12460"/>
                    </a:lnTo>
                    <a:lnTo>
                      <a:pt x="5916" y="12460"/>
                    </a:lnTo>
                    <a:cubicBezTo>
                      <a:pt x="2695" y="12577"/>
                      <a:pt x="-11" y="10065"/>
                      <a:pt x="-148" y="6842"/>
                    </a:cubicBezTo>
                    <a:cubicBezTo>
                      <a:pt x="-285" y="3645"/>
                      <a:pt x="2181" y="949"/>
                      <a:pt x="5402" y="812"/>
                    </a:cubicBezTo>
                    <a:cubicBezTo>
                      <a:pt x="5402" y="812"/>
                      <a:pt x="5436" y="812"/>
                      <a:pt x="5436" y="812"/>
                    </a:cubicBezTo>
                    <a:lnTo>
                      <a:pt x="25684" y="-79"/>
                    </a:lnTo>
                    <a:cubicBezTo>
                      <a:pt x="28939" y="-17"/>
                      <a:pt x="31543" y="2669"/>
                      <a:pt x="31474" y="5923"/>
                    </a:cubicBezTo>
                    <a:cubicBezTo>
                      <a:pt x="31406" y="8894"/>
                      <a:pt x="29144" y="11357"/>
                      <a:pt x="26198" y="11672"/>
                    </a:cubicBezTo>
                    <a:lnTo>
                      <a:pt x="26198" y="11672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EBF89A05-9946-FE53-D702-5CC51C498B65}"/>
                  </a:ext>
                </a:extLst>
              </p:cNvPr>
              <p:cNvSpPr/>
              <p:nvPr/>
            </p:nvSpPr>
            <p:spPr>
              <a:xfrm>
                <a:off x="6512263" y="3883893"/>
                <a:ext cx="31245" cy="12642"/>
              </a:xfrm>
              <a:custGeom>
                <a:avLst/>
                <a:gdLst>
                  <a:gd name="connsiteX0" fmla="*/ 25816 w 31245"/>
                  <a:gd name="connsiteY0" fmla="*/ 11467 h 12642"/>
                  <a:gd name="connsiteX1" fmla="*/ 5637 w 31245"/>
                  <a:gd name="connsiteY1" fmla="*/ 12563 h 12642"/>
                  <a:gd name="connsiteX2" fmla="*/ 5637 w 31245"/>
                  <a:gd name="connsiteY2" fmla="*/ 12563 h 12642"/>
                  <a:gd name="connsiteX3" fmla="*/ -153 w 31245"/>
                  <a:gd name="connsiteY3" fmla="*/ 6832 h 12642"/>
                  <a:gd name="connsiteX4" fmla="*/ 4986 w 31245"/>
                  <a:gd name="connsiteY4" fmla="*/ 1086 h 12642"/>
                  <a:gd name="connsiteX5" fmla="*/ 25234 w 31245"/>
                  <a:gd name="connsiteY5" fmla="*/ -79 h 12642"/>
                  <a:gd name="connsiteX6" fmla="*/ 31092 w 31245"/>
                  <a:gd name="connsiteY6" fmla="*/ 5653 h 12642"/>
                  <a:gd name="connsiteX7" fmla="*/ 25919 w 31245"/>
                  <a:gd name="connsiteY7" fmla="*/ 11467 h 12642"/>
                  <a:gd name="connsiteX8" fmla="*/ 25919 w 31245"/>
                  <a:gd name="connsiteY8" fmla="*/ 11467 h 12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45" h="12642">
                    <a:moveTo>
                      <a:pt x="25816" y="11467"/>
                    </a:moveTo>
                    <a:lnTo>
                      <a:pt x="5637" y="12563"/>
                    </a:lnTo>
                    <a:lnTo>
                      <a:pt x="5637" y="12563"/>
                    </a:lnTo>
                    <a:cubicBezTo>
                      <a:pt x="2450" y="12577"/>
                      <a:pt x="-119" y="10011"/>
                      <a:pt x="-153" y="6832"/>
                    </a:cubicBezTo>
                    <a:cubicBezTo>
                      <a:pt x="-153" y="3885"/>
                      <a:pt x="2074" y="1408"/>
                      <a:pt x="4986" y="1086"/>
                    </a:cubicBezTo>
                    <a:lnTo>
                      <a:pt x="25234" y="-79"/>
                    </a:lnTo>
                    <a:cubicBezTo>
                      <a:pt x="28420" y="-113"/>
                      <a:pt x="31058" y="2453"/>
                      <a:pt x="31092" y="5653"/>
                    </a:cubicBezTo>
                    <a:cubicBezTo>
                      <a:pt x="31126" y="8630"/>
                      <a:pt x="28865" y="11145"/>
                      <a:pt x="25919" y="11467"/>
                    </a:cubicBezTo>
                    <a:lnTo>
                      <a:pt x="25919" y="11467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5609AD-0C7C-BC26-33BF-13C3D1B062F7}"/>
                  </a:ext>
                </a:extLst>
              </p:cNvPr>
              <p:cNvSpPr/>
              <p:nvPr/>
            </p:nvSpPr>
            <p:spPr>
              <a:xfrm>
                <a:off x="6471527" y="3886502"/>
                <a:ext cx="31924" cy="12805"/>
              </a:xfrm>
              <a:custGeom>
                <a:avLst/>
                <a:gdLst>
                  <a:gd name="connsiteX0" fmla="*/ 26227 w 31924"/>
                  <a:gd name="connsiteY0" fmla="*/ 11325 h 12805"/>
                  <a:gd name="connsiteX1" fmla="*/ 6082 w 31924"/>
                  <a:gd name="connsiteY1" fmla="*/ 12695 h 12805"/>
                  <a:gd name="connsiteX2" fmla="*/ 6082 w 31924"/>
                  <a:gd name="connsiteY2" fmla="*/ 12695 h 12805"/>
                  <a:gd name="connsiteX3" fmla="*/ -119 w 31924"/>
                  <a:gd name="connsiteY3" fmla="*/ 7662 h 12805"/>
                  <a:gd name="connsiteX4" fmla="*/ 4917 w 31924"/>
                  <a:gd name="connsiteY4" fmla="*/ 1451 h 12805"/>
                  <a:gd name="connsiteX5" fmla="*/ 5294 w 31924"/>
                  <a:gd name="connsiteY5" fmla="*/ 1423 h 12805"/>
                  <a:gd name="connsiteX6" fmla="*/ 25507 w 31924"/>
                  <a:gd name="connsiteY6" fmla="*/ -50 h 12805"/>
                  <a:gd name="connsiteX7" fmla="*/ 31743 w 31924"/>
                  <a:gd name="connsiteY7" fmla="*/ 5038 h 12805"/>
                  <a:gd name="connsiteX8" fmla="*/ 26638 w 31924"/>
                  <a:gd name="connsiteY8" fmla="*/ 11266 h 12805"/>
                  <a:gd name="connsiteX9" fmla="*/ 26330 w 31924"/>
                  <a:gd name="connsiteY9" fmla="*/ 11290 h 12805"/>
                  <a:gd name="connsiteX10" fmla="*/ 26330 w 31924"/>
                  <a:gd name="connsiteY10" fmla="*/ 11290 h 12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924" h="12805">
                    <a:moveTo>
                      <a:pt x="26227" y="11325"/>
                    </a:moveTo>
                    <a:lnTo>
                      <a:pt x="6082" y="12695"/>
                    </a:lnTo>
                    <a:lnTo>
                      <a:pt x="6082" y="12695"/>
                    </a:lnTo>
                    <a:cubicBezTo>
                      <a:pt x="2964" y="13020"/>
                      <a:pt x="189" y="10766"/>
                      <a:pt x="-119" y="7662"/>
                    </a:cubicBezTo>
                    <a:cubicBezTo>
                      <a:pt x="-462" y="4558"/>
                      <a:pt x="1800" y="1776"/>
                      <a:pt x="4917" y="1451"/>
                    </a:cubicBezTo>
                    <a:cubicBezTo>
                      <a:pt x="5020" y="1437"/>
                      <a:pt x="5157" y="1427"/>
                      <a:pt x="5294" y="1423"/>
                    </a:cubicBezTo>
                    <a:lnTo>
                      <a:pt x="25507" y="-50"/>
                    </a:lnTo>
                    <a:cubicBezTo>
                      <a:pt x="28625" y="-365"/>
                      <a:pt x="31434" y="1913"/>
                      <a:pt x="31743" y="5038"/>
                    </a:cubicBezTo>
                    <a:cubicBezTo>
                      <a:pt x="32051" y="8162"/>
                      <a:pt x="29790" y="10951"/>
                      <a:pt x="26638" y="11266"/>
                    </a:cubicBezTo>
                    <a:cubicBezTo>
                      <a:pt x="26535" y="11277"/>
                      <a:pt x="26433" y="11287"/>
                      <a:pt x="26330" y="11290"/>
                    </a:cubicBezTo>
                    <a:lnTo>
                      <a:pt x="26330" y="11290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ADC60FC6-35D4-4A5F-397B-AB91FDE733A2}"/>
                  </a:ext>
                </a:extLst>
              </p:cNvPr>
              <p:cNvSpPr/>
              <p:nvPr/>
            </p:nvSpPr>
            <p:spPr>
              <a:xfrm>
                <a:off x="6431853" y="3889409"/>
                <a:ext cx="31417" cy="12950"/>
              </a:xfrm>
              <a:custGeom>
                <a:avLst/>
                <a:gdLst>
                  <a:gd name="connsiteX0" fmla="*/ 25645 w 31417"/>
                  <a:gd name="connsiteY0" fmla="*/ 11192 h 12950"/>
                  <a:gd name="connsiteX1" fmla="*/ 5534 w 31417"/>
                  <a:gd name="connsiteY1" fmla="*/ 12871 h 12950"/>
                  <a:gd name="connsiteX2" fmla="*/ 5534 w 31417"/>
                  <a:gd name="connsiteY2" fmla="*/ 12871 h 12950"/>
                  <a:gd name="connsiteX3" fmla="*/ -153 w 31417"/>
                  <a:gd name="connsiteY3" fmla="*/ 7379 h 12950"/>
                  <a:gd name="connsiteX4" fmla="*/ 4575 w 31417"/>
                  <a:gd name="connsiteY4" fmla="*/ 1771 h 12950"/>
                  <a:gd name="connsiteX5" fmla="*/ 24789 w 31417"/>
                  <a:gd name="connsiteY5" fmla="*/ -11 h 12950"/>
                  <a:gd name="connsiteX6" fmla="*/ 31195 w 31417"/>
                  <a:gd name="connsiteY6" fmla="*/ 4676 h 12950"/>
                  <a:gd name="connsiteX7" fmla="*/ 26536 w 31417"/>
                  <a:gd name="connsiteY7" fmla="*/ 11093 h 12950"/>
                  <a:gd name="connsiteX8" fmla="*/ 25782 w 31417"/>
                  <a:gd name="connsiteY8" fmla="*/ 11158 h 12950"/>
                  <a:gd name="connsiteX9" fmla="*/ 25782 w 31417"/>
                  <a:gd name="connsiteY9" fmla="*/ 11158 h 1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17" h="12950">
                    <a:moveTo>
                      <a:pt x="25645" y="11192"/>
                    </a:moveTo>
                    <a:lnTo>
                      <a:pt x="5534" y="12871"/>
                    </a:lnTo>
                    <a:lnTo>
                      <a:pt x="5534" y="12871"/>
                    </a:lnTo>
                    <a:cubicBezTo>
                      <a:pt x="2451" y="12923"/>
                      <a:pt x="-84" y="10463"/>
                      <a:pt x="-153" y="7379"/>
                    </a:cubicBezTo>
                    <a:cubicBezTo>
                      <a:pt x="-187" y="4597"/>
                      <a:pt x="1834" y="2202"/>
                      <a:pt x="4575" y="1771"/>
                    </a:cubicBezTo>
                    <a:lnTo>
                      <a:pt x="24789" y="-11"/>
                    </a:lnTo>
                    <a:cubicBezTo>
                      <a:pt x="27837" y="-490"/>
                      <a:pt x="30716" y="1610"/>
                      <a:pt x="31195" y="4676"/>
                    </a:cubicBezTo>
                    <a:cubicBezTo>
                      <a:pt x="31675" y="7742"/>
                      <a:pt x="29585" y="10613"/>
                      <a:pt x="26536" y="11093"/>
                    </a:cubicBezTo>
                    <a:cubicBezTo>
                      <a:pt x="26262" y="11131"/>
                      <a:pt x="26022" y="11151"/>
                      <a:pt x="25782" y="11158"/>
                    </a:cubicBezTo>
                    <a:lnTo>
                      <a:pt x="25782" y="11158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EBE18B20-5033-2D2D-8F88-FFF3281E035E}"/>
                  </a:ext>
                </a:extLst>
              </p:cNvPr>
              <p:cNvSpPr/>
              <p:nvPr/>
            </p:nvSpPr>
            <p:spPr>
              <a:xfrm>
                <a:off x="6391266" y="3893181"/>
                <a:ext cx="31228" cy="13077"/>
              </a:xfrm>
              <a:custGeom>
                <a:avLst/>
                <a:gdLst>
                  <a:gd name="connsiteX0" fmla="*/ 26010 w 31228"/>
                  <a:gd name="connsiteY0" fmla="*/ 10950 h 13077"/>
                  <a:gd name="connsiteX1" fmla="*/ 5899 w 31228"/>
                  <a:gd name="connsiteY1" fmla="*/ 12971 h 13077"/>
                  <a:gd name="connsiteX2" fmla="*/ 5899 w 31228"/>
                  <a:gd name="connsiteY2" fmla="*/ 12971 h 13077"/>
                  <a:gd name="connsiteX3" fmla="*/ -130 w 31228"/>
                  <a:gd name="connsiteY3" fmla="*/ 8055 h 13077"/>
                  <a:gd name="connsiteX4" fmla="*/ 4803 w 31228"/>
                  <a:gd name="connsiteY4" fmla="*/ 2042 h 13077"/>
                  <a:gd name="connsiteX5" fmla="*/ 24948 w 31228"/>
                  <a:gd name="connsiteY5" fmla="*/ -48 h 13077"/>
                  <a:gd name="connsiteX6" fmla="*/ 31047 w 31228"/>
                  <a:gd name="connsiteY6" fmla="*/ 4869 h 13077"/>
                  <a:gd name="connsiteX7" fmla="*/ 26113 w 31228"/>
                  <a:gd name="connsiteY7" fmla="*/ 10950 h 13077"/>
                  <a:gd name="connsiteX8" fmla="*/ 26113 w 31228"/>
                  <a:gd name="connsiteY8" fmla="*/ 10950 h 13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8" h="13077">
                    <a:moveTo>
                      <a:pt x="26010" y="10950"/>
                    </a:moveTo>
                    <a:lnTo>
                      <a:pt x="5899" y="12971"/>
                    </a:lnTo>
                    <a:lnTo>
                      <a:pt x="5899" y="12971"/>
                    </a:lnTo>
                    <a:cubicBezTo>
                      <a:pt x="2885" y="13273"/>
                      <a:pt x="178" y="11073"/>
                      <a:pt x="-130" y="8055"/>
                    </a:cubicBezTo>
                    <a:cubicBezTo>
                      <a:pt x="-405" y="5037"/>
                      <a:pt x="1788" y="2344"/>
                      <a:pt x="4803" y="2042"/>
                    </a:cubicBezTo>
                    <a:lnTo>
                      <a:pt x="24948" y="-48"/>
                    </a:lnTo>
                    <a:cubicBezTo>
                      <a:pt x="27997" y="-370"/>
                      <a:pt x="30704" y="1833"/>
                      <a:pt x="31047" y="4869"/>
                    </a:cubicBezTo>
                    <a:cubicBezTo>
                      <a:pt x="31355" y="7904"/>
                      <a:pt x="29162" y="10628"/>
                      <a:pt x="26113" y="10950"/>
                    </a:cubicBezTo>
                    <a:lnTo>
                      <a:pt x="26113" y="10950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3658DFAD-0E33-368F-7BE5-9331442B7B26}"/>
                  </a:ext>
                </a:extLst>
              </p:cNvPr>
              <p:cNvSpPr/>
              <p:nvPr/>
            </p:nvSpPr>
            <p:spPr>
              <a:xfrm>
                <a:off x="6351540" y="3897558"/>
                <a:ext cx="30228" cy="13132"/>
              </a:xfrm>
              <a:custGeom>
                <a:avLst/>
                <a:gdLst>
                  <a:gd name="connsiteX0" fmla="*/ 25583 w 30228"/>
                  <a:gd name="connsiteY0" fmla="*/ 10753 h 13132"/>
                  <a:gd name="connsiteX1" fmla="*/ 5507 w 30228"/>
                  <a:gd name="connsiteY1" fmla="*/ 13048 h 13132"/>
                  <a:gd name="connsiteX2" fmla="*/ 5507 w 30228"/>
                  <a:gd name="connsiteY2" fmla="*/ 13048 h 13132"/>
                  <a:gd name="connsiteX3" fmla="*/ -146 w 30228"/>
                  <a:gd name="connsiteY3" fmla="*/ 7888 h 13132"/>
                  <a:gd name="connsiteX4" fmla="*/ 4239 w 30228"/>
                  <a:gd name="connsiteY4" fmla="*/ 2325 h 13132"/>
                  <a:gd name="connsiteX5" fmla="*/ 24384 w 30228"/>
                  <a:gd name="connsiteY5" fmla="*/ -74 h 13132"/>
                  <a:gd name="connsiteX6" fmla="*/ 30071 w 30228"/>
                  <a:gd name="connsiteY6" fmla="*/ 5127 h 13132"/>
                  <a:gd name="connsiteX7" fmla="*/ 25652 w 30228"/>
                  <a:gd name="connsiteY7" fmla="*/ 10718 h 13132"/>
                  <a:gd name="connsiteX8" fmla="*/ 25652 w 30228"/>
                  <a:gd name="connsiteY8" fmla="*/ 10718 h 13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228" h="13132">
                    <a:moveTo>
                      <a:pt x="25583" y="10753"/>
                    </a:moveTo>
                    <a:lnTo>
                      <a:pt x="5507" y="13048"/>
                    </a:lnTo>
                    <a:lnTo>
                      <a:pt x="5507" y="13048"/>
                    </a:lnTo>
                    <a:cubicBezTo>
                      <a:pt x="2526" y="13185"/>
                      <a:pt x="-9" y="10872"/>
                      <a:pt x="-146" y="7888"/>
                    </a:cubicBezTo>
                    <a:cubicBezTo>
                      <a:pt x="-283" y="5202"/>
                      <a:pt x="1601" y="2832"/>
                      <a:pt x="4239" y="2325"/>
                    </a:cubicBezTo>
                    <a:lnTo>
                      <a:pt x="24384" y="-74"/>
                    </a:lnTo>
                    <a:cubicBezTo>
                      <a:pt x="27399" y="-207"/>
                      <a:pt x="29934" y="2123"/>
                      <a:pt x="30071" y="5127"/>
                    </a:cubicBezTo>
                    <a:cubicBezTo>
                      <a:pt x="30174" y="7827"/>
                      <a:pt x="28324" y="10208"/>
                      <a:pt x="25652" y="10718"/>
                    </a:cubicBezTo>
                    <a:lnTo>
                      <a:pt x="25652" y="10718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F66B89D-7CA4-7F78-097E-3C577862B193}"/>
                  </a:ext>
                </a:extLst>
              </p:cNvPr>
              <p:cNvSpPr/>
              <p:nvPr/>
            </p:nvSpPr>
            <p:spPr>
              <a:xfrm>
                <a:off x="6310910" y="3902480"/>
                <a:ext cx="30986" cy="13357"/>
              </a:xfrm>
              <a:custGeom>
                <a:avLst/>
                <a:gdLst>
                  <a:gd name="connsiteX0" fmla="*/ 26095 w 30986"/>
                  <a:gd name="connsiteY0" fmla="*/ 10593 h 13357"/>
                  <a:gd name="connsiteX1" fmla="*/ 6087 w 30986"/>
                  <a:gd name="connsiteY1" fmla="*/ 13197 h 13357"/>
                  <a:gd name="connsiteX2" fmla="*/ 6087 w 30986"/>
                  <a:gd name="connsiteY2" fmla="*/ 13197 h 13357"/>
                  <a:gd name="connsiteX3" fmla="*/ -80 w 30986"/>
                  <a:gd name="connsiteY3" fmla="*/ 8890 h 13357"/>
                  <a:gd name="connsiteX4" fmla="*/ 4237 w 30986"/>
                  <a:gd name="connsiteY4" fmla="*/ 2737 h 13357"/>
                  <a:gd name="connsiteX5" fmla="*/ 4682 w 30986"/>
                  <a:gd name="connsiteY5" fmla="*/ 2679 h 13357"/>
                  <a:gd name="connsiteX6" fmla="*/ 24759 w 30986"/>
                  <a:gd name="connsiteY6" fmla="*/ -28 h 13357"/>
                  <a:gd name="connsiteX7" fmla="*/ 30789 w 30986"/>
                  <a:gd name="connsiteY7" fmla="*/ 4536 h 13357"/>
                  <a:gd name="connsiteX8" fmla="*/ 30789 w 30986"/>
                  <a:gd name="connsiteY8" fmla="*/ 4563 h 13357"/>
                  <a:gd name="connsiteX9" fmla="*/ 26198 w 30986"/>
                  <a:gd name="connsiteY9" fmla="*/ 10593 h 13357"/>
                  <a:gd name="connsiteX10" fmla="*/ 26198 w 30986"/>
                  <a:gd name="connsiteY10" fmla="*/ 10593 h 13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986" h="13357">
                    <a:moveTo>
                      <a:pt x="26095" y="10593"/>
                    </a:moveTo>
                    <a:lnTo>
                      <a:pt x="6087" y="13197"/>
                    </a:lnTo>
                    <a:lnTo>
                      <a:pt x="6087" y="13197"/>
                    </a:lnTo>
                    <a:cubicBezTo>
                      <a:pt x="3209" y="13707"/>
                      <a:pt x="434" y="11778"/>
                      <a:pt x="-80" y="8890"/>
                    </a:cubicBezTo>
                    <a:cubicBezTo>
                      <a:pt x="-560" y="6002"/>
                      <a:pt x="1359" y="3247"/>
                      <a:pt x="4237" y="2737"/>
                    </a:cubicBezTo>
                    <a:cubicBezTo>
                      <a:pt x="4374" y="2713"/>
                      <a:pt x="4545" y="2692"/>
                      <a:pt x="4682" y="2679"/>
                    </a:cubicBezTo>
                    <a:lnTo>
                      <a:pt x="24759" y="-28"/>
                    </a:lnTo>
                    <a:cubicBezTo>
                      <a:pt x="27671" y="-432"/>
                      <a:pt x="30377" y="1610"/>
                      <a:pt x="30789" y="4536"/>
                    </a:cubicBezTo>
                    <a:cubicBezTo>
                      <a:pt x="30789" y="4542"/>
                      <a:pt x="30789" y="4553"/>
                      <a:pt x="30789" y="4563"/>
                    </a:cubicBezTo>
                    <a:cubicBezTo>
                      <a:pt x="31165" y="7489"/>
                      <a:pt x="29110" y="10168"/>
                      <a:pt x="26198" y="10593"/>
                    </a:cubicBezTo>
                    <a:lnTo>
                      <a:pt x="26198" y="10593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F5628849-11EC-D36E-A814-0C5D280F1A5B}"/>
                  </a:ext>
                </a:extLst>
              </p:cNvPr>
              <p:cNvSpPr/>
              <p:nvPr/>
            </p:nvSpPr>
            <p:spPr>
              <a:xfrm>
                <a:off x="6271823" y="3907807"/>
                <a:ext cx="30798" cy="13568"/>
              </a:xfrm>
              <a:custGeom>
                <a:avLst/>
                <a:gdLst>
                  <a:gd name="connsiteX0" fmla="*/ 25165 w 30798"/>
                  <a:gd name="connsiteY0" fmla="*/ 10576 h 13568"/>
                  <a:gd name="connsiteX1" fmla="*/ 5191 w 30798"/>
                  <a:gd name="connsiteY1" fmla="*/ 13488 h 13568"/>
                  <a:gd name="connsiteX2" fmla="*/ 5191 w 30798"/>
                  <a:gd name="connsiteY2" fmla="*/ 13488 h 13568"/>
                  <a:gd name="connsiteX3" fmla="*/ -153 w 30798"/>
                  <a:gd name="connsiteY3" fmla="*/ 8339 h 13568"/>
                  <a:gd name="connsiteX4" fmla="*/ 3650 w 30798"/>
                  <a:gd name="connsiteY4" fmla="*/ 3210 h 13568"/>
                  <a:gd name="connsiteX5" fmla="*/ 23692 w 30798"/>
                  <a:gd name="connsiteY5" fmla="*/ 195 h 13568"/>
                  <a:gd name="connsiteX6" fmla="*/ 30373 w 30798"/>
                  <a:gd name="connsiteY6" fmla="*/ 3522 h 13568"/>
                  <a:gd name="connsiteX7" fmla="*/ 27050 w 30798"/>
                  <a:gd name="connsiteY7" fmla="*/ 10203 h 13568"/>
                  <a:gd name="connsiteX8" fmla="*/ 25268 w 30798"/>
                  <a:gd name="connsiteY8" fmla="*/ 10473 h 13568"/>
                  <a:gd name="connsiteX9" fmla="*/ 25268 w 30798"/>
                  <a:gd name="connsiteY9" fmla="*/ 10473 h 13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798" h="13568">
                    <a:moveTo>
                      <a:pt x="25165" y="10576"/>
                    </a:moveTo>
                    <a:lnTo>
                      <a:pt x="5191" y="13488"/>
                    </a:lnTo>
                    <a:lnTo>
                      <a:pt x="5191" y="13488"/>
                    </a:lnTo>
                    <a:cubicBezTo>
                      <a:pt x="2314" y="13540"/>
                      <a:pt x="-85" y="11234"/>
                      <a:pt x="-153" y="8339"/>
                    </a:cubicBezTo>
                    <a:cubicBezTo>
                      <a:pt x="-187" y="5968"/>
                      <a:pt x="1389" y="3865"/>
                      <a:pt x="3650" y="3210"/>
                    </a:cubicBezTo>
                    <a:lnTo>
                      <a:pt x="23692" y="195"/>
                    </a:lnTo>
                    <a:cubicBezTo>
                      <a:pt x="26467" y="-730"/>
                      <a:pt x="29448" y="761"/>
                      <a:pt x="30373" y="3522"/>
                    </a:cubicBezTo>
                    <a:cubicBezTo>
                      <a:pt x="31298" y="6287"/>
                      <a:pt x="29791" y="9274"/>
                      <a:pt x="27050" y="10203"/>
                    </a:cubicBezTo>
                    <a:cubicBezTo>
                      <a:pt x="26467" y="10391"/>
                      <a:pt x="25885" y="10484"/>
                      <a:pt x="25268" y="10473"/>
                    </a:cubicBezTo>
                    <a:lnTo>
                      <a:pt x="25268" y="10473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2F46737-7DB6-5296-1BD4-61C3D1CF2404}"/>
                  </a:ext>
                </a:extLst>
              </p:cNvPr>
              <p:cNvSpPr/>
              <p:nvPr/>
            </p:nvSpPr>
            <p:spPr>
              <a:xfrm>
                <a:off x="6231264" y="3914176"/>
                <a:ext cx="30423" cy="13842"/>
              </a:xfrm>
              <a:custGeom>
                <a:avLst/>
                <a:gdLst>
                  <a:gd name="connsiteX0" fmla="*/ 25777 w 30423"/>
                  <a:gd name="connsiteY0" fmla="*/ 10271 h 13842"/>
                  <a:gd name="connsiteX1" fmla="*/ 5872 w 30423"/>
                  <a:gd name="connsiteY1" fmla="*/ 13697 h 13842"/>
                  <a:gd name="connsiteX2" fmla="*/ 5872 w 30423"/>
                  <a:gd name="connsiteY2" fmla="*/ 13697 h 13842"/>
                  <a:gd name="connsiteX3" fmla="*/ -89 w 30423"/>
                  <a:gd name="connsiteY3" fmla="*/ 9380 h 13842"/>
                  <a:gd name="connsiteX4" fmla="*/ 4228 w 30423"/>
                  <a:gd name="connsiteY4" fmla="*/ 3419 h 13842"/>
                  <a:gd name="connsiteX5" fmla="*/ 24201 w 30423"/>
                  <a:gd name="connsiteY5" fmla="*/ -7 h 13842"/>
                  <a:gd name="connsiteX6" fmla="*/ 30197 w 30423"/>
                  <a:gd name="connsiteY6" fmla="*/ 4275 h 13842"/>
                  <a:gd name="connsiteX7" fmla="*/ 25914 w 30423"/>
                  <a:gd name="connsiteY7" fmla="*/ 10271 h 13842"/>
                  <a:gd name="connsiteX8" fmla="*/ 25914 w 30423"/>
                  <a:gd name="connsiteY8" fmla="*/ 10271 h 13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423" h="13842">
                    <a:moveTo>
                      <a:pt x="25777" y="10271"/>
                    </a:moveTo>
                    <a:lnTo>
                      <a:pt x="5872" y="13697"/>
                    </a:lnTo>
                    <a:lnTo>
                      <a:pt x="5872" y="13697"/>
                    </a:lnTo>
                    <a:cubicBezTo>
                      <a:pt x="3029" y="14152"/>
                      <a:pt x="356" y="12217"/>
                      <a:pt x="-89" y="9380"/>
                    </a:cubicBezTo>
                    <a:cubicBezTo>
                      <a:pt x="-535" y="6543"/>
                      <a:pt x="1384" y="3874"/>
                      <a:pt x="4228" y="3419"/>
                    </a:cubicBezTo>
                    <a:lnTo>
                      <a:pt x="24201" y="-7"/>
                    </a:lnTo>
                    <a:cubicBezTo>
                      <a:pt x="27045" y="-480"/>
                      <a:pt x="29717" y="1438"/>
                      <a:pt x="30197" y="4275"/>
                    </a:cubicBezTo>
                    <a:cubicBezTo>
                      <a:pt x="30676" y="7112"/>
                      <a:pt x="28758" y="9798"/>
                      <a:pt x="25914" y="10271"/>
                    </a:cubicBezTo>
                    <a:lnTo>
                      <a:pt x="25914" y="10271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693CB049-5FCD-7CA5-6E8F-DF7BB50919F8}"/>
                  </a:ext>
                </a:extLst>
              </p:cNvPr>
              <p:cNvSpPr/>
              <p:nvPr/>
            </p:nvSpPr>
            <p:spPr>
              <a:xfrm>
                <a:off x="6191543" y="3920874"/>
                <a:ext cx="30315" cy="13805"/>
              </a:xfrm>
              <a:custGeom>
                <a:avLst/>
                <a:gdLst>
                  <a:gd name="connsiteX0" fmla="*/ 25687 w 30315"/>
                  <a:gd name="connsiteY0" fmla="*/ 10220 h 13805"/>
                  <a:gd name="connsiteX1" fmla="*/ 5782 w 30315"/>
                  <a:gd name="connsiteY1" fmla="*/ 13646 h 13805"/>
                  <a:gd name="connsiteX2" fmla="*/ 5782 w 30315"/>
                  <a:gd name="connsiteY2" fmla="*/ 13646 h 13805"/>
                  <a:gd name="connsiteX3" fmla="*/ -77 w 30315"/>
                  <a:gd name="connsiteY3" fmla="*/ 9569 h 13805"/>
                  <a:gd name="connsiteX4" fmla="*/ 4000 w 30315"/>
                  <a:gd name="connsiteY4" fmla="*/ 3710 h 13805"/>
                  <a:gd name="connsiteX5" fmla="*/ 23940 w 30315"/>
                  <a:gd name="connsiteY5" fmla="*/ 44 h 13805"/>
                  <a:gd name="connsiteX6" fmla="*/ 30038 w 30315"/>
                  <a:gd name="connsiteY6" fmla="*/ 3916 h 13805"/>
                  <a:gd name="connsiteX7" fmla="*/ 26167 w 30315"/>
                  <a:gd name="connsiteY7" fmla="*/ 10007 h 13805"/>
                  <a:gd name="connsiteX8" fmla="*/ 25755 w 30315"/>
                  <a:gd name="connsiteY8" fmla="*/ 10083 h 13805"/>
                  <a:gd name="connsiteX9" fmla="*/ 25755 w 30315"/>
                  <a:gd name="connsiteY9" fmla="*/ 10083 h 13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315" h="13805">
                    <a:moveTo>
                      <a:pt x="25687" y="10220"/>
                    </a:moveTo>
                    <a:lnTo>
                      <a:pt x="5782" y="13646"/>
                    </a:lnTo>
                    <a:lnTo>
                      <a:pt x="5782" y="13646"/>
                    </a:lnTo>
                    <a:cubicBezTo>
                      <a:pt x="3041" y="14139"/>
                      <a:pt x="403" y="12313"/>
                      <a:pt x="-77" y="9569"/>
                    </a:cubicBezTo>
                    <a:cubicBezTo>
                      <a:pt x="-556" y="6824"/>
                      <a:pt x="1260" y="4204"/>
                      <a:pt x="4000" y="3710"/>
                    </a:cubicBezTo>
                    <a:lnTo>
                      <a:pt x="23940" y="44"/>
                    </a:lnTo>
                    <a:cubicBezTo>
                      <a:pt x="26680" y="-569"/>
                      <a:pt x="29421" y="1165"/>
                      <a:pt x="30038" y="3916"/>
                    </a:cubicBezTo>
                    <a:cubicBezTo>
                      <a:pt x="30655" y="6667"/>
                      <a:pt x="28907" y="9394"/>
                      <a:pt x="26167" y="10007"/>
                    </a:cubicBezTo>
                    <a:cubicBezTo>
                      <a:pt x="26030" y="10038"/>
                      <a:pt x="25893" y="10062"/>
                      <a:pt x="25755" y="10083"/>
                    </a:cubicBezTo>
                    <a:lnTo>
                      <a:pt x="25755" y="10083"/>
                    </a:ln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E7E3434B-132A-CD9C-AFCA-50F866B6F8D7}"/>
                  </a:ext>
                </a:extLst>
              </p:cNvPr>
              <p:cNvSpPr/>
              <p:nvPr/>
            </p:nvSpPr>
            <p:spPr>
              <a:xfrm>
                <a:off x="6152208" y="3928511"/>
                <a:ext cx="29576" cy="13841"/>
              </a:xfrm>
              <a:custGeom>
                <a:avLst/>
                <a:gdLst>
                  <a:gd name="connsiteX0" fmla="*/ 25280 w 29576"/>
                  <a:gd name="connsiteY0" fmla="*/ 9846 h 13841"/>
                  <a:gd name="connsiteX1" fmla="*/ 5478 w 29576"/>
                  <a:gd name="connsiteY1" fmla="*/ 13718 h 13841"/>
                  <a:gd name="connsiteX2" fmla="*/ 5478 w 29576"/>
                  <a:gd name="connsiteY2" fmla="*/ 13718 h 13841"/>
                  <a:gd name="connsiteX3" fmla="*/ -107 w 29576"/>
                  <a:gd name="connsiteY3" fmla="*/ 9459 h 13841"/>
                  <a:gd name="connsiteX4" fmla="*/ 3559 w 29576"/>
                  <a:gd name="connsiteY4" fmla="*/ 3988 h 13841"/>
                  <a:gd name="connsiteX5" fmla="*/ 23430 w 29576"/>
                  <a:gd name="connsiteY5" fmla="*/ 13 h 13841"/>
                  <a:gd name="connsiteX6" fmla="*/ 29323 w 29576"/>
                  <a:gd name="connsiteY6" fmla="*/ 3953 h 13841"/>
                  <a:gd name="connsiteX7" fmla="*/ 25417 w 29576"/>
                  <a:gd name="connsiteY7" fmla="*/ 9802 h 13841"/>
                  <a:gd name="connsiteX8" fmla="*/ 25383 w 29576"/>
                  <a:gd name="connsiteY8" fmla="*/ 9812 h 13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76" h="13841">
                    <a:moveTo>
                      <a:pt x="25280" y="9846"/>
                    </a:moveTo>
                    <a:lnTo>
                      <a:pt x="5478" y="13718"/>
                    </a:lnTo>
                    <a:lnTo>
                      <a:pt x="5478" y="13718"/>
                    </a:lnTo>
                    <a:cubicBezTo>
                      <a:pt x="2771" y="14084"/>
                      <a:pt x="270" y="12179"/>
                      <a:pt x="-107" y="9459"/>
                    </a:cubicBezTo>
                    <a:cubicBezTo>
                      <a:pt x="-449" y="6968"/>
                      <a:pt x="1126" y="4621"/>
                      <a:pt x="3559" y="3988"/>
                    </a:cubicBezTo>
                    <a:lnTo>
                      <a:pt x="23430" y="13"/>
                    </a:lnTo>
                    <a:cubicBezTo>
                      <a:pt x="26136" y="-511"/>
                      <a:pt x="28774" y="1247"/>
                      <a:pt x="29323" y="3953"/>
                    </a:cubicBezTo>
                    <a:cubicBezTo>
                      <a:pt x="29871" y="6643"/>
                      <a:pt x="28124" y="9264"/>
                      <a:pt x="25417" y="9802"/>
                    </a:cubicBezTo>
                    <a:cubicBezTo>
                      <a:pt x="25417" y="9805"/>
                      <a:pt x="25383" y="9808"/>
                      <a:pt x="25383" y="98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C46977C0-BC15-77E6-3F73-C2DD02AEF508}"/>
                  </a:ext>
                </a:extLst>
              </p:cNvPr>
              <p:cNvSpPr/>
              <p:nvPr/>
            </p:nvSpPr>
            <p:spPr>
              <a:xfrm>
                <a:off x="6112432" y="3936508"/>
                <a:ext cx="29893" cy="14097"/>
              </a:xfrm>
              <a:custGeom>
                <a:avLst/>
                <a:gdLst>
                  <a:gd name="connsiteX0" fmla="*/ 25486 w 29893"/>
                  <a:gd name="connsiteY0" fmla="*/ 9728 h 14097"/>
                  <a:gd name="connsiteX1" fmla="*/ 5752 w 29893"/>
                  <a:gd name="connsiteY1" fmla="*/ 13908 h 14097"/>
                  <a:gd name="connsiteX2" fmla="*/ 5752 w 29893"/>
                  <a:gd name="connsiteY2" fmla="*/ 13908 h 14097"/>
                  <a:gd name="connsiteX3" fmla="*/ -38 w 29893"/>
                  <a:gd name="connsiteY3" fmla="*/ 10173 h 14097"/>
                  <a:gd name="connsiteX4" fmla="*/ 3697 w 29893"/>
                  <a:gd name="connsiteY4" fmla="*/ 4383 h 14097"/>
                  <a:gd name="connsiteX5" fmla="*/ 23499 w 29893"/>
                  <a:gd name="connsiteY5" fmla="*/ 101 h 14097"/>
                  <a:gd name="connsiteX6" fmla="*/ 29563 w 29893"/>
                  <a:gd name="connsiteY6" fmla="*/ 3541 h 14097"/>
                  <a:gd name="connsiteX7" fmla="*/ 26137 w 29893"/>
                  <a:gd name="connsiteY7" fmla="*/ 9612 h 14097"/>
                  <a:gd name="connsiteX8" fmla="*/ 25589 w 29893"/>
                  <a:gd name="connsiteY8" fmla="*/ 972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893" h="14097">
                    <a:moveTo>
                      <a:pt x="25486" y="9728"/>
                    </a:moveTo>
                    <a:lnTo>
                      <a:pt x="5752" y="13908"/>
                    </a:lnTo>
                    <a:lnTo>
                      <a:pt x="5752" y="13908"/>
                    </a:lnTo>
                    <a:cubicBezTo>
                      <a:pt x="3114" y="14477"/>
                      <a:pt x="544" y="12805"/>
                      <a:pt x="-38" y="10173"/>
                    </a:cubicBezTo>
                    <a:cubicBezTo>
                      <a:pt x="-620" y="7542"/>
                      <a:pt x="1058" y="4952"/>
                      <a:pt x="3697" y="4383"/>
                    </a:cubicBezTo>
                    <a:lnTo>
                      <a:pt x="23499" y="101"/>
                    </a:lnTo>
                    <a:cubicBezTo>
                      <a:pt x="26137" y="-626"/>
                      <a:pt x="28844" y="913"/>
                      <a:pt x="29563" y="3541"/>
                    </a:cubicBezTo>
                    <a:cubicBezTo>
                      <a:pt x="30283" y="6165"/>
                      <a:pt x="28741" y="8885"/>
                      <a:pt x="26137" y="9612"/>
                    </a:cubicBezTo>
                    <a:cubicBezTo>
                      <a:pt x="25966" y="9659"/>
                      <a:pt x="25760" y="9701"/>
                      <a:pt x="25589" y="97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8BAF6932-0B80-A28C-5F41-2FBEBB1CE931}"/>
                  </a:ext>
                </a:extLst>
              </p:cNvPr>
              <p:cNvSpPr/>
              <p:nvPr/>
            </p:nvSpPr>
            <p:spPr>
              <a:xfrm>
                <a:off x="6073078" y="3945385"/>
                <a:ext cx="29543" cy="14076"/>
              </a:xfrm>
              <a:custGeom>
                <a:avLst/>
                <a:gdLst>
                  <a:gd name="connsiteX0" fmla="*/ 25371 w 29543"/>
                  <a:gd name="connsiteY0" fmla="*/ 9383 h 14076"/>
                  <a:gd name="connsiteX1" fmla="*/ 5706 w 29543"/>
                  <a:gd name="connsiteY1" fmla="*/ 13871 h 14076"/>
                  <a:gd name="connsiteX2" fmla="*/ 5706 w 29543"/>
                  <a:gd name="connsiteY2" fmla="*/ 13871 h 14076"/>
                  <a:gd name="connsiteX3" fmla="*/ -16 w 29543"/>
                  <a:gd name="connsiteY3" fmla="*/ 10445 h 14076"/>
                  <a:gd name="connsiteX4" fmla="*/ 3410 w 29543"/>
                  <a:gd name="connsiteY4" fmla="*/ 4723 h 14076"/>
                  <a:gd name="connsiteX5" fmla="*/ 23144 w 29543"/>
                  <a:gd name="connsiteY5" fmla="*/ 132 h 14076"/>
                  <a:gd name="connsiteX6" fmla="*/ 29174 w 29543"/>
                  <a:gd name="connsiteY6" fmla="*/ 3343 h 14076"/>
                  <a:gd name="connsiteX7" fmla="*/ 25954 w 29543"/>
                  <a:gd name="connsiteY7" fmla="*/ 9372 h 14076"/>
                  <a:gd name="connsiteX8" fmla="*/ 25337 w 29543"/>
                  <a:gd name="connsiteY8" fmla="*/ 9520 h 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43" h="14076">
                    <a:moveTo>
                      <a:pt x="25371" y="9383"/>
                    </a:moveTo>
                    <a:lnTo>
                      <a:pt x="5706" y="13871"/>
                    </a:lnTo>
                    <a:lnTo>
                      <a:pt x="5706" y="13871"/>
                    </a:lnTo>
                    <a:cubicBezTo>
                      <a:pt x="3171" y="14460"/>
                      <a:pt x="670" y="12942"/>
                      <a:pt x="-16" y="10445"/>
                    </a:cubicBezTo>
                    <a:cubicBezTo>
                      <a:pt x="-632" y="7920"/>
                      <a:pt x="875" y="5364"/>
                      <a:pt x="3410" y="4723"/>
                    </a:cubicBezTo>
                    <a:lnTo>
                      <a:pt x="23144" y="132"/>
                    </a:lnTo>
                    <a:cubicBezTo>
                      <a:pt x="25680" y="-645"/>
                      <a:pt x="28386" y="790"/>
                      <a:pt x="29174" y="3343"/>
                    </a:cubicBezTo>
                    <a:cubicBezTo>
                      <a:pt x="29962" y="5895"/>
                      <a:pt x="28523" y="8595"/>
                      <a:pt x="25954" y="9372"/>
                    </a:cubicBezTo>
                    <a:cubicBezTo>
                      <a:pt x="25748" y="9437"/>
                      <a:pt x="25543" y="9486"/>
                      <a:pt x="25337" y="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D44A915D-7A7F-FE09-D6D2-036BA1F8A0CB}"/>
                  </a:ext>
                </a:extLst>
              </p:cNvPr>
              <p:cNvSpPr/>
              <p:nvPr/>
            </p:nvSpPr>
            <p:spPr>
              <a:xfrm>
                <a:off x="6033873" y="3954695"/>
                <a:ext cx="28840" cy="14273"/>
              </a:xfrm>
              <a:custGeom>
                <a:avLst/>
                <a:gdLst>
                  <a:gd name="connsiteX0" fmla="*/ 25280 w 28840"/>
                  <a:gd name="connsiteY0" fmla="*/ 9220 h 14273"/>
                  <a:gd name="connsiteX1" fmla="*/ 5683 w 28840"/>
                  <a:gd name="connsiteY1" fmla="*/ 14051 h 14273"/>
                  <a:gd name="connsiteX2" fmla="*/ 5683 w 28840"/>
                  <a:gd name="connsiteY2" fmla="*/ 14051 h 14273"/>
                  <a:gd name="connsiteX3" fmla="*/ -4 w 28840"/>
                  <a:gd name="connsiteY3" fmla="*/ 10642 h 14273"/>
                  <a:gd name="connsiteX4" fmla="*/ 3388 w 28840"/>
                  <a:gd name="connsiteY4" fmla="*/ 4937 h 14273"/>
                  <a:gd name="connsiteX5" fmla="*/ 23053 w 28840"/>
                  <a:gd name="connsiteY5" fmla="*/ 4 h 14273"/>
                  <a:gd name="connsiteX6" fmla="*/ 28603 w 28840"/>
                  <a:gd name="connsiteY6" fmla="*/ 3807 h 14273"/>
                  <a:gd name="connsiteX7" fmla="*/ 25383 w 28840"/>
                  <a:gd name="connsiteY7" fmla="*/ 9220 h 14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840" h="14273">
                    <a:moveTo>
                      <a:pt x="25280" y="9220"/>
                    </a:moveTo>
                    <a:lnTo>
                      <a:pt x="5683" y="14051"/>
                    </a:lnTo>
                    <a:lnTo>
                      <a:pt x="5683" y="14051"/>
                    </a:lnTo>
                    <a:cubicBezTo>
                      <a:pt x="3182" y="14685"/>
                      <a:pt x="612" y="13160"/>
                      <a:pt x="-4" y="10642"/>
                    </a:cubicBezTo>
                    <a:cubicBezTo>
                      <a:pt x="-655" y="8124"/>
                      <a:pt x="887" y="5571"/>
                      <a:pt x="3388" y="4937"/>
                    </a:cubicBezTo>
                    <a:lnTo>
                      <a:pt x="23053" y="4"/>
                    </a:lnTo>
                    <a:cubicBezTo>
                      <a:pt x="25622" y="-482"/>
                      <a:pt x="28123" y="1220"/>
                      <a:pt x="28603" y="3807"/>
                    </a:cubicBezTo>
                    <a:cubicBezTo>
                      <a:pt x="29049" y="6167"/>
                      <a:pt x="27678" y="8487"/>
                      <a:pt x="25383" y="92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C8C4A45-9B2D-D767-8A1E-E168D7704470}"/>
                  </a:ext>
                </a:extLst>
              </p:cNvPr>
              <p:cNvSpPr/>
              <p:nvPr/>
            </p:nvSpPr>
            <p:spPr>
              <a:xfrm>
                <a:off x="5994420" y="3964624"/>
                <a:ext cx="29272" cy="14614"/>
              </a:xfrm>
              <a:custGeom>
                <a:avLst/>
                <a:gdLst>
                  <a:gd name="connsiteX0" fmla="*/ 25573 w 29272"/>
                  <a:gd name="connsiteY0" fmla="*/ 9089 h 14614"/>
                  <a:gd name="connsiteX1" fmla="*/ 6045 w 29272"/>
                  <a:gd name="connsiteY1" fmla="*/ 14262 h 14614"/>
                  <a:gd name="connsiteX2" fmla="*/ 6045 w 29272"/>
                  <a:gd name="connsiteY2" fmla="*/ 14262 h 14614"/>
                  <a:gd name="connsiteX3" fmla="*/ 118 w 29272"/>
                  <a:gd name="connsiteY3" fmla="*/ 11477 h 14614"/>
                  <a:gd name="connsiteX4" fmla="*/ 2927 w 29272"/>
                  <a:gd name="connsiteY4" fmla="*/ 5560 h 14614"/>
                  <a:gd name="connsiteX5" fmla="*/ 3681 w 29272"/>
                  <a:gd name="connsiteY5" fmla="*/ 5355 h 14614"/>
                  <a:gd name="connsiteX6" fmla="*/ 23244 w 29272"/>
                  <a:gd name="connsiteY6" fmla="*/ 79 h 14614"/>
                  <a:gd name="connsiteX7" fmla="*/ 28965 w 29272"/>
                  <a:gd name="connsiteY7" fmla="*/ 3385 h 14614"/>
                  <a:gd name="connsiteX8" fmla="*/ 25642 w 29272"/>
                  <a:gd name="connsiteY8" fmla="*/ 9089 h 14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72" h="14614">
                    <a:moveTo>
                      <a:pt x="25573" y="9089"/>
                    </a:moveTo>
                    <a:lnTo>
                      <a:pt x="6045" y="14262"/>
                    </a:lnTo>
                    <a:lnTo>
                      <a:pt x="6045" y="14262"/>
                    </a:lnTo>
                    <a:cubicBezTo>
                      <a:pt x="3647" y="15126"/>
                      <a:pt x="1009" y="13879"/>
                      <a:pt x="118" y="11477"/>
                    </a:cubicBezTo>
                    <a:cubicBezTo>
                      <a:pt x="-739" y="9072"/>
                      <a:pt x="495" y="6424"/>
                      <a:pt x="2927" y="5560"/>
                    </a:cubicBezTo>
                    <a:cubicBezTo>
                      <a:pt x="3167" y="5468"/>
                      <a:pt x="3407" y="5399"/>
                      <a:pt x="3681" y="5355"/>
                    </a:cubicBezTo>
                    <a:lnTo>
                      <a:pt x="23244" y="79"/>
                    </a:lnTo>
                    <a:cubicBezTo>
                      <a:pt x="25745" y="-583"/>
                      <a:pt x="28280" y="897"/>
                      <a:pt x="28965" y="3385"/>
                    </a:cubicBezTo>
                    <a:cubicBezTo>
                      <a:pt x="29616" y="5872"/>
                      <a:pt x="28143" y="8428"/>
                      <a:pt x="25642" y="9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9D80E86C-514D-F252-141E-72984C3A8B17}"/>
                  </a:ext>
                </a:extLst>
              </p:cNvPr>
              <p:cNvSpPr/>
              <p:nvPr/>
            </p:nvSpPr>
            <p:spPr>
              <a:xfrm>
                <a:off x="5956075" y="3975257"/>
                <a:ext cx="28583" cy="14620"/>
              </a:xfrm>
              <a:custGeom>
                <a:avLst/>
                <a:gdLst>
                  <a:gd name="connsiteX0" fmla="*/ 25033 w 28583"/>
                  <a:gd name="connsiteY0" fmla="*/ 8906 h 14620"/>
                  <a:gd name="connsiteX1" fmla="*/ 5607 w 28583"/>
                  <a:gd name="connsiteY1" fmla="*/ 14388 h 14620"/>
                  <a:gd name="connsiteX2" fmla="*/ 5607 w 28583"/>
                  <a:gd name="connsiteY2" fmla="*/ 14388 h 14620"/>
                  <a:gd name="connsiteX3" fmla="*/ 23 w 28583"/>
                  <a:gd name="connsiteY3" fmla="*/ 11236 h 14620"/>
                  <a:gd name="connsiteX4" fmla="*/ 3072 w 28583"/>
                  <a:gd name="connsiteY4" fmla="*/ 5669 h 14620"/>
                  <a:gd name="connsiteX5" fmla="*/ 3141 w 28583"/>
                  <a:gd name="connsiteY5" fmla="*/ 5651 h 14620"/>
                  <a:gd name="connsiteX6" fmla="*/ 22601 w 28583"/>
                  <a:gd name="connsiteY6" fmla="*/ 101 h 14620"/>
                  <a:gd name="connsiteX7" fmla="*/ 28253 w 28583"/>
                  <a:gd name="connsiteY7" fmla="*/ 3219 h 14620"/>
                  <a:gd name="connsiteX8" fmla="*/ 25136 w 28583"/>
                  <a:gd name="connsiteY8" fmla="*/ 8872 h 1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583" h="14620">
                    <a:moveTo>
                      <a:pt x="25033" y="8906"/>
                    </a:moveTo>
                    <a:lnTo>
                      <a:pt x="5607" y="14388"/>
                    </a:lnTo>
                    <a:lnTo>
                      <a:pt x="5607" y="14388"/>
                    </a:lnTo>
                    <a:cubicBezTo>
                      <a:pt x="3209" y="15025"/>
                      <a:pt x="708" y="13627"/>
                      <a:pt x="23" y="11236"/>
                    </a:cubicBezTo>
                    <a:cubicBezTo>
                      <a:pt x="-662" y="8855"/>
                      <a:pt x="708" y="6364"/>
                      <a:pt x="3072" y="5669"/>
                    </a:cubicBezTo>
                    <a:cubicBezTo>
                      <a:pt x="3107" y="5665"/>
                      <a:pt x="3107" y="5658"/>
                      <a:pt x="3141" y="5651"/>
                    </a:cubicBezTo>
                    <a:lnTo>
                      <a:pt x="22601" y="101"/>
                    </a:lnTo>
                    <a:cubicBezTo>
                      <a:pt x="25033" y="-598"/>
                      <a:pt x="27568" y="797"/>
                      <a:pt x="28253" y="3219"/>
                    </a:cubicBezTo>
                    <a:cubicBezTo>
                      <a:pt x="28939" y="5641"/>
                      <a:pt x="27568" y="8173"/>
                      <a:pt x="25136" y="88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1F00040-5350-34FC-725C-E4DEDD95DB0E}"/>
                  </a:ext>
                </a:extLst>
              </p:cNvPr>
              <p:cNvSpPr/>
              <p:nvPr/>
            </p:nvSpPr>
            <p:spPr>
              <a:xfrm>
                <a:off x="5917578" y="3986585"/>
                <a:ext cx="28007" cy="14680"/>
              </a:xfrm>
              <a:custGeom>
                <a:avLst/>
                <a:gdLst>
                  <a:gd name="connsiteX0" fmla="*/ 24576 w 28007"/>
                  <a:gd name="connsiteY0" fmla="*/ 8713 h 14680"/>
                  <a:gd name="connsiteX1" fmla="*/ 5219 w 28007"/>
                  <a:gd name="connsiteY1" fmla="*/ 14503 h 14680"/>
                  <a:gd name="connsiteX2" fmla="*/ 5219 w 28007"/>
                  <a:gd name="connsiteY2" fmla="*/ 14503 h 14680"/>
                  <a:gd name="connsiteX3" fmla="*/ -57 w 28007"/>
                  <a:gd name="connsiteY3" fmla="*/ 11077 h 14680"/>
                  <a:gd name="connsiteX4" fmla="*/ 2649 w 28007"/>
                  <a:gd name="connsiteY4" fmla="*/ 6006 h 14680"/>
                  <a:gd name="connsiteX5" fmla="*/ 22041 w 28007"/>
                  <a:gd name="connsiteY5" fmla="*/ 113 h 14680"/>
                  <a:gd name="connsiteX6" fmla="*/ 27660 w 28007"/>
                  <a:gd name="connsiteY6" fmla="*/ 3094 h 14680"/>
                  <a:gd name="connsiteX7" fmla="*/ 24679 w 28007"/>
                  <a:gd name="connsiteY7" fmla="*/ 8678 h 14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007" h="14680">
                    <a:moveTo>
                      <a:pt x="24576" y="8713"/>
                    </a:moveTo>
                    <a:lnTo>
                      <a:pt x="5219" y="14503"/>
                    </a:lnTo>
                    <a:lnTo>
                      <a:pt x="5219" y="14503"/>
                    </a:lnTo>
                    <a:cubicBezTo>
                      <a:pt x="2821" y="15016"/>
                      <a:pt x="457" y="13482"/>
                      <a:pt x="-57" y="11077"/>
                    </a:cubicBezTo>
                    <a:cubicBezTo>
                      <a:pt x="-502" y="8949"/>
                      <a:pt x="628" y="6808"/>
                      <a:pt x="2649" y="6006"/>
                    </a:cubicBezTo>
                    <a:lnTo>
                      <a:pt x="22041" y="113"/>
                    </a:lnTo>
                    <a:cubicBezTo>
                      <a:pt x="24405" y="-599"/>
                      <a:pt x="26906" y="730"/>
                      <a:pt x="27660" y="3094"/>
                    </a:cubicBezTo>
                    <a:cubicBezTo>
                      <a:pt x="28379" y="5458"/>
                      <a:pt x="27043" y="7955"/>
                      <a:pt x="24679" y="86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68BCA0D-CBE9-668A-060F-20FED40294AE}"/>
                  </a:ext>
                </a:extLst>
              </p:cNvPr>
              <p:cNvSpPr/>
              <p:nvPr/>
            </p:nvSpPr>
            <p:spPr>
              <a:xfrm>
                <a:off x="5878440" y="3998553"/>
                <a:ext cx="28352" cy="15029"/>
              </a:xfrm>
              <a:custGeom>
                <a:avLst/>
                <a:gdLst>
                  <a:gd name="connsiteX0" fmla="*/ 25069 w 28352"/>
                  <a:gd name="connsiteY0" fmla="*/ 8495 h 15029"/>
                  <a:gd name="connsiteX1" fmla="*/ 5849 w 28352"/>
                  <a:gd name="connsiteY1" fmla="*/ 14628 h 15029"/>
                  <a:gd name="connsiteX2" fmla="*/ 5849 w 28352"/>
                  <a:gd name="connsiteY2" fmla="*/ 14628 h 15029"/>
                  <a:gd name="connsiteX3" fmla="*/ 161 w 28352"/>
                  <a:gd name="connsiteY3" fmla="*/ 12240 h 15029"/>
                  <a:gd name="connsiteX4" fmla="*/ 2560 w 28352"/>
                  <a:gd name="connsiteY4" fmla="*/ 6570 h 15029"/>
                  <a:gd name="connsiteX5" fmla="*/ 3176 w 28352"/>
                  <a:gd name="connsiteY5" fmla="*/ 6371 h 15029"/>
                  <a:gd name="connsiteX6" fmla="*/ 22465 w 28352"/>
                  <a:gd name="connsiteY6" fmla="*/ 136 h 15029"/>
                  <a:gd name="connsiteX7" fmla="*/ 27981 w 28352"/>
                  <a:gd name="connsiteY7" fmla="*/ 2962 h 15029"/>
                  <a:gd name="connsiteX8" fmla="*/ 25172 w 28352"/>
                  <a:gd name="connsiteY8" fmla="*/ 8495 h 15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352" h="15029">
                    <a:moveTo>
                      <a:pt x="25069" y="8495"/>
                    </a:moveTo>
                    <a:lnTo>
                      <a:pt x="5849" y="14628"/>
                    </a:lnTo>
                    <a:lnTo>
                      <a:pt x="5849" y="14628"/>
                    </a:lnTo>
                    <a:cubicBezTo>
                      <a:pt x="3622" y="15536"/>
                      <a:pt x="1086" y="14463"/>
                      <a:pt x="161" y="12240"/>
                    </a:cubicBezTo>
                    <a:cubicBezTo>
                      <a:pt x="-730" y="10013"/>
                      <a:pt x="333" y="7474"/>
                      <a:pt x="2560" y="6570"/>
                    </a:cubicBezTo>
                    <a:cubicBezTo>
                      <a:pt x="2765" y="6488"/>
                      <a:pt x="2971" y="6423"/>
                      <a:pt x="3176" y="6371"/>
                    </a:cubicBezTo>
                    <a:lnTo>
                      <a:pt x="22465" y="136"/>
                    </a:lnTo>
                    <a:cubicBezTo>
                      <a:pt x="24760" y="-611"/>
                      <a:pt x="27261" y="653"/>
                      <a:pt x="27981" y="2962"/>
                    </a:cubicBezTo>
                    <a:cubicBezTo>
                      <a:pt x="28735" y="5271"/>
                      <a:pt x="27467" y="7748"/>
                      <a:pt x="25172" y="84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B1292009-4A99-C9C8-A6BA-801BC51FE531}"/>
                  </a:ext>
                </a:extLst>
              </p:cNvPr>
              <p:cNvSpPr/>
              <p:nvPr/>
            </p:nvSpPr>
            <p:spPr>
              <a:xfrm>
                <a:off x="5840126" y="4011121"/>
                <a:ext cx="28117" cy="15236"/>
              </a:xfrm>
              <a:custGeom>
                <a:avLst/>
                <a:gdLst>
                  <a:gd name="connsiteX0" fmla="*/ 24977 w 28117"/>
                  <a:gd name="connsiteY0" fmla="*/ 8364 h 15236"/>
                  <a:gd name="connsiteX1" fmla="*/ 5826 w 28117"/>
                  <a:gd name="connsiteY1" fmla="*/ 14805 h 15236"/>
                  <a:gd name="connsiteX2" fmla="*/ 5826 w 28117"/>
                  <a:gd name="connsiteY2" fmla="*/ 14805 h 15236"/>
                  <a:gd name="connsiteX3" fmla="*/ 207 w 28117"/>
                  <a:gd name="connsiteY3" fmla="*/ 12568 h 15236"/>
                  <a:gd name="connsiteX4" fmla="*/ 2434 w 28117"/>
                  <a:gd name="connsiteY4" fmla="*/ 6942 h 15236"/>
                  <a:gd name="connsiteX5" fmla="*/ 3085 w 28117"/>
                  <a:gd name="connsiteY5" fmla="*/ 6720 h 15236"/>
                  <a:gd name="connsiteX6" fmla="*/ 22270 w 28117"/>
                  <a:gd name="connsiteY6" fmla="*/ 142 h 15236"/>
                  <a:gd name="connsiteX7" fmla="*/ 27718 w 28117"/>
                  <a:gd name="connsiteY7" fmla="*/ 2848 h 15236"/>
                  <a:gd name="connsiteX8" fmla="*/ 25114 w 28117"/>
                  <a:gd name="connsiteY8" fmla="*/ 8268 h 15236"/>
                  <a:gd name="connsiteX9" fmla="*/ 25046 w 28117"/>
                  <a:gd name="connsiteY9" fmla="*/ 8296 h 15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117" h="15236">
                    <a:moveTo>
                      <a:pt x="24977" y="8364"/>
                    </a:moveTo>
                    <a:lnTo>
                      <a:pt x="5826" y="14805"/>
                    </a:lnTo>
                    <a:lnTo>
                      <a:pt x="5826" y="14805"/>
                    </a:lnTo>
                    <a:cubicBezTo>
                      <a:pt x="3667" y="15744"/>
                      <a:pt x="1132" y="14740"/>
                      <a:pt x="207" y="12568"/>
                    </a:cubicBezTo>
                    <a:cubicBezTo>
                      <a:pt x="-752" y="10399"/>
                      <a:pt x="276" y="7878"/>
                      <a:pt x="2434" y="6942"/>
                    </a:cubicBezTo>
                    <a:cubicBezTo>
                      <a:pt x="2639" y="6850"/>
                      <a:pt x="2845" y="6775"/>
                      <a:pt x="3085" y="6720"/>
                    </a:cubicBezTo>
                    <a:lnTo>
                      <a:pt x="22270" y="142"/>
                    </a:lnTo>
                    <a:cubicBezTo>
                      <a:pt x="24532" y="-605"/>
                      <a:pt x="26964" y="604"/>
                      <a:pt x="27718" y="2848"/>
                    </a:cubicBezTo>
                    <a:cubicBezTo>
                      <a:pt x="28506" y="5062"/>
                      <a:pt x="27341" y="7487"/>
                      <a:pt x="25114" y="8268"/>
                    </a:cubicBezTo>
                    <a:cubicBezTo>
                      <a:pt x="25114" y="8279"/>
                      <a:pt x="25080" y="8285"/>
                      <a:pt x="25046" y="82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9055F50C-E814-B543-9492-CFF329E5C10D}"/>
                  </a:ext>
                </a:extLst>
              </p:cNvPr>
              <p:cNvSpPr/>
              <p:nvPr/>
            </p:nvSpPr>
            <p:spPr>
              <a:xfrm>
                <a:off x="5802480" y="4024455"/>
                <a:ext cx="27637" cy="15291"/>
              </a:xfrm>
              <a:custGeom>
                <a:avLst/>
                <a:gdLst>
                  <a:gd name="connsiteX0" fmla="*/ 24456 w 27637"/>
                  <a:gd name="connsiteY0" fmla="*/ 8117 h 15291"/>
                  <a:gd name="connsiteX1" fmla="*/ 5442 w 27637"/>
                  <a:gd name="connsiteY1" fmla="*/ 14970 h 15291"/>
                  <a:gd name="connsiteX2" fmla="*/ 5442 w 27637"/>
                  <a:gd name="connsiteY2" fmla="*/ 14970 h 15291"/>
                  <a:gd name="connsiteX3" fmla="*/ 97 w 27637"/>
                  <a:gd name="connsiteY3" fmla="*/ 12434 h 15291"/>
                  <a:gd name="connsiteX4" fmla="*/ 2632 w 27637"/>
                  <a:gd name="connsiteY4" fmla="*/ 7090 h 15291"/>
                  <a:gd name="connsiteX5" fmla="*/ 21681 w 27637"/>
                  <a:gd name="connsiteY5" fmla="*/ 238 h 15291"/>
                  <a:gd name="connsiteX6" fmla="*/ 27163 w 27637"/>
                  <a:gd name="connsiteY6" fmla="*/ 2536 h 15291"/>
                  <a:gd name="connsiteX7" fmla="*/ 24867 w 27637"/>
                  <a:gd name="connsiteY7" fmla="*/ 8035 h 15291"/>
                  <a:gd name="connsiteX8" fmla="*/ 24559 w 27637"/>
                  <a:gd name="connsiteY8" fmla="*/ 8152 h 15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637" h="15291">
                    <a:moveTo>
                      <a:pt x="24456" y="8117"/>
                    </a:moveTo>
                    <a:lnTo>
                      <a:pt x="5442" y="14970"/>
                    </a:lnTo>
                    <a:lnTo>
                      <a:pt x="5442" y="14970"/>
                    </a:lnTo>
                    <a:cubicBezTo>
                      <a:pt x="3249" y="15744"/>
                      <a:pt x="885" y="14610"/>
                      <a:pt x="97" y="12434"/>
                    </a:cubicBezTo>
                    <a:cubicBezTo>
                      <a:pt x="-691" y="10259"/>
                      <a:pt x="440" y="7864"/>
                      <a:pt x="2632" y="7090"/>
                    </a:cubicBezTo>
                    <a:lnTo>
                      <a:pt x="21681" y="238"/>
                    </a:lnTo>
                    <a:cubicBezTo>
                      <a:pt x="23839" y="-646"/>
                      <a:pt x="26306" y="385"/>
                      <a:pt x="27163" y="2536"/>
                    </a:cubicBezTo>
                    <a:cubicBezTo>
                      <a:pt x="28054" y="4691"/>
                      <a:pt x="27026" y="7151"/>
                      <a:pt x="24867" y="8035"/>
                    </a:cubicBezTo>
                    <a:cubicBezTo>
                      <a:pt x="24764" y="8080"/>
                      <a:pt x="24662" y="8117"/>
                      <a:pt x="24559" y="81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7A09CF96-7812-5280-6435-5FEC88E4761D}"/>
                  </a:ext>
                </a:extLst>
              </p:cNvPr>
              <p:cNvSpPr/>
              <p:nvPr/>
            </p:nvSpPr>
            <p:spPr>
              <a:xfrm>
                <a:off x="5764613" y="4038409"/>
                <a:ext cx="27174" cy="15404"/>
              </a:xfrm>
              <a:custGeom>
                <a:avLst/>
                <a:gdLst>
                  <a:gd name="connsiteX0" fmla="*/ 24294 w 27174"/>
                  <a:gd name="connsiteY0" fmla="*/ 7936 h 15404"/>
                  <a:gd name="connsiteX1" fmla="*/ 5383 w 27174"/>
                  <a:gd name="connsiteY1" fmla="*/ 15062 h 15404"/>
                  <a:gd name="connsiteX2" fmla="*/ 5383 w 27174"/>
                  <a:gd name="connsiteY2" fmla="*/ 15062 h 15404"/>
                  <a:gd name="connsiteX3" fmla="*/ 106 w 27174"/>
                  <a:gd name="connsiteY3" fmla="*/ 12681 h 15404"/>
                  <a:gd name="connsiteX4" fmla="*/ 2505 w 27174"/>
                  <a:gd name="connsiteY4" fmla="*/ 7422 h 15404"/>
                  <a:gd name="connsiteX5" fmla="*/ 21417 w 27174"/>
                  <a:gd name="connsiteY5" fmla="*/ 193 h 15404"/>
                  <a:gd name="connsiteX6" fmla="*/ 26761 w 27174"/>
                  <a:gd name="connsiteY6" fmla="*/ 2574 h 15404"/>
                  <a:gd name="connsiteX7" fmla="*/ 24363 w 27174"/>
                  <a:gd name="connsiteY7" fmla="*/ 7902 h 15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174" h="15404">
                    <a:moveTo>
                      <a:pt x="24294" y="7936"/>
                    </a:moveTo>
                    <a:lnTo>
                      <a:pt x="5383" y="15062"/>
                    </a:lnTo>
                    <a:lnTo>
                      <a:pt x="5383" y="15062"/>
                    </a:lnTo>
                    <a:cubicBezTo>
                      <a:pt x="3258" y="15857"/>
                      <a:pt x="929" y="14792"/>
                      <a:pt x="106" y="12681"/>
                    </a:cubicBezTo>
                    <a:cubicBezTo>
                      <a:pt x="-682" y="10571"/>
                      <a:pt x="381" y="8217"/>
                      <a:pt x="2505" y="7422"/>
                    </a:cubicBezTo>
                    <a:lnTo>
                      <a:pt x="21417" y="193"/>
                    </a:lnTo>
                    <a:cubicBezTo>
                      <a:pt x="23541" y="-619"/>
                      <a:pt x="25939" y="447"/>
                      <a:pt x="26761" y="2574"/>
                    </a:cubicBezTo>
                    <a:cubicBezTo>
                      <a:pt x="27549" y="4702"/>
                      <a:pt x="26487" y="7090"/>
                      <a:pt x="24363" y="7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A874624D-DD68-183D-851B-20CF35FB630E}"/>
                  </a:ext>
                </a:extLst>
              </p:cNvPr>
              <p:cNvSpPr/>
              <p:nvPr/>
            </p:nvSpPr>
            <p:spPr>
              <a:xfrm>
                <a:off x="5727064" y="4053024"/>
                <a:ext cx="26889" cy="15580"/>
              </a:xfrm>
              <a:custGeom>
                <a:avLst/>
                <a:gdLst>
                  <a:gd name="connsiteX0" fmla="*/ 24123 w 26889"/>
                  <a:gd name="connsiteY0" fmla="*/ 7744 h 15580"/>
                  <a:gd name="connsiteX1" fmla="*/ 5348 w 26889"/>
                  <a:gd name="connsiteY1" fmla="*/ 15213 h 15580"/>
                  <a:gd name="connsiteX2" fmla="*/ 5348 w 26889"/>
                  <a:gd name="connsiteY2" fmla="*/ 15213 h 15580"/>
                  <a:gd name="connsiteX3" fmla="*/ 141 w 26889"/>
                  <a:gd name="connsiteY3" fmla="*/ 12986 h 15580"/>
                  <a:gd name="connsiteX4" fmla="*/ 2299 w 26889"/>
                  <a:gd name="connsiteY4" fmla="*/ 7844 h 15580"/>
                  <a:gd name="connsiteX5" fmla="*/ 2368 w 26889"/>
                  <a:gd name="connsiteY5" fmla="*/ 7813 h 15580"/>
                  <a:gd name="connsiteX6" fmla="*/ 21177 w 26889"/>
                  <a:gd name="connsiteY6" fmla="*/ 207 h 15580"/>
                  <a:gd name="connsiteX7" fmla="*/ 26452 w 26889"/>
                  <a:gd name="connsiteY7" fmla="*/ 2468 h 15580"/>
                  <a:gd name="connsiteX8" fmla="*/ 24191 w 26889"/>
                  <a:gd name="connsiteY8" fmla="*/ 7710 h 15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889" h="15580">
                    <a:moveTo>
                      <a:pt x="24123" y="7744"/>
                    </a:moveTo>
                    <a:lnTo>
                      <a:pt x="5348" y="15213"/>
                    </a:lnTo>
                    <a:lnTo>
                      <a:pt x="5348" y="15213"/>
                    </a:lnTo>
                    <a:cubicBezTo>
                      <a:pt x="3293" y="16035"/>
                      <a:pt x="963" y="15038"/>
                      <a:pt x="141" y="12986"/>
                    </a:cubicBezTo>
                    <a:cubicBezTo>
                      <a:pt x="-682" y="10975"/>
                      <a:pt x="278" y="8673"/>
                      <a:pt x="2299" y="7844"/>
                    </a:cubicBezTo>
                    <a:cubicBezTo>
                      <a:pt x="2299" y="7833"/>
                      <a:pt x="2333" y="7823"/>
                      <a:pt x="2368" y="7813"/>
                    </a:cubicBezTo>
                    <a:lnTo>
                      <a:pt x="21177" y="207"/>
                    </a:lnTo>
                    <a:cubicBezTo>
                      <a:pt x="23266" y="-615"/>
                      <a:pt x="25596" y="395"/>
                      <a:pt x="26452" y="2468"/>
                    </a:cubicBezTo>
                    <a:cubicBezTo>
                      <a:pt x="27275" y="4541"/>
                      <a:pt x="26247" y="6884"/>
                      <a:pt x="24191" y="77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5BD075D-1236-680F-3C6E-57DC504F6E5A}"/>
                  </a:ext>
                </a:extLst>
              </p:cNvPr>
              <p:cNvSpPr/>
              <p:nvPr/>
            </p:nvSpPr>
            <p:spPr>
              <a:xfrm>
                <a:off x="5689989" y="4068462"/>
                <a:ext cx="26480" cy="15720"/>
              </a:xfrm>
              <a:custGeom>
                <a:avLst/>
                <a:gdLst>
                  <a:gd name="connsiteX0" fmla="*/ 23889 w 26480"/>
                  <a:gd name="connsiteY0" fmla="*/ 7519 h 15720"/>
                  <a:gd name="connsiteX1" fmla="*/ 5285 w 26480"/>
                  <a:gd name="connsiteY1" fmla="*/ 15330 h 15720"/>
                  <a:gd name="connsiteX2" fmla="*/ 5285 w 26480"/>
                  <a:gd name="connsiteY2" fmla="*/ 15330 h 15720"/>
                  <a:gd name="connsiteX3" fmla="*/ 146 w 26480"/>
                  <a:gd name="connsiteY3" fmla="*/ 13257 h 15720"/>
                  <a:gd name="connsiteX4" fmla="*/ 2237 w 26480"/>
                  <a:gd name="connsiteY4" fmla="*/ 8135 h 15720"/>
                  <a:gd name="connsiteX5" fmla="*/ 20874 w 26480"/>
                  <a:gd name="connsiteY5" fmla="*/ 221 h 15720"/>
                  <a:gd name="connsiteX6" fmla="*/ 26013 w 26480"/>
                  <a:gd name="connsiteY6" fmla="*/ 2362 h 15720"/>
                  <a:gd name="connsiteX7" fmla="*/ 23889 w 26480"/>
                  <a:gd name="connsiteY7" fmla="*/ 7519 h 1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480" h="15720">
                    <a:moveTo>
                      <a:pt x="23889" y="7519"/>
                    </a:moveTo>
                    <a:lnTo>
                      <a:pt x="5285" y="15330"/>
                    </a:lnTo>
                    <a:lnTo>
                      <a:pt x="5285" y="15330"/>
                    </a:lnTo>
                    <a:cubicBezTo>
                      <a:pt x="3298" y="16173"/>
                      <a:pt x="1003" y="15244"/>
                      <a:pt x="146" y="13257"/>
                    </a:cubicBezTo>
                    <a:cubicBezTo>
                      <a:pt x="-676" y="11270"/>
                      <a:pt x="249" y="8978"/>
                      <a:pt x="2237" y="8135"/>
                    </a:cubicBezTo>
                    <a:lnTo>
                      <a:pt x="20874" y="221"/>
                    </a:lnTo>
                    <a:cubicBezTo>
                      <a:pt x="22895" y="-611"/>
                      <a:pt x="25191" y="348"/>
                      <a:pt x="26013" y="2362"/>
                    </a:cubicBezTo>
                    <a:cubicBezTo>
                      <a:pt x="26870" y="4377"/>
                      <a:pt x="25910" y="6686"/>
                      <a:pt x="23889" y="75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B41FBB3-7D8F-14A4-8C8D-20453611B2B0}"/>
                  </a:ext>
                </a:extLst>
              </p:cNvPr>
              <p:cNvSpPr/>
              <p:nvPr/>
            </p:nvSpPr>
            <p:spPr>
              <a:xfrm>
                <a:off x="5626541" y="4048562"/>
                <a:ext cx="90118" cy="68646"/>
              </a:xfrm>
              <a:custGeom>
                <a:avLst/>
                <a:gdLst>
                  <a:gd name="connsiteX0" fmla="*/ 84904 w 90118"/>
                  <a:gd name="connsiteY0" fmla="*/ 68531 h 68646"/>
                  <a:gd name="connsiteX1" fmla="*/ 83739 w 90118"/>
                  <a:gd name="connsiteY1" fmla="*/ 68531 h 68646"/>
                  <a:gd name="connsiteX2" fmla="*/ 3741 w 90118"/>
                  <a:gd name="connsiteY2" fmla="*/ 49688 h 68646"/>
                  <a:gd name="connsiteX3" fmla="*/ -96 w 90118"/>
                  <a:gd name="connsiteY3" fmla="*/ 45542 h 68646"/>
                  <a:gd name="connsiteX4" fmla="*/ 2302 w 90118"/>
                  <a:gd name="connsiteY4" fmla="*/ 40438 h 68646"/>
                  <a:gd name="connsiteX5" fmla="*/ 69487 w 90118"/>
                  <a:gd name="connsiteY5" fmla="*/ 490 h 68646"/>
                  <a:gd name="connsiteX6" fmla="*/ 76304 w 90118"/>
                  <a:gd name="connsiteY6" fmla="*/ 2659 h 68646"/>
                  <a:gd name="connsiteX7" fmla="*/ 74660 w 90118"/>
                  <a:gd name="connsiteY7" fmla="*/ 9192 h 68646"/>
                  <a:gd name="connsiteX8" fmla="*/ 18233 w 90118"/>
                  <a:gd name="connsiteY8" fmla="*/ 42733 h 68646"/>
                  <a:gd name="connsiteX9" fmla="*/ 86068 w 90118"/>
                  <a:gd name="connsiteY9" fmla="*/ 58698 h 68646"/>
                  <a:gd name="connsiteX10" fmla="*/ 89837 w 90118"/>
                  <a:gd name="connsiteY10" fmla="*/ 64797 h 68646"/>
                  <a:gd name="connsiteX11" fmla="*/ 84904 w 90118"/>
                  <a:gd name="connsiteY11" fmla="*/ 68531 h 68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0118" h="68646">
                    <a:moveTo>
                      <a:pt x="84904" y="68531"/>
                    </a:moveTo>
                    <a:cubicBezTo>
                      <a:pt x="84527" y="68579"/>
                      <a:pt x="84116" y="68579"/>
                      <a:pt x="83739" y="68531"/>
                    </a:cubicBezTo>
                    <a:lnTo>
                      <a:pt x="3741" y="49688"/>
                    </a:lnTo>
                    <a:cubicBezTo>
                      <a:pt x="1720" y="49239"/>
                      <a:pt x="212" y="47588"/>
                      <a:pt x="-96" y="45542"/>
                    </a:cubicBezTo>
                    <a:cubicBezTo>
                      <a:pt x="-405" y="43511"/>
                      <a:pt x="555" y="41496"/>
                      <a:pt x="2302" y="40438"/>
                    </a:cubicBezTo>
                    <a:lnTo>
                      <a:pt x="69487" y="490"/>
                    </a:lnTo>
                    <a:cubicBezTo>
                      <a:pt x="71988" y="-798"/>
                      <a:pt x="75037" y="175"/>
                      <a:pt x="76304" y="2659"/>
                    </a:cubicBezTo>
                    <a:cubicBezTo>
                      <a:pt x="77503" y="4944"/>
                      <a:pt x="76784" y="7750"/>
                      <a:pt x="74660" y="9192"/>
                    </a:cubicBezTo>
                    <a:lnTo>
                      <a:pt x="18233" y="42733"/>
                    </a:lnTo>
                    <a:lnTo>
                      <a:pt x="86068" y="58698"/>
                    </a:lnTo>
                    <a:cubicBezTo>
                      <a:pt x="88775" y="59360"/>
                      <a:pt x="90454" y="62077"/>
                      <a:pt x="89837" y="64797"/>
                    </a:cubicBezTo>
                    <a:cubicBezTo>
                      <a:pt x="89255" y="67024"/>
                      <a:pt x="87199" y="68562"/>
                      <a:pt x="84904" y="685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4CFAD65F-758C-84AE-2635-F4E5484E1575}"/>
                  </a:ext>
                </a:extLst>
              </p:cNvPr>
              <p:cNvSpPr/>
              <p:nvPr/>
            </p:nvSpPr>
            <p:spPr>
              <a:xfrm>
                <a:off x="5583347" y="3940180"/>
                <a:ext cx="14672" cy="25668"/>
              </a:xfrm>
              <a:custGeom>
                <a:avLst/>
                <a:gdLst>
                  <a:gd name="connsiteX0" fmla="*/ -2 w 14672"/>
                  <a:gd name="connsiteY0" fmla="*/ 20994 h 25668"/>
                  <a:gd name="connsiteX1" fmla="*/ 7638 w 14672"/>
                  <a:gd name="connsiteY1" fmla="*/ 2151 h 25668"/>
                  <a:gd name="connsiteX2" fmla="*/ 12264 w 14672"/>
                  <a:gd name="connsiteY2" fmla="*/ 181 h 25668"/>
                  <a:gd name="connsiteX3" fmla="*/ 14251 w 14672"/>
                  <a:gd name="connsiteY3" fmla="*/ 4824 h 25668"/>
                  <a:gd name="connsiteX4" fmla="*/ 14251 w 14672"/>
                  <a:gd name="connsiteY4" fmla="*/ 4824 h 25668"/>
                  <a:gd name="connsiteX5" fmla="*/ 14251 w 14672"/>
                  <a:gd name="connsiteY5" fmla="*/ 4824 h 25668"/>
                  <a:gd name="connsiteX6" fmla="*/ 6542 w 14672"/>
                  <a:gd name="connsiteY6" fmla="*/ 23427 h 25668"/>
                  <a:gd name="connsiteX7" fmla="*/ 6542 w 14672"/>
                  <a:gd name="connsiteY7" fmla="*/ 23427 h 25668"/>
                  <a:gd name="connsiteX8" fmla="*/ 2020 w 14672"/>
                  <a:gd name="connsiteY8" fmla="*/ 25328 h 25668"/>
                  <a:gd name="connsiteX9" fmla="*/ 101 w 14672"/>
                  <a:gd name="connsiteY9" fmla="*/ 20789 h 25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672" h="25668">
                    <a:moveTo>
                      <a:pt x="-2" y="20994"/>
                    </a:moveTo>
                    <a:lnTo>
                      <a:pt x="7638" y="2151"/>
                    </a:lnTo>
                    <a:cubicBezTo>
                      <a:pt x="8392" y="325"/>
                      <a:pt x="10448" y="-555"/>
                      <a:pt x="12264" y="181"/>
                    </a:cubicBezTo>
                    <a:cubicBezTo>
                      <a:pt x="14114" y="918"/>
                      <a:pt x="15005" y="2997"/>
                      <a:pt x="14251" y="4824"/>
                    </a:cubicBezTo>
                    <a:lnTo>
                      <a:pt x="14251" y="4824"/>
                    </a:lnTo>
                    <a:lnTo>
                      <a:pt x="14251" y="4824"/>
                    </a:lnTo>
                    <a:lnTo>
                      <a:pt x="6542" y="23427"/>
                    </a:lnTo>
                    <a:lnTo>
                      <a:pt x="6542" y="23427"/>
                    </a:lnTo>
                    <a:cubicBezTo>
                      <a:pt x="5823" y="25205"/>
                      <a:pt x="3767" y="26058"/>
                      <a:pt x="2020" y="25328"/>
                    </a:cubicBezTo>
                    <a:cubicBezTo>
                      <a:pt x="238" y="24599"/>
                      <a:pt x="-618" y="22567"/>
                      <a:pt x="101" y="207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A30E9D7-2CB0-74EB-2AAA-1C6268FA9599}"/>
                  </a:ext>
                </a:extLst>
              </p:cNvPr>
              <p:cNvSpPr/>
              <p:nvPr/>
            </p:nvSpPr>
            <p:spPr>
              <a:xfrm>
                <a:off x="5599282" y="3903222"/>
                <a:ext cx="16026" cy="25518"/>
              </a:xfrm>
              <a:custGeom>
                <a:avLst/>
                <a:gdLst>
                  <a:gd name="connsiteX0" fmla="*/ -74 w 16026"/>
                  <a:gd name="connsiteY0" fmla="*/ 20471 h 25518"/>
                  <a:gd name="connsiteX1" fmla="*/ 8662 w 16026"/>
                  <a:gd name="connsiteY1" fmla="*/ 2107 h 25518"/>
                  <a:gd name="connsiteX2" fmla="*/ 13665 w 16026"/>
                  <a:gd name="connsiteY2" fmla="*/ 274 h 25518"/>
                  <a:gd name="connsiteX3" fmla="*/ 15514 w 16026"/>
                  <a:gd name="connsiteY3" fmla="*/ 5293 h 25518"/>
                  <a:gd name="connsiteX4" fmla="*/ 15514 w 16026"/>
                  <a:gd name="connsiteY4" fmla="*/ 5293 h 25518"/>
                  <a:gd name="connsiteX5" fmla="*/ 15514 w 16026"/>
                  <a:gd name="connsiteY5" fmla="*/ 5293 h 25518"/>
                  <a:gd name="connsiteX6" fmla="*/ 6744 w 16026"/>
                  <a:gd name="connsiteY6" fmla="*/ 23383 h 25518"/>
                  <a:gd name="connsiteX7" fmla="*/ 6744 w 16026"/>
                  <a:gd name="connsiteY7" fmla="*/ 23383 h 25518"/>
                  <a:gd name="connsiteX8" fmla="*/ 1879 w 16026"/>
                  <a:gd name="connsiteY8" fmla="*/ 25079 h 25518"/>
                  <a:gd name="connsiteX9" fmla="*/ 200 w 16026"/>
                  <a:gd name="connsiteY9" fmla="*/ 20231 h 25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026" h="25518">
                    <a:moveTo>
                      <a:pt x="-74" y="20471"/>
                    </a:moveTo>
                    <a:lnTo>
                      <a:pt x="8662" y="2107"/>
                    </a:lnTo>
                    <a:cubicBezTo>
                      <a:pt x="9553" y="216"/>
                      <a:pt x="11780" y="-606"/>
                      <a:pt x="13665" y="274"/>
                    </a:cubicBezTo>
                    <a:cubicBezTo>
                      <a:pt x="15583" y="1155"/>
                      <a:pt x="16405" y="3402"/>
                      <a:pt x="15514" y="5293"/>
                    </a:cubicBezTo>
                    <a:lnTo>
                      <a:pt x="15514" y="5293"/>
                    </a:lnTo>
                    <a:lnTo>
                      <a:pt x="15514" y="5293"/>
                    </a:lnTo>
                    <a:lnTo>
                      <a:pt x="6744" y="23383"/>
                    </a:lnTo>
                    <a:lnTo>
                      <a:pt x="6744" y="23383"/>
                    </a:lnTo>
                    <a:cubicBezTo>
                      <a:pt x="5887" y="25188"/>
                      <a:pt x="3695" y="25949"/>
                      <a:pt x="1879" y="25079"/>
                    </a:cubicBezTo>
                    <a:cubicBezTo>
                      <a:pt x="97" y="24209"/>
                      <a:pt x="-656" y="22036"/>
                      <a:pt x="200" y="202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9391A49-924C-20E1-E35B-12B680B985F6}"/>
                  </a:ext>
                </a:extLst>
              </p:cNvPr>
              <p:cNvSpPr/>
              <p:nvPr/>
            </p:nvSpPr>
            <p:spPr>
              <a:xfrm>
                <a:off x="5616980" y="3867470"/>
                <a:ext cx="17359" cy="25215"/>
              </a:xfrm>
              <a:custGeom>
                <a:avLst/>
                <a:gdLst>
                  <a:gd name="connsiteX0" fmla="*/ 214 w 17359"/>
                  <a:gd name="connsiteY0" fmla="*/ 19770 h 25215"/>
                  <a:gd name="connsiteX1" fmla="*/ 9979 w 17359"/>
                  <a:gd name="connsiteY1" fmla="*/ 1920 h 25215"/>
                  <a:gd name="connsiteX2" fmla="*/ 15220 w 17359"/>
                  <a:gd name="connsiteY2" fmla="*/ 379 h 25215"/>
                  <a:gd name="connsiteX3" fmla="*/ 16728 w 17359"/>
                  <a:gd name="connsiteY3" fmla="*/ 5620 h 25215"/>
                  <a:gd name="connsiteX4" fmla="*/ 16728 w 17359"/>
                  <a:gd name="connsiteY4" fmla="*/ 5620 h 25215"/>
                  <a:gd name="connsiteX5" fmla="*/ 16728 w 17359"/>
                  <a:gd name="connsiteY5" fmla="*/ 5620 h 25215"/>
                  <a:gd name="connsiteX6" fmla="*/ 6929 w 17359"/>
                  <a:gd name="connsiteY6" fmla="*/ 23196 h 25215"/>
                  <a:gd name="connsiteX7" fmla="*/ 6929 w 17359"/>
                  <a:gd name="connsiteY7" fmla="*/ 23196 h 25215"/>
                  <a:gd name="connsiteX8" fmla="*/ 1790 w 17359"/>
                  <a:gd name="connsiteY8" fmla="*/ 24669 h 25215"/>
                  <a:gd name="connsiteX9" fmla="*/ 214 w 17359"/>
                  <a:gd name="connsiteY9" fmla="*/ 19770 h 25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59" h="25215">
                    <a:moveTo>
                      <a:pt x="214" y="19770"/>
                    </a:moveTo>
                    <a:lnTo>
                      <a:pt x="9979" y="1920"/>
                    </a:lnTo>
                    <a:cubicBezTo>
                      <a:pt x="11007" y="67"/>
                      <a:pt x="13336" y="-618"/>
                      <a:pt x="15220" y="379"/>
                    </a:cubicBezTo>
                    <a:cubicBezTo>
                      <a:pt x="17070" y="1417"/>
                      <a:pt x="17756" y="3757"/>
                      <a:pt x="16728" y="5620"/>
                    </a:cubicBezTo>
                    <a:lnTo>
                      <a:pt x="16728" y="5620"/>
                    </a:lnTo>
                    <a:lnTo>
                      <a:pt x="16728" y="5620"/>
                    </a:lnTo>
                    <a:lnTo>
                      <a:pt x="6929" y="23196"/>
                    </a:lnTo>
                    <a:lnTo>
                      <a:pt x="6929" y="23196"/>
                    </a:lnTo>
                    <a:cubicBezTo>
                      <a:pt x="5901" y="25012"/>
                      <a:pt x="3606" y="25670"/>
                      <a:pt x="1790" y="24669"/>
                    </a:cubicBezTo>
                    <a:cubicBezTo>
                      <a:pt x="43" y="23703"/>
                      <a:pt x="-642" y="21562"/>
                      <a:pt x="214" y="197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F8CE768-FDCA-BAE8-6A38-05C9D7F99678}"/>
                  </a:ext>
                </a:extLst>
              </p:cNvPr>
              <p:cNvSpPr/>
              <p:nvPr/>
            </p:nvSpPr>
            <p:spPr>
              <a:xfrm>
                <a:off x="5636985" y="3832848"/>
                <a:ext cx="18581" cy="25082"/>
              </a:xfrm>
              <a:custGeom>
                <a:avLst/>
                <a:gdLst>
                  <a:gd name="connsiteX0" fmla="*/ 252 w 18581"/>
                  <a:gd name="connsiteY0" fmla="*/ 18967 h 25082"/>
                  <a:gd name="connsiteX1" fmla="*/ 10976 w 18581"/>
                  <a:gd name="connsiteY1" fmla="*/ 1837 h 25082"/>
                  <a:gd name="connsiteX2" fmla="*/ 16526 w 18581"/>
                  <a:gd name="connsiteY2" fmla="*/ 518 h 25082"/>
                  <a:gd name="connsiteX3" fmla="*/ 17828 w 18581"/>
                  <a:gd name="connsiteY3" fmla="*/ 6051 h 25082"/>
                  <a:gd name="connsiteX4" fmla="*/ 17828 w 18581"/>
                  <a:gd name="connsiteY4" fmla="*/ 6051 h 25082"/>
                  <a:gd name="connsiteX5" fmla="*/ 17828 w 18581"/>
                  <a:gd name="connsiteY5" fmla="*/ 6051 h 25082"/>
                  <a:gd name="connsiteX6" fmla="*/ 7070 w 18581"/>
                  <a:gd name="connsiteY6" fmla="*/ 23181 h 25082"/>
                  <a:gd name="connsiteX7" fmla="*/ 7070 w 18581"/>
                  <a:gd name="connsiteY7" fmla="*/ 23181 h 25082"/>
                  <a:gd name="connsiteX8" fmla="*/ 1691 w 18581"/>
                  <a:gd name="connsiteY8" fmla="*/ 24398 h 25082"/>
                  <a:gd name="connsiteX9" fmla="*/ 458 w 18581"/>
                  <a:gd name="connsiteY9" fmla="*/ 19001 h 2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581" h="25082">
                    <a:moveTo>
                      <a:pt x="252" y="18967"/>
                    </a:moveTo>
                    <a:lnTo>
                      <a:pt x="10976" y="1837"/>
                    </a:lnTo>
                    <a:cubicBezTo>
                      <a:pt x="12141" y="-54"/>
                      <a:pt x="14607" y="-647"/>
                      <a:pt x="16526" y="518"/>
                    </a:cubicBezTo>
                    <a:cubicBezTo>
                      <a:pt x="18411" y="1683"/>
                      <a:pt x="18993" y="4160"/>
                      <a:pt x="17828" y="6051"/>
                    </a:cubicBezTo>
                    <a:lnTo>
                      <a:pt x="17828" y="6051"/>
                    </a:lnTo>
                    <a:lnTo>
                      <a:pt x="17828" y="6051"/>
                    </a:lnTo>
                    <a:lnTo>
                      <a:pt x="7070" y="23181"/>
                    </a:lnTo>
                    <a:lnTo>
                      <a:pt x="7070" y="23181"/>
                    </a:lnTo>
                    <a:cubicBezTo>
                      <a:pt x="5905" y="25007"/>
                      <a:pt x="3507" y="25552"/>
                      <a:pt x="1691" y="24398"/>
                    </a:cubicBezTo>
                    <a:cubicBezTo>
                      <a:pt x="-159" y="23243"/>
                      <a:pt x="-707" y="20827"/>
                      <a:pt x="458" y="190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AE992E7-48EA-F8DA-9B00-C6C5E74F512B}"/>
                  </a:ext>
                </a:extLst>
              </p:cNvPr>
              <p:cNvSpPr/>
              <p:nvPr/>
            </p:nvSpPr>
            <p:spPr>
              <a:xfrm>
                <a:off x="5658640" y="3799150"/>
                <a:ext cx="19774" cy="24701"/>
              </a:xfrm>
              <a:custGeom>
                <a:avLst/>
                <a:gdLst>
                  <a:gd name="connsiteX0" fmla="*/ 421 w 19774"/>
                  <a:gd name="connsiteY0" fmla="*/ 18404 h 24701"/>
                  <a:gd name="connsiteX1" fmla="*/ 12036 w 19774"/>
                  <a:gd name="connsiteY1" fmla="*/ 1720 h 24701"/>
                  <a:gd name="connsiteX2" fmla="*/ 17825 w 19774"/>
                  <a:gd name="connsiteY2" fmla="*/ 657 h 24701"/>
                  <a:gd name="connsiteX3" fmla="*/ 18888 w 19774"/>
                  <a:gd name="connsiteY3" fmla="*/ 6448 h 24701"/>
                  <a:gd name="connsiteX4" fmla="*/ 18888 w 19774"/>
                  <a:gd name="connsiteY4" fmla="*/ 6448 h 24701"/>
                  <a:gd name="connsiteX5" fmla="*/ 18888 w 19774"/>
                  <a:gd name="connsiteY5" fmla="*/ 6448 h 24701"/>
                  <a:gd name="connsiteX6" fmla="*/ 7239 w 19774"/>
                  <a:gd name="connsiteY6" fmla="*/ 22892 h 24701"/>
                  <a:gd name="connsiteX7" fmla="*/ 7239 w 19774"/>
                  <a:gd name="connsiteY7" fmla="*/ 22892 h 24701"/>
                  <a:gd name="connsiteX8" fmla="*/ 1586 w 19774"/>
                  <a:gd name="connsiteY8" fmla="*/ 23886 h 24701"/>
                  <a:gd name="connsiteX9" fmla="*/ 593 w 19774"/>
                  <a:gd name="connsiteY9" fmla="*/ 18233 h 24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774" h="24701">
                    <a:moveTo>
                      <a:pt x="421" y="18404"/>
                    </a:moveTo>
                    <a:lnTo>
                      <a:pt x="12036" y="1720"/>
                    </a:lnTo>
                    <a:cubicBezTo>
                      <a:pt x="13338" y="-172"/>
                      <a:pt x="15941" y="-648"/>
                      <a:pt x="17825" y="657"/>
                    </a:cubicBezTo>
                    <a:cubicBezTo>
                      <a:pt x="19710" y="1963"/>
                      <a:pt x="20190" y="4556"/>
                      <a:pt x="18888" y="6448"/>
                    </a:cubicBezTo>
                    <a:lnTo>
                      <a:pt x="18888" y="6448"/>
                    </a:lnTo>
                    <a:lnTo>
                      <a:pt x="18888" y="6448"/>
                    </a:lnTo>
                    <a:lnTo>
                      <a:pt x="7239" y="22892"/>
                    </a:lnTo>
                    <a:lnTo>
                      <a:pt x="7239" y="22892"/>
                    </a:lnTo>
                    <a:cubicBezTo>
                      <a:pt x="5937" y="24729"/>
                      <a:pt x="3436" y="25174"/>
                      <a:pt x="1586" y="23886"/>
                    </a:cubicBezTo>
                    <a:cubicBezTo>
                      <a:pt x="-264" y="22598"/>
                      <a:pt x="-709" y="20069"/>
                      <a:pt x="593" y="182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16392412-56BC-5E8D-3201-8DB58F3F9BCF}"/>
                  </a:ext>
                </a:extLst>
              </p:cNvPr>
              <p:cNvSpPr/>
              <p:nvPr/>
            </p:nvSpPr>
            <p:spPr>
              <a:xfrm>
                <a:off x="5682596" y="3766805"/>
                <a:ext cx="20593" cy="24036"/>
              </a:xfrm>
              <a:custGeom>
                <a:avLst/>
                <a:gdLst>
                  <a:gd name="connsiteX0" fmla="*/ 241 w 20593"/>
                  <a:gd name="connsiteY0" fmla="*/ 17689 h 24036"/>
                  <a:gd name="connsiteX1" fmla="*/ 12712 w 20593"/>
                  <a:gd name="connsiteY1" fmla="*/ 1621 h 24036"/>
                  <a:gd name="connsiteX2" fmla="*/ 18742 w 20593"/>
                  <a:gd name="connsiteY2" fmla="*/ 798 h 24036"/>
                  <a:gd name="connsiteX3" fmla="*/ 19564 w 20593"/>
                  <a:gd name="connsiteY3" fmla="*/ 6828 h 24036"/>
                  <a:gd name="connsiteX4" fmla="*/ 19564 w 20593"/>
                  <a:gd name="connsiteY4" fmla="*/ 6828 h 24036"/>
                  <a:gd name="connsiteX5" fmla="*/ 19564 w 20593"/>
                  <a:gd name="connsiteY5" fmla="*/ 6828 h 24036"/>
                  <a:gd name="connsiteX6" fmla="*/ 7128 w 20593"/>
                  <a:gd name="connsiteY6" fmla="*/ 22622 h 24036"/>
                  <a:gd name="connsiteX7" fmla="*/ 7128 w 20593"/>
                  <a:gd name="connsiteY7" fmla="*/ 22622 h 24036"/>
                  <a:gd name="connsiteX8" fmla="*/ 1167 w 20593"/>
                  <a:gd name="connsiteY8" fmla="*/ 22821 h 24036"/>
                  <a:gd name="connsiteX9" fmla="*/ 516 w 20593"/>
                  <a:gd name="connsiteY9" fmla="*/ 17449 h 24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593" h="24036">
                    <a:moveTo>
                      <a:pt x="241" y="17689"/>
                    </a:moveTo>
                    <a:lnTo>
                      <a:pt x="12712" y="1621"/>
                    </a:lnTo>
                    <a:cubicBezTo>
                      <a:pt x="14151" y="-270"/>
                      <a:pt x="16858" y="-640"/>
                      <a:pt x="18742" y="798"/>
                    </a:cubicBezTo>
                    <a:cubicBezTo>
                      <a:pt x="20627" y="2237"/>
                      <a:pt x="21003" y="4937"/>
                      <a:pt x="19564" y="6828"/>
                    </a:cubicBezTo>
                    <a:lnTo>
                      <a:pt x="19564" y="6828"/>
                    </a:lnTo>
                    <a:lnTo>
                      <a:pt x="19564" y="6828"/>
                    </a:lnTo>
                    <a:lnTo>
                      <a:pt x="7128" y="22622"/>
                    </a:lnTo>
                    <a:lnTo>
                      <a:pt x="7128" y="22622"/>
                    </a:lnTo>
                    <a:cubicBezTo>
                      <a:pt x="5552" y="24322"/>
                      <a:pt x="2880" y="24411"/>
                      <a:pt x="1167" y="22821"/>
                    </a:cubicBezTo>
                    <a:cubicBezTo>
                      <a:pt x="-306" y="21427"/>
                      <a:pt x="-581" y="19162"/>
                      <a:pt x="516" y="174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8FD5CC63-B1E2-861E-6D4A-67A345024F3D}"/>
                  </a:ext>
                </a:extLst>
              </p:cNvPr>
              <p:cNvSpPr/>
              <p:nvPr/>
            </p:nvSpPr>
            <p:spPr>
              <a:xfrm>
                <a:off x="5707783" y="3735691"/>
                <a:ext cx="21640" cy="23790"/>
              </a:xfrm>
              <a:custGeom>
                <a:avLst/>
                <a:gdLst>
                  <a:gd name="connsiteX0" fmla="*/ 373 w 21640"/>
                  <a:gd name="connsiteY0" fmla="*/ 16975 h 23790"/>
                  <a:gd name="connsiteX1" fmla="*/ 13598 w 21640"/>
                  <a:gd name="connsiteY1" fmla="*/ 1523 h 23790"/>
                  <a:gd name="connsiteX2" fmla="*/ 19868 w 21640"/>
                  <a:gd name="connsiteY2" fmla="*/ 958 h 23790"/>
                  <a:gd name="connsiteX3" fmla="*/ 20450 w 21640"/>
                  <a:gd name="connsiteY3" fmla="*/ 7245 h 23790"/>
                  <a:gd name="connsiteX4" fmla="*/ 20450 w 21640"/>
                  <a:gd name="connsiteY4" fmla="*/ 7245 h 23790"/>
                  <a:gd name="connsiteX5" fmla="*/ 20450 w 21640"/>
                  <a:gd name="connsiteY5" fmla="*/ 7245 h 23790"/>
                  <a:gd name="connsiteX6" fmla="*/ 7260 w 21640"/>
                  <a:gd name="connsiteY6" fmla="*/ 22456 h 23790"/>
                  <a:gd name="connsiteX7" fmla="*/ 7260 w 21640"/>
                  <a:gd name="connsiteY7" fmla="*/ 22456 h 23790"/>
                  <a:gd name="connsiteX8" fmla="*/ 1093 w 21640"/>
                  <a:gd name="connsiteY8" fmla="*/ 22419 h 23790"/>
                  <a:gd name="connsiteX9" fmla="*/ 682 w 21640"/>
                  <a:gd name="connsiteY9" fmla="*/ 16803 h 23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640" h="23790">
                    <a:moveTo>
                      <a:pt x="373" y="16975"/>
                    </a:moveTo>
                    <a:lnTo>
                      <a:pt x="13598" y="1523"/>
                    </a:lnTo>
                    <a:cubicBezTo>
                      <a:pt x="15174" y="-368"/>
                      <a:pt x="17983" y="-621"/>
                      <a:pt x="19868" y="958"/>
                    </a:cubicBezTo>
                    <a:cubicBezTo>
                      <a:pt x="21786" y="2537"/>
                      <a:pt x="22026" y="5353"/>
                      <a:pt x="20450" y="7245"/>
                    </a:cubicBezTo>
                    <a:lnTo>
                      <a:pt x="20450" y="7245"/>
                    </a:lnTo>
                    <a:lnTo>
                      <a:pt x="20450" y="7245"/>
                    </a:lnTo>
                    <a:lnTo>
                      <a:pt x="7260" y="22456"/>
                    </a:lnTo>
                    <a:lnTo>
                      <a:pt x="7260" y="22456"/>
                    </a:lnTo>
                    <a:cubicBezTo>
                      <a:pt x="5546" y="24145"/>
                      <a:pt x="2806" y="24128"/>
                      <a:pt x="1093" y="22419"/>
                    </a:cubicBezTo>
                    <a:cubicBezTo>
                      <a:pt x="-380" y="20904"/>
                      <a:pt x="-586" y="18527"/>
                      <a:pt x="682" y="168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C98C1E66-2146-4DA8-5EFB-BB436E598937}"/>
                  </a:ext>
                </a:extLst>
              </p:cNvPr>
              <p:cNvSpPr/>
              <p:nvPr/>
            </p:nvSpPr>
            <p:spPr>
              <a:xfrm>
                <a:off x="5734109" y="3705875"/>
                <a:ext cx="22817" cy="23583"/>
              </a:xfrm>
              <a:custGeom>
                <a:avLst/>
                <a:gdLst>
                  <a:gd name="connsiteX0" fmla="*/ 839 w 22817"/>
                  <a:gd name="connsiteY0" fmla="*/ 16196 h 23583"/>
                  <a:gd name="connsiteX1" fmla="*/ 14782 w 22817"/>
                  <a:gd name="connsiteY1" fmla="*/ 1361 h 23583"/>
                  <a:gd name="connsiteX2" fmla="*/ 21223 w 22817"/>
                  <a:gd name="connsiteY2" fmla="*/ 1155 h 23583"/>
                  <a:gd name="connsiteX3" fmla="*/ 21429 w 22817"/>
                  <a:gd name="connsiteY3" fmla="*/ 7596 h 23583"/>
                  <a:gd name="connsiteX4" fmla="*/ 21429 w 22817"/>
                  <a:gd name="connsiteY4" fmla="*/ 7596 h 23583"/>
                  <a:gd name="connsiteX5" fmla="*/ 21429 w 22817"/>
                  <a:gd name="connsiteY5" fmla="*/ 7596 h 23583"/>
                  <a:gd name="connsiteX6" fmla="*/ 7553 w 22817"/>
                  <a:gd name="connsiteY6" fmla="*/ 22191 h 23583"/>
                  <a:gd name="connsiteX7" fmla="*/ 7553 w 22817"/>
                  <a:gd name="connsiteY7" fmla="*/ 22191 h 23583"/>
                  <a:gd name="connsiteX8" fmla="*/ 1181 w 22817"/>
                  <a:gd name="connsiteY8" fmla="*/ 22191 h 23583"/>
                  <a:gd name="connsiteX9" fmla="*/ 839 w 22817"/>
                  <a:gd name="connsiteY9" fmla="*/ 16196 h 23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17" h="23583">
                    <a:moveTo>
                      <a:pt x="839" y="16196"/>
                    </a:moveTo>
                    <a:lnTo>
                      <a:pt x="14782" y="1361"/>
                    </a:lnTo>
                    <a:cubicBezTo>
                      <a:pt x="16495" y="-475"/>
                      <a:pt x="19374" y="-568"/>
                      <a:pt x="21223" y="1155"/>
                    </a:cubicBezTo>
                    <a:cubicBezTo>
                      <a:pt x="23073" y="2879"/>
                      <a:pt x="23142" y="5760"/>
                      <a:pt x="21429" y="7596"/>
                    </a:cubicBezTo>
                    <a:lnTo>
                      <a:pt x="21429" y="7596"/>
                    </a:lnTo>
                    <a:lnTo>
                      <a:pt x="21429" y="7596"/>
                    </a:lnTo>
                    <a:lnTo>
                      <a:pt x="7553" y="22191"/>
                    </a:lnTo>
                    <a:lnTo>
                      <a:pt x="7553" y="22191"/>
                    </a:lnTo>
                    <a:cubicBezTo>
                      <a:pt x="5806" y="23942"/>
                      <a:pt x="2928" y="23942"/>
                      <a:pt x="1181" y="22191"/>
                    </a:cubicBezTo>
                    <a:cubicBezTo>
                      <a:pt x="-463" y="20574"/>
                      <a:pt x="-601" y="17988"/>
                      <a:pt x="839" y="16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54EE385C-754A-8E9D-B5B2-A652423FCEB9}"/>
                  </a:ext>
                </a:extLst>
              </p:cNvPr>
              <p:cNvSpPr/>
              <p:nvPr/>
            </p:nvSpPr>
            <p:spPr>
              <a:xfrm>
                <a:off x="5762158" y="3677246"/>
                <a:ext cx="23742" cy="23288"/>
              </a:xfrm>
              <a:custGeom>
                <a:avLst/>
                <a:gdLst>
                  <a:gd name="connsiteX0" fmla="*/ 986 w 23742"/>
                  <a:gd name="connsiteY0" fmla="*/ 15499 h 23288"/>
                  <a:gd name="connsiteX1" fmla="*/ 15581 w 23742"/>
                  <a:gd name="connsiteY1" fmla="*/ 1315 h 23288"/>
                  <a:gd name="connsiteX2" fmla="*/ 22159 w 23742"/>
                  <a:gd name="connsiteY2" fmla="*/ 1256 h 23288"/>
                  <a:gd name="connsiteX3" fmla="*/ 22227 w 23742"/>
                  <a:gd name="connsiteY3" fmla="*/ 1315 h 23288"/>
                  <a:gd name="connsiteX4" fmla="*/ 22227 w 23742"/>
                  <a:gd name="connsiteY4" fmla="*/ 7961 h 23288"/>
                  <a:gd name="connsiteX5" fmla="*/ 22227 w 23742"/>
                  <a:gd name="connsiteY5" fmla="*/ 7961 h 23288"/>
                  <a:gd name="connsiteX6" fmla="*/ 22227 w 23742"/>
                  <a:gd name="connsiteY6" fmla="*/ 7961 h 23288"/>
                  <a:gd name="connsiteX7" fmla="*/ 7701 w 23742"/>
                  <a:gd name="connsiteY7" fmla="*/ 21905 h 23288"/>
                  <a:gd name="connsiteX8" fmla="*/ 7701 w 23742"/>
                  <a:gd name="connsiteY8" fmla="*/ 21905 h 23288"/>
                  <a:gd name="connsiteX9" fmla="*/ 1158 w 23742"/>
                  <a:gd name="connsiteY9" fmla="*/ 21802 h 23288"/>
                  <a:gd name="connsiteX10" fmla="*/ 1260 w 23742"/>
                  <a:gd name="connsiteY10" fmla="*/ 15259 h 23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742" h="23288">
                    <a:moveTo>
                      <a:pt x="986" y="15499"/>
                    </a:moveTo>
                    <a:lnTo>
                      <a:pt x="15581" y="1315"/>
                    </a:lnTo>
                    <a:cubicBezTo>
                      <a:pt x="17397" y="-522"/>
                      <a:pt x="20343" y="-546"/>
                      <a:pt x="22159" y="1256"/>
                    </a:cubicBezTo>
                    <a:cubicBezTo>
                      <a:pt x="22193" y="1277"/>
                      <a:pt x="22193" y="1294"/>
                      <a:pt x="22227" y="1315"/>
                    </a:cubicBezTo>
                    <a:cubicBezTo>
                      <a:pt x="24043" y="3158"/>
                      <a:pt x="24043" y="6118"/>
                      <a:pt x="22227" y="7961"/>
                    </a:cubicBezTo>
                    <a:lnTo>
                      <a:pt x="22227" y="7961"/>
                    </a:lnTo>
                    <a:lnTo>
                      <a:pt x="22227" y="7961"/>
                    </a:lnTo>
                    <a:lnTo>
                      <a:pt x="7701" y="21905"/>
                    </a:lnTo>
                    <a:lnTo>
                      <a:pt x="7701" y="21905"/>
                    </a:lnTo>
                    <a:cubicBezTo>
                      <a:pt x="5851" y="23683"/>
                      <a:pt x="2939" y="23639"/>
                      <a:pt x="1158" y="21802"/>
                    </a:cubicBezTo>
                    <a:cubicBezTo>
                      <a:pt x="-624" y="19966"/>
                      <a:pt x="-590" y="17037"/>
                      <a:pt x="1260" y="15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AEF727F-2EA7-D606-8306-64D1BE549477}"/>
                  </a:ext>
                </a:extLst>
              </p:cNvPr>
              <p:cNvSpPr/>
              <p:nvPr/>
            </p:nvSpPr>
            <p:spPr>
              <a:xfrm>
                <a:off x="5791886" y="3650004"/>
                <a:ext cx="24176" cy="22589"/>
              </a:xfrm>
              <a:custGeom>
                <a:avLst/>
                <a:gdLst>
                  <a:gd name="connsiteX0" fmla="*/ 790 w 24176"/>
                  <a:gd name="connsiteY0" fmla="*/ 14852 h 22589"/>
                  <a:gd name="connsiteX1" fmla="*/ 15968 w 24176"/>
                  <a:gd name="connsiteY1" fmla="*/ 1148 h 22589"/>
                  <a:gd name="connsiteX2" fmla="*/ 22820 w 24176"/>
                  <a:gd name="connsiteY2" fmla="*/ 1542 h 22589"/>
                  <a:gd name="connsiteX3" fmla="*/ 22409 w 24176"/>
                  <a:gd name="connsiteY3" fmla="*/ 8377 h 22589"/>
                  <a:gd name="connsiteX4" fmla="*/ 22409 w 24176"/>
                  <a:gd name="connsiteY4" fmla="*/ 8377 h 22589"/>
                  <a:gd name="connsiteX5" fmla="*/ 22409 w 24176"/>
                  <a:gd name="connsiteY5" fmla="*/ 8377 h 22589"/>
                  <a:gd name="connsiteX6" fmla="*/ 7300 w 24176"/>
                  <a:gd name="connsiteY6" fmla="*/ 21704 h 22589"/>
                  <a:gd name="connsiteX7" fmla="*/ 7300 w 24176"/>
                  <a:gd name="connsiteY7" fmla="*/ 21704 h 22589"/>
                  <a:gd name="connsiteX8" fmla="*/ 653 w 24176"/>
                  <a:gd name="connsiteY8" fmla="*/ 20371 h 22589"/>
                  <a:gd name="connsiteX9" fmla="*/ 790 w 24176"/>
                  <a:gd name="connsiteY9" fmla="*/ 14852 h 22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176" h="22589">
                    <a:moveTo>
                      <a:pt x="790" y="14852"/>
                    </a:moveTo>
                    <a:lnTo>
                      <a:pt x="15968" y="1148"/>
                    </a:lnTo>
                    <a:cubicBezTo>
                      <a:pt x="17955" y="-630"/>
                      <a:pt x="21038" y="-456"/>
                      <a:pt x="22820" y="1542"/>
                    </a:cubicBezTo>
                    <a:cubicBezTo>
                      <a:pt x="24567" y="3539"/>
                      <a:pt x="24396" y="6599"/>
                      <a:pt x="22409" y="8377"/>
                    </a:cubicBezTo>
                    <a:lnTo>
                      <a:pt x="22409" y="8377"/>
                    </a:lnTo>
                    <a:lnTo>
                      <a:pt x="22409" y="8377"/>
                    </a:lnTo>
                    <a:lnTo>
                      <a:pt x="7300" y="21704"/>
                    </a:lnTo>
                    <a:lnTo>
                      <a:pt x="7300" y="21704"/>
                    </a:lnTo>
                    <a:cubicBezTo>
                      <a:pt x="5107" y="23174"/>
                      <a:pt x="2127" y="22578"/>
                      <a:pt x="653" y="20371"/>
                    </a:cubicBezTo>
                    <a:cubicBezTo>
                      <a:pt x="-477" y="18686"/>
                      <a:pt x="-409" y="16476"/>
                      <a:pt x="790" y="148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725531E4-F44D-612D-5219-FE5478D6106A}"/>
                  </a:ext>
                </a:extLst>
              </p:cNvPr>
              <p:cNvSpPr/>
              <p:nvPr/>
            </p:nvSpPr>
            <p:spPr>
              <a:xfrm>
                <a:off x="5821768" y="3624164"/>
                <a:ext cx="25221" cy="22381"/>
              </a:xfrm>
              <a:custGeom>
                <a:avLst/>
                <a:gdLst>
                  <a:gd name="connsiteX0" fmla="*/ 1468 w 25221"/>
                  <a:gd name="connsiteY0" fmla="*/ 13763 h 22381"/>
                  <a:gd name="connsiteX1" fmla="*/ 17159 w 25221"/>
                  <a:gd name="connsiteY1" fmla="*/ 847 h 22381"/>
                  <a:gd name="connsiteX2" fmla="*/ 24149 w 25221"/>
                  <a:gd name="connsiteY2" fmla="*/ 2022 h 22381"/>
                  <a:gd name="connsiteX3" fmla="*/ 23497 w 25221"/>
                  <a:gd name="connsiteY3" fmla="*/ 8556 h 22381"/>
                  <a:gd name="connsiteX4" fmla="*/ 23497 w 25221"/>
                  <a:gd name="connsiteY4" fmla="*/ 8556 h 22381"/>
                  <a:gd name="connsiteX5" fmla="*/ 23497 w 25221"/>
                  <a:gd name="connsiteY5" fmla="*/ 8556 h 22381"/>
                  <a:gd name="connsiteX6" fmla="*/ 7841 w 25221"/>
                  <a:gd name="connsiteY6" fmla="*/ 21198 h 22381"/>
                  <a:gd name="connsiteX7" fmla="*/ 7841 w 25221"/>
                  <a:gd name="connsiteY7" fmla="*/ 21198 h 22381"/>
                  <a:gd name="connsiteX8" fmla="*/ 954 w 25221"/>
                  <a:gd name="connsiteY8" fmla="*/ 20495 h 22381"/>
                  <a:gd name="connsiteX9" fmla="*/ 1639 w 25221"/>
                  <a:gd name="connsiteY9" fmla="*/ 13592 h 2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21" h="22381">
                    <a:moveTo>
                      <a:pt x="1468" y="13763"/>
                    </a:moveTo>
                    <a:lnTo>
                      <a:pt x="17159" y="847"/>
                    </a:lnTo>
                    <a:cubicBezTo>
                      <a:pt x="19421" y="-753"/>
                      <a:pt x="22538" y="-228"/>
                      <a:pt x="24149" y="2022"/>
                    </a:cubicBezTo>
                    <a:cubicBezTo>
                      <a:pt x="25587" y="4054"/>
                      <a:pt x="25313" y="6843"/>
                      <a:pt x="23497" y="8556"/>
                    </a:cubicBezTo>
                    <a:lnTo>
                      <a:pt x="23497" y="8556"/>
                    </a:lnTo>
                    <a:lnTo>
                      <a:pt x="23497" y="8556"/>
                    </a:lnTo>
                    <a:lnTo>
                      <a:pt x="7841" y="21198"/>
                    </a:lnTo>
                    <a:lnTo>
                      <a:pt x="7841" y="21198"/>
                    </a:lnTo>
                    <a:cubicBezTo>
                      <a:pt x="5751" y="22911"/>
                      <a:pt x="2633" y="22596"/>
                      <a:pt x="954" y="20495"/>
                    </a:cubicBezTo>
                    <a:cubicBezTo>
                      <a:pt x="-759" y="18395"/>
                      <a:pt x="-450" y="15305"/>
                      <a:pt x="1639" y="135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BED6737-C699-17BD-7BD4-83E1A75614B2}"/>
                  </a:ext>
                </a:extLst>
              </p:cNvPr>
              <p:cNvSpPr/>
              <p:nvPr/>
            </p:nvSpPr>
            <p:spPr>
              <a:xfrm>
                <a:off x="5853444" y="3598938"/>
                <a:ext cx="26410" cy="22329"/>
              </a:xfrm>
              <a:custGeom>
                <a:avLst/>
                <a:gdLst>
                  <a:gd name="connsiteX0" fmla="*/ 1449 w 26410"/>
                  <a:gd name="connsiteY0" fmla="*/ 13500 h 22329"/>
                  <a:gd name="connsiteX1" fmla="*/ 17689 w 26410"/>
                  <a:gd name="connsiteY1" fmla="*/ 1235 h 22329"/>
                  <a:gd name="connsiteX2" fmla="*/ 24952 w 26410"/>
                  <a:gd name="connsiteY2" fmla="*/ 1626 h 22329"/>
                  <a:gd name="connsiteX3" fmla="*/ 24541 w 26410"/>
                  <a:gd name="connsiteY3" fmla="*/ 8882 h 22329"/>
                  <a:gd name="connsiteX4" fmla="*/ 23890 w 26410"/>
                  <a:gd name="connsiteY4" fmla="*/ 9389 h 22329"/>
                  <a:gd name="connsiteX5" fmla="*/ 23890 w 26410"/>
                  <a:gd name="connsiteY5" fmla="*/ 9389 h 22329"/>
                  <a:gd name="connsiteX6" fmla="*/ 23890 w 26410"/>
                  <a:gd name="connsiteY6" fmla="*/ 9389 h 22329"/>
                  <a:gd name="connsiteX7" fmla="*/ 7753 w 26410"/>
                  <a:gd name="connsiteY7" fmla="*/ 21380 h 22329"/>
                  <a:gd name="connsiteX8" fmla="*/ 7753 w 26410"/>
                  <a:gd name="connsiteY8" fmla="*/ 21380 h 22329"/>
                  <a:gd name="connsiteX9" fmla="*/ 730 w 26410"/>
                  <a:gd name="connsiteY9" fmla="*/ 20017 h 22329"/>
                  <a:gd name="connsiteX10" fmla="*/ 1655 w 26410"/>
                  <a:gd name="connsiteY10" fmla="*/ 13295 h 22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10" h="22329">
                    <a:moveTo>
                      <a:pt x="1449" y="13500"/>
                    </a:moveTo>
                    <a:lnTo>
                      <a:pt x="17689" y="1235"/>
                    </a:lnTo>
                    <a:cubicBezTo>
                      <a:pt x="19813" y="-659"/>
                      <a:pt x="23033" y="-485"/>
                      <a:pt x="24952" y="1626"/>
                    </a:cubicBezTo>
                    <a:cubicBezTo>
                      <a:pt x="26836" y="3740"/>
                      <a:pt x="26665" y="6987"/>
                      <a:pt x="24541" y="8882"/>
                    </a:cubicBezTo>
                    <a:cubicBezTo>
                      <a:pt x="24335" y="9070"/>
                      <a:pt x="24130" y="9238"/>
                      <a:pt x="23890" y="9389"/>
                    </a:cubicBezTo>
                    <a:lnTo>
                      <a:pt x="23890" y="9389"/>
                    </a:lnTo>
                    <a:lnTo>
                      <a:pt x="23890" y="9389"/>
                    </a:lnTo>
                    <a:lnTo>
                      <a:pt x="7753" y="21380"/>
                    </a:lnTo>
                    <a:lnTo>
                      <a:pt x="7753" y="21380"/>
                    </a:lnTo>
                    <a:cubicBezTo>
                      <a:pt x="5423" y="22949"/>
                      <a:pt x="2271" y="22340"/>
                      <a:pt x="730" y="20017"/>
                    </a:cubicBezTo>
                    <a:cubicBezTo>
                      <a:pt x="-743" y="17865"/>
                      <a:pt x="-332" y="14963"/>
                      <a:pt x="1655" y="13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414248A7-42E6-143B-F2EB-956CD5E64ECD}"/>
                  </a:ext>
                </a:extLst>
              </p:cNvPr>
              <p:cNvSpPr/>
              <p:nvPr/>
            </p:nvSpPr>
            <p:spPr>
              <a:xfrm>
                <a:off x="5885962" y="3575700"/>
                <a:ext cx="26743" cy="21750"/>
              </a:xfrm>
              <a:custGeom>
                <a:avLst/>
                <a:gdLst>
                  <a:gd name="connsiteX0" fmla="*/ 1615 w 26743"/>
                  <a:gd name="connsiteY0" fmla="*/ 12516 h 21750"/>
                  <a:gd name="connsiteX1" fmla="*/ 18300 w 26743"/>
                  <a:gd name="connsiteY1" fmla="*/ 867 h 21750"/>
                  <a:gd name="connsiteX2" fmla="*/ 25631 w 26743"/>
                  <a:gd name="connsiteY2" fmla="*/ 2186 h 21750"/>
                  <a:gd name="connsiteX3" fmla="*/ 24329 w 26743"/>
                  <a:gd name="connsiteY3" fmla="*/ 9535 h 21750"/>
                  <a:gd name="connsiteX4" fmla="*/ 24329 w 26743"/>
                  <a:gd name="connsiteY4" fmla="*/ 9535 h 21750"/>
                  <a:gd name="connsiteX5" fmla="*/ 24329 w 26743"/>
                  <a:gd name="connsiteY5" fmla="*/ 9535 h 21750"/>
                  <a:gd name="connsiteX6" fmla="*/ 7713 w 26743"/>
                  <a:gd name="connsiteY6" fmla="*/ 20944 h 21750"/>
                  <a:gd name="connsiteX7" fmla="*/ 7713 w 26743"/>
                  <a:gd name="connsiteY7" fmla="*/ 20944 h 21750"/>
                  <a:gd name="connsiteX8" fmla="*/ 587 w 26743"/>
                  <a:gd name="connsiteY8" fmla="*/ 19118 h 21750"/>
                  <a:gd name="connsiteX9" fmla="*/ 1786 w 26743"/>
                  <a:gd name="connsiteY9" fmla="*/ 12413 h 2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743" h="21750">
                    <a:moveTo>
                      <a:pt x="1615" y="12516"/>
                    </a:moveTo>
                    <a:lnTo>
                      <a:pt x="18300" y="867"/>
                    </a:lnTo>
                    <a:cubicBezTo>
                      <a:pt x="20698" y="-798"/>
                      <a:pt x="23987" y="-208"/>
                      <a:pt x="25631" y="2186"/>
                    </a:cubicBezTo>
                    <a:cubicBezTo>
                      <a:pt x="27310" y="4581"/>
                      <a:pt x="26728" y="7870"/>
                      <a:pt x="24329" y="9535"/>
                    </a:cubicBezTo>
                    <a:lnTo>
                      <a:pt x="24329" y="9535"/>
                    </a:lnTo>
                    <a:lnTo>
                      <a:pt x="24329" y="9535"/>
                    </a:lnTo>
                    <a:lnTo>
                      <a:pt x="7713" y="20944"/>
                    </a:lnTo>
                    <a:lnTo>
                      <a:pt x="7713" y="20944"/>
                    </a:lnTo>
                    <a:cubicBezTo>
                      <a:pt x="5247" y="22410"/>
                      <a:pt x="2060" y="21591"/>
                      <a:pt x="587" y="19118"/>
                    </a:cubicBezTo>
                    <a:cubicBezTo>
                      <a:pt x="-749" y="16891"/>
                      <a:pt x="-235" y="14037"/>
                      <a:pt x="1786" y="124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C063CF6F-02E2-7FDC-918F-7327D6014B39}"/>
                  </a:ext>
                </a:extLst>
              </p:cNvPr>
              <p:cNvSpPr/>
              <p:nvPr/>
            </p:nvSpPr>
            <p:spPr>
              <a:xfrm>
                <a:off x="5918745" y="3553516"/>
                <a:ext cx="28077" cy="21727"/>
              </a:xfrm>
              <a:custGeom>
                <a:avLst/>
                <a:gdLst>
                  <a:gd name="connsiteX0" fmla="*/ 2442 w 28077"/>
                  <a:gd name="connsiteY0" fmla="*/ 11745 h 21727"/>
                  <a:gd name="connsiteX1" fmla="*/ 19572 w 28077"/>
                  <a:gd name="connsiteY1" fmla="*/ 782 h 21727"/>
                  <a:gd name="connsiteX2" fmla="*/ 27075 w 28077"/>
                  <a:gd name="connsiteY2" fmla="*/ 2410 h 21727"/>
                  <a:gd name="connsiteX3" fmla="*/ 25431 w 28077"/>
                  <a:gd name="connsiteY3" fmla="*/ 9895 h 21727"/>
                  <a:gd name="connsiteX4" fmla="*/ 25431 w 28077"/>
                  <a:gd name="connsiteY4" fmla="*/ 9895 h 21727"/>
                  <a:gd name="connsiteX5" fmla="*/ 25431 w 28077"/>
                  <a:gd name="connsiteY5" fmla="*/ 9895 h 21727"/>
                  <a:gd name="connsiteX6" fmla="*/ 8300 w 28077"/>
                  <a:gd name="connsiteY6" fmla="*/ 20653 h 21727"/>
                  <a:gd name="connsiteX7" fmla="*/ 8300 w 28077"/>
                  <a:gd name="connsiteY7" fmla="*/ 20653 h 21727"/>
                  <a:gd name="connsiteX8" fmla="*/ 832 w 28077"/>
                  <a:gd name="connsiteY8" fmla="*/ 19409 h 21727"/>
                  <a:gd name="connsiteX9" fmla="*/ 2099 w 28077"/>
                  <a:gd name="connsiteY9" fmla="*/ 11955 h 21727"/>
                  <a:gd name="connsiteX10" fmla="*/ 2579 w 28077"/>
                  <a:gd name="connsiteY10" fmla="*/ 11643 h 21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77" h="21727">
                    <a:moveTo>
                      <a:pt x="2442" y="11745"/>
                    </a:moveTo>
                    <a:lnTo>
                      <a:pt x="19572" y="782"/>
                    </a:lnTo>
                    <a:cubicBezTo>
                      <a:pt x="22073" y="-835"/>
                      <a:pt x="25431" y="-109"/>
                      <a:pt x="27075" y="2410"/>
                    </a:cubicBezTo>
                    <a:cubicBezTo>
                      <a:pt x="28686" y="4928"/>
                      <a:pt x="27931" y="8278"/>
                      <a:pt x="25431" y="9895"/>
                    </a:cubicBezTo>
                    <a:lnTo>
                      <a:pt x="25431" y="9895"/>
                    </a:lnTo>
                    <a:lnTo>
                      <a:pt x="25431" y="9895"/>
                    </a:lnTo>
                    <a:lnTo>
                      <a:pt x="8300" y="20653"/>
                    </a:lnTo>
                    <a:lnTo>
                      <a:pt x="8300" y="20653"/>
                    </a:lnTo>
                    <a:cubicBezTo>
                      <a:pt x="5902" y="22370"/>
                      <a:pt x="2545" y="21811"/>
                      <a:pt x="832" y="19409"/>
                    </a:cubicBezTo>
                    <a:cubicBezTo>
                      <a:pt x="-881" y="17008"/>
                      <a:pt x="-299" y="13668"/>
                      <a:pt x="2099" y="11955"/>
                    </a:cubicBezTo>
                    <a:cubicBezTo>
                      <a:pt x="2236" y="11841"/>
                      <a:pt x="2408" y="11739"/>
                      <a:pt x="2579" y="116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35A48695-543F-8373-95B3-7A6E5693425E}"/>
                  </a:ext>
                </a:extLst>
              </p:cNvPr>
              <p:cNvSpPr/>
              <p:nvPr/>
            </p:nvSpPr>
            <p:spPr>
              <a:xfrm>
                <a:off x="5953267" y="3532843"/>
                <a:ext cx="28046" cy="21190"/>
              </a:xfrm>
              <a:custGeom>
                <a:avLst/>
                <a:gdLst>
                  <a:gd name="connsiteX0" fmla="*/ 2352 w 28046"/>
                  <a:gd name="connsiteY0" fmla="*/ 10766 h 21190"/>
                  <a:gd name="connsiteX1" fmla="*/ 19859 w 28046"/>
                  <a:gd name="connsiteY1" fmla="*/ 488 h 21190"/>
                  <a:gd name="connsiteX2" fmla="*/ 27327 w 28046"/>
                  <a:gd name="connsiteY2" fmla="*/ 3058 h 21190"/>
                  <a:gd name="connsiteX3" fmla="*/ 25511 w 28046"/>
                  <a:gd name="connsiteY3" fmla="*/ 10081 h 21190"/>
                  <a:gd name="connsiteX4" fmla="*/ 25511 w 28046"/>
                  <a:gd name="connsiteY4" fmla="*/ 10081 h 21190"/>
                  <a:gd name="connsiteX5" fmla="*/ 25511 w 28046"/>
                  <a:gd name="connsiteY5" fmla="*/ 10081 h 21190"/>
                  <a:gd name="connsiteX6" fmla="*/ 8107 w 28046"/>
                  <a:gd name="connsiteY6" fmla="*/ 20359 h 21190"/>
                  <a:gd name="connsiteX7" fmla="*/ 8107 w 28046"/>
                  <a:gd name="connsiteY7" fmla="*/ 20359 h 21190"/>
                  <a:gd name="connsiteX8" fmla="*/ 604 w 28046"/>
                  <a:gd name="connsiteY8" fmla="*/ 18389 h 21190"/>
                  <a:gd name="connsiteX9" fmla="*/ 2557 w 28046"/>
                  <a:gd name="connsiteY9" fmla="*/ 10869 h 2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46" h="21190">
                    <a:moveTo>
                      <a:pt x="2352" y="10766"/>
                    </a:moveTo>
                    <a:lnTo>
                      <a:pt x="19859" y="488"/>
                    </a:lnTo>
                    <a:cubicBezTo>
                      <a:pt x="22633" y="-865"/>
                      <a:pt x="25957" y="286"/>
                      <a:pt x="27327" y="3058"/>
                    </a:cubicBezTo>
                    <a:cubicBezTo>
                      <a:pt x="28526" y="5525"/>
                      <a:pt x="27772" y="8505"/>
                      <a:pt x="25511" y="10081"/>
                    </a:cubicBezTo>
                    <a:lnTo>
                      <a:pt x="25511" y="10081"/>
                    </a:lnTo>
                    <a:lnTo>
                      <a:pt x="25511" y="10081"/>
                    </a:lnTo>
                    <a:lnTo>
                      <a:pt x="8107" y="20359"/>
                    </a:lnTo>
                    <a:lnTo>
                      <a:pt x="8107" y="20359"/>
                    </a:lnTo>
                    <a:cubicBezTo>
                      <a:pt x="5503" y="21891"/>
                      <a:pt x="2111" y="21010"/>
                      <a:pt x="604" y="18389"/>
                    </a:cubicBezTo>
                    <a:cubicBezTo>
                      <a:pt x="-938" y="15768"/>
                      <a:pt x="-47" y="12400"/>
                      <a:pt x="2557" y="108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F92F268-4501-09C0-D362-9D7A9A3AFBAD}"/>
                  </a:ext>
                </a:extLst>
              </p:cNvPr>
              <p:cNvSpPr/>
              <p:nvPr/>
            </p:nvSpPr>
            <p:spPr>
              <a:xfrm>
                <a:off x="5988252" y="3513107"/>
                <a:ext cx="28751" cy="20695"/>
              </a:xfrm>
              <a:custGeom>
                <a:avLst/>
                <a:gdLst>
                  <a:gd name="connsiteX0" fmla="*/ 2586 w 28751"/>
                  <a:gd name="connsiteY0" fmla="*/ 10151 h 20695"/>
                  <a:gd name="connsiteX1" fmla="*/ 20470 w 28751"/>
                  <a:gd name="connsiteY1" fmla="*/ 456 h 20695"/>
                  <a:gd name="connsiteX2" fmla="*/ 28076 w 28751"/>
                  <a:gd name="connsiteY2" fmla="*/ 3231 h 20695"/>
                  <a:gd name="connsiteX3" fmla="*/ 25917 w 28751"/>
                  <a:gd name="connsiteY3" fmla="*/ 10494 h 20695"/>
                  <a:gd name="connsiteX4" fmla="*/ 25917 w 28751"/>
                  <a:gd name="connsiteY4" fmla="*/ 10494 h 20695"/>
                  <a:gd name="connsiteX5" fmla="*/ 8136 w 28751"/>
                  <a:gd name="connsiteY5" fmla="*/ 19950 h 20695"/>
                  <a:gd name="connsiteX6" fmla="*/ 8136 w 28751"/>
                  <a:gd name="connsiteY6" fmla="*/ 19950 h 20695"/>
                  <a:gd name="connsiteX7" fmla="*/ 496 w 28751"/>
                  <a:gd name="connsiteY7" fmla="*/ 17637 h 20695"/>
                  <a:gd name="connsiteX8" fmla="*/ 2826 w 28751"/>
                  <a:gd name="connsiteY8" fmla="*/ 10015 h 20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751" h="20695">
                    <a:moveTo>
                      <a:pt x="2586" y="10151"/>
                    </a:moveTo>
                    <a:lnTo>
                      <a:pt x="20470" y="456"/>
                    </a:lnTo>
                    <a:cubicBezTo>
                      <a:pt x="23348" y="-877"/>
                      <a:pt x="26740" y="367"/>
                      <a:pt x="28076" y="3231"/>
                    </a:cubicBezTo>
                    <a:cubicBezTo>
                      <a:pt x="29275" y="5848"/>
                      <a:pt x="28350" y="8963"/>
                      <a:pt x="25917" y="10494"/>
                    </a:cubicBezTo>
                    <a:lnTo>
                      <a:pt x="25917" y="10494"/>
                    </a:lnTo>
                    <a:lnTo>
                      <a:pt x="8136" y="19950"/>
                    </a:lnTo>
                    <a:lnTo>
                      <a:pt x="8136" y="19950"/>
                    </a:lnTo>
                    <a:cubicBezTo>
                      <a:pt x="5395" y="21416"/>
                      <a:pt x="1969" y="20382"/>
                      <a:pt x="496" y="17637"/>
                    </a:cubicBezTo>
                    <a:cubicBezTo>
                      <a:pt x="-943" y="14893"/>
                      <a:pt x="85" y="11481"/>
                      <a:pt x="2826" y="100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5596A940-370F-F6FD-BDC9-DFB969AB133C}"/>
                  </a:ext>
                </a:extLst>
              </p:cNvPr>
              <p:cNvSpPr/>
              <p:nvPr/>
            </p:nvSpPr>
            <p:spPr>
              <a:xfrm>
                <a:off x="6024458" y="3494486"/>
                <a:ext cx="29532" cy="20460"/>
              </a:xfrm>
              <a:custGeom>
                <a:avLst/>
                <a:gdLst>
                  <a:gd name="connsiteX0" fmla="*/ 2353 w 29532"/>
                  <a:gd name="connsiteY0" fmla="*/ 9758 h 20460"/>
                  <a:gd name="connsiteX1" fmla="*/ 20580 w 29532"/>
                  <a:gd name="connsiteY1" fmla="*/ 713 h 20460"/>
                  <a:gd name="connsiteX2" fmla="*/ 28597 w 29532"/>
                  <a:gd name="connsiteY2" fmla="*/ 2841 h 20460"/>
                  <a:gd name="connsiteX3" fmla="*/ 26473 w 29532"/>
                  <a:gd name="connsiteY3" fmla="*/ 10847 h 20460"/>
                  <a:gd name="connsiteX4" fmla="*/ 25753 w 29532"/>
                  <a:gd name="connsiteY4" fmla="*/ 11197 h 20460"/>
                  <a:gd name="connsiteX5" fmla="*/ 25753 w 29532"/>
                  <a:gd name="connsiteY5" fmla="*/ 11197 h 20460"/>
                  <a:gd name="connsiteX6" fmla="*/ 7664 w 29532"/>
                  <a:gd name="connsiteY6" fmla="*/ 20002 h 20460"/>
                  <a:gd name="connsiteX7" fmla="*/ 7664 w 29532"/>
                  <a:gd name="connsiteY7" fmla="*/ 20002 h 20460"/>
                  <a:gd name="connsiteX8" fmla="*/ 229 w 29532"/>
                  <a:gd name="connsiteY8" fmla="*/ 16675 h 20460"/>
                  <a:gd name="connsiteX9" fmla="*/ 2593 w 29532"/>
                  <a:gd name="connsiteY9" fmla="*/ 9724 h 20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532" h="20460">
                    <a:moveTo>
                      <a:pt x="2353" y="9758"/>
                    </a:moveTo>
                    <a:lnTo>
                      <a:pt x="20580" y="713"/>
                    </a:lnTo>
                    <a:cubicBezTo>
                      <a:pt x="23389" y="-911"/>
                      <a:pt x="26952" y="42"/>
                      <a:pt x="28597" y="2841"/>
                    </a:cubicBezTo>
                    <a:cubicBezTo>
                      <a:pt x="30207" y="5640"/>
                      <a:pt x="29248" y="9227"/>
                      <a:pt x="26473" y="10847"/>
                    </a:cubicBezTo>
                    <a:cubicBezTo>
                      <a:pt x="26233" y="10981"/>
                      <a:pt x="25993" y="11098"/>
                      <a:pt x="25753" y="11197"/>
                    </a:cubicBezTo>
                    <a:lnTo>
                      <a:pt x="25753" y="11197"/>
                    </a:lnTo>
                    <a:lnTo>
                      <a:pt x="7664" y="20002"/>
                    </a:lnTo>
                    <a:lnTo>
                      <a:pt x="7664" y="20002"/>
                    </a:lnTo>
                    <a:cubicBezTo>
                      <a:pt x="4683" y="21136"/>
                      <a:pt x="1360" y="19645"/>
                      <a:pt x="229" y="16675"/>
                    </a:cubicBezTo>
                    <a:cubicBezTo>
                      <a:pt x="-764" y="14092"/>
                      <a:pt x="229" y="11173"/>
                      <a:pt x="2593" y="97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A1D313B-3B85-F586-6514-6FFBB9E64270}"/>
                  </a:ext>
                </a:extLst>
              </p:cNvPr>
              <p:cNvSpPr/>
              <p:nvPr/>
            </p:nvSpPr>
            <p:spPr>
              <a:xfrm>
                <a:off x="6060261" y="3478043"/>
                <a:ext cx="29983" cy="19944"/>
              </a:xfrm>
              <a:custGeom>
                <a:avLst/>
                <a:gdLst>
                  <a:gd name="connsiteX0" fmla="*/ 3071 w 29983"/>
                  <a:gd name="connsiteY0" fmla="*/ 8660 h 19944"/>
                  <a:gd name="connsiteX1" fmla="*/ 21641 w 29983"/>
                  <a:gd name="connsiteY1" fmla="*/ 334 h 19944"/>
                  <a:gd name="connsiteX2" fmla="*/ 29418 w 29983"/>
                  <a:gd name="connsiteY2" fmla="*/ 3736 h 19944"/>
                  <a:gd name="connsiteX3" fmla="*/ 26540 w 29983"/>
                  <a:gd name="connsiteY3" fmla="*/ 11264 h 19944"/>
                  <a:gd name="connsiteX4" fmla="*/ 26540 w 29983"/>
                  <a:gd name="connsiteY4" fmla="*/ 11264 h 19944"/>
                  <a:gd name="connsiteX5" fmla="*/ 8108 w 29983"/>
                  <a:gd name="connsiteY5" fmla="*/ 19383 h 19944"/>
                  <a:gd name="connsiteX6" fmla="*/ 8108 w 29983"/>
                  <a:gd name="connsiteY6" fmla="*/ 19383 h 19944"/>
                  <a:gd name="connsiteX7" fmla="*/ 331 w 29983"/>
                  <a:gd name="connsiteY7" fmla="*/ 16272 h 19944"/>
                  <a:gd name="connsiteX8" fmla="*/ 3071 w 29983"/>
                  <a:gd name="connsiteY8" fmla="*/ 8660 h 1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983" h="19944">
                    <a:moveTo>
                      <a:pt x="3071" y="8660"/>
                    </a:moveTo>
                    <a:lnTo>
                      <a:pt x="21641" y="334"/>
                    </a:lnTo>
                    <a:cubicBezTo>
                      <a:pt x="24724" y="-871"/>
                      <a:pt x="28218" y="650"/>
                      <a:pt x="29418" y="3736"/>
                    </a:cubicBezTo>
                    <a:cubicBezTo>
                      <a:pt x="30548" y="6608"/>
                      <a:pt x="29281" y="9866"/>
                      <a:pt x="26540" y="11264"/>
                    </a:cubicBezTo>
                    <a:lnTo>
                      <a:pt x="26540" y="11264"/>
                    </a:lnTo>
                    <a:lnTo>
                      <a:pt x="8108" y="19383"/>
                    </a:lnTo>
                    <a:lnTo>
                      <a:pt x="8108" y="19383"/>
                    </a:lnTo>
                    <a:cubicBezTo>
                      <a:pt x="5093" y="20675"/>
                      <a:pt x="1598" y="19280"/>
                      <a:pt x="331" y="16272"/>
                    </a:cubicBezTo>
                    <a:cubicBezTo>
                      <a:pt x="-903" y="13408"/>
                      <a:pt x="296" y="10081"/>
                      <a:pt x="3071" y="86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8871B8AB-E0A0-E169-5593-BDCC2B51CF20}"/>
                  </a:ext>
                </a:extLst>
              </p:cNvPr>
              <p:cNvSpPr/>
              <p:nvPr/>
            </p:nvSpPr>
            <p:spPr>
              <a:xfrm>
                <a:off x="6097017" y="3462283"/>
                <a:ext cx="31225" cy="19786"/>
              </a:xfrm>
              <a:custGeom>
                <a:avLst/>
                <a:gdLst>
                  <a:gd name="connsiteX0" fmla="*/ 3763 w 31225"/>
                  <a:gd name="connsiteY0" fmla="*/ 7974 h 19786"/>
                  <a:gd name="connsiteX1" fmla="*/ 22640 w 31225"/>
                  <a:gd name="connsiteY1" fmla="*/ 368 h 19786"/>
                  <a:gd name="connsiteX2" fmla="*/ 30623 w 31225"/>
                  <a:gd name="connsiteY2" fmla="*/ 3760 h 19786"/>
                  <a:gd name="connsiteX3" fmla="*/ 27231 w 31225"/>
                  <a:gd name="connsiteY3" fmla="*/ 11743 h 19786"/>
                  <a:gd name="connsiteX4" fmla="*/ 27231 w 31225"/>
                  <a:gd name="connsiteY4" fmla="*/ 11743 h 19786"/>
                  <a:gd name="connsiteX5" fmla="*/ 27231 w 31225"/>
                  <a:gd name="connsiteY5" fmla="*/ 11743 h 19786"/>
                  <a:gd name="connsiteX6" fmla="*/ 8525 w 31225"/>
                  <a:gd name="connsiteY6" fmla="*/ 19109 h 19786"/>
                  <a:gd name="connsiteX7" fmla="*/ 8525 w 31225"/>
                  <a:gd name="connsiteY7" fmla="*/ 19109 h 19786"/>
                  <a:gd name="connsiteX8" fmla="*/ 440 w 31225"/>
                  <a:gd name="connsiteY8" fmla="*/ 16265 h 19786"/>
                  <a:gd name="connsiteX9" fmla="*/ 3283 w 31225"/>
                  <a:gd name="connsiteY9" fmla="*/ 8176 h 19786"/>
                  <a:gd name="connsiteX10" fmla="*/ 4037 w 31225"/>
                  <a:gd name="connsiteY10" fmla="*/ 7871 h 19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225" h="19786">
                    <a:moveTo>
                      <a:pt x="3763" y="7974"/>
                    </a:moveTo>
                    <a:lnTo>
                      <a:pt x="22640" y="368"/>
                    </a:lnTo>
                    <a:cubicBezTo>
                      <a:pt x="25792" y="-899"/>
                      <a:pt x="29355" y="619"/>
                      <a:pt x="30623" y="3760"/>
                    </a:cubicBezTo>
                    <a:cubicBezTo>
                      <a:pt x="31891" y="6902"/>
                      <a:pt x="30383" y="10475"/>
                      <a:pt x="27231" y="11743"/>
                    </a:cubicBezTo>
                    <a:lnTo>
                      <a:pt x="27231" y="11743"/>
                    </a:lnTo>
                    <a:lnTo>
                      <a:pt x="27231" y="11743"/>
                    </a:lnTo>
                    <a:lnTo>
                      <a:pt x="8525" y="19109"/>
                    </a:lnTo>
                    <a:lnTo>
                      <a:pt x="8525" y="19109"/>
                    </a:lnTo>
                    <a:cubicBezTo>
                      <a:pt x="5510" y="20558"/>
                      <a:pt x="1879" y="19287"/>
                      <a:pt x="440" y="16265"/>
                    </a:cubicBezTo>
                    <a:cubicBezTo>
                      <a:pt x="-999" y="13247"/>
                      <a:pt x="268" y="9626"/>
                      <a:pt x="3283" y="8176"/>
                    </a:cubicBezTo>
                    <a:cubicBezTo>
                      <a:pt x="3523" y="8057"/>
                      <a:pt x="3763" y="7957"/>
                      <a:pt x="4037" y="7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56BCAE14-72EE-C5C8-CD52-B5B2CC79ACA3}"/>
                  </a:ext>
                </a:extLst>
              </p:cNvPr>
              <p:cNvSpPr/>
              <p:nvPr/>
            </p:nvSpPr>
            <p:spPr>
              <a:xfrm>
                <a:off x="6135319" y="3448144"/>
                <a:ext cx="31460" cy="19157"/>
              </a:xfrm>
              <a:custGeom>
                <a:avLst/>
                <a:gdLst>
                  <a:gd name="connsiteX0" fmla="*/ 3387 w 31460"/>
                  <a:gd name="connsiteY0" fmla="*/ 7279 h 19157"/>
                  <a:gd name="connsiteX1" fmla="*/ 22572 w 31460"/>
                  <a:gd name="connsiteY1" fmla="*/ 427 h 19157"/>
                  <a:gd name="connsiteX2" fmla="*/ 30795 w 31460"/>
                  <a:gd name="connsiteY2" fmla="*/ 3726 h 19157"/>
                  <a:gd name="connsiteX3" fmla="*/ 27506 w 31460"/>
                  <a:gd name="connsiteY3" fmla="*/ 11955 h 19157"/>
                  <a:gd name="connsiteX4" fmla="*/ 26786 w 31460"/>
                  <a:gd name="connsiteY4" fmla="*/ 12212 h 19157"/>
                  <a:gd name="connsiteX5" fmla="*/ 26786 w 31460"/>
                  <a:gd name="connsiteY5" fmla="*/ 12212 h 19157"/>
                  <a:gd name="connsiteX6" fmla="*/ 7806 w 31460"/>
                  <a:gd name="connsiteY6" fmla="*/ 18825 h 19157"/>
                  <a:gd name="connsiteX7" fmla="*/ 7806 w 31460"/>
                  <a:gd name="connsiteY7" fmla="*/ 18825 h 19157"/>
                  <a:gd name="connsiteX8" fmla="*/ 98 w 31460"/>
                  <a:gd name="connsiteY8" fmla="*/ 14621 h 19157"/>
                  <a:gd name="connsiteX9" fmla="*/ 3695 w 31460"/>
                  <a:gd name="connsiteY9" fmla="*/ 7142 h 19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60" h="19157">
                    <a:moveTo>
                      <a:pt x="3387" y="7279"/>
                    </a:moveTo>
                    <a:lnTo>
                      <a:pt x="22572" y="427"/>
                    </a:lnTo>
                    <a:cubicBezTo>
                      <a:pt x="25759" y="-933"/>
                      <a:pt x="29425" y="543"/>
                      <a:pt x="30795" y="3726"/>
                    </a:cubicBezTo>
                    <a:cubicBezTo>
                      <a:pt x="32166" y="6912"/>
                      <a:pt x="30692" y="10595"/>
                      <a:pt x="27506" y="11955"/>
                    </a:cubicBezTo>
                    <a:cubicBezTo>
                      <a:pt x="27266" y="12055"/>
                      <a:pt x="27026" y="12141"/>
                      <a:pt x="26786" y="12212"/>
                    </a:cubicBezTo>
                    <a:lnTo>
                      <a:pt x="26786" y="12212"/>
                    </a:lnTo>
                    <a:lnTo>
                      <a:pt x="7806" y="18825"/>
                    </a:lnTo>
                    <a:lnTo>
                      <a:pt x="7806" y="18825"/>
                    </a:lnTo>
                    <a:cubicBezTo>
                      <a:pt x="4517" y="19791"/>
                      <a:pt x="1091" y="17910"/>
                      <a:pt x="98" y="14621"/>
                    </a:cubicBezTo>
                    <a:cubicBezTo>
                      <a:pt x="-793" y="11579"/>
                      <a:pt x="749" y="8351"/>
                      <a:pt x="3695" y="71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F2FA0225-464C-CA86-D0FE-D55DE0F6136F}"/>
                  </a:ext>
                </a:extLst>
              </p:cNvPr>
              <p:cNvSpPr/>
              <p:nvPr/>
            </p:nvSpPr>
            <p:spPr>
              <a:xfrm>
                <a:off x="6173182" y="3435928"/>
                <a:ext cx="31977" cy="18652"/>
              </a:xfrm>
              <a:custGeom>
                <a:avLst/>
                <a:gdLst>
                  <a:gd name="connsiteX0" fmla="*/ 4033 w 31977"/>
                  <a:gd name="connsiteY0" fmla="*/ 6236 h 18652"/>
                  <a:gd name="connsiteX1" fmla="*/ 23527 w 31977"/>
                  <a:gd name="connsiteY1" fmla="*/ 206 h 18652"/>
                  <a:gd name="connsiteX2" fmla="*/ 31544 w 31977"/>
                  <a:gd name="connsiteY2" fmla="*/ 4454 h 18652"/>
                  <a:gd name="connsiteX3" fmla="*/ 27296 w 31977"/>
                  <a:gd name="connsiteY3" fmla="*/ 12471 h 18652"/>
                  <a:gd name="connsiteX4" fmla="*/ 27296 w 31977"/>
                  <a:gd name="connsiteY4" fmla="*/ 12471 h 18652"/>
                  <a:gd name="connsiteX5" fmla="*/ 8041 w 31977"/>
                  <a:gd name="connsiteY5" fmla="*/ 18296 h 18652"/>
                  <a:gd name="connsiteX6" fmla="*/ 8041 w 31977"/>
                  <a:gd name="connsiteY6" fmla="*/ 18296 h 18652"/>
                  <a:gd name="connsiteX7" fmla="*/ 127 w 31977"/>
                  <a:gd name="connsiteY7" fmla="*/ 14082 h 18652"/>
                  <a:gd name="connsiteX8" fmla="*/ 4341 w 31977"/>
                  <a:gd name="connsiteY8" fmla="*/ 6167 h 18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977" h="18652">
                    <a:moveTo>
                      <a:pt x="4033" y="6236"/>
                    </a:moveTo>
                    <a:lnTo>
                      <a:pt x="23527" y="206"/>
                    </a:lnTo>
                    <a:cubicBezTo>
                      <a:pt x="26919" y="-835"/>
                      <a:pt x="30516" y="1066"/>
                      <a:pt x="31544" y="4454"/>
                    </a:cubicBezTo>
                    <a:cubicBezTo>
                      <a:pt x="32571" y="7843"/>
                      <a:pt x="30687" y="11430"/>
                      <a:pt x="27296" y="12471"/>
                    </a:cubicBezTo>
                    <a:lnTo>
                      <a:pt x="27296" y="12471"/>
                    </a:lnTo>
                    <a:lnTo>
                      <a:pt x="8041" y="18296"/>
                    </a:lnTo>
                    <a:lnTo>
                      <a:pt x="8041" y="18296"/>
                    </a:lnTo>
                    <a:cubicBezTo>
                      <a:pt x="4684" y="19317"/>
                      <a:pt x="1155" y="17432"/>
                      <a:pt x="127" y="14082"/>
                    </a:cubicBezTo>
                    <a:cubicBezTo>
                      <a:pt x="-901" y="10731"/>
                      <a:pt x="983" y="7188"/>
                      <a:pt x="4341" y="61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9798B55-3C33-DD80-8297-F291FA8AAB55}"/>
                  </a:ext>
                </a:extLst>
              </p:cNvPr>
              <p:cNvSpPr/>
              <p:nvPr/>
            </p:nvSpPr>
            <p:spPr>
              <a:xfrm>
                <a:off x="6211813" y="3425261"/>
                <a:ext cx="32684" cy="18077"/>
              </a:xfrm>
              <a:custGeom>
                <a:avLst/>
                <a:gdLst>
                  <a:gd name="connsiteX0" fmla="*/ 4492 w 32684"/>
                  <a:gd name="connsiteY0" fmla="*/ 5288 h 18077"/>
                  <a:gd name="connsiteX1" fmla="*/ 24226 w 32684"/>
                  <a:gd name="connsiteY1" fmla="*/ 149 h 18077"/>
                  <a:gd name="connsiteX2" fmla="*/ 32312 w 32684"/>
                  <a:gd name="connsiteY2" fmla="*/ 4792 h 18077"/>
                  <a:gd name="connsiteX3" fmla="*/ 27652 w 32684"/>
                  <a:gd name="connsiteY3" fmla="*/ 12860 h 18077"/>
                  <a:gd name="connsiteX4" fmla="*/ 27447 w 32684"/>
                  <a:gd name="connsiteY4" fmla="*/ 12860 h 18077"/>
                  <a:gd name="connsiteX5" fmla="*/ 7953 w 32684"/>
                  <a:gd name="connsiteY5" fmla="*/ 17794 h 18077"/>
                  <a:gd name="connsiteX6" fmla="*/ 7953 w 32684"/>
                  <a:gd name="connsiteY6" fmla="*/ 17794 h 18077"/>
                  <a:gd name="connsiteX7" fmla="*/ 38 w 32684"/>
                  <a:gd name="connsiteY7" fmla="*/ 13117 h 18077"/>
                  <a:gd name="connsiteX8" fmla="*/ 4732 w 32684"/>
                  <a:gd name="connsiteY8" fmla="*/ 5220 h 1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684" h="18077">
                    <a:moveTo>
                      <a:pt x="4492" y="5288"/>
                    </a:moveTo>
                    <a:lnTo>
                      <a:pt x="24226" y="149"/>
                    </a:lnTo>
                    <a:cubicBezTo>
                      <a:pt x="27721" y="-796"/>
                      <a:pt x="31352" y="1280"/>
                      <a:pt x="32312" y="4792"/>
                    </a:cubicBezTo>
                    <a:cubicBezTo>
                      <a:pt x="33237" y="8300"/>
                      <a:pt x="31147" y="11914"/>
                      <a:pt x="27652" y="12860"/>
                    </a:cubicBezTo>
                    <a:lnTo>
                      <a:pt x="27447" y="12860"/>
                    </a:lnTo>
                    <a:lnTo>
                      <a:pt x="7953" y="17794"/>
                    </a:lnTo>
                    <a:lnTo>
                      <a:pt x="7953" y="17794"/>
                    </a:lnTo>
                    <a:cubicBezTo>
                      <a:pt x="4492" y="18684"/>
                      <a:pt x="929" y="16588"/>
                      <a:pt x="38" y="13117"/>
                    </a:cubicBezTo>
                    <a:cubicBezTo>
                      <a:pt x="-818" y="9646"/>
                      <a:pt x="1272" y="6111"/>
                      <a:pt x="4732" y="52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29C7F791-BDAD-3249-410C-1D6693FB1A0D}"/>
                  </a:ext>
                </a:extLst>
              </p:cNvPr>
              <p:cNvSpPr/>
              <p:nvPr/>
            </p:nvSpPr>
            <p:spPr>
              <a:xfrm>
                <a:off x="6250930" y="3416169"/>
                <a:ext cx="34758" cy="17746"/>
              </a:xfrm>
              <a:custGeom>
                <a:avLst/>
                <a:gdLst>
                  <a:gd name="connsiteX0" fmla="*/ 4980 w 34758"/>
                  <a:gd name="connsiteY0" fmla="*/ 4617 h 17746"/>
                  <a:gd name="connsiteX1" fmla="*/ 24989 w 34758"/>
                  <a:gd name="connsiteY1" fmla="*/ 505 h 17746"/>
                  <a:gd name="connsiteX2" fmla="*/ 34033 w 34758"/>
                  <a:gd name="connsiteY2" fmla="*/ 4010 h 17746"/>
                  <a:gd name="connsiteX3" fmla="*/ 30504 w 34758"/>
                  <a:gd name="connsiteY3" fmla="*/ 13045 h 17746"/>
                  <a:gd name="connsiteX4" fmla="*/ 27695 w 34758"/>
                  <a:gd name="connsiteY4" fmla="*/ 13627 h 17746"/>
                  <a:gd name="connsiteX5" fmla="*/ 27455 w 34758"/>
                  <a:gd name="connsiteY5" fmla="*/ 13627 h 17746"/>
                  <a:gd name="connsiteX6" fmla="*/ 7790 w 34758"/>
                  <a:gd name="connsiteY6" fmla="*/ 17533 h 17746"/>
                  <a:gd name="connsiteX7" fmla="*/ 7790 w 34758"/>
                  <a:gd name="connsiteY7" fmla="*/ 17533 h 17746"/>
                  <a:gd name="connsiteX8" fmla="*/ -22 w 34758"/>
                  <a:gd name="connsiteY8" fmla="*/ 12360 h 17746"/>
                  <a:gd name="connsiteX9" fmla="*/ 5152 w 34758"/>
                  <a:gd name="connsiteY9" fmla="*/ 4548 h 1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758" h="17746">
                    <a:moveTo>
                      <a:pt x="4980" y="4617"/>
                    </a:moveTo>
                    <a:lnTo>
                      <a:pt x="24989" y="505"/>
                    </a:lnTo>
                    <a:cubicBezTo>
                      <a:pt x="28449" y="-1023"/>
                      <a:pt x="32491" y="550"/>
                      <a:pt x="34033" y="4010"/>
                    </a:cubicBezTo>
                    <a:cubicBezTo>
                      <a:pt x="35541" y="7474"/>
                      <a:pt x="33965" y="11520"/>
                      <a:pt x="30504" y="13045"/>
                    </a:cubicBezTo>
                    <a:cubicBezTo>
                      <a:pt x="29614" y="13435"/>
                      <a:pt x="28654" y="13634"/>
                      <a:pt x="27695" y="13627"/>
                    </a:cubicBezTo>
                    <a:lnTo>
                      <a:pt x="27455" y="13627"/>
                    </a:lnTo>
                    <a:lnTo>
                      <a:pt x="7790" y="17533"/>
                    </a:lnTo>
                    <a:lnTo>
                      <a:pt x="7790" y="17533"/>
                    </a:lnTo>
                    <a:cubicBezTo>
                      <a:pt x="4192" y="18262"/>
                      <a:pt x="698" y="15947"/>
                      <a:pt x="-22" y="12360"/>
                    </a:cubicBezTo>
                    <a:cubicBezTo>
                      <a:pt x="-741" y="8772"/>
                      <a:pt x="1554" y="5278"/>
                      <a:pt x="5152" y="45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70D424BD-5629-B595-38A4-8DA94908622F}"/>
                  </a:ext>
                </a:extLst>
              </p:cNvPr>
              <p:cNvSpPr/>
              <p:nvPr/>
            </p:nvSpPr>
            <p:spPr>
              <a:xfrm>
                <a:off x="5564793" y="3923806"/>
                <a:ext cx="66818" cy="88256"/>
              </a:xfrm>
              <a:custGeom>
                <a:avLst/>
                <a:gdLst>
                  <a:gd name="connsiteX0" fmla="*/ 4917 w 66818"/>
                  <a:gd name="connsiteY0" fmla="*/ 88176 h 88256"/>
                  <a:gd name="connsiteX1" fmla="*/ -153 w 66818"/>
                  <a:gd name="connsiteY1" fmla="*/ 83242 h 88256"/>
                  <a:gd name="connsiteX2" fmla="*/ -153 w 66818"/>
                  <a:gd name="connsiteY2" fmla="*/ 83139 h 88256"/>
                  <a:gd name="connsiteX3" fmla="*/ -153 w 66818"/>
                  <a:gd name="connsiteY3" fmla="*/ 4991 h 88256"/>
                  <a:gd name="connsiteX4" fmla="*/ 4883 w 66818"/>
                  <a:gd name="connsiteY4" fmla="*/ -79 h 88256"/>
                  <a:gd name="connsiteX5" fmla="*/ 4883 w 66818"/>
                  <a:gd name="connsiteY5" fmla="*/ -79 h 88256"/>
                  <a:gd name="connsiteX6" fmla="*/ 9919 w 66818"/>
                  <a:gd name="connsiteY6" fmla="*/ 4957 h 88256"/>
                  <a:gd name="connsiteX7" fmla="*/ 10091 w 66818"/>
                  <a:gd name="connsiteY7" fmla="*/ 70600 h 88256"/>
                  <a:gd name="connsiteX8" fmla="*/ 58363 w 66818"/>
                  <a:gd name="connsiteY8" fmla="*/ 20375 h 88256"/>
                  <a:gd name="connsiteX9" fmla="*/ 65455 w 66818"/>
                  <a:gd name="connsiteY9" fmla="*/ 20943 h 88256"/>
                  <a:gd name="connsiteX10" fmla="*/ 65661 w 66818"/>
                  <a:gd name="connsiteY10" fmla="*/ 27227 h 88256"/>
                  <a:gd name="connsiteX11" fmla="*/ 8617 w 66818"/>
                  <a:gd name="connsiteY11" fmla="*/ 86634 h 88256"/>
                  <a:gd name="connsiteX12" fmla="*/ 4917 w 66818"/>
                  <a:gd name="connsiteY12" fmla="*/ 88176 h 88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818" h="88256">
                    <a:moveTo>
                      <a:pt x="4917" y="88176"/>
                    </a:moveTo>
                    <a:cubicBezTo>
                      <a:pt x="2142" y="88213"/>
                      <a:pt x="-119" y="86003"/>
                      <a:pt x="-153" y="83242"/>
                    </a:cubicBezTo>
                    <a:cubicBezTo>
                      <a:pt x="-153" y="83208"/>
                      <a:pt x="-153" y="83174"/>
                      <a:pt x="-153" y="83139"/>
                    </a:cubicBezTo>
                    <a:lnTo>
                      <a:pt x="-153" y="4991"/>
                    </a:lnTo>
                    <a:cubicBezTo>
                      <a:pt x="-153" y="2206"/>
                      <a:pt x="2108" y="-62"/>
                      <a:pt x="4883" y="-79"/>
                    </a:cubicBezTo>
                    <a:lnTo>
                      <a:pt x="4883" y="-79"/>
                    </a:lnTo>
                    <a:cubicBezTo>
                      <a:pt x="7658" y="-79"/>
                      <a:pt x="9919" y="2175"/>
                      <a:pt x="9919" y="4957"/>
                    </a:cubicBezTo>
                    <a:lnTo>
                      <a:pt x="10091" y="70600"/>
                    </a:lnTo>
                    <a:lnTo>
                      <a:pt x="58363" y="20375"/>
                    </a:lnTo>
                    <a:cubicBezTo>
                      <a:pt x="60488" y="18572"/>
                      <a:pt x="63674" y="18826"/>
                      <a:pt x="65455" y="20943"/>
                    </a:cubicBezTo>
                    <a:cubicBezTo>
                      <a:pt x="66997" y="22735"/>
                      <a:pt x="67066" y="25342"/>
                      <a:pt x="65661" y="27227"/>
                    </a:cubicBezTo>
                    <a:lnTo>
                      <a:pt x="8617" y="86634"/>
                    </a:lnTo>
                    <a:cubicBezTo>
                      <a:pt x="7658" y="87648"/>
                      <a:pt x="6322" y="88210"/>
                      <a:pt x="4917" y="881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6BDDA9CB-F021-7100-FDDC-7C8DCA83BE74}"/>
                  </a:ext>
                </a:extLst>
              </p:cNvPr>
              <p:cNvSpPr/>
              <p:nvPr/>
            </p:nvSpPr>
            <p:spPr>
              <a:xfrm>
                <a:off x="5389505" y="3900997"/>
                <a:ext cx="14897" cy="27983"/>
              </a:xfrm>
              <a:custGeom>
                <a:avLst/>
                <a:gdLst>
                  <a:gd name="connsiteX0" fmla="*/ 6265 w 14897"/>
                  <a:gd name="connsiteY0" fmla="*/ 24923 h 27983"/>
                  <a:gd name="connsiteX1" fmla="*/ 64 w 14897"/>
                  <a:gd name="connsiteY1" fmla="*/ 5669 h 27983"/>
                  <a:gd name="connsiteX2" fmla="*/ 2907 w 14897"/>
                  <a:gd name="connsiteY2" fmla="*/ 136 h 27983"/>
                  <a:gd name="connsiteX3" fmla="*/ 8424 w 14897"/>
                  <a:gd name="connsiteY3" fmla="*/ 2962 h 27983"/>
                  <a:gd name="connsiteX4" fmla="*/ 8424 w 14897"/>
                  <a:gd name="connsiteY4" fmla="*/ 2962 h 27983"/>
                  <a:gd name="connsiteX5" fmla="*/ 14522 w 14897"/>
                  <a:gd name="connsiteY5" fmla="*/ 22251 h 27983"/>
                  <a:gd name="connsiteX6" fmla="*/ 11815 w 14897"/>
                  <a:gd name="connsiteY6" fmla="*/ 27667 h 27983"/>
                  <a:gd name="connsiteX7" fmla="*/ 11712 w 14897"/>
                  <a:gd name="connsiteY7" fmla="*/ 27698 h 27983"/>
                  <a:gd name="connsiteX8" fmla="*/ 6265 w 14897"/>
                  <a:gd name="connsiteY8" fmla="*/ 24923 h 27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97" h="27983">
                    <a:moveTo>
                      <a:pt x="6265" y="24923"/>
                    </a:moveTo>
                    <a:lnTo>
                      <a:pt x="64" y="5669"/>
                    </a:lnTo>
                    <a:cubicBezTo>
                      <a:pt x="-690" y="3360"/>
                      <a:pt x="578" y="882"/>
                      <a:pt x="2907" y="136"/>
                    </a:cubicBezTo>
                    <a:cubicBezTo>
                      <a:pt x="5203" y="-611"/>
                      <a:pt x="7670" y="653"/>
                      <a:pt x="8424" y="2962"/>
                    </a:cubicBezTo>
                    <a:lnTo>
                      <a:pt x="8424" y="2962"/>
                    </a:lnTo>
                    <a:lnTo>
                      <a:pt x="14522" y="22251"/>
                    </a:lnTo>
                    <a:cubicBezTo>
                      <a:pt x="15276" y="24495"/>
                      <a:pt x="14042" y="26920"/>
                      <a:pt x="11815" y="27667"/>
                    </a:cubicBezTo>
                    <a:cubicBezTo>
                      <a:pt x="11781" y="27678"/>
                      <a:pt x="11747" y="27688"/>
                      <a:pt x="11712" y="27698"/>
                    </a:cubicBezTo>
                    <a:cubicBezTo>
                      <a:pt x="9451" y="28421"/>
                      <a:pt x="7019" y="27184"/>
                      <a:pt x="6265" y="249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19199B25-2653-DE99-88F5-5ADF4A132FB3}"/>
                  </a:ext>
                </a:extLst>
              </p:cNvPr>
              <p:cNvSpPr/>
              <p:nvPr/>
            </p:nvSpPr>
            <p:spPr>
              <a:xfrm>
                <a:off x="5376865" y="3862126"/>
                <a:ext cx="15384" cy="28777"/>
              </a:xfrm>
              <a:custGeom>
                <a:avLst/>
                <a:gdLst>
                  <a:gd name="connsiteX0" fmla="*/ 6469 w 15384"/>
                  <a:gd name="connsiteY0" fmla="*/ 25423 h 28777"/>
                  <a:gd name="connsiteX1" fmla="*/ 199 w 15384"/>
                  <a:gd name="connsiteY1" fmla="*/ 6203 h 28777"/>
                  <a:gd name="connsiteX2" fmla="*/ 2598 w 15384"/>
                  <a:gd name="connsiteY2" fmla="*/ 279 h 28777"/>
                  <a:gd name="connsiteX3" fmla="*/ 8525 w 15384"/>
                  <a:gd name="connsiteY3" fmla="*/ 2687 h 28777"/>
                  <a:gd name="connsiteX4" fmla="*/ 8764 w 15384"/>
                  <a:gd name="connsiteY4" fmla="*/ 3393 h 28777"/>
                  <a:gd name="connsiteX5" fmla="*/ 8764 w 15384"/>
                  <a:gd name="connsiteY5" fmla="*/ 3393 h 28777"/>
                  <a:gd name="connsiteX6" fmla="*/ 14931 w 15384"/>
                  <a:gd name="connsiteY6" fmla="*/ 22647 h 28777"/>
                  <a:gd name="connsiteX7" fmla="*/ 12362 w 15384"/>
                  <a:gd name="connsiteY7" fmla="*/ 28400 h 28777"/>
                  <a:gd name="connsiteX8" fmla="*/ 6606 w 15384"/>
                  <a:gd name="connsiteY8" fmla="*/ 25837 h 28777"/>
                  <a:gd name="connsiteX9" fmla="*/ 6469 w 15384"/>
                  <a:gd name="connsiteY9" fmla="*/ 25388 h 2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384" h="28777">
                    <a:moveTo>
                      <a:pt x="6469" y="25423"/>
                    </a:moveTo>
                    <a:lnTo>
                      <a:pt x="199" y="6203"/>
                    </a:lnTo>
                    <a:cubicBezTo>
                      <a:pt x="-760" y="3900"/>
                      <a:pt x="302" y="1248"/>
                      <a:pt x="2598" y="279"/>
                    </a:cubicBezTo>
                    <a:cubicBezTo>
                      <a:pt x="4893" y="-694"/>
                      <a:pt x="7565" y="385"/>
                      <a:pt x="8525" y="2687"/>
                    </a:cubicBezTo>
                    <a:cubicBezTo>
                      <a:pt x="8627" y="2913"/>
                      <a:pt x="8696" y="3150"/>
                      <a:pt x="8764" y="3393"/>
                    </a:cubicBezTo>
                    <a:lnTo>
                      <a:pt x="8764" y="3393"/>
                    </a:lnTo>
                    <a:lnTo>
                      <a:pt x="14931" y="22647"/>
                    </a:lnTo>
                    <a:cubicBezTo>
                      <a:pt x="15822" y="24943"/>
                      <a:pt x="14657" y="27519"/>
                      <a:pt x="12362" y="28400"/>
                    </a:cubicBezTo>
                    <a:cubicBezTo>
                      <a:pt x="10066" y="29284"/>
                      <a:pt x="7497" y="28136"/>
                      <a:pt x="6606" y="25837"/>
                    </a:cubicBezTo>
                    <a:cubicBezTo>
                      <a:pt x="6572" y="25690"/>
                      <a:pt x="6503" y="25542"/>
                      <a:pt x="6469" y="253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F33ED87-0124-25E7-704D-72BF00B2EF01}"/>
                  </a:ext>
                </a:extLst>
              </p:cNvPr>
              <p:cNvSpPr/>
              <p:nvPr/>
            </p:nvSpPr>
            <p:spPr>
              <a:xfrm>
                <a:off x="5364345" y="3823768"/>
                <a:ext cx="15431" cy="28388"/>
              </a:xfrm>
              <a:custGeom>
                <a:avLst/>
                <a:gdLst>
                  <a:gd name="connsiteX0" fmla="*/ 6415 w 15431"/>
                  <a:gd name="connsiteY0" fmla="*/ 25203 h 28388"/>
                  <a:gd name="connsiteX1" fmla="*/ 76 w 15431"/>
                  <a:gd name="connsiteY1" fmla="*/ 5983 h 28388"/>
                  <a:gd name="connsiteX2" fmla="*/ 2989 w 15431"/>
                  <a:gd name="connsiteY2" fmla="*/ 159 h 28388"/>
                  <a:gd name="connsiteX3" fmla="*/ 8813 w 15431"/>
                  <a:gd name="connsiteY3" fmla="*/ 3071 h 28388"/>
                  <a:gd name="connsiteX4" fmla="*/ 8813 w 15431"/>
                  <a:gd name="connsiteY4" fmla="*/ 3071 h 28388"/>
                  <a:gd name="connsiteX5" fmla="*/ 15048 w 15431"/>
                  <a:gd name="connsiteY5" fmla="*/ 22325 h 28388"/>
                  <a:gd name="connsiteX6" fmla="*/ 12136 w 15431"/>
                  <a:gd name="connsiteY6" fmla="*/ 28081 h 28388"/>
                  <a:gd name="connsiteX7" fmla="*/ 6380 w 15431"/>
                  <a:gd name="connsiteY7" fmla="*/ 25169 h 28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31" h="28388">
                    <a:moveTo>
                      <a:pt x="6415" y="25203"/>
                    </a:moveTo>
                    <a:lnTo>
                      <a:pt x="76" y="5983"/>
                    </a:lnTo>
                    <a:cubicBezTo>
                      <a:pt x="-711" y="3571"/>
                      <a:pt x="590" y="964"/>
                      <a:pt x="2989" y="159"/>
                    </a:cubicBezTo>
                    <a:cubicBezTo>
                      <a:pt x="5387" y="-646"/>
                      <a:pt x="8025" y="659"/>
                      <a:pt x="8813" y="3071"/>
                    </a:cubicBezTo>
                    <a:lnTo>
                      <a:pt x="8813" y="3071"/>
                    </a:lnTo>
                    <a:lnTo>
                      <a:pt x="15048" y="22325"/>
                    </a:lnTo>
                    <a:cubicBezTo>
                      <a:pt x="15836" y="24720"/>
                      <a:pt x="14534" y="27297"/>
                      <a:pt x="12136" y="28081"/>
                    </a:cubicBezTo>
                    <a:cubicBezTo>
                      <a:pt x="9738" y="28866"/>
                      <a:pt x="7168" y="27564"/>
                      <a:pt x="6380" y="251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5875DF7A-0D48-FDBA-09EA-411432BEAB69}"/>
                  </a:ext>
                </a:extLst>
              </p:cNvPr>
              <p:cNvSpPr/>
              <p:nvPr/>
            </p:nvSpPr>
            <p:spPr>
              <a:xfrm>
                <a:off x="5351554" y="3785237"/>
                <a:ext cx="15766" cy="28770"/>
              </a:xfrm>
              <a:custGeom>
                <a:avLst/>
                <a:gdLst>
                  <a:gd name="connsiteX0" fmla="*/ 6496 w 15766"/>
                  <a:gd name="connsiteY0" fmla="*/ 25295 h 28770"/>
                  <a:gd name="connsiteX1" fmla="*/ 89 w 15766"/>
                  <a:gd name="connsiteY1" fmla="*/ 6109 h 28770"/>
                  <a:gd name="connsiteX2" fmla="*/ 3070 w 15766"/>
                  <a:gd name="connsiteY2" fmla="*/ 165 h 28770"/>
                  <a:gd name="connsiteX3" fmla="*/ 8997 w 15766"/>
                  <a:gd name="connsiteY3" fmla="*/ 3128 h 28770"/>
                  <a:gd name="connsiteX4" fmla="*/ 8997 w 15766"/>
                  <a:gd name="connsiteY4" fmla="*/ 3128 h 28770"/>
                  <a:gd name="connsiteX5" fmla="*/ 15301 w 15766"/>
                  <a:gd name="connsiteY5" fmla="*/ 22348 h 28770"/>
                  <a:gd name="connsiteX6" fmla="*/ 12628 w 15766"/>
                  <a:gd name="connsiteY6" fmla="*/ 28375 h 28770"/>
                  <a:gd name="connsiteX7" fmla="*/ 6598 w 15766"/>
                  <a:gd name="connsiteY7" fmla="*/ 25716 h 28770"/>
                  <a:gd name="connsiteX8" fmla="*/ 6461 w 15766"/>
                  <a:gd name="connsiteY8" fmla="*/ 25260 h 28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66" h="28770">
                    <a:moveTo>
                      <a:pt x="6496" y="25295"/>
                    </a:moveTo>
                    <a:lnTo>
                      <a:pt x="89" y="6109"/>
                    </a:lnTo>
                    <a:cubicBezTo>
                      <a:pt x="-733" y="3649"/>
                      <a:pt x="603" y="987"/>
                      <a:pt x="3070" y="165"/>
                    </a:cubicBezTo>
                    <a:cubicBezTo>
                      <a:pt x="5502" y="-658"/>
                      <a:pt x="8174" y="668"/>
                      <a:pt x="8997" y="3128"/>
                    </a:cubicBezTo>
                    <a:lnTo>
                      <a:pt x="8997" y="3128"/>
                    </a:lnTo>
                    <a:lnTo>
                      <a:pt x="15301" y="22348"/>
                    </a:lnTo>
                    <a:cubicBezTo>
                      <a:pt x="16226" y="24746"/>
                      <a:pt x="15027" y="27446"/>
                      <a:pt x="12628" y="28375"/>
                    </a:cubicBezTo>
                    <a:cubicBezTo>
                      <a:pt x="10230" y="29306"/>
                      <a:pt x="7558" y="28114"/>
                      <a:pt x="6598" y="25716"/>
                    </a:cubicBezTo>
                    <a:cubicBezTo>
                      <a:pt x="6564" y="25565"/>
                      <a:pt x="6496" y="25415"/>
                      <a:pt x="6461" y="252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1AB8864-BBFA-64F8-46EA-3C5BE5227D9B}"/>
                  </a:ext>
                </a:extLst>
              </p:cNvPr>
              <p:cNvSpPr/>
              <p:nvPr/>
            </p:nvSpPr>
            <p:spPr>
              <a:xfrm>
                <a:off x="5338587" y="3746762"/>
                <a:ext cx="16000" cy="28726"/>
              </a:xfrm>
              <a:custGeom>
                <a:avLst/>
                <a:gdLst>
                  <a:gd name="connsiteX0" fmla="*/ 6581 w 16000"/>
                  <a:gd name="connsiteY0" fmla="*/ 25432 h 28726"/>
                  <a:gd name="connsiteX1" fmla="*/ 106 w 16000"/>
                  <a:gd name="connsiteY1" fmla="*/ 6280 h 28726"/>
                  <a:gd name="connsiteX2" fmla="*/ 3086 w 16000"/>
                  <a:gd name="connsiteY2" fmla="*/ 182 h 28726"/>
                  <a:gd name="connsiteX3" fmla="*/ 9185 w 16000"/>
                  <a:gd name="connsiteY3" fmla="*/ 3163 h 28726"/>
                  <a:gd name="connsiteX4" fmla="*/ 9185 w 16000"/>
                  <a:gd name="connsiteY4" fmla="*/ 3163 h 28726"/>
                  <a:gd name="connsiteX5" fmla="*/ 15591 w 16000"/>
                  <a:gd name="connsiteY5" fmla="*/ 22349 h 28726"/>
                  <a:gd name="connsiteX6" fmla="*/ 12611 w 16000"/>
                  <a:gd name="connsiteY6" fmla="*/ 28396 h 28726"/>
                  <a:gd name="connsiteX7" fmla="*/ 6547 w 16000"/>
                  <a:gd name="connsiteY7" fmla="*/ 25398 h 28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00" h="28726">
                    <a:moveTo>
                      <a:pt x="6581" y="25432"/>
                    </a:moveTo>
                    <a:lnTo>
                      <a:pt x="106" y="6280"/>
                    </a:lnTo>
                    <a:cubicBezTo>
                      <a:pt x="-751" y="3773"/>
                      <a:pt x="585" y="1042"/>
                      <a:pt x="3086" y="182"/>
                    </a:cubicBezTo>
                    <a:cubicBezTo>
                      <a:pt x="5587" y="-678"/>
                      <a:pt x="8328" y="655"/>
                      <a:pt x="9185" y="3163"/>
                    </a:cubicBezTo>
                    <a:lnTo>
                      <a:pt x="9185" y="3163"/>
                    </a:lnTo>
                    <a:lnTo>
                      <a:pt x="15591" y="22349"/>
                    </a:lnTo>
                    <a:cubicBezTo>
                      <a:pt x="16448" y="24846"/>
                      <a:pt x="15077" y="27553"/>
                      <a:pt x="12611" y="28396"/>
                    </a:cubicBezTo>
                    <a:cubicBezTo>
                      <a:pt x="10110" y="29238"/>
                      <a:pt x="7403" y="27895"/>
                      <a:pt x="6547" y="253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C5D909FB-6863-1B18-5479-D01B9445DB00}"/>
                  </a:ext>
                </a:extLst>
              </p:cNvPr>
              <p:cNvSpPr/>
              <p:nvPr/>
            </p:nvSpPr>
            <p:spPr>
              <a:xfrm>
                <a:off x="5325370" y="3708216"/>
                <a:ext cx="16315" cy="28965"/>
              </a:xfrm>
              <a:custGeom>
                <a:avLst/>
                <a:gdLst>
                  <a:gd name="connsiteX0" fmla="*/ 6745 w 16315"/>
                  <a:gd name="connsiteY0" fmla="*/ 25675 h 28965"/>
                  <a:gd name="connsiteX1" fmla="*/ 167 w 16315"/>
                  <a:gd name="connsiteY1" fmla="*/ 6558 h 28965"/>
                  <a:gd name="connsiteX2" fmla="*/ 3010 w 16315"/>
                  <a:gd name="connsiteY2" fmla="*/ 240 h 28965"/>
                  <a:gd name="connsiteX3" fmla="*/ 9314 w 16315"/>
                  <a:gd name="connsiteY3" fmla="*/ 3087 h 28965"/>
                  <a:gd name="connsiteX4" fmla="*/ 9417 w 16315"/>
                  <a:gd name="connsiteY4" fmla="*/ 3338 h 28965"/>
                  <a:gd name="connsiteX5" fmla="*/ 9417 w 16315"/>
                  <a:gd name="connsiteY5" fmla="*/ 3338 h 28965"/>
                  <a:gd name="connsiteX6" fmla="*/ 15926 w 16315"/>
                  <a:gd name="connsiteY6" fmla="*/ 22523 h 28965"/>
                  <a:gd name="connsiteX7" fmla="*/ 12809 w 16315"/>
                  <a:gd name="connsiteY7" fmla="*/ 28649 h 28965"/>
                  <a:gd name="connsiteX8" fmla="*/ 6710 w 16315"/>
                  <a:gd name="connsiteY8" fmla="*/ 25641 h 28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15" h="28965">
                    <a:moveTo>
                      <a:pt x="6745" y="25675"/>
                    </a:moveTo>
                    <a:lnTo>
                      <a:pt x="167" y="6558"/>
                    </a:lnTo>
                    <a:cubicBezTo>
                      <a:pt x="-793" y="4026"/>
                      <a:pt x="475" y="1200"/>
                      <a:pt x="3010" y="240"/>
                    </a:cubicBezTo>
                    <a:cubicBezTo>
                      <a:pt x="5546" y="-719"/>
                      <a:pt x="8355" y="556"/>
                      <a:pt x="9314" y="3087"/>
                    </a:cubicBezTo>
                    <a:cubicBezTo>
                      <a:pt x="9349" y="3170"/>
                      <a:pt x="9383" y="3252"/>
                      <a:pt x="9417" y="3338"/>
                    </a:cubicBezTo>
                    <a:lnTo>
                      <a:pt x="9417" y="3338"/>
                    </a:lnTo>
                    <a:lnTo>
                      <a:pt x="15926" y="22523"/>
                    </a:lnTo>
                    <a:cubicBezTo>
                      <a:pt x="16749" y="25079"/>
                      <a:pt x="15344" y="27823"/>
                      <a:pt x="12809" y="28649"/>
                    </a:cubicBezTo>
                    <a:cubicBezTo>
                      <a:pt x="10273" y="29461"/>
                      <a:pt x="7601" y="28128"/>
                      <a:pt x="6710" y="256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BB831154-634C-BF8A-9CD0-1E0696ECBEAD}"/>
                  </a:ext>
                </a:extLst>
              </p:cNvPr>
              <p:cNvSpPr/>
              <p:nvPr/>
            </p:nvSpPr>
            <p:spPr>
              <a:xfrm>
                <a:off x="5311854" y="3669994"/>
                <a:ext cx="16681" cy="29162"/>
              </a:xfrm>
              <a:custGeom>
                <a:avLst/>
                <a:gdLst>
                  <a:gd name="connsiteX0" fmla="*/ 7001 w 16681"/>
                  <a:gd name="connsiteY0" fmla="*/ 25696 h 29162"/>
                  <a:gd name="connsiteX1" fmla="*/ 149 w 16681"/>
                  <a:gd name="connsiteY1" fmla="*/ 6648 h 29162"/>
                  <a:gd name="connsiteX2" fmla="*/ 3147 w 16681"/>
                  <a:gd name="connsiteY2" fmla="*/ 224 h 29162"/>
                  <a:gd name="connsiteX3" fmla="*/ 9571 w 16681"/>
                  <a:gd name="connsiteY3" fmla="*/ 3222 h 29162"/>
                  <a:gd name="connsiteX4" fmla="*/ 9571 w 16681"/>
                  <a:gd name="connsiteY4" fmla="*/ 3222 h 29162"/>
                  <a:gd name="connsiteX5" fmla="*/ 16217 w 16681"/>
                  <a:gd name="connsiteY5" fmla="*/ 22373 h 29162"/>
                  <a:gd name="connsiteX6" fmla="*/ 13237 w 16681"/>
                  <a:gd name="connsiteY6" fmla="*/ 28780 h 29162"/>
                  <a:gd name="connsiteX7" fmla="*/ 6830 w 16681"/>
                  <a:gd name="connsiteY7" fmla="*/ 25799 h 2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81" h="29162">
                    <a:moveTo>
                      <a:pt x="7001" y="25696"/>
                    </a:moveTo>
                    <a:lnTo>
                      <a:pt x="149" y="6648"/>
                    </a:lnTo>
                    <a:cubicBezTo>
                      <a:pt x="-796" y="4047"/>
                      <a:pt x="547" y="1169"/>
                      <a:pt x="3147" y="224"/>
                    </a:cubicBezTo>
                    <a:cubicBezTo>
                      <a:pt x="5747" y="-722"/>
                      <a:pt x="8612" y="621"/>
                      <a:pt x="9571" y="3222"/>
                    </a:cubicBezTo>
                    <a:lnTo>
                      <a:pt x="9571" y="3222"/>
                    </a:lnTo>
                    <a:lnTo>
                      <a:pt x="16217" y="22373"/>
                    </a:lnTo>
                    <a:cubicBezTo>
                      <a:pt x="17177" y="24967"/>
                      <a:pt x="15841" y="27834"/>
                      <a:pt x="13237" y="28780"/>
                    </a:cubicBezTo>
                    <a:cubicBezTo>
                      <a:pt x="10633" y="29725"/>
                      <a:pt x="7776" y="28393"/>
                      <a:pt x="6830" y="257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9EE14BC-CF89-4423-3332-EE6773E80D35}"/>
                  </a:ext>
                </a:extLst>
              </p:cNvPr>
              <p:cNvSpPr/>
              <p:nvPr/>
            </p:nvSpPr>
            <p:spPr>
              <a:xfrm>
                <a:off x="5298362" y="3631834"/>
                <a:ext cx="16980" cy="29004"/>
              </a:xfrm>
              <a:custGeom>
                <a:avLst/>
                <a:gdLst>
                  <a:gd name="connsiteX0" fmla="*/ 6996 w 16980"/>
                  <a:gd name="connsiteY0" fmla="*/ 25759 h 29004"/>
                  <a:gd name="connsiteX1" fmla="*/ 143 w 16980"/>
                  <a:gd name="connsiteY1" fmla="*/ 6745 h 29004"/>
                  <a:gd name="connsiteX2" fmla="*/ 3244 w 16980"/>
                  <a:gd name="connsiteY2" fmla="*/ 218 h 29004"/>
                  <a:gd name="connsiteX3" fmla="*/ 9771 w 16980"/>
                  <a:gd name="connsiteY3" fmla="*/ 3319 h 29004"/>
                  <a:gd name="connsiteX4" fmla="*/ 9771 w 16980"/>
                  <a:gd name="connsiteY4" fmla="*/ 3319 h 29004"/>
                  <a:gd name="connsiteX5" fmla="*/ 16623 w 16980"/>
                  <a:gd name="connsiteY5" fmla="*/ 22436 h 29004"/>
                  <a:gd name="connsiteX6" fmla="*/ 13173 w 16980"/>
                  <a:gd name="connsiteY6" fmla="*/ 28723 h 29004"/>
                  <a:gd name="connsiteX7" fmla="*/ 7098 w 16980"/>
                  <a:gd name="connsiteY7" fmla="*/ 25862 h 29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80" h="29004">
                    <a:moveTo>
                      <a:pt x="6996" y="25759"/>
                    </a:moveTo>
                    <a:lnTo>
                      <a:pt x="143" y="6745"/>
                    </a:lnTo>
                    <a:cubicBezTo>
                      <a:pt x="-802" y="4086"/>
                      <a:pt x="585" y="1164"/>
                      <a:pt x="3244" y="218"/>
                    </a:cubicBezTo>
                    <a:cubicBezTo>
                      <a:pt x="5903" y="-728"/>
                      <a:pt x="8825" y="660"/>
                      <a:pt x="9771" y="3319"/>
                    </a:cubicBezTo>
                    <a:lnTo>
                      <a:pt x="9771" y="3319"/>
                    </a:lnTo>
                    <a:lnTo>
                      <a:pt x="16623" y="22436"/>
                    </a:lnTo>
                    <a:cubicBezTo>
                      <a:pt x="17407" y="25125"/>
                      <a:pt x="15862" y="27938"/>
                      <a:pt x="13173" y="28723"/>
                    </a:cubicBezTo>
                    <a:cubicBezTo>
                      <a:pt x="10716" y="29439"/>
                      <a:pt x="8112" y="28212"/>
                      <a:pt x="7098" y="258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E351B942-2264-7428-A536-CD391FDC9C3E}"/>
                  </a:ext>
                </a:extLst>
              </p:cNvPr>
              <p:cNvSpPr/>
              <p:nvPr/>
            </p:nvSpPr>
            <p:spPr>
              <a:xfrm>
                <a:off x="5284352" y="3593671"/>
                <a:ext cx="17080" cy="28756"/>
              </a:xfrm>
              <a:custGeom>
                <a:avLst/>
                <a:gdLst>
                  <a:gd name="connsiteX0" fmla="*/ 7198 w 17080"/>
                  <a:gd name="connsiteY0" fmla="*/ 25894 h 28756"/>
                  <a:gd name="connsiteX1" fmla="*/ 175 w 17080"/>
                  <a:gd name="connsiteY1" fmla="*/ 6947 h 28756"/>
                  <a:gd name="connsiteX2" fmla="*/ 3241 w 17080"/>
                  <a:gd name="connsiteY2" fmla="*/ 249 h 28756"/>
                  <a:gd name="connsiteX3" fmla="*/ 9939 w 17080"/>
                  <a:gd name="connsiteY3" fmla="*/ 3316 h 28756"/>
                  <a:gd name="connsiteX4" fmla="*/ 9939 w 17080"/>
                  <a:gd name="connsiteY4" fmla="*/ 3316 h 28756"/>
                  <a:gd name="connsiteX5" fmla="*/ 16791 w 17080"/>
                  <a:gd name="connsiteY5" fmla="*/ 22330 h 28756"/>
                  <a:gd name="connsiteX6" fmla="*/ 12927 w 17080"/>
                  <a:gd name="connsiteY6" fmla="*/ 28542 h 28756"/>
                  <a:gd name="connsiteX7" fmla="*/ 7096 w 17080"/>
                  <a:gd name="connsiteY7" fmla="*/ 25756 h 2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80" h="28756">
                    <a:moveTo>
                      <a:pt x="7198" y="25894"/>
                    </a:moveTo>
                    <a:lnTo>
                      <a:pt x="175" y="6947"/>
                    </a:lnTo>
                    <a:cubicBezTo>
                      <a:pt x="-829" y="4251"/>
                      <a:pt x="545" y="1253"/>
                      <a:pt x="3241" y="249"/>
                    </a:cubicBezTo>
                    <a:cubicBezTo>
                      <a:pt x="5938" y="-754"/>
                      <a:pt x="8935" y="620"/>
                      <a:pt x="9939" y="3316"/>
                    </a:cubicBezTo>
                    <a:lnTo>
                      <a:pt x="9939" y="3316"/>
                    </a:lnTo>
                    <a:lnTo>
                      <a:pt x="16791" y="22330"/>
                    </a:lnTo>
                    <a:cubicBezTo>
                      <a:pt x="17439" y="25112"/>
                      <a:pt x="15709" y="27894"/>
                      <a:pt x="12927" y="28542"/>
                    </a:cubicBezTo>
                    <a:cubicBezTo>
                      <a:pt x="10570" y="29090"/>
                      <a:pt x="8147" y="27935"/>
                      <a:pt x="7096" y="257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26747D53-71B1-0AD4-993C-6CBF648C723A}"/>
                  </a:ext>
                </a:extLst>
              </p:cNvPr>
              <p:cNvSpPr/>
              <p:nvPr/>
            </p:nvSpPr>
            <p:spPr>
              <a:xfrm>
                <a:off x="5270040" y="3555651"/>
                <a:ext cx="17663" cy="29269"/>
              </a:xfrm>
              <a:custGeom>
                <a:avLst/>
                <a:gdLst>
                  <a:gd name="connsiteX0" fmla="*/ 7395 w 17663"/>
                  <a:gd name="connsiteY0" fmla="*/ 26055 h 29269"/>
                  <a:gd name="connsiteX1" fmla="*/ 200 w 17663"/>
                  <a:gd name="connsiteY1" fmla="*/ 7144 h 29269"/>
                  <a:gd name="connsiteX2" fmla="*/ 200 w 17663"/>
                  <a:gd name="connsiteY2" fmla="*/ 7144 h 29269"/>
                  <a:gd name="connsiteX3" fmla="*/ 3267 w 17663"/>
                  <a:gd name="connsiteY3" fmla="*/ 275 h 29269"/>
                  <a:gd name="connsiteX4" fmla="*/ 10136 w 17663"/>
                  <a:gd name="connsiteY4" fmla="*/ 3341 h 29269"/>
                  <a:gd name="connsiteX5" fmla="*/ 10136 w 17663"/>
                  <a:gd name="connsiteY5" fmla="*/ 3341 h 29269"/>
                  <a:gd name="connsiteX6" fmla="*/ 17262 w 17663"/>
                  <a:gd name="connsiteY6" fmla="*/ 22321 h 29269"/>
                  <a:gd name="connsiteX7" fmla="*/ 13825 w 17663"/>
                  <a:gd name="connsiteY7" fmla="*/ 28944 h 29269"/>
                  <a:gd name="connsiteX8" fmla="*/ 7395 w 17663"/>
                  <a:gd name="connsiteY8" fmla="*/ 26021 h 29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663" h="29269">
                    <a:moveTo>
                      <a:pt x="7395" y="26055"/>
                    </a:moveTo>
                    <a:lnTo>
                      <a:pt x="200" y="7144"/>
                    </a:lnTo>
                    <a:lnTo>
                      <a:pt x="200" y="7144"/>
                    </a:lnTo>
                    <a:cubicBezTo>
                      <a:pt x="-852" y="4400"/>
                      <a:pt x="522" y="1326"/>
                      <a:pt x="3267" y="275"/>
                    </a:cubicBezTo>
                    <a:cubicBezTo>
                      <a:pt x="6011" y="-777"/>
                      <a:pt x="9087" y="597"/>
                      <a:pt x="10136" y="3341"/>
                    </a:cubicBezTo>
                    <a:lnTo>
                      <a:pt x="10136" y="3341"/>
                    </a:lnTo>
                    <a:lnTo>
                      <a:pt x="17262" y="22321"/>
                    </a:lnTo>
                    <a:cubicBezTo>
                      <a:pt x="18142" y="25100"/>
                      <a:pt x="16604" y="28063"/>
                      <a:pt x="13825" y="28944"/>
                    </a:cubicBezTo>
                    <a:cubicBezTo>
                      <a:pt x="11249" y="29759"/>
                      <a:pt x="8474" y="28498"/>
                      <a:pt x="7395" y="260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C8D49EA-38F9-1BB6-3E53-784E14E51ABE}"/>
                  </a:ext>
                </a:extLst>
              </p:cNvPr>
              <p:cNvSpPr/>
              <p:nvPr/>
            </p:nvSpPr>
            <p:spPr>
              <a:xfrm>
                <a:off x="5255300" y="3517614"/>
                <a:ext cx="18064" cy="29620"/>
              </a:xfrm>
              <a:custGeom>
                <a:avLst/>
                <a:gdLst>
                  <a:gd name="connsiteX0" fmla="*/ 7677 w 18064"/>
                  <a:gd name="connsiteY0" fmla="*/ 26338 h 29620"/>
                  <a:gd name="connsiteX1" fmla="*/ 311 w 18064"/>
                  <a:gd name="connsiteY1" fmla="*/ 7529 h 29620"/>
                  <a:gd name="connsiteX2" fmla="*/ 311 w 18064"/>
                  <a:gd name="connsiteY2" fmla="*/ 7529 h 29620"/>
                  <a:gd name="connsiteX3" fmla="*/ 3069 w 18064"/>
                  <a:gd name="connsiteY3" fmla="*/ 386 h 29620"/>
                  <a:gd name="connsiteX4" fmla="*/ 10209 w 18064"/>
                  <a:gd name="connsiteY4" fmla="*/ 3143 h 29620"/>
                  <a:gd name="connsiteX5" fmla="*/ 10383 w 18064"/>
                  <a:gd name="connsiteY5" fmla="*/ 3589 h 29620"/>
                  <a:gd name="connsiteX6" fmla="*/ 10383 w 18064"/>
                  <a:gd name="connsiteY6" fmla="*/ 3589 h 29620"/>
                  <a:gd name="connsiteX7" fmla="*/ 17647 w 18064"/>
                  <a:gd name="connsiteY7" fmla="*/ 22501 h 29620"/>
                  <a:gd name="connsiteX8" fmla="*/ 14190 w 18064"/>
                  <a:gd name="connsiteY8" fmla="*/ 29277 h 29620"/>
                  <a:gd name="connsiteX9" fmla="*/ 7643 w 18064"/>
                  <a:gd name="connsiteY9" fmla="*/ 26406 h 29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64" h="29620">
                    <a:moveTo>
                      <a:pt x="7677" y="26338"/>
                    </a:moveTo>
                    <a:lnTo>
                      <a:pt x="311" y="7529"/>
                    </a:lnTo>
                    <a:lnTo>
                      <a:pt x="311" y="7529"/>
                    </a:lnTo>
                    <a:cubicBezTo>
                      <a:pt x="-898" y="4795"/>
                      <a:pt x="335" y="1598"/>
                      <a:pt x="3069" y="386"/>
                    </a:cubicBezTo>
                    <a:cubicBezTo>
                      <a:pt x="5799" y="-824"/>
                      <a:pt x="8999" y="410"/>
                      <a:pt x="10209" y="3143"/>
                    </a:cubicBezTo>
                    <a:cubicBezTo>
                      <a:pt x="10274" y="3291"/>
                      <a:pt x="10332" y="3438"/>
                      <a:pt x="10383" y="3589"/>
                    </a:cubicBezTo>
                    <a:lnTo>
                      <a:pt x="10383" y="3589"/>
                    </a:lnTo>
                    <a:lnTo>
                      <a:pt x="17647" y="22501"/>
                    </a:lnTo>
                    <a:cubicBezTo>
                      <a:pt x="18565" y="25327"/>
                      <a:pt x="17016" y="28359"/>
                      <a:pt x="14190" y="29277"/>
                    </a:cubicBezTo>
                    <a:cubicBezTo>
                      <a:pt x="11596" y="30120"/>
                      <a:pt x="8780" y="28887"/>
                      <a:pt x="7643" y="264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1D3137C3-49F7-9127-BAC6-4A9F6AF9B418}"/>
                  </a:ext>
                </a:extLst>
              </p:cNvPr>
              <p:cNvSpPr/>
              <p:nvPr/>
            </p:nvSpPr>
            <p:spPr>
              <a:xfrm>
                <a:off x="5240321" y="3480091"/>
                <a:ext cx="18575" cy="29881"/>
              </a:xfrm>
              <a:custGeom>
                <a:avLst/>
                <a:gdLst>
                  <a:gd name="connsiteX0" fmla="*/ 7821 w 18575"/>
                  <a:gd name="connsiteY0" fmla="*/ 26277 h 29881"/>
                  <a:gd name="connsiteX1" fmla="*/ 250 w 18575"/>
                  <a:gd name="connsiteY1" fmla="*/ 7536 h 29881"/>
                  <a:gd name="connsiteX2" fmla="*/ 250 w 18575"/>
                  <a:gd name="connsiteY2" fmla="*/ 7536 h 29881"/>
                  <a:gd name="connsiteX3" fmla="*/ 3316 w 18575"/>
                  <a:gd name="connsiteY3" fmla="*/ 324 h 29881"/>
                  <a:gd name="connsiteX4" fmla="*/ 10528 w 18575"/>
                  <a:gd name="connsiteY4" fmla="*/ 3391 h 29881"/>
                  <a:gd name="connsiteX5" fmla="*/ 10528 w 18575"/>
                  <a:gd name="connsiteY5" fmla="*/ 3391 h 29881"/>
                  <a:gd name="connsiteX6" fmla="*/ 18031 w 18575"/>
                  <a:gd name="connsiteY6" fmla="*/ 22234 h 29881"/>
                  <a:gd name="connsiteX7" fmla="*/ 14931 w 18575"/>
                  <a:gd name="connsiteY7" fmla="*/ 29412 h 29881"/>
                  <a:gd name="connsiteX8" fmla="*/ 7753 w 18575"/>
                  <a:gd name="connsiteY8" fmla="*/ 26311 h 29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575" h="29881">
                    <a:moveTo>
                      <a:pt x="7821" y="26277"/>
                    </a:moveTo>
                    <a:lnTo>
                      <a:pt x="250" y="7536"/>
                    </a:lnTo>
                    <a:lnTo>
                      <a:pt x="250" y="7536"/>
                    </a:lnTo>
                    <a:cubicBezTo>
                      <a:pt x="-894" y="4699"/>
                      <a:pt x="479" y="1469"/>
                      <a:pt x="3316" y="324"/>
                    </a:cubicBezTo>
                    <a:cubicBezTo>
                      <a:pt x="6153" y="-820"/>
                      <a:pt x="9384" y="554"/>
                      <a:pt x="10528" y="3391"/>
                    </a:cubicBezTo>
                    <a:lnTo>
                      <a:pt x="10528" y="3391"/>
                    </a:lnTo>
                    <a:lnTo>
                      <a:pt x="18031" y="22234"/>
                    </a:lnTo>
                    <a:cubicBezTo>
                      <a:pt x="19158" y="25071"/>
                      <a:pt x="17767" y="28284"/>
                      <a:pt x="14931" y="29412"/>
                    </a:cubicBezTo>
                    <a:cubicBezTo>
                      <a:pt x="12094" y="30539"/>
                      <a:pt x="8880" y="29148"/>
                      <a:pt x="7753" y="263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AF0106F5-96E7-EF3A-9B2D-C14BEF06B5BA}"/>
                  </a:ext>
                </a:extLst>
              </p:cNvPr>
              <p:cNvSpPr/>
              <p:nvPr/>
            </p:nvSpPr>
            <p:spPr>
              <a:xfrm>
                <a:off x="5224537" y="3441966"/>
                <a:ext cx="19144" cy="30471"/>
              </a:xfrm>
              <a:custGeom>
                <a:avLst/>
                <a:gdLst>
                  <a:gd name="connsiteX0" fmla="*/ 8359 w 19144"/>
                  <a:gd name="connsiteY0" fmla="*/ 26990 h 30471"/>
                  <a:gd name="connsiteX1" fmla="*/ 582 w 19144"/>
                  <a:gd name="connsiteY1" fmla="*/ 8318 h 30471"/>
                  <a:gd name="connsiteX2" fmla="*/ 582 w 19144"/>
                  <a:gd name="connsiteY2" fmla="*/ 8318 h 30471"/>
                  <a:gd name="connsiteX3" fmla="*/ 2689 w 19144"/>
                  <a:gd name="connsiteY3" fmla="*/ 657 h 30471"/>
                  <a:gd name="connsiteX4" fmla="*/ 10350 w 19144"/>
                  <a:gd name="connsiteY4" fmla="*/ 2764 h 30471"/>
                  <a:gd name="connsiteX5" fmla="*/ 10860 w 19144"/>
                  <a:gd name="connsiteY5" fmla="*/ 3967 h 30471"/>
                  <a:gd name="connsiteX6" fmla="*/ 10860 w 19144"/>
                  <a:gd name="connsiteY6" fmla="*/ 3967 h 30471"/>
                  <a:gd name="connsiteX7" fmla="*/ 18569 w 19144"/>
                  <a:gd name="connsiteY7" fmla="*/ 22707 h 30471"/>
                  <a:gd name="connsiteX8" fmla="*/ 15554 w 19144"/>
                  <a:gd name="connsiteY8" fmla="*/ 29971 h 30471"/>
                  <a:gd name="connsiteX9" fmla="*/ 8291 w 19144"/>
                  <a:gd name="connsiteY9" fmla="*/ 26956 h 30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144" h="30471">
                    <a:moveTo>
                      <a:pt x="8359" y="26990"/>
                    </a:moveTo>
                    <a:lnTo>
                      <a:pt x="582" y="8318"/>
                    </a:lnTo>
                    <a:lnTo>
                      <a:pt x="582" y="8318"/>
                    </a:lnTo>
                    <a:cubicBezTo>
                      <a:pt x="-953" y="5622"/>
                      <a:pt x="-7" y="2189"/>
                      <a:pt x="2689" y="657"/>
                    </a:cubicBezTo>
                    <a:cubicBezTo>
                      <a:pt x="5385" y="-878"/>
                      <a:pt x="8818" y="65"/>
                      <a:pt x="10350" y="2764"/>
                    </a:cubicBezTo>
                    <a:cubicBezTo>
                      <a:pt x="10566" y="3145"/>
                      <a:pt x="10737" y="3549"/>
                      <a:pt x="10860" y="3967"/>
                    </a:cubicBezTo>
                    <a:lnTo>
                      <a:pt x="10860" y="3967"/>
                    </a:lnTo>
                    <a:lnTo>
                      <a:pt x="18569" y="22707"/>
                    </a:lnTo>
                    <a:cubicBezTo>
                      <a:pt x="19740" y="25544"/>
                      <a:pt x="18391" y="28799"/>
                      <a:pt x="15554" y="29971"/>
                    </a:cubicBezTo>
                    <a:cubicBezTo>
                      <a:pt x="12717" y="31142"/>
                      <a:pt x="9462" y="29792"/>
                      <a:pt x="8291" y="2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5EBD7CA5-FFA3-6D01-4C54-3C02065DA0A8}"/>
                  </a:ext>
                </a:extLst>
              </p:cNvPr>
              <p:cNvSpPr/>
              <p:nvPr/>
            </p:nvSpPr>
            <p:spPr>
              <a:xfrm>
                <a:off x="5208766" y="3405419"/>
                <a:ext cx="19110" cy="29154"/>
              </a:xfrm>
              <a:custGeom>
                <a:avLst/>
                <a:gdLst>
                  <a:gd name="connsiteX0" fmla="*/ 8337 w 19110"/>
                  <a:gd name="connsiteY0" fmla="*/ 26467 h 29154"/>
                  <a:gd name="connsiteX1" fmla="*/ 320 w 19110"/>
                  <a:gd name="connsiteY1" fmla="*/ 7932 h 29154"/>
                  <a:gd name="connsiteX2" fmla="*/ 320 w 19110"/>
                  <a:gd name="connsiteY2" fmla="*/ 7932 h 29154"/>
                  <a:gd name="connsiteX3" fmla="*/ 3301 w 19110"/>
                  <a:gd name="connsiteY3" fmla="*/ 395 h 29154"/>
                  <a:gd name="connsiteX4" fmla="*/ 10838 w 19110"/>
                  <a:gd name="connsiteY4" fmla="*/ 3375 h 29154"/>
                  <a:gd name="connsiteX5" fmla="*/ 10838 w 19110"/>
                  <a:gd name="connsiteY5" fmla="*/ 3375 h 29154"/>
                  <a:gd name="connsiteX6" fmla="*/ 18786 w 19110"/>
                  <a:gd name="connsiteY6" fmla="*/ 22013 h 29154"/>
                  <a:gd name="connsiteX7" fmla="*/ 14644 w 19110"/>
                  <a:gd name="connsiteY7" fmla="*/ 28906 h 29154"/>
                  <a:gd name="connsiteX8" fmla="*/ 8508 w 19110"/>
                  <a:gd name="connsiteY8" fmla="*/ 26501 h 2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10" h="29154">
                    <a:moveTo>
                      <a:pt x="8337" y="26467"/>
                    </a:moveTo>
                    <a:lnTo>
                      <a:pt x="320" y="7932"/>
                    </a:lnTo>
                    <a:lnTo>
                      <a:pt x="320" y="7932"/>
                    </a:lnTo>
                    <a:cubicBezTo>
                      <a:pt x="-937" y="5026"/>
                      <a:pt x="395" y="1652"/>
                      <a:pt x="3301" y="395"/>
                    </a:cubicBezTo>
                    <a:cubicBezTo>
                      <a:pt x="6206" y="-863"/>
                      <a:pt x="9580" y="470"/>
                      <a:pt x="10838" y="3375"/>
                    </a:cubicBezTo>
                    <a:lnTo>
                      <a:pt x="10838" y="3375"/>
                    </a:lnTo>
                    <a:lnTo>
                      <a:pt x="18786" y="22013"/>
                    </a:lnTo>
                    <a:cubicBezTo>
                      <a:pt x="19547" y="25062"/>
                      <a:pt x="17690" y="28145"/>
                      <a:pt x="14644" y="28906"/>
                    </a:cubicBezTo>
                    <a:cubicBezTo>
                      <a:pt x="12294" y="29492"/>
                      <a:pt x="9834" y="28526"/>
                      <a:pt x="8508" y="265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399A5648-71A9-BD27-855D-DC71BFCA8201}"/>
                  </a:ext>
                </a:extLst>
              </p:cNvPr>
              <p:cNvSpPr/>
              <p:nvPr/>
            </p:nvSpPr>
            <p:spPr>
              <a:xfrm>
                <a:off x="5192509" y="3368364"/>
                <a:ext cx="19918" cy="30294"/>
              </a:xfrm>
              <a:custGeom>
                <a:avLst/>
                <a:gdLst>
                  <a:gd name="connsiteX0" fmla="*/ 8559 w 19918"/>
                  <a:gd name="connsiteY0" fmla="*/ 26315 h 30294"/>
                  <a:gd name="connsiteX1" fmla="*/ 268 w 19918"/>
                  <a:gd name="connsiteY1" fmla="*/ 7917 h 30294"/>
                  <a:gd name="connsiteX2" fmla="*/ 268 w 19918"/>
                  <a:gd name="connsiteY2" fmla="*/ 7917 h 30294"/>
                  <a:gd name="connsiteX3" fmla="*/ 3499 w 19918"/>
                  <a:gd name="connsiteY3" fmla="*/ 342 h 30294"/>
                  <a:gd name="connsiteX4" fmla="*/ 10889 w 19918"/>
                  <a:gd name="connsiteY4" fmla="*/ 3155 h 30294"/>
                  <a:gd name="connsiteX5" fmla="*/ 10889 w 19918"/>
                  <a:gd name="connsiteY5" fmla="*/ 3155 h 30294"/>
                  <a:gd name="connsiteX6" fmla="*/ 19077 w 19918"/>
                  <a:gd name="connsiteY6" fmla="*/ 21690 h 30294"/>
                  <a:gd name="connsiteX7" fmla="*/ 16706 w 19918"/>
                  <a:gd name="connsiteY7" fmla="*/ 29529 h 30294"/>
                  <a:gd name="connsiteX8" fmla="*/ 8867 w 19918"/>
                  <a:gd name="connsiteY8" fmla="*/ 27158 h 30294"/>
                  <a:gd name="connsiteX9" fmla="*/ 8525 w 19918"/>
                  <a:gd name="connsiteY9" fmla="*/ 26384 h 3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918" h="30294">
                    <a:moveTo>
                      <a:pt x="8559" y="26315"/>
                    </a:moveTo>
                    <a:lnTo>
                      <a:pt x="268" y="7917"/>
                    </a:lnTo>
                    <a:lnTo>
                      <a:pt x="268" y="7917"/>
                    </a:lnTo>
                    <a:cubicBezTo>
                      <a:pt x="-931" y="4933"/>
                      <a:pt x="515" y="1542"/>
                      <a:pt x="3499" y="342"/>
                    </a:cubicBezTo>
                    <a:cubicBezTo>
                      <a:pt x="6322" y="-792"/>
                      <a:pt x="9539" y="435"/>
                      <a:pt x="10889" y="3155"/>
                    </a:cubicBezTo>
                    <a:lnTo>
                      <a:pt x="10889" y="3155"/>
                    </a:lnTo>
                    <a:lnTo>
                      <a:pt x="19077" y="21690"/>
                    </a:lnTo>
                    <a:cubicBezTo>
                      <a:pt x="20588" y="24510"/>
                      <a:pt x="19526" y="28018"/>
                      <a:pt x="16706" y="29529"/>
                    </a:cubicBezTo>
                    <a:cubicBezTo>
                      <a:pt x="13887" y="31036"/>
                      <a:pt x="10378" y="29978"/>
                      <a:pt x="8867" y="27158"/>
                    </a:cubicBezTo>
                    <a:cubicBezTo>
                      <a:pt x="8737" y="26908"/>
                      <a:pt x="8621" y="26651"/>
                      <a:pt x="8525" y="263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1E7259CB-EA50-1155-A3C4-3EBE56763870}"/>
                  </a:ext>
                </a:extLst>
              </p:cNvPr>
              <p:cNvSpPr/>
              <p:nvPr/>
            </p:nvSpPr>
            <p:spPr>
              <a:xfrm>
                <a:off x="5175427" y="3330917"/>
                <a:ext cx="20447" cy="30520"/>
              </a:xfrm>
              <a:custGeom>
                <a:avLst/>
                <a:gdLst>
                  <a:gd name="connsiteX0" fmla="*/ 8957 w 20447"/>
                  <a:gd name="connsiteY0" fmla="*/ 27001 h 30520"/>
                  <a:gd name="connsiteX1" fmla="*/ 563 w 20447"/>
                  <a:gd name="connsiteY1" fmla="*/ 8672 h 30520"/>
                  <a:gd name="connsiteX2" fmla="*/ 563 w 20447"/>
                  <a:gd name="connsiteY2" fmla="*/ 8672 h 30520"/>
                  <a:gd name="connsiteX3" fmla="*/ 2951 w 20447"/>
                  <a:gd name="connsiteY3" fmla="*/ 638 h 30520"/>
                  <a:gd name="connsiteX4" fmla="*/ 10985 w 20447"/>
                  <a:gd name="connsiteY4" fmla="*/ 3025 h 30520"/>
                  <a:gd name="connsiteX5" fmla="*/ 11287 w 20447"/>
                  <a:gd name="connsiteY5" fmla="*/ 3670 h 30520"/>
                  <a:gd name="connsiteX6" fmla="*/ 11287 w 20447"/>
                  <a:gd name="connsiteY6" fmla="*/ 3670 h 30520"/>
                  <a:gd name="connsiteX7" fmla="*/ 19749 w 20447"/>
                  <a:gd name="connsiteY7" fmla="*/ 22102 h 30520"/>
                  <a:gd name="connsiteX8" fmla="*/ 16888 w 20447"/>
                  <a:gd name="connsiteY8" fmla="*/ 29896 h 30520"/>
                  <a:gd name="connsiteX9" fmla="*/ 9094 w 20447"/>
                  <a:gd name="connsiteY9" fmla="*/ 27035 h 30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47" h="30520">
                    <a:moveTo>
                      <a:pt x="8957" y="27001"/>
                    </a:moveTo>
                    <a:lnTo>
                      <a:pt x="563" y="8672"/>
                    </a:lnTo>
                    <a:lnTo>
                      <a:pt x="563" y="8672"/>
                    </a:lnTo>
                    <a:cubicBezTo>
                      <a:pt x="-996" y="5794"/>
                      <a:pt x="73" y="2196"/>
                      <a:pt x="2951" y="638"/>
                    </a:cubicBezTo>
                    <a:cubicBezTo>
                      <a:pt x="5829" y="-921"/>
                      <a:pt x="9426" y="148"/>
                      <a:pt x="10985" y="3025"/>
                    </a:cubicBezTo>
                    <a:cubicBezTo>
                      <a:pt x="11098" y="3234"/>
                      <a:pt x="11201" y="3450"/>
                      <a:pt x="11287" y="3670"/>
                    </a:cubicBezTo>
                    <a:lnTo>
                      <a:pt x="11287" y="3670"/>
                    </a:lnTo>
                    <a:lnTo>
                      <a:pt x="19749" y="22102"/>
                    </a:lnTo>
                    <a:cubicBezTo>
                      <a:pt x="21112" y="25045"/>
                      <a:pt x="19831" y="28532"/>
                      <a:pt x="16888" y="29896"/>
                    </a:cubicBezTo>
                    <a:cubicBezTo>
                      <a:pt x="13945" y="31260"/>
                      <a:pt x="10457" y="29978"/>
                      <a:pt x="9094" y="270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27C1ACFB-A9A8-A499-020F-5BF8AB1CD44A}"/>
                  </a:ext>
                </a:extLst>
              </p:cNvPr>
              <p:cNvSpPr/>
              <p:nvPr/>
            </p:nvSpPr>
            <p:spPr>
              <a:xfrm>
                <a:off x="5157914" y="3294594"/>
                <a:ext cx="20807" cy="30299"/>
              </a:xfrm>
              <a:custGeom>
                <a:avLst/>
                <a:gdLst>
                  <a:gd name="connsiteX0" fmla="*/ 9271 w 20807"/>
                  <a:gd name="connsiteY0" fmla="*/ 26768 h 30299"/>
                  <a:gd name="connsiteX1" fmla="*/ 466 w 20807"/>
                  <a:gd name="connsiteY1" fmla="*/ 8610 h 30299"/>
                  <a:gd name="connsiteX2" fmla="*/ 466 w 20807"/>
                  <a:gd name="connsiteY2" fmla="*/ 8610 h 30299"/>
                  <a:gd name="connsiteX3" fmla="*/ 3221 w 20807"/>
                  <a:gd name="connsiteY3" fmla="*/ 539 h 30299"/>
                  <a:gd name="connsiteX4" fmla="*/ 11289 w 20807"/>
                  <a:gd name="connsiteY4" fmla="*/ 3293 h 30299"/>
                  <a:gd name="connsiteX5" fmla="*/ 11327 w 20807"/>
                  <a:gd name="connsiteY5" fmla="*/ 3369 h 30299"/>
                  <a:gd name="connsiteX6" fmla="*/ 11327 w 20807"/>
                  <a:gd name="connsiteY6" fmla="*/ 3369 h 30299"/>
                  <a:gd name="connsiteX7" fmla="*/ 20063 w 20807"/>
                  <a:gd name="connsiteY7" fmla="*/ 21664 h 30299"/>
                  <a:gd name="connsiteX8" fmla="*/ 17271 w 20807"/>
                  <a:gd name="connsiteY8" fmla="*/ 29629 h 30299"/>
                  <a:gd name="connsiteX9" fmla="*/ 9306 w 20807"/>
                  <a:gd name="connsiteY9" fmla="*/ 26837 h 30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807" h="30299">
                    <a:moveTo>
                      <a:pt x="9271" y="26768"/>
                    </a:moveTo>
                    <a:lnTo>
                      <a:pt x="466" y="8610"/>
                    </a:lnTo>
                    <a:lnTo>
                      <a:pt x="466" y="8610"/>
                    </a:lnTo>
                    <a:cubicBezTo>
                      <a:pt x="-1003" y="5623"/>
                      <a:pt x="230" y="2009"/>
                      <a:pt x="3221" y="539"/>
                    </a:cubicBezTo>
                    <a:cubicBezTo>
                      <a:pt x="6208" y="-928"/>
                      <a:pt x="9823" y="306"/>
                      <a:pt x="11289" y="3293"/>
                    </a:cubicBezTo>
                    <a:cubicBezTo>
                      <a:pt x="11303" y="3317"/>
                      <a:pt x="11313" y="3345"/>
                      <a:pt x="11327" y="3369"/>
                    </a:cubicBezTo>
                    <a:lnTo>
                      <a:pt x="11327" y="3369"/>
                    </a:lnTo>
                    <a:lnTo>
                      <a:pt x="20063" y="21664"/>
                    </a:lnTo>
                    <a:cubicBezTo>
                      <a:pt x="21492" y="24634"/>
                      <a:pt x="20241" y="28201"/>
                      <a:pt x="17271" y="29629"/>
                    </a:cubicBezTo>
                    <a:cubicBezTo>
                      <a:pt x="14301" y="31058"/>
                      <a:pt x="10734" y="29807"/>
                      <a:pt x="9306" y="268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40C3C43F-B620-2D3F-C67F-9F77DA786E38}"/>
                  </a:ext>
                </a:extLst>
              </p:cNvPr>
              <p:cNvSpPr/>
              <p:nvPr/>
            </p:nvSpPr>
            <p:spPr>
              <a:xfrm>
                <a:off x="5139856" y="3258242"/>
                <a:ext cx="21310" cy="30338"/>
              </a:xfrm>
              <a:custGeom>
                <a:avLst/>
                <a:gdLst>
                  <a:gd name="connsiteX0" fmla="*/ 9582 w 21310"/>
                  <a:gd name="connsiteY0" fmla="*/ 26838 h 30338"/>
                  <a:gd name="connsiteX1" fmla="*/ 503 w 21310"/>
                  <a:gd name="connsiteY1" fmla="*/ 8818 h 30338"/>
                  <a:gd name="connsiteX2" fmla="*/ 503 w 21310"/>
                  <a:gd name="connsiteY2" fmla="*/ 8818 h 30338"/>
                  <a:gd name="connsiteX3" fmla="*/ 3227 w 21310"/>
                  <a:gd name="connsiteY3" fmla="*/ 578 h 30338"/>
                  <a:gd name="connsiteX4" fmla="*/ 11467 w 21310"/>
                  <a:gd name="connsiteY4" fmla="*/ 3302 h 30338"/>
                  <a:gd name="connsiteX5" fmla="*/ 11467 w 21310"/>
                  <a:gd name="connsiteY5" fmla="*/ 3302 h 30338"/>
                  <a:gd name="connsiteX6" fmla="*/ 20511 w 21310"/>
                  <a:gd name="connsiteY6" fmla="*/ 21460 h 30338"/>
                  <a:gd name="connsiteX7" fmla="*/ 17805 w 21310"/>
                  <a:gd name="connsiteY7" fmla="*/ 29613 h 30338"/>
                  <a:gd name="connsiteX8" fmla="*/ 9651 w 21310"/>
                  <a:gd name="connsiteY8" fmla="*/ 26907 h 30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10" h="30338">
                    <a:moveTo>
                      <a:pt x="9582" y="26838"/>
                    </a:moveTo>
                    <a:lnTo>
                      <a:pt x="503" y="8818"/>
                    </a:lnTo>
                    <a:lnTo>
                      <a:pt x="503" y="8818"/>
                    </a:lnTo>
                    <a:cubicBezTo>
                      <a:pt x="-1021" y="5789"/>
                      <a:pt x="198" y="2102"/>
                      <a:pt x="3227" y="578"/>
                    </a:cubicBezTo>
                    <a:cubicBezTo>
                      <a:pt x="6256" y="-947"/>
                      <a:pt x="9942" y="273"/>
                      <a:pt x="11467" y="3302"/>
                    </a:cubicBezTo>
                    <a:lnTo>
                      <a:pt x="11467" y="3302"/>
                    </a:lnTo>
                    <a:lnTo>
                      <a:pt x="20511" y="21460"/>
                    </a:lnTo>
                    <a:cubicBezTo>
                      <a:pt x="22016" y="24457"/>
                      <a:pt x="20803" y="28109"/>
                      <a:pt x="17805" y="29613"/>
                    </a:cubicBezTo>
                    <a:cubicBezTo>
                      <a:pt x="14807" y="31118"/>
                      <a:pt x="11155" y="29905"/>
                      <a:pt x="9651" y="269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215E1AB-A501-F0F6-A5A9-A7D4E6D22FE6}"/>
                  </a:ext>
                </a:extLst>
              </p:cNvPr>
              <p:cNvSpPr/>
              <p:nvPr/>
            </p:nvSpPr>
            <p:spPr>
              <a:xfrm>
                <a:off x="5121029" y="3221965"/>
                <a:ext cx="21933" cy="30613"/>
              </a:xfrm>
              <a:custGeom>
                <a:avLst/>
                <a:gdLst>
                  <a:gd name="connsiteX0" fmla="*/ 10080 w 21933"/>
                  <a:gd name="connsiteY0" fmla="*/ 27177 h 30613"/>
                  <a:gd name="connsiteX1" fmla="*/ 693 w 21933"/>
                  <a:gd name="connsiteY1" fmla="*/ 9293 h 30613"/>
                  <a:gd name="connsiteX2" fmla="*/ 693 w 21933"/>
                  <a:gd name="connsiteY2" fmla="*/ 9293 h 30613"/>
                  <a:gd name="connsiteX3" fmla="*/ 2947 w 21933"/>
                  <a:gd name="connsiteY3" fmla="*/ 769 h 30613"/>
                  <a:gd name="connsiteX4" fmla="*/ 11471 w 21933"/>
                  <a:gd name="connsiteY4" fmla="*/ 3023 h 30613"/>
                  <a:gd name="connsiteX5" fmla="*/ 11724 w 21933"/>
                  <a:gd name="connsiteY5" fmla="*/ 3503 h 30613"/>
                  <a:gd name="connsiteX6" fmla="*/ 11724 w 21933"/>
                  <a:gd name="connsiteY6" fmla="*/ 3503 h 30613"/>
                  <a:gd name="connsiteX7" fmla="*/ 21077 w 21933"/>
                  <a:gd name="connsiteY7" fmla="*/ 21489 h 30613"/>
                  <a:gd name="connsiteX8" fmla="*/ 18457 w 21933"/>
                  <a:gd name="connsiteY8" fmla="*/ 29832 h 30613"/>
                  <a:gd name="connsiteX9" fmla="*/ 10114 w 21933"/>
                  <a:gd name="connsiteY9" fmla="*/ 27211 h 3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933" h="30613">
                    <a:moveTo>
                      <a:pt x="10080" y="27177"/>
                    </a:moveTo>
                    <a:lnTo>
                      <a:pt x="693" y="9293"/>
                    </a:lnTo>
                    <a:lnTo>
                      <a:pt x="693" y="9293"/>
                    </a:lnTo>
                    <a:cubicBezTo>
                      <a:pt x="-1037" y="6315"/>
                      <a:pt x="-30" y="2499"/>
                      <a:pt x="2947" y="769"/>
                    </a:cubicBezTo>
                    <a:cubicBezTo>
                      <a:pt x="5924" y="-965"/>
                      <a:pt x="9741" y="46"/>
                      <a:pt x="11471" y="3023"/>
                    </a:cubicBezTo>
                    <a:cubicBezTo>
                      <a:pt x="11563" y="3177"/>
                      <a:pt x="11646" y="3338"/>
                      <a:pt x="11724" y="3503"/>
                    </a:cubicBezTo>
                    <a:lnTo>
                      <a:pt x="11724" y="3503"/>
                    </a:lnTo>
                    <a:lnTo>
                      <a:pt x="21077" y="21489"/>
                    </a:lnTo>
                    <a:cubicBezTo>
                      <a:pt x="22657" y="24518"/>
                      <a:pt x="21485" y="28252"/>
                      <a:pt x="18457" y="29832"/>
                    </a:cubicBezTo>
                    <a:cubicBezTo>
                      <a:pt x="15428" y="31411"/>
                      <a:pt x="11694" y="30239"/>
                      <a:pt x="10114" y="272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E319ECBA-EEC2-01A9-2B83-16786ABEA5A9}"/>
                  </a:ext>
                </a:extLst>
              </p:cNvPr>
              <p:cNvSpPr/>
              <p:nvPr/>
            </p:nvSpPr>
            <p:spPr>
              <a:xfrm>
                <a:off x="5102065" y="3186872"/>
                <a:ext cx="22122" cy="30057"/>
              </a:xfrm>
              <a:custGeom>
                <a:avLst/>
                <a:gdLst>
                  <a:gd name="connsiteX0" fmla="*/ 10132 w 22122"/>
                  <a:gd name="connsiteY0" fmla="*/ 26604 h 30057"/>
                  <a:gd name="connsiteX1" fmla="*/ 436 w 22122"/>
                  <a:gd name="connsiteY1" fmla="*/ 8925 h 30057"/>
                  <a:gd name="connsiteX2" fmla="*/ 436 w 22122"/>
                  <a:gd name="connsiteY2" fmla="*/ 8925 h 30057"/>
                  <a:gd name="connsiteX3" fmla="*/ 3523 w 22122"/>
                  <a:gd name="connsiteY3" fmla="*/ 511 h 30057"/>
                  <a:gd name="connsiteX4" fmla="*/ 11537 w 22122"/>
                  <a:gd name="connsiteY4" fmla="*/ 2861 h 30057"/>
                  <a:gd name="connsiteX5" fmla="*/ 11537 w 22122"/>
                  <a:gd name="connsiteY5" fmla="*/ 2861 h 30057"/>
                  <a:gd name="connsiteX6" fmla="*/ 21198 w 22122"/>
                  <a:gd name="connsiteY6" fmla="*/ 20677 h 30057"/>
                  <a:gd name="connsiteX7" fmla="*/ 18697 w 22122"/>
                  <a:gd name="connsiteY7" fmla="*/ 29208 h 30057"/>
                  <a:gd name="connsiteX8" fmla="*/ 10166 w 22122"/>
                  <a:gd name="connsiteY8" fmla="*/ 26707 h 30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122" h="30057">
                    <a:moveTo>
                      <a:pt x="10132" y="26604"/>
                    </a:moveTo>
                    <a:lnTo>
                      <a:pt x="436" y="8925"/>
                    </a:lnTo>
                    <a:lnTo>
                      <a:pt x="436" y="8925"/>
                    </a:lnTo>
                    <a:cubicBezTo>
                      <a:pt x="-1037" y="5750"/>
                      <a:pt x="344" y="1981"/>
                      <a:pt x="3523" y="511"/>
                    </a:cubicBezTo>
                    <a:cubicBezTo>
                      <a:pt x="6405" y="-828"/>
                      <a:pt x="9834" y="179"/>
                      <a:pt x="11537" y="2861"/>
                    </a:cubicBezTo>
                    <a:lnTo>
                      <a:pt x="11537" y="2861"/>
                    </a:lnTo>
                    <a:lnTo>
                      <a:pt x="21198" y="20677"/>
                    </a:lnTo>
                    <a:cubicBezTo>
                      <a:pt x="22863" y="23722"/>
                      <a:pt x="21743" y="27542"/>
                      <a:pt x="18697" y="29208"/>
                    </a:cubicBezTo>
                    <a:cubicBezTo>
                      <a:pt x="15652" y="30873"/>
                      <a:pt x="11831" y="29752"/>
                      <a:pt x="10166" y="267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342D8A15-7CCF-061C-27D2-47AB82928F1F}"/>
                  </a:ext>
                </a:extLst>
              </p:cNvPr>
              <p:cNvSpPr/>
              <p:nvPr/>
            </p:nvSpPr>
            <p:spPr>
              <a:xfrm>
                <a:off x="5081956" y="3151333"/>
                <a:ext cx="22766" cy="30302"/>
              </a:xfrm>
              <a:custGeom>
                <a:avLst/>
                <a:gdLst>
                  <a:gd name="connsiteX0" fmla="*/ 10679 w 22766"/>
                  <a:gd name="connsiteY0" fmla="*/ 27026 h 30302"/>
                  <a:gd name="connsiteX1" fmla="*/ 675 w 22766"/>
                  <a:gd name="connsiteY1" fmla="*/ 9519 h 30302"/>
                  <a:gd name="connsiteX2" fmla="*/ 675 w 22766"/>
                  <a:gd name="connsiteY2" fmla="*/ 9519 h 30302"/>
                  <a:gd name="connsiteX3" fmla="*/ 3131 w 22766"/>
                  <a:gd name="connsiteY3" fmla="*/ 748 h 30302"/>
                  <a:gd name="connsiteX4" fmla="*/ 11809 w 22766"/>
                  <a:gd name="connsiteY4" fmla="*/ 3044 h 30302"/>
                  <a:gd name="connsiteX5" fmla="*/ 11809 w 22766"/>
                  <a:gd name="connsiteY5" fmla="*/ 3044 h 30302"/>
                  <a:gd name="connsiteX6" fmla="*/ 21779 w 22766"/>
                  <a:gd name="connsiteY6" fmla="*/ 20688 h 30302"/>
                  <a:gd name="connsiteX7" fmla="*/ 19381 w 22766"/>
                  <a:gd name="connsiteY7" fmla="*/ 29390 h 30302"/>
                  <a:gd name="connsiteX8" fmla="*/ 10679 w 22766"/>
                  <a:gd name="connsiteY8" fmla="*/ 26992 h 30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66" h="30302">
                    <a:moveTo>
                      <a:pt x="10679" y="27026"/>
                    </a:moveTo>
                    <a:lnTo>
                      <a:pt x="675" y="9519"/>
                    </a:lnTo>
                    <a:lnTo>
                      <a:pt x="675" y="9519"/>
                    </a:lnTo>
                    <a:cubicBezTo>
                      <a:pt x="-1069" y="6418"/>
                      <a:pt x="31" y="2492"/>
                      <a:pt x="3131" y="748"/>
                    </a:cubicBezTo>
                    <a:cubicBezTo>
                      <a:pt x="6170" y="-958"/>
                      <a:pt x="10014" y="56"/>
                      <a:pt x="11809" y="3044"/>
                    </a:cubicBezTo>
                    <a:lnTo>
                      <a:pt x="11809" y="3044"/>
                    </a:lnTo>
                    <a:lnTo>
                      <a:pt x="21779" y="20688"/>
                    </a:lnTo>
                    <a:cubicBezTo>
                      <a:pt x="23520" y="23754"/>
                      <a:pt x="22447" y="27650"/>
                      <a:pt x="19381" y="29390"/>
                    </a:cubicBezTo>
                    <a:cubicBezTo>
                      <a:pt x="16315" y="31130"/>
                      <a:pt x="12419" y="30058"/>
                      <a:pt x="10679" y="269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891EE906-D5CD-1D29-8CAE-539D171BB19F}"/>
                  </a:ext>
                </a:extLst>
              </p:cNvPr>
              <p:cNvSpPr/>
              <p:nvPr/>
            </p:nvSpPr>
            <p:spPr>
              <a:xfrm>
                <a:off x="5061402" y="3115978"/>
                <a:ext cx="23559" cy="30720"/>
              </a:xfrm>
              <a:custGeom>
                <a:avLst/>
                <a:gdLst>
                  <a:gd name="connsiteX0" fmla="*/ 11087 w 23559"/>
                  <a:gd name="connsiteY0" fmla="*/ 27264 h 30720"/>
                  <a:gd name="connsiteX1" fmla="*/ 809 w 23559"/>
                  <a:gd name="connsiteY1" fmla="*/ 9929 h 30720"/>
                  <a:gd name="connsiteX2" fmla="*/ 809 w 23559"/>
                  <a:gd name="connsiteY2" fmla="*/ 9929 h 30720"/>
                  <a:gd name="connsiteX3" fmla="*/ 3002 w 23559"/>
                  <a:gd name="connsiteY3" fmla="*/ 884 h 30720"/>
                  <a:gd name="connsiteX4" fmla="*/ 12047 w 23559"/>
                  <a:gd name="connsiteY4" fmla="*/ 3077 h 30720"/>
                  <a:gd name="connsiteX5" fmla="*/ 12047 w 23559"/>
                  <a:gd name="connsiteY5" fmla="*/ 3077 h 30720"/>
                  <a:gd name="connsiteX6" fmla="*/ 22325 w 23559"/>
                  <a:gd name="connsiteY6" fmla="*/ 20584 h 30720"/>
                  <a:gd name="connsiteX7" fmla="*/ 20513 w 23559"/>
                  <a:gd name="connsiteY7" fmla="*/ 29560 h 30720"/>
                  <a:gd name="connsiteX8" fmla="*/ 11536 w 23559"/>
                  <a:gd name="connsiteY8" fmla="*/ 27747 h 30720"/>
                  <a:gd name="connsiteX9" fmla="*/ 11190 w 23559"/>
                  <a:gd name="connsiteY9" fmla="*/ 27162 h 30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559" h="30720">
                    <a:moveTo>
                      <a:pt x="11087" y="27264"/>
                    </a:moveTo>
                    <a:lnTo>
                      <a:pt x="809" y="9929"/>
                    </a:lnTo>
                    <a:lnTo>
                      <a:pt x="809" y="9929"/>
                    </a:lnTo>
                    <a:cubicBezTo>
                      <a:pt x="-1082" y="6825"/>
                      <a:pt x="-102" y="2775"/>
                      <a:pt x="3002" y="884"/>
                    </a:cubicBezTo>
                    <a:cubicBezTo>
                      <a:pt x="6106" y="-1007"/>
                      <a:pt x="10156" y="-27"/>
                      <a:pt x="12047" y="3077"/>
                    </a:cubicBezTo>
                    <a:lnTo>
                      <a:pt x="12047" y="3077"/>
                    </a:lnTo>
                    <a:lnTo>
                      <a:pt x="22325" y="20584"/>
                    </a:lnTo>
                    <a:cubicBezTo>
                      <a:pt x="24302" y="23564"/>
                      <a:pt x="23493" y="27583"/>
                      <a:pt x="20513" y="29560"/>
                    </a:cubicBezTo>
                    <a:cubicBezTo>
                      <a:pt x="17535" y="31537"/>
                      <a:pt x="13517" y="30728"/>
                      <a:pt x="11536" y="27747"/>
                    </a:cubicBezTo>
                    <a:cubicBezTo>
                      <a:pt x="11409" y="27559"/>
                      <a:pt x="11297" y="27364"/>
                      <a:pt x="11190" y="271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F7DDDA56-00A2-6197-994B-FF7B86F3E0AF}"/>
                  </a:ext>
                </a:extLst>
              </p:cNvPr>
              <p:cNvSpPr/>
              <p:nvPr/>
            </p:nvSpPr>
            <p:spPr>
              <a:xfrm>
                <a:off x="5040572" y="3082252"/>
                <a:ext cx="23249" cy="29489"/>
              </a:xfrm>
              <a:custGeom>
                <a:avLst/>
                <a:gdLst>
                  <a:gd name="connsiteX0" fmla="*/ 11087 w 23249"/>
                  <a:gd name="connsiteY0" fmla="*/ 26421 h 29489"/>
                  <a:gd name="connsiteX1" fmla="*/ 432 w 23249"/>
                  <a:gd name="connsiteY1" fmla="*/ 9291 h 29489"/>
                  <a:gd name="connsiteX2" fmla="*/ 432 w 23249"/>
                  <a:gd name="connsiteY2" fmla="*/ 9291 h 29489"/>
                  <a:gd name="connsiteX3" fmla="*/ 3772 w 23249"/>
                  <a:gd name="connsiteY3" fmla="*/ 503 h 29489"/>
                  <a:gd name="connsiteX4" fmla="*/ 11704 w 23249"/>
                  <a:gd name="connsiteY4" fmla="*/ 2439 h 29489"/>
                  <a:gd name="connsiteX5" fmla="*/ 11704 w 23249"/>
                  <a:gd name="connsiteY5" fmla="*/ 2439 h 29489"/>
                  <a:gd name="connsiteX6" fmla="*/ 22324 w 23249"/>
                  <a:gd name="connsiteY6" fmla="*/ 19741 h 29489"/>
                  <a:gd name="connsiteX7" fmla="*/ 19608 w 23249"/>
                  <a:gd name="connsiteY7" fmla="*/ 28638 h 29489"/>
                  <a:gd name="connsiteX8" fmla="*/ 11121 w 23249"/>
                  <a:gd name="connsiteY8" fmla="*/ 26593 h 29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249" h="29489">
                    <a:moveTo>
                      <a:pt x="11087" y="26421"/>
                    </a:moveTo>
                    <a:lnTo>
                      <a:pt x="432" y="9291"/>
                    </a:lnTo>
                    <a:lnTo>
                      <a:pt x="432" y="9291"/>
                    </a:lnTo>
                    <a:cubicBezTo>
                      <a:pt x="-1072" y="5944"/>
                      <a:pt x="422" y="2008"/>
                      <a:pt x="3772" y="503"/>
                    </a:cubicBezTo>
                    <a:cubicBezTo>
                      <a:pt x="6547" y="-740"/>
                      <a:pt x="9812" y="55"/>
                      <a:pt x="11704" y="2439"/>
                    </a:cubicBezTo>
                    <a:lnTo>
                      <a:pt x="11704" y="2439"/>
                    </a:lnTo>
                    <a:lnTo>
                      <a:pt x="22324" y="19741"/>
                    </a:lnTo>
                    <a:cubicBezTo>
                      <a:pt x="24030" y="22947"/>
                      <a:pt x="22814" y="26932"/>
                      <a:pt x="19608" y="28638"/>
                    </a:cubicBezTo>
                    <a:cubicBezTo>
                      <a:pt x="16668" y="30204"/>
                      <a:pt x="13026" y="29323"/>
                      <a:pt x="11121" y="265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64815050-F007-5493-9BD8-57E07E3A47D3}"/>
                  </a:ext>
                </a:extLst>
              </p:cNvPr>
              <p:cNvSpPr/>
              <p:nvPr/>
            </p:nvSpPr>
            <p:spPr>
              <a:xfrm>
                <a:off x="5017523" y="3046106"/>
                <a:ext cx="26170" cy="33108"/>
              </a:xfrm>
              <a:custGeom>
                <a:avLst/>
                <a:gdLst>
                  <a:gd name="connsiteX0" fmla="*/ 12689 w 26170"/>
                  <a:gd name="connsiteY0" fmla="*/ 28410 h 33108"/>
                  <a:gd name="connsiteX1" fmla="*/ 1726 w 26170"/>
                  <a:gd name="connsiteY1" fmla="*/ 11486 h 33108"/>
                  <a:gd name="connsiteX2" fmla="*/ 1726 w 26170"/>
                  <a:gd name="connsiteY2" fmla="*/ 11486 h 33108"/>
                  <a:gd name="connsiteX3" fmla="*/ 1986 w 26170"/>
                  <a:gd name="connsiteY3" fmla="*/ 1800 h 33108"/>
                  <a:gd name="connsiteX4" fmla="*/ 11675 w 26170"/>
                  <a:gd name="connsiteY4" fmla="*/ 2060 h 33108"/>
                  <a:gd name="connsiteX5" fmla="*/ 13032 w 26170"/>
                  <a:gd name="connsiteY5" fmla="*/ 4154 h 33108"/>
                  <a:gd name="connsiteX6" fmla="*/ 13032 w 26170"/>
                  <a:gd name="connsiteY6" fmla="*/ 4154 h 33108"/>
                  <a:gd name="connsiteX7" fmla="*/ 23961 w 26170"/>
                  <a:gd name="connsiteY7" fmla="*/ 21284 h 33108"/>
                  <a:gd name="connsiteX8" fmla="*/ 24060 w 26170"/>
                  <a:gd name="connsiteY8" fmla="*/ 30973 h 33108"/>
                  <a:gd name="connsiteX9" fmla="*/ 14371 w 26170"/>
                  <a:gd name="connsiteY9" fmla="*/ 31072 h 33108"/>
                  <a:gd name="connsiteX10" fmla="*/ 12723 w 26170"/>
                  <a:gd name="connsiteY10" fmla="*/ 28513 h 33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170" h="33108">
                    <a:moveTo>
                      <a:pt x="12689" y="28410"/>
                    </a:moveTo>
                    <a:lnTo>
                      <a:pt x="1726" y="11486"/>
                    </a:lnTo>
                    <a:lnTo>
                      <a:pt x="1726" y="11486"/>
                    </a:lnTo>
                    <a:cubicBezTo>
                      <a:pt x="-878" y="8738"/>
                      <a:pt x="-762" y="4401"/>
                      <a:pt x="1986" y="1800"/>
                    </a:cubicBezTo>
                    <a:cubicBezTo>
                      <a:pt x="4734" y="-804"/>
                      <a:pt x="9071" y="-687"/>
                      <a:pt x="11675" y="2060"/>
                    </a:cubicBezTo>
                    <a:cubicBezTo>
                      <a:pt x="12250" y="2670"/>
                      <a:pt x="12709" y="3380"/>
                      <a:pt x="13032" y="4154"/>
                    </a:cubicBezTo>
                    <a:lnTo>
                      <a:pt x="13032" y="4154"/>
                    </a:lnTo>
                    <a:lnTo>
                      <a:pt x="23961" y="21284"/>
                    </a:lnTo>
                    <a:cubicBezTo>
                      <a:pt x="26664" y="23932"/>
                      <a:pt x="26708" y="28270"/>
                      <a:pt x="24060" y="30973"/>
                    </a:cubicBezTo>
                    <a:cubicBezTo>
                      <a:pt x="21412" y="33676"/>
                      <a:pt x="17074" y="33720"/>
                      <a:pt x="14371" y="31072"/>
                    </a:cubicBezTo>
                    <a:cubicBezTo>
                      <a:pt x="13635" y="30353"/>
                      <a:pt x="13073" y="29479"/>
                      <a:pt x="12723" y="285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4396154F-6447-1A20-8286-1757ABDF5652}"/>
                  </a:ext>
                </a:extLst>
              </p:cNvPr>
              <p:cNvSpPr/>
              <p:nvPr/>
            </p:nvSpPr>
            <p:spPr>
              <a:xfrm>
                <a:off x="5363251" y="3891338"/>
                <a:ext cx="66425" cy="91796"/>
              </a:xfrm>
              <a:custGeom>
                <a:avLst/>
                <a:gdLst>
                  <a:gd name="connsiteX0" fmla="*/ 61229 w 66425"/>
                  <a:gd name="connsiteY0" fmla="*/ 91694 h 91796"/>
                  <a:gd name="connsiteX1" fmla="*/ 57803 w 66425"/>
                  <a:gd name="connsiteY1" fmla="*/ 90392 h 91796"/>
                  <a:gd name="connsiteX2" fmla="*/ 1513 w 66425"/>
                  <a:gd name="connsiteY2" fmla="*/ 39721 h 91796"/>
                  <a:gd name="connsiteX3" fmla="*/ 1171 w 66425"/>
                  <a:gd name="connsiteY3" fmla="*/ 32526 h 91796"/>
                  <a:gd name="connsiteX4" fmla="*/ 8366 w 66425"/>
                  <a:gd name="connsiteY4" fmla="*/ 32184 h 91796"/>
                  <a:gd name="connsiteX5" fmla="*/ 55714 w 66425"/>
                  <a:gd name="connsiteY5" fmla="*/ 75009 h 91796"/>
                  <a:gd name="connsiteX6" fmla="*/ 53041 w 66425"/>
                  <a:gd name="connsiteY6" fmla="*/ 4810 h 91796"/>
                  <a:gd name="connsiteX7" fmla="*/ 58283 w 66425"/>
                  <a:gd name="connsiteY7" fmla="*/ -76 h 91796"/>
                  <a:gd name="connsiteX8" fmla="*/ 63148 w 66425"/>
                  <a:gd name="connsiteY8" fmla="*/ 4433 h 91796"/>
                  <a:gd name="connsiteX9" fmla="*/ 66266 w 66425"/>
                  <a:gd name="connsiteY9" fmla="*/ 86658 h 91796"/>
                  <a:gd name="connsiteX10" fmla="*/ 63388 w 66425"/>
                  <a:gd name="connsiteY10" fmla="*/ 91454 h 91796"/>
                  <a:gd name="connsiteX11" fmla="*/ 61229 w 66425"/>
                  <a:gd name="connsiteY11" fmla="*/ 91694 h 9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425" h="91796">
                    <a:moveTo>
                      <a:pt x="61229" y="91694"/>
                    </a:moveTo>
                    <a:cubicBezTo>
                      <a:pt x="59962" y="91701"/>
                      <a:pt x="58729" y="91238"/>
                      <a:pt x="57803" y="90392"/>
                    </a:cubicBezTo>
                    <a:lnTo>
                      <a:pt x="1513" y="39721"/>
                    </a:lnTo>
                    <a:cubicBezTo>
                      <a:pt x="-576" y="37830"/>
                      <a:pt x="-713" y="34610"/>
                      <a:pt x="1171" y="32526"/>
                    </a:cubicBezTo>
                    <a:cubicBezTo>
                      <a:pt x="3055" y="30447"/>
                      <a:pt x="6276" y="30293"/>
                      <a:pt x="8366" y="32184"/>
                    </a:cubicBezTo>
                    <a:lnTo>
                      <a:pt x="55714" y="75009"/>
                    </a:lnTo>
                    <a:lnTo>
                      <a:pt x="53041" y="4810"/>
                    </a:lnTo>
                    <a:cubicBezTo>
                      <a:pt x="53144" y="2011"/>
                      <a:pt x="55508" y="-175"/>
                      <a:pt x="58283" y="-76"/>
                    </a:cubicBezTo>
                    <a:cubicBezTo>
                      <a:pt x="60818" y="17"/>
                      <a:pt x="62874" y="1935"/>
                      <a:pt x="63148" y="4433"/>
                    </a:cubicBezTo>
                    <a:lnTo>
                      <a:pt x="66266" y="86658"/>
                    </a:lnTo>
                    <a:cubicBezTo>
                      <a:pt x="66369" y="88693"/>
                      <a:pt x="65238" y="90584"/>
                      <a:pt x="63388" y="91454"/>
                    </a:cubicBezTo>
                    <a:cubicBezTo>
                      <a:pt x="62702" y="91680"/>
                      <a:pt x="61949" y="91763"/>
                      <a:pt x="61229" y="916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16763B03-F860-2F08-9940-499296430EBE}"/>
                  </a:ext>
                </a:extLst>
              </p:cNvPr>
              <p:cNvSpPr/>
              <p:nvPr/>
            </p:nvSpPr>
            <p:spPr>
              <a:xfrm>
                <a:off x="5294690" y="3984693"/>
                <a:ext cx="22828" cy="19526"/>
              </a:xfrm>
              <a:custGeom>
                <a:avLst/>
                <a:gdLst>
                  <a:gd name="connsiteX0" fmla="*/ 17211 w 22828"/>
                  <a:gd name="connsiteY0" fmla="*/ 18656 h 19526"/>
                  <a:gd name="connsiteX1" fmla="*/ 1211 w 22828"/>
                  <a:gd name="connsiteY1" fmla="*/ 6253 h 19526"/>
                  <a:gd name="connsiteX2" fmla="*/ 1211 w 22828"/>
                  <a:gd name="connsiteY2" fmla="*/ 6253 h 19526"/>
                  <a:gd name="connsiteX3" fmla="*/ 595 w 22828"/>
                  <a:gd name="connsiteY3" fmla="*/ 1286 h 19526"/>
                  <a:gd name="connsiteX4" fmla="*/ 5562 w 22828"/>
                  <a:gd name="connsiteY4" fmla="*/ 669 h 19526"/>
                  <a:gd name="connsiteX5" fmla="*/ 5562 w 22828"/>
                  <a:gd name="connsiteY5" fmla="*/ 669 h 19526"/>
                  <a:gd name="connsiteX6" fmla="*/ 21391 w 22828"/>
                  <a:gd name="connsiteY6" fmla="*/ 13345 h 19526"/>
                  <a:gd name="connsiteX7" fmla="*/ 21939 w 22828"/>
                  <a:gd name="connsiteY7" fmla="*/ 18142 h 19526"/>
                  <a:gd name="connsiteX8" fmla="*/ 17142 w 22828"/>
                  <a:gd name="connsiteY8" fmla="*/ 18724 h 19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28" h="19526">
                    <a:moveTo>
                      <a:pt x="17211" y="18656"/>
                    </a:moveTo>
                    <a:lnTo>
                      <a:pt x="1211" y="6253"/>
                    </a:lnTo>
                    <a:lnTo>
                      <a:pt x="1211" y="6253"/>
                    </a:lnTo>
                    <a:cubicBezTo>
                      <a:pt x="-331" y="5051"/>
                      <a:pt x="-608" y="2827"/>
                      <a:pt x="595" y="1286"/>
                    </a:cubicBezTo>
                    <a:cubicBezTo>
                      <a:pt x="1797" y="-256"/>
                      <a:pt x="4021" y="-534"/>
                      <a:pt x="5562" y="669"/>
                    </a:cubicBezTo>
                    <a:lnTo>
                      <a:pt x="5562" y="669"/>
                    </a:lnTo>
                    <a:lnTo>
                      <a:pt x="21391" y="13345"/>
                    </a:lnTo>
                    <a:cubicBezTo>
                      <a:pt x="22860" y="14520"/>
                      <a:pt x="23104" y="16665"/>
                      <a:pt x="21939" y="18142"/>
                    </a:cubicBezTo>
                    <a:cubicBezTo>
                      <a:pt x="20774" y="19622"/>
                      <a:pt x="18629" y="19882"/>
                      <a:pt x="17142" y="187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F9712E10-854A-E4A4-235A-762D743FB529}"/>
                  </a:ext>
                </a:extLst>
              </p:cNvPr>
              <p:cNvSpPr/>
              <p:nvPr/>
            </p:nvSpPr>
            <p:spPr>
              <a:xfrm>
                <a:off x="5262312" y="3960265"/>
                <a:ext cx="23698" cy="19414"/>
              </a:xfrm>
              <a:custGeom>
                <a:avLst/>
                <a:gdLst>
                  <a:gd name="connsiteX0" fmla="*/ 17589 w 23698"/>
                  <a:gd name="connsiteY0" fmla="*/ 18553 h 19414"/>
                  <a:gd name="connsiteX1" fmla="*/ 1282 w 23698"/>
                  <a:gd name="connsiteY1" fmla="*/ 6699 h 19414"/>
                  <a:gd name="connsiteX2" fmla="*/ 1282 w 23698"/>
                  <a:gd name="connsiteY2" fmla="*/ 6699 h 19414"/>
                  <a:gd name="connsiteX3" fmla="*/ 675 w 23698"/>
                  <a:gd name="connsiteY3" fmla="*/ 1354 h 19414"/>
                  <a:gd name="connsiteX4" fmla="*/ 5770 w 23698"/>
                  <a:gd name="connsiteY4" fmla="*/ 566 h 19414"/>
                  <a:gd name="connsiteX5" fmla="*/ 5770 w 23698"/>
                  <a:gd name="connsiteY5" fmla="*/ 566 h 19414"/>
                  <a:gd name="connsiteX6" fmla="*/ 22043 w 23698"/>
                  <a:gd name="connsiteY6" fmla="*/ 12694 h 19414"/>
                  <a:gd name="connsiteX7" fmla="*/ 22831 w 23698"/>
                  <a:gd name="connsiteY7" fmla="*/ 17833 h 19414"/>
                  <a:gd name="connsiteX8" fmla="*/ 17692 w 23698"/>
                  <a:gd name="connsiteY8" fmla="*/ 18621 h 19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98" h="19414">
                    <a:moveTo>
                      <a:pt x="17589" y="18553"/>
                    </a:moveTo>
                    <a:lnTo>
                      <a:pt x="1282" y="6699"/>
                    </a:lnTo>
                    <a:lnTo>
                      <a:pt x="1282" y="6699"/>
                    </a:lnTo>
                    <a:cubicBezTo>
                      <a:pt x="-363" y="5390"/>
                      <a:pt x="-634" y="2999"/>
                      <a:pt x="675" y="1354"/>
                    </a:cubicBezTo>
                    <a:cubicBezTo>
                      <a:pt x="1908" y="-194"/>
                      <a:pt x="4125" y="-537"/>
                      <a:pt x="5770" y="566"/>
                    </a:cubicBezTo>
                    <a:lnTo>
                      <a:pt x="5770" y="566"/>
                    </a:lnTo>
                    <a:lnTo>
                      <a:pt x="22043" y="12694"/>
                    </a:lnTo>
                    <a:cubicBezTo>
                      <a:pt x="23681" y="13897"/>
                      <a:pt x="24034" y="16196"/>
                      <a:pt x="22831" y="17833"/>
                    </a:cubicBezTo>
                    <a:cubicBezTo>
                      <a:pt x="21629" y="19471"/>
                      <a:pt x="19330" y="19824"/>
                      <a:pt x="17692" y="186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E5D53B40-9BC5-0562-2289-DB6DEB5202B6}"/>
                  </a:ext>
                </a:extLst>
              </p:cNvPr>
              <p:cNvSpPr/>
              <p:nvPr/>
            </p:nvSpPr>
            <p:spPr>
              <a:xfrm>
                <a:off x="5228670" y="3936695"/>
                <a:ext cx="24796" cy="19381"/>
              </a:xfrm>
              <a:custGeom>
                <a:avLst/>
                <a:gdLst>
                  <a:gd name="connsiteX0" fmla="*/ 18410 w 24796"/>
                  <a:gd name="connsiteY0" fmla="*/ 18689 h 19381"/>
                  <a:gd name="connsiteX1" fmla="*/ 1691 w 24796"/>
                  <a:gd name="connsiteY1" fmla="*/ 7451 h 19381"/>
                  <a:gd name="connsiteX2" fmla="*/ 1691 w 24796"/>
                  <a:gd name="connsiteY2" fmla="*/ 7451 h 19381"/>
                  <a:gd name="connsiteX3" fmla="*/ 526 w 24796"/>
                  <a:gd name="connsiteY3" fmla="*/ 1764 h 19381"/>
                  <a:gd name="connsiteX4" fmla="*/ 6214 w 24796"/>
                  <a:gd name="connsiteY4" fmla="*/ 599 h 19381"/>
                  <a:gd name="connsiteX5" fmla="*/ 6214 w 24796"/>
                  <a:gd name="connsiteY5" fmla="*/ 599 h 19381"/>
                  <a:gd name="connsiteX6" fmla="*/ 22933 w 24796"/>
                  <a:gd name="connsiteY6" fmla="*/ 12145 h 19381"/>
                  <a:gd name="connsiteX7" fmla="*/ 23960 w 24796"/>
                  <a:gd name="connsiteY7" fmla="*/ 17592 h 19381"/>
                  <a:gd name="connsiteX8" fmla="*/ 18513 w 24796"/>
                  <a:gd name="connsiteY8" fmla="*/ 18620 h 1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96" h="19381">
                    <a:moveTo>
                      <a:pt x="18410" y="18689"/>
                    </a:moveTo>
                    <a:lnTo>
                      <a:pt x="1691" y="7451"/>
                    </a:lnTo>
                    <a:lnTo>
                      <a:pt x="1691" y="7451"/>
                    </a:lnTo>
                    <a:cubicBezTo>
                      <a:pt x="-200" y="6204"/>
                      <a:pt x="-724" y="3655"/>
                      <a:pt x="526" y="1764"/>
                    </a:cubicBezTo>
                    <a:cubicBezTo>
                      <a:pt x="1773" y="-127"/>
                      <a:pt x="4322" y="-648"/>
                      <a:pt x="6214" y="599"/>
                    </a:cubicBezTo>
                    <a:lnTo>
                      <a:pt x="6214" y="599"/>
                    </a:lnTo>
                    <a:lnTo>
                      <a:pt x="22933" y="12145"/>
                    </a:lnTo>
                    <a:cubicBezTo>
                      <a:pt x="24721" y="13365"/>
                      <a:pt x="25180" y="15804"/>
                      <a:pt x="23960" y="17592"/>
                    </a:cubicBezTo>
                    <a:cubicBezTo>
                      <a:pt x="22741" y="19381"/>
                      <a:pt x="20301" y="19840"/>
                      <a:pt x="18513" y="186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4E166195-D702-E345-E55E-9F46C1013F8D}"/>
                  </a:ext>
                </a:extLst>
              </p:cNvPr>
              <p:cNvSpPr/>
              <p:nvPr/>
            </p:nvSpPr>
            <p:spPr>
              <a:xfrm>
                <a:off x="5194728" y="3914867"/>
                <a:ext cx="25167" cy="18987"/>
              </a:xfrm>
              <a:custGeom>
                <a:avLst/>
                <a:gdLst>
                  <a:gd name="connsiteX0" fmla="*/ 18708 w 25167"/>
                  <a:gd name="connsiteY0" fmla="*/ 18317 h 18987"/>
                  <a:gd name="connsiteX1" fmla="*/ 1578 w 25167"/>
                  <a:gd name="connsiteY1" fmla="*/ 7696 h 18987"/>
                  <a:gd name="connsiteX2" fmla="*/ 1578 w 25167"/>
                  <a:gd name="connsiteY2" fmla="*/ 7696 h 18987"/>
                  <a:gd name="connsiteX3" fmla="*/ 704 w 25167"/>
                  <a:gd name="connsiteY3" fmla="*/ 1652 h 18987"/>
                  <a:gd name="connsiteX4" fmla="*/ 6135 w 25167"/>
                  <a:gd name="connsiteY4" fmla="*/ 398 h 18987"/>
                  <a:gd name="connsiteX5" fmla="*/ 6135 w 25167"/>
                  <a:gd name="connsiteY5" fmla="*/ 398 h 18987"/>
                  <a:gd name="connsiteX6" fmla="*/ 23265 w 25167"/>
                  <a:gd name="connsiteY6" fmla="*/ 11327 h 18987"/>
                  <a:gd name="connsiteX7" fmla="*/ 24231 w 25167"/>
                  <a:gd name="connsiteY7" fmla="*/ 17158 h 18987"/>
                  <a:gd name="connsiteX8" fmla="*/ 18811 w 25167"/>
                  <a:gd name="connsiteY8" fmla="*/ 18385 h 1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67" h="18987">
                    <a:moveTo>
                      <a:pt x="18708" y="18317"/>
                    </a:moveTo>
                    <a:lnTo>
                      <a:pt x="1578" y="7696"/>
                    </a:lnTo>
                    <a:lnTo>
                      <a:pt x="1578" y="7696"/>
                    </a:lnTo>
                    <a:cubicBezTo>
                      <a:pt x="-330" y="6267"/>
                      <a:pt x="-721" y="3564"/>
                      <a:pt x="704" y="1652"/>
                    </a:cubicBezTo>
                    <a:cubicBezTo>
                      <a:pt x="1969" y="-33"/>
                      <a:pt x="4261" y="-564"/>
                      <a:pt x="6135" y="398"/>
                    </a:cubicBezTo>
                    <a:lnTo>
                      <a:pt x="6135" y="398"/>
                    </a:lnTo>
                    <a:lnTo>
                      <a:pt x="23265" y="11327"/>
                    </a:lnTo>
                    <a:cubicBezTo>
                      <a:pt x="25142" y="12670"/>
                      <a:pt x="25578" y="15281"/>
                      <a:pt x="24231" y="17158"/>
                    </a:cubicBezTo>
                    <a:cubicBezTo>
                      <a:pt x="22998" y="18885"/>
                      <a:pt x="20668" y="19413"/>
                      <a:pt x="18811" y="183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18A71D22-ADAB-3601-098E-947D7F059037}"/>
                  </a:ext>
                </a:extLst>
              </p:cNvPr>
              <p:cNvSpPr/>
              <p:nvPr/>
            </p:nvSpPr>
            <p:spPr>
              <a:xfrm>
                <a:off x="5159355" y="3893809"/>
                <a:ext cx="26570" cy="19155"/>
              </a:xfrm>
              <a:custGeom>
                <a:avLst/>
                <a:gdLst>
                  <a:gd name="connsiteX0" fmla="*/ 19650 w 26570"/>
                  <a:gd name="connsiteY0" fmla="*/ 18441 h 19155"/>
                  <a:gd name="connsiteX1" fmla="*/ 2143 w 26570"/>
                  <a:gd name="connsiteY1" fmla="*/ 8437 h 19155"/>
                  <a:gd name="connsiteX2" fmla="*/ 2143 w 26570"/>
                  <a:gd name="connsiteY2" fmla="*/ 8437 h 19155"/>
                  <a:gd name="connsiteX3" fmla="*/ 447 w 26570"/>
                  <a:gd name="connsiteY3" fmla="*/ 2219 h 19155"/>
                  <a:gd name="connsiteX4" fmla="*/ 6665 w 26570"/>
                  <a:gd name="connsiteY4" fmla="*/ 523 h 19155"/>
                  <a:gd name="connsiteX5" fmla="*/ 6665 w 26570"/>
                  <a:gd name="connsiteY5" fmla="*/ 523 h 19155"/>
                  <a:gd name="connsiteX6" fmla="*/ 24207 w 26570"/>
                  <a:gd name="connsiteY6" fmla="*/ 10801 h 19155"/>
                  <a:gd name="connsiteX7" fmla="*/ 25817 w 26570"/>
                  <a:gd name="connsiteY7" fmla="*/ 16865 h 19155"/>
                  <a:gd name="connsiteX8" fmla="*/ 19753 w 26570"/>
                  <a:gd name="connsiteY8" fmla="*/ 18475 h 1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570" h="19155">
                    <a:moveTo>
                      <a:pt x="19650" y="18441"/>
                    </a:moveTo>
                    <a:lnTo>
                      <a:pt x="2143" y="8437"/>
                    </a:lnTo>
                    <a:lnTo>
                      <a:pt x="2143" y="8437"/>
                    </a:lnTo>
                    <a:cubicBezTo>
                      <a:pt x="-43" y="7187"/>
                      <a:pt x="-800" y="4405"/>
                      <a:pt x="447" y="2219"/>
                    </a:cubicBezTo>
                    <a:cubicBezTo>
                      <a:pt x="1698" y="33"/>
                      <a:pt x="4480" y="-727"/>
                      <a:pt x="6665" y="523"/>
                    </a:cubicBezTo>
                    <a:lnTo>
                      <a:pt x="6665" y="523"/>
                    </a:lnTo>
                    <a:lnTo>
                      <a:pt x="24207" y="10801"/>
                    </a:lnTo>
                    <a:cubicBezTo>
                      <a:pt x="26327" y="12031"/>
                      <a:pt x="27047" y="14745"/>
                      <a:pt x="25817" y="16865"/>
                    </a:cubicBezTo>
                    <a:cubicBezTo>
                      <a:pt x="24587" y="18986"/>
                      <a:pt x="21873" y="19705"/>
                      <a:pt x="19753" y="184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15A89F40-69D9-7CBE-086B-04C45A470490}"/>
                  </a:ext>
                </a:extLst>
              </p:cNvPr>
              <p:cNvSpPr/>
              <p:nvPr/>
            </p:nvSpPr>
            <p:spPr>
              <a:xfrm>
                <a:off x="5123537" y="3874267"/>
                <a:ext cx="27412" cy="19018"/>
              </a:xfrm>
              <a:custGeom>
                <a:avLst/>
                <a:gdLst>
                  <a:gd name="connsiteX0" fmla="*/ 20282 w 27412"/>
                  <a:gd name="connsiteY0" fmla="*/ 18318 h 19018"/>
                  <a:gd name="connsiteX1" fmla="*/ 2433 w 27412"/>
                  <a:gd name="connsiteY1" fmla="*/ 8999 h 19018"/>
                  <a:gd name="connsiteX2" fmla="*/ 2433 w 27412"/>
                  <a:gd name="connsiteY2" fmla="*/ 8999 h 19018"/>
                  <a:gd name="connsiteX3" fmla="*/ 394 w 27412"/>
                  <a:gd name="connsiteY3" fmla="*/ 2507 h 19018"/>
                  <a:gd name="connsiteX4" fmla="*/ 6887 w 27412"/>
                  <a:gd name="connsiteY4" fmla="*/ 469 h 19018"/>
                  <a:gd name="connsiteX5" fmla="*/ 6887 w 27412"/>
                  <a:gd name="connsiteY5" fmla="*/ 469 h 19018"/>
                  <a:gd name="connsiteX6" fmla="*/ 24770 w 27412"/>
                  <a:gd name="connsiteY6" fmla="*/ 10096 h 19018"/>
                  <a:gd name="connsiteX7" fmla="*/ 26706 w 27412"/>
                  <a:gd name="connsiteY7" fmla="*/ 16451 h 19018"/>
                  <a:gd name="connsiteX8" fmla="*/ 20351 w 27412"/>
                  <a:gd name="connsiteY8" fmla="*/ 18387 h 19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412" h="19018">
                    <a:moveTo>
                      <a:pt x="20282" y="18318"/>
                    </a:moveTo>
                    <a:lnTo>
                      <a:pt x="2433" y="8999"/>
                    </a:lnTo>
                    <a:lnTo>
                      <a:pt x="2433" y="8999"/>
                    </a:lnTo>
                    <a:cubicBezTo>
                      <a:pt x="75" y="7769"/>
                      <a:pt x="-836" y="4864"/>
                      <a:pt x="394" y="2507"/>
                    </a:cubicBezTo>
                    <a:cubicBezTo>
                      <a:pt x="1624" y="150"/>
                      <a:pt x="4529" y="-761"/>
                      <a:pt x="6887" y="469"/>
                    </a:cubicBezTo>
                    <a:lnTo>
                      <a:pt x="6887" y="469"/>
                    </a:lnTo>
                    <a:lnTo>
                      <a:pt x="24770" y="10096"/>
                    </a:lnTo>
                    <a:cubicBezTo>
                      <a:pt x="27059" y="11316"/>
                      <a:pt x="27926" y="14163"/>
                      <a:pt x="26706" y="16451"/>
                    </a:cubicBezTo>
                    <a:cubicBezTo>
                      <a:pt x="25487" y="18740"/>
                      <a:pt x="22639" y="19606"/>
                      <a:pt x="20351" y="18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8A75694A-9738-7C62-D6A6-7487FA4126B6}"/>
                  </a:ext>
                </a:extLst>
              </p:cNvPr>
              <p:cNvSpPr/>
              <p:nvPr/>
            </p:nvSpPr>
            <p:spPr>
              <a:xfrm>
                <a:off x="5087266" y="3856159"/>
                <a:ext cx="28047" cy="18741"/>
              </a:xfrm>
              <a:custGeom>
                <a:avLst/>
                <a:gdLst>
                  <a:gd name="connsiteX0" fmla="*/ 20717 w 28047"/>
                  <a:gd name="connsiteY0" fmla="*/ 18131 h 18741"/>
                  <a:gd name="connsiteX1" fmla="*/ 2525 w 28047"/>
                  <a:gd name="connsiteY1" fmla="*/ 9463 h 18741"/>
                  <a:gd name="connsiteX2" fmla="*/ 2525 w 28047"/>
                  <a:gd name="connsiteY2" fmla="*/ 9463 h 18741"/>
                  <a:gd name="connsiteX3" fmla="*/ 449 w 28047"/>
                  <a:gd name="connsiteY3" fmla="*/ 2601 h 18741"/>
                  <a:gd name="connsiteX4" fmla="*/ 6876 w 28047"/>
                  <a:gd name="connsiteY4" fmla="*/ 316 h 18741"/>
                  <a:gd name="connsiteX5" fmla="*/ 6876 w 28047"/>
                  <a:gd name="connsiteY5" fmla="*/ 316 h 18741"/>
                  <a:gd name="connsiteX6" fmla="*/ 25102 w 28047"/>
                  <a:gd name="connsiteY6" fmla="*/ 9258 h 18741"/>
                  <a:gd name="connsiteX7" fmla="*/ 27398 w 28047"/>
                  <a:gd name="connsiteY7" fmla="*/ 15870 h 18741"/>
                  <a:gd name="connsiteX8" fmla="*/ 20785 w 28047"/>
                  <a:gd name="connsiteY8" fmla="*/ 18165 h 1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047" h="18741">
                    <a:moveTo>
                      <a:pt x="20717" y="18131"/>
                    </a:moveTo>
                    <a:lnTo>
                      <a:pt x="2525" y="9463"/>
                    </a:lnTo>
                    <a:lnTo>
                      <a:pt x="2525" y="9463"/>
                    </a:lnTo>
                    <a:cubicBezTo>
                      <a:pt x="55" y="8141"/>
                      <a:pt x="-874" y="5068"/>
                      <a:pt x="449" y="2601"/>
                    </a:cubicBezTo>
                    <a:cubicBezTo>
                      <a:pt x="1682" y="295"/>
                      <a:pt x="4464" y="-695"/>
                      <a:pt x="6876" y="316"/>
                    </a:cubicBezTo>
                    <a:lnTo>
                      <a:pt x="6876" y="316"/>
                    </a:lnTo>
                    <a:lnTo>
                      <a:pt x="25102" y="9258"/>
                    </a:lnTo>
                    <a:cubicBezTo>
                      <a:pt x="27562" y="10450"/>
                      <a:pt x="28590" y="13410"/>
                      <a:pt x="27398" y="15870"/>
                    </a:cubicBezTo>
                    <a:cubicBezTo>
                      <a:pt x="26206" y="18330"/>
                      <a:pt x="23245" y="19358"/>
                      <a:pt x="20785" y="181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EC3DD553-F536-3DE1-358D-873CC07E85C7}"/>
                  </a:ext>
                </a:extLst>
              </p:cNvPr>
              <p:cNvSpPr/>
              <p:nvPr/>
            </p:nvSpPr>
            <p:spPr>
              <a:xfrm>
                <a:off x="5049948" y="3839186"/>
                <a:ext cx="29114" cy="18699"/>
              </a:xfrm>
              <a:custGeom>
                <a:avLst/>
                <a:gdLst>
                  <a:gd name="connsiteX0" fmla="*/ 21514 w 29114"/>
                  <a:gd name="connsiteY0" fmla="*/ 18111 h 18699"/>
                  <a:gd name="connsiteX1" fmla="*/ 3047 w 29114"/>
                  <a:gd name="connsiteY1" fmla="*/ 10128 h 18699"/>
                  <a:gd name="connsiteX2" fmla="*/ 3047 w 29114"/>
                  <a:gd name="connsiteY2" fmla="*/ 10128 h 18699"/>
                  <a:gd name="connsiteX3" fmla="*/ 289 w 29114"/>
                  <a:gd name="connsiteY3" fmla="*/ 3122 h 18699"/>
                  <a:gd name="connsiteX4" fmla="*/ 7296 w 29114"/>
                  <a:gd name="connsiteY4" fmla="*/ 364 h 18699"/>
                  <a:gd name="connsiteX5" fmla="*/ 7296 w 29114"/>
                  <a:gd name="connsiteY5" fmla="*/ 364 h 18699"/>
                  <a:gd name="connsiteX6" fmla="*/ 25865 w 29114"/>
                  <a:gd name="connsiteY6" fmla="*/ 8689 h 18699"/>
                  <a:gd name="connsiteX7" fmla="*/ 28520 w 29114"/>
                  <a:gd name="connsiteY7" fmla="*/ 15524 h 18699"/>
                  <a:gd name="connsiteX8" fmla="*/ 21685 w 29114"/>
                  <a:gd name="connsiteY8" fmla="*/ 18179 h 18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114" h="18699">
                    <a:moveTo>
                      <a:pt x="21514" y="18111"/>
                    </a:moveTo>
                    <a:lnTo>
                      <a:pt x="3047" y="10128"/>
                    </a:lnTo>
                    <a:lnTo>
                      <a:pt x="3047" y="10128"/>
                    </a:lnTo>
                    <a:cubicBezTo>
                      <a:pt x="351" y="8956"/>
                      <a:pt x="-882" y="5818"/>
                      <a:pt x="289" y="3122"/>
                    </a:cubicBezTo>
                    <a:cubicBezTo>
                      <a:pt x="1461" y="425"/>
                      <a:pt x="4599" y="-808"/>
                      <a:pt x="7296" y="364"/>
                    </a:cubicBezTo>
                    <a:lnTo>
                      <a:pt x="7296" y="364"/>
                    </a:lnTo>
                    <a:lnTo>
                      <a:pt x="25865" y="8689"/>
                    </a:lnTo>
                    <a:cubicBezTo>
                      <a:pt x="28486" y="9844"/>
                      <a:pt x="29674" y="12903"/>
                      <a:pt x="28520" y="15524"/>
                    </a:cubicBezTo>
                    <a:cubicBezTo>
                      <a:pt x="27365" y="18145"/>
                      <a:pt x="24306" y="19334"/>
                      <a:pt x="21685" y="181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D7EDF626-3E1D-54C0-883A-D529DB3FAB55}"/>
                  </a:ext>
                </a:extLst>
              </p:cNvPr>
              <p:cNvSpPr/>
              <p:nvPr/>
            </p:nvSpPr>
            <p:spPr>
              <a:xfrm>
                <a:off x="5011490" y="3823371"/>
                <a:ext cx="30702" cy="19040"/>
              </a:xfrm>
              <a:custGeom>
                <a:avLst/>
                <a:gdLst>
                  <a:gd name="connsiteX0" fmla="*/ 22867 w 30702"/>
                  <a:gd name="connsiteY0" fmla="*/ 18269 h 19040"/>
                  <a:gd name="connsiteX1" fmla="*/ 4127 w 30702"/>
                  <a:gd name="connsiteY1" fmla="*/ 10937 h 19040"/>
                  <a:gd name="connsiteX2" fmla="*/ 4127 w 30702"/>
                  <a:gd name="connsiteY2" fmla="*/ 10937 h 19040"/>
                  <a:gd name="connsiteX3" fmla="*/ 2 w 30702"/>
                  <a:gd name="connsiteY3" fmla="*/ 4201 h 19040"/>
                  <a:gd name="connsiteX4" fmla="*/ 6741 w 30702"/>
                  <a:gd name="connsiteY4" fmla="*/ 76 h 19040"/>
                  <a:gd name="connsiteX5" fmla="*/ 8204 w 30702"/>
                  <a:gd name="connsiteY5" fmla="*/ 659 h 19040"/>
                  <a:gd name="connsiteX6" fmla="*/ 8204 w 30702"/>
                  <a:gd name="connsiteY6" fmla="*/ 659 h 19040"/>
                  <a:gd name="connsiteX7" fmla="*/ 27047 w 30702"/>
                  <a:gd name="connsiteY7" fmla="*/ 8299 h 19040"/>
                  <a:gd name="connsiteX8" fmla="*/ 30165 w 30702"/>
                  <a:gd name="connsiteY8" fmla="*/ 15459 h 19040"/>
                  <a:gd name="connsiteX9" fmla="*/ 23004 w 30702"/>
                  <a:gd name="connsiteY9" fmla="*/ 18577 h 1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702" h="19040">
                    <a:moveTo>
                      <a:pt x="22867" y="18269"/>
                    </a:moveTo>
                    <a:lnTo>
                      <a:pt x="4127" y="10937"/>
                    </a:lnTo>
                    <a:lnTo>
                      <a:pt x="4127" y="10937"/>
                    </a:lnTo>
                    <a:cubicBezTo>
                      <a:pt x="1129" y="10214"/>
                      <a:pt x="-718" y="7199"/>
                      <a:pt x="2" y="4201"/>
                    </a:cubicBezTo>
                    <a:cubicBezTo>
                      <a:pt x="725" y="1204"/>
                      <a:pt x="3740" y="-643"/>
                      <a:pt x="6741" y="76"/>
                    </a:cubicBezTo>
                    <a:cubicBezTo>
                      <a:pt x="7251" y="200"/>
                      <a:pt x="7745" y="398"/>
                      <a:pt x="8204" y="659"/>
                    </a:cubicBezTo>
                    <a:lnTo>
                      <a:pt x="8204" y="659"/>
                    </a:lnTo>
                    <a:lnTo>
                      <a:pt x="27047" y="8299"/>
                    </a:lnTo>
                    <a:cubicBezTo>
                      <a:pt x="29884" y="9416"/>
                      <a:pt x="31282" y="12623"/>
                      <a:pt x="30165" y="15459"/>
                    </a:cubicBezTo>
                    <a:cubicBezTo>
                      <a:pt x="29048" y="18296"/>
                      <a:pt x="25841" y="19694"/>
                      <a:pt x="23004" y="185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6F900DFD-70E7-A4A2-A74D-B79235F87E82}"/>
                  </a:ext>
                </a:extLst>
              </p:cNvPr>
              <p:cNvSpPr/>
              <p:nvPr/>
            </p:nvSpPr>
            <p:spPr>
              <a:xfrm>
                <a:off x="4974018" y="3809387"/>
                <a:ext cx="30325" cy="18167"/>
              </a:xfrm>
              <a:custGeom>
                <a:avLst/>
                <a:gdLst>
                  <a:gd name="connsiteX0" fmla="*/ 22722 w 30325"/>
                  <a:gd name="connsiteY0" fmla="*/ 17931 h 18167"/>
                  <a:gd name="connsiteX1" fmla="*/ 3742 w 30325"/>
                  <a:gd name="connsiteY1" fmla="*/ 11251 h 18167"/>
                  <a:gd name="connsiteX2" fmla="*/ 3742 w 30325"/>
                  <a:gd name="connsiteY2" fmla="*/ 11251 h 18167"/>
                  <a:gd name="connsiteX3" fmla="*/ 179 w 30325"/>
                  <a:gd name="connsiteY3" fmla="*/ 3816 h 18167"/>
                  <a:gd name="connsiteX4" fmla="*/ 7613 w 30325"/>
                  <a:gd name="connsiteY4" fmla="*/ 253 h 18167"/>
                  <a:gd name="connsiteX5" fmla="*/ 7613 w 30325"/>
                  <a:gd name="connsiteY5" fmla="*/ 253 h 18167"/>
                  <a:gd name="connsiteX6" fmla="*/ 26696 w 30325"/>
                  <a:gd name="connsiteY6" fmla="*/ 7105 h 18167"/>
                  <a:gd name="connsiteX7" fmla="*/ 29711 w 30325"/>
                  <a:gd name="connsiteY7" fmla="*/ 14615 h 18167"/>
                  <a:gd name="connsiteX8" fmla="*/ 22859 w 30325"/>
                  <a:gd name="connsiteY8" fmla="*/ 17863 h 18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325" h="18167">
                    <a:moveTo>
                      <a:pt x="22722" y="17931"/>
                    </a:moveTo>
                    <a:lnTo>
                      <a:pt x="3742" y="11251"/>
                    </a:lnTo>
                    <a:lnTo>
                      <a:pt x="3742" y="11251"/>
                    </a:lnTo>
                    <a:cubicBezTo>
                      <a:pt x="706" y="10182"/>
                      <a:pt x="-890" y="6852"/>
                      <a:pt x="179" y="3816"/>
                    </a:cubicBezTo>
                    <a:cubicBezTo>
                      <a:pt x="1248" y="781"/>
                      <a:pt x="4578" y="-816"/>
                      <a:pt x="7613" y="253"/>
                    </a:cubicBezTo>
                    <a:lnTo>
                      <a:pt x="7613" y="253"/>
                    </a:lnTo>
                    <a:lnTo>
                      <a:pt x="26696" y="7105"/>
                    </a:lnTo>
                    <a:cubicBezTo>
                      <a:pt x="29601" y="8345"/>
                      <a:pt x="30951" y="11710"/>
                      <a:pt x="29711" y="14615"/>
                    </a:cubicBezTo>
                    <a:cubicBezTo>
                      <a:pt x="28574" y="17274"/>
                      <a:pt x="25634" y="18665"/>
                      <a:pt x="22859" y="178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962B7CCC-6282-DE97-74E0-0CA23D0A74A8}"/>
                  </a:ext>
                </a:extLst>
              </p:cNvPr>
              <p:cNvSpPr/>
              <p:nvPr/>
            </p:nvSpPr>
            <p:spPr>
              <a:xfrm>
                <a:off x="4935031" y="3796274"/>
                <a:ext cx="31395" cy="18305"/>
              </a:xfrm>
              <a:custGeom>
                <a:avLst/>
                <a:gdLst>
                  <a:gd name="connsiteX0" fmla="*/ 23612 w 31395"/>
                  <a:gd name="connsiteY0" fmla="*/ 17992 h 18305"/>
                  <a:gd name="connsiteX1" fmla="*/ 4426 w 31395"/>
                  <a:gd name="connsiteY1" fmla="*/ 11928 h 18305"/>
                  <a:gd name="connsiteX2" fmla="*/ 4426 w 31395"/>
                  <a:gd name="connsiteY2" fmla="*/ 11928 h 18305"/>
                  <a:gd name="connsiteX3" fmla="*/ 40 w 31395"/>
                  <a:gd name="connsiteY3" fmla="*/ 4500 h 18305"/>
                  <a:gd name="connsiteX4" fmla="*/ 7468 w 31395"/>
                  <a:gd name="connsiteY4" fmla="*/ 115 h 18305"/>
                  <a:gd name="connsiteX5" fmla="*/ 8092 w 31395"/>
                  <a:gd name="connsiteY5" fmla="*/ 314 h 18305"/>
                  <a:gd name="connsiteX6" fmla="*/ 8092 w 31395"/>
                  <a:gd name="connsiteY6" fmla="*/ 314 h 18305"/>
                  <a:gd name="connsiteX7" fmla="*/ 27380 w 31395"/>
                  <a:gd name="connsiteY7" fmla="*/ 6686 h 18305"/>
                  <a:gd name="connsiteX8" fmla="*/ 30858 w 31395"/>
                  <a:gd name="connsiteY8" fmla="*/ 14367 h 18305"/>
                  <a:gd name="connsiteX9" fmla="*/ 23749 w 31395"/>
                  <a:gd name="connsiteY9" fmla="*/ 18026 h 1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395" h="18305">
                    <a:moveTo>
                      <a:pt x="23612" y="17992"/>
                    </a:moveTo>
                    <a:lnTo>
                      <a:pt x="4426" y="11928"/>
                    </a:lnTo>
                    <a:lnTo>
                      <a:pt x="4426" y="11928"/>
                    </a:lnTo>
                    <a:cubicBezTo>
                      <a:pt x="1164" y="11088"/>
                      <a:pt x="-799" y="7762"/>
                      <a:pt x="40" y="4500"/>
                    </a:cubicBezTo>
                    <a:cubicBezTo>
                      <a:pt x="880" y="1239"/>
                      <a:pt x="4207" y="-725"/>
                      <a:pt x="7468" y="115"/>
                    </a:cubicBezTo>
                    <a:cubicBezTo>
                      <a:pt x="7677" y="170"/>
                      <a:pt x="7886" y="238"/>
                      <a:pt x="8092" y="314"/>
                    </a:cubicBezTo>
                    <a:lnTo>
                      <a:pt x="8092" y="314"/>
                    </a:lnTo>
                    <a:lnTo>
                      <a:pt x="27380" y="6686"/>
                    </a:lnTo>
                    <a:cubicBezTo>
                      <a:pt x="30460" y="7847"/>
                      <a:pt x="32019" y="11284"/>
                      <a:pt x="30858" y="14367"/>
                    </a:cubicBezTo>
                    <a:cubicBezTo>
                      <a:pt x="29778" y="17231"/>
                      <a:pt x="26705" y="18811"/>
                      <a:pt x="23749" y="180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AAD8A45-181C-2328-726F-392F867C136A}"/>
                  </a:ext>
                </a:extLst>
              </p:cNvPr>
              <p:cNvSpPr/>
              <p:nvPr/>
            </p:nvSpPr>
            <p:spPr>
              <a:xfrm>
                <a:off x="4896291" y="3784678"/>
                <a:ext cx="31683" cy="18048"/>
              </a:xfrm>
              <a:custGeom>
                <a:avLst/>
                <a:gdLst>
                  <a:gd name="connsiteX0" fmla="*/ 23877 w 31683"/>
                  <a:gd name="connsiteY0" fmla="*/ 17802 h 18048"/>
                  <a:gd name="connsiteX1" fmla="*/ 4486 w 31683"/>
                  <a:gd name="connsiteY1" fmla="*/ 12389 h 18048"/>
                  <a:gd name="connsiteX2" fmla="*/ 4486 w 31683"/>
                  <a:gd name="connsiteY2" fmla="*/ 12389 h 18048"/>
                  <a:gd name="connsiteX3" fmla="*/ 83 w 31683"/>
                  <a:gd name="connsiteY3" fmla="*/ 4560 h 18048"/>
                  <a:gd name="connsiteX4" fmla="*/ 7912 w 31683"/>
                  <a:gd name="connsiteY4" fmla="*/ 158 h 18048"/>
                  <a:gd name="connsiteX5" fmla="*/ 7912 w 31683"/>
                  <a:gd name="connsiteY5" fmla="*/ 158 h 18048"/>
                  <a:gd name="connsiteX6" fmla="*/ 27440 w 31683"/>
                  <a:gd name="connsiteY6" fmla="*/ 5879 h 18048"/>
                  <a:gd name="connsiteX7" fmla="*/ 31147 w 31683"/>
                  <a:gd name="connsiteY7" fmla="*/ 13879 h 18048"/>
                  <a:gd name="connsiteX8" fmla="*/ 24014 w 31683"/>
                  <a:gd name="connsiteY8" fmla="*/ 17836 h 18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683" h="18048">
                    <a:moveTo>
                      <a:pt x="23877" y="17802"/>
                    </a:moveTo>
                    <a:lnTo>
                      <a:pt x="4486" y="12389"/>
                    </a:lnTo>
                    <a:lnTo>
                      <a:pt x="4486" y="12389"/>
                    </a:lnTo>
                    <a:cubicBezTo>
                      <a:pt x="1108" y="11443"/>
                      <a:pt x="-862" y="7938"/>
                      <a:pt x="83" y="4560"/>
                    </a:cubicBezTo>
                    <a:cubicBezTo>
                      <a:pt x="1029" y="1182"/>
                      <a:pt x="4534" y="-788"/>
                      <a:pt x="7912" y="158"/>
                    </a:cubicBezTo>
                    <a:lnTo>
                      <a:pt x="7912" y="158"/>
                    </a:lnTo>
                    <a:lnTo>
                      <a:pt x="27440" y="5879"/>
                    </a:lnTo>
                    <a:cubicBezTo>
                      <a:pt x="30675" y="7065"/>
                      <a:pt x="32333" y="10648"/>
                      <a:pt x="31147" y="13879"/>
                    </a:cubicBezTo>
                    <a:cubicBezTo>
                      <a:pt x="30082" y="16788"/>
                      <a:pt x="27043" y="18470"/>
                      <a:pt x="24014" y="178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AD2206E6-69A6-0077-9BDF-FA65C8679A52}"/>
                  </a:ext>
                </a:extLst>
              </p:cNvPr>
              <p:cNvSpPr/>
              <p:nvPr/>
            </p:nvSpPr>
            <p:spPr>
              <a:xfrm>
                <a:off x="4857330" y="3774227"/>
                <a:ext cx="32037" cy="17881"/>
              </a:xfrm>
              <a:custGeom>
                <a:avLst/>
                <a:gdLst>
                  <a:gd name="connsiteX0" fmla="*/ 24021 w 32037"/>
                  <a:gd name="connsiteY0" fmla="*/ 17701 h 17881"/>
                  <a:gd name="connsiteX1" fmla="*/ 4459 w 32037"/>
                  <a:gd name="connsiteY1" fmla="*/ 12836 h 17881"/>
                  <a:gd name="connsiteX2" fmla="*/ 4459 w 32037"/>
                  <a:gd name="connsiteY2" fmla="*/ 12836 h 17881"/>
                  <a:gd name="connsiteX3" fmla="*/ 159 w 32037"/>
                  <a:gd name="connsiteY3" fmla="*/ 4531 h 17881"/>
                  <a:gd name="connsiteX4" fmla="*/ 7611 w 32037"/>
                  <a:gd name="connsiteY4" fmla="*/ 22 h 17881"/>
                  <a:gd name="connsiteX5" fmla="*/ 7611 w 32037"/>
                  <a:gd name="connsiteY5" fmla="*/ 22 h 17881"/>
                  <a:gd name="connsiteX6" fmla="*/ 27276 w 32037"/>
                  <a:gd name="connsiteY6" fmla="*/ 5127 h 17881"/>
                  <a:gd name="connsiteX7" fmla="*/ 31607 w 32037"/>
                  <a:gd name="connsiteY7" fmla="*/ 13196 h 17881"/>
                  <a:gd name="connsiteX8" fmla="*/ 24090 w 32037"/>
                  <a:gd name="connsiteY8" fmla="*/ 17667 h 17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037" h="17881">
                    <a:moveTo>
                      <a:pt x="24021" y="17701"/>
                    </a:moveTo>
                    <a:lnTo>
                      <a:pt x="4459" y="12836"/>
                    </a:lnTo>
                    <a:lnTo>
                      <a:pt x="4459" y="12836"/>
                    </a:lnTo>
                    <a:cubicBezTo>
                      <a:pt x="978" y="11729"/>
                      <a:pt x="-948" y="8012"/>
                      <a:pt x="159" y="4531"/>
                    </a:cubicBezTo>
                    <a:cubicBezTo>
                      <a:pt x="1163" y="1372"/>
                      <a:pt x="4349" y="-553"/>
                      <a:pt x="7611" y="22"/>
                    </a:cubicBezTo>
                    <a:lnTo>
                      <a:pt x="7611" y="22"/>
                    </a:lnTo>
                    <a:lnTo>
                      <a:pt x="27276" y="5127"/>
                    </a:lnTo>
                    <a:cubicBezTo>
                      <a:pt x="30699" y="6158"/>
                      <a:pt x="32638" y="9773"/>
                      <a:pt x="31607" y="13196"/>
                    </a:cubicBezTo>
                    <a:cubicBezTo>
                      <a:pt x="30637" y="16409"/>
                      <a:pt x="27376" y="18348"/>
                      <a:pt x="24090" y="176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C4C95EBC-B181-62A2-5855-839D9D42E41A}"/>
                  </a:ext>
                </a:extLst>
              </p:cNvPr>
              <p:cNvSpPr/>
              <p:nvPr/>
            </p:nvSpPr>
            <p:spPr>
              <a:xfrm>
                <a:off x="4834429" y="3768602"/>
                <a:ext cx="14929" cy="13988"/>
              </a:xfrm>
              <a:custGeom>
                <a:avLst/>
                <a:gdLst>
                  <a:gd name="connsiteX0" fmla="*/ 7728 w 14929"/>
                  <a:gd name="connsiteY0" fmla="*/ 13905 h 13988"/>
                  <a:gd name="connsiteX1" fmla="*/ 4028 w 14929"/>
                  <a:gd name="connsiteY1" fmla="*/ 13082 h 13988"/>
                  <a:gd name="connsiteX2" fmla="*/ 390 w 14929"/>
                  <a:gd name="connsiteY2" fmla="*/ 4099 h 13988"/>
                  <a:gd name="connsiteX3" fmla="*/ 6974 w 14929"/>
                  <a:gd name="connsiteY3" fmla="*/ -74 h 13988"/>
                  <a:gd name="connsiteX4" fmla="*/ 6974 w 14929"/>
                  <a:gd name="connsiteY4" fmla="*/ -74 h 13988"/>
                  <a:gd name="connsiteX5" fmla="*/ 10674 w 14929"/>
                  <a:gd name="connsiteY5" fmla="*/ 783 h 13988"/>
                  <a:gd name="connsiteX6" fmla="*/ 14196 w 14929"/>
                  <a:gd name="connsiteY6" fmla="*/ 9811 h 13988"/>
                  <a:gd name="connsiteX7" fmla="*/ 7659 w 14929"/>
                  <a:gd name="connsiteY7" fmla="*/ 13905 h 1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29" h="13988">
                    <a:moveTo>
                      <a:pt x="7728" y="13905"/>
                    </a:moveTo>
                    <a:lnTo>
                      <a:pt x="4028" y="13082"/>
                    </a:lnTo>
                    <a:cubicBezTo>
                      <a:pt x="544" y="11606"/>
                      <a:pt x="-1084" y="7584"/>
                      <a:pt x="390" y="4099"/>
                    </a:cubicBezTo>
                    <a:cubicBezTo>
                      <a:pt x="1503" y="1475"/>
                      <a:pt x="4124" y="-187"/>
                      <a:pt x="6974" y="-74"/>
                    </a:cubicBezTo>
                    <a:lnTo>
                      <a:pt x="6974" y="-74"/>
                    </a:lnTo>
                    <a:lnTo>
                      <a:pt x="10674" y="783"/>
                    </a:lnTo>
                    <a:cubicBezTo>
                      <a:pt x="14138" y="2304"/>
                      <a:pt x="15718" y="6347"/>
                      <a:pt x="14196" y="9811"/>
                    </a:cubicBezTo>
                    <a:cubicBezTo>
                      <a:pt x="13066" y="12387"/>
                      <a:pt x="10472" y="14011"/>
                      <a:pt x="7659" y="139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F50F7C9-C904-96D6-E843-83B61297A8ED}"/>
                  </a:ext>
                </a:extLst>
              </p:cNvPr>
              <p:cNvSpPr/>
              <p:nvPr/>
            </p:nvSpPr>
            <p:spPr>
              <a:xfrm>
                <a:off x="5275418" y="3958468"/>
                <a:ext cx="91639" cy="69832"/>
              </a:xfrm>
              <a:custGeom>
                <a:avLst/>
                <a:gdLst>
                  <a:gd name="connsiteX0" fmla="*/ 86400 w 91639"/>
                  <a:gd name="connsiteY0" fmla="*/ 69719 h 69832"/>
                  <a:gd name="connsiteX1" fmla="*/ 85920 w 91639"/>
                  <a:gd name="connsiteY1" fmla="*/ 69719 h 69832"/>
                  <a:gd name="connsiteX2" fmla="*/ 4106 w 91639"/>
                  <a:gd name="connsiteY2" fmla="*/ 61634 h 69832"/>
                  <a:gd name="connsiteX3" fmla="*/ -87 w 91639"/>
                  <a:gd name="connsiteY3" fmla="*/ 55816 h 69832"/>
                  <a:gd name="connsiteX4" fmla="*/ 5100 w 91639"/>
                  <a:gd name="connsiteY4" fmla="*/ 51561 h 69832"/>
                  <a:gd name="connsiteX5" fmla="*/ 74443 w 91639"/>
                  <a:gd name="connsiteY5" fmla="*/ 58413 h 69832"/>
                  <a:gd name="connsiteX6" fmla="*/ 31926 w 91639"/>
                  <a:gd name="connsiteY6" fmla="*/ 8427 h 69832"/>
                  <a:gd name="connsiteX7" fmla="*/ 32220 w 91639"/>
                  <a:gd name="connsiteY7" fmla="*/ 1263 h 69832"/>
                  <a:gd name="connsiteX8" fmla="*/ 39384 w 91639"/>
                  <a:gd name="connsiteY8" fmla="*/ 1555 h 69832"/>
                  <a:gd name="connsiteX9" fmla="*/ 39634 w 91639"/>
                  <a:gd name="connsiteY9" fmla="*/ 1849 h 69832"/>
                  <a:gd name="connsiteX10" fmla="*/ 90271 w 91639"/>
                  <a:gd name="connsiteY10" fmla="*/ 61394 h 69832"/>
                  <a:gd name="connsiteX11" fmla="*/ 89689 w 91639"/>
                  <a:gd name="connsiteY11" fmla="*/ 68541 h 69832"/>
                  <a:gd name="connsiteX12" fmla="*/ 86400 w 91639"/>
                  <a:gd name="connsiteY12" fmla="*/ 69753 h 6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639" h="69832">
                    <a:moveTo>
                      <a:pt x="86400" y="69719"/>
                    </a:moveTo>
                    <a:lnTo>
                      <a:pt x="85920" y="69719"/>
                    </a:lnTo>
                    <a:lnTo>
                      <a:pt x="4106" y="61634"/>
                    </a:lnTo>
                    <a:cubicBezTo>
                      <a:pt x="1342" y="61185"/>
                      <a:pt x="-536" y="58581"/>
                      <a:pt x="-87" y="55816"/>
                    </a:cubicBezTo>
                    <a:cubicBezTo>
                      <a:pt x="321" y="53295"/>
                      <a:pt x="2544" y="51469"/>
                      <a:pt x="5100" y="51561"/>
                    </a:cubicBezTo>
                    <a:lnTo>
                      <a:pt x="74443" y="58413"/>
                    </a:lnTo>
                    <a:lnTo>
                      <a:pt x="31926" y="8427"/>
                    </a:lnTo>
                    <a:cubicBezTo>
                      <a:pt x="30028" y="6368"/>
                      <a:pt x="30158" y="3161"/>
                      <a:pt x="32220" y="1263"/>
                    </a:cubicBezTo>
                    <a:cubicBezTo>
                      <a:pt x="34279" y="-634"/>
                      <a:pt x="37486" y="-504"/>
                      <a:pt x="39384" y="1555"/>
                    </a:cubicBezTo>
                    <a:cubicBezTo>
                      <a:pt x="39470" y="1651"/>
                      <a:pt x="39556" y="1747"/>
                      <a:pt x="39634" y="1849"/>
                    </a:cubicBezTo>
                    <a:lnTo>
                      <a:pt x="90271" y="61394"/>
                    </a:lnTo>
                    <a:cubicBezTo>
                      <a:pt x="92087" y="63525"/>
                      <a:pt x="91847" y="66725"/>
                      <a:pt x="89689" y="68541"/>
                    </a:cubicBezTo>
                    <a:cubicBezTo>
                      <a:pt x="88764" y="69325"/>
                      <a:pt x="87599" y="69757"/>
                      <a:pt x="86400" y="697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B07DC49C-1AFB-826C-D217-CCD1E4BC9EB9}"/>
                  </a:ext>
                </a:extLst>
              </p:cNvPr>
              <p:cNvSpPr/>
              <p:nvPr/>
            </p:nvSpPr>
            <p:spPr>
              <a:xfrm>
                <a:off x="5397818" y="4287199"/>
                <a:ext cx="12633" cy="16690"/>
              </a:xfrm>
              <a:custGeom>
                <a:avLst/>
                <a:gdLst>
                  <a:gd name="connsiteX0" fmla="*/ 11896 w 12633"/>
                  <a:gd name="connsiteY0" fmla="*/ 5650 h 16690"/>
                  <a:gd name="connsiteX1" fmla="*/ 7168 w 12633"/>
                  <a:gd name="connsiteY1" fmla="*/ 14557 h 16690"/>
                  <a:gd name="connsiteX2" fmla="*/ 7168 w 12633"/>
                  <a:gd name="connsiteY2" fmla="*/ 14557 h 16690"/>
                  <a:gd name="connsiteX3" fmla="*/ 1892 w 12633"/>
                  <a:gd name="connsiteY3" fmla="*/ 16150 h 16690"/>
                  <a:gd name="connsiteX4" fmla="*/ 316 w 12633"/>
                  <a:gd name="connsiteY4" fmla="*/ 10891 h 16690"/>
                  <a:gd name="connsiteX5" fmla="*/ 316 w 12633"/>
                  <a:gd name="connsiteY5" fmla="*/ 10891 h 16690"/>
                  <a:gd name="connsiteX6" fmla="*/ 5181 w 12633"/>
                  <a:gd name="connsiteY6" fmla="*/ 1984 h 16690"/>
                  <a:gd name="connsiteX7" fmla="*/ 10423 w 12633"/>
                  <a:gd name="connsiteY7" fmla="*/ 374 h 16690"/>
                  <a:gd name="connsiteX8" fmla="*/ 12033 w 12633"/>
                  <a:gd name="connsiteY8" fmla="*/ 5615 h 1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633" h="16690">
                    <a:moveTo>
                      <a:pt x="11896" y="5650"/>
                    </a:moveTo>
                    <a:lnTo>
                      <a:pt x="7168" y="14557"/>
                    </a:lnTo>
                    <a:lnTo>
                      <a:pt x="7168" y="14557"/>
                    </a:lnTo>
                    <a:cubicBezTo>
                      <a:pt x="6140" y="16449"/>
                      <a:pt x="3810" y="17165"/>
                      <a:pt x="1892" y="16150"/>
                    </a:cubicBezTo>
                    <a:cubicBezTo>
                      <a:pt x="8" y="15140"/>
                      <a:pt x="-712" y="12783"/>
                      <a:pt x="316" y="10891"/>
                    </a:cubicBezTo>
                    <a:lnTo>
                      <a:pt x="316" y="10891"/>
                    </a:lnTo>
                    <a:lnTo>
                      <a:pt x="5181" y="1984"/>
                    </a:lnTo>
                    <a:cubicBezTo>
                      <a:pt x="6175" y="92"/>
                      <a:pt x="8538" y="-630"/>
                      <a:pt x="10423" y="374"/>
                    </a:cubicBezTo>
                    <a:cubicBezTo>
                      <a:pt x="12307" y="1377"/>
                      <a:pt x="13027" y="3724"/>
                      <a:pt x="12033" y="56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7697295F-C3B7-44CA-5330-6BB5F786D4AE}"/>
                  </a:ext>
                </a:extLst>
              </p:cNvPr>
              <p:cNvSpPr/>
              <p:nvPr/>
            </p:nvSpPr>
            <p:spPr>
              <a:xfrm>
                <a:off x="5378448" y="4314683"/>
                <a:ext cx="17616" cy="27276"/>
              </a:xfrm>
              <a:custGeom>
                <a:avLst/>
                <a:gdLst>
                  <a:gd name="connsiteX0" fmla="*/ 16979 w 17616"/>
                  <a:gd name="connsiteY0" fmla="*/ 5574 h 27276"/>
                  <a:gd name="connsiteX1" fmla="*/ 7832 w 17616"/>
                  <a:gd name="connsiteY1" fmla="*/ 24280 h 27276"/>
                  <a:gd name="connsiteX2" fmla="*/ 7832 w 17616"/>
                  <a:gd name="connsiteY2" fmla="*/ 24280 h 27276"/>
                  <a:gd name="connsiteX3" fmla="*/ 2761 w 17616"/>
                  <a:gd name="connsiteY3" fmla="*/ 27028 h 27276"/>
                  <a:gd name="connsiteX4" fmla="*/ 20 w 17616"/>
                  <a:gd name="connsiteY4" fmla="*/ 21961 h 27276"/>
                  <a:gd name="connsiteX5" fmla="*/ 534 w 17616"/>
                  <a:gd name="connsiteY5" fmla="*/ 20854 h 27276"/>
                  <a:gd name="connsiteX6" fmla="*/ 534 w 17616"/>
                  <a:gd name="connsiteY6" fmla="*/ 20854 h 27276"/>
                  <a:gd name="connsiteX7" fmla="*/ 9956 w 17616"/>
                  <a:gd name="connsiteY7" fmla="*/ 2113 h 27276"/>
                  <a:gd name="connsiteX8" fmla="*/ 15266 w 17616"/>
                  <a:gd name="connsiteY8" fmla="*/ 332 h 27276"/>
                  <a:gd name="connsiteX9" fmla="*/ 17082 w 17616"/>
                  <a:gd name="connsiteY9" fmla="*/ 5642 h 2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616" h="27276">
                    <a:moveTo>
                      <a:pt x="16979" y="5574"/>
                    </a:moveTo>
                    <a:lnTo>
                      <a:pt x="7832" y="24280"/>
                    </a:lnTo>
                    <a:lnTo>
                      <a:pt x="7832" y="24280"/>
                    </a:lnTo>
                    <a:cubicBezTo>
                      <a:pt x="7181" y="26438"/>
                      <a:pt x="4920" y="27668"/>
                      <a:pt x="2761" y="27028"/>
                    </a:cubicBezTo>
                    <a:cubicBezTo>
                      <a:pt x="603" y="26390"/>
                      <a:pt x="-630" y="24119"/>
                      <a:pt x="20" y="21961"/>
                    </a:cubicBezTo>
                    <a:cubicBezTo>
                      <a:pt x="123" y="21570"/>
                      <a:pt x="295" y="21193"/>
                      <a:pt x="534" y="20854"/>
                    </a:cubicBezTo>
                    <a:lnTo>
                      <a:pt x="534" y="20854"/>
                    </a:lnTo>
                    <a:lnTo>
                      <a:pt x="9956" y="2113"/>
                    </a:lnTo>
                    <a:cubicBezTo>
                      <a:pt x="10950" y="161"/>
                      <a:pt x="13313" y="-634"/>
                      <a:pt x="15266" y="332"/>
                    </a:cubicBezTo>
                    <a:cubicBezTo>
                      <a:pt x="17185" y="1326"/>
                      <a:pt x="18007" y="3672"/>
                      <a:pt x="17082" y="56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5466AD83-6E89-F9CD-03FA-1D2AECF10D59}"/>
                  </a:ext>
                </a:extLst>
              </p:cNvPr>
              <p:cNvSpPr/>
              <p:nvPr/>
            </p:nvSpPr>
            <p:spPr>
              <a:xfrm>
                <a:off x="5361110" y="4351916"/>
                <a:ext cx="16993" cy="27467"/>
              </a:xfrm>
              <a:custGeom>
                <a:avLst/>
                <a:gdLst>
                  <a:gd name="connsiteX0" fmla="*/ 16399 w 16993"/>
                  <a:gd name="connsiteY0" fmla="*/ 5890 h 27467"/>
                  <a:gd name="connsiteX1" fmla="*/ 8005 w 16993"/>
                  <a:gd name="connsiteY1" fmla="*/ 24939 h 27467"/>
                  <a:gd name="connsiteX2" fmla="*/ 8005 w 16993"/>
                  <a:gd name="connsiteY2" fmla="*/ 24939 h 27467"/>
                  <a:gd name="connsiteX3" fmla="*/ 2318 w 16993"/>
                  <a:gd name="connsiteY3" fmla="*/ 26974 h 27467"/>
                  <a:gd name="connsiteX4" fmla="*/ 160 w 16993"/>
                  <a:gd name="connsiteY4" fmla="*/ 21513 h 27467"/>
                  <a:gd name="connsiteX5" fmla="*/ 160 w 16993"/>
                  <a:gd name="connsiteY5" fmla="*/ 21513 h 27467"/>
                  <a:gd name="connsiteX6" fmla="*/ 8827 w 16993"/>
                  <a:gd name="connsiteY6" fmla="*/ 2395 h 27467"/>
                  <a:gd name="connsiteX7" fmla="*/ 14343 w 16993"/>
                  <a:gd name="connsiteY7" fmla="*/ 288 h 27467"/>
                  <a:gd name="connsiteX8" fmla="*/ 16468 w 16993"/>
                  <a:gd name="connsiteY8" fmla="*/ 5821 h 27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993" h="27467">
                    <a:moveTo>
                      <a:pt x="16399" y="5890"/>
                    </a:moveTo>
                    <a:lnTo>
                      <a:pt x="8005" y="24939"/>
                    </a:lnTo>
                    <a:lnTo>
                      <a:pt x="8005" y="24939"/>
                    </a:lnTo>
                    <a:cubicBezTo>
                      <a:pt x="6977" y="27076"/>
                      <a:pt x="4442" y="27988"/>
                      <a:pt x="2318" y="26974"/>
                    </a:cubicBezTo>
                    <a:cubicBezTo>
                      <a:pt x="262" y="26008"/>
                      <a:pt x="-697" y="23613"/>
                      <a:pt x="160" y="21513"/>
                    </a:cubicBezTo>
                    <a:lnTo>
                      <a:pt x="160" y="21513"/>
                    </a:lnTo>
                    <a:lnTo>
                      <a:pt x="8827" y="2395"/>
                    </a:lnTo>
                    <a:cubicBezTo>
                      <a:pt x="9787" y="285"/>
                      <a:pt x="12253" y="-657"/>
                      <a:pt x="14343" y="288"/>
                    </a:cubicBezTo>
                    <a:cubicBezTo>
                      <a:pt x="16468" y="1234"/>
                      <a:pt x="17427" y="3711"/>
                      <a:pt x="16468" y="58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A45A6FD9-9082-976C-3AB3-50B81248D0E5}"/>
                  </a:ext>
                </a:extLst>
              </p:cNvPr>
              <p:cNvSpPr/>
              <p:nvPr/>
            </p:nvSpPr>
            <p:spPr>
              <a:xfrm>
                <a:off x="5344807" y="4389862"/>
                <a:ext cx="16720" cy="28419"/>
              </a:xfrm>
              <a:custGeom>
                <a:avLst/>
                <a:gdLst>
                  <a:gd name="connsiteX0" fmla="*/ 16188 w 16720"/>
                  <a:gd name="connsiteY0" fmla="*/ 6179 h 28419"/>
                  <a:gd name="connsiteX1" fmla="*/ 8548 w 16720"/>
                  <a:gd name="connsiteY1" fmla="*/ 25536 h 28419"/>
                  <a:gd name="connsiteX2" fmla="*/ 8548 w 16720"/>
                  <a:gd name="connsiteY2" fmla="*/ 25536 h 28419"/>
                  <a:gd name="connsiteX3" fmla="*/ 2656 w 16720"/>
                  <a:gd name="connsiteY3" fmla="*/ 28002 h 28419"/>
                  <a:gd name="connsiteX4" fmla="*/ 189 w 16720"/>
                  <a:gd name="connsiteY4" fmla="*/ 22110 h 28419"/>
                  <a:gd name="connsiteX5" fmla="*/ 189 w 16720"/>
                  <a:gd name="connsiteY5" fmla="*/ 22110 h 28419"/>
                  <a:gd name="connsiteX6" fmla="*/ 8103 w 16720"/>
                  <a:gd name="connsiteY6" fmla="*/ 2684 h 28419"/>
                  <a:gd name="connsiteX7" fmla="*/ 13790 w 16720"/>
                  <a:gd name="connsiteY7" fmla="*/ 234 h 28419"/>
                  <a:gd name="connsiteX8" fmla="*/ 16257 w 16720"/>
                  <a:gd name="connsiteY8" fmla="*/ 5939 h 2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20" h="28419">
                    <a:moveTo>
                      <a:pt x="16188" y="6179"/>
                    </a:moveTo>
                    <a:lnTo>
                      <a:pt x="8548" y="25536"/>
                    </a:lnTo>
                    <a:lnTo>
                      <a:pt x="8548" y="25536"/>
                    </a:lnTo>
                    <a:cubicBezTo>
                      <a:pt x="7589" y="27845"/>
                      <a:pt x="4951" y="28948"/>
                      <a:pt x="2656" y="28002"/>
                    </a:cubicBezTo>
                    <a:cubicBezTo>
                      <a:pt x="360" y="27057"/>
                      <a:pt x="-770" y="24419"/>
                      <a:pt x="189" y="22110"/>
                    </a:cubicBezTo>
                    <a:lnTo>
                      <a:pt x="189" y="22110"/>
                    </a:lnTo>
                    <a:lnTo>
                      <a:pt x="8103" y="2684"/>
                    </a:lnTo>
                    <a:cubicBezTo>
                      <a:pt x="8994" y="433"/>
                      <a:pt x="11563" y="-663"/>
                      <a:pt x="13790" y="234"/>
                    </a:cubicBezTo>
                    <a:cubicBezTo>
                      <a:pt x="16051" y="1132"/>
                      <a:pt x="17148" y="3688"/>
                      <a:pt x="16257" y="59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6CE2C739-6F76-154C-9FBA-692C8511B257}"/>
                  </a:ext>
                </a:extLst>
              </p:cNvPr>
              <p:cNvSpPr/>
              <p:nvPr/>
            </p:nvSpPr>
            <p:spPr>
              <a:xfrm>
                <a:off x="5330288" y="4428702"/>
                <a:ext cx="16367" cy="29044"/>
              </a:xfrm>
              <a:custGeom>
                <a:avLst/>
                <a:gdLst>
                  <a:gd name="connsiteX0" fmla="*/ 15839 w 16367"/>
                  <a:gd name="connsiteY0" fmla="*/ 6189 h 29044"/>
                  <a:gd name="connsiteX1" fmla="*/ 8987 w 16367"/>
                  <a:gd name="connsiteY1" fmla="*/ 25821 h 29044"/>
                  <a:gd name="connsiteX2" fmla="*/ 8987 w 16367"/>
                  <a:gd name="connsiteY2" fmla="*/ 25821 h 29044"/>
                  <a:gd name="connsiteX3" fmla="*/ 2991 w 16367"/>
                  <a:gd name="connsiteY3" fmla="*/ 28699 h 29044"/>
                  <a:gd name="connsiteX4" fmla="*/ 114 w 16367"/>
                  <a:gd name="connsiteY4" fmla="*/ 22703 h 29044"/>
                  <a:gd name="connsiteX5" fmla="*/ 114 w 16367"/>
                  <a:gd name="connsiteY5" fmla="*/ 22703 h 29044"/>
                  <a:gd name="connsiteX6" fmla="*/ 7274 w 16367"/>
                  <a:gd name="connsiteY6" fmla="*/ 2969 h 29044"/>
                  <a:gd name="connsiteX7" fmla="*/ 13167 w 16367"/>
                  <a:gd name="connsiteY7" fmla="*/ 194 h 29044"/>
                  <a:gd name="connsiteX8" fmla="*/ 15942 w 16367"/>
                  <a:gd name="connsiteY8" fmla="*/ 6087 h 2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67" h="29044">
                    <a:moveTo>
                      <a:pt x="15839" y="6189"/>
                    </a:moveTo>
                    <a:lnTo>
                      <a:pt x="8987" y="25821"/>
                    </a:lnTo>
                    <a:lnTo>
                      <a:pt x="8987" y="25821"/>
                    </a:lnTo>
                    <a:cubicBezTo>
                      <a:pt x="8130" y="28270"/>
                      <a:pt x="5458" y="29558"/>
                      <a:pt x="2991" y="28699"/>
                    </a:cubicBezTo>
                    <a:cubicBezTo>
                      <a:pt x="525" y="27838"/>
                      <a:pt x="-743" y="25152"/>
                      <a:pt x="114" y="22703"/>
                    </a:cubicBezTo>
                    <a:lnTo>
                      <a:pt x="114" y="22703"/>
                    </a:lnTo>
                    <a:lnTo>
                      <a:pt x="7274" y="2969"/>
                    </a:lnTo>
                    <a:cubicBezTo>
                      <a:pt x="8130" y="574"/>
                      <a:pt x="10769" y="-666"/>
                      <a:pt x="13167" y="194"/>
                    </a:cubicBezTo>
                    <a:cubicBezTo>
                      <a:pt x="15565" y="1054"/>
                      <a:pt x="16798" y="3692"/>
                      <a:pt x="15942" y="60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24B3C5B4-70B3-33B4-A543-C78A5B76F500}"/>
                  </a:ext>
                </a:extLst>
              </p:cNvPr>
              <p:cNvSpPr/>
              <p:nvPr/>
            </p:nvSpPr>
            <p:spPr>
              <a:xfrm>
                <a:off x="5317074" y="4467941"/>
                <a:ext cx="16032" cy="29725"/>
              </a:xfrm>
              <a:custGeom>
                <a:avLst/>
                <a:gdLst>
                  <a:gd name="connsiteX0" fmla="*/ 15623 w 16032"/>
                  <a:gd name="connsiteY0" fmla="*/ 6316 h 29725"/>
                  <a:gd name="connsiteX1" fmla="*/ 9456 w 16032"/>
                  <a:gd name="connsiteY1" fmla="*/ 26187 h 29725"/>
                  <a:gd name="connsiteX2" fmla="*/ 9456 w 16032"/>
                  <a:gd name="connsiteY2" fmla="*/ 26187 h 29725"/>
                  <a:gd name="connsiteX3" fmla="*/ 3324 w 16032"/>
                  <a:gd name="connsiteY3" fmla="*/ 29424 h 29725"/>
                  <a:gd name="connsiteX4" fmla="*/ 69 w 16032"/>
                  <a:gd name="connsiteY4" fmla="*/ 23274 h 29725"/>
                  <a:gd name="connsiteX5" fmla="*/ 69 w 16032"/>
                  <a:gd name="connsiteY5" fmla="*/ 23274 h 29725"/>
                  <a:gd name="connsiteX6" fmla="*/ 6510 w 16032"/>
                  <a:gd name="connsiteY6" fmla="*/ 3266 h 29725"/>
                  <a:gd name="connsiteX7" fmla="*/ 12540 w 16032"/>
                  <a:gd name="connsiteY7" fmla="*/ 149 h 29725"/>
                  <a:gd name="connsiteX8" fmla="*/ 15657 w 16032"/>
                  <a:gd name="connsiteY8" fmla="*/ 6179 h 29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032" h="29725">
                    <a:moveTo>
                      <a:pt x="15623" y="6316"/>
                    </a:moveTo>
                    <a:lnTo>
                      <a:pt x="9456" y="26187"/>
                    </a:lnTo>
                    <a:lnTo>
                      <a:pt x="9456" y="26187"/>
                    </a:lnTo>
                    <a:cubicBezTo>
                      <a:pt x="8668" y="28780"/>
                      <a:pt x="5893" y="30229"/>
                      <a:pt x="3324" y="29424"/>
                    </a:cubicBezTo>
                    <a:cubicBezTo>
                      <a:pt x="713" y="28619"/>
                      <a:pt x="-736" y="25868"/>
                      <a:pt x="69" y="23274"/>
                    </a:cubicBezTo>
                    <a:lnTo>
                      <a:pt x="69" y="23274"/>
                    </a:lnTo>
                    <a:lnTo>
                      <a:pt x="6510" y="3266"/>
                    </a:lnTo>
                    <a:cubicBezTo>
                      <a:pt x="7298" y="741"/>
                      <a:pt x="10004" y="-656"/>
                      <a:pt x="12540" y="149"/>
                    </a:cubicBezTo>
                    <a:cubicBezTo>
                      <a:pt x="15075" y="954"/>
                      <a:pt x="16445" y="3654"/>
                      <a:pt x="15657" y="61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D47210FB-6E4D-8673-8FE3-4B94F3F688AE}"/>
                  </a:ext>
                </a:extLst>
              </p:cNvPr>
              <p:cNvSpPr/>
              <p:nvPr/>
            </p:nvSpPr>
            <p:spPr>
              <a:xfrm>
                <a:off x="5305266" y="4507729"/>
                <a:ext cx="15815" cy="30695"/>
              </a:xfrm>
              <a:custGeom>
                <a:avLst/>
                <a:gdLst>
                  <a:gd name="connsiteX0" fmla="*/ 15439 w 15815"/>
                  <a:gd name="connsiteY0" fmla="*/ 6407 h 30695"/>
                  <a:gd name="connsiteX1" fmla="*/ 10026 w 15815"/>
                  <a:gd name="connsiteY1" fmla="*/ 26484 h 30695"/>
                  <a:gd name="connsiteX2" fmla="*/ 10026 w 15815"/>
                  <a:gd name="connsiteY2" fmla="*/ 26484 h 30695"/>
                  <a:gd name="connsiteX3" fmla="*/ 3979 w 15815"/>
                  <a:gd name="connsiteY3" fmla="*/ 30516 h 30695"/>
                  <a:gd name="connsiteX4" fmla="*/ -53 w 15815"/>
                  <a:gd name="connsiteY4" fmla="*/ 24469 h 30695"/>
                  <a:gd name="connsiteX5" fmla="*/ 125 w 15815"/>
                  <a:gd name="connsiteY5" fmla="*/ 23811 h 30695"/>
                  <a:gd name="connsiteX6" fmla="*/ 125 w 15815"/>
                  <a:gd name="connsiteY6" fmla="*/ 23811 h 30695"/>
                  <a:gd name="connsiteX7" fmla="*/ 5812 w 15815"/>
                  <a:gd name="connsiteY7" fmla="*/ 3598 h 30695"/>
                  <a:gd name="connsiteX8" fmla="*/ 11979 w 15815"/>
                  <a:gd name="connsiteY8" fmla="*/ 103 h 30695"/>
                  <a:gd name="connsiteX9" fmla="*/ 15473 w 15815"/>
                  <a:gd name="connsiteY9" fmla="*/ 6270 h 30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815" h="30695">
                    <a:moveTo>
                      <a:pt x="15439" y="6407"/>
                    </a:moveTo>
                    <a:lnTo>
                      <a:pt x="10026" y="26484"/>
                    </a:lnTo>
                    <a:lnTo>
                      <a:pt x="10026" y="26484"/>
                    </a:lnTo>
                    <a:cubicBezTo>
                      <a:pt x="9471" y="29266"/>
                      <a:pt x="6761" y="31071"/>
                      <a:pt x="3979" y="30516"/>
                    </a:cubicBezTo>
                    <a:cubicBezTo>
                      <a:pt x="1197" y="29958"/>
                      <a:pt x="-608" y="27251"/>
                      <a:pt x="-53" y="24469"/>
                    </a:cubicBezTo>
                    <a:cubicBezTo>
                      <a:pt x="-9" y="24246"/>
                      <a:pt x="49" y="24027"/>
                      <a:pt x="125" y="23811"/>
                    </a:cubicBezTo>
                    <a:lnTo>
                      <a:pt x="125" y="23811"/>
                    </a:lnTo>
                    <a:lnTo>
                      <a:pt x="5812" y="3598"/>
                    </a:lnTo>
                    <a:cubicBezTo>
                      <a:pt x="6549" y="929"/>
                      <a:pt x="9310" y="-633"/>
                      <a:pt x="11979" y="103"/>
                    </a:cubicBezTo>
                    <a:cubicBezTo>
                      <a:pt x="14651" y="840"/>
                      <a:pt x="16227" y="3601"/>
                      <a:pt x="15473" y="62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35DD45D0-B679-BC37-0775-AF0D31714A03}"/>
                  </a:ext>
                </a:extLst>
              </p:cNvPr>
              <p:cNvSpPr/>
              <p:nvPr/>
            </p:nvSpPr>
            <p:spPr>
              <a:xfrm>
                <a:off x="5295062" y="4547699"/>
                <a:ext cx="15696" cy="31709"/>
              </a:xfrm>
              <a:custGeom>
                <a:avLst/>
                <a:gdLst>
                  <a:gd name="connsiteX0" fmla="*/ 15160 w 15696"/>
                  <a:gd name="connsiteY0" fmla="*/ 6693 h 31709"/>
                  <a:gd name="connsiteX1" fmla="*/ 10432 w 15696"/>
                  <a:gd name="connsiteY1" fmla="*/ 26941 h 31709"/>
                  <a:gd name="connsiteX2" fmla="*/ 10432 w 15696"/>
                  <a:gd name="connsiteY2" fmla="*/ 26941 h 31709"/>
                  <a:gd name="connsiteX3" fmla="*/ 4536 w 15696"/>
                  <a:gd name="connsiteY3" fmla="*/ 31594 h 31709"/>
                  <a:gd name="connsiteX4" fmla="*/ -117 w 15696"/>
                  <a:gd name="connsiteY4" fmla="*/ 25698 h 31709"/>
                  <a:gd name="connsiteX5" fmla="*/ 154 w 15696"/>
                  <a:gd name="connsiteY5" fmla="*/ 24543 h 31709"/>
                  <a:gd name="connsiteX6" fmla="*/ 154 w 15696"/>
                  <a:gd name="connsiteY6" fmla="*/ 24543 h 31709"/>
                  <a:gd name="connsiteX7" fmla="*/ 5122 w 15696"/>
                  <a:gd name="connsiteY7" fmla="*/ 3987 h 31709"/>
                  <a:gd name="connsiteX8" fmla="*/ 11477 w 15696"/>
                  <a:gd name="connsiteY8" fmla="*/ 64 h 31709"/>
                  <a:gd name="connsiteX9" fmla="*/ 15400 w 15696"/>
                  <a:gd name="connsiteY9" fmla="*/ 6419 h 31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96" h="31709">
                    <a:moveTo>
                      <a:pt x="15160" y="6693"/>
                    </a:moveTo>
                    <a:lnTo>
                      <a:pt x="10432" y="26941"/>
                    </a:lnTo>
                    <a:lnTo>
                      <a:pt x="10432" y="26941"/>
                    </a:lnTo>
                    <a:cubicBezTo>
                      <a:pt x="10090" y="29853"/>
                      <a:pt x="7448" y="31936"/>
                      <a:pt x="4536" y="31594"/>
                    </a:cubicBezTo>
                    <a:cubicBezTo>
                      <a:pt x="1624" y="31251"/>
                      <a:pt x="-459" y="28610"/>
                      <a:pt x="-117" y="25698"/>
                    </a:cubicBezTo>
                    <a:cubicBezTo>
                      <a:pt x="-69" y="25304"/>
                      <a:pt x="20" y="24916"/>
                      <a:pt x="154" y="24543"/>
                    </a:cubicBezTo>
                    <a:lnTo>
                      <a:pt x="154" y="24543"/>
                    </a:lnTo>
                    <a:lnTo>
                      <a:pt x="5122" y="3987"/>
                    </a:lnTo>
                    <a:cubicBezTo>
                      <a:pt x="5793" y="1150"/>
                      <a:pt x="8640" y="-608"/>
                      <a:pt x="11477" y="64"/>
                    </a:cubicBezTo>
                    <a:cubicBezTo>
                      <a:pt x="14314" y="736"/>
                      <a:pt x="16071" y="3583"/>
                      <a:pt x="15400" y="64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D3A6B379-59FF-37F8-C200-208691FF7C30}"/>
                  </a:ext>
                </a:extLst>
              </p:cNvPr>
              <p:cNvSpPr/>
              <p:nvPr/>
            </p:nvSpPr>
            <p:spPr>
              <a:xfrm>
                <a:off x="5286333" y="4588990"/>
                <a:ext cx="15039" cy="31110"/>
              </a:xfrm>
              <a:custGeom>
                <a:avLst/>
                <a:gdLst>
                  <a:gd name="connsiteX0" fmla="*/ 14845 w 15039"/>
                  <a:gd name="connsiteY0" fmla="*/ 6035 h 31110"/>
                  <a:gd name="connsiteX1" fmla="*/ 10836 w 15039"/>
                  <a:gd name="connsiteY1" fmla="*/ 26591 h 31110"/>
                  <a:gd name="connsiteX2" fmla="*/ 10836 w 15039"/>
                  <a:gd name="connsiteY2" fmla="*/ 26591 h 31110"/>
                  <a:gd name="connsiteX3" fmla="*/ 4289 w 15039"/>
                  <a:gd name="connsiteY3" fmla="*/ 30918 h 31110"/>
                  <a:gd name="connsiteX4" fmla="*/ -59 w 15039"/>
                  <a:gd name="connsiteY4" fmla="*/ 24467 h 31110"/>
                  <a:gd name="connsiteX5" fmla="*/ -59 w 15039"/>
                  <a:gd name="connsiteY5" fmla="*/ 24467 h 31110"/>
                  <a:gd name="connsiteX6" fmla="*/ 4190 w 15039"/>
                  <a:gd name="connsiteY6" fmla="*/ 3910 h 31110"/>
                  <a:gd name="connsiteX7" fmla="*/ 10898 w 15039"/>
                  <a:gd name="connsiteY7" fmla="*/ 121 h 31110"/>
                  <a:gd name="connsiteX8" fmla="*/ 14845 w 15039"/>
                  <a:gd name="connsiteY8" fmla="*/ 6035 h 31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039" h="31110">
                    <a:moveTo>
                      <a:pt x="14845" y="6035"/>
                    </a:moveTo>
                    <a:lnTo>
                      <a:pt x="10836" y="26591"/>
                    </a:lnTo>
                    <a:lnTo>
                      <a:pt x="10836" y="26591"/>
                    </a:lnTo>
                    <a:cubicBezTo>
                      <a:pt x="10223" y="29595"/>
                      <a:pt x="7290" y="31531"/>
                      <a:pt x="4289" y="30918"/>
                    </a:cubicBezTo>
                    <a:cubicBezTo>
                      <a:pt x="1322" y="30315"/>
                      <a:pt x="-614" y="27444"/>
                      <a:pt x="-59" y="24467"/>
                    </a:cubicBezTo>
                    <a:lnTo>
                      <a:pt x="-59" y="24467"/>
                    </a:lnTo>
                    <a:lnTo>
                      <a:pt x="4190" y="3910"/>
                    </a:lnTo>
                    <a:cubicBezTo>
                      <a:pt x="4995" y="1012"/>
                      <a:pt x="7999" y="-684"/>
                      <a:pt x="10898" y="121"/>
                    </a:cubicBezTo>
                    <a:cubicBezTo>
                      <a:pt x="13495" y="844"/>
                      <a:pt x="15173" y="3359"/>
                      <a:pt x="14845" y="60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F35CB578-ABC3-C2B2-744E-A4901D98DEA6}"/>
                  </a:ext>
                </a:extLst>
              </p:cNvPr>
              <p:cNvSpPr/>
              <p:nvPr/>
            </p:nvSpPr>
            <p:spPr>
              <a:xfrm>
                <a:off x="5278818" y="4629444"/>
                <a:ext cx="14873" cy="31974"/>
              </a:xfrm>
              <a:custGeom>
                <a:avLst/>
                <a:gdLst>
                  <a:gd name="connsiteX0" fmla="*/ 14720 w 14873"/>
                  <a:gd name="connsiteY0" fmla="*/ 6487 h 31974"/>
                  <a:gd name="connsiteX1" fmla="*/ 11294 w 14873"/>
                  <a:gd name="connsiteY1" fmla="*/ 27043 h 31974"/>
                  <a:gd name="connsiteX2" fmla="*/ 11294 w 14873"/>
                  <a:gd name="connsiteY2" fmla="*/ 27043 h 31974"/>
                  <a:gd name="connsiteX3" fmla="*/ 4698 w 14873"/>
                  <a:gd name="connsiteY3" fmla="*/ 31823 h 31974"/>
                  <a:gd name="connsiteX4" fmla="*/ -81 w 14873"/>
                  <a:gd name="connsiteY4" fmla="*/ 25228 h 31974"/>
                  <a:gd name="connsiteX5" fmla="*/ -81 w 14873"/>
                  <a:gd name="connsiteY5" fmla="*/ 25228 h 31974"/>
                  <a:gd name="connsiteX6" fmla="*/ 3345 w 14873"/>
                  <a:gd name="connsiteY6" fmla="*/ 4671 h 31974"/>
                  <a:gd name="connsiteX7" fmla="*/ 9838 w 14873"/>
                  <a:gd name="connsiteY7" fmla="*/ -5 h 31974"/>
                  <a:gd name="connsiteX8" fmla="*/ 14514 w 14873"/>
                  <a:gd name="connsiteY8" fmla="*/ 6487 h 31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73" h="31974">
                    <a:moveTo>
                      <a:pt x="14720" y="6487"/>
                    </a:moveTo>
                    <a:lnTo>
                      <a:pt x="11294" y="27043"/>
                    </a:lnTo>
                    <a:lnTo>
                      <a:pt x="11294" y="27043"/>
                    </a:lnTo>
                    <a:cubicBezTo>
                      <a:pt x="10793" y="30185"/>
                      <a:pt x="7840" y="32323"/>
                      <a:pt x="4698" y="31823"/>
                    </a:cubicBezTo>
                    <a:cubicBezTo>
                      <a:pt x="1557" y="31323"/>
                      <a:pt x="-581" y="28369"/>
                      <a:pt x="-81" y="25228"/>
                    </a:cubicBezTo>
                    <a:lnTo>
                      <a:pt x="-81" y="25228"/>
                    </a:lnTo>
                    <a:lnTo>
                      <a:pt x="3345" y="4671"/>
                    </a:lnTo>
                    <a:cubicBezTo>
                      <a:pt x="3845" y="1588"/>
                      <a:pt x="6754" y="-505"/>
                      <a:pt x="9838" y="-5"/>
                    </a:cubicBezTo>
                    <a:cubicBezTo>
                      <a:pt x="12921" y="495"/>
                      <a:pt x="15014" y="3404"/>
                      <a:pt x="14514" y="64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E149C8D7-1BA1-57BB-A2F6-E0CB4477D3DC}"/>
                  </a:ext>
                </a:extLst>
              </p:cNvPr>
              <p:cNvSpPr/>
              <p:nvPr/>
            </p:nvSpPr>
            <p:spPr>
              <a:xfrm>
                <a:off x="5273016" y="4670480"/>
                <a:ext cx="14537" cy="32717"/>
              </a:xfrm>
              <a:custGeom>
                <a:avLst/>
                <a:gdLst>
                  <a:gd name="connsiteX0" fmla="*/ 14320 w 14537"/>
                  <a:gd name="connsiteY0" fmla="*/ 6598 h 32717"/>
                  <a:gd name="connsiteX1" fmla="*/ 11751 w 14537"/>
                  <a:gd name="connsiteY1" fmla="*/ 27154 h 32717"/>
                  <a:gd name="connsiteX2" fmla="*/ 11751 w 14537"/>
                  <a:gd name="connsiteY2" fmla="*/ 27154 h 32717"/>
                  <a:gd name="connsiteX3" fmla="*/ 5330 w 14537"/>
                  <a:gd name="connsiteY3" fmla="*/ 32619 h 32717"/>
                  <a:gd name="connsiteX4" fmla="*/ -134 w 14537"/>
                  <a:gd name="connsiteY4" fmla="*/ 26195 h 32717"/>
                  <a:gd name="connsiteX5" fmla="*/ -69 w 14537"/>
                  <a:gd name="connsiteY5" fmla="*/ 25681 h 32717"/>
                  <a:gd name="connsiteX6" fmla="*/ -69 w 14537"/>
                  <a:gd name="connsiteY6" fmla="*/ 25681 h 32717"/>
                  <a:gd name="connsiteX7" fmla="*/ 2740 w 14537"/>
                  <a:gd name="connsiteY7" fmla="*/ 4851 h 32717"/>
                  <a:gd name="connsiteX8" fmla="*/ 9456 w 14537"/>
                  <a:gd name="connsiteY8" fmla="*/ -4 h 32717"/>
                  <a:gd name="connsiteX9" fmla="*/ 14355 w 14537"/>
                  <a:gd name="connsiteY9" fmla="*/ 6358 h 3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537" h="32717">
                    <a:moveTo>
                      <a:pt x="14320" y="6598"/>
                    </a:moveTo>
                    <a:lnTo>
                      <a:pt x="11751" y="27154"/>
                    </a:lnTo>
                    <a:lnTo>
                      <a:pt x="11751" y="27154"/>
                    </a:lnTo>
                    <a:cubicBezTo>
                      <a:pt x="11487" y="30437"/>
                      <a:pt x="8613" y="32883"/>
                      <a:pt x="5330" y="32619"/>
                    </a:cubicBezTo>
                    <a:cubicBezTo>
                      <a:pt x="2048" y="32352"/>
                      <a:pt x="-398" y="29477"/>
                      <a:pt x="-134" y="26195"/>
                    </a:cubicBezTo>
                    <a:cubicBezTo>
                      <a:pt x="-120" y="26024"/>
                      <a:pt x="-96" y="25852"/>
                      <a:pt x="-69" y="25681"/>
                    </a:cubicBezTo>
                    <a:lnTo>
                      <a:pt x="-69" y="25681"/>
                    </a:lnTo>
                    <a:lnTo>
                      <a:pt x="2740" y="4851"/>
                    </a:lnTo>
                    <a:cubicBezTo>
                      <a:pt x="3254" y="1658"/>
                      <a:pt x="6259" y="-518"/>
                      <a:pt x="9456" y="-4"/>
                    </a:cubicBezTo>
                    <a:cubicBezTo>
                      <a:pt x="12511" y="486"/>
                      <a:pt x="14660" y="3275"/>
                      <a:pt x="14355" y="63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5628E02-0DA2-E2F4-DCA1-E415298DDBCC}"/>
                  </a:ext>
                </a:extLst>
              </p:cNvPr>
              <p:cNvSpPr/>
              <p:nvPr/>
            </p:nvSpPr>
            <p:spPr>
              <a:xfrm>
                <a:off x="5268449" y="4711543"/>
                <a:ext cx="14272" cy="33133"/>
              </a:xfrm>
              <a:custGeom>
                <a:avLst/>
                <a:gdLst>
                  <a:gd name="connsiteX0" fmla="*/ 14057 w 14272"/>
                  <a:gd name="connsiteY0" fmla="*/ 6887 h 33133"/>
                  <a:gd name="connsiteX1" fmla="*/ 12172 w 14272"/>
                  <a:gd name="connsiteY1" fmla="*/ 27443 h 33133"/>
                  <a:gd name="connsiteX2" fmla="*/ 12172 w 14272"/>
                  <a:gd name="connsiteY2" fmla="*/ 27443 h 33133"/>
                  <a:gd name="connsiteX3" fmla="*/ 5457 w 14272"/>
                  <a:gd name="connsiteY3" fmla="*/ 33028 h 33133"/>
                  <a:gd name="connsiteX4" fmla="*/ -127 w 14272"/>
                  <a:gd name="connsiteY4" fmla="*/ 26313 h 33133"/>
                  <a:gd name="connsiteX5" fmla="*/ -127 w 14272"/>
                  <a:gd name="connsiteY5" fmla="*/ 26313 h 33133"/>
                  <a:gd name="connsiteX6" fmla="*/ 1997 w 14272"/>
                  <a:gd name="connsiteY6" fmla="*/ 5414 h 33133"/>
                  <a:gd name="connsiteX7" fmla="*/ 8626 w 14272"/>
                  <a:gd name="connsiteY7" fmla="*/ -51 h 33133"/>
                  <a:gd name="connsiteX8" fmla="*/ 14091 w 14272"/>
                  <a:gd name="connsiteY8" fmla="*/ 6579 h 3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72" h="33133">
                    <a:moveTo>
                      <a:pt x="14057" y="6887"/>
                    </a:moveTo>
                    <a:lnTo>
                      <a:pt x="12172" y="27443"/>
                    </a:lnTo>
                    <a:lnTo>
                      <a:pt x="12172" y="27443"/>
                    </a:lnTo>
                    <a:cubicBezTo>
                      <a:pt x="11860" y="30839"/>
                      <a:pt x="8852" y="33340"/>
                      <a:pt x="5457" y="33028"/>
                    </a:cubicBezTo>
                    <a:cubicBezTo>
                      <a:pt x="2062" y="32716"/>
                      <a:pt x="-439" y="29708"/>
                      <a:pt x="-127" y="26313"/>
                    </a:cubicBezTo>
                    <a:lnTo>
                      <a:pt x="-127" y="26313"/>
                    </a:lnTo>
                    <a:lnTo>
                      <a:pt x="1997" y="5414"/>
                    </a:lnTo>
                    <a:cubicBezTo>
                      <a:pt x="2319" y="2074"/>
                      <a:pt x="5286" y="-373"/>
                      <a:pt x="8626" y="-51"/>
                    </a:cubicBezTo>
                    <a:cubicBezTo>
                      <a:pt x="11967" y="272"/>
                      <a:pt x="14413" y="3239"/>
                      <a:pt x="14091" y="65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F0F37C0C-9DE8-5493-9A3A-1C7A1034C354}"/>
                  </a:ext>
                </a:extLst>
              </p:cNvPr>
              <p:cNvSpPr/>
              <p:nvPr/>
            </p:nvSpPr>
            <p:spPr>
              <a:xfrm>
                <a:off x="5265243" y="4753151"/>
                <a:ext cx="13989" cy="33582"/>
              </a:xfrm>
              <a:custGeom>
                <a:avLst/>
                <a:gdLst>
                  <a:gd name="connsiteX0" fmla="*/ 13836 w 13989"/>
                  <a:gd name="connsiteY0" fmla="*/ 6734 h 33582"/>
                  <a:gd name="connsiteX1" fmla="*/ 12603 w 13989"/>
                  <a:gd name="connsiteY1" fmla="*/ 27496 h 33582"/>
                  <a:gd name="connsiteX2" fmla="*/ 12603 w 13989"/>
                  <a:gd name="connsiteY2" fmla="*/ 27496 h 33582"/>
                  <a:gd name="connsiteX3" fmla="*/ 5853 w 13989"/>
                  <a:gd name="connsiteY3" fmla="*/ 33492 h 33582"/>
                  <a:gd name="connsiteX4" fmla="*/ -142 w 13989"/>
                  <a:gd name="connsiteY4" fmla="*/ 26743 h 33582"/>
                  <a:gd name="connsiteX5" fmla="*/ -142 w 13989"/>
                  <a:gd name="connsiteY5" fmla="*/ 26743 h 33582"/>
                  <a:gd name="connsiteX6" fmla="*/ 1263 w 13989"/>
                  <a:gd name="connsiteY6" fmla="*/ 5809 h 33582"/>
                  <a:gd name="connsiteX7" fmla="*/ 7926 w 13989"/>
                  <a:gd name="connsiteY7" fmla="*/ -66 h 33582"/>
                  <a:gd name="connsiteX8" fmla="*/ 13802 w 13989"/>
                  <a:gd name="connsiteY8" fmla="*/ 6597 h 33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89" h="33582">
                    <a:moveTo>
                      <a:pt x="13836" y="6734"/>
                    </a:moveTo>
                    <a:lnTo>
                      <a:pt x="12603" y="27496"/>
                    </a:lnTo>
                    <a:lnTo>
                      <a:pt x="12603" y="27496"/>
                    </a:lnTo>
                    <a:cubicBezTo>
                      <a:pt x="12394" y="31015"/>
                      <a:pt x="9372" y="33701"/>
                      <a:pt x="5853" y="33492"/>
                    </a:cubicBezTo>
                    <a:cubicBezTo>
                      <a:pt x="2335" y="33283"/>
                      <a:pt x="-351" y="30261"/>
                      <a:pt x="-142" y="26743"/>
                    </a:cubicBezTo>
                    <a:lnTo>
                      <a:pt x="-142" y="26743"/>
                    </a:lnTo>
                    <a:lnTo>
                      <a:pt x="1263" y="5809"/>
                    </a:lnTo>
                    <a:cubicBezTo>
                      <a:pt x="1482" y="2346"/>
                      <a:pt x="4463" y="-286"/>
                      <a:pt x="7926" y="-66"/>
                    </a:cubicBezTo>
                    <a:cubicBezTo>
                      <a:pt x="11390" y="150"/>
                      <a:pt x="14018" y="3134"/>
                      <a:pt x="13802" y="65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F202DE0C-6C4D-E4EC-6040-2B6EB0CE1211}"/>
                  </a:ext>
                </a:extLst>
              </p:cNvPr>
              <p:cNvSpPr/>
              <p:nvPr/>
            </p:nvSpPr>
            <p:spPr>
              <a:xfrm>
                <a:off x="5263404" y="4795085"/>
                <a:ext cx="13738" cy="33195"/>
              </a:xfrm>
              <a:custGeom>
                <a:avLst/>
                <a:gdLst>
                  <a:gd name="connsiteX0" fmla="*/ 13585 w 13738"/>
                  <a:gd name="connsiteY0" fmla="*/ 6323 h 33195"/>
                  <a:gd name="connsiteX1" fmla="*/ 13037 w 13738"/>
                  <a:gd name="connsiteY1" fmla="*/ 27120 h 33195"/>
                  <a:gd name="connsiteX2" fmla="*/ 13037 w 13738"/>
                  <a:gd name="connsiteY2" fmla="*/ 27120 h 33195"/>
                  <a:gd name="connsiteX3" fmla="*/ 5839 w 13738"/>
                  <a:gd name="connsiteY3" fmla="*/ 33088 h 33195"/>
                  <a:gd name="connsiteX4" fmla="*/ -153 w 13738"/>
                  <a:gd name="connsiteY4" fmla="*/ 26777 h 33195"/>
                  <a:gd name="connsiteX5" fmla="*/ -153 w 13738"/>
                  <a:gd name="connsiteY5" fmla="*/ 26777 h 33195"/>
                  <a:gd name="connsiteX6" fmla="*/ 600 w 13738"/>
                  <a:gd name="connsiteY6" fmla="*/ 5810 h 33195"/>
                  <a:gd name="connsiteX7" fmla="*/ 7703 w 13738"/>
                  <a:gd name="connsiteY7" fmla="*/ -49 h 33195"/>
                  <a:gd name="connsiteX8" fmla="*/ 13585 w 13738"/>
                  <a:gd name="connsiteY8" fmla="*/ 6187 h 33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38" h="33195">
                    <a:moveTo>
                      <a:pt x="13585" y="6323"/>
                    </a:moveTo>
                    <a:lnTo>
                      <a:pt x="13037" y="27120"/>
                    </a:lnTo>
                    <a:lnTo>
                      <a:pt x="13037" y="27120"/>
                    </a:lnTo>
                    <a:cubicBezTo>
                      <a:pt x="12698" y="30754"/>
                      <a:pt x="9474" y="33427"/>
                      <a:pt x="5839" y="33088"/>
                    </a:cubicBezTo>
                    <a:cubicBezTo>
                      <a:pt x="2543" y="32779"/>
                      <a:pt x="-16" y="30083"/>
                      <a:pt x="-153" y="26777"/>
                    </a:cubicBezTo>
                    <a:lnTo>
                      <a:pt x="-153" y="26777"/>
                    </a:lnTo>
                    <a:lnTo>
                      <a:pt x="600" y="5810"/>
                    </a:lnTo>
                    <a:cubicBezTo>
                      <a:pt x="943" y="2229"/>
                      <a:pt x="4122" y="-391"/>
                      <a:pt x="7703" y="-49"/>
                    </a:cubicBezTo>
                    <a:cubicBezTo>
                      <a:pt x="10947" y="263"/>
                      <a:pt x="13462" y="2928"/>
                      <a:pt x="13585" y="6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66D49B9F-B50B-82CE-BEB7-BBE21482FB9D}"/>
                  </a:ext>
                </a:extLst>
              </p:cNvPr>
              <p:cNvSpPr/>
              <p:nvPr/>
            </p:nvSpPr>
            <p:spPr>
              <a:xfrm>
                <a:off x="5262754" y="4837406"/>
                <a:ext cx="13705" cy="23645"/>
              </a:xfrm>
              <a:custGeom>
                <a:avLst/>
                <a:gdLst>
                  <a:gd name="connsiteX0" fmla="*/ 13448 w 13705"/>
                  <a:gd name="connsiteY0" fmla="*/ 5459 h 23645"/>
                  <a:gd name="connsiteX1" fmla="*/ 13448 w 13705"/>
                  <a:gd name="connsiteY1" fmla="*/ 15531 h 23645"/>
                  <a:gd name="connsiteX2" fmla="*/ 13448 w 13705"/>
                  <a:gd name="connsiteY2" fmla="*/ 15531 h 23645"/>
                  <a:gd name="connsiteX3" fmla="*/ 7881 w 13705"/>
                  <a:gd name="connsiteY3" fmla="*/ 23462 h 23645"/>
                  <a:gd name="connsiteX4" fmla="*/ -51 w 13705"/>
                  <a:gd name="connsiteY4" fmla="*/ 17895 h 23645"/>
                  <a:gd name="connsiteX5" fmla="*/ -51 w 13705"/>
                  <a:gd name="connsiteY5" fmla="*/ 15531 h 23645"/>
                  <a:gd name="connsiteX6" fmla="*/ -51 w 13705"/>
                  <a:gd name="connsiteY6" fmla="*/ 15531 h 23645"/>
                  <a:gd name="connsiteX7" fmla="*/ -51 w 13705"/>
                  <a:gd name="connsiteY7" fmla="*/ 5253 h 23645"/>
                  <a:gd name="connsiteX8" fmla="*/ 8151 w 13705"/>
                  <a:gd name="connsiteY8" fmla="*/ 93 h 23645"/>
                  <a:gd name="connsiteX9" fmla="*/ 13311 w 13705"/>
                  <a:gd name="connsiteY9" fmla="*/ 5253 h 23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05" h="23645">
                    <a:moveTo>
                      <a:pt x="13448" y="5459"/>
                    </a:moveTo>
                    <a:lnTo>
                      <a:pt x="13448" y="15531"/>
                    </a:lnTo>
                    <a:lnTo>
                      <a:pt x="13448" y="15531"/>
                    </a:lnTo>
                    <a:cubicBezTo>
                      <a:pt x="14102" y="19258"/>
                      <a:pt x="11608" y="22811"/>
                      <a:pt x="7881" y="23462"/>
                    </a:cubicBezTo>
                    <a:cubicBezTo>
                      <a:pt x="4153" y="24117"/>
                      <a:pt x="604" y="21622"/>
                      <a:pt x="-51" y="17895"/>
                    </a:cubicBezTo>
                    <a:cubicBezTo>
                      <a:pt x="-188" y="17114"/>
                      <a:pt x="-188" y="16312"/>
                      <a:pt x="-51" y="15531"/>
                    </a:cubicBezTo>
                    <a:lnTo>
                      <a:pt x="-51" y="15531"/>
                    </a:lnTo>
                    <a:lnTo>
                      <a:pt x="-51" y="5253"/>
                    </a:lnTo>
                    <a:cubicBezTo>
                      <a:pt x="789" y="1563"/>
                      <a:pt x="4461" y="-746"/>
                      <a:pt x="8151" y="93"/>
                    </a:cubicBezTo>
                    <a:cubicBezTo>
                      <a:pt x="10721" y="679"/>
                      <a:pt x="12725" y="2687"/>
                      <a:pt x="13311" y="52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A85F7EC-8135-2505-9BAE-453A1B35F3A4}"/>
                  </a:ext>
                </a:extLst>
              </p:cNvPr>
              <p:cNvSpPr/>
              <p:nvPr/>
            </p:nvSpPr>
            <p:spPr>
              <a:xfrm>
                <a:off x="5360924" y="4245269"/>
                <a:ext cx="70974" cy="91682"/>
              </a:xfrm>
              <a:custGeom>
                <a:avLst/>
                <a:gdLst>
                  <a:gd name="connsiteX0" fmla="*/ 55608 w 70974"/>
                  <a:gd name="connsiteY0" fmla="*/ 91604 h 91682"/>
                  <a:gd name="connsiteX1" fmla="*/ 54889 w 70974"/>
                  <a:gd name="connsiteY1" fmla="*/ 91604 h 91682"/>
                  <a:gd name="connsiteX2" fmla="*/ 50503 w 70974"/>
                  <a:gd name="connsiteY2" fmla="*/ 85951 h 91682"/>
                  <a:gd name="connsiteX3" fmla="*/ 59171 w 70974"/>
                  <a:gd name="connsiteY3" fmla="*/ 16813 h 91682"/>
                  <a:gd name="connsiteX4" fmla="*/ 8089 w 70974"/>
                  <a:gd name="connsiteY4" fmla="*/ 57926 h 91682"/>
                  <a:gd name="connsiteX5" fmla="*/ 997 w 70974"/>
                  <a:gd name="connsiteY5" fmla="*/ 57220 h 91682"/>
                  <a:gd name="connsiteX6" fmla="*/ 963 w 70974"/>
                  <a:gd name="connsiteY6" fmla="*/ 57172 h 91682"/>
                  <a:gd name="connsiteX7" fmla="*/ 1717 w 70974"/>
                  <a:gd name="connsiteY7" fmla="*/ 50046 h 91682"/>
                  <a:gd name="connsiteX8" fmla="*/ 62597 w 70974"/>
                  <a:gd name="connsiteY8" fmla="*/ 1054 h 91682"/>
                  <a:gd name="connsiteX9" fmla="*/ 68216 w 70974"/>
                  <a:gd name="connsiteY9" fmla="*/ 574 h 91682"/>
                  <a:gd name="connsiteX10" fmla="*/ 70786 w 70974"/>
                  <a:gd name="connsiteY10" fmla="*/ 5610 h 91682"/>
                  <a:gd name="connsiteX11" fmla="*/ 60508 w 70974"/>
                  <a:gd name="connsiteY11" fmla="*/ 87150 h 91682"/>
                  <a:gd name="connsiteX12" fmla="*/ 55608 w 70974"/>
                  <a:gd name="connsiteY12" fmla="*/ 91604 h 91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974" h="91682">
                    <a:moveTo>
                      <a:pt x="55608" y="91604"/>
                    </a:moveTo>
                    <a:lnTo>
                      <a:pt x="54889" y="91604"/>
                    </a:lnTo>
                    <a:cubicBezTo>
                      <a:pt x="52114" y="91248"/>
                      <a:pt x="50161" y="88723"/>
                      <a:pt x="50503" y="85951"/>
                    </a:cubicBezTo>
                    <a:lnTo>
                      <a:pt x="59171" y="16813"/>
                    </a:lnTo>
                    <a:lnTo>
                      <a:pt x="8089" y="57926"/>
                    </a:lnTo>
                    <a:cubicBezTo>
                      <a:pt x="5931" y="59687"/>
                      <a:pt x="2779" y="59372"/>
                      <a:pt x="997" y="57220"/>
                    </a:cubicBezTo>
                    <a:cubicBezTo>
                      <a:pt x="997" y="57203"/>
                      <a:pt x="963" y="57189"/>
                      <a:pt x="963" y="57172"/>
                    </a:cubicBezTo>
                    <a:cubicBezTo>
                      <a:pt x="-784" y="54990"/>
                      <a:pt x="-442" y="51817"/>
                      <a:pt x="1717" y="50046"/>
                    </a:cubicBezTo>
                    <a:lnTo>
                      <a:pt x="62597" y="1054"/>
                    </a:lnTo>
                    <a:cubicBezTo>
                      <a:pt x="64173" y="-259"/>
                      <a:pt x="66435" y="-447"/>
                      <a:pt x="68216" y="574"/>
                    </a:cubicBezTo>
                    <a:cubicBezTo>
                      <a:pt x="70032" y="1568"/>
                      <a:pt x="71025" y="3565"/>
                      <a:pt x="70786" y="5610"/>
                    </a:cubicBezTo>
                    <a:lnTo>
                      <a:pt x="60508" y="87150"/>
                    </a:lnTo>
                    <a:cubicBezTo>
                      <a:pt x="60199" y="89644"/>
                      <a:pt x="58109" y="91539"/>
                      <a:pt x="55608" y="916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DC131209-5404-AF2D-F900-39D24C3D9AC2}"/>
                  </a:ext>
                </a:extLst>
              </p:cNvPr>
              <p:cNvSpPr/>
              <p:nvPr/>
            </p:nvSpPr>
            <p:spPr>
              <a:xfrm>
                <a:off x="8652768" y="6596422"/>
                <a:ext cx="262860" cy="124809"/>
              </a:xfrm>
              <a:custGeom>
                <a:avLst/>
                <a:gdLst>
                  <a:gd name="connsiteX0" fmla="*/ 251090 w 262860"/>
                  <a:gd name="connsiteY0" fmla="*/ -79 h 124809"/>
                  <a:gd name="connsiteX1" fmla="*/ 262602 w 262860"/>
                  <a:gd name="connsiteY1" fmla="*/ 86874 h 124809"/>
                  <a:gd name="connsiteX2" fmla="*/ 235399 w 262860"/>
                  <a:gd name="connsiteY2" fmla="*/ 119079 h 124809"/>
                  <a:gd name="connsiteX3" fmla="*/ 234097 w 262860"/>
                  <a:gd name="connsiteY3" fmla="*/ 119147 h 124809"/>
                  <a:gd name="connsiteX4" fmla="*/ 9075 w 262860"/>
                  <a:gd name="connsiteY4" fmla="*/ 124252 h 124809"/>
                  <a:gd name="connsiteX5" fmla="*/ -141 w 262860"/>
                  <a:gd name="connsiteY5" fmla="*/ 114111 h 124809"/>
                  <a:gd name="connsiteX6" fmla="*/ 544 w 262860"/>
                  <a:gd name="connsiteY6" fmla="*/ 110959 h 124809"/>
                  <a:gd name="connsiteX7" fmla="*/ 11645 w 262860"/>
                  <a:gd name="connsiteY7" fmla="*/ 99276 h 124809"/>
                  <a:gd name="connsiteX8" fmla="*/ 215151 w 262860"/>
                  <a:gd name="connsiteY8" fmla="*/ 5745 h 124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860" h="124809">
                    <a:moveTo>
                      <a:pt x="251090" y="-79"/>
                    </a:moveTo>
                    <a:cubicBezTo>
                      <a:pt x="251090" y="-79"/>
                      <a:pt x="258799" y="43637"/>
                      <a:pt x="262602" y="86874"/>
                    </a:cubicBezTo>
                    <a:cubicBezTo>
                      <a:pt x="263973" y="103284"/>
                      <a:pt x="251810" y="117708"/>
                      <a:pt x="235399" y="119079"/>
                    </a:cubicBezTo>
                    <a:cubicBezTo>
                      <a:pt x="234954" y="119112"/>
                      <a:pt x="234543" y="119112"/>
                      <a:pt x="234097" y="119147"/>
                    </a:cubicBezTo>
                    <a:cubicBezTo>
                      <a:pt x="176471" y="121545"/>
                      <a:pt x="53271" y="126239"/>
                      <a:pt x="9075" y="124252"/>
                    </a:cubicBezTo>
                    <a:cubicBezTo>
                      <a:pt x="3731" y="123978"/>
                      <a:pt x="-415" y="119455"/>
                      <a:pt x="-141" y="114111"/>
                    </a:cubicBezTo>
                    <a:cubicBezTo>
                      <a:pt x="-72" y="113014"/>
                      <a:pt x="133" y="111952"/>
                      <a:pt x="544" y="110959"/>
                    </a:cubicBezTo>
                    <a:cubicBezTo>
                      <a:pt x="2600" y="105786"/>
                      <a:pt x="6574" y="101605"/>
                      <a:pt x="11645" y="99276"/>
                    </a:cubicBezTo>
                    <a:lnTo>
                      <a:pt x="215151" y="5745"/>
                    </a:lnTo>
                    <a:close/>
                  </a:path>
                </a:pathLst>
              </a:custGeom>
              <a:solidFill>
                <a:schemeClr val="tx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B93A7C66-865E-65C1-FEB9-4BAD7CF536D4}"/>
                  </a:ext>
                </a:extLst>
              </p:cNvPr>
              <p:cNvSpPr/>
              <p:nvPr/>
            </p:nvSpPr>
            <p:spPr>
              <a:xfrm>
                <a:off x="8844125" y="6562675"/>
                <a:ext cx="66190" cy="67135"/>
              </a:xfrm>
              <a:custGeom>
                <a:avLst/>
                <a:gdLst>
                  <a:gd name="connsiteX0" fmla="*/ 66037 w 66190"/>
                  <a:gd name="connsiteY0" fmla="*/ 8006 h 67135"/>
                  <a:gd name="connsiteX1" fmla="*/ 59836 w 66190"/>
                  <a:gd name="connsiteY1" fmla="*/ 60253 h 67135"/>
                  <a:gd name="connsiteX2" fmla="*/ -153 w 66190"/>
                  <a:gd name="connsiteY2" fmla="*/ 58164 h 67135"/>
                  <a:gd name="connsiteX3" fmla="*/ 14613 w 66190"/>
                  <a:gd name="connsiteY3" fmla="*/ -79 h 6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90" h="67135">
                    <a:moveTo>
                      <a:pt x="66037" y="8006"/>
                    </a:moveTo>
                    <a:lnTo>
                      <a:pt x="59836" y="60253"/>
                    </a:lnTo>
                    <a:cubicBezTo>
                      <a:pt x="59836" y="60253"/>
                      <a:pt x="24206" y="76870"/>
                      <a:pt x="-153" y="58164"/>
                    </a:cubicBezTo>
                    <a:lnTo>
                      <a:pt x="14613" y="-79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AA90B0A1-DF3E-CE63-4AFF-64A49FCDB111}"/>
                  </a:ext>
                </a:extLst>
              </p:cNvPr>
              <p:cNvSpPr/>
              <p:nvPr/>
            </p:nvSpPr>
            <p:spPr>
              <a:xfrm>
                <a:off x="8848434" y="5588071"/>
                <a:ext cx="219030" cy="1003939"/>
              </a:xfrm>
              <a:custGeom>
                <a:avLst/>
                <a:gdLst>
                  <a:gd name="connsiteX0" fmla="*/ 57069 w 219030"/>
                  <a:gd name="connsiteY0" fmla="*/ 58 h 1003939"/>
                  <a:gd name="connsiteX1" fmla="*/ 128 w 219030"/>
                  <a:gd name="connsiteY1" fmla="*/ 980212 h 1003939"/>
                  <a:gd name="connsiteX2" fmla="*/ 6090 w 219030"/>
                  <a:gd name="connsiteY2" fmla="*/ 992032 h 1003939"/>
                  <a:gd name="connsiteX3" fmla="*/ 64332 w 219030"/>
                  <a:gd name="connsiteY3" fmla="*/ 1003852 h 1003939"/>
                  <a:gd name="connsiteX4" fmla="*/ 81702 w 219030"/>
                  <a:gd name="connsiteY4" fmla="*/ 991278 h 1003939"/>
                  <a:gd name="connsiteX5" fmla="*/ 212542 w 219030"/>
                  <a:gd name="connsiteY5" fmla="*/ 242073 h 1003939"/>
                  <a:gd name="connsiteX6" fmla="*/ 212542 w 219030"/>
                  <a:gd name="connsiteY6" fmla="*/ 229465 h 1003939"/>
                  <a:gd name="connsiteX7" fmla="*/ 204183 w 219030"/>
                  <a:gd name="connsiteY7" fmla="*/ -79 h 100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9030" h="1003939">
                    <a:moveTo>
                      <a:pt x="57069" y="58"/>
                    </a:moveTo>
                    <a:cubicBezTo>
                      <a:pt x="59776" y="13762"/>
                      <a:pt x="71459" y="681120"/>
                      <a:pt x="128" y="980212"/>
                    </a:cubicBezTo>
                    <a:cubicBezTo>
                      <a:pt x="-1036" y="985077"/>
                      <a:pt x="1499" y="990079"/>
                      <a:pt x="6090" y="992032"/>
                    </a:cubicBezTo>
                    <a:cubicBezTo>
                      <a:pt x="24693" y="999227"/>
                      <a:pt x="44393" y="1003236"/>
                      <a:pt x="64332" y="1003852"/>
                    </a:cubicBezTo>
                    <a:cubicBezTo>
                      <a:pt x="72315" y="1004092"/>
                      <a:pt x="79441" y="998919"/>
                      <a:pt x="81702" y="991278"/>
                    </a:cubicBezTo>
                    <a:cubicBezTo>
                      <a:pt x="102259" y="921901"/>
                      <a:pt x="199798" y="574227"/>
                      <a:pt x="212542" y="242073"/>
                    </a:cubicBezTo>
                    <a:cubicBezTo>
                      <a:pt x="226795" y="-129035"/>
                      <a:pt x="212542" y="229465"/>
                      <a:pt x="212542" y="229465"/>
                    </a:cubicBezTo>
                    <a:lnTo>
                      <a:pt x="204183" y="-79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78725BAE-DFD0-819F-C9D2-805BBC630A70}"/>
                  </a:ext>
                </a:extLst>
              </p:cNvPr>
              <p:cNvSpPr/>
              <p:nvPr/>
            </p:nvSpPr>
            <p:spPr>
              <a:xfrm>
                <a:off x="9056299" y="6619239"/>
                <a:ext cx="106378" cy="106558"/>
              </a:xfrm>
              <a:custGeom>
                <a:avLst/>
                <a:gdLst>
                  <a:gd name="connsiteX0" fmla="*/ 81660 w 106378"/>
                  <a:gd name="connsiteY0" fmla="*/ -79 h 106558"/>
                  <a:gd name="connsiteX1" fmla="*/ 105848 w 106378"/>
                  <a:gd name="connsiteY1" fmla="*/ 80570 h 106558"/>
                  <a:gd name="connsiteX2" fmla="*/ 91733 w 106378"/>
                  <a:gd name="connsiteY2" fmla="*/ 102085 h 106558"/>
                  <a:gd name="connsiteX3" fmla="*/ 89849 w 106378"/>
                  <a:gd name="connsiteY3" fmla="*/ 102359 h 106558"/>
                  <a:gd name="connsiteX4" fmla="*/ 17902 w 106378"/>
                  <a:gd name="connsiteY4" fmla="*/ 106471 h 106558"/>
                  <a:gd name="connsiteX5" fmla="*/ -153 w 106378"/>
                  <a:gd name="connsiteY5" fmla="*/ 88278 h 106558"/>
                  <a:gd name="connsiteX6" fmla="*/ -16 w 106378"/>
                  <a:gd name="connsiteY6" fmla="*/ 86257 h 106558"/>
                  <a:gd name="connsiteX7" fmla="*/ 35649 w 106378"/>
                  <a:gd name="connsiteY7" fmla="*/ 2388 h 10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378" h="106558">
                    <a:moveTo>
                      <a:pt x="81660" y="-79"/>
                    </a:moveTo>
                    <a:cubicBezTo>
                      <a:pt x="81660" y="-79"/>
                      <a:pt x="93960" y="21984"/>
                      <a:pt x="105848" y="80570"/>
                    </a:cubicBezTo>
                    <a:cubicBezTo>
                      <a:pt x="107870" y="90402"/>
                      <a:pt x="101565" y="100030"/>
                      <a:pt x="91733" y="102085"/>
                    </a:cubicBezTo>
                    <a:cubicBezTo>
                      <a:pt x="91116" y="102188"/>
                      <a:pt x="90465" y="102291"/>
                      <a:pt x="89849" y="102359"/>
                    </a:cubicBezTo>
                    <a:cubicBezTo>
                      <a:pt x="70834" y="104209"/>
                      <a:pt x="41541" y="106642"/>
                      <a:pt x="17902" y="106471"/>
                    </a:cubicBezTo>
                    <a:cubicBezTo>
                      <a:pt x="7897" y="106436"/>
                      <a:pt x="-188" y="98282"/>
                      <a:pt x="-153" y="88278"/>
                    </a:cubicBezTo>
                    <a:cubicBezTo>
                      <a:pt x="-119" y="87593"/>
                      <a:pt x="-85" y="86908"/>
                      <a:pt x="-16" y="86257"/>
                    </a:cubicBezTo>
                    <a:cubicBezTo>
                      <a:pt x="2553" y="64844"/>
                      <a:pt x="10673" y="29762"/>
                      <a:pt x="35649" y="2388"/>
                    </a:cubicBezTo>
                    <a:close/>
                  </a:path>
                </a:pathLst>
              </a:custGeom>
              <a:solidFill>
                <a:schemeClr val="tx2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8AB761F-B81E-FC3B-6F66-9D56369DF600}"/>
                  </a:ext>
                </a:extLst>
              </p:cNvPr>
              <p:cNvSpPr/>
              <p:nvPr/>
            </p:nvSpPr>
            <p:spPr>
              <a:xfrm>
                <a:off x="9091758" y="6548937"/>
                <a:ext cx="57146" cy="87848"/>
              </a:xfrm>
              <a:custGeom>
                <a:avLst/>
                <a:gdLst>
                  <a:gd name="connsiteX0" fmla="*/ 56993 w 57146"/>
                  <a:gd name="connsiteY0" fmla="*/ 3004 h 87848"/>
                  <a:gd name="connsiteX1" fmla="*/ 42501 w 57146"/>
                  <a:gd name="connsiteY1" fmla="*/ 82009 h 87848"/>
                  <a:gd name="connsiteX2" fmla="*/ -153 w 57146"/>
                  <a:gd name="connsiteY2" fmla="*/ 84955 h 87848"/>
                  <a:gd name="connsiteX3" fmla="*/ 6699 w 57146"/>
                  <a:gd name="connsiteY3" fmla="*/ -79 h 87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46" h="87848">
                    <a:moveTo>
                      <a:pt x="56993" y="3004"/>
                    </a:moveTo>
                    <a:lnTo>
                      <a:pt x="42501" y="82009"/>
                    </a:lnTo>
                    <a:cubicBezTo>
                      <a:pt x="42501" y="82009"/>
                      <a:pt x="28180" y="92698"/>
                      <a:pt x="-153" y="84955"/>
                    </a:cubicBezTo>
                    <a:lnTo>
                      <a:pt x="6699" y="-79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0E6A6F76-57DF-B7DA-7899-DFBE74E7DDCA}"/>
                  </a:ext>
                </a:extLst>
              </p:cNvPr>
              <p:cNvSpPr/>
              <p:nvPr/>
            </p:nvSpPr>
            <p:spPr>
              <a:xfrm>
                <a:off x="8899900" y="5571763"/>
                <a:ext cx="310548" cy="1022339"/>
              </a:xfrm>
              <a:custGeom>
                <a:avLst/>
                <a:gdLst>
                  <a:gd name="connsiteX0" fmla="*/ 287976 w 310548"/>
                  <a:gd name="connsiteY0" fmla="*/ 36854 h 1022339"/>
                  <a:gd name="connsiteX1" fmla="*/ 251386 w 310548"/>
                  <a:gd name="connsiteY1" fmla="*/ 1008614 h 1022339"/>
                  <a:gd name="connsiteX2" fmla="*/ 238607 w 310548"/>
                  <a:gd name="connsiteY2" fmla="*/ 1020605 h 1022339"/>
                  <a:gd name="connsiteX3" fmla="*/ 192972 w 310548"/>
                  <a:gd name="connsiteY3" fmla="*/ 1018790 h 1022339"/>
                  <a:gd name="connsiteX4" fmla="*/ 182694 w 310548"/>
                  <a:gd name="connsiteY4" fmla="*/ 1005462 h 1022339"/>
                  <a:gd name="connsiteX5" fmla="*/ 130892 w 310548"/>
                  <a:gd name="connsiteY5" fmla="*/ 221140 h 1022339"/>
                  <a:gd name="connsiteX6" fmla="*/ 113454 w 310548"/>
                  <a:gd name="connsiteY6" fmla="*/ 196199 h 1022339"/>
                  <a:gd name="connsiteX7" fmla="*/ 7932 w 310548"/>
                  <a:gd name="connsiteY7" fmla="*/ 121168 h 1022339"/>
                  <a:gd name="connsiteX8" fmla="*/ -153 w 310548"/>
                  <a:gd name="connsiteY8" fmla="*/ -79 h 1022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0548" h="1022339">
                    <a:moveTo>
                      <a:pt x="287976" y="36854"/>
                    </a:moveTo>
                    <a:cubicBezTo>
                      <a:pt x="346219" y="388982"/>
                      <a:pt x="275334" y="907067"/>
                      <a:pt x="251386" y="1008614"/>
                    </a:cubicBezTo>
                    <a:cubicBezTo>
                      <a:pt x="249947" y="1014816"/>
                      <a:pt x="244910" y="1019544"/>
                      <a:pt x="238607" y="1020605"/>
                    </a:cubicBezTo>
                    <a:cubicBezTo>
                      <a:pt x="223429" y="1023312"/>
                      <a:pt x="207876" y="1022695"/>
                      <a:pt x="192972" y="1018790"/>
                    </a:cubicBezTo>
                    <a:cubicBezTo>
                      <a:pt x="187045" y="1017008"/>
                      <a:pt x="182934" y="1011629"/>
                      <a:pt x="182694" y="1005462"/>
                    </a:cubicBezTo>
                    <a:cubicBezTo>
                      <a:pt x="179474" y="923443"/>
                      <a:pt x="185263" y="420056"/>
                      <a:pt x="130892" y="221140"/>
                    </a:cubicBezTo>
                    <a:cubicBezTo>
                      <a:pt x="128152" y="211068"/>
                      <a:pt x="121985" y="202229"/>
                      <a:pt x="113454" y="196199"/>
                    </a:cubicBezTo>
                    <a:lnTo>
                      <a:pt x="7932" y="121168"/>
                    </a:lnTo>
                    <a:lnTo>
                      <a:pt x="-153" y="-79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80323B45-99B9-8C52-BC49-245A6106212F}"/>
                  </a:ext>
                </a:extLst>
              </p:cNvPr>
              <p:cNvSpPr/>
              <p:nvPr/>
            </p:nvSpPr>
            <p:spPr>
              <a:xfrm>
                <a:off x="8563841" y="4912903"/>
                <a:ext cx="645999" cy="741012"/>
              </a:xfrm>
              <a:custGeom>
                <a:avLst/>
                <a:gdLst>
                  <a:gd name="connsiteX0" fmla="*/ 252242 w 645999"/>
                  <a:gd name="connsiteY0" fmla="*/ 28494 h 741012"/>
                  <a:gd name="connsiteX1" fmla="*/ 620062 w 645999"/>
                  <a:gd name="connsiteY1" fmla="*/ 74403 h 741012"/>
                  <a:gd name="connsiteX2" fmla="*/ 629175 w 645999"/>
                  <a:gd name="connsiteY2" fmla="*/ 729324 h 741012"/>
                  <a:gd name="connsiteX3" fmla="*/ 341079 w 645999"/>
                  <a:gd name="connsiteY3" fmla="*/ 707603 h 741012"/>
                  <a:gd name="connsiteX4" fmla="*/ 213596 w 645999"/>
                  <a:gd name="connsiteY4" fmla="*/ 222750 h 741012"/>
                  <a:gd name="connsiteX5" fmla="*/ -153 w 645999"/>
                  <a:gd name="connsiteY5" fmla="*/ 154915 h 741012"/>
                  <a:gd name="connsiteX6" fmla="*/ 73951 w 645999"/>
                  <a:gd name="connsiteY6" fmla="*/ -79 h 741012"/>
                  <a:gd name="connsiteX7" fmla="*/ 252242 w 645999"/>
                  <a:gd name="connsiteY7" fmla="*/ 28494 h 74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5999" h="741012">
                    <a:moveTo>
                      <a:pt x="252242" y="28494"/>
                    </a:moveTo>
                    <a:cubicBezTo>
                      <a:pt x="426970" y="25616"/>
                      <a:pt x="620062" y="74403"/>
                      <a:pt x="620062" y="74403"/>
                    </a:cubicBezTo>
                    <a:cubicBezTo>
                      <a:pt x="672172" y="378532"/>
                      <a:pt x="629175" y="729324"/>
                      <a:pt x="629175" y="729324"/>
                    </a:cubicBezTo>
                    <a:cubicBezTo>
                      <a:pt x="493778" y="764818"/>
                      <a:pt x="341079" y="707603"/>
                      <a:pt x="341079" y="707603"/>
                    </a:cubicBezTo>
                    <a:cubicBezTo>
                      <a:pt x="318570" y="580497"/>
                      <a:pt x="213596" y="222750"/>
                      <a:pt x="213596" y="222750"/>
                    </a:cubicBezTo>
                    <a:cubicBezTo>
                      <a:pt x="128186" y="212130"/>
                      <a:pt x="57780" y="187496"/>
                      <a:pt x="-153" y="154915"/>
                    </a:cubicBezTo>
                    <a:cubicBezTo>
                      <a:pt x="44042" y="103524"/>
                      <a:pt x="64941" y="38430"/>
                      <a:pt x="73951" y="-79"/>
                    </a:cubicBezTo>
                    <a:cubicBezTo>
                      <a:pt x="135757" y="19141"/>
                      <a:pt x="198316" y="29385"/>
                      <a:pt x="252242" y="28494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52EFC76-505F-9D4C-37ED-2EC8781BA4C7}"/>
                  </a:ext>
                </a:extLst>
              </p:cNvPr>
              <p:cNvSpPr/>
              <p:nvPr/>
            </p:nvSpPr>
            <p:spPr>
              <a:xfrm>
                <a:off x="8299762" y="4670653"/>
                <a:ext cx="338183" cy="397140"/>
              </a:xfrm>
              <a:custGeom>
                <a:avLst/>
                <a:gdLst>
                  <a:gd name="connsiteX0" fmla="*/ -153 w 338183"/>
                  <a:gd name="connsiteY0" fmla="*/ 13174 h 397140"/>
                  <a:gd name="connsiteX1" fmla="*/ 38766 w 338183"/>
                  <a:gd name="connsiteY1" fmla="*/ 2245 h 397140"/>
                  <a:gd name="connsiteX2" fmla="*/ 338030 w 338183"/>
                  <a:gd name="connsiteY2" fmla="*/ 242067 h 397140"/>
                  <a:gd name="connsiteX3" fmla="*/ 263926 w 338183"/>
                  <a:gd name="connsiteY3" fmla="*/ 397061 h 397140"/>
                  <a:gd name="connsiteX4" fmla="*/ -153 w 338183"/>
                  <a:gd name="connsiteY4" fmla="*/ 13174 h 39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183" h="397140">
                    <a:moveTo>
                      <a:pt x="-153" y="13174"/>
                    </a:moveTo>
                    <a:cubicBezTo>
                      <a:pt x="8891" y="1224"/>
                      <a:pt x="24822" y="-3244"/>
                      <a:pt x="38766" y="2245"/>
                    </a:cubicBezTo>
                    <a:cubicBezTo>
                      <a:pt x="64496" y="110953"/>
                      <a:pt x="199413" y="199071"/>
                      <a:pt x="338030" y="242067"/>
                    </a:cubicBezTo>
                    <a:cubicBezTo>
                      <a:pt x="328952" y="280610"/>
                      <a:pt x="308121" y="345808"/>
                      <a:pt x="263926" y="397061"/>
                    </a:cubicBezTo>
                    <a:cubicBezTo>
                      <a:pt x="33867" y="267831"/>
                      <a:pt x="-153" y="13174"/>
                      <a:pt x="-153" y="131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89571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6C025AC9-69AE-EFE9-7B64-82DCC87A37BF}"/>
                  </a:ext>
                </a:extLst>
              </p:cNvPr>
              <p:cNvSpPr/>
              <p:nvPr/>
            </p:nvSpPr>
            <p:spPr>
              <a:xfrm>
                <a:off x="8225268" y="4502429"/>
                <a:ext cx="113393" cy="193327"/>
              </a:xfrm>
              <a:custGeom>
                <a:avLst/>
                <a:gdLst>
                  <a:gd name="connsiteX0" fmla="*/ 78485 w 113393"/>
                  <a:gd name="connsiteY0" fmla="*/ 186811 h 193327"/>
                  <a:gd name="connsiteX1" fmla="*/ 109765 w 113393"/>
                  <a:gd name="connsiteY1" fmla="*/ 177869 h 193327"/>
                  <a:gd name="connsiteX2" fmla="*/ 110313 w 113393"/>
                  <a:gd name="connsiteY2" fmla="*/ 109554 h 193327"/>
                  <a:gd name="connsiteX3" fmla="*/ 5580 w 113393"/>
                  <a:gd name="connsiteY3" fmla="*/ -79 h 193327"/>
                  <a:gd name="connsiteX4" fmla="*/ 3524 w 113393"/>
                  <a:gd name="connsiteY4" fmla="*/ 22773 h 193327"/>
                  <a:gd name="connsiteX5" fmla="*/ 37030 w 113393"/>
                  <a:gd name="connsiteY5" fmla="*/ 57684 h 193327"/>
                  <a:gd name="connsiteX6" fmla="*/ 17468 w 113393"/>
                  <a:gd name="connsiteY6" fmla="*/ 96398 h 193327"/>
                  <a:gd name="connsiteX7" fmla="*/ 22127 w 113393"/>
                  <a:gd name="connsiteY7" fmla="*/ 130967 h 193327"/>
                  <a:gd name="connsiteX8" fmla="*/ 43643 w 113393"/>
                  <a:gd name="connsiteY8" fmla="*/ 166118 h 193327"/>
                  <a:gd name="connsiteX9" fmla="*/ 78485 w 113393"/>
                  <a:gd name="connsiteY9" fmla="*/ 186811 h 193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393" h="193327">
                    <a:moveTo>
                      <a:pt x="78485" y="186811"/>
                    </a:moveTo>
                    <a:cubicBezTo>
                      <a:pt x="76704" y="192533"/>
                      <a:pt x="97500" y="201235"/>
                      <a:pt x="109765" y="177869"/>
                    </a:cubicBezTo>
                    <a:cubicBezTo>
                      <a:pt x="110210" y="166666"/>
                      <a:pt x="116994" y="118702"/>
                      <a:pt x="110313" y="109554"/>
                    </a:cubicBezTo>
                    <a:cubicBezTo>
                      <a:pt x="74682" y="60973"/>
                      <a:pt x="5580" y="-79"/>
                      <a:pt x="5580" y="-79"/>
                    </a:cubicBezTo>
                    <a:cubicBezTo>
                      <a:pt x="-1170" y="5725"/>
                      <a:pt x="-2095" y="15855"/>
                      <a:pt x="3524" y="22773"/>
                    </a:cubicBezTo>
                    <a:lnTo>
                      <a:pt x="37030" y="57684"/>
                    </a:lnTo>
                    <a:cubicBezTo>
                      <a:pt x="30178" y="70360"/>
                      <a:pt x="21476" y="81049"/>
                      <a:pt x="17468" y="96398"/>
                    </a:cubicBezTo>
                    <a:cubicBezTo>
                      <a:pt x="14521" y="108091"/>
                      <a:pt x="16200" y="120469"/>
                      <a:pt x="22127" y="130967"/>
                    </a:cubicBezTo>
                    <a:cubicBezTo>
                      <a:pt x="28020" y="141553"/>
                      <a:pt x="36071" y="155326"/>
                      <a:pt x="43643" y="166118"/>
                    </a:cubicBezTo>
                    <a:cubicBezTo>
                      <a:pt x="51454" y="177999"/>
                      <a:pt x="64302" y="185629"/>
                      <a:pt x="78485" y="186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344289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B2BB4F3-219A-5002-6A52-FA1A8B08516D}"/>
                  </a:ext>
                </a:extLst>
              </p:cNvPr>
              <p:cNvSpPr/>
              <p:nvPr/>
            </p:nvSpPr>
            <p:spPr>
              <a:xfrm>
                <a:off x="8270378" y="4582838"/>
                <a:ext cx="46891" cy="81916"/>
              </a:xfrm>
              <a:custGeom>
                <a:avLst/>
                <a:gdLst>
                  <a:gd name="connsiteX0" fmla="*/ 6585 w 46891"/>
                  <a:gd name="connsiteY0" fmla="*/ -79 h 81916"/>
                  <a:gd name="connsiteX1" fmla="*/ 37145 w 46891"/>
                  <a:gd name="connsiteY1" fmla="*/ 25822 h 81916"/>
                  <a:gd name="connsiteX2" fmla="*/ 46738 w 46891"/>
                  <a:gd name="connsiteY2" fmla="*/ 51620 h 81916"/>
                  <a:gd name="connsiteX3" fmla="*/ 19501 w 46891"/>
                  <a:gd name="connsiteY3" fmla="*/ 81838 h 81916"/>
                  <a:gd name="connsiteX4" fmla="*/ 3535 w 46891"/>
                  <a:gd name="connsiteY4" fmla="*/ 19586 h 81916"/>
                  <a:gd name="connsiteX5" fmla="*/ 6585 w 46891"/>
                  <a:gd name="connsiteY5" fmla="*/ -79 h 81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891" h="81916">
                    <a:moveTo>
                      <a:pt x="6585" y="-79"/>
                    </a:moveTo>
                    <a:lnTo>
                      <a:pt x="37145" y="25822"/>
                    </a:lnTo>
                    <a:lnTo>
                      <a:pt x="46738" y="51620"/>
                    </a:lnTo>
                    <a:lnTo>
                      <a:pt x="19501" y="81838"/>
                    </a:lnTo>
                    <a:cubicBezTo>
                      <a:pt x="19501" y="81838"/>
                      <a:pt x="10319" y="30687"/>
                      <a:pt x="3535" y="19586"/>
                    </a:cubicBezTo>
                    <a:cubicBezTo>
                      <a:pt x="-3248" y="8486"/>
                      <a:pt x="247" y="3176"/>
                      <a:pt x="6585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457223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3BFF52C0-A8C2-12D7-9A5E-9F80FE2E65CD}"/>
                  </a:ext>
                </a:extLst>
              </p:cNvPr>
              <p:cNvSpPr/>
              <p:nvPr/>
            </p:nvSpPr>
            <p:spPr>
              <a:xfrm>
                <a:off x="9116974" y="4987385"/>
                <a:ext cx="257261" cy="289739"/>
              </a:xfrm>
              <a:custGeom>
                <a:avLst/>
                <a:gdLst>
                  <a:gd name="connsiteX0" fmla="*/ -153 w 257261"/>
                  <a:gd name="connsiteY0" fmla="*/ 169236 h 289739"/>
                  <a:gd name="connsiteX1" fmla="*/ 66929 w 257261"/>
                  <a:gd name="connsiteY1" fmla="*/ -79 h 289739"/>
                  <a:gd name="connsiteX2" fmla="*/ 257108 w 257261"/>
                  <a:gd name="connsiteY2" fmla="*/ 251597 h 289739"/>
                  <a:gd name="connsiteX3" fmla="*/ 115132 w 257261"/>
                  <a:gd name="connsiteY3" fmla="*/ 289661 h 289739"/>
                  <a:gd name="connsiteX4" fmla="*/ -153 w 257261"/>
                  <a:gd name="connsiteY4" fmla="*/ 169236 h 289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261" h="289739">
                    <a:moveTo>
                      <a:pt x="-153" y="169236"/>
                    </a:moveTo>
                    <a:lnTo>
                      <a:pt x="66929" y="-79"/>
                    </a:lnTo>
                    <a:cubicBezTo>
                      <a:pt x="66929" y="-79"/>
                      <a:pt x="230247" y="110890"/>
                      <a:pt x="257108" y="251597"/>
                    </a:cubicBezTo>
                    <a:cubicBezTo>
                      <a:pt x="226273" y="253859"/>
                      <a:pt x="170086" y="261875"/>
                      <a:pt x="115132" y="289661"/>
                    </a:cubicBezTo>
                    <a:cubicBezTo>
                      <a:pt x="103038" y="223230"/>
                      <a:pt x="-153" y="169236"/>
                      <a:pt x="-153" y="16923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82726E08-6BBE-0827-4F59-8AC92BEC06B0}"/>
                  </a:ext>
                </a:extLst>
              </p:cNvPr>
              <p:cNvSpPr/>
              <p:nvPr/>
            </p:nvSpPr>
            <p:spPr>
              <a:xfrm>
                <a:off x="8949989" y="5239061"/>
                <a:ext cx="428003" cy="218498"/>
              </a:xfrm>
              <a:custGeom>
                <a:avLst/>
                <a:gdLst>
                  <a:gd name="connsiteX0" fmla="*/ 24103 w 428003"/>
                  <a:gd name="connsiteY0" fmla="*/ 76870 h 218498"/>
                  <a:gd name="connsiteX1" fmla="*/ 269338 w 428003"/>
                  <a:gd name="connsiteY1" fmla="*/ 92013 h 218498"/>
                  <a:gd name="connsiteX2" fmla="*/ 282117 w 428003"/>
                  <a:gd name="connsiteY2" fmla="*/ 37984 h 218498"/>
                  <a:gd name="connsiteX3" fmla="*/ 424093 w 428003"/>
                  <a:gd name="connsiteY3" fmla="*/ -79 h 218498"/>
                  <a:gd name="connsiteX4" fmla="*/ 402988 w 428003"/>
                  <a:gd name="connsiteY4" fmla="*/ 133057 h 218498"/>
                  <a:gd name="connsiteX5" fmla="*/ -153 w 428003"/>
                  <a:gd name="connsiteY5" fmla="*/ 122094 h 218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8003" h="218498">
                    <a:moveTo>
                      <a:pt x="24103" y="76870"/>
                    </a:moveTo>
                    <a:cubicBezTo>
                      <a:pt x="24103" y="76870"/>
                      <a:pt x="207465" y="180508"/>
                      <a:pt x="269338" y="92013"/>
                    </a:cubicBezTo>
                    <a:cubicBezTo>
                      <a:pt x="280919" y="76561"/>
                      <a:pt x="285543" y="56999"/>
                      <a:pt x="282117" y="37984"/>
                    </a:cubicBezTo>
                    <a:cubicBezTo>
                      <a:pt x="336934" y="10233"/>
                      <a:pt x="393224" y="2182"/>
                      <a:pt x="424093" y="-79"/>
                    </a:cubicBezTo>
                    <a:cubicBezTo>
                      <a:pt x="433171" y="45385"/>
                      <a:pt x="425668" y="92630"/>
                      <a:pt x="402988" y="133057"/>
                    </a:cubicBezTo>
                    <a:cubicBezTo>
                      <a:pt x="294588" y="331321"/>
                      <a:pt x="-153" y="122094"/>
                      <a:pt x="-153" y="12209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1537716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C3F4DF44-15CC-4125-8791-E6D19B95CBB9}"/>
                  </a:ext>
                </a:extLst>
              </p:cNvPr>
              <p:cNvSpPr/>
              <p:nvPr/>
            </p:nvSpPr>
            <p:spPr>
              <a:xfrm>
                <a:off x="8538108" y="5068654"/>
                <a:ext cx="458476" cy="393819"/>
              </a:xfrm>
              <a:custGeom>
                <a:avLst/>
                <a:gdLst>
                  <a:gd name="connsiteX0" fmla="*/ 457910 w 458476"/>
                  <a:gd name="connsiteY0" fmla="*/ 378391 h 393819"/>
                  <a:gd name="connsiteX1" fmla="*/ 357836 w 458476"/>
                  <a:gd name="connsiteY1" fmla="*/ 28936 h 393819"/>
                  <a:gd name="connsiteX2" fmla="*/ 349202 w 458476"/>
                  <a:gd name="connsiteY2" fmla="*/ 21604 h 393819"/>
                  <a:gd name="connsiteX3" fmla="*/ 217882 w 458476"/>
                  <a:gd name="connsiteY3" fmla="*/ 8414 h 393819"/>
                  <a:gd name="connsiteX4" fmla="*/ 9237 w 458476"/>
                  <a:gd name="connsiteY4" fmla="*/ 1562 h 393819"/>
                  <a:gd name="connsiteX5" fmla="*/ -116 w 458476"/>
                  <a:gd name="connsiteY5" fmla="*/ 12696 h 393819"/>
                  <a:gd name="connsiteX6" fmla="*/ 877 w 458476"/>
                  <a:gd name="connsiteY6" fmla="*/ 16259 h 393819"/>
                  <a:gd name="connsiteX7" fmla="*/ 207707 w 458476"/>
                  <a:gd name="connsiteY7" fmla="*/ 389697 h 393819"/>
                  <a:gd name="connsiteX8" fmla="*/ 215964 w 458476"/>
                  <a:gd name="connsiteY8" fmla="*/ 393740 h 393819"/>
                  <a:gd name="connsiteX9" fmla="*/ 448180 w 458476"/>
                  <a:gd name="connsiteY9" fmla="*/ 391581 h 393819"/>
                  <a:gd name="connsiteX10" fmla="*/ 458322 w 458476"/>
                  <a:gd name="connsiteY10" fmla="*/ 381166 h 393819"/>
                  <a:gd name="connsiteX11" fmla="*/ 457910 w 458476"/>
                  <a:gd name="connsiteY11" fmla="*/ 378391 h 39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8476" h="393819">
                    <a:moveTo>
                      <a:pt x="457910" y="378391"/>
                    </a:moveTo>
                    <a:lnTo>
                      <a:pt x="357836" y="28936"/>
                    </a:lnTo>
                    <a:cubicBezTo>
                      <a:pt x="356671" y="24995"/>
                      <a:pt x="353279" y="22083"/>
                      <a:pt x="349202" y="21604"/>
                    </a:cubicBezTo>
                    <a:cubicBezTo>
                      <a:pt x="331078" y="19480"/>
                      <a:pt x="278523" y="13553"/>
                      <a:pt x="217882" y="8414"/>
                    </a:cubicBezTo>
                    <a:cubicBezTo>
                      <a:pt x="144805" y="2212"/>
                      <a:pt x="59942" y="-2790"/>
                      <a:pt x="9237" y="1562"/>
                    </a:cubicBezTo>
                    <a:cubicBezTo>
                      <a:pt x="3584" y="2075"/>
                      <a:pt x="-596" y="7043"/>
                      <a:pt x="-116" y="12696"/>
                    </a:cubicBezTo>
                    <a:cubicBezTo>
                      <a:pt x="21" y="13929"/>
                      <a:pt x="329" y="15128"/>
                      <a:pt x="877" y="16259"/>
                    </a:cubicBezTo>
                    <a:cubicBezTo>
                      <a:pt x="29725" y="74502"/>
                      <a:pt x="148197" y="311926"/>
                      <a:pt x="207707" y="389697"/>
                    </a:cubicBezTo>
                    <a:cubicBezTo>
                      <a:pt x="209660" y="392266"/>
                      <a:pt x="212743" y="393774"/>
                      <a:pt x="215964" y="393740"/>
                    </a:cubicBezTo>
                    <a:lnTo>
                      <a:pt x="448180" y="391581"/>
                    </a:lnTo>
                    <a:cubicBezTo>
                      <a:pt x="453868" y="391513"/>
                      <a:pt x="458390" y="386853"/>
                      <a:pt x="458322" y="381166"/>
                    </a:cubicBezTo>
                    <a:cubicBezTo>
                      <a:pt x="458322" y="380241"/>
                      <a:pt x="458185" y="379282"/>
                      <a:pt x="457910" y="37839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470E0198-569B-6C58-B947-4563EBA7DD81}"/>
                  </a:ext>
                </a:extLst>
              </p:cNvPr>
              <p:cNvSpPr/>
              <p:nvPr/>
            </p:nvSpPr>
            <p:spPr>
              <a:xfrm>
                <a:off x="8667205" y="5034648"/>
                <a:ext cx="87465" cy="41515"/>
              </a:xfrm>
              <a:custGeom>
                <a:avLst/>
                <a:gdLst>
                  <a:gd name="connsiteX0" fmla="*/ 78507 w 87465"/>
                  <a:gd name="connsiteY0" fmla="*/ 12065 h 41515"/>
                  <a:gd name="connsiteX1" fmla="*/ 5944 w 87465"/>
                  <a:gd name="connsiteY1" fmla="*/ 5 h 41515"/>
                  <a:gd name="connsiteX2" fmla="*/ -86 w 87465"/>
                  <a:gd name="connsiteY2" fmla="*/ 4168 h 41515"/>
                  <a:gd name="connsiteX3" fmla="*/ 154 w 87465"/>
                  <a:gd name="connsiteY3" fmla="*/ 6857 h 41515"/>
                  <a:gd name="connsiteX4" fmla="*/ 7314 w 87465"/>
                  <a:gd name="connsiteY4" fmla="*/ 28612 h 41515"/>
                  <a:gd name="connsiteX5" fmla="*/ 11562 w 87465"/>
                  <a:gd name="connsiteY5" fmla="*/ 32039 h 41515"/>
                  <a:gd name="connsiteX6" fmla="*/ 81385 w 87465"/>
                  <a:gd name="connsiteY6" fmla="*/ 41392 h 41515"/>
                  <a:gd name="connsiteX7" fmla="*/ 87278 w 87465"/>
                  <a:gd name="connsiteY7" fmla="*/ 36869 h 41515"/>
                  <a:gd name="connsiteX8" fmla="*/ 87175 w 87465"/>
                  <a:gd name="connsiteY8" fmla="*/ 35019 h 41515"/>
                  <a:gd name="connsiteX9" fmla="*/ 82721 w 87465"/>
                  <a:gd name="connsiteY9" fmla="*/ 16039 h 41515"/>
                  <a:gd name="connsiteX10" fmla="*/ 78507 w 87465"/>
                  <a:gd name="connsiteY10" fmla="*/ 12065 h 41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465" h="41515">
                    <a:moveTo>
                      <a:pt x="78507" y="12065"/>
                    </a:moveTo>
                    <a:lnTo>
                      <a:pt x="5944" y="5"/>
                    </a:lnTo>
                    <a:cubicBezTo>
                      <a:pt x="3134" y="-505"/>
                      <a:pt x="428" y="1359"/>
                      <a:pt x="-86" y="4168"/>
                    </a:cubicBezTo>
                    <a:cubicBezTo>
                      <a:pt x="-223" y="5069"/>
                      <a:pt x="-155" y="5997"/>
                      <a:pt x="154" y="6857"/>
                    </a:cubicBezTo>
                    <a:lnTo>
                      <a:pt x="7314" y="28612"/>
                    </a:lnTo>
                    <a:cubicBezTo>
                      <a:pt x="7965" y="30463"/>
                      <a:pt x="9609" y="31799"/>
                      <a:pt x="11562" y="32039"/>
                    </a:cubicBezTo>
                    <a:lnTo>
                      <a:pt x="81385" y="41392"/>
                    </a:lnTo>
                    <a:cubicBezTo>
                      <a:pt x="84263" y="41769"/>
                      <a:pt x="86901" y="39747"/>
                      <a:pt x="87278" y="36869"/>
                    </a:cubicBezTo>
                    <a:cubicBezTo>
                      <a:pt x="87346" y="36253"/>
                      <a:pt x="87312" y="35636"/>
                      <a:pt x="87175" y="35019"/>
                    </a:cubicBezTo>
                    <a:lnTo>
                      <a:pt x="82721" y="16039"/>
                    </a:lnTo>
                    <a:cubicBezTo>
                      <a:pt x="82242" y="13994"/>
                      <a:pt x="80563" y="12431"/>
                      <a:pt x="78507" y="12065"/>
                    </a:cubicBezTo>
                    <a:close/>
                  </a:path>
                </a:pathLst>
              </a:custGeom>
              <a:solidFill>
                <a:srgbClr val="BDD0FB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33E0EA3-7F12-FA09-3156-13CD1DCF1A49}"/>
                  </a:ext>
                </a:extLst>
              </p:cNvPr>
              <p:cNvSpPr/>
              <p:nvPr/>
            </p:nvSpPr>
            <p:spPr>
              <a:xfrm>
                <a:off x="8633397" y="5056383"/>
                <a:ext cx="166921" cy="60409"/>
              </a:xfrm>
              <a:custGeom>
                <a:avLst/>
                <a:gdLst>
                  <a:gd name="connsiteX0" fmla="*/ 166652 w 166921"/>
                  <a:gd name="connsiteY0" fmla="*/ 51759 h 60409"/>
                  <a:gd name="connsiteX1" fmla="*/ 160657 w 166921"/>
                  <a:gd name="connsiteY1" fmla="*/ 20650 h 60409"/>
                  <a:gd name="connsiteX2" fmla="*/ 154318 w 166921"/>
                  <a:gd name="connsiteY2" fmla="*/ 14826 h 60409"/>
                  <a:gd name="connsiteX3" fmla="*/ 7753 w 166921"/>
                  <a:gd name="connsiteY3" fmla="*/ -43 h 60409"/>
                  <a:gd name="connsiteX4" fmla="*/ -127 w 166921"/>
                  <a:gd name="connsiteY4" fmla="*/ 6398 h 60409"/>
                  <a:gd name="connsiteX5" fmla="*/ 44 w 166921"/>
                  <a:gd name="connsiteY5" fmla="*/ 8796 h 60409"/>
                  <a:gd name="connsiteX6" fmla="*/ 9363 w 166921"/>
                  <a:gd name="connsiteY6" fmla="*/ 47613 h 60409"/>
                  <a:gd name="connsiteX7" fmla="*/ 16009 w 166921"/>
                  <a:gd name="connsiteY7" fmla="*/ 53095 h 60409"/>
                  <a:gd name="connsiteX8" fmla="*/ 159218 w 166921"/>
                  <a:gd name="connsiteY8" fmla="*/ 60324 h 60409"/>
                  <a:gd name="connsiteX9" fmla="*/ 166755 w 166921"/>
                  <a:gd name="connsiteY9" fmla="*/ 53437 h 60409"/>
                  <a:gd name="connsiteX10" fmla="*/ 166652 w 166921"/>
                  <a:gd name="connsiteY10" fmla="*/ 51759 h 60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921" h="60409">
                    <a:moveTo>
                      <a:pt x="166652" y="51759"/>
                    </a:moveTo>
                    <a:lnTo>
                      <a:pt x="160657" y="20650"/>
                    </a:lnTo>
                    <a:cubicBezTo>
                      <a:pt x="160074" y="17533"/>
                      <a:pt x="157505" y="15134"/>
                      <a:pt x="154318" y="14826"/>
                    </a:cubicBezTo>
                    <a:lnTo>
                      <a:pt x="7753" y="-43"/>
                    </a:lnTo>
                    <a:cubicBezTo>
                      <a:pt x="3813" y="-437"/>
                      <a:pt x="284" y="2451"/>
                      <a:pt x="-127" y="6398"/>
                    </a:cubicBezTo>
                    <a:cubicBezTo>
                      <a:pt x="-196" y="7220"/>
                      <a:pt x="-127" y="8008"/>
                      <a:pt x="44" y="8796"/>
                    </a:cubicBezTo>
                    <a:lnTo>
                      <a:pt x="9363" y="47613"/>
                    </a:lnTo>
                    <a:cubicBezTo>
                      <a:pt x="10117" y="50697"/>
                      <a:pt x="12823" y="52958"/>
                      <a:pt x="16009" y="53095"/>
                    </a:cubicBezTo>
                    <a:lnTo>
                      <a:pt x="159218" y="60324"/>
                    </a:lnTo>
                    <a:cubicBezTo>
                      <a:pt x="163192" y="60495"/>
                      <a:pt x="166584" y="57411"/>
                      <a:pt x="166755" y="53437"/>
                    </a:cubicBezTo>
                    <a:cubicBezTo>
                      <a:pt x="166789" y="52889"/>
                      <a:pt x="166755" y="52307"/>
                      <a:pt x="166652" y="51759"/>
                    </a:cubicBezTo>
                    <a:close/>
                  </a:path>
                </a:pathLst>
              </a:custGeom>
              <a:solidFill>
                <a:srgbClr val="BDD0FB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A5F8DF06-7348-9B91-FF15-7AAC93778679}"/>
                  </a:ext>
                </a:extLst>
              </p:cNvPr>
              <p:cNvSpPr/>
              <p:nvPr/>
            </p:nvSpPr>
            <p:spPr>
              <a:xfrm>
                <a:off x="8848510" y="5243520"/>
                <a:ext cx="133339" cy="119835"/>
              </a:xfrm>
              <a:custGeom>
                <a:avLst/>
                <a:gdLst>
                  <a:gd name="connsiteX0" fmla="*/ 123526 w 133339"/>
                  <a:gd name="connsiteY0" fmla="*/ 119108 h 119835"/>
                  <a:gd name="connsiteX1" fmla="*/ 131851 w 133339"/>
                  <a:gd name="connsiteY1" fmla="*/ 41439 h 119835"/>
                  <a:gd name="connsiteX2" fmla="*/ 79022 w 133339"/>
                  <a:gd name="connsiteY2" fmla="*/ 738 h 119835"/>
                  <a:gd name="connsiteX3" fmla="*/ -153 w 133339"/>
                  <a:gd name="connsiteY3" fmla="*/ 21877 h 119835"/>
                  <a:gd name="connsiteX4" fmla="*/ 29619 w 133339"/>
                  <a:gd name="connsiteY4" fmla="*/ 39795 h 119835"/>
                  <a:gd name="connsiteX5" fmla="*/ 12488 w 133339"/>
                  <a:gd name="connsiteY5" fmla="*/ 53054 h 119835"/>
                  <a:gd name="connsiteX6" fmla="*/ 38218 w 133339"/>
                  <a:gd name="connsiteY6" fmla="*/ 62921 h 119835"/>
                  <a:gd name="connsiteX7" fmla="*/ 22321 w 133339"/>
                  <a:gd name="connsiteY7" fmla="*/ 80496 h 119835"/>
                  <a:gd name="connsiteX8" fmla="*/ 49490 w 133339"/>
                  <a:gd name="connsiteY8" fmla="*/ 86732 h 119835"/>
                  <a:gd name="connsiteX9" fmla="*/ 123526 w 133339"/>
                  <a:gd name="connsiteY9" fmla="*/ 119108 h 11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3339" h="119835">
                    <a:moveTo>
                      <a:pt x="123526" y="119108"/>
                    </a:moveTo>
                    <a:cubicBezTo>
                      <a:pt x="123526" y="119108"/>
                      <a:pt x="137470" y="61756"/>
                      <a:pt x="131851" y="41439"/>
                    </a:cubicBezTo>
                    <a:cubicBezTo>
                      <a:pt x="126233" y="21123"/>
                      <a:pt x="115338" y="-5052"/>
                      <a:pt x="79022" y="738"/>
                    </a:cubicBezTo>
                    <a:cubicBezTo>
                      <a:pt x="42706" y="6528"/>
                      <a:pt x="-153" y="21877"/>
                      <a:pt x="-153" y="21877"/>
                    </a:cubicBezTo>
                    <a:cubicBezTo>
                      <a:pt x="-153" y="21877"/>
                      <a:pt x="2039" y="48360"/>
                      <a:pt x="29619" y="39795"/>
                    </a:cubicBezTo>
                    <a:lnTo>
                      <a:pt x="12488" y="53054"/>
                    </a:lnTo>
                    <a:cubicBezTo>
                      <a:pt x="12488" y="53054"/>
                      <a:pt x="14921" y="74261"/>
                      <a:pt x="38218" y="62921"/>
                    </a:cubicBezTo>
                    <a:lnTo>
                      <a:pt x="22321" y="80496"/>
                    </a:lnTo>
                    <a:cubicBezTo>
                      <a:pt x="22321" y="80496"/>
                      <a:pt x="32325" y="97900"/>
                      <a:pt x="49490" y="86732"/>
                    </a:cubicBezTo>
                    <a:cubicBezTo>
                      <a:pt x="66654" y="75563"/>
                      <a:pt x="74774" y="125994"/>
                      <a:pt x="123526" y="11910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7090715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9D45238-FCC1-C260-4C1C-7F238D7381CA}"/>
                  </a:ext>
                </a:extLst>
              </p:cNvPr>
              <p:cNvSpPr/>
              <p:nvPr/>
            </p:nvSpPr>
            <p:spPr>
              <a:xfrm>
                <a:off x="8880132" y="4799535"/>
                <a:ext cx="169158" cy="182495"/>
              </a:xfrm>
              <a:custGeom>
                <a:avLst/>
                <a:gdLst>
                  <a:gd name="connsiteX0" fmla="*/ 113077 w 169158"/>
                  <a:gd name="connsiteY0" fmla="*/ -79 h 182495"/>
                  <a:gd name="connsiteX1" fmla="*/ 168715 w 169158"/>
                  <a:gd name="connsiteY1" fmla="*/ 160945 h 182495"/>
                  <a:gd name="connsiteX2" fmla="*/ 166077 w 169158"/>
                  <a:gd name="connsiteY2" fmla="*/ 167797 h 182495"/>
                  <a:gd name="connsiteX3" fmla="*/ 30407 w 169158"/>
                  <a:gd name="connsiteY3" fmla="*/ 158649 h 182495"/>
                  <a:gd name="connsiteX4" fmla="*/ 17833 w 169158"/>
                  <a:gd name="connsiteY4" fmla="*/ 139155 h 182495"/>
                  <a:gd name="connsiteX5" fmla="*/ -153 w 169158"/>
                  <a:gd name="connsiteY5" fmla="*/ -79 h 182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9158" h="182495">
                    <a:moveTo>
                      <a:pt x="113077" y="-79"/>
                    </a:moveTo>
                    <a:lnTo>
                      <a:pt x="168715" y="160945"/>
                    </a:lnTo>
                    <a:cubicBezTo>
                      <a:pt x="169572" y="163566"/>
                      <a:pt x="168476" y="166433"/>
                      <a:pt x="166077" y="167797"/>
                    </a:cubicBezTo>
                    <a:cubicBezTo>
                      <a:pt x="150900" y="176156"/>
                      <a:pt x="96255" y="200413"/>
                      <a:pt x="30407" y="158649"/>
                    </a:cubicBezTo>
                    <a:cubicBezTo>
                      <a:pt x="23521" y="154332"/>
                      <a:pt x="18929" y="147193"/>
                      <a:pt x="17833" y="139155"/>
                    </a:cubicBezTo>
                    <a:lnTo>
                      <a:pt x="-153" y="-79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92477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FBDC8E6C-A43D-B776-C48F-B612AF601AEF}"/>
                  </a:ext>
                </a:extLst>
              </p:cNvPr>
              <p:cNvSpPr/>
              <p:nvPr/>
            </p:nvSpPr>
            <p:spPr>
              <a:xfrm>
                <a:off x="8818345" y="4650537"/>
                <a:ext cx="196567" cy="195712"/>
              </a:xfrm>
              <a:custGeom>
                <a:avLst/>
                <a:gdLst>
                  <a:gd name="connsiteX0" fmla="*/ 53822 w 196567"/>
                  <a:gd name="connsiteY0" fmla="*/ -79 h 195712"/>
                  <a:gd name="connsiteX1" fmla="*/ 548 w 196567"/>
                  <a:gd name="connsiteY1" fmla="*/ 161356 h 195712"/>
                  <a:gd name="connsiteX2" fmla="*/ 150196 w 196567"/>
                  <a:gd name="connsiteY2" fmla="*/ 166769 h 195712"/>
                  <a:gd name="connsiteX3" fmla="*/ 196414 w 196567"/>
                  <a:gd name="connsiteY3" fmla="*/ 42575 h 19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567" h="195712">
                    <a:moveTo>
                      <a:pt x="53822" y="-79"/>
                    </a:moveTo>
                    <a:cubicBezTo>
                      <a:pt x="53822" y="-79"/>
                      <a:pt x="-7333" y="114899"/>
                      <a:pt x="548" y="161356"/>
                    </a:cubicBezTo>
                    <a:cubicBezTo>
                      <a:pt x="8427" y="207813"/>
                      <a:pt x="84108" y="204490"/>
                      <a:pt x="150196" y="166769"/>
                    </a:cubicBezTo>
                    <a:lnTo>
                      <a:pt x="196414" y="42575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330585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315C724B-C997-A5E3-3A27-253B1980F568}"/>
                  </a:ext>
                </a:extLst>
              </p:cNvPr>
              <p:cNvSpPr/>
              <p:nvPr/>
            </p:nvSpPr>
            <p:spPr>
              <a:xfrm>
                <a:off x="8841155" y="4567016"/>
                <a:ext cx="258086" cy="255809"/>
              </a:xfrm>
              <a:custGeom>
                <a:avLst/>
                <a:gdLst>
                  <a:gd name="connsiteX0" fmla="*/ 124474 w 258086"/>
                  <a:gd name="connsiteY0" fmla="*/ 189306 h 255809"/>
                  <a:gd name="connsiteX1" fmla="*/ 122144 w 258086"/>
                  <a:gd name="connsiteY1" fmla="*/ 182992 h 255809"/>
                  <a:gd name="connsiteX2" fmla="*/ 122419 w 258086"/>
                  <a:gd name="connsiteY2" fmla="*/ 182454 h 255809"/>
                  <a:gd name="connsiteX3" fmla="*/ 139549 w 258086"/>
                  <a:gd name="connsiteY3" fmla="*/ 146378 h 255809"/>
                  <a:gd name="connsiteX4" fmla="*/ 111593 w 258086"/>
                  <a:gd name="connsiteY4" fmla="*/ 130036 h 255809"/>
                  <a:gd name="connsiteX5" fmla="*/ 2370 w 258086"/>
                  <a:gd name="connsiteY5" fmla="*/ 73095 h 255809"/>
                  <a:gd name="connsiteX6" fmla="*/ 71645 w 258086"/>
                  <a:gd name="connsiteY6" fmla="*/ 24274 h 255809"/>
                  <a:gd name="connsiteX7" fmla="*/ 78257 w 258086"/>
                  <a:gd name="connsiteY7" fmla="*/ 25148 h 255809"/>
                  <a:gd name="connsiteX8" fmla="*/ 79147 w 258086"/>
                  <a:gd name="connsiteY8" fmla="*/ 24274 h 255809"/>
                  <a:gd name="connsiteX9" fmla="*/ 138658 w 258086"/>
                  <a:gd name="connsiteY9" fmla="*/ 4951 h 255809"/>
                  <a:gd name="connsiteX10" fmla="*/ 169492 w 258086"/>
                  <a:gd name="connsiteY10" fmla="*/ 48256 h 255809"/>
                  <a:gd name="connsiteX11" fmla="*/ 174049 w 258086"/>
                  <a:gd name="connsiteY11" fmla="*/ 53162 h 255809"/>
                  <a:gd name="connsiteX12" fmla="*/ 175076 w 258086"/>
                  <a:gd name="connsiteY12" fmla="*/ 53087 h 255809"/>
                  <a:gd name="connsiteX13" fmla="*/ 238904 w 258086"/>
                  <a:gd name="connsiteY13" fmla="*/ 82825 h 255809"/>
                  <a:gd name="connsiteX14" fmla="*/ 235752 w 258086"/>
                  <a:gd name="connsiteY14" fmla="*/ 135620 h 255809"/>
                  <a:gd name="connsiteX15" fmla="*/ 235820 w 258086"/>
                  <a:gd name="connsiteY15" fmla="*/ 142308 h 255809"/>
                  <a:gd name="connsiteX16" fmla="*/ 237773 w 258086"/>
                  <a:gd name="connsiteY16" fmla="*/ 143466 h 255809"/>
                  <a:gd name="connsiteX17" fmla="*/ 257850 w 258086"/>
                  <a:gd name="connsiteY17" fmla="*/ 175910 h 255809"/>
                  <a:gd name="connsiteX18" fmla="*/ 213003 w 258086"/>
                  <a:gd name="connsiteY18" fmla="*/ 201948 h 255809"/>
                  <a:gd name="connsiteX19" fmla="*/ 208789 w 258086"/>
                  <a:gd name="connsiteY19" fmla="*/ 203456 h 255809"/>
                  <a:gd name="connsiteX20" fmla="*/ 123617 w 258086"/>
                  <a:gd name="connsiteY20" fmla="*/ 255703 h 255809"/>
                  <a:gd name="connsiteX21" fmla="*/ 118376 w 258086"/>
                  <a:gd name="connsiteY21" fmla="*/ 251471 h 255809"/>
                  <a:gd name="connsiteX22" fmla="*/ 118615 w 258086"/>
                  <a:gd name="connsiteY22" fmla="*/ 249399 h 255809"/>
                  <a:gd name="connsiteX23" fmla="*/ 135746 w 258086"/>
                  <a:gd name="connsiteY23" fmla="*/ 199070 h 255809"/>
                  <a:gd name="connsiteX24" fmla="*/ 133176 w 258086"/>
                  <a:gd name="connsiteY24" fmla="*/ 193178 h 25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58086" h="255809">
                    <a:moveTo>
                      <a:pt x="124474" y="189306"/>
                    </a:moveTo>
                    <a:cubicBezTo>
                      <a:pt x="122076" y="188210"/>
                      <a:pt x="121048" y="185383"/>
                      <a:pt x="122144" y="182992"/>
                    </a:cubicBezTo>
                    <a:cubicBezTo>
                      <a:pt x="122213" y="182807"/>
                      <a:pt x="122316" y="182629"/>
                      <a:pt x="122419" y="182454"/>
                    </a:cubicBezTo>
                    <a:cubicBezTo>
                      <a:pt x="127318" y="174985"/>
                      <a:pt x="136465" y="159739"/>
                      <a:pt x="139549" y="146378"/>
                    </a:cubicBezTo>
                    <a:cubicBezTo>
                      <a:pt x="139549" y="146378"/>
                      <a:pt x="150512" y="139526"/>
                      <a:pt x="111593" y="130036"/>
                    </a:cubicBezTo>
                    <a:cubicBezTo>
                      <a:pt x="72673" y="120546"/>
                      <a:pt x="14601" y="106054"/>
                      <a:pt x="2370" y="73095"/>
                    </a:cubicBezTo>
                    <a:cubicBezTo>
                      <a:pt x="-9518" y="40787"/>
                      <a:pt x="21762" y="-40478"/>
                      <a:pt x="71645" y="24274"/>
                    </a:cubicBezTo>
                    <a:cubicBezTo>
                      <a:pt x="73220" y="26347"/>
                      <a:pt x="76201" y="26737"/>
                      <a:pt x="78257" y="25148"/>
                    </a:cubicBezTo>
                    <a:cubicBezTo>
                      <a:pt x="78599" y="24897"/>
                      <a:pt x="78908" y="24603"/>
                      <a:pt x="79147" y="24274"/>
                    </a:cubicBezTo>
                    <a:cubicBezTo>
                      <a:pt x="87302" y="13653"/>
                      <a:pt x="108817" y="-8445"/>
                      <a:pt x="138658" y="4951"/>
                    </a:cubicBezTo>
                    <a:cubicBezTo>
                      <a:pt x="166580" y="17490"/>
                      <a:pt x="169732" y="37944"/>
                      <a:pt x="169492" y="48256"/>
                    </a:cubicBezTo>
                    <a:cubicBezTo>
                      <a:pt x="169389" y="50867"/>
                      <a:pt x="171411" y="53063"/>
                      <a:pt x="174049" y="53162"/>
                    </a:cubicBezTo>
                    <a:cubicBezTo>
                      <a:pt x="174391" y="53176"/>
                      <a:pt x="174734" y="53152"/>
                      <a:pt x="175076" y="53087"/>
                    </a:cubicBezTo>
                    <a:cubicBezTo>
                      <a:pt x="189192" y="50380"/>
                      <a:pt x="223041" y="48085"/>
                      <a:pt x="238904" y="82825"/>
                    </a:cubicBezTo>
                    <a:cubicBezTo>
                      <a:pt x="251923" y="111466"/>
                      <a:pt x="243461" y="127672"/>
                      <a:pt x="235752" y="135620"/>
                    </a:cubicBezTo>
                    <a:cubicBezTo>
                      <a:pt x="233936" y="137480"/>
                      <a:pt x="233936" y="140475"/>
                      <a:pt x="235820" y="142308"/>
                    </a:cubicBezTo>
                    <a:cubicBezTo>
                      <a:pt x="236369" y="142846"/>
                      <a:pt x="237019" y="143246"/>
                      <a:pt x="237773" y="143466"/>
                    </a:cubicBezTo>
                    <a:cubicBezTo>
                      <a:pt x="247057" y="146309"/>
                      <a:pt x="259048" y="154155"/>
                      <a:pt x="257850" y="175910"/>
                    </a:cubicBezTo>
                    <a:cubicBezTo>
                      <a:pt x="256171" y="205957"/>
                      <a:pt x="222562" y="203318"/>
                      <a:pt x="213003" y="201948"/>
                    </a:cubicBezTo>
                    <a:cubicBezTo>
                      <a:pt x="211427" y="201712"/>
                      <a:pt x="209851" y="202277"/>
                      <a:pt x="208789" y="203456"/>
                    </a:cubicBezTo>
                    <a:cubicBezTo>
                      <a:pt x="200601" y="212535"/>
                      <a:pt x="163634" y="251077"/>
                      <a:pt x="123617" y="255703"/>
                    </a:cubicBezTo>
                    <a:cubicBezTo>
                      <a:pt x="121014" y="255984"/>
                      <a:pt x="118650" y="254089"/>
                      <a:pt x="118376" y="251471"/>
                    </a:cubicBezTo>
                    <a:cubicBezTo>
                      <a:pt x="118308" y="250773"/>
                      <a:pt x="118376" y="250063"/>
                      <a:pt x="118615" y="249399"/>
                    </a:cubicBezTo>
                    <a:lnTo>
                      <a:pt x="135746" y="199070"/>
                    </a:lnTo>
                    <a:cubicBezTo>
                      <a:pt x="136533" y="196737"/>
                      <a:pt x="135438" y="194181"/>
                      <a:pt x="133176" y="193178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850328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7F9D4F60-E4D7-2539-5DD3-B5E676EB7FC9}"/>
                  </a:ext>
                </a:extLst>
              </p:cNvPr>
              <p:cNvSpPr/>
              <p:nvPr/>
            </p:nvSpPr>
            <p:spPr>
              <a:xfrm>
                <a:off x="8945364" y="4748757"/>
                <a:ext cx="60293" cy="40377"/>
              </a:xfrm>
              <a:custGeom>
                <a:avLst/>
                <a:gdLst>
                  <a:gd name="connsiteX0" fmla="*/ 13311 w 60293"/>
                  <a:gd name="connsiteY0" fmla="*/ 14692 h 40377"/>
                  <a:gd name="connsiteX1" fmla="*/ 59974 w 60293"/>
                  <a:gd name="connsiteY1" fmla="*/ 9998 h 40377"/>
                  <a:gd name="connsiteX2" fmla="*/ -153 w 60293"/>
                  <a:gd name="connsiteY2" fmla="*/ 37030 h 40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293" h="40377">
                    <a:moveTo>
                      <a:pt x="13311" y="14692"/>
                    </a:moveTo>
                    <a:cubicBezTo>
                      <a:pt x="13311" y="14692"/>
                      <a:pt x="56822" y="-15149"/>
                      <a:pt x="59974" y="9998"/>
                    </a:cubicBezTo>
                    <a:cubicBezTo>
                      <a:pt x="63125" y="35145"/>
                      <a:pt x="20814" y="46383"/>
                      <a:pt x="-153" y="3703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971878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E7064E-A7C9-E490-9A01-25C55C00E722}"/>
                  </a:ext>
                </a:extLst>
              </p:cNvPr>
              <p:cNvSpPr/>
              <p:nvPr/>
            </p:nvSpPr>
            <p:spPr>
              <a:xfrm>
                <a:off x="8855978" y="4789120"/>
                <a:ext cx="132964" cy="46360"/>
              </a:xfrm>
              <a:custGeom>
                <a:avLst/>
                <a:gdLst>
                  <a:gd name="connsiteX0" fmla="*/ -153 w 132964"/>
                  <a:gd name="connsiteY0" fmla="*/ 43158 h 46360"/>
                  <a:gd name="connsiteX1" fmla="*/ 131132 w 132964"/>
                  <a:gd name="connsiteY1" fmla="*/ 11981 h 46360"/>
                  <a:gd name="connsiteX2" fmla="*/ 132811 w 132964"/>
                  <a:gd name="connsiteY2" fmla="*/ -79 h 46360"/>
                  <a:gd name="connsiteX3" fmla="*/ 1046 w 132964"/>
                  <a:gd name="connsiteY3" fmla="*/ 37368 h 4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64" h="46360">
                    <a:moveTo>
                      <a:pt x="-153" y="43158"/>
                    </a:moveTo>
                    <a:cubicBezTo>
                      <a:pt x="67340" y="58438"/>
                      <a:pt x="130653" y="12734"/>
                      <a:pt x="131132" y="11981"/>
                    </a:cubicBezTo>
                    <a:lnTo>
                      <a:pt x="132811" y="-79"/>
                    </a:lnTo>
                    <a:cubicBezTo>
                      <a:pt x="132331" y="641"/>
                      <a:pt x="65215" y="51894"/>
                      <a:pt x="1046" y="37368"/>
                    </a:cubicBez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88000">
                    <a:srgbClr val="4D50FC"/>
                  </a:gs>
                  <a:gs pos="100000">
                    <a:srgbClr val="4F52FF"/>
                  </a:gs>
                </a:gsLst>
                <a:lin ang="385133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257A6CA4-0D5E-5915-26F5-03277C6023E2}"/>
                  </a:ext>
                </a:extLst>
              </p:cNvPr>
              <p:cNvSpPr/>
              <p:nvPr/>
            </p:nvSpPr>
            <p:spPr>
              <a:xfrm>
                <a:off x="8828392" y="4818289"/>
                <a:ext cx="34407" cy="19209"/>
              </a:xfrm>
              <a:custGeom>
                <a:avLst/>
                <a:gdLst>
                  <a:gd name="connsiteX0" fmla="*/ -9 w 34407"/>
                  <a:gd name="connsiteY0" fmla="*/ 7171 h 19209"/>
                  <a:gd name="connsiteX1" fmla="*/ 6192 w 34407"/>
                  <a:gd name="connsiteY1" fmla="*/ 16422 h 19209"/>
                  <a:gd name="connsiteX2" fmla="*/ 25720 w 34407"/>
                  <a:gd name="connsiteY2" fmla="*/ 19128 h 19209"/>
                  <a:gd name="connsiteX3" fmla="*/ 34251 w 34407"/>
                  <a:gd name="connsiteY3" fmla="*/ 10950 h 19209"/>
                  <a:gd name="connsiteX4" fmla="*/ 28016 w 34407"/>
                  <a:gd name="connsiteY4" fmla="*/ 2683 h 19209"/>
                  <a:gd name="connsiteX5" fmla="*/ 8488 w 34407"/>
                  <a:gd name="connsiteY5" fmla="*/ -58 h 19209"/>
                  <a:gd name="connsiteX6" fmla="*/ -9 w 34407"/>
                  <a:gd name="connsiteY6" fmla="*/ 7171 h 1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407" h="19209">
                    <a:moveTo>
                      <a:pt x="-9" y="7171"/>
                    </a:moveTo>
                    <a:cubicBezTo>
                      <a:pt x="-831" y="11433"/>
                      <a:pt x="1944" y="15561"/>
                      <a:pt x="6192" y="16422"/>
                    </a:cubicBezTo>
                    <a:lnTo>
                      <a:pt x="25720" y="19128"/>
                    </a:lnTo>
                    <a:cubicBezTo>
                      <a:pt x="30346" y="19227"/>
                      <a:pt x="34149" y="15565"/>
                      <a:pt x="34251" y="10950"/>
                    </a:cubicBezTo>
                    <a:cubicBezTo>
                      <a:pt x="34354" y="7082"/>
                      <a:pt x="31750" y="3663"/>
                      <a:pt x="28016" y="2683"/>
                    </a:cubicBezTo>
                    <a:lnTo>
                      <a:pt x="8488" y="-58"/>
                    </a:lnTo>
                    <a:cubicBezTo>
                      <a:pt x="4171" y="-373"/>
                      <a:pt x="368" y="2844"/>
                      <a:pt x="-9" y="71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88000">
                    <a:srgbClr val="4D50FC"/>
                  </a:gs>
                  <a:gs pos="100000">
                    <a:srgbClr val="4F52FF"/>
                  </a:gs>
                </a:gsLst>
                <a:lin ang="2716344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8CD4DA4-1C5F-06C4-922D-852431486F30}"/>
                  </a:ext>
                </a:extLst>
              </p:cNvPr>
              <p:cNvSpPr/>
              <p:nvPr/>
            </p:nvSpPr>
            <p:spPr>
              <a:xfrm>
                <a:off x="8920422" y="4591301"/>
                <a:ext cx="117218" cy="157083"/>
              </a:xfrm>
              <a:custGeom>
                <a:avLst/>
                <a:gdLst>
                  <a:gd name="connsiteX0" fmla="*/ 116709 w 117218"/>
                  <a:gd name="connsiteY0" fmla="*/ 157005 h 157083"/>
                  <a:gd name="connsiteX1" fmla="*/ -153 w 117218"/>
                  <a:gd name="connsiteY1" fmla="*/ -79 h 157083"/>
                  <a:gd name="connsiteX2" fmla="*/ 89917 w 117218"/>
                  <a:gd name="connsiteY2" fmla="*/ 136757 h 157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7218" h="157083">
                    <a:moveTo>
                      <a:pt x="116709" y="157005"/>
                    </a:moveTo>
                    <a:cubicBezTo>
                      <a:pt x="122499" y="55902"/>
                      <a:pt x="56479" y="-79"/>
                      <a:pt x="-153" y="-79"/>
                    </a:cubicBezTo>
                    <a:cubicBezTo>
                      <a:pt x="58501" y="15201"/>
                      <a:pt x="98997" y="95130"/>
                      <a:pt x="89917" y="136757"/>
                    </a:cubicBez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88000">
                    <a:srgbClr val="4D50FC"/>
                  </a:gs>
                  <a:gs pos="100000">
                    <a:srgbClr val="4F52FF"/>
                  </a:gs>
                </a:gsLst>
                <a:lin ang="271557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473273DC-09FD-256A-5D99-CA7EAAC7427F}"/>
                  </a:ext>
                </a:extLst>
              </p:cNvPr>
              <p:cNvSpPr/>
              <p:nvPr/>
            </p:nvSpPr>
            <p:spPr>
              <a:xfrm rot="18648001">
                <a:off x="8935069" y="4721434"/>
                <a:ext cx="107714" cy="94901"/>
              </a:xfrm>
              <a:custGeom>
                <a:avLst/>
                <a:gdLst>
                  <a:gd name="connsiteX0" fmla="*/ 107561 w 107714"/>
                  <a:gd name="connsiteY0" fmla="*/ 47372 h 94901"/>
                  <a:gd name="connsiteX1" fmla="*/ 53704 w 107714"/>
                  <a:gd name="connsiteY1" fmla="*/ 94822 h 94901"/>
                  <a:gd name="connsiteX2" fmla="*/ -153 w 107714"/>
                  <a:gd name="connsiteY2" fmla="*/ 47372 h 94901"/>
                  <a:gd name="connsiteX3" fmla="*/ 53704 w 107714"/>
                  <a:gd name="connsiteY3" fmla="*/ -79 h 94901"/>
                  <a:gd name="connsiteX4" fmla="*/ 107561 w 107714"/>
                  <a:gd name="connsiteY4" fmla="*/ 47372 h 94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14" h="94901">
                    <a:moveTo>
                      <a:pt x="107561" y="47372"/>
                    </a:moveTo>
                    <a:cubicBezTo>
                      <a:pt x="107561" y="73578"/>
                      <a:pt x="83449" y="94822"/>
                      <a:pt x="53704" y="94822"/>
                    </a:cubicBezTo>
                    <a:cubicBezTo>
                      <a:pt x="23960" y="94822"/>
                      <a:pt x="-153" y="73578"/>
                      <a:pt x="-153" y="47372"/>
                    </a:cubicBezTo>
                    <a:cubicBezTo>
                      <a:pt x="-153" y="21165"/>
                      <a:pt x="23960" y="-79"/>
                      <a:pt x="53704" y="-79"/>
                    </a:cubicBezTo>
                    <a:cubicBezTo>
                      <a:pt x="83449" y="-79"/>
                      <a:pt x="107561" y="21165"/>
                      <a:pt x="107561" y="473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88000">
                    <a:srgbClr val="4D50FC"/>
                  </a:gs>
                  <a:gs pos="100000">
                    <a:srgbClr val="4F52FF"/>
                  </a:gs>
                </a:gsLst>
                <a:lin ang="7569786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C16F2196-BC17-CF23-E916-C3E4F72BB56B}"/>
                  </a:ext>
                </a:extLst>
              </p:cNvPr>
              <p:cNvSpPr/>
              <p:nvPr/>
            </p:nvSpPr>
            <p:spPr>
              <a:xfrm>
                <a:off x="8956471" y="4735612"/>
                <a:ext cx="68986" cy="70213"/>
              </a:xfrm>
              <a:custGeom>
                <a:avLst/>
                <a:gdLst>
                  <a:gd name="connsiteX0" fmla="*/ 10186 w 68986"/>
                  <a:gd name="connsiteY0" fmla="*/ 62953 h 70213"/>
                  <a:gd name="connsiteX1" fmla="*/ 58973 w 68986"/>
                  <a:gd name="connsiteY1" fmla="*/ 56273 h 70213"/>
                  <a:gd name="connsiteX2" fmla="*/ 58494 w 68986"/>
                  <a:gd name="connsiteY2" fmla="*/ 7006 h 70213"/>
                  <a:gd name="connsiteX3" fmla="*/ 9707 w 68986"/>
                  <a:gd name="connsiteY3" fmla="*/ 13858 h 70213"/>
                  <a:gd name="connsiteX4" fmla="*/ 10186 w 68986"/>
                  <a:gd name="connsiteY4" fmla="*/ 62953 h 70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86" h="70213">
                    <a:moveTo>
                      <a:pt x="10186" y="62953"/>
                    </a:moveTo>
                    <a:cubicBezTo>
                      <a:pt x="23890" y="74705"/>
                      <a:pt x="45646" y="71724"/>
                      <a:pt x="58973" y="56273"/>
                    </a:cubicBezTo>
                    <a:cubicBezTo>
                      <a:pt x="72301" y="40821"/>
                      <a:pt x="72095" y="18586"/>
                      <a:pt x="58494" y="7006"/>
                    </a:cubicBezTo>
                    <a:cubicBezTo>
                      <a:pt x="44892" y="-4574"/>
                      <a:pt x="23034" y="-1730"/>
                      <a:pt x="9707" y="13858"/>
                    </a:cubicBezTo>
                    <a:cubicBezTo>
                      <a:pt x="-3621" y="29447"/>
                      <a:pt x="-3415" y="51236"/>
                      <a:pt x="10186" y="62953"/>
                    </a:cubicBez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88000">
                    <a:srgbClr val="4D50FC"/>
                  </a:gs>
                  <a:gs pos="100000">
                    <a:srgbClr val="4F52FF"/>
                  </a:gs>
                </a:gsLst>
                <a:lin ang="1299675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F23FEDE1-C0A6-C7A0-1940-C6EAD1EFD894}"/>
                  </a:ext>
                </a:extLst>
              </p:cNvPr>
              <p:cNvSpPr/>
              <p:nvPr/>
            </p:nvSpPr>
            <p:spPr>
              <a:xfrm>
                <a:off x="6455048" y="2520331"/>
                <a:ext cx="406224" cy="262057"/>
              </a:xfrm>
              <a:custGeom>
                <a:avLst/>
                <a:gdLst>
                  <a:gd name="connsiteX0" fmla="*/ -153 w 406224"/>
                  <a:gd name="connsiteY0" fmla="*/ 261978 h 262057"/>
                  <a:gd name="connsiteX1" fmla="*/ 406071 w 406224"/>
                  <a:gd name="connsiteY1" fmla="*/ 261978 h 262057"/>
                  <a:gd name="connsiteX2" fmla="*/ 406071 w 406224"/>
                  <a:gd name="connsiteY2" fmla="*/ 23561 h 262057"/>
                  <a:gd name="connsiteX3" fmla="*/ 382432 w 406224"/>
                  <a:gd name="connsiteY3" fmla="*/ -79 h 262057"/>
                  <a:gd name="connsiteX4" fmla="*/ 34552 w 406224"/>
                  <a:gd name="connsiteY4" fmla="*/ -79 h 262057"/>
                  <a:gd name="connsiteX5" fmla="*/ -153 w 406224"/>
                  <a:gd name="connsiteY5" fmla="*/ 34661 h 262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224" h="262057">
                    <a:moveTo>
                      <a:pt x="-153" y="261978"/>
                    </a:moveTo>
                    <a:lnTo>
                      <a:pt x="406071" y="261978"/>
                    </a:lnTo>
                    <a:lnTo>
                      <a:pt x="406071" y="23561"/>
                    </a:lnTo>
                    <a:cubicBezTo>
                      <a:pt x="406071" y="10504"/>
                      <a:pt x="395485" y="-79"/>
                      <a:pt x="382432" y="-79"/>
                    </a:cubicBezTo>
                    <a:lnTo>
                      <a:pt x="34552" y="-79"/>
                    </a:lnTo>
                    <a:cubicBezTo>
                      <a:pt x="15366" y="-59"/>
                      <a:pt x="-153" y="15489"/>
                      <a:pt x="-153" y="34661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267E04B3-B7CB-AC60-B1C8-57F70F18FDC3}"/>
                  </a:ext>
                </a:extLst>
              </p:cNvPr>
              <p:cNvSpPr/>
              <p:nvPr/>
            </p:nvSpPr>
            <p:spPr>
              <a:xfrm>
                <a:off x="6485471" y="2515501"/>
                <a:ext cx="375801" cy="262091"/>
              </a:xfrm>
              <a:custGeom>
                <a:avLst/>
                <a:gdLst>
                  <a:gd name="connsiteX0" fmla="*/ -153 w 375801"/>
                  <a:gd name="connsiteY0" fmla="*/ 262013 h 262091"/>
                  <a:gd name="connsiteX1" fmla="*/ 375648 w 375801"/>
                  <a:gd name="connsiteY1" fmla="*/ 262013 h 262091"/>
                  <a:gd name="connsiteX2" fmla="*/ 375648 w 375801"/>
                  <a:gd name="connsiteY2" fmla="*/ -79 h 262091"/>
                  <a:gd name="connsiteX3" fmla="*/ 34587 w 375801"/>
                  <a:gd name="connsiteY3" fmla="*/ -79 h 262091"/>
                  <a:gd name="connsiteX4" fmla="*/ -153 w 375801"/>
                  <a:gd name="connsiteY4" fmla="*/ 34661 h 262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801" h="262091">
                    <a:moveTo>
                      <a:pt x="-153" y="262013"/>
                    </a:moveTo>
                    <a:lnTo>
                      <a:pt x="375648" y="262013"/>
                    </a:lnTo>
                    <a:lnTo>
                      <a:pt x="375648" y="-79"/>
                    </a:lnTo>
                    <a:lnTo>
                      <a:pt x="34587" y="-79"/>
                    </a:lnTo>
                    <a:cubicBezTo>
                      <a:pt x="15400" y="-79"/>
                      <a:pt x="-153" y="15475"/>
                      <a:pt x="-153" y="3466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8B80DB9D-6E56-F16A-2D57-4BBB27F67DFB}"/>
                  </a:ext>
                </a:extLst>
              </p:cNvPr>
              <p:cNvSpPr/>
              <p:nvPr/>
            </p:nvSpPr>
            <p:spPr>
              <a:xfrm rot="10800000">
                <a:off x="6000036" y="2171184"/>
                <a:ext cx="16719" cy="154274"/>
              </a:xfrm>
              <a:custGeom>
                <a:avLst/>
                <a:gdLst>
                  <a:gd name="connsiteX0" fmla="*/ -154 w 16719"/>
                  <a:gd name="connsiteY0" fmla="*/ -79 h 154274"/>
                  <a:gd name="connsiteX1" fmla="*/ 16566 w 16719"/>
                  <a:gd name="connsiteY1" fmla="*/ -79 h 154274"/>
                  <a:gd name="connsiteX2" fmla="*/ 16566 w 16719"/>
                  <a:gd name="connsiteY2" fmla="*/ 154195 h 154274"/>
                  <a:gd name="connsiteX3" fmla="*/ -154 w 16719"/>
                  <a:gd name="connsiteY3" fmla="*/ 154195 h 154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" h="154274">
                    <a:moveTo>
                      <a:pt x="-154" y="-79"/>
                    </a:moveTo>
                    <a:lnTo>
                      <a:pt x="16566" y="-79"/>
                    </a:lnTo>
                    <a:lnTo>
                      <a:pt x="16566" y="154195"/>
                    </a:lnTo>
                    <a:lnTo>
                      <a:pt x="-154" y="154195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273801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91A58A79-6029-84F0-3B73-18DD580E4DEF}"/>
                  </a:ext>
                </a:extLst>
              </p:cNvPr>
              <p:cNvSpPr/>
              <p:nvPr/>
            </p:nvSpPr>
            <p:spPr>
              <a:xfrm rot="10800000">
                <a:off x="5987189" y="2171184"/>
                <a:ext cx="45532" cy="10689"/>
              </a:xfrm>
              <a:custGeom>
                <a:avLst/>
                <a:gdLst>
                  <a:gd name="connsiteX0" fmla="*/ -119 w 45532"/>
                  <a:gd name="connsiteY0" fmla="*/ -79 h 10689"/>
                  <a:gd name="connsiteX1" fmla="*/ 45379 w 45532"/>
                  <a:gd name="connsiteY1" fmla="*/ -79 h 10689"/>
                  <a:gd name="connsiteX2" fmla="*/ 45379 w 45532"/>
                  <a:gd name="connsiteY2" fmla="*/ -79 h 10689"/>
                  <a:gd name="connsiteX3" fmla="*/ 45379 w 45532"/>
                  <a:gd name="connsiteY3" fmla="*/ 2045 h 10689"/>
                  <a:gd name="connsiteX4" fmla="*/ 36814 w 45532"/>
                  <a:gd name="connsiteY4" fmla="*/ 10610 h 10689"/>
                  <a:gd name="connsiteX5" fmla="*/ 8412 w 45532"/>
                  <a:gd name="connsiteY5" fmla="*/ 10610 h 10689"/>
                  <a:gd name="connsiteX6" fmla="*/ -153 w 45532"/>
                  <a:gd name="connsiteY6" fmla="*/ 2045 h 10689"/>
                  <a:gd name="connsiteX7" fmla="*/ -153 w 45532"/>
                  <a:gd name="connsiteY7" fmla="*/ -79 h 10689"/>
                  <a:gd name="connsiteX8" fmla="*/ -119 w 45532"/>
                  <a:gd name="connsiteY8" fmla="*/ -79 h 10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532" h="10689">
                    <a:moveTo>
                      <a:pt x="-119" y="-79"/>
                    </a:moveTo>
                    <a:lnTo>
                      <a:pt x="45379" y="-79"/>
                    </a:lnTo>
                    <a:lnTo>
                      <a:pt x="45379" y="-79"/>
                    </a:lnTo>
                    <a:lnTo>
                      <a:pt x="45379" y="2045"/>
                    </a:lnTo>
                    <a:cubicBezTo>
                      <a:pt x="45379" y="6777"/>
                      <a:pt x="41542" y="10610"/>
                      <a:pt x="36814" y="10610"/>
                    </a:cubicBezTo>
                    <a:lnTo>
                      <a:pt x="8412" y="10610"/>
                    </a:lnTo>
                    <a:cubicBezTo>
                      <a:pt x="3684" y="10610"/>
                      <a:pt x="-153" y="6777"/>
                      <a:pt x="-153" y="2045"/>
                    </a:cubicBezTo>
                    <a:lnTo>
                      <a:pt x="-153" y="-79"/>
                    </a:lnTo>
                    <a:lnTo>
                      <a:pt x="-119" y="-79"/>
                    </a:lnTo>
                    <a:close/>
                  </a:path>
                </a:pathLst>
              </a:custGeom>
              <a:gradFill>
                <a:gsLst>
                  <a:gs pos="0">
                    <a:srgbClr val="233894"/>
                  </a:gs>
                  <a:gs pos="50000">
                    <a:srgbClr val="803887"/>
                  </a:gs>
                  <a:gs pos="100000">
                    <a:srgbClr val="DD397A"/>
                  </a:gs>
                </a:gsLst>
                <a:lin ang="1771700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403F455C-41C2-F5E5-FA08-B0E2F9CA2DD7}"/>
                  </a:ext>
                </a:extLst>
              </p:cNvPr>
              <p:cNvSpPr/>
              <p:nvPr/>
            </p:nvSpPr>
            <p:spPr>
              <a:xfrm rot="10800000">
                <a:off x="6048343" y="2284483"/>
                <a:ext cx="29669" cy="78867"/>
              </a:xfrm>
              <a:custGeom>
                <a:avLst/>
                <a:gdLst>
                  <a:gd name="connsiteX0" fmla="*/ -154 w 29669"/>
                  <a:gd name="connsiteY0" fmla="*/ -79 h 78867"/>
                  <a:gd name="connsiteX1" fmla="*/ 29516 w 29669"/>
                  <a:gd name="connsiteY1" fmla="*/ -79 h 78867"/>
                  <a:gd name="connsiteX2" fmla="*/ 29516 w 29669"/>
                  <a:gd name="connsiteY2" fmla="*/ 78788 h 78867"/>
                  <a:gd name="connsiteX3" fmla="*/ -154 w 29669"/>
                  <a:gd name="connsiteY3" fmla="*/ 78788 h 7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69" h="78867">
                    <a:moveTo>
                      <a:pt x="-154" y="-79"/>
                    </a:moveTo>
                    <a:lnTo>
                      <a:pt x="29516" y="-79"/>
                    </a:lnTo>
                    <a:lnTo>
                      <a:pt x="29516" y="78788"/>
                    </a:lnTo>
                    <a:lnTo>
                      <a:pt x="-154" y="78788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273801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FC1B2A6D-CAB3-E06B-8DD8-9177F80282B6}"/>
                  </a:ext>
                </a:extLst>
              </p:cNvPr>
              <p:cNvSpPr/>
              <p:nvPr/>
            </p:nvSpPr>
            <p:spPr>
              <a:xfrm rot="10800000">
                <a:off x="5830516" y="2284483"/>
                <a:ext cx="29669" cy="78867"/>
              </a:xfrm>
              <a:custGeom>
                <a:avLst/>
                <a:gdLst>
                  <a:gd name="connsiteX0" fmla="*/ -153 w 29669"/>
                  <a:gd name="connsiteY0" fmla="*/ -79 h 78867"/>
                  <a:gd name="connsiteX1" fmla="*/ 29516 w 29669"/>
                  <a:gd name="connsiteY1" fmla="*/ -79 h 78867"/>
                  <a:gd name="connsiteX2" fmla="*/ 29516 w 29669"/>
                  <a:gd name="connsiteY2" fmla="*/ 78788 h 78867"/>
                  <a:gd name="connsiteX3" fmla="*/ -153 w 29669"/>
                  <a:gd name="connsiteY3" fmla="*/ 78788 h 7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69" h="78867">
                    <a:moveTo>
                      <a:pt x="-153" y="-79"/>
                    </a:moveTo>
                    <a:lnTo>
                      <a:pt x="29516" y="-79"/>
                    </a:lnTo>
                    <a:lnTo>
                      <a:pt x="29516" y="78788"/>
                    </a:lnTo>
                    <a:lnTo>
                      <a:pt x="-153" y="78788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273801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49C3E06-B69C-3B97-EA21-1F9436F834B5}"/>
                  </a:ext>
                </a:extLst>
              </p:cNvPr>
              <p:cNvSpPr/>
              <p:nvPr/>
            </p:nvSpPr>
            <p:spPr>
              <a:xfrm>
                <a:off x="5780427" y="2535577"/>
                <a:ext cx="386079" cy="220019"/>
              </a:xfrm>
              <a:custGeom>
                <a:avLst/>
                <a:gdLst>
                  <a:gd name="connsiteX0" fmla="*/ 0 w 386079"/>
                  <a:gd name="connsiteY0" fmla="*/ 0 h 220019"/>
                  <a:gd name="connsiteX1" fmla="*/ 386080 w 386079"/>
                  <a:gd name="connsiteY1" fmla="*/ 0 h 220019"/>
                  <a:gd name="connsiteX2" fmla="*/ 386080 w 386079"/>
                  <a:gd name="connsiteY2" fmla="*/ 220020 h 220019"/>
                  <a:gd name="connsiteX3" fmla="*/ 0 w 386079"/>
                  <a:gd name="connsiteY3" fmla="*/ 220020 h 22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6079" h="220019">
                    <a:moveTo>
                      <a:pt x="0" y="0"/>
                    </a:moveTo>
                    <a:lnTo>
                      <a:pt x="386080" y="0"/>
                    </a:lnTo>
                    <a:lnTo>
                      <a:pt x="386080" y="220020"/>
                    </a:lnTo>
                    <a:lnTo>
                      <a:pt x="0" y="22002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E6B2AC34-85B8-0681-0EFE-8F6416914BE1}"/>
                  </a:ext>
                </a:extLst>
              </p:cNvPr>
              <p:cNvSpPr/>
              <p:nvPr/>
            </p:nvSpPr>
            <p:spPr>
              <a:xfrm>
                <a:off x="5812324" y="2317168"/>
                <a:ext cx="293542" cy="220019"/>
              </a:xfrm>
              <a:custGeom>
                <a:avLst/>
                <a:gdLst>
                  <a:gd name="connsiteX0" fmla="*/ -153 w 293542"/>
                  <a:gd name="connsiteY0" fmla="*/ 219941 h 220019"/>
                  <a:gd name="connsiteX1" fmla="*/ 293389 w 293542"/>
                  <a:gd name="connsiteY1" fmla="*/ 219941 h 220019"/>
                  <a:gd name="connsiteX2" fmla="*/ 293389 w 293542"/>
                  <a:gd name="connsiteY2" fmla="*/ 5917 h 220019"/>
                  <a:gd name="connsiteX3" fmla="*/ 287394 w 293542"/>
                  <a:gd name="connsiteY3" fmla="*/ -79 h 220019"/>
                  <a:gd name="connsiteX4" fmla="*/ 287359 w 293542"/>
                  <a:gd name="connsiteY4" fmla="*/ -79 h 220019"/>
                  <a:gd name="connsiteX5" fmla="*/ -153 w 293542"/>
                  <a:gd name="connsiteY5" fmla="*/ -79 h 22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3542" h="220019">
                    <a:moveTo>
                      <a:pt x="-153" y="219941"/>
                    </a:moveTo>
                    <a:lnTo>
                      <a:pt x="293389" y="219941"/>
                    </a:lnTo>
                    <a:lnTo>
                      <a:pt x="293389" y="5917"/>
                    </a:lnTo>
                    <a:cubicBezTo>
                      <a:pt x="293389" y="2607"/>
                      <a:pt x="290717" y="-79"/>
                      <a:pt x="287394" y="-79"/>
                    </a:cubicBezTo>
                    <a:cubicBezTo>
                      <a:pt x="287394" y="-79"/>
                      <a:pt x="287359" y="-79"/>
                      <a:pt x="287359" y="-79"/>
                    </a:cubicBezTo>
                    <a:lnTo>
                      <a:pt x="-153" y="-7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00F10582-04BE-8029-7395-E7EC0813A08C}"/>
                  </a:ext>
                </a:extLst>
              </p:cNvPr>
              <p:cNvSpPr/>
              <p:nvPr/>
            </p:nvSpPr>
            <p:spPr>
              <a:xfrm>
                <a:off x="5767511" y="2521119"/>
                <a:ext cx="407424" cy="32101"/>
              </a:xfrm>
              <a:custGeom>
                <a:avLst/>
                <a:gdLst>
                  <a:gd name="connsiteX0" fmla="*/ 394542 w 407424"/>
                  <a:gd name="connsiteY0" fmla="*/ 0 h 32101"/>
                  <a:gd name="connsiteX1" fmla="*/ 407424 w 407424"/>
                  <a:gd name="connsiteY1" fmla="*/ 0 h 32101"/>
                  <a:gd name="connsiteX2" fmla="*/ 407424 w 407424"/>
                  <a:gd name="connsiteY2" fmla="*/ 32102 h 32101"/>
                  <a:gd name="connsiteX3" fmla="*/ 394542 w 407424"/>
                  <a:gd name="connsiteY3" fmla="*/ 32102 h 32101"/>
                  <a:gd name="connsiteX4" fmla="*/ 12882 w 407424"/>
                  <a:gd name="connsiteY4" fmla="*/ 32102 h 32101"/>
                  <a:gd name="connsiteX5" fmla="*/ 0 w 407424"/>
                  <a:gd name="connsiteY5" fmla="*/ 32102 h 32101"/>
                  <a:gd name="connsiteX6" fmla="*/ 0 w 407424"/>
                  <a:gd name="connsiteY6" fmla="*/ 0 h 32101"/>
                  <a:gd name="connsiteX7" fmla="*/ 12882 w 407424"/>
                  <a:gd name="connsiteY7" fmla="*/ 0 h 32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424" h="32101">
                    <a:moveTo>
                      <a:pt x="394542" y="0"/>
                    </a:moveTo>
                    <a:cubicBezTo>
                      <a:pt x="401657" y="0"/>
                      <a:pt x="407424" y="0"/>
                      <a:pt x="407424" y="0"/>
                    </a:cubicBezTo>
                    <a:lnTo>
                      <a:pt x="407424" y="32102"/>
                    </a:lnTo>
                    <a:cubicBezTo>
                      <a:pt x="407424" y="32102"/>
                      <a:pt x="401657" y="32102"/>
                      <a:pt x="394542" y="32102"/>
                    </a:cubicBezTo>
                    <a:lnTo>
                      <a:pt x="12882" y="32102"/>
                    </a:lnTo>
                    <a:cubicBezTo>
                      <a:pt x="5767" y="32102"/>
                      <a:pt x="0" y="32102"/>
                      <a:pt x="0" y="32102"/>
                    </a:cubicBezTo>
                    <a:lnTo>
                      <a:pt x="0" y="0"/>
                    </a:lnTo>
                    <a:cubicBezTo>
                      <a:pt x="0" y="0"/>
                      <a:pt x="5767" y="0"/>
                      <a:pt x="12882" y="0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1B9ACF16-0CB0-4DD8-ECAC-702752E230D5}"/>
                  </a:ext>
                </a:extLst>
              </p:cNvPr>
              <p:cNvSpPr/>
              <p:nvPr/>
            </p:nvSpPr>
            <p:spPr>
              <a:xfrm rot="10800000">
                <a:off x="5845385" y="2349955"/>
                <a:ext cx="33403" cy="65265"/>
              </a:xfrm>
              <a:custGeom>
                <a:avLst/>
                <a:gdLst>
                  <a:gd name="connsiteX0" fmla="*/ -154 w 33403"/>
                  <a:gd name="connsiteY0" fmla="*/ -79 h 65265"/>
                  <a:gd name="connsiteX1" fmla="*/ 33250 w 33403"/>
                  <a:gd name="connsiteY1" fmla="*/ -79 h 65265"/>
                  <a:gd name="connsiteX2" fmla="*/ 33250 w 33403"/>
                  <a:gd name="connsiteY2" fmla="*/ 65187 h 65265"/>
                  <a:gd name="connsiteX3" fmla="*/ -154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4" y="-79"/>
                    </a:moveTo>
                    <a:lnTo>
                      <a:pt x="33250" y="-79"/>
                    </a:lnTo>
                    <a:lnTo>
                      <a:pt x="33250" y="65187"/>
                    </a:lnTo>
                    <a:lnTo>
                      <a:pt x="-154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55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8C947B62-285E-14A6-BA66-C0D2D7EEF529}"/>
                  </a:ext>
                </a:extLst>
              </p:cNvPr>
              <p:cNvSpPr/>
              <p:nvPr/>
            </p:nvSpPr>
            <p:spPr>
              <a:xfrm rot="10800000">
                <a:off x="5903011" y="2349955"/>
                <a:ext cx="33403" cy="65265"/>
              </a:xfrm>
              <a:custGeom>
                <a:avLst/>
                <a:gdLst>
                  <a:gd name="connsiteX0" fmla="*/ -153 w 33403"/>
                  <a:gd name="connsiteY0" fmla="*/ -79 h 65265"/>
                  <a:gd name="connsiteX1" fmla="*/ 33250 w 33403"/>
                  <a:gd name="connsiteY1" fmla="*/ -79 h 65265"/>
                  <a:gd name="connsiteX2" fmla="*/ 33250 w 33403"/>
                  <a:gd name="connsiteY2" fmla="*/ 65187 h 65265"/>
                  <a:gd name="connsiteX3" fmla="*/ -153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3" y="-79"/>
                    </a:moveTo>
                    <a:lnTo>
                      <a:pt x="33250" y="-79"/>
                    </a:lnTo>
                    <a:lnTo>
                      <a:pt x="33250" y="65187"/>
                    </a:lnTo>
                    <a:lnTo>
                      <a:pt x="-153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69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6FFB657F-8501-2F70-977B-DC0DC8788C49}"/>
                  </a:ext>
                </a:extLst>
              </p:cNvPr>
              <p:cNvSpPr/>
              <p:nvPr/>
            </p:nvSpPr>
            <p:spPr>
              <a:xfrm rot="10800000">
                <a:off x="5971258" y="2349955"/>
                <a:ext cx="33403" cy="65265"/>
              </a:xfrm>
              <a:custGeom>
                <a:avLst/>
                <a:gdLst>
                  <a:gd name="connsiteX0" fmla="*/ -153 w 33403"/>
                  <a:gd name="connsiteY0" fmla="*/ -79 h 65265"/>
                  <a:gd name="connsiteX1" fmla="*/ 33251 w 33403"/>
                  <a:gd name="connsiteY1" fmla="*/ -79 h 65265"/>
                  <a:gd name="connsiteX2" fmla="*/ 33251 w 33403"/>
                  <a:gd name="connsiteY2" fmla="*/ 65187 h 65265"/>
                  <a:gd name="connsiteX3" fmla="*/ -153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3" y="-79"/>
                    </a:moveTo>
                    <a:lnTo>
                      <a:pt x="33251" y="-79"/>
                    </a:lnTo>
                    <a:lnTo>
                      <a:pt x="33251" y="65187"/>
                    </a:lnTo>
                    <a:lnTo>
                      <a:pt x="-153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69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C33AFB39-4012-D987-4A16-B98DF1F7B824}"/>
                  </a:ext>
                </a:extLst>
              </p:cNvPr>
              <p:cNvSpPr/>
              <p:nvPr/>
            </p:nvSpPr>
            <p:spPr>
              <a:xfrm rot="10800000">
                <a:off x="6028849" y="2349955"/>
                <a:ext cx="33403" cy="65265"/>
              </a:xfrm>
              <a:custGeom>
                <a:avLst/>
                <a:gdLst>
                  <a:gd name="connsiteX0" fmla="*/ -153 w 33403"/>
                  <a:gd name="connsiteY0" fmla="*/ -79 h 65265"/>
                  <a:gd name="connsiteX1" fmla="*/ 33250 w 33403"/>
                  <a:gd name="connsiteY1" fmla="*/ -79 h 65265"/>
                  <a:gd name="connsiteX2" fmla="*/ 33250 w 33403"/>
                  <a:gd name="connsiteY2" fmla="*/ 65187 h 65265"/>
                  <a:gd name="connsiteX3" fmla="*/ -153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3" y="-79"/>
                    </a:moveTo>
                    <a:lnTo>
                      <a:pt x="33250" y="-79"/>
                    </a:lnTo>
                    <a:lnTo>
                      <a:pt x="33250" y="65187"/>
                    </a:lnTo>
                    <a:lnTo>
                      <a:pt x="-153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69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B86CAD02-DB2E-D1A7-D425-95697549FBF2}"/>
                  </a:ext>
                </a:extLst>
              </p:cNvPr>
              <p:cNvSpPr/>
              <p:nvPr/>
            </p:nvSpPr>
            <p:spPr>
              <a:xfrm rot="10800000">
                <a:off x="5865051" y="2589503"/>
                <a:ext cx="33403" cy="65265"/>
              </a:xfrm>
              <a:custGeom>
                <a:avLst/>
                <a:gdLst>
                  <a:gd name="connsiteX0" fmla="*/ -154 w 33403"/>
                  <a:gd name="connsiteY0" fmla="*/ -79 h 65265"/>
                  <a:gd name="connsiteX1" fmla="*/ 33250 w 33403"/>
                  <a:gd name="connsiteY1" fmla="*/ -79 h 65265"/>
                  <a:gd name="connsiteX2" fmla="*/ 33250 w 33403"/>
                  <a:gd name="connsiteY2" fmla="*/ 65187 h 65265"/>
                  <a:gd name="connsiteX3" fmla="*/ -154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4" y="-79"/>
                    </a:moveTo>
                    <a:lnTo>
                      <a:pt x="33250" y="-79"/>
                    </a:lnTo>
                    <a:lnTo>
                      <a:pt x="33250" y="65187"/>
                    </a:lnTo>
                    <a:lnTo>
                      <a:pt x="-154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55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4CE50600-42FE-E2F4-9D60-AF19271A2DC4}"/>
                  </a:ext>
                </a:extLst>
              </p:cNvPr>
              <p:cNvSpPr/>
              <p:nvPr/>
            </p:nvSpPr>
            <p:spPr>
              <a:xfrm rot="10800000">
                <a:off x="5922676" y="2589503"/>
                <a:ext cx="33403" cy="65265"/>
              </a:xfrm>
              <a:custGeom>
                <a:avLst/>
                <a:gdLst>
                  <a:gd name="connsiteX0" fmla="*/ -153 w 33403"/>
                  <a:gd name="connsiteY0" fmla="*/ -79 h 65265"/>
                  <a:gd name="connsiteX1" fmla="*/ 33250 w 33403"/>
                  <a:gd name="connsiteY1" fmla="*/ -79 h 65265"/>
                  <a:gd name="connsiteX2" fmla="*/ 33250 w 33403"/>
                  <a:gd name="connsiteY2" fmla="*/ 65187 h 65265"/>
                  <a:gd name="connsiteX3" fmla="*/ -153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3" y="-79"/>
                    </a:moveTo>
                    <a:lnTo>
                      <a:pt x="33250" y="-79"/>
                    </a:lnTo>
                    <a:lnTo>
                      <a:pt x="33250" y="65187"/>
                    </a:lnTo>
                    <a:lnTo>
                      <a:pt x="-153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69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44132980-BBD2-D3C2-C9A9-97E853FE3ED6}"/>
                  </a:ext>
                </a:extLst>
              </p:cNvPr>
              <p:cNvSpPr/>
              <p:nvPr/>
            </p:nvSpPr>
            <p:spPr>
              <a:xfrm rot="10800000">
                <a:off x="5990889" y="2589503"/>
                <a:ext cx="33403" cy="65265"/>
              </a:xfrm>
              <a:custGeom>
                <a:avLst/>
                <a:gdLst>
                  <a:gd name="connsiteX0" fmla="*/ -153 w 33403"/>
                  <a:gd name="connsiteY0" fmla="*/ -79 h 65265"/>
                  <a:gd name="connsiteX1" fmla="*/ 33251 w 33403"/>
                  <a:gd name="connsiteY1" fmla="*/ -79 h 65265"/>
                  <a:gd name="connsiteX2" fmla="*/ 33251 w 33403"/>
                  <a:gd name="connsiteY2" fmla="*/ 65187 h 65265"/>
                  <a:gd name="connsiteX3" fmla="*/ -153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3" y="-79"/>
                    </a:moveTo>
                    <a:lnTo>
                      <a:pt x="33251" y="-79"/>
                    </a:lnTo>
                    <a:lnTo>
                      <a:pt x="33251" y="65187"/>
                    </a:lnTo>
                    <a:lnTo>
                      <a:pt x="-153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69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0B0B9B96-11B2-EC38-7A11-9F233CEEEAC6}"/>
                  </a:ext>
                </a:extLst>
              </p:cNvPr>
              <p:cNvSpPr/>
              <p:nvPr/>
            </p:nvSpPr>
            <p:spPr>
              <a:xfrm rot="10800000">
                <a:off x="6048515" y="2589503"/>
                <a:ext cx="33403" cy="65265"/>
              </a:xfrm>
              <a:custGeom>
                <a:avLst/>
                <a:gdLst>
                  <a:gd name="connsiteX0" fmla="*/ -153 w 33403"/>
                  <a:gd name="connsiteY0" fmla="*/ -79 h 65265"/>
                  <a:gd name="connsiteX1" fmla="*/ 33250 w 33403"/>
                  <a:gd name="connsiteY1" fmla="*/ -79 h 65265"/>
                  <a:gd name="connsiteX2" fmla="*/ 33250 w 33403"/>
                  <a:gd name="connsiteY2" fmla="*/ 65187 h 65265"/>
                  <a:gd name="connsiteX3" fmla="*/ -153 w 33403"/>
                  <a:gd name="connsiteY3" fmla="*/ 65187 h 65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03" h="65265">
                    <a:moveTo>
                      <a:pt x="-153" y="-79"/>
                    </a:moveTo>
                    <a:lnTo>
                      <a:pt x="33250" y="-79"/>
                    </a:lnTo>
                    <a:lnTo>
                      <a:pt x="33250" y="65187"/>
                    </a:lnTo>
                    <a:lnTo>
                      <a:pt x="-153" y="65187"/>
                    </a:lnTo>
                    <a:close/>
                  </a:path>
                </a:pathLst>
              </a:custGeom>
              <a:gradFill>
                <a:gsLst>
                  <a:gs pos="0">
                    <a:srgbClr val="4042E2"/>
                  </a:gs>
                  <a:gs pos="50000">
                    <a:srgbClr val="474AF0"/>
                  </a:gs>
                  <a:gs pos="100000">
                    <a:srgbClr val="4F52FF"/>
                  </a:gs>
                </a:gsLst>
                <a:lin ang="1935669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0EEAFFD6-7C60-0F26-ADE7-F80294CA8419}"/>
                  </a:ext>
                </a:extLst>
              </p:cNvPr>
              <p:cNvSpPr/>
              <p:nvPr/>
            </p:nvSpPr>
            <p:spPr>
              <a:xfrm>
                <a:off x="5614358" y="2644525"/>
                <a:ext cx="1395947" cy="335854"/>
              </a:xfrm>
              <a:custGeom>
                <a:avLst/>
                <a:gdLst>
                  <a:gd name="connsiteX0" fmla="*/ 1309972 w 1395947"/>
                  <a:gd name="connsiteY0" fmla="*/ 205106 h 335854"/>
                  <a:gd name="connsiteX1" fmla="*/ 1147852 w 1395947"/>
                  <a:gd name="connsiteY1" fmla="*/ 331013 h 335854"/>
                  <a:gd name="connsiteX2" fmla="*/ 280140 w 1395947"/>
                  <a:gd name="connsiteY2" fmla="*/ 335775 h 335854"/>
                  <a:gd name="connsiteX3" fmla="*/ 248209 w 1395947"/>
                  <a:gd name="connsiteY3" fmla="*/ 211170 h 335854"/>
                  <a:gd name="connsiteX4" fmla="*/ 184211 w 1395947"/>
                  <a:gd name="connsiteY4" fmla="*/ 144500 h 335854"/>
                  <a:gd name="connsiteX5" fmla="*/ 61 w 1395947"/>
                  <a:gd name="connsiteY5" fmla="*/ 5026 h 335854"/>
                  <a:gd name="connsiteX6" fmla="*/ 565940 w 1395947"/>
                  <a:gd name="connsiteY6" fmla="*/ -79 h 335854"/>
                  <a:gd name="connsiteX7" fmla="*/ 574573 w 1395947"/>
                  <a:gd name="connsiteY7" fmla="*/ 6088 h 335854"/>
                  <a:gd name="connsiteX8" fmla="*/ 582796 w 1395947"/>
                  <a:gd name="connsiteY8" fmla="*/ 31132 h 335854"/>
                  <a:gd name="connsiteX9" fmla="*/ 665021 w 1395947"/>
                  <a:gd name="connsiteY9" fmla="*/ 83448 h 335854"/>
                  <a:gd name="connsiteX10" fmla="*/ 1165016 w 1395947"/>
                  <a:gd name="connsiteY10" fmla="*/ 92801 h 335854"/>
                  <a:gd name="connsiteX11" fmla="*/ 1184133 w 1395947"/>
                  <a:gd name="connsiteY11" fmla="*/ 58883 h 335854"/>
                  <a:gd name="connsiteX12" fmla="*/ 1191774 w 1395947"/>
                  <a:gd name="connsiteY12" fmla="*/ 54429 h 335854"/>
                  <a:gd name="connsiteX13" fmla="*/ 1390484 w 1395947"/>
                  <a:gd name="connsiteY13" fmla="*/ 55217 h 335854"/>
                  <a:gd name="connsiteX14" fmla="*/ 1395794 w 1395947"/>
                  <a:gd name="connsiteY14" fmla="*/ 60521 h 335854"/>
                  <a:gd name="connsiteX15" fmla="*/ 1395040 w 1395947"/>
                  <a:gd name="connsiteY15" fmla="*/ 63269 h 335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5947" h="335854">
                    <a:moveTo>
                      <a:pt x="1309972" y="205106"/>
                    </a:moveTo>
                    <a:cubicBezTo>
                      <a:pt x="1236414" y="240463"/>
                      <a:pt x="1168614" y="278526"/>
                      <a:pt x="1147852" y="331013"/>
                    </a:cubicBezTo>
                    <a:lnTo>
                      <a:pt x="280140" y="335775"/>
                    </a:lnTo>
                    <a:lnTo>
                      <a:pt x="248209" y="211170"/>
                    </a:lnTo>
                    <a:cubicBezTo>
                      <a:pt x="240775" y="182186"/>
                      <a:pt x="217135" y="157587"/>
                      <a:pt x="184211" y="144500"/>
                    </a:cubicBezTo>
                    <a:cubicBezTo>
                      <a:pt x="78004" y="102291"/>
                      <a:pt x="-4940" y="70532"/>
                      <a:pt x="61" y="5026"/>
                    </a:cubicBezTo>
                    <a:lnTo>
                      <a:pt x="565940" y="-79"/>
                    </a:lnTo>
                    <a:cubicBezTo>
                      <a:pt x="569845" y="-103"/>
                      <a:pt x="573340" y="2384"/>
                      <a:pt x="574573" y="6088"/>
                    </a:cubicBezTo>
                    <a:lnTo>
                      <a:pt x="582796" y="31132"/>
                    </a:lnTo>
                    <a:cubicBezTo>
                      <a:pt x="592731" y="61384"/>
                      <a:pt x="626306" y="82728"/>
                      <a:pt x="665021" y="83448"/>
                    </a:cubicBezTo>
                    <a:lnTo>
                      <a:pt x="1165016" y="92801"/>
                    </a:lnTo>
                    <a:lnTo>
                      <a:pt x="1184133" y="58883"/>
                    </a:lnTo>
                    <a:cubicBezTo>
                      <a:pt x="1185675" y="56125"/>
                      <a:pt x="1188621" y="54419"/>
                      <a:pt x="1191774" y="54429"/>
                    </a:cubicBezTo>
                    <a:lnTo>
                      <a:pt x="1390484" y="55217"/>
                    </a:lnTo>
                    <a:cubicBezTo>
                      <a:pt x="1393430" y="55214"/>
                      <a:pt x="1395794" y="57588"/>
                      <a:pt x="1395794" y="60521"/>
                    </a:cubicBezTo>
                    <a:cubicBezTo>
                      <a:pt x="1395794" y="61487"/>
                      <a:pt x="1395554" y="62439"/>
                      <a:pt x="1395040" y="6326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B4220845-C72D-3E8E-B2C0-A343A224A061}"/>
                  </a:ext>
                </a:extLst>
              </p:cNvPr>
              <p:cNvSpPr/>
              <p:nvPr/>
            </p:nvSpPr>
            <p:spPr>
              <a:xfrm>
                <a:off x="5614573" y="2661791"/>
                <a:ext cx="1390456" cy="338493"/>
              </a:xfrm>
              <a:custGeom>
                <a:avLst/>
                <a:gdLst>
                  <a:gd name="connsiteX0" fmla="*/ 1309757 w 1390456"/>
                  <a:gd name="connsiteY0" fmla="*/ 207711 h 338493"/>
                  <a:gd name="connsiteX1" fmla="*/ 1147637 w 1390456"/>
                  <a:gd name="connsiteY1" fmla="*/ 333618 h 338493"/>
                  <a:gd name="connsiteX2" fmla="*/ 279925 w 1390456"/>
                  <a:gd name="connsiteY2" fmla="*/ 338415 h 338493"/>
                  <a:gd name="connsiteX3" fmla="*/ 247994 w 1390456"/>
                  <a:gd name="connsiteY3" fmla="*/ 213810 h 338493"/>
                  <a:gd name="connsiteX4" fmla="*/ 183996 w 1390456"/>
                  <a:gd name="connsiteY4" fmla="*/ 147139 h 338493"/>
                  <a:gd name="connsiteX5" fmla="*/ -153 w 1390456"/>
                  <a:gd name="connsiteY5" fmla="*/ 7665 h 338493"/>
                  <a:gd name="connsiteX6" fmla="*/ 553939 w 1390456"/>
                  <a:gd name="connsiteY6" fmla="*/ -78 h 338493"/>
                  <a:gd name="connsiteX7" fmla="*/ 562025 w 1390456"/>
                  <a:gd name="connsiteY7" fmla="*/ 5096 h 338493"/>
                  <a:gd name="connsiteX8" fmla="*/ 576517 w 1390456"/>
                  <a:gd name="connsiteY8" fmla="*/ 38020 h 338493"/>
                  <a:gd name="connsiteX9" fmla="*/ 664908 w 1390456"/>
                  <a:gd name="connsiteY9" fmla="*/ 85984 h 338493"/>
                  <a:gd name="connsiteX10" fmla="*/ 1164801 w 1390456"/>
                  <a:gd name="connsiteY10" fmla="*/ 95372 h 338493"/>
                  <a:gd name="connsiteX11" fmla="*/ 1183165 w 1390456"/>
                  <a:gd name="connsiteY11" fmla="*/ 62790 h 338493"/>
                  <a:gd name="connsiteX12" fmla="*/ 1193100 w 1390456"/>
                  <a:gd name="connsiteY12" fmla="*/ 56932 h 338493"/>
                  <a:gd name="connsiteX13" fmla="*/ 1390303 w 1390456"/>
                  <a:gd name="connsiteY13" fmla="*/ 54876 h 338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90456" h="338493">
                    <a:moveTo>
                      <a:pt x="1309757" y="207711"/>
                    </a:moveTo>
                    <a:cubicBezTo>
                      <a:pt x="1236200" y="243068"/>
                      <a:pt x="1168399" y="281131"/>
                      <a:pt x="1147637" y="333618"/>
                    </a:cubicBezTo>
                    <a:lnTo>
                      <a:pt x="279925" y="338415"/>
                    </a:lnTo>
                    <a:lnTo>
                      <a:pt x="247994" y="213810"/>
                    </a:lnTo>
                    <a:cubicBezTo>
                      <a:pt x="240560" y="184825"/>
                      <a:pt x="216920" y="160226"/>
                      <a:pt x="183996" y="147139"/>
                    </a:cubicBezTo>
                    <a:cubicBezTo>
                      <a:pt x="77789" y="104930"/>
                      <a:pt x="5842" y="58610"/>
                      <a:pt x="-153" y="7665"/>
                    </a:cubicBezTo>
                    <a:lnTo>
                      <a:pt x="553939" y="-78"/>
                    </a:lnTo>
                    <a:cubicBezTo>
                      <a:pt x="557434" y="-139"/>
                      <a:pt x="560620" y="1899"/>
                      <a:pt x="562025" y="5096"/>
                    </a:cubicBezTo>
                    <a:lnTo>
                      <a:pt x="576517" y="38020"/>
                    </a:lnTo>
                    <a:cubicBezTo>
                      <a:pt x="590769" y="69608"/>
                      <a:pt x="626092" y="85368"/>
                      <a:pt x="664908" y="85984"/>
                    </a:cubicBezTo>
                    <a:lnTo>
                      <a:pt x="1164801" y="95372"/>
                    </a:lnTo>
                    <a:lnTo>
                      <a:pt x="1183165" y="62790"/>
                    </a:lnTo>
                    <a:cubicBezTo>
                      <a:pt x="1185186" y="59210"/>
                      <a:pt x="1188989" y="56980"/>
                      <a:pt x="1193100" y="56932"/>
                    </a:cubicBezTo>
                    <a:lnTo>
                      <a:pt x="1390303" y="54876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E078CA3-287A-B08B-4AF5-347C1E4086B9}"/>
                  </a:ext>
                </a:extLst>
              </p:cNvPr>
              <p:cNvSpPr/>
              <p:nvPr/>
            </p:nvSpPr>
            <p:spPr>
              <a:xfrm>
                <a:off x="6729267" y="2794483"/>
                <a:ext cx="57762" cy="57763"/>
              </a:xfrm>
              <a:custGeom>
                <a:avLst/>
                <a:gdLst>
                  <a:gd name="connsiteX0" fmla="*/ 28763 w 57762"/>
                  <a:gd name="connsiteY0" fmla="*/ 57684 h 57763"/>
                  <a:gd name="connsiteX1" fmla="*/ -153 w 57762"/>
                  <a:gd name="connsiteY1" fmla="*/ 28837 h 57763"/>
                  <a:gd name="connsiteX2" fmla="*/ 28694 w 57762"/>
                  <a:gd name="connsiteY2" fmla="*/ -79 h 57763"/>
                  <a:gd name="connsiteX3" fmla="*/ 57609 w 57762"/>
                  <a:gd name="connsiteY3" fmla="*/ 28768 h 57763"/>
                  <a:gd name="connsiteX4" fmla="*/ 57609 w 57762"/>
                  <a:gd name="connsiteY4" fmla="*/ 28837 h 57763"/>
                  <a:gd name="connsiteX5" fmla="*/ 28763 w 57762"/>
                  <a:gd name="connsiteY5" fmla="*/ 57684 h 57763"/>
                  <a:gd name="connsiteX6" fmla="*/ 28763 w 57762"/>
                  <a:gd name="connsiteY6" fmla="*/ 7595 h 57763"/>
                  <a:gd name="connsiteX7" fmla="*/ 7521 w 57762"/>
                  <a:gd name="connsiteY7" fmla="*/ 28837 h 57763"/>
                  <a:gd name="connsiteX8" fmla="*/ 28763 w 57762"/>
                  <a:gd name="connsiteY8" fmla="*/ 50078 h 57763"/>
                  <a:gd name="connsiteX9" fmla="*/ 50004 w 57762"/>
                  <a:gd name="connsiteY9" fmla="*/ 28837 h 57763"/>
                  <a:gd name="connsiteX10" fmla="*/ 28763 w 57762"/>
                  <a:gd name="connsiteY10" fmla="*/ 7595 h 57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62" h="57763">
                    <a:moveTo>
                      <a:pt x="28763" y="57684"/>
                    </a:moveTo>
                    <a:cubicBezTo>
                      <a:pt x="12797" y="57705"/>
                      <a:pt x="-119" y="44788"/>
                      <a:pt x="-153" y="28837"/>
                    </a:cubicBezTo>
                    <a:cubicBezTo>
                      <a:pt x="-188" y="12885"/>
                      <a:pt x="12729" y="-58"/>
                      <a:pt x="28694" y="-79"/>
                    </a:cubicBezTo>
                    <a:cubicBezTo>
                      <a:pt x="44659" y="-99"/>
                      <a:pt x="57576" y="12817"/>
                      <a:pt x="57609" y="28768"/>
                    </a:cubicBezTo>
                    <a:cubicBezTo>
                      <a:pt x="57609" y="28792"/>
                      <a:pt x="57609" y="28813"/>
                      <a:pt x="57609" y="28837"/>
                    </a:cubicBezTo>
                    <a:cubicBezTo>
                      <a:pt x="57576" y="44761"/>
                      <a:pt x="44694" y="57663"/>
                      <a:pt x="28763" y="57684"/>
                    </a:cubicBezTo>
                    <a:close/>
                    <a:moveTo>
                      <a:pt x="28763" y="7595"/>
                    </a:moveTo>
                    <a:cubicBezTo>
                      <a:pt x="17045" y="7595"/>
                      <a:pt x="7521" y="17106"/>
                      <a:pt x="7521" y="28837"/>
                    </a:cubicBezTo>
                    <a:cubicBezTo>
                      <a:pt x="7521" y="40568"/>
                      <a:pt x="17045" y="50078"/>
                      <a:pt x="28763" y="50078"/>
                    </a:cubicBezTo>
                    <a:cubicBezTo>
                      <a:pt x="40479" y="50078"/>
                      <a:pt x="50004" y="40568"/>
                      <a:pt x="50004" y="28837"/>
                    </a:cubicBezTo>
                    <a:cubicBezTo>
                      <a:pt x="50004" y="17106"/>
                      <a:pt x="40479" y="7595"/>
                      <a:pt x="28763" y="7595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FE6B9B15-3281-ACEC-BD4D-670836C1149A}"/>
                  </a:ext>
                </a:extLst>
              </p:cNvPr>
              <p:cNvSpPr/>
              <p:nvPr/>
            </p:nvSpPr>
            <p:spPr>
              <a:xfrm>
                <a:off x="6639060" y="2794483"/>
                <a:ext cx="57762" cy="57763"/>
              </a:xfrm>
              <a:custGeom>
                <a:avLst/>
                <a:gdLst>
                  <a:gd name="connsiteX0" fmla="*/ 28762 w 57762"/>
                  <a:gd name="connsiteY0" fmla="*/ 57684 h 57763"/>
                  <a:gd name="connsiteX1" fmla="*/ -153 w 57762"/>
                  <a:gd name="connsiteY1" fmla="*/ 28837 h 57763"/>
                  <a:gd name="connsiteX2" fmla="*/ 28694 w 57762"/>
                  <a:gd name="connsiteY2" fmla="*/ -79 h 57763"/>
                  <a:gd name="connsiteX3" fmla="*/ 57609 w 57762"/>
                  <a:gd name="connsiteY3" fmla="*/ 28768 h 57763"/>
                  <a:gd name="connsiteX4" fmla="*/ 57609 w 57762"/>
                  <a:gd name="connsiteY4" fmla="*/ 28837 h 57763"/>
                  <a:gd name="connsiteX5" fmla="*/ 28762 w 57762"/>
                  <a:gd name="connsiteY5" fmla="*/ 57684 h 57763"/>
                  <a:gd name="connsiteX6" fmla="*/ 28762 w 57762"/>
                  <a:gd name="connsiteY6" fmla="*/ 7595 h 57763"/>
                  <a:gd name="connsiteX7" fmla="*/ 7487 w 57762"/>
                  <a:gd name="connsiteY7" fmla="*/ 28802 h 57763"/>
                  <a:gd name="connsiteX8" fmla="*/ 28694 w 57762"/>
                  <a:gd name="connsiteY8" fmla="*/ 50078 h 57763"/>
                  <a:gd name="connsiteX9" fmla="*/ 49969 w 57762"/>
                  <a:gd name="connsiteY9" fmla="*/ 28871 h 57763"/>
                  <a:gd name="connsiteX10" fmla="*/ 49969 w 57762"/>
                  <a:gd name="connsiteY10" fmla="*/ 28837 h 57763"/>
                  <a:gd name="connsiteX11" fmla="*/ 28762 w 57762"/>
                  <a:gd name="connsiteY11" fmla="*/ 7595 h 57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7762" h="57763">
                    <a:moveTo>
                      <a:pt x="28762" y="57684"/>
                    </a:moveTo>
                    <a:cubicBezTo>
                      <a:pt x="12797" y="57705"/>
                      <a:pt x="-119" y="44788"/>
                      <a:pt x="-153" y="28837"/>
                    </a:cubicBezTo>
                    <a:cubicBezTo>
                      <a:pt x="-188" y="12885"/>
                      <a:pt x="12729" y="-58"/>
                      <a:pt x="28694" y="-79"/>
                    </a:cubicBezTo>
                    <a:cubicBezTo>
                      <a:pt x="44659" y="-99"/>
                      <a:pt x="57575" y="12817"/>
                      <a:pt x="57609" y="28768"/>
                    </a:cubicBezTo>
                    <a:cubicBezTo>
                      <a:pt x="57609" y="28792"/>
                      <a:pt x="57609" y="28813"/>
                      <a:pt x="57609" y="28837"/>
                    </a:cubicBezTo>
                    <a:cubicBezTo>
                      <a:pt x="57575" y="44754"/>
                      <a:pt x="44693" y="57646"/>
                      <a:pt x="28762" y="57684"/>
                    </a:cubicBezTo>
                    <a:close/>
                    <a:moveTo>
                      <a:pt x="28762" y="7595"/>
                    </a:moveTo>
                    <a:cubicBezTo>
                      <a:pt x="17045" y="7575"/>
                      <a:pt x="7521" y="17072"/>
                      <a:pt x="7487" y="28802"/>
                    </a:cubicBezTo>
                    <a:cubicBezTo>
                      <a:pt x="7452" y="40533"/>
                      <a:pt x="16977" y="50058"/>
                      <a:pt x="28694" y="50078"/>
                    </a:cubicBezTo>
                    <a:cubicBezTo>
                      <a:pt x="40411" y="50099"/>
                      <a:pt x="49935" y="40602"/>
                      <a:pt x="49969" y="28871"/>
                    </a:cubicBezTo>
                    <a:cubicBezTo>
                      <a:pt x="49969" y="28861"/>
                      <a:pt x="49969" y="28847"/>
                      <a:pt x="49969" y="28837"/>
                    </a:cubicBezTo>
                    <a:cubicBezTo>
                      <a:pt x="49935" y="17127"/>
                      <a:pt x="40479" y="7633"/>
                      <a:pt x="28762" y="7595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F196C9F3-976E-5E7F-B2D9-0C441A1CE385}"/>
                  </a:ext>
                </a:extLst>
              </p:cNvPr>
              <p:cNvSpPr/>
              <p:nvPr/>
            </p:nvSpPr>
            <p:spPr>
              <a:xfrm>
                <a:off x="6558103" y="2792324"/>
                <a:ext cx="57762" cy="57762"/>
              </a:xfrm>
              <a:custGeom>
                <a:avLst/>
                <a:gdLst>
                  <a:gd name="connsiteX0" fmla="*/ 28728 w 57762"/>
                  <a:gd name="connsiteY0" fmla="*/ 57684 h 57762"/>
                  <a:gd name="connsiteX1" fmla="*/ -153 w 57762"/>
                  <a:gd name="connsiteY1" fmla="*/ 28803 h 57762"/>
                  <a:gd name="connsiteX2" fmla="*/ 28728 w 57762"/>
                  <a:gd name="connsiteY2" fmla="*/ -79 h 57762"/>
                  <a:gd name="connsiteX3" fmla="*/ 57609 w 57762"/>
                  <a:gd name="connsiteY3" fmla="*/ 28803 h 57762"/>
                  <a:gd name="connsiteX4" fmla="*/ 57609 w 57762"/>
                  <a:gd name="connsiteY4" fmla="*/ 28837 h 57762"/>
                  <a:gd name="connsiteX5" fmla="*/ 28728 w 57762"/>
                  <a:gd name="connsiteY5" fmla="*/ 57684 h 57762"/>
                  <a:gd name="connsiteX6" fmla="*/ 28728 w 57762"/>
                  <a:gd name="connsiteY6" fmla="*/ 7595 h 57762"/>
                  <a:gd name="connsiteX7" fmla="*/ 7487 w 57762"/>
                  <a:gd name="connsiteY7" fmla="*/ 28837 h 57762"/>
                  <a:gd name="connsiteX8" fmla="*/ 28728 w 57762"/>
                  <a:gd name="connsiteY8" fmla="*/ 50078 h 57762"/>
                  <a:gd name="connsiteX9" fmla="*/ 49969 w 57762"/>
                  <a:gd name="connsiteY9" fmla="*/ 28837 h 57762"/>
                  <a:gd name="connsiteX10" fmla="*/ 28728 w 57762"/>
                  <a:gd name="connsiteY10" fmla="*/ 7595 h 57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62" h="57762">
                    <a:moveTo>
                      <a:pt x="28728" y="57684"/>
                    </a:moveTo>
                    <a:cubicBezTo>
                      <a:pt x="12763" y="57684"/>
                      <a:pt x="-153" y="44754"/>
                      <a:pt x="-153" y="28803"/>
                    </a:cubicBezTo>
                    <a:cubicBezTo>
                      <a:pt x="-153" y="12851"/>
                      <a:pt x="12763" y="-79"/>
                      <a:pt x="28728" y="-79"/>
                    </a:cubicBezTo>
                    <a:cubicBezTo>
                      <a:pt x="44693" y="-79"/>
                      <a:pt x="57609" y="12851"/>
                      <a:pt x="57609" y="28803"/>
                    </a:cubicBezTo>
                    <a:cubicBezTo>
                      <a:pt x="57609" y="28813"/>
                      <a:pt x="57609" y="28826"/>
                      <a:pt x="57609" y="28837"/>
                    </a:cubicBezTo>
                    <a:cubicBezTo>
                      <a:pt x="57575" y="44775"/>
                      <a:pt x="44659" y="57684"/>
                      <a:pt x="28728" y="57684"/>
                    </a:cubicBezTo>
                    <a:close/>
                    <a:moveTo>
                      <a:pt x="28728" y="7595"/>
                    </a:moveTo>
                    <a:cubicBezTo>
                      <a:pt x="17011" y="7595"/>
                      <a:pt x="7487" y="17106"/>
                      <a:pt x="7487" y="28837"/>
                    </a:cubicBezTo>
                    <a:cubicBezTo>
                      <a:pt x="7487" y="40568"/>
                      <a:pt x="17011" y="50078"/>
                      <a:pt x="28728" y="50078"/>
                    </a:cubicBezTo>
                    <a:cubicBezTo>
                      <a:pt x="40445" y="50078"/>
                      <a:pt x="49969" y="40568"/>
                      <a:pt x="49969" y="28837"/>
                    </a:cubicBezTo>
                    <a:cubicBezTo>
                      <a:pt x="49969" y="17106"/>
                      <a:pt x="40445" y="7595"/>
                      <a:pt x="28728" y="7595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4198D71-32B0-C801-9AB4-818B812136B7}"/>
                  </a:ext>
                </a:extLst>
              </p:cNvPr>
              <p:cNvSpPr/>
              <p:nvPr/>
            </p:nvSpPr>
            <p:spPr>
              <a:xfrm>
                <a:off x="6053071" y="2687659"/>
                <a:ext cx="57694" cy="57694"/>
              </a:xfrm>
              <a:custGeom>
                <a:avLst/>
                <a:gdLst>
                  <a:gd name="connsiteX0" fmla="*/ 28660 w 57694"/>
                  <a:gd name="connsiteY0" fmla="*/ 57615 h 57694"/>
                  <a:gd name="connsiteX1" fmla="*/ -153 w 57694"/>
                  <a:gd name="connsiteY1" fmla="*/ 28734 h 57694"/>
                  <a:gd name="connsiteX2" fmla="*/ 28728 w 57694"/>
                  <a:gd name="connsiteY2" fmla="*/ -79 h 57694"/>
                  <a:gd name="connsiteX3" fmla="*/ 57541 w 57694"/>
                  <a:gd name="connsiteY3" fmla="*/ 28768 h 57694"/>
                  <a:gd name="connsiteX4" fmla="*/ 28660 w 57694"/>
                  <a:gd name="connsiteY4" fmla="*/ 57615 h 57694"/>
                  <a:gd name="connsiteX5" fmla="*/ 28660 w 57694"/>
                  <a:gd name="connsiteY5" fmla="*/ 7527 h 57694"/>
                  <a:gd name="connsiteX6" fmla="*/ 7418 w 57694"/>
                  <a:gd name="connsiteY6" fmla="*/ 28768 h 57694"/>
                  <a:gd name="connsiteX7" fmla="*/ 28660 w 57694"/>
                  <a:gd name="connsiteY7" fmla="*/ 50010 h 57694"/>
                  <a:gd name="connsiteX8" fmla="*/ 49901 w 57694"/>
                  <a:gd name="connsiteY8" fmla="*/ 28768 h 57694"/>
                  <a:gd name="connsiteX9" fmla="*/ 28660 w 57694"/>
                  <a:gd name="connsiteY9" fmla="*/ 7630 h 57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694" h="57694">
                    <a:moveTo>
                      <a:pt x="28660" y="57615"/>
                    </a:moveTo>
                    <a:cubicBezTo>
                      <a:pt x="12729" y="57595"/>
                      <a:pt x="-188" y="44665"/>
                      <a:pt x="-153" y="28734"/>
                    </a:cubicBezTo>
                    <a:cubicBezTo>
                      <a:pt x="-119" y="12803"/>
                      <a:pt x="12797" y="-100"/>
                      <a:pt x="28728" y="-79"/>
                    </a:cubicBezTo>
                    <a:cubicBezTo>
                      <a:pt x="44659" y="-58"/>
                      <a:pt x="57541" y="12851"/>
                      <a:pt x="57541" y="28768"/>
                    </a:cubicBezTo>
                    <a:cubicBezTo>
                      <a:pt x="57507" y="44706"/>
                      <a:pt x="44591" y="57615"/>
                      <a:pt x="28660" y="57615"/>
                    </a:cubicBezTo>
                    <a:close/>
                    <a:moveTo>
                      <a:pt x="28660" y="7527"/>
                    </a:moveTo>
                    <a:cubicBezTo>
                      <a:pt x="16942" y="7527"/>
                      <a:pt x="7418" y="17038"/>
                      <a:pt x="7418" y="28768"/>
                    </a:cubicBezTo>
                    <a:cubicBezTo>
                      <a:pt x="7418" y="40499"/>
                      <a:pt x="16942" y="50010"/>
                      <a:pt x="28660" y="50010"/>
                    </a:cubicBezTo>
                    <a:cubicBezTo>
                      <a:pt x="40377" y="50010"/>
                      <a:pt x="49901" y="40499"/>
                      <a:pt x="49901" y="28768"/>
                    </a:cubicBezTo>
                    <a:cubicBezTo>
                      <a:pt x="49833" y="17079"/>
                      <a:pt x="40343" y="7630"/>
                      <a:pt x="28660" y="7630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87D34220-2DC6-42B8-4929-52F5D9FB320F}"/>
                  </a:ext>
                </a:extLst>
              </p:cNvPr>
              <p:cNvSpPr/>
              <p:nvPr/>
            </p:nvSpPr>
            <p:spPr>
              <a:xfrm>
                <a:off x="5962042" y="2687659"/>
                <a:ext cx="57694" cy="57694"/>
              </a:xfrm>
              <a:custGeom>
                <a:avLst/>
                <a:gdLst>
                  <a:gd name="connsiteX0" fmla="*/ 28660 w 57694"/>
                  <a:gd name="connsiteY0" fmla="*/ 57615 h 57694"/>
                  <a:gd name="connsiteX1" fmla="*/ -153 w 57694"/>
                  <a:gd name="connsiteY1" fmla="*/ 28734 h 57694"/>
                  <a:gd name="connsiteX2" fmla="*/ 28728 w 57694"/>
                  <a:gd name="connsiteY2" fmla="*/ -79 h 57694"/>
                  <a:gd name="connsiteX3" fmla="*/ 57541 w 57694"/>
                  <a:gd name="connsiteY3" fmla="*/ 28768 h 57694"/>
                  <a:gd name="connsiteX4" fmla="*/ 28660 w 57694"/>
                  <a:gd name="connsiteY4" fmla="*/ 57615 h 57694"/>
                  <a:gd name="connsiteX5" fmla="*/ 28660 w 57694"/>
                  <a:gd name="connsiteY5" fmla="*/ 7527 h 57694"/>
                  <a:gd name="connsiteX6" fmla="*/ 7418 w 57694"/>
                  <a:gd name="connsiteY6" fmla="*/ 28768 h 57694"/>
                  <a:gd name="connsiteX7" fmla="*/ 28660 w 57694"/>
                  <a:gd name="connsiteY7" fmla="*/ 50010 h 57694"/>
                  <a:gd name="connsiteX8" fmla="*/ 49901 w 57694"/>
                  <a:gd name="connsiteY8" fmla="*/ 28768 h 57694"/>
                  <a:gd name="connsiteX9" fmla="*/ 28660 w 57694"/>
                  <a:gd name="connsiteY9" fmla="*/ 7630 h 57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694" h="57694">
                    <a:moveTo>
                      <a:pt x="28660" y="57615"/>
                    </a:moveTo>
                    <a:cubicBezTo>
                      <a:pt x="12729" y="57595"/>
                      <a:pt x="-188" y="44665"/>
                      <a:pt x="-153" y="28734"/>
                    </a:cubicBezTo>
                    <a:cubicBezTo>
                      <a:pt x="-119" y="12803"/>
                      <a:pt x="12797" y="-100"/>
                      <a:pt x="28728" y="-79"/>
                    </a:cubicBezTo>
                    <a:cubicBezTo>
                      <a:pt x="44659" y="-58"/>
                      <a:pt x="57541" y="12851"/>
                      <a:pt x="57541" y="28768"/>
                    </a:cubicBezTo>
                    <a:cubicBezTo>
                      <a:pt x="57507" y="44706"/>
                      <a:pt x="44590" y="57615"/>
                      <a:pt x="28660" y="57615"/>
                    </a:cubicBezTo>
                    <a:close/>
                    <a:moveTo>
                      <a:pt x="28660" y="7527"/>
                    </a:moveTo>
                    <a:cubicBezTo>
                      <a:pt x="16942" y="7527"/>
                      <a:pt x="7418" y="17038"/>
                      <a:pt x="7418" y="28768"/>
                    </a:cubicBezTo>
                    <a:cubicBezTo>
                      <a:pt x="7418" y="40499"/>
                      <a:pt x="16942" y="50010"/>
                      <a:pt x="28660" y="50010"/>
                    </a:cubicBezTo>
                    <a:cubicBezTo>
                      <a:pt x="40376" y="50010"/>
                      <a:pt x="49901" y="40499"/>
                      <a:pt x="49901" y="28768"/>
                    </a:cubicBezTo>
                    <a:cubicBezTo>
                      <a:pt x="49832" y="17079"/>
                      <a:pt x="40342" y="7630"/>
                      <a:pt x="28660" y="7630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E4AB3443-CEDA-789F-98A3-0AB3C1DD6F69}"/>
                  </a:ext>
                </a:extLst>
              </p:cNvPr>
              <p:cNvSpPr/>
              <p:nvPr/>
            </p:nvSpPr>
            <p:spPr>
              <a:xfrm>
                <a:off x="5890746" y="2687659"/>
                <a:ext cx="57694" cy="57694"/>
              </a:xfrm>
              <a:custGeom>
                <a:avLst/>
                <a:gdLst>
                  <a:gd name="connsiteX0" fmla="*/ 28694 w 57694"/>
                  <a:gd name="connsiteY0" fmla="*/ 57615 h 57694"/>
                  <a:gd name="connsiteX1" fmla="*/ -153 w 57694"/>
                  <a:gd name="connsiteY1" fmla="*/ 28768 h 57694"/>
                  <a:gd name="connsiteX2" fmla="*/ 28694 w 57694"/>
                  <a:gd name="connsiteY2" fmla="*/ -79 h 57694"/>
                  <a:gd name="connsiteX3" fmla="*/ 57541 w 57694"/>
                  <a:gd name="connsiteY3" fmla="*/ 28768 h 57694"/>
                  <a:gd name="connsiteX4" fmla="*/ 28694 w 57694"/>
                  <a:gd name="connsiteY4" fmla="*/ 57615 h 57694"/>
                  <a:gd name="connsiteX5" fmla="*/ 28694 w 57694"/>
                  <a:gd name="connsiteY5" fmla="*/ 7527 h 57694"/>
                  <a:gd name="connsiteX6" fmla="*/ 7453 w 57694"/>
                  <a:gd name="connsiteY6" fmla="*/ 28768 h 57694"/>
                  <a:gd name="connsiteX7" fmla="*/ 28694 w 57694"/>
                  <a:gd name="connsiteY7" fmla="*/ 50010 h 57694"/>
                  <a:gd name="connsiteX8" fmla="*/ 49935 w 57694"/>
                  <a:gd name="connsiteY8" fmla="*/ 28768 h 57694"/>
                  <a:gd name="connsiteX9" fmla="*/ 28694 w 57694"/>
                  <a:gd name="connsiteY9" fmla="*/ 7630 h 57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694" h="57694">
                    <a:moveTo>
                      <a:pt x="28694" y="57615"/>
                    </a:moveTo>
                    <a:cubicBezTo>
                      <a:pt x="12763" y="57615"/>
                      <a:pt x="-153" y="44699"/>
                      <a:pt x="-153" y="28768"/>
                    </a:cubicBezTo>
                    <a:cubicBezTo>
                      <a:pt x="-153" y="12837"/>
                      <a:pt x="12763" y="-79"/>
                      <a:pt x="28694" y="-79"/>
                    </a:cubicBezTo>
                    <a:cubicBezTo>
                      <a:pt x="44625" y="-79"/>
                      <a:pt x="57541" y="12837"/>
                      <a:pt x="57541" y="28768"/>
                    </a:cubicBezTo>
                    <a:cubicBezTo>
                      <a:pt x="57507" y="44692"/>
                      <a:pt x="44625" y="57595"/>
                      <a:pt x="28694" y="57615"/>
                    </a:cubicBezTo>
                    <a:close/>
                    <a:moveTo>
                      <a:pt x="28694" y="7527"/>
                    </a:moveTo>
                    <a:cubicBezTo>
                      <a:pt x="16977" y="7527"/>
                      <a:pt x="7453" y="17037"/>
                      <a:pt x="7453" y="28768"/>
                    </a:cubicBezTo>
                    <a:cubicBezTo>
                      <a:pt x="7453" y="40499"/>
                      <a:pt x="16977" y="50010"/>
                      <a:pt x="28694" y="50010"/>
                    </a:cubicBezTo>
                    <a:cubicBezTo>
                      <a:pt x="40411" y="50010"/>
                      <a:pt x="49935" y="40499"/>
                      <a:pt x="49935" y="28768"/>
                    </a:cubicBezTo>
                    <a:cubicBezTo>
                      <a:pt x="49867" y="17079"/>
                      <a:pt x="40377" y="7630"/>
                      <a:pt x="28694" y="7630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986A469A-C6E9-EB2A-BFE6-C488D7A0A2EB}"/>
                  </a:ext>
                </a:extLst>
              </p:cNvPr>
              <p:cNvSpPr/>
              <p:nvPr/>
            </p:nvSpPr>
            <p:spPr>
              <a:xfrm>
                <a:off x="6297107" y="2770535"/>
                <a:ext cx="494875" cy="16239"/>
              </a:xfrm>
              <a:custGeom>
                <a:avLst/>
                <a:gdLst>
                  <a:gd name="connsiteX0" fmla="*/ 491106 w 494875"/>
                  <a:gd name="connsiteY0" fmla="*/ 16126 h 16239"/>
                  <a:gd name="connsiteX1" fmla="*/ 491106 w 494875"/>
                  <a:gd name="connsiteY1" fmla="*/ 16126 h 16239"/>
                  <a:gd name="connsiteX2" fmla="*/ 3616 w 494875"/>
                  <a:gd name="connsiteY2" fmla="*/ 7561 h 16239"/>
                  <a:gd name="connsiteX3" fmla="*/ -153 w 494875"/>
                  <a:gd name="connsiteY3" fmla="*/ 3655 h 16239"/>
                  <a:gd name="connsiteX4" fmla="*/ -153 w 494875"/>
                  <a:gd name="connsiteY4" fmla="*/ 3655 h 16239"/>
                  <a:gd name="connsiteX5" fmla="*/ 3753 w 494875"/>
                  <a:gd name="connsiteY5" fmla="*/ -79 h 16239"/>
                  <a:gd name="connsiteX6" fmla="*/ 491243 w 494875"/>
                  <a:gd name="connsiteY6" fmla="*/ 8520 h 16239"/>
                  <a:gd name="connsiteX7" fmla="*/ 494704 w 494875"/>
                  <a:gd name="connsiteY7" fmla="*/ 12703 h 16239"/>
                  <a:gd name="connsiteX8" fmla="*/ 491243 w 494875"/>
                  <a:gd name="connsiteY8" fmla="*/ 16160 h 1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4875" h="16239">
                    <a:moveTo>
                      <a:pt x="491106" y="16126"/>
                    </a:moveTo>
                    <a:lnTo>
                      <a:pt x="491106" y="16126"/>
                    </a:lnTo>
                    <a:lnTo>
                      <a:pt x="3616" y="7561"/>
                    </a:lnTo>
                    <a:cubicBezTo>
                      <a:pt x="1492" y="7523"/>
                      <a:pt x="-187" y="5776"/>
                      <a:pt x="-153" y="3655"/>
                    </a:cubicBezTo>
                    <a:cubicBezTo>
                      <a:pt x="-153" y="3655"/>
                      <a:pt x="-153" y="3655"/>
                      <a:pt x="-153" y="3655"/>
                    </a:cubicBezTo>
                    <a:cubicBezTo>
                      <a:pt x="-16" y="1579"/>
                      <a:pt x="1663" y="-48"/>
                      <a:pt x="3753" y="-79"/>
                    </a:cubicBezTo>
                    <a:lnTo>
                      <a:pt x="491243" y="8520"/>
                    </a:lnTo>
                    <a:cubicBezTo>
                      <a:pt x="493367" y="8719"/>
                      <a:pt x="494909" y="10593"/>
                      <a:pt x="494704" y="12703"/>
                    </a:cubicBezTo>
                    <a:cubicBezTo>
                      <a:pt x="494532" y="14536"/>
                      <a:pt x="493094" y="15986"/>
                      <a:pt x="491243" y="16160"/>
                    </a:cubicBez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F7E10333-3AEE-CCB2-DC6A-0CEBC455572C}"/>
                  </a:ext>
                </a:extLst>
              </p:cNvPr>
              <p:cNvSpPr/>
              <p:nvPr/>
            </p:nvSpPr>
            <p:spPr>
              <a:xfrm>
                <a:off x="5683966" y="2670218"/>
                <a:ext cx="429371" cy="16344"/>
              </a:xfrm>
              <a:custGeom>
                <a:avLst/>
                <a:gdLst>
                  <a:gd name="connsiteX0" fmla="*/ 3325 w 429371"/>
                  <a:gd name="connsiteY0" fmla="*/ 16266 h 16344"/>
                  <a:gd name="connsiteX1" fmla="*/ -135 w 429371"/>
                  <a:gd name="connsiteY1" fmla="*/ 12083 h 16344"/>
                  <a:gd name="connsiteX2" fmla="*/ 3325 w 429371"/>
                  <a:gd name="connsiteY2" fmla="*/ 8626 h 16344"/>
                  <a:gd name="connsiteX3" fmla="*/ 425344 w 429371"/>
                  <a:gd name="connsiteY3" fmla="*/ -76 h 16344"/>
                  <a:gd name="connsiteX4" fmla="*/ 429216 w 429371"/>
                  <a:gd name="connsiteY4" fmla="*/ 3517 h 16344"/>
                  <a:gd name="connsiteX5" fmla="*/ 429216 w 429371"/>
                  <a:gd name="connsiteY5" fmla="*/ 3658 h 16344"/>
                  <a:gd name="connsiteX6" fmla="*/ 425584 w 429371"/>
                  <a:gd name="connsiteY6" fmla="*/ 7560 h 16344"/>
                  <a:gd name="connsiteX7" fmla="*/ 425481 w 429371"/>
                  <a:gd name="connsiteY7" fmla="*/ 7564 h 16344"/>
                  <a:gd name="connsiteX8" fmla="*/ 3497 w 429371"/>
                  <a:gd name="connsiteY8" fmla="*/ 16266 h 1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371" h="16344">
                    <a:moveTo>
                      <a:pt x="3325" y="16266"/>
                    </a:moveTo>
                    <a:cubicBezTo>
                      <a:pt x="1201" y="16067"/>
                      <a:pt x="-340" y="14193"/>
                      <a:pt x="-135" y="12083"/>
                    </a:cubicBezTo>
                    <a:cubicBezTo>
                      <a:pt x="36" y="10250"/>
                      <a:pt x="1475" y="8800"/>
                      <a:pt x="3325" y="8626"/>
                    </a:cubicBezTo>
                    <a:lnTo>
                      <a:pt x="425344" y="-76"/>
                    </a:lnTo>
                    <a:cubicBezTo>
                      <a:pt x="427400" y="-152"/>
                      <a:pt x="429147" y="1458"/>
                      <a:pt x="429216" y="3517"/>
                    </a:cubicBezTo>
                    <a:cubicBezTo>
                      <a:pt x="429216" y="3565"/>
                      <a:pt x="429216" y="3610"/>
                      <a:pt x="429216" y="3658"/>
                    </a:cubicBezTo>
                    <a:cubicBezTo>
                      <a:pt x="429284" y="5737"/>
                      <a:pt x="427674" y="7485"/>
                      <a:pt x="425584" y="7560"/>
                    </a:cubicBezTo>
                    <a:cubicBezTo>
                      <a:pt x="425550" y="7564"/>
                      <a:pt x="425515" y="7564"/>
                      <a:pt x="425481" y="7564"/>
                    </a:cubicBezTo>
                    <a:lnTo>
                      <a:pt x="3497" y="16266"/>
                    </a:lnTo>
                    <a:close/>
                  </a:path>
                </a:pathLst>
              </a:custGeom>
              <a:solidFill>
                <a:srgbClr val="7D97F4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8A700C87-6EA6-5C86-D1EB-46D60D510FE2}"/>
                  </a:ext>
                </a:extLst>
              </p:cNvPr>
              <p:cNvSpPr/>
              <p:nvPr/>
            </p:nvSpPr>
            <p:spPr>
              <a:xfrm>
                <a:off x="7327556" y="3983419"/>
                <a:ext cx="569646" cy="52281"/>
              </a:xfrm>
              <a:custGeom>
                <a:avLst/>
                <a:gdLst>
                  <a:gd name="connsiteX0" fmla="*/ 0 w 569646"/>
                  <a:gd name="connsiteY0" fmla="*/ 0 h 52281"/>
                  <a:gd name="connsiteX1" fmla="*/ 569647 w 569646"/>
                  <a:gd name="connsiteY1" fmla="*/ 0 h 52281"/>
                  <a:gd name="connsiteX2" fmla="*/ 569647 w 569646"/>
                  <a:gd name="connsiteY2" fmla="*/ 52281 h 52281"/>
                  <a:gd name="connsiteX3" fmla="*/ 0 w 569646"/>
                  <a:gd name="connsiteY3" fmla="*/ 52281 h 52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9646" h="52281">
                    <a:moveTo>
                      <a:pt x="0" y="0"/>
                    </a:moveTo>
                    <a:lnTo>
                      <a:pt x="569647" y="0"/>
                    </a:lnTo>
                    <a:lnTo>
                      <a:pt x="569647" y="52281"/>
                    </a:lnTo>
                    <a:lnTo>
                      <a:pt x="0" y="5228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39E24E1A-0B09-35E5-3B81-5BB9D246AAE3}"/>
                  </a:ext>
                </a:extLst>
              </p:cNvPr>
              <p:cNvSpPr/>
              <p:nvPr/>
            </p:nvSpPr>
            <p:spPr>
              <a:xfrm>
                <a:off x="7390561" y="3853504"/>
                <a:ext cx="483447" cy="52281"/>
              </a:xfrm>
              <a:custGeom>
                <a:avLst/>
                <a:gdLst>
                  <a:gd name="connsiteX0" fmla="*/ 0 w 483447"/>
                  <a:gd name="connsiteY0" fmla="*/ 0 h 52281"/>
                  <a:gd name="connsiteX1" fmla="*/ 483448 w 483447"/>
                  <a:gd name="connsiteY1" fmla="*/ 0 h 52281"/>
                  <a:gd name="connsiteX2" fmla="*/ 483448 w 483447"/>
                  <a:gd name="connsiteY2" fmla="*/ 52281 h 52281"/>
                  <a:gd name="connsiteX3" fmla="*/ 0 w 483447"/>
                  <a:gd name="connsiteY3" fmla="*/ 52281 h 52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3447" h="52281">
                    <a:moveTo>
                      <a:pt x="0" y="0"/>
                    </a:moveTo>
                    <a:lnTo>
                      <a:pt x="483448" y="0"/>
                    </a:lnTo>
                    <a:lnTo>
                      <a:pt x="483448" y="52281"/>
                    </a:lnTo>
                    <a:lnTo>
                      <a:pt x="0" y="52281"/>
                    </a:lnTo>
                    <a:close/>
                  </a:path>
                </a:pathLst>
              </a:custGeom>
              <a:solidFill>
                <a:srgbClr val="91B3FA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E5AF181A-2C8D-8917-7EE4-7DC67E41559F}"/>
                  </a:ext>
                </a:extLst>
              </p:cNvPr>
              <p:cNvSpPr/>
              <p:nvPr/>
            </p:nvSpPr>
            <p:spPr>
              <a:xfrm>
                <a:off x="7261947" y="3810576"/>
                <a:ext cx="208885" cy="281414"/>
              </a:xfrm>
              <a:custGeom>
                <a:avLst/>
                <a:gdLst>
                  <a:gd name="connsiteX0" fmla="*/ 77018 w 208885"/>
                  <a:gd name="connsiteY0" fmla="*/ 281415 h 281414"/>
                  <a:gd name="connsiteX1" fmla="*/ 0 w 208885"/>
                  <a:gd name="connsiteY1" fmla="*/ 281415 h 281414"/>
                  <a:gd name="connsiteX2" fmla="*/ 162463 w 208885"/>
                  <a:gd name="connsiteY2" fmla="*/ 0 h 281414"/>
                  <a:gd name="connsiteX3" fmla="*/ 208886 w 208885"/>
                  <a:gd name="connsiteY3" fmla="*/ 26826 h 281414"/>
                  <a:gd name="connsiteX4" fmla="*/ 77018 w 208885"/>
                  <a:gd name="connsiteY4" fmla="*/ 281415 h 281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885" h="281414">
                    <a:moveTo>
                      <a:pt x="77018" y="281415"/>
                    </a:moveTo>
                    <a:lnTo>
                      <a:pt x="0" y="281415"/>
                    </a:lnTo>
                    <a:lnTo>
                      <a:pt x="162463" y="0"/>
                    </a:lnTo>
                    <a:lnTo>
                      <a:pt x="208886" y="26826"/>
                    </a:lnTo>
                    <a:lnTo>
                      <a:pt x="77018" y="28141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33CC3EA0-F71F-2B44-FEB4-439B1D20C71E}"/>
                  </a:ext>
                </a:extLst>
              </p:cNvPr>
              <p:cNvSpPr/>
              <p:nvPr/>
            </p:nvSpPr>
            <p:spPr>
              <a:xfrm>
                <a:off x="7790585" y="3810576"/>
                <a:ext cx="208885" cy="281414"/>
              </a:xfrm>
              <a:custGeom>
                <a:avLst/>
                <a:gdLst>
                  <a:gd name="connsiteX0" fmla="*/ 131868 w 208885"/>
                  <a:gd name="connsiteY0" fmla="*/ 281415 h 281414"/>
                  <a:gd name="connsiteX1" fmla="*/ 208885 w 208885"/>
                  <a:gd name="connsiteY1" fmla="*/ 281415 h 281414"/>
                  <a:gd name="connsiteX2" fmla="*/ 46423 w 208885"/>
                  <a:gd name="connsiteY2" fmla="*/ 0 h 281414"/>
                  <a:gd name="connsiteX3" fmla="*/ 0 w 208885"/>
                  <a:gd name="connsiteY3" fmla="*/ 26826 h 281414"/>
                  <a:gd name="connsiteX4" fmla="*/ 131868 w 208885"/>
                  <a:gd name="connsiteY4" fmla="*/ 281415 h 281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885" h="281414">
                    <a:moveTo>
                      <a:pt x="131868" y="281415"/>
                    </a:moveTo>
                    <a:lnTo>
                      <a:pt x="208885" y="281415"/>
                    </a:lnTo>
                    <a:lnTo>
                      <a:pt x="46423" y="0"/>
                    </a:lnTo>
                    <a:lnTo>
                      <a:pt x="0" y="26826"/>
                    </a:lnTo>
                    <a:lnTo>
                      <a:pt x="131868" y="2814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98C48DF-BF18-E545-326C-4ADC97D8A410}"/>
                  </a:ext>
                </a:extLst>
              </p:cNvPr>
              <p:cNvSpPr/>
              <p:nvPr/>
            </p:nvSpPr>
            <p:spPr>
              <a:xfrm>
                <a:off x="7349072" y="3823561"/>
                <a:ext cx="548165" cy="59852"/>
              </a:xfrm>
              <a:custGeom>
                <a:avLst/>
                <a:gdLst>
                  <a:gd name="connsiteX0" fmla="*/ 521134 w 548165"/>
                  <a:gd name="connsiteY0" fmla="*/ 0 h 59852"/>
                  <a:gd name="connsiteX1" fmla="*/ 548166 w 548165"/>
                  <a:gd name="connsiteY1" fmla="*/ 0 h 59852"/>
                  <a:gd name="connsiteX2" fmla="*/ 548166 w 548165"/>
                  <a:gd name="connsiteY2" fmla="*/ 59853 h 59852"/>
                  <a:gd name="connsiteX3" fmla="*/ 521134 w 548165"/>
                  <a:gd name="connsiteY3" fmla="*/ 59853 h 59852"/>
                  <a:gd name="connsiteX4" fmla="*/ 27031 w 548165"/>
                  <a:gd name="connsiteY4" fmla="*/ 59853 h 59852"/>
                  <a:gd name="connsiteX5" fmla="*/ 0 w 548165"/>
                  <a:gd name="connsiteY5" fmla="*/ 59853 h 59852"/>
                  <a:gd name="connsiteX6" fmla="*/ 0 w 548165"/>
                  <a:gd name="connsiteY6" fmla="*/ 0 h 59852"/>
                  <a:gd name="connsiteX7" fmla="*/ 27031 w 548165"/>
                  <a:gd name="connsiteY7" fmla="*/ 0 h 59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165" h="59852">
                    <a:moveTo>
                      <a:pt x="521134" y="0"/>
                    </a:moveTo>
                    <a:cubicBezTo>
                      <a:pt x="536063" y="0"/>
                      <a:pt x="548166" y="0"/>
                      <a:pt x="548166" y="0"/>
                    </a:cubicBezTo>
                    <a:lnTo>
                      <a:pt x="548166" y="59853"/>
                    </a:lnTo>
                    <a:cubicBezTo>
                      <a:pt x="548166" y="59853"/>
                      <a:pt x="536063" y="59853"/>
                      <a:pt x="521134" y="59853"/>
                    </a:cubicBezTo>
                    <a:lnTo>
                      <a:pt x="27031" y="59853"/>
                    </a:lnTo>
                    <a:cubicBezTo>
                      <a:pt x="12102" y="59853"/>
                      <a:pt x="0" y="59853"/>
                      <a:pt x="0" y="59853"/>
                    </a:cubicBezTo>
                    <a:lnTo>
                      <a:pt x="0" y="0"/>
                    </a:lnTo>
                    <a:cubicBezTo>
                      <a:pt x="0" y="0"/>
                      <a:pt x="12102" y="0"/>
                      <a:pt x="27031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4BD41AAE-22DC-2428-C1B4-2F97E6827104}"/>
                  </a:ext>
                </a:extLst>
              </p:cNvPr>
              <p:cNvSpPr/>
              <p:nvPr/>
            </p:nvSpPr>
            <p:spPr>
              <a:xfrm>
                <a:off x="7317959" y="3207628"/>
                <a:ext cx="608373" cy="624429"/>
              </a:xfrm>
              <a:custGeom>
                <a:avLst/>
                <a:gdLst>
                  <a:gd name="connsiteX0" fmla="*/ 560110 w 608373"/>
                  <a:gd name="connsiteY0" fmla="*/ 624350 h 624429"/>
                  <a:gd name="connsiteX1" fmla="*/ 47884 w 608373"/>
                  <a:gd name="connsiteY1" fmla="*/ 624350 h 624429"/>
                  <a:gd name="connsiteX2" fmla="*/ -81 w 608373"/>
                  <a:gd name="connsiteY2" fmla="*/ 578167 h 624429"/>
                  <a:gd name="connsiteX3" fmla="*/ 46925 w 608373"/>
                  <a:gd name="connsiteY3" fmla="*/ 41410 h 624429"/>
                  <a:gd name="connsiteX4" fmla="*/ 78924 w 608373"/>
                  <a:gd name="connsiteY4" fmla="*/ -79 h 624429"/>
                  <a:gd name="connsiteX5" fmla="*/ 526569 w 608373"/>
                  <a:gd name="connsiteY5" fmla="*/ -79 h 624429"/>
                  <a:gd name="connsiteX6" fmla="*/ 555896 w 608373"/>
                  <a:gd name="connsiteY6" fmla="*/ 43226 h 624429"/>
                  <a:gd name="connsiteX7" fmla="*/ 608143 w 608373"/>
                  <a:gd name="connsiteY7" fmla="*/ 577962 h 624429"/>
                  <a:gd name="connsiteX8" fmla="*/ 560110 w 608373"/>
                  <a:gd name="connsiteY8" fmla="*/ 624350 h 62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8373" h="624429">
                    <a:moveTo>
                      <a:pt x="560110" y="624350"/>
                    </a:moveTo>
                    <a:lnTo>
                      <a:pt x="47884" y="624350"/>
                    </a:lnTo>
                    <a:cubicBezTo>
                      <a:pt x="20476" y="624350"/>
                      <a:pt x="-1588" y="603280"/>
                      <a:pt x="-81" y="578167"/>
                    </a:cubicBezTo>
                    <a:lnTo>
                      <a:pt x="46925" y="41410"/>
                    </a:lnTo>
                    <a:cubicBezTo>
                      <a:pt x="48261" y="18113"/>
                      <a:pt x="53365" y="-79"/>
                      <a:pt x="78924" y="-79"/>
                    </a:cubicBezTo>
                    <a:lnTo>
                      <a:pt x="526569" y="-79"/>
                    </a:lnTo>
                    <a:cubicBezTo>
                      <a:pt x="552025" y="-79"/>
                      <a:pt x="554457" y="19998"/>
                      <a:pt x="555896" y="43226"/>
                    </a:cubicBezTo>
                    <a:lnTo>
                      <a:pt x="608143" y="577962"/>
                    </a:lnTo>
                    <a:cubicBezTo>
                      <a:pt x="609685" y="603143"/>
                      <a:pt x="587758" y="624350"/>
                      <a:pt x="560110" y="62435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27512727-4B24-0F2E-6BFD-FD521D0E8173}"/>
                  </a:ext>
                </a:extLst>
              </p:cNvPr>
              <p:cNvSpPr/>
              <p:nvPr/>
            </p:nvSpPr>
            <p:spPr>
              <a:xfrm>
                <a:off x="7621955" y="3207628"/>
                <a:ext cx="304345" cy="624429"/>
              </a:xfrm>
              <a:custGeom>
                <a:avLst/>
                <a:gdLst>
                  <a:gd name="connsiteX0" fmla="*/ 304112 w 304345"/>
                  <a:gd name="connsiteY0" fmla="*/ 577962 h 624429"/>
                  <a:gd name="connsiteX1" fmla="*/ 251865 w 304345"/>
                  <a:gd name="connsiteY1" fmla="*/ 43226 h 624429"/>
                  <a:gd name="connsiteX2" fmla="*/ 222539 w 304345"/>
                  <a:gd name="connsiteY2" fmla="*/ -79 h 624429"/>
                  <a:gd name="connsiteX3" fmla="*/ -153 w 304345"/>
                  <a:gd name="connsiteY3" fmla="*/ -79 h 624429"/>
                  <a:gd name="connsiteX4" fmla="*/ -153 w 304345"/>
                  <a:gd name="connsiteY4" fmla="*/ 624350 h 624429"/>
                  <a:gd name="connsiteX5" fmla="*/ 255977 w 304345"/>
                  <a:gd name="connsiteY5" fmla="*/ 624350 h 624429"/>
                  <a:gd name="connsiteX6" fmla="*/ 304112 w 304345"/>
                  <a:gd name="connsiteY6" fmla="*/ 577962 h 62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345" h="624429">
                    <a:moveTo>
                      <a:pt x="304112" y="577962"/>
                    </a:moveTo>
                    <a:lnTo>
                      <a:pt x="251865" y="43226"/>
                    </a:lnTo>
                    <a:cubicBezTo>
                      <a:pt x="250427" y="19998"/>
                      <a:pt x="247994" y="-79"/>
                      <a:pt x="222539" y="-79"/>
                    </a:cubicBezTo>
                    <a:lnTo>
                      <a:pt x="-153" y="-79"/>
                    </a:lnTo>
                    <a:lnTo>
                      <a:pt x="-153" y="624350"/>
                    </a:lnTo>
                    <a:lnTo>
                      <a:pt x="255977" y="624350"/>
                    </a:lnTo>
                    <a:cubicBezTo>
                      <a:pt x="283762" y="624350"/>
                      <a:pt x="305689" y="603143"/>
                      <a:pt x="304112" y="577962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BEECD97D-CC68-5C8D-E26F-42E735E8871F}"/>
                  </a:ext>
                </a:extLst>
              </p:cNvPr>
              <p:cNvSpPr/>
              <p:nvPr/>
            </p:nvSpPr>
            <p:spPr>
              <a:xfrm>
                <a:off x="7337937" y="3520802"/>
                <a:ext cx="566083" cy="37515"/>
              </a:xfrm>
              <a:custGeom>
                <a:avLst/>
                <a:gdLst>
                  <a:gd name="connsiteX0" fmla="*/ 566084 w 566083"/>
                  <a:gd name="connsiteY0" fmla="*/ 37515 h 37515"/>
                  <a:gd name="connsiteX1" fmla="*/ 0 w 566083"/>
                  <a:gd name="connsiteY1" fmla="*/ 37515 h 37515"/>
                  <a:gd name="connsiteX2" fmla="*/ 3289 w 566083"/>
                  <a:gd name="connsiteY2" fmla="*/ 0 h 37515"/>
                  <a:gd name="connsiteX3" fmla="*/ 562418 w 566083"/>
                  <a:gd name="connsiteY3" fmla="*/ 0 h 37515"/>
                  <a:gd name="connsiteX4" fmla="*/ 566084 w 566083"/>
                  <a:gd name="connsiteY4" fmla="*/ 37515 h 37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083" h="37515">
                    <a:moveTo>
                      <a:pt x="566084" y="37515"/>
                    </a:moveTo>
                    <a:lnTo>
                      <a:pt x="0" y="37515"/>
                    </a:lnTo>
                    <a:lnTo>
                      <a:pt x="3289" y="0"/>
                    </a:lnTo>
                    <a:lnTo>
                      <a:pt x="562418" y="0"/>
                    </a:lnTo>
                    <a:lnTo>
                      <a:pt x="566084" y="37515"/>
                    </a:ln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1711723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A0D02894-FCA2-607E-31F4-1ECB90BC22E9}"/>
                  </a:ext>
                </a:extLst>
              </p:cNvPr>
              <p:cNvSpPr/>
              <p:nvPr/>
            </p:nvSpPr>
            <p:spPr>
              <a:xfrm>
                <a:off x="7328276" y="3624474"/>
                <a:ext cx="585885" cy="37515"/>
              </a:xfrm>
              <a:custGeom>
                <a:avLst/>
                <a:gdLst>
                  <a:gd name="connsiteX0" fmla="*/ 585886 w 585885"/>
                  <a:gd name="connsiteY0" fmla="*/ 37515 h 37515"/>
                  <a:gd name="connsiteX1" fmla="*/ 0 w 585885"/>
                  <a:gd name="connsiteY1" fmla="*/ 37515 h 37515"/>
                  <a:gd name="connsiteX2" fmla="*/ 3871 w 585885"/>
                  <a:gd name="connsiteY2" fmla="*/ 0 h 37515"/>
                  <a:gd name="connsiteX3" fmla="*/ 582220 w 585885"/>
                  <a:gd name="connsiteY3" fmla="*/ 0 h 37515"/>
                  <a:gd name="connsiteX4" fmla="*/ 585886 w 585885"/>
                  <a:gd name="connsiteY4" fmla="*/ 37515 h 37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5885" h="37515">
                    <a:moveTo>
                      <a:pt x="585886" y="37515"/>
                    </a:moveTo>
                    <a:lnTo>
                      <a:pt x="0" y="37515"/>
                    </a:lnTo>
                    <a:lnTo>
                      <a:pt x="3871" y="0"/>
                    </a:lnTo>
                    <a:lnTo>
                      <a:pt x="582220" y="0"/>
                    </a:lnTo>
                    <a:lnTo>
                      <a:pt x="585886" y="37515"/>
                    </a:ln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17117124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4C408E65-FDC2-5BB4-B890-18A2AE0823A0}"/>
                  </a:ext>
                </a:extLst>
              </p:cNvPr>
              <p:cNvSpPr/>
              <p:nvPr/>
            </p:nvSpPr>
            <p:spPr>
              <a:xfrm>
                <a:off x="7569982" y="3173608"/>
                <a:ext cx="106344" cy="57317"/>
              </a:xfrm>
              <a:custGeom>
                <a:avLst/>
                <a:gdLst>
                  <a:gd name="connsiteX0" fmla="*/ 89008 w 106344"/>
                  <a:gd name="connsiteY0" fmla="*/ 0 h 57317"/>
                  <a:gd name="connsiteX1" fmla="*/ 106344 w 106344"/>
                  <a:gd name="connsiteY1" fmla="*/ 0 h 57317"/>
                  <a:gd name="connsiteX2" fmla="*/ 106344 w 106344"/>
                  <a:gd name="connsiteY2" fmla="*/ 57318 h 57317"/>
                  <a:gd name="connsiteX3" fmla="*/ 89008 w 106344"/>
                  <a:gd name="connsiteY3" fmla="*/ 57318 h 57317"/>
                  <a:gd name="connsiteX4" fmla="*/ 17335 w 106344"/>
                  <a:gd name="connsiteY4" fmla="*/ 57318 h 57317"/>
                  <a:gd name="connsiteX5" fmla="*/ 0 w 106344"/>
                  <a:gd name="connsiteY5" fmla="*/ 57318 h 57317"/>
                  <a:gd name="connsiteX6" fmla="*/ 0 w 106344"/>
                  <a:gd name="connsiteY6" fmla="*/ 0 h 57317"/>
                  <a:gd name="connsiteX7" fmla="*/ 17335 w 106344"/>
                  <a:gd name="connsiteY7" fmla="*/ 0 h 57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344" h="57317">
                    <a:moveTo>
                      <a:pt x="89008" y="0"/>
                    </a:moveTo>
                    <a:cubicBezTo>
                      <a:pt x="98582" y="0"/>
                      <a:pt x="106344" y="0"/>
                      <a:pt x="106344" y="0"/>
                    </a:cubicBezTo>
                    <a:lnTo>
                      <a:pt x="106344" y="57318"/>
                    </a:lnTo>
                    <a:cubicBezTo>
                      <a:pt x="106344" y="57318"/>
                      <a:pt x="98583" y="57318"/>
                      <a:pt x="89008" y="57318"/>
                    </a:cubicBezTo>
                    <a:lnTo>
                      <a:pt x="17335" y="57318"/>
                    </a:lnTo>
                    <a:cubicBezTo>
                      <a:pt x="7761" y="57318"/>
                      <a:pt x="0" y="57318"/>
                      <a:pt x="0" y="57318"/>
                    </a:cubicBezTo>
                    <a:lnTo>
                      <a:pt x="0" y="0"/>
                    </a:lnTo>
                    <a:cubicBezTo>
                      <a:pt x="0" y="0"/>
                      <a:pt x="7761" y="0"/>
                      <a:pt x="1733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16860685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03AFD994-402C-50D1-FC3D-2061A00464B2}"/>
                  </a:ext>
                </a:extLst>
              </p:cNvPr>
              <p:cNvSpPr/>
              <p:nvPr/>
            </p:nvSpPr>
            <p:spPr>
              <a:xfrm>
                <a:off x="7577794" y="3177993"/>
                <a:ext cx="86473" cy="46628"/>
              </a:xfrm>
              <a:custGeom>
                <a:avLst/>
                <a:gdLst>
                  <a:gd name="connsiteX0" fmla="*/ 69137 w 86473"/>
                  <a:gd name="connsiteY0" fmla="*/ 0 h 46628"/>
                  <a:gd name="connsiteX1" fmla="*/ 86473 w 86473"/>
                  <a:gd name="connsiteY1" fmla="*/ 0 h 46628"/>
                  <a:gd name="connsiteX2" fmla="*/ 86473 w 86473"/>
                  <a:gd name="connsiteY2" fmla="*/ 46628 h 46628"/>
                  <a:gd name="connsiteX3" fmla="*/ 69137 w 86473"/>
                  <a:gd name="connsiteY3" fmla="*/ 46628 h 46628"/>
                  <a:gd name="connsiteX4" fmla="*/ 17336 w 86473"/>
                  <a:gd name="connsiteY4" fmla="*/ 46628 h 46628"/>
                  <a:gd name="connsiteX5" fmla="*/ 0 w 86473"/>
                  <a:gd name="connsiteY5" fmla="*/ 46628 h 46628"/>
                  <a:gd name="connsiteX6" fmla="*/ 0 w 86473"/>
                  <a:gd name="connsiteY6" fmla="*/ 0 h 46628"/>
                  <a:gd name="connsiteX7" fmla="*/ 17336 w 86473"/>
                  <a:gd name="connsiteY7" fmla="*/ 0 h 46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6473" h="46628">
                    <a:moveTo>
                      <a:pt x="69137" y="0"/>
                    </a:moveTo>
                    <a:cubicBezTo>
                      <a:pt x="78711" y="0"/>
                      <a:pt x="86473" y="0"/>
                      <a:pt x="86473" y="0"/>
                    </a:cubicBezTo>
                    <a:lnTo>
                      <a:pt x="86473" y="46628"/>
                    </a:lnTo>
                    <a:cubicBezTo>
                      <a:pt x="86473" y="46628"/>
                      <a:pt x="78712" y="46628"/>
                      <a:pt x="69137" y="46628"/>
                    </a:cubicBezTo>
                    <a:lnTo>
                      <a:pt x="17336" y="46628"/>
                    </a:lnTo>
                    <a:cubicBezTo>
                      <a:pt x="7761" y="46628"/>
                      <a:pt x="0" y="46628"/>
                      <a:pt x="0" y="46628"/>
                    </a:cubicBezTo>
                    <a:lnTo>
                      <a:pt x="0" y="0"/>
                    </a:lnTo>
                    <a:cubicBezTo>
                      <a:pt x="0" y="0"/>
                      <a:pt x="7761" y="0"/>
                      <a:pt x="1733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4820514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805F5738-7125-5DD6-DFFD-3A902AAC3526}"/>
                  </a:ext>
                </a:extLst>
              </p:cNvPr>
              <p:cNvSpPr/>
              <p:nvPr/>
            </p:nvSpPr>
            <p:spPr>
              <a:xfrm>
                <a:off x="7403580" y="3723212"/>
                <a:ext cx="91132" cy="78661"/>
              </a:xfrm>
              <a:custGeom>
                <a:avLst/>
                <a:gdLst>
                  <a:gd name="connsiteX0" fmla="*/ 91133 w 91132"/>
                  <a:gd name="connsiteY0" fmla="*/ 39331 h 78661"/>
                  <a:gd name="connsiteX1" fmla="*/ 45566 w 91132"/>
                  <a:gd name="connsiteY1" fmla="*/ 78662 h 78661"/>
                  <a:gd name="connsiteX2" fmla="*/ 0 w 91132"/>
                  <a:gd name="connsiteY2" fmla="*/ 39331 h 78661"/>
                  <a:gd name="connsiteX3" fmla="*/ 45566 w 91132"/>
                  <a:gd name="connsiteY3" fmla="*/ 0 h 78661"/>
                  <a:gd name="connsiteX4" fmla="*/ 91133 w 91132"/>
                  <a:gd name="connsiteY4" fmla="*/ 39331 h 78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2" h="78661">
                    <a:moveTo>
                      <a:pt x="91133" y="39331"/>
                    </a:moveTo>
                    <a:cubicBezTo>
                      <a:pt x="91133" y="61053"/>
                      <a:pt x="70732" y="78662"/>
                      <a:pt x="45566" y="78662"/>
                    </a:cubicBezTo>
                    <a:cubicBezTo>
                      <a:pt x="20401" y="78662"/>
                      <a:pt x="0" y="61053"/>
                      <a:pt x="0" y="39331"/>
                    </a:cubicBezTo>
                    <a:cubicBezTo>
                      <a:pt x="0" y="17609"/>
                      <a:pt x="20400" y="0"/>
                      <a:pt x="45566" y="0"/>
                    </a:cubicBezTo>
                    <a:cubicBezTo>
                      <a:pt x="70732" y="0"/>
                      <a:pt x="91133" y="17609"/>
                      <a:pt x="91133" y="3933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1686021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1A6A6C0-B1B4-F7C8-6D77-7FFD779241B1}"/>
                  </a:ext>
                </a:extLst>
              </p:cNvPr>
              <p:cNvSpPr/>
              <p:nvPr/>
            </p:nvSpPr>
            <p:spPr>
              <a:xfrm>
                <a:off x="7409301" y="3728146"/>
                <a:ext cx="79689" cy="68794"/>
              </a:xfrm>
              <a:custGeom>
                <a:avLst/>
                <a:gdLst>
                  <a:gd name="connsiteX0" fmla="*/ 79689 w 79689"/>
                  <a:gd name="connsiteY0" fmla="*/ 34397 h 68794"/>
                  <a:gd name="connsiteX1" fmla="*/ 39845 w 79689"/>
                  <a:gd name="connsiteY1" fmla="*/ 68795 h 68794"/>
                  <a:gd name="connsiteX2" fmla="*/ 0 w 79689"/>
                  <a:gd name="connsiteY2" fmla="*/ 34397 h 68794"/>
                  <a:gd name="connsiteX3" fmla="*/ 39845 w 79689"/>
                  <a:gd name="connsiteY3" fmla="*/ 0 h 68794"/>
                  <a:gd name="connsiteX4" fmla="*/ 79689 w 79689"/>
                  <a:gd name="connsiteY4" fmla="*/ 34397 h 68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689" h="68794">
                    <a:moveTo>
                      <a:pt x="79689" y="34397"/>
                    </a:moveTo>
                    <a:cubicBezTo>
                      <a:pt x="79689" y="53394"/>
                      <a:pt x="61850" y="68795"/>
                      <a:pt x="39845" y="68795"/>
                    </a:cubicBezTo>
                    <a:cubicBezTo>
                      <a:pt x="17839" y="68795"/>
                      <a:pt x="0" y="53394"/>
                      <a:pt x="0" y="34397"/>
                    </a:cubicBezTo>
                    <a:cubicBezTo>
                      <a:pt x="0" y="15400"/>
                      <a:pt x="17839" y="0"/>
                      <a:pt x="39845" y="0"/>
                    </a:cubicBezTo>
                    <a:cubicBezTo>
                      <a:pt x="61850" y="0"/>
                      <a:pt x="79689" y="15400"/>
                      <a:pt x="79689" y="343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481989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ACA2D200-F136-1EEE-979E-897C6D7C6CD7}"/>
                  </a:ext>
                </a:extLst>
              </p:cNvPr>
              <p:cNvSpPr/>
              <p:nvPr/>
            </p:nvSpPr>
            <p:spPr>
              <a:xfrm>
                <a:off x="7725627" y="3723212"/>
                <a:ext cx="91132" cy="78661"/>
              </a:xfrm>
              <a:custGeom>
                <a:avLst/>
                <a:gdLst>
                  <a:gd name="connsiteX0" fmla="*/ 91133 w 91132"/>
                  <a:gd name="connsiteY0" fmla="*/ 39331 h 78661"/>
                  <a:gd name="connsiteX1" fmla="*/ 45566 w 91132"/>
                  <a:gd name="connsiteY1" fmla="*/ 78662 h 78661"/>
                  <a:gd name="connsiteX2" fmla="*/ 0 w 91132"/>
                  <a:gd name="connsiteY2" fmla="*/ 39331 h 78661"/>
                  <a:gd name="connsiteX3" fmla="*/ 45566 w 91132"/>
                  <a:gd name="connsiteY3" fmla="*/ 0 h 78661"/>
                  <a:gd name="connsiteX4" fmla="*/ 91133 w 91132"/>
                  <a:gd name="connsiteY4" fmla="*/ 39331 h 78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2" h="78661">
                    <a:moveTo>
                      <a:pt x="91133" y="39331"/>
                    </a:moveTo>
                    <a:cubicBezTo>
                      <a:pt x="91133" y="61053"/>
                      <a:pt x="70732" y="78662"/>
                      <a:pt x="45566" y="78662"/>
                    </a:cubicBezTo>
                    <a:cubicBezTo>
                      <a:pt x="20401" y="78662"/>
                      <a:pt x="0" y="61053"/>
                      <a:pt x="0" y="39331"/>
                    </a:cubicBezTo>
                    <a:cubicBezTo>
                      <a:pt x="0" y="17609"/>
                      <a:pt x="20400" y="0"/>
                      <a:pt x="45566" y="0"/>
                    </a:cubicBezTo>
                    <a:cubicBezTo>
                      <a:pt x="70732" y="0"/>
                      <a:pt x="91133" y="17609"/>
                      <a:pt x="91133" y="3933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1686021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FBB9564B-FB76-1F5A-C5A1-9F8025AC7403}"/>
                  </a:ext>
                </a:extLst>
              </p:cNvPr>
              <p:cNvSpPr/>
              <p:nvPr/>
            </p:nvSpPr>
            <p:spPr>
              <a:xfrm>
                <a:off x="7731349" y="3728146"/>
                <a:ext cx="79689" cy="68794"/>
              </a:xfrm>
              <a:custGeom>
                <a:avLst/>
                <a:gdLst>
                  <a:gd name="connsiteX0" fmla="*/ 79689 w 79689"/>
                  <a:gd name="connsiteY0" fmla="*/ 34397 h 68794"/>
                  <a:gd name="connsiteX1" fmla="*/ 39845 w 79689"/>
                  <a:gd name="connsiteY1" fmla="*/ 68795 h 68794"/>
                  <a:gd name="connsiteX2" fmla="*/ 0 w 79689"/>
                  <a:gd name="connsiteY2" fmla="*/ 34397 h 68794"/>
                  <a:gd name="connsiteX3" fmla="*/ 39845 w 79689"/>
                  <a:gd name="connsiteY3" fmla="*/ 0 h 68794"/>
                  <a:gd name="connsiteX4" fmla="*/ 79689 w 79689"/>
                  <a:gd name="connsiteY4" fmla="*/ 34397 h 68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689" h="68794">
                    <a:moveTo>
                      <a:pt x="79689" y="34397"/>
                    </a:moveTo>
                    <a:cubicBezTo>
                      <a:pt x="79689" y="53394"/>
                      <a:pt x="61850" y="68795"/>
                      <a:pt x="39845" y="68795"/>
                    </a:cubicBezTo>
                    <a:cubicBezTo>
                      <a:pt x="17839" y="68795"/>
                      <a:pt x="0" y="53394"/>
                      <a:pt x="0" y="34397"/>
                    </a:cubicBezTo>
                    <a:cubicBezTo>
                      <a:pt x="0" y="15400"/>
                      <a:pt x="17839" y="0"/>
                      <a:pt x="39845" y="0"/>
                    </a:cubicBezTo>
                    <a:cubicBezTo>
                      <a:pt x="61850" y="0"/>
                      <a:pt x="79689" y="15400"/>
                      <a:pt x="79689" y="343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481989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52D12EBF-A538-1BE2-8CEE-EB13528F0ABA}"/>
                  </a:ext>
                </a:extLst>
              </p:cNvPr>
              <p:cNvSpPr/>
              <p:nvPr/>
            </p:nvSpPr>
            <p:spPr>
              <a:xfrm>
                <a:off x="7643368" y="3247713"/>
                <a:ext cx="199821" cy="251813"/>
              </a:xfrm>
              <a:custGeom>
                <a:avLst/>
                <a:gdLst>
                  <a:gd name="connsiteX0" fmla="*/ 175534 w 199821"/>
                  <a:gd name="connsiteY0" fmla="*/ 251734 h 251813"/>
                  <a:gd name="connsiteX1" fmla="*/ 35820 w 199821"/>
                  <a:gd name="connsiteY1" fmla="*/ 251734 h 251813"/>
                  <a:gd name="connsiteX2" fmla="*/ -153 w 199821"/>
                  <a:gd name="connsiteY2" fmla="*/ 215761 h 251813"/>
                  <a:gd name="connsiteX3" fmla="*/ -153 w 199821"/>
                  <a:gd name="connsiteY3" fmla="*/ 17051 h 251813"/>
                  <a:gd name="connsiteX4" fmla="*/ 16977 w 199821"/>
                  <a:gd name="connsiteY4" fmla="*/ -79 h 251813"/>
                  <a:gd name="connsiteX5" fmla="*/ 159603 w 199821"/>
                  <a:gd name="connsiteY5" fmla="*/ -79 h 251813"/>
                  <a:gd name="connsiteX6" fmla="*/ 184476 w 199821"/>
                  <a:gd name="connsiteY6" fmla="*/ 25137 h 251813"/>
                  <a:gd name="connsiteX7" fmla="*/ 199584 w 199821"/>
                  <a:gd name="connsiteY7" fmla="*/ 225765 h 251813"/>
                  <a:gd name="connsiteX8" fmla="*/ 177658 w 199821"/>
                  <a:gd name="connsiteY8" fmla="*/ 251652 h 251813"/>
                  <a:gd name="connsiteX9" fmla="*/ 175534 w 199821"/>
                  <a:gd name="connsiteY9" fmla="*/ 251734 h 251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9821" h="251813">
                    <a:moveTo>
                      <a:pt x="175534" y="251734"/>
                    </a:moveTo>
                    <a:lnTo>
                      <a:pt x="35820" y="251734"/>
                    </a:lnTo>
                    <a:cubicBezTo>
                      <a:pt x="15949" y="251734"/>
                      <a:pt x="-153" y="235629"/>
                      <a:pt x="-153" y="215761"/>
                    </a:cubicBezTo>
                    <a:lnTo>
                      <a:pt x="-153" y="17051"/>
                    </a:lnTo>
                    <a:cubicBezTo>
                      <a:pt x="-153" y="7592"/>
                      <a:pt x="7521" y="-79"/>
                      <a:pt x="16977" y="-79"/>
                    </a:cubicBezTo>
                    <a:lnTo>
                      <a:pt x="159603" y="-79"/>
                    </a:lnTo>
                    <a:cubicBezTo>
                      <a:pt x="172587" y="-79"/>
                      <a:pt x="183379" y="10884"/>
                      <a:pt x="184476" y="25137"/>
                    </a:cubicBezTo>
                    <a:lnTo>
                      <a:pt x="199584" y="225765"/>
                    </a:lnTo>
                    <a:cubicBezTo>
                      <a:pt x="200681" y="238966"/>
                      <a:pt x="190882" y="250556"/>
                      <a:pt x="177658" y="251652"/>
                    </a:cubicBezTo>
                    <a:cubicBezTo>
                      <a:pt x="176972" y="251711"/>
                      <a:pt x="176253" y="251738"/>
                      <a:pt x="175534" y="25173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C9E28832-B5AC-AAEF-F6C4-B1A88AA137B1}"/>
                  </a:ext>
                </a:extLst>
              </p:cNvPr>
              <p:cNvSpPr/>
              <p:nvPr/>
            </p:nvSpPr>
            <p:spPr>
              <a:xfrm>
                <a:off x="7396374" y="3247884"/>
                <a:ext cx="199474" cy="251642"/>
              </a:xfrm>
              <a:custGeom>
                <a:avLst/>
                <a:gdLst>
                  <a:gd name="connsiteX0" fmla="*/ 26649 w 199474"/>
                  <a:gd name="connsiteY0" fmla="*/ 251563 h 251642"/>
                  <a:gd name="connsiteX1" fmla="*/ 159202 w 199474"/>
                  <a:gd name="connsiteY1" fmla="*/ 251563 h 251642"/>
                  <a:gd name="connsiteX2" fmla="*/ 199321 w 199474"/>
                  <a:gd name="connsiteY2" fmla="*/ 211444 h 251642"/>
                  <a:gd name="connsiteX3" fmla="*/ 199321 w 199474"/>
                  <a:gd name="connsiteY3" fmla="*/ 211410 h 251642"/>
                  <a:gd name="connsiteX4" fmla="*/ 199321 w 199474"/>
                  <a:gd name="connsiteY4" fmla="*/ 20751 h 251642"/>
                  <a:gd name="connsiteX5" fmla="*/ 178525 w 199474"/>
                  <a:gd name="connsiteY5" fmla="*/ -79 h 251642"/>
                  <a:gd name="connsiteX6" fmla="*/ 39668 w 199474"/>
                  <a:gd name="connsiteY6" fmla="*/ -79 h 251642"/>
                  <a:gd name="connsiteX7" fmla="*/ 14795 w 199474"/>
                  <a:gd name="connsiteY7" fmla="*/ 25137 h 251642"/>
                  <a:gd name="connsiteX8" fmla="*/ -74 w 199474"/>
                  <a:gd name="connsiteY8" fmla="*/ 222716 h 251642"/>
                  <a:gd name="connsiteX9" fmla="*/ 24662 w 199474"/>
                  <a:gd name="connsiteY9" fmla="*/ 251488 h 251642"/>
                  <a:gd name="connsiteX10" fmla="*/ 26649 w 199474"/>
                  <a:gd name="connsiteY10" fmla="*/ 251563 h 25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9474" h="251642">
                    <a:moveTo>
                      <a:pt x="26649" y="251563"/>
                    </a:moveTo>
                    <a:lnTo>
                      <a:pt x="159202" y="251563"/>
                    </a:lnTo>
                    <a:cubicBezTo>
                      <a:pt x="181369" y="251563"/>
                      <a:pt x="199321" y="233601"/>
                      <a:pt x="199321" y="211444"/>
                    </a:cubicBezTo>
                    <a:cubicBezTo>
                      <a:pt x="199321" y="211434"/>
                      <a:pt x="199321" y="211420"/>
                      <a:pt x="199321" y="211410"/>
                    </a:cubicBezTo>
                    <a:lnTo>
                      <a:pt x="199321" y="20751"/>
                    </a:lnTo>
                    <a:cubicBezTo>
                      <a:pt x="199321" y="9260"/>
                      <a:pt x="190002" y="-58"/>
                      <a:pt x="178525" y="-79"/>
                    </a:cubicBezTo>
                    <a:lnTo>
                      <a:pt x="39668" y="-79"/>
                    </a:lnTo>
                    <a:cubicBezTo>
                      <a:pt x="26683" y="-79"/>
                      <a:pt x="15891" y="10884"/>
                      <a:pt x="14795" y="25137"/>
                    </a:cubicBezTo>
                    <a:lnTo>
                      <a:pt x="-74" y="222716"/>
                    </a:lnTo>
                    <a:cubicBezTo>
                      <a:pt x="-1205" y="237489"/>
                      <a:pt x="9896" y="250371"/>
                      <a:pt x="24662" y="251488"/>
                    </a:cubicBezTo>
                    <a:cubicBezTo>
                      <a:pt x="25313" y="251536"/>
                      <a:pt x="25998" y="251563"/>
                      <a:pt x="26649" y="25156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83B9E61-27A6-6EC6-303A-B9B5E4CDDE56}"/>
                  </a:ext>
                </a:extLst>
              </p:cNvPr>
              <p:cNvSpPr/>
              <p:nvPr/>
            </p:nvSpPr>
            <p:spPr>
              <a:xfrm>
                <a:off x="3404781" y="6462155"/>
                <a:ext cx="2503129" cy="151876"/>
              </a:xfrm>
              <a:custGeom>
                <a:avLst/>
                <a:gdLst>
                  <a:gd name="connsiteX0" fmla="*/ 0 w 2503129"/>
                  <a:gd name="connsiteY0" fmla="*/ 0 h 151876"/>
                  <a:gd name="connsiteX1" fmla="*/ 2503130 w 2503129"/>
                  <a:gd name="connsiteY1" fmla="*/ 0 h 151876"/>
                  <a:gd name="connsiteX2" fmla="*/ 2503130 w 2503129"/>
                  <a:gd name="connsiteY2" fmla="*/ 151876 h 151876"/>
                  <a:gd name="connsiteX3" fmla="*/ 0 w 2503129"/>
                  <a:gd name="connsiteY3" fmla="*/ 151876 h 151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03129" h="151876">
                    <a:moveTo>
                      <a:pt x="0" y="0"/>
                    </a:moveTo>
                    <a:lnTo>
                      <a:pt x="2503130" y="0"/>
                    </a:lnTo>
                    <a:lnTo>
                      <a:pt x="2503130" y="151876"/>
                    </a:lnTo>
                    <a:lnTo>
                      <a:pt x="0" y="151876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380111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D3A71E76-CFDA-88A2-3318-D95C39E431EB}"/>
                  </a:ext>
                </a:extLst>
              </p:cNvPr>
              <p:cNvSpPr/>
              <p:nvPr/>
            </p:nvSpPr>
            <p:spPr>
              <a:xfrm>
                <a:off x="3354144" y="5474978"/>
                <a:ext cx="2511523" cy="1001224"/>
              </a:xfrm>
              <a:custGeom>
                <a:avLst/>
                <a:gdLst>
                  <a:gd name="connsiteX0" fmla="*/ 2511370 w 2511523"/>
                  <a:gd name="connsiteY0" fmla="*/ 68853 h 1001224"/>
                  <a:gd name="connsiteX1" fmla="*/ 2412529 w 2511523"/>
                  <a:gd name="connsiteY1" fmla="*/ -79 h 1001224"/>
                  <a:gd name="connsiteX2" fmla="*/ 111398 w 2511523"/>
                  <a:gd name="connsiteY2" fmla="*/ -79 h 1001224"/>
                  <a:gd name="connsiteX3" fmla="*/ -153 w 2511523"/>
                  <a:gd name="connsiteY3" fmla="*/ 68853 h 1001224"/>
                  <a:gd name="connsiteX4" fmla="*/ -153 w 2511523"/>
                  <a:gd name="connsiteY4" fmla="*/ 931563 h 1001224"/>
                  <a:gd name="connsiteX5" fmla="*/ 111398 w 2511523"/>
                  <a:gd name="connsiteY5" fmla="*/ 1001146 h 1001224"/>
                  <a:gd name="connsiteX6" fmla="*/ 2412529 w 2511523"/>
                  <a:gd name="connsiteY6" fmla="*/ 1001146 h 1001224"/>
                  <a:gd name="connsiteX7" fmla="*/ 2511370 w 2511523"/>
                  <a:gd name="connsiteY7" fmla="*/ 931563 h 1001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11523" h="1001224">
                    <a:moveTo>
                      <a:pt x="2511370" y="68853"/>
                    </a:moveTo>
                    <a:cubicBezTo>
                      <a:pt x="2511370" y="30927"/>
                      <a:pt x="2473683" y="-79"/>
                      <a:pt x="2412529" y="-79"/>
                    </a:cubicBezTo>
                    <a:lnTo>
                      <a:pt x="111398" y="-79"/>
                    </a:lnTo>
                    <a:cubicBezTo>
                      <a:pt x="50312" y="-79"/>
                      <a:pt x="-153" y="30755"/>
                      <a:pt x="-153" y="68853"/>
                    </a:cubicBezTo>
                    <a:lnTo>
                      <a:pt x="-153" y="931563"/>
                    </a:lnTo>
                    <a:cubicBezTo>
                      <a:pt x="-153" y="969489"/>
                      <a:pt x="50312" y="1001146"/>
                      <a:pt x="111398" y="1001146"/>
                    </a:cubicBezTo>
                    <a:lnTo>
                      <a:pt x="2412529" y="1001146"/>
                    </a:lnTo>
                    <a:cubicBezTo>
                      <a:pt x="2473615" y="1001146"/>
                      <a:pt x="2511370" y="969489"/>
                      <a:pt x="2511370" y="931563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95DAE54E-6664-4EA1-208F-AB7900A06BCA}"/>
                  </a:ext>
                </a:extLst>
              </p:cNvPr>
              <p:cNvSpPr/>
              <p:nvPr/>
            </p:nvSpPr>
            <p:spPr>
              <a:xfrm>
                <a:off x="3427256" y="5519962"/>
                <a:ext cx="2382190" cy="908447"/>
              </a:xfrm>
              <a:custGeom>
                <a:avLst/>
                <a:gdLst>
                  <a:gd name="connsiteX0" fmla="*/ 2382037 w 2382190"/>
                  <a:gd name="connsiteY0" fmla="*/ 58643 h 908447"/>
                  <a:gd name="connsiteX1" fmla="*/ 2276652 w 2382190"/>
                  <a:gd name="connsiteY1" fmla="*/ -79 h 908447"/>
                  <a:gd name="connsiteX2" fmla="*/ 105848 w 2382190"/>
                  <a:gd name="connsiteY2" fmla="*/ -79 h 908447"/>
                  <a:gd name="connsiteX3" fmla="*/ -153 w 2382190"/>
                  <a:gd name="connsiteY3" fmla="*/ 58643 h 908447"/>
                  <a:gd name="connsiteX4" fmla="*/ -153 w 2382190"/>
                  <a:gd name="connsiteY4" fmla="*/ 847248 h 908447"/>
                  <a:gd name="connsiteX5" fmla="*/ 105848 w 2382190"/>
                  <a:gd name="connsiteY5" fmla="*/ 908368 h 908447"/>
                  <a:gd name="connsiteX6" fmla="*/ 2276652 w 2382190"/>
                  <a:gd name="connsiteY6" fmla="*/ 908368 h 908447"/>
                  <a:gd name="connsiteX7" fmla="*/ 2382037 w 2382190"/>
                  <a:gd name="connsiteY7" fmla="*/ 847248 h 908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82190" h="908447">
                    <a:moveTo>
                      <a:pt x="2382037" y="58643"/>
                    </a:moveTo>
                    <a:cubicBezTo>
                      <a:pt x="2382037" y="23938"/>
                      <a:pt x="2334244" y="-79"/>
                      <a:pt x="2276652" y="-79"/>
                    </a:cubicBezTo>
                    <a:lnTo>
                      <a:pt x="105848" y="-79"/>
                    </a:lnTo>
                    <a:cubicBezTo>
                      <a:pt x="48222" y="-79"/>
                      <a:pt x="-153" y="23903"/>
                      <a:pt x="-153" y="58643"/>
                    </a:cubicBezTo>
                    <a:lnTo>
                      <a:pt x="-153" y="847248"/>
                    </a:lnTo>
                    <a:cubicBezTo>
                      <a:pt x="-153" y="881954"/>
                      <a:pt x="48222" y="908368"/>
                      <a:pt x="105848" y="908368"/>
                    </a:cubicBezTo>
                    <a:lnTo>
                      <a:pt x="2276652" y="908368"/>
                    </a:lnTo>
                    <a:cubicBezTo>
                      <a:pt x="2334244" y="908368"/>
                      <a:pt x="2382037" y="881954"/>
                      <a:pt x="2382037" y="84724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chemeClr val="bg1"/>
                    </a:solidFill>
                    <a:latin typeface="Lora" pitchFamily="2" charset="0"/>
                  </a:rPr>
                  <a:t>Import</a:t>
                </a: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C9BAF04C-F096-57FA-B149-C1A3D657A5E7}"/>
                  </a:ext>
                </a:extLst>
              </p:cNvPr>
              <p:cNvSpPr/>
              <p:nvPr/>
            </p:nvSpPr>
            <p:spPr>
              <a:xfrm>
                <a:off x="5888176" y="5795723"/>
                <a:ext cx="620112" cy="818445"/>
              </a:xfrm>
              <a:custGeom>
                <a:avLst/>
                <a:gdLst>
                  <a:gd name="connsiteX0" fmla="*/ 593133 w 620112"/>
                  <a:gd name="connsiteY0" fmla="*/ 356434 h 818445"/>
                  <a:gd name="connsiteX1" fmla="*/ 479663 w 620112"/>
                  <a:gd name="connsiteY1" fmla="*/ 10199 h 818445"/>
                  <a:gd name="connsiteX2" fmla="*/ 459381 w 620112"/>
                  <a:gd name="connsiteY2" fmla="*/ -79 h 818445"/>
                  <a:gd name="connsiteX3" fmla="*/ -153 w 620112"/>
                  <a:gd name="connsiteY3" fmla="*/ -79 h 818445"/>
                  <a:gd name="connsiteX4" fmla="*/ -153 w 620112"/>
                  <a:gd name="connsiteY4" fmla="*/ 818366 h 818445"/>
                  <a:gd name="connsiteX5" fmla="*/ 619959 w 620112"/>
                  <a:gd name="connsiteY5" fmla="*/ 818366 h 818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0112" h="818445">
                    <a:moveTo>
                      <a:pt x="593133" y="356434"/>
                    </a:moveTo>
                    <a:lnTo>
                      <a:pt x="479663" y="10199"/>
                    </a:lnTo>
                    <a:cubicBezTo>
                      <a:pt x="476819" y="1394"/>
                      <a:pt x="468631" y="-79"/>
                      <a:pt x="459381" y="-79"/>
                    </a:cubicBezTo>
                    <a:lnTo>
                      <a:pt x="-153" y="-79"/>
                    </a:lnTo>
                    <a:lnTo>
                      <a:pt x="-153" y="818366"/>
                    </a:lnTo>
                    <a:lnTo>
                      <a:pt x="619959" y="818366"/>
                    </a:lnTo>
                    <a:close/>
                  </a:path>
                </a:pathLst>
              </a:custGeom>
              <a:solidFill>
                <a:schemeClr val="accent5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09E5F7E8-AA17-31F0-4054-132A27D8B514}"/>
                  </a:ext>
                </a:extLst>
              </p:cNvPr>
              <p:cNvSpPr/>
              <p:nvPr/>
            </p:nvSpPr>
            <p:spPr>
              <a:xfrm>
                <a:off x="6012815" y="6488170"/>
                <a:ext cx="516510" cy="155908"/>
              </a:xfrm>
              <a:custGeom>
                <a:avLst/>
                <a:gdLst>
                  <a:gd name="connsiteX0" fmla="*/ 503645 w 516510"/>
                  <a:gd name="connsiteY0" fmla="*/ 5974 h 155908"/>
                  <a:gd name="connsiteX1" fmla="*/ 479183 w 516510"/>
                  <a:gd name="connsiteY1" fmla="*/ -55 h 155908"/>
                  <a:gd name="connsiteX2" fmla="*/ 2553 w 516510"/>
                  <a:gd name="connsiteY2" fmla="*/ 9126 h 155908"/>
                  <a:gd name="connsiteX3" fmla="*/ -153 w 516510"/>
                  <a:gd name="connsiteY3" fmla="*/ 144181 h 155908"/>
                  <a:gd name="connsiteX4" fmla="*/ 479286 w 516510"/>
                  <a:gd name="connsiteY4" fmla="*/ 155830 h 155908"/>
                  <a:gd name="connsiteX5" fmla="*/ 516356 w 516510"/>
                  <a:gd name="connsiteY5" fmla="*/ 135650 h 155908"/>
                  <a:gd name="connsiteX6" fmla="*/ 516356 w 516510"/>
                  <a:gd name="connsiteY6" fmla="*/ 21255 h 155908"/>
                  <a:gd name="connsiteX7" fmla="*/ 503645 w 516510"/>
                  <a:gd name="connsiteY7" fmla="*/ 5974 h 155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6510" h="155908">
                    <a:moveTo>
                      <a:pt x="503645" y="5974"/>
                    </a:moveTo>
                    <a:cubicBezTo>
                      <a:pt x="496210" y="1760"/>
                      <a:pt x="487748" y="-329"/>
                      <a:pt x="479183" y="-55"/>
                    </a:cubicBezTo>
                    <a:lnTo>
                      <a:pt x="2553" y="9126"/>
                    </a:lnTo>
                    <a:lnTo>
                      <a:pt x="-153" y="144181"/>
                    </a:lnTo>
                    <a:lnTo>
                      <a:pt x="479286" y="155830"/>
                    </a:lnTo>
                    <a:cubicBezTo>
                      <a:pt x="496690" y="155830"/>
                      <a:pt x="516356" y="147435"/>
                      <a:pt x="516356" y="135650"/>
                    </a:cubicBezTo>
                    <a:lnTo>
                      <a:pt x="516356" y="21255"/>
                    </a:lnTo>
                    <a:cubicBezTo>
                      <a:pt x="516458" y="15499"/>
                      <a:pt x="509778" y="10017"/>
                      <a:pt x="503645" y="5974"/>
                    </a:cubicBezTo>
                    <a:close/>
                  </a:path>
                </a:pathLst>
              </a:custGeom>
              <a:solidFill>
                <a:schemeClr val="bg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5E58B97B-D3F8-1D44-7646-4A2D87EE50B7}"/>
                  </a:ext>
                </a:extLst>
              </p:cNvPr>
              <p:cNvSpPr/>
              <p:nvPr/>
            </p:nvSpPr>
            <p:spPr>
              <a:xfrm>
                <a:off x="6014283" y="5843414"/>
                <a:ext cx="379319" cy="314631"/>
              </a:xfrm>
              <a:custGeom>
                <a:avLst/>
                <a:gdLst>
                  <a:gd name="connsiteX0" fmla="*/ 378463 w 379319"/>
                  <a:gd name="connsiteY0" fmla="*/ 287982 h 314631"/>
                  <a:gd name="connsiteX1" fmla="*/ 309943 w 379319"/>
                  <a:gd name="connsiteY1" fmla="*/ 16537 h 314631"/>
                  <a:gd name="connsiteX2" fmla="*/ 289387 w 379319"/>
                  <a:gd name="connsiteY2" fmla="*/ -79 h 314631"/>
                  <a:gd name="connsiteX3" fmla="*/ 21162 w 379319"/>
                  <a:gd name="connsiteY3" fmla="*/ -79 h 314631"/>
                  <a:gd name="connsiteX4" fmla="*/ -148 w 379319"/>
                  <a:gd name="connsiteY4" fmla="*/ 22670 h 314631"/>
                  <a:gd name="connsiteX5" fmla="*/ 6293 w 379319"/>
                  <a:gd name="connsiteY5" fmla="*/ 240326 h 314631"/>
                  <a:gd name="connsiteX6" fmla="*/ 24177 w 379319"/>
                  <a:gd name="connsiteY6" fmla="*/ 260882 h 314631"/>
                  <a:gd name="connsiteX7" fmla="*/ 354550 w 379319"/>
                  <a:gd name="connsiteY7" fmla="*/ 314294 h 314631"/>
                  <a:gd name="connsiteX8" fmla="*/ 378909 w 379319"/>
                  <a:gd name="connsiteY8" fmla="*/ 296547 h 314631"/>
                  <a:gd name="connsiteX9" fmla="*/ 378532 w 379319"/>
                  <a:gd name="connsiteY9" fmla="*/ 288085 h 314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9319" h="314631">
                    <a:moveTo>
                      <a:pt x="378463" y="287982"/>
                    </a:moveTo>
                    <a:lnTo>
                      <a:pt x="309943" y="16537"/>
                    </a:lnTo>
                    <a:cubicBezTo>
                      <a:pt x="307613" y="7013"/>
                      <a:pt x="299185" y="195"/>
                      <a:pt x="289387" y="-79"/>
                    </a:cubicBezTo>
                    <a:lnTo>
                      <a:pt x="21162" y="-79"/>
                    </a:lnTo>
                    <a:cubicBezTo>
                      <a:pt x="9034" y="435"/>
                      <a:pt x="-422" y="10542"/>
                      <a:pt x="-148" y="22670"/>
                    </a:cubicBezTo>
                    <a:lnTo>
                      <a:pt x="6293" y="240326"/>
                    </a:lnTo>
                    <a:cubicBezTo>
                      <a:pt x="6533" y="250570"/>
                      <a:pt x="14036" y="259238"/>
                      <a:pt x="24177" y="260882"/>
                    </a:cubicBezTo>
                    <a:lnTo>
                      <a:pt x="354550" y="314294"/>
                    </a:lnTo>
                    <a:cubicBezTo>
                      <a:pt x="366164" y="316110"/>
                      <a:pt x="377093" y="308161"/>
                      <a:pt x="378909" y="296547"/>
                    </a:cubicBezTo>
                    <a:cubicBezTo>
                      <a:pt x="379354" y="293738"/>
                      <a:pt x="379217" y="290860"/>
                      <a:pt x="378532" y="2880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879658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AD966E2B-4C9E-8819-BAF6-1D9B2A8C8FA8}"/>
                  </a:ext>
                </a:extLst>
              </p:cNvPr>
              <p:cNvSpPr/>
              <p:nvPr/>
            </p:nvSpPr>
            <p:spPr>
              <a:xfrm>
                <a:off x="6357906" y="5840056"/>
                <a:ext cx="123727" cy="321080"/>
              </a:xfrm>
              <a:custGeom>
                <a:avLst/>
                <a:gdLst>
                  <a:gd name="connsiteX0" fmla="*/ 21136 w 123727"/>
                  <a:gd name="connsiteY0" fmla="*/ -79 h 321080"/>
                  <a:gd name="connsiteX1" fmla="*/ 17710 w 123727"/>
                  <a:gd name="connsiteY1" fmla="*/ 504 h 321080"/>
                  <a:gd name="connsiteX2" fmla="*/ 134 w 123727"/>
                  <a:gd name="connsiteY2" fmla="*/ 25068 h 321080"/>
                  <a:gd name="connsiteX3" fmla="*/ 580 w 123727"/>
                  <a:gd name="connsiteY3" fmla="*/ 27055 h 321080"/>
                  <a:gd name="connsiteX4" fmla="*/ 75438 w 123727"/>
                  <a:gd name="connsiteY4" fmla="*/ 305249 h 321080"/>
                  <a:gd name="connsiteX5" fmla="*/ 99969 w 123727"/>
                  <a:gd name="connsiteY5" fmla="*/ 320632 h 321080"/>
                  <a:gd name="connsiteX6" fmla="*/ 123574 w 123727"/>
                  <a:gd name="connsiteY6" fmla="*/ 316212 h 321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727" h="321080">
                    <a:moveTo>
                      <a:pt x="21136" y="-79"/>
                    </a:moveTo>
                    <a:lnTo>
                      <a:pt x="17710" y="504"/>
                    </a:lnTo>
                    <a:cubicBezTo>
                      <a:pt x="6096" y="2422"/>
                      <a:pt x="-1785" y="13419"/>
                      <a:pt x="134" y="25068"/>
                    </a:cubicBezTo>
                    <a:cubicBezTo>
                      <a:pt x="271" y="25719"/>
                      <a:pt x="408" y="26404"/>
                      <a:pt x="580" y="27055"/>
                    </a:cubicBezTo>
                    <a:lnTo>
                      <a:pt x="75438" y="305249"/>
                    </a:lnTo>
                    <a:cubicBezTo>
                      <a:pt x="78350" y="315973"/>
                      <a:pt x="89040" y="322688"/>
                      <a:pt x="99969" y="320632"/>
                    </a:cubicBezTo>
                    <a:lnTo>
                      <a:pt x="123574" y="316212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87957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CD12C88-685C-5C91-EF1E-8EFC92BECAEA}"/>
                  </a:ext>
                </a:extLst>
              </p:cNvPr>
              <p:cNvSpPr/>
              <p:nvPr/>
            </p:nvSpPr>
            <p:spPr>
              <a:xfrm>
                <a:off x="6017578" y="6178103"/>
                <a:ext cx="123748" cy="42174"/>
              </a:xfrm>
              <a:custGeom>
                <a:avLst/>
                <a:gdLst>
                  <a:gd name="connsiteX0" fmla="*/ 104391 w 123748"/>
                  <a:gd name="connsiteY0" fmla="*/ 0 h 42174"/>
                  <a:gd name="connsiteX1" fmla="*/ 123748 w 123748"/>
                  <a:gd name="connsiteY1" fmla="*/ 0 h 42174"/>
                  <a:gd name="connsiteX2" fmla="*/ 123748 w 123748"/>
                  <a:gd name="connsiteY2" fmla="*/ 42175 h 42174"/>
                  <a:gd name="connsiteX3" fmla="*/ 104391 w 123748"/>
                  <a:gd name="connsiteY3" fmla="*/ 42175 h 42174"/>
                  <a:gd name="connsiteX4" fmla="*/ 19357 w 123748"/>
                  <a:gd name="connsiteY4" fmla="*/ 42175 h 42174"/>
                  <a:gd name="connsiteX5" fmla="*/ 0 w 123748"/>
                  <a:gd name="connsiteY5" fmla="*/ 42175 h 42174"/>
                  <a:gd name="connsiteX6" fmla="*/ 0 w 123748"/>
                  <a:gd name="connsiteY6" fmla="*/ 0 h 42174"/>
                  <a:gd name="connsiteX7" fmla="*/ 19357 w 123748"/>
                  <a:gd name="connsiteY7" fmla="*/ 0 h 42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748" h="42174">
                    <a:moveTo>
                      <a:pt x="104391" y="0"/>
                    </a:moveTo>
                    <a:cubicBezTo>
                      <a:pt x="115082" y="0"/>
                      <a:pt x="123748" y="0"/>
                      <a:pt x="123748" y="0"/>
                    </a:cubicBezTo>
                    <a:lnTo>
                      <a:pt x="123748" y="42175"/>
                    </a:lnTo>
                    <a:cubicBezTo>
                      <a:pt x="123748" y="42175"/>
                      <a:pt x="115082" y="42175"/>
                      <a:pt x="104391" y="42175"/>
                    </a:cubicBezTo>
                    <a:lnTo>
                      <a:pt x="19357" y="42175"/>
                    </a:lnTo>
                    <a:cubicBezTo>
                      <a:pt x="8667" y="42175"/>
                      <a:pt x="0" y="42175"/>
                      <a:pt x="0" y="42175"/>
                    </a:cubicBezTo>
                    <a:lnTo>
                      <a:pt x="0" y="0"/>
                    </a:lnTo>
                    <a:cubicBezTo>
                      <a:pt x="0" y="0"/>
                      <a:pt x="8666" y="0"/>
                      <a:pt x="1935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1473D"/>
                  </a:gs>
                  <a:gs pos="50000">
                    <a:srgbClr val="E5534B"/>
                  </a:gs>
                  <a:gs pos="100000">
                    <a:srgbClr val="E9605A"/>
                  </a:gs>
                </a:gsLst>
                <a:lin ang="6456654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B174BD64-462F-9579-036B-C0DAD1711EC5}"/>
                  </a:ext>
                </a:extLst>
              </p:cNvPr>
              <p:cNvSpPr/>
              <p:nvPr/>
            </p:nvSpPr>
            <p:spPr>
              <a:xfrm>
                <a:off x="5888176" y="5548634"/>
                <a:ext cx="281517" cy="246952"/>
              </a:xfrm>
              <a:custGeom>
                <a:avLst/>
                <a:gdLst>
                  <a:gd name="connsiteX0" fmla="*/ 35066 w 281517"/>
                  <a:gd name="connsiteY0" fmla="*/ 27 h 246952"/>
                  <a:gd name="connsiteX1" fmla="*/ 11872 w 281517"/>
                  <a:gd name="connsiteY1" fmla="*/ 5646 h 246952"/>
                  <a:gd name="connsiteX2" fmla="*/ -153 w 281517"/>
                  <a:gd name="connsiteY2" fmla="*/ 23359 h 246952"/>
                  <a:gd name="connsiteX3" fmla="*/ -153 w 281517"/>
                  <a:gd name="connsiteY3" fmla="*/ 246873 h 246952"/>
                  <a:gd name="connsiteX4" fmla="*/ 281364 w 281517"/>
                  <a:gd name="connsiteY4" fmla="*/ 246873 h 246952"/>
                  <a:gd name="connsiteX5" fmla="*/ 35066 w 281517"/>
                  <a:gd name="connsiteY5" fmla="*/ 27 h 246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1517" h="246952">
                    <a:moveTo>
                      <a:pt x="35066" y="27"/>
                    </a:moveTo>
                    <a:cubicBezTo>
                      <a:pt x="27906" y="-487"/>
                      <a:pt x="17114" y="781"/>
                      <a:pt x="11872" y="5646"/>
                    </a:cubicBezTo>
                    <a:cubicBezTo>
                      <a:pt x="6630" y="10511"/>
                      <a:pt x="-153" y="16198"/>
                      <a:pt x="-153" y="23359"/>
                    </a:cubicBezTo>
                    <a:lnTo>
                      <a:pt x="-153" y="246873"/>
                    </a:lnTo>
                    <a:lnTo>
                      <a:pt x="281364" y="246873"/>
                    </a:lnTo>
                    <a:cubicBezTo>
                      <a:pt x="281364" y="246873"/>
                      <a:pt x="266495" y="16918"/>
                      <a:pt x="35066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CC0234EC-3371-2E8B-B373-B9E3298D07A8}"/>
                  </a:ext>
                </a:extLst>
              </p:cNvPr>
              <p:cNvSpPr/>
              <p:nvPr/>
            </p:nvSpPr>
            <p:spPr>
              <a:xfrm rot="16444200">
                <a:off x="5961018" y="6420583"/>
                <a:ext cx="432228" cy="432228"/>
              </a:xfrm>
              <a:custGeom>
                <a:avLst/>
                <a:gdLst>
                  <a:gd name="connsiteX0" fmla="*/ 432075 w 432228"/>
                  <a:gd name="connsiteY0" fmla="*/ 216035 h 432228"/>
                  <a:gd name="connsiteX1" fmla="*/ 215961 w 432228"/>
                  <a:gd name="connsiteY1" fmla="*/ 432150 h 432228"/>
                  <a:gd name="connsiteX2" fmla="*/ -153 w 432228"/>
                  <a:gd name="connsiteY2" fmla="*/ 216035 h 432228"/>
                  <a:gd name="connsiteX3" fmla="*/ 215961 w 432228"/>
                  <a:gd name="connsiteY3" fmla="*/ -79 h 432228"/>
                  <a:gd name="connsiteX4" fmla="*/ 432075 w 432228"/>
                  <a:gd name="connsiteY4" fmla="*/ 216035 h 43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2228" h="432228">
                    <a:moveTo>
                      <a:pt x="432075" y="216035"/>
                    </a:moveTo>
                    <a:cubicBezTo>
                      <a:pt x="432075" y="335392"/>
                      <a:pt x="335318" y="432150"/>
                      <a:pt x="215961" y="432150"/>
                    </a:cubicBezTo>
                    <a:cubicBezTo>
                      <a:pt x="96604" y="432150"/>
                      <a:pt x="-153" y="335392"/>
                      <a:pt x="-153" y="216035"/>
                    </a:cubicBezTo>
                    <a:cubicBezTo>
                      <a:pt x="-153" y="96679"/>
                      <a:pt x="96604" y="-79"/>
                      <a:pt x="215961" y="-79"/>
                    </a:cubicBezTo>
                    <a:cubicBezTo>
                      <a:pt x="335318" y="-79"/>
                      <a:pt x="432075" y="96679"/>
                      <a:pt x="432075" y="2160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51558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ECEFBB40-4DD2-387C-90E6-99E3CCD26EA7}"/>
                  </a:ext>
                </a:extLst>
              </p:cNvPr>
              <p:cNvSpPr/>
              <p:nvPr/>
            </p:nvSpPr>
            <p:spPr>
              <a:xfrm rot="21178800">
                <a:off x="6001433" y="6460563"/>
                <a:ext cx="351031" cy="351031"/>
              </a:xfrm>
              <a:custGeom>
                <a:avLst/>
                <a:gdLst>
                  <a:gd name="connsiteX0" fmla="*/ 350878 w 351031"/>
                  <a:gd name="connsiteY0" fmla="*/ 175437 h 351031"/>
                  <a:gd name="connsiteX1" fmla="*/ 175363 w 351031"/>
                  <a:gd name="connsiteY1" fmla="*/ 350953 h 351031"/>
                  <a:gd name="connsiteX2" fmla="*/ -153 w 351031"/>
                  <a:gd name="connsiteY2" fmla="*/ 175437 h 351031"/>
                  <a:gd name="connsiteX3" fmla="*/ 175363 w 351031"/>
                  <a:gd name="connsiteY3" fmla="*/ -79 h 351031"/>
                  <a:gd name="connsiteX4" fmla="*/ 350878 w 351031"/>
                  <a:gd name="connsiteY4" fmla="*/ 175437 h 351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031" h="351031">
                    <a:moveTo>
                      <a:pt x="350878" y="175437"/>
                    </a:moveTo>
                    <a:cubicBezTo>
                      <a:pt x="350878" y="272372"/>
                      <a:pt x="272297" y="350953"/>
                      <a:pt x="175363" y="350953"/>
                    </a:cubicBezTo>
                    <a:cubicBezTo>
                      <a:pt x="78428" y="350953"/>
                      <a:pt x="-153" y="272372"/>
                      <a:pt x="-153" y="175437"/>
                    </a:cubicBezTo>
                    <a:cubicBezTo>
                      <a:pt x="-153" y="78502"/>
                      <a:pt x="78428" y="-79"/>
                      <a:pt x="175363" y="-79"/>
                    </a:cubicBezTo>
                    <a:cubicBezTo>
                      <a:pt x="272297" y="-79"/>
                      <a:pt x="350878" y="78502"/>
                      <a:pt x="350878" y="17543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90CFA9C-0B48-0609-CB8F-9DA36437E8D9}"/>
                  </a:ext>
                </a:extLst>
              </p:cNvPr>
              <p:cNvSpPr/>
              <p:nvPr/>
            </p:nvSpPr>
            <p:spPr>
              <a:xfrm>
                <a:off x="6101840" y="6477588"/>
                <a:ext cx="237913" cy="222470"/>
              </a:xfrm>
              <a:custGeom>
                <a:avLst/>
                <a:gdLst>
                  <a:gd name="connsiteX0" fmla="*/ 222214 w 237913"/>
                  <a:gd name="connsiteY0" fmla="*/ 222392 h 222470"/>
                  <a:gd name="connsiteX1" fmla="*/ 220912 w 237913"/>
                  <a:gd name="connsiteY1" fmla="*/ 222118 h 222470"/>
                  <a:gd name="connsiteX2" fmla="*/ 219131 w 237913"/>
                  <a:gd name="connsiteY2" fmla="*/ 217767 h 222470"/>
                  <a:gd name="connsiteX3" fmla="*/ 137968 w 237913"/>
                  <a:gd name="connsiteY3" fmla="*/ 18543 h 222470"/>
                  <a:gd name="connsiteX4" fmla="*/ 4798 w 237913"/>
                  <a:gd name="connsiteY4" fmla="*/ 25909 h 222470"/>
                  <a:gd name="connsiteX5" fmla="*/ 242 w 237913"/>
                  <a:gd name="connsiteY5" fmla="*/ 24641 h 222470"/>
                  <a:gd name="connsiteX6" fmla="*/ 1543 w 237913"/>
                  <a:gd name="connsiteY6" fmla="*/ 20084 h 222470"/>
                  <a:gd name="connsiteX7" fmla="*/ 217623 w 237913"/>
                  <a:gd name="connsiteY7" fmla="*/ 81376 h 222470"/>
                  <a:gd name="connsiteX8" fmla="*/ 225298 w 237913"/>
                  <a:gd name="connsiteY8" fmla="*/ 220473 h 222470"/>
                  <a:gd name="connsiteX9" fmla="*/ 222214 w 237913"/>
                  <a:gd name="connsiteY9" fmla="*/ 222392 h 222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7913" h="222470">
                    <a:moveTo>
                      <a:pt x="222214" y="222392"/>
                    </a:moveTo>
                    <a:cubicBezTo>
                      <a:pt x="221769" y="222392"/>
                      <a:pt x="221323" y="222289"/>
                      <a:pt x="220912" y="222118"/>
                    </a:cubicBezTo>
                    <a:cubicBezTo>
                      <a:pt x="219268" y="221364"/>
                      <a:pt x="218480" y="219446"/>
                      <a:pt x="219131" y="217767"/>
                    </a:cubicBezTo>
                    <a:cubicBezTo>
                      <a:pt x="251746" y="140338"/>
                      <a:pt x="215396" y="51159"/>
                      <a:pt x="137968" y="18543"/>
                    </a:cubicBezTo>
                    <a:cubicBezTo>
                      <a:pt x="94800" y="385"/>
                      <a:pt x="45670" y="3091"/>
                      <a:pt x="4798" y="25909"/>
                    </a:cubicBezTo>
                    <a:cubicBezTo>
                      <a:pt x="3188" y="26765"/>
                      <a:pt x="1166" y="26217"/>
                      <a:pt x="242" y="24641"/>
                    </a:cubicBezTo>
                    <a:cubicBezTo>
                      <a:pt x="-615" y="23031"/>
                      <a:pt x="-33" y="21010"/>
                      <a:pt x="1543" y="20084"/>
                    </a:cubicBezTo>
                    <a:cubicBezTo>
                      <a:pt x="78150" y="-22672"/>
                      <a:pt x="174901" y="4804"/>
                      <a:pt x="217623" y="81376"/>
                    </a:cubicBezTo>
                    <a:cubicBezTo>
                      <a:pt x="241468" y="124099"/>
                      <a:pt x="244278" y="175421"/>
                      <a:pt x="225298" y="220473"/>
                    </a:cubicBezTo>
                    <a:cubicBezTo>
                      <a:pt x="224715" y="221638"/>
                      <a:pt x="223516" y="222392"/>
                      <a:pt x="222214" y="2223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263310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66034DA4-8660-0A9C-7D83-282438CABAFF}"/>
                  </a:ext>
                </a:extLst>
              </p:cNvPr>
              <p:cNvSpPr/>
              <p:nvPr/>
            </p:nvSpPr>
            <p:spPr>
              <a:xfrm rot="16996800">
                <a:off x="6096152" y="6555469"/>
                <a:ext cx="161023" cy="161023"/>
              </a:xfrm>
              <a:custGeom>
                <a:avLst/>
                <a:gdLst>
                  <a:gd name="connsiteX0" fmla="*/ 160870 w 161023"/>
                  <a:gd name="connsiteY0" fmla="*/ 80433 h 161023"/>
                  <a:gd name="connsiteX1" fmla="*/ 80358 w 161023"/>
                  <a:gd name="connsiteY1" fmla="*/ 160945 h 161023"/>
                  <a:gd name="connsiteX2" fmla="*/ -154 w 161023"/>
                  <a:gd name="connsiteY2" fmla="*/ 80433 h 161023"/>
                  <a:gd name="connsiteX3" fmla="*/ 80358 w 161023"/>
                  <a:gd name="connsiteY3" fmla="*/ -79 h 161023"/>
                  <a:gd name="connsiteX4" fmla="*/ 160870 w 161023"/>
                  <a:gd name="connsiteY4" fmla="*/ 80433 h 16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023" h="161023">
                    <a:moveTo>
                      <a:pt x="160870" y="80433"/>
                    </a:moveTo>
                    <a:cubicBezTo>
                      <a:pt x="160870" y="124898"/>
                      <a:pt x="124823" y="160945"/>
                      <a:pt x="80358" y="160945"/>
                    </a:cubicBezTo>
                    <a:cubicBezTo>
                      <a:pt x="35893" y="160945"/>
                      <a:pt x="-154" y="124898"/>
                      <a:pt x="-154" y="80433"/>
                    </a:cubicBezTo>
                    <a:cubicBezTo>
                      <a:pt x="-154" y="35968"/>
                      <a:pt x="35893" y="-79"/>
                      <a:pt x="80358" y="-79"/>
                    </a:cubicBezTo>
                    <a:cubicBezTo>
                      <a:pt x="124823" y="-79"/>
                      <a:pt x="160870" y="35968"/>
                      <a:pt x="160870" y="804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188708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397492D8-532A-81D9-A5DE-F96D0C7DC31B}"/>
                  </a:ext>
                </a:extLst>
              </p:cNvPr>
              <p:cNvSpPr/>
              <p:nvPr/>
            </p:nvSpPr>
            <p:spPr>
              <a:xfrm rot="16996800">
                <a:off x="3904576" y="6425918"/>
                <a:ext cx="432228" cy="432228"/>
              </a:xfrm>
              <a:custGeom>
                <a:avLst/>
                <a:gdLst>
                  <a:gd name="connsiteX0" fmla="*/ 432075 w 432228"/>
                  <a:gd name="connsiteY0" fmla="*/ 216035 h 432228"/>
                  <a:gd name="connsiteX1" fmla="*/ 215961 w 432228"/>
                  <a:gd name="connsiteY1" fmla="*/ 432149 h 432228"/>
                  <a:gd name="connsiteX2" fmla="*/ -154 w 432228"/>
                  <a:gd name="connsiteY2" fmla="*/ 216035 h 432228"/>
                  <a:gd name="connsiteX3" fmla="*/ 215961 w 432228"/>
                  <a:gd name="connsiteY3" fmla="*/ -79 h 432228"/>
                  <a:gd name="connsiteX4" fmla="*/ 432075 w 432228"/>
                  <a:gd name="connsiteY4" fmla="*/ 216035 h 43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2228" h="432228">
                    <a:moveTo>
                      <a:pt x="432075" y="216035"/>
                    </a:moveTo>
                    <a:cubicBezTo>
                      <a:pt x="432075" y="335392"/>
                      <a:pt x="335317" y="432149"/>
                      <a:pt x="215961" y="432149"/>
                    </a:cubicBezTo>
                    <a:cubicBezTo>
                      <a:pt x="96604" y="432149"/>
                      <a:pt x="-154" y="335392"/>
                      <a:pt x="-154" y="216035"/>
                    </a:cubicBezTo>
                    <a:cubicBezTo>
                      <a:pt x="-154" y="96679"/>
                      <a:pt x="96604" y="-79"/>
                      <a:pt x="215961" y="-79"/>
                    </a:cubicBezTo>
                    <a:cubicBezTo>
                      <a:pt x="335317" y="-79"/>
                      <a:pt x="432075" y="96679"/>
                      <a:pt x="432075" y="2160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4603200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9A320DB5-7ED6-A0A3-1560-2DA7136DB590}"/>
                  </a:ext>
                </a:extLst>
              </p:cNvPr>
              <p:cNvSpPr/>
              <p:nvPr/>
            </p:nvSpPr>
            <p:spPr>
              <a:xfrm rot="20946002">
                <a:off x="3945159" y="6466791"/>
                <a:ext cx="351031" cy="351031"/>
              </a:xfrm>
              <a:custGeom>
                <a:avLst/>
                <a:gdLst>
                  <a:gd name="connsiteX0" fmla="*/ 350878 w 351031"/>
                  <a:gd name="connsiteY0" fmla="*/ 175437 h 351031"/>
                  <a:gd name="connsiteX1" fmla="*/ 175362 w 351031"/>
                  <a:gd name="connsiteY1" fmla="*/ 350953 h 351031"/>
                  <a:gd name="connsiteX2" fmla="*/ -153 w 351031"/>
                  <a:gd name="connsiteY2" fmla="*/ 175437 h 351031"/>
                  <a:gd name="connsiteX3" fmla="*/ 175362 w 351031"/>
                  <a:gd name="connsiteY3" fmla="*/ -79 h 351031"/>
                  <a:gd name="connsiteX4" fmla="*/ 350878 w 351031"/>
                  <a:gd name="connsiteY4" fmla="*/ 175437 h 351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031" h="351031">
                    <a:moveTo>
                      <a:pt x="350878" y="175437"/>
                    </a:moveTo>
                    <a:cubicBezTo>
                      <a:pt x="350878" y="272372"/>
                      <a:pt x="272297" y="350953"/>
                      <a:pt x="175362" y="350953"/>
                    </a:cubicBezTo>
                    <a:cubicBezTo>
                      <a:pt x="78428" y="350953"/>
                      <a:pt x="-153" y="272372"/>
                      <a:pt x="-153" y="175437"/>
                    </a:cubicBezTo>
                    <a:cubicBezTo>
                      <a:pt x="-153" y="78502"/>
                      <a:pt x="78428" y="-79"/>
                      <a:pt x="175362" y="-79"/>
                    </a:cubicBezTo>
                    <a:cubicBezTo>
                      <a:pt x="272297" y="-79"/>
                      <a:pt x="350878" y="78502"/>
                      <a:pt x="350878" y="17543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6AF448D0-9CF0-B60E-08E5-14F03BBDAFD0}"/>
                  </a:ext>
                </a:extLst>
              </p:cNvPr>
              <p:cNvSpPr/>
              <p:nvPr/>
            </p:nvSpPr>
            <p:spPr>
              <a:xfrm>
                <a:off x="4045875" y="6483618"/>
                <a:ext cx="237921" cy="222470"/>
              </a:xfrm>
              <a:custGeom>
                <a:avLst/>
                <a:gdLst>
                  <a:gd name="connsiteX0" fmla="*/ 222216 w 237921"/>
                  <a:gd name="connsiteY0" fmla="*/ 222392 h 222470"/>
                  <a:gd name="connsiteX1" fmla="*/ 220914 w 237921"/>
                  <a:gd name="connsiteY1" fmla="*/ 222118 h 222470"/>
                  <a:gd name="connsiteX2" fmla="*/ 219132 w 237921"/>
                  <a:gd name="connsiteY2" fmla="*/ 217767 h 222470"/>
                  <a:gd name="connsiteX3" fmla="*/ 137969 w 237921"/>
                  <a:gd name="connsiteY3" fmla="*/ 18543 h 222470"/>
                  <a:gd name="connsiteX4" fmla="*/ 4799 w 237921"/>
                  <a:gd name="connsiteY4" fmla="*/ 25909 h 222470"/>
                  <a:gd name="connsiteX5" fmla="*/ 243 w 237921"/>
                  <a:gd name="connsiteY5" fmla="*/ 24641 h 222470"/>
                  <a:gd name="connsiteX6" fmla="*/ 1545 w 237921"/>
                  <a:gd name="connsiteY6" fmla="*/ 20084 h 222470"/>
                  <a:gd name="connsiteX7" fmla="*/ 217638 w 237921"/>
                  <a:gd name="connsiteY7" fmla="*/ 81376 h 222470"/>
                  <a:gd name="connsiteX8" fmla="*/ 225299 w 237921"/>
                  <a:gd name="connsiteY8" fmla="*/ 220473 h 222470"/>
                  <a:gd name="connsiteX9" fmla="*/ 222216 w 237921"/>
                  <a:gd name="connsiteY9" fmla="*/ 222392 h 222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7921" h="222470">
                    <a:moveTo>
                      <a:pt x="222216" y="222392"/>
                    </a:moveTo>
                    <a:cubicBezTo>
                      <a:pt x="221767" y="222392"/>
                      <a:pt x="221325" y="222289"/>
                      <a:pt x="220914" y="222118"/>
                    </a:cubicBezTo>
                    <a:cubicBezTo>
                      <a:pt x="219262" y="221364"/>
                      <a:pt x="218481" y="219446"/>
                      <a:pt x="219132" y="217767"/>
                    </a:cubicBezTo>
                    <a:cubicBezTo>
                      <a:pt x="251734" y="140338"/>
                      <a:pt x="215398" y="51159"/>
                      <a:pt x="137969" y="18543"/>
                    </a:cubicBezTo>
                    <a:cubicBezTo>
                      <a:pt x="94812" y="385"/>
                      <a:pt x="45689" y="3091"/>
                      <a:pt x="4799" y="25909"/>
                    </a:cubicBezTo>
                    <a:cubicBezTo>
                      <a:pt x="3186" y="26765"/>
                      <a:pt x="1178" y="26217"/>
                      <a:pt x="243" y="24641"/>
                    </a:cubicBezTo>
                    <a:cubicBezTo>
                      <a:pt x="-614" y="23031"/>
                      <a:pt x="-38" y="21010"/>
                      <a:pt x="1545" y="20084"/>
                    </a:cubicBezTo>
                    <a:cubicBezTo>
                      <a:pt x="78147" y="-22672"/>
                      <a:pt x="174895" y="4804"/>
                      <a:pt x="217638" y="81376"/>
                    </a:cubicBezTo>
                    <a:cubicBezTo>
                      <a:pt x="241467" y="124099"/>
                      <a:pt x="244293" y="175421"/>
                      <a:pt x="225299" y="220473"/>
                    </a:cubicBezTo>
                    <a:cubicBezTo>
                      <a:pt x="224723" y="221638"/>
                      <a:pt x="223524" y="222392"/>
                      <a:pt x="222216" y="2223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2633184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1AD95496-7541-6CAC-900E-2026AB194810}"/>
                  </a:ext>
                </a:extLst>
              </p:cNvPr>
              <p:cNvSpPr/>
              <p:nvPr/>
            </p:nvSpPr>
            <p:spPr>
              <a:xfrm rot="16996800">
                <a:off x="4040179" y="6561521"/>
                <a:ext cx="161023" cy="161023"/>
              </a:xfrm>
              <a:custGeom>
                <a:avLst/>
                <a:gdLst>
                  <a:gd name="connsiteX0" fmla="*/ 160870 w 161023"/>
                  <a:gd name="connsiteY0" fmla="*/ 80433 h 161023"/>
                  <a:gd name="connsiteX1" fmla="*/ 80358 w 161023"/>
                  <a:gd name="connsiteY1" fmla="*/ 160945 h 161023"/>
                  <a:gd name="connsiteX2" fmla="*/ -153 w 161023"/>
                  <a:gd name="connsiteY2" fmla="*/ 80433 h 161023"/>
                  <a:gd name="connsiteX3" fmla="*/ 80358 w 161023"/>
                  <a:gd name="connsiteY3" fmla="*/ -79 h 161023"/>
                  <a:gd name="connsiteX4" fmla="*/ 160870 w 161023"/>
                  <a:gd name="connsiteY4" fmla="*/ 80433 h 16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023" h="161023">
                    <a:moveTo>
                      <a:pt x="160870" y="80433"/>
                    </a:moveTo>
                    <a:cubicBezTo>
                      <a:pt x="160870" y="124898"/>
                      <a:pt x="124824" y="160945"/>
                      <a:pt x="80358" y="160945"/>
                    </a:cubicBezTo>
                    <a:cubicBezTo>
                      <a:pt x="35893" y="160945"/>
                      <a:pt x="-153" y="124898"/>
                      <a:pt x="-153" y="80433"/>
                    </a:cubicBezTo>
                    <a:cubicBezTo>
                      <a:pt x="-153" y="35968"/>
                      <a:pt x="35893" y="-79"/>
                      <a:pt x="80358" y="-79"/>
                    </a:cubicBezTo>
                    <a:cubicBezTo>
                      <a:pt x="124824" y="-79"/>
                      <a:pt x="160870" y="35968"/>
                      <a:pt x="160870" y="804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188684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D18BC23B-11DB-13A3-2432-8E50B0A79406}"/>
                  </a:ext>
                </a:extLst>
              </p:cNvPr>
              <p:cNvSpPr/>
              <p:nvPr/>
            </p:nvSpPr>
            <p:spPr>
              <a:xfrm rot="16621201">
                <a:off x="5122668" y="6426320"/>
                <a:ext cx="432228" cy="432228"/>
              </a:xfrm>
              <a:custGeom>
                <a:avLst/>
                <a:gdLst>
                  <a:gd name="connsiteX0" fmla="*/ 432075 w 432228"/>
                  <a:gd name="connsiteY0" fmla="*/ 216036 h 432228"/>
                  <a:gd name="connsiteX1" fmla="*/ 215961 w 432228"/>
                  <a:gd name="connsiteY1" fmla="*/ 432150 h 432228"/>
                  <a:gd name="connsiteX2" fmla="*/ -154 w 432228"/>
                  <a:gd name="connsiteY2" fmla="*/ 216036 h 432228"/>
                  <a:gd name="connsiteX3" fmla="*/ 215961 w 432228"/>
                  <a:gd name="connsiteY3" fmla="*/ -79 h 432228"/>
                  <a:gd name="connsiteX4" fmla="*/ 432075 w 432228"/>
                  <a:gd name="connsiteY4" fmla="*/ 216036 h 43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2228" h="432228">
                    <a:moveTo>
                      <a:pt x="432075" y="216036"/>
                    </a:moveTo>
                    <a:cubicBezTo>
                      <a:pt x="432075" y="335392"/>
                      <a:pt x="335318" y="432150"/>
                      <a:pt x="215961" y="432150"/>
                    </a:cubicBezTo>
                    <a:cubicBezTo>
                      <a:pt x="96604" y="432150"/>
                      <a:pt x="-154" y="335392"/>
                      <a:pt x="-154" y="216036"/>
                    </a:cubicBezTo>
                    <a:cubicBezTo>
                      <a:pt x="-154" y="96679"/>
                      <a:pt x="96604" y="-79"/>
                      <a:pt x="215961" y="-79"/>
                    </a:cubicBezTo>
                    <a:cubicBezTo>
                      <a:pt x="335317" y="-79"/>
                      <a:pt x="432075" y="96679"/>
                      <a:pt x="432075" y="21603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497879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5AA784BE-5AEB-5CBE-4873-12F4FC235C13}"/>
                  </a:ext>
                </a:extLst>
              </p:cNvPr>
              <p:cNvSpPr/>
              <p:nvPr/>
            </p:nvSpPr>
            <p:spPr>
              <a:xfrm rot="21178800">
                <a:off x="5163319" y="6466608"/>
                <a:ext cx="351031" cy="351031"/>
              </a:xfrm>
              <a:custGeom>
                <a:avLst/>
                <a:gdLst>
                  <a:gd name="connsiteX0" fmla="*/ 350878 w 351031"/>
                  <a:gd name="connsiteY0" fmla="*/ 175437 h 351031"/>
                  <a:gd name="connsiteX1" fmla="*/ 175363 w 351031"/>
                  <a:gd name="connsiteY1" fmla="*/ 350953 h 351031"/>
                  <a:gd name="connsiteX2" fmla="*/ -153 w 351031"/>
                  <a:gd name="connsiteY2" fmla="*/ 175437 h 351031"/>
                  <a:gd name="connsiteX3" fmla="*/ 175363 w 351031"/>
                  <a:gd name="connsiteY3" fmla="*/ -79 h 351031"/>
                  <a:gd name="connsiteX4" fmla="*/ 350878 w 351031"/>
                  <a:gd name="connsiteY4" fmla="*/ 175437 h 351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031" h="351031">
                    <a:moveTo>
                      <a:pt x="350878" y="175437"/>
                    </a:moveTo>
                    <a:cubicBezTo>
                      <a:pt x="350878" y="272372"/>
                      <a:pt x="272297" y="350953"/>
                      <a:pt x="175363" y="350953"/>
                    </a:cubicBezTo>
                    <a:cubicBezTo>
                      <a:pt x="78428" y="350953"/>
                      <a:pt x="-153" y="272372"/>
                      <a:pt x="-153" y="175437"/>
                    </a:cubicBezTo>
                    <a:cubicBezTo>
                      <a:pt x="-153" y="78502"/>
                      <a:pt x="78428" y="-79"/>
                      <a:pt x="175363" y="-79"/>
                    </a:cubicBezTo>
                    <a:cubicBezTo>
                      <a:pt x="272297" y="-79"/>
                      <a:pt x="350878" y="78502"/>
                      <a:pt x="350878" y="17543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09C6144-34D8-10D3-1F81-CE51CDC45A4D}"/>
                  </a:ext>
                </a:extLst>
              </p:cNvPr>
              <p:cNvSpPr/>
              <p:nvPr/>
            </p:nvSpPr>
            <p:spPr>
              <a:xfrm>
                <a:off x="5263753" y="6483618"/>
                <a:ext cx="237890" cy="222470"/>
              </a:xfrm>
              <a:custGeom>
                <a:avLst/>
                <a:gdLst>
                  <a:gd name="connsiteX0" fmla="*/ 222190 w 237890"/>
                  <a:gd name="connsiteY0" fmla="*/ 222392 h 222470"/>
                  <a:gd name="connsiteX1" fmla="*/ 220888 w 237890"/>
                  <a:gd name="connsiteY1" fmla="*/ 222118 h 222470"/>
                  <a:gd name="connsiteX2" fmla="*/ 219141 w 237890"/>
                  <a:gd name="connsiteY2" fmla="*/ 217767 h 222470"/>
                  <a:gd name="connsiteX3" fmla="*/ 137876 w 237890"/>
                  <a:gd name="connsiteY3" fmla="*/ 18543 h 222470"/>
                  <a:gd name="connsiteX4" fmla="*/ 4774 w 237890"/>
                  <a:gd name="connsiteY4" fmla="*/ 25909 h 222470"/>
                  <a:gd name="connsiteX5" fmla="*/ 252 w 237890"/>
                  <a:gd name="connsiteY5" fmla="*/ 24641 h 222470"/>
                  <a:gd name="connsiteX6" fmla="*/ 1520 w 237890"/>
                  <a:gd name="connsiteY6" fmla="*/ 20084 h 222470"/>
                  <a:gd name="connsiteX7" fmla="*/ 217600 w 237890"/>
                  <a:gd name="connsiteY7" fmla="*/ 81376 h 222470"/>
                  <a:gd name="connsiteX8" fmla="*/ 225274 w 237890"/>
                  <a:gd name="connsiteY8" fmla="*/ 220473 h 222470"/>
                  <a:gd name="connsiteX9" fmla="*/ 222190 w 237890"/>
                  <a:gd name="connsiteY9" fmla="*/ 222392 h 222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7890" h="222470">
                    <a:moveTo>
                      <a:pt x="222190" y="222392"/>
                    </a:moveTo>
                    <a:cubicBezTo>
                      <a:pt x="221745" y="222392"/>
                      <a:pt x="221300" y="222289"/>
                      <a:pt x="220888" y="222118"/>
                    </a:cubicBezTo>
                    <a:cubicBezTo>
                      <a:pt x="219244" y="221364"/>
                      <a:pt x="218490" y="219446"/>
                      <a:pt x="219141" y="217767"/>
                    </a:cubicBezTo>
                    <a:cubicBezTo>
                      <a:pt x="251723" y="140304"/>
                      <a:pt x="215338" y="51125"/>
                      <a:pt x="137876" y="18543"/>
                    </a:cubicBezTo>
                    <a:cubicBezTo>
                      <a:pt x="94742" y="385"/>
                      <a:pt x="45644" y="3126"/>
                      <a:pt x="4774" y="25909"/>
                    </a:cubicBezTo>
                    <a:cubicBezTo>
                      <a:pt x="3168" y="26765"/>
                      <a:pt x="1187" y="26183"/>
                      <a:pt x="252" y="24641"/>
                    </a:cubicBezTo>
                    <a:cubicBezTo>
                      <a:pt x="-611" y="23031"/>
                      <a:pt x="-53" y="21010"/>
                      <a:pt x="1520" y="20084"/>
                    </a:cubicBezTo>
                    <a:cubicBezTo>
                      <a:pt x="78126" y="-22672"/>
                      <a:pt x="174877" y="4804"/>
                      <a:pt x="217600" y="81376"/>
                    </a:cubicBezTo>
                    <a:cubicBezTo>
                      <a:pt x="241445" y="124099"/>
                      <a:pt x="244254" y="175421"/>
                      <a:pt x="225274" y="220473"/>
                    </a:cubicBezTo>
                    <a:cubicBezTo>
                      <a:pt x="224691" y="221638"/>
                      <a:pt x="223492" y="222392"/>
                      <a:pt x="222190" y="2223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2633184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B51BB447-E438-0555-1BF0-760F19AB920D}"/>
                  </a:ext>
                </a:extLst>
              </p:cNvPr>
              <p:cNvSpPr/>
              <p:nvPr/>
            </p:nvSpPr>
            <p:spPr>
              <a:xfrm rot="16996800">
                <a:off x="5258072" y="6561508"/>
                <a:ext cx="161023" cy="161023"/>
              </a:xfrm>
              <a:custGeom>
                <a:avLst/>
                <a:gdLst>
                  <a:gd name="connsiteX0" fmla="*/ 160870 w 161023"/>
                  <a:gd name="connsiteY0" fmla="*/ 80433 h 161023"/>
                  <a:gd name="connsiteX1" fmla="*/ 80358 w 161023"/>
                  <a:gd name="connsiteY1" fmla="*/ 160945 h 161023"/>
                  <a:gd name="connsiteX2" fmla="*/ -154 w 161023"/>
                  <a:gd name="connsiteY2" fmla="*/ 80433 h 161023"/>
                  <a:gd name="connsiteX3" fmla="*/ 80358 w 161023"/>
                  <a:gd name="connsiteY3" fmla="*/ -79 h 161023"/>
                  <a:gd name="connsiteX4" fmla="*/ 160870 w 161023"/>
                  <a:gd name="connsiteY4" fmla="*/ 80433 h 16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023" h="161023">
                    <a:moveTo>
                      <a:pt x="160870" y="80433"/>
                    </a:moveTo>
                    <a:cubicBezTo>
                      <a:pt x="160870" y="124898"/>
                      <a:pt x="124824" y="160945"/>
                      <a:pt x="80358" y="160945"/>
                    </a:cubicBezTo>
                    <a:cubicBezTo>
                      <a:pt x="35893" y="160945"/>
                      <a:pt x="-154" y="124898"/>
                      <a:pt x="-154" y="80433"/>
                    </a:cubicBezTo>
                    <a:cubicBezTo>
                      <a:pt x="-154" y="35968"/>
                      <a:pt x="35893" y="-79"/>
                      <a:pt x="80358" y="-79"/>
                    </a:cubicBezTo>
                    <a:cubicBezTo>
                      <a:pt x="124824" y="-79"/>
                      <a:pt x="160870" y="35968"/>
                      <a:pt x="160870" y="804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188684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D8605115-1BDB-31EC-371D-4D44AAD56874}"/>
                  </a:ext>
                </a:extLst>
              </p:cNvPr>
              <p:cNvSpPr/>
              <p:nvPr/>
            </p:nvSpPr>
            <p:spPr>
              <a:xfrm rot="17211000">
                <a:off x="3410205" y="6426634"/>
                <a:ext cx="432228" cy="432228"/>
              </a:xfrm>
              <a:custGeom>
                <a:avLst/>
                <a:gdLst>
                  <a:gd name="connsiteX0" fmla="*/ 432075 w 432228"/>
                  <a:gd name="connsiteY0" fmla="*/ 216036 h 432228"/>
                  <a:gd name="connsiteX1" fmla="*/ 215961 w 432228"/>
                  <a:gd name="connsiteY1" fmla="*/ 432150 h 432228"/>
                  <a:gd name="connsiteX2" fmla="*/ -153 w 432228"/>
                  <a:gd name="connsiteY2" fmla="*/ 216036 h 432228"/>
                  <a:gd name="connsiteX3" fmla="*/ 215961 w 432228"/>
                  <a:gd name="connsiteY3" fmla="*/ -79 h 432228"/>
                  <a:gd name="connsiteX4" fmla="*/ 432075 w 432228"/>
                  <a:gd name="connsiteY4" fmla="*/ 216036 h 43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2228" h="432228">
                    <a:moveTo>
                      <a:pt x="432075" y="216036"/>
                    </a:moveTo>
                    <a:cubicBezTo>
                      <a:pt x="432075" y="335392"/>
                      <a:pt x="335317" y="432150"/>
                      <a:pt x="215961" y="432150"/>
                    </a:cubicBezTo>
                    <a:cubicBezTo>
                      <a:pt x="96604" y="432150"/>
                      <a:pt x="-153" y="335392"/>
                      <a:pt x="-153" y="216036"/>
                    </a:cubicBezTo>
                    <a:cubicBezTo>
                      <a:pt x="-153" y="96679"/>
                      <a:pt x="96604" y="-79"/>
                      <a:pt x="215961" y="-79"/>
                    </a:cubicBezTo>
                    <a:cubicBezTo>
                      <a:pt x="335317" y="-79"/>
                      <a:pt x="432075" y="96679"/>
                      <a:pt x="432075" y="21603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438900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39B27C84-300D-04D5-17E0-919547365348}"/>
                  </a:ext>
                </a:extLst>
              </p:cNvPr>
              <p:cNvSpPr/>
              <p:nvPr/>
            </p:nvSpPr>
            <p:spPr>
              <a:xfrm rot="21178800">
                <a:off x="3450941" y="6466663"/>
                <a:ext cx="351031" cy="351031"/>
              </a:xfrm>
              <a:custGeom>
                <a:avLst/>
                <a:gdLst>
                  <a:gd name="connsiteX0" fmla="*/ 350878 w 351031"/>
                  <a:gd name="connsiteY0" fmla="*/ 175437 h 351031"/>
                  <a:gd name="connsiteX1" fmla="*/ 175362 w 351031"/>
                  <a:gd name="connsiteY1" fmla="*/ 350953 h 351031"/>
                  <a:gd name="connsiteX2" fmla="*/ -154 w 351031"/>
                  <a:gd name="connsiteY2" fmla="*/ 175437 h 351031"/>
                  <a:gd name="connsiteX3" fmla="*/ 175362 w 351031"/>
                  <a:gd name="connsiteY3" fmla="*/ -79 h 351031"/>
                  <a:gd name="connsiteX4" fmla="*/ 350878 w 351031"/>
                  <a:gd name="connsiteY4" fmla="*/ 175437 h 351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031" h="351031">
                    <a:moveTo>
                      <a:pt x="350878" y="175437"/>
                    </a:moveTo>
                    <a:cubicBezTo>
                      <a:pt x="350878" y="272372"/>
                      <a:pt x="272297" y="350953"/>
                      <a:pt x="175362" y="350953"/>
                    </a:cubicBezTo>
                    <a:cubicBezTo>
                      <a:pt x="78428" y="350953"/>
                      <a:pt x="-154" y="272372"/>
                      <a:pt x="-154" y="175437"/>
                    </a:cubicBezTo>
                    <a:cubicBezTo>
                      <a:pt x="-154" y="78502"/>
                      <a:pt x="78428" y="-79"/>
                      <a:pt x="175362" y="-79"/>
                    </a:cubicBezTo>
                    <a:cubicBezTo>
                      <a:pt x="272297" y="-79"/>
                      <a:pt x="350878" y="78502"/>
                      <a:pt x="350878" y="17543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9811FBDA-512A-A10E-A0E5-F9FE4A8A0240}"/>
                  </a:ext>
                </a:extLst>
              </p:cNvPr>
              <p:cNvSpPr/>
              <p:nvPr/>
            </p:nvSpPr>
            <p:spPr>
              <a:xfrm>
                <a:off x="3551352" y="6483618"/>
                <a:ext cx="237895" cy="222470"/>
              </a:xfrm>
              <a:custGeom>
                <a:avLst/>
                <a:gdLst>
                  <a:gd name="connsiteX0" fmla="*/ 222225 w 237895"/>
                  <a:gd name="connsiteY0" fmla="*/ 222392 h 222470"/>
                  <a:gd name="connsiteX1" fmla="*/ 220923 w 237895"/>
                  <a:gd name="connsiteY1" fmla="*/ 222118 h 222470"/>
                  <a:gd name="connsiteX2" fmla="*/ 219141 w 237895"/>
                  <a:gd name="connsiteY2" fmla="*/ 217767 h 222470"/>
                  <a:gd name="connsiteX3" fmla="*/ 137865 w 237895"/>
                  <a:gd name="connsiteY3" fmla="*/ 18543 h 222470"/>
                  <a:gd name="connsiteX4" fmla="*/ 4774 w 237895"/>
                  <a:gd name="connsiteY4" fmla="*/ 25909 h 222470"/>
                  <a:gd name="connsiteX5" fmla="*/ 252 w 237895"/>
                  <a:gd name="connsiteY5" fmla="*/ 24641 h 222470"/>
                  <a:gd name="connsiteX6" fmla="*/ 1520 w 237895"/>
                  <a:gd name="connsiteY6" fmla="*/ 20084 h 222470"/>
                  <a:gd name="connsiteX7" fmla="*/ 217613 w 237895"/>
                  <a:gd name="connsiteY7" fmla="*/ 81376 h 222470"/>
                  <a:gd name="connsiteX8" fmla="*/ 225274 w 237895"/>
                  <a:gd name="connsiteY8" fmla="*/ 220473 h 222470"/>
                  <a:gd name="connsiteX9" fmla="*/ 222225 w 237895"/>
                  <a:gd name="connsiteY9" fmla="*/ 222392 h 222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7895" h="222470">
                    <a:moveTo>
                      <a:pt x="222225" y="222392"/>
                    </a:moveTo>
                    <a:cubicBezTo>
                      <a:pt x="221776" y="222392"/>
                      <a:pt x="221334" y="222289"/>
                      <a:pt x="220923" y="222118"/>
                    </a:cubicBezTo>
                    <a:cubicBezTo>
                      <a:pt x="219271" y="221364"/>
                      <a:pt x="218490" y="219446"/>
                      <a:pt x="219141" y="217767"/>
                    </a:cubicBezTo>
                    <a:cubicBezTo>
                      <a:pt x="251713" y="140304"/>
                      <a:pt x="215325" y="51125"/>
                      <a:pt x="137865" y="18543"/>
                    </a:cubicBezTo>
                    <a:cubicBezTo>
                      <a:pt x="94728" y="385"/>
                      <a:pt x="45643" y="3126"/>
                      <a:pt x="4774" y="25909"/>
                    </a:cubicBezTo>
                    <a:cubicBezTo>
                      <a:pt x="3167" y="26765"/>
                      <a:pt x="1187" y="26183"/>
                      <a:pt x="252" y="24641"/>
                    </a:cubicBezTo>
                    <a:cubicBezTo>
                      <a:pt x="-611" y="23031"/>
                      <a:pt x="-53" y="21010"/>
                      <a:pt x="1520" y="20084"/>
                    </a:cubicBezTo>
                    <a:cubicBezTo>
                      <a:pt x="78122" y="-22672"/>
                      <a:pt x="174870" y="4804"/>
                      <a:pt x="217613" y="81376"/>
                    </a:cubicBezTo>
                    <a:cubicBezTo>
                      <a:pt x="241441" y="124099"/>
                      <a:pt x="244268" y="175421"/>
                      <a:pt x="225274" y="220473"/>
                    </a:cubicBezTo>
                    <a:cubicBezTo>
                      <a:pt x="224702" y="221638"/>
                      <a:pt x="223523" y="222392"/>
                      <a:pt x="222225" y="2223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2633099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16D45110-3113-7E80-60ED-50A7FB853B22}"/>
                  </a:ext>
                </a:extLst>
              </p:cNvPr>
              <p:cNvSpPr/>
              <p:nvPr/>
            </p:nvSpPr>
            <p:spPr>
              <a:xfrm rot="16996800">
                <a:off x="3545762" y="6561523"/>
                <a:ext cx="161023" cy="161023"/>
              </a:xfrm>
              <a:custGeom>
                <a:avLst/>
                <a:gdLst>
                  <a:gd name="connsiteX0" fmla="*/ 160870 w 161023"/>
                  <a:gd name="connsiteY0" fmla="*/ 80433 h 161023"/>
                  <a:gd name="connsiteX1" fmla="*/ 80358 w 161023"/>
                  <a:gd name="connsiteY1" fmla="*/ 160945 h 161023"/>
                  <a:gd name="connsiteX2" fmla="*/ -154 w 161023"/>
                  <a:gd name="connsiteY2" fmla="*/ 80433 h 161023"/>
                  <a:gd name="connsiteX3" fmla="*/ 80358 w 161023"/>
                  <a:gd name="connsiteY3" fmla="*/ -79 h 161023"/>
                  <a:gd name="connsiteX4" fmla="*/ 160870 w 161023"/>
                  <a:gd name="connsiteY4" fmla="*/ 80433 h 16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023" h="161023">
                    <a:moveTo>
                      <a:pt x="160870" y="80433"/>
                    </a:moveTo>
                    <a:cubicBezTo>
                      <a:pt x="160870" y="124898"/>
                      <a:pt x="124824" y="160945"/>
                      <a:pt x="80358" y="160945"/>
                    </a:cubicBezTo>
                    <a:cubicBezTo>
                      <a:pt x="35893" y="160945"/>
                      <a:pt x="-154" y="124898"/>
                      <a:pt x="-154" y="80433"/>
                    </a:cubicBezTo>
                    <a:cubicBezTo>
                      <a:pt x="-154" y="35968"/>
                      <a:pt x="35893" y="-79"/>
                      <a:pt x="80358" y="-79"/>
                    </a:cubicBezTo>
                    <a:cubicBezTo>
                      <a:pt x="124824" y="-79"/>
                      <a:pt x="160870" y="35968"/>
                      <a:pt x="160870" y="804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1887081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C622457D-AB0B-AECD-5F46-D53546EC4726}"/>
                  </a:ext>
                </a:extLst>
              </p:cNvPr>
              <p:cNvSpPr/>
              <p:nvPr/>
            </p:nvSpPr>
            <p:spPr>
              <a:xfrm>
                <a:off x="6414141" y="6352454"/>
                <a:ext cx="101239" cy="106858"/>
              </a:xfrm>
              <a:custGeom>
                <a:avLst/>
                <a:gdLst>
                  <a:gd name="connsiteX0" fmla="*/ 79895 w 101239"/>
                  <a:gd name="connsiteY0" fmla="*/ 0 h 106858"/>
                  <a:gd name="connsiteX1" fmla="*/ 101239 w 101239"/>
                  <a:gd name="connsiteY1" fmla="*/ 0 h 106858"/>
                  <a:gd name="connsiteX2" fmla="*/ 101239 w 101239"/>
                  <a:gd name="connsiteY2" fmla="*/ 106858 h 106858"/>
                  <a:gd name="connsiteX3" fmla="*/ 79895 w 101239"/>
                  <a:gd name="connsiteY3" fmla="*/ 106858 h 106858"/>
                  <a:gd name="connsiteX4" fmla="*/ 21344 w 101239"/>
                  <a:gd name="connsiteY4" fmla="*/ 106858 h 106858"/>
                  <a:gd name="connsiteX5" fmla="*/ 0 w 101239"/>
                  <a:gd name="connsiteY5" fmla="*/ 106858 h 106858"/>
                  <a:gd name="connsiteX6" fmla="*/ 0 w 101239"/>
                  <a:gd name="connsiteY6" fmla="*/ 0 h 106858"/>
                  <a:gd name="connsiteX7" fmla="*/ 21344 w 101239"/>
                  <a:gd name="connsiteY7" fmla="*/ 0 h 106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239" h="106858">
                    <a:moveTo>
                      <a:pt x="79895" y="0"/>
                    </a:moveTo>
                    <a:cubicBezTo>
                      <a:pt x="91683" y="0"/>
                      <a:pt x="101239" y="0"/>
                      <a:pt x="101239" y="0"/>
                    </a:cubicBezTo>
                    <a:lnTo>
                      <a:pt x="101239" y="106858"/>
                    </a:lnTo>
                    <a:cubicBezTo>
                      <a:pt x="101239" y="106858"/>
                      <a:pt x="91683" y="106858"/>
                      <a:pt x="79895" y="106858"/>
                    </a:cubicBezTo>
                    <a:lnTo>
                      <a:pt x="21344" y="106858"/>
                    </a:lnTo>
                    <a:cubicBezTo>
                      <a:pt x="9557" y="106858"/>
                      <a:pt x="0" y="106858"/>
                      <a:pt x="0" y="106858"/>
                    </a:cubicBezTo>
                    <a:lnTo>
                      <a:pt x="0" y="0"/>
                    </a:lnTo>
                    <a:cubicBezTo>
                      <a:pt x="0" y="0"/>
                      <a:pt x="9557" y="0"/>
                      <a:pt x="2134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1473D"/>
                  </a:gs>
                  <a:gs pos="50000">
                    <a:srgbClr val="E5534B"/>
                  </a:gs>
                  <a:gs pos="100000">
                    <a:srgbClr val="E9605A"/>
                  </a:gs>
                </a:gsLst>
                <a:lin ang="17562004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16685DA6-F7F5-A052-F412-FBB38C838F42}"/>
                  </a:ext>
                </a:extLst>
              </p:cNvPr>
              <p:cNvSpPr/>
              <p:nvPr/>
            </p:nvSpPr>
            <p:spPr>
              <a:xfrm>
                <a:off x="6405679" y="6352454"/>
                <a:ext cx="47827" cy="123748"/>
              </a:xfrm>
              <a:custGeom>
                <a:avLst/>
                <a:gdLst>
                  <a:gd name="connsiteX0" fmla="*/ 47674 w 47827"/>
                  <a:gd name="connsiteY0" fmla="*/ -79 h 123748"/>
                  <a:gd name="connsiteX1" fmla="*/ 47674 w 47827"/>
                  <a:gd name="connsiteY1" fmla="*/ 123670 h 123748"/>
                  <a:gd name="connsiteX2" fmla="*/ 32462 w 47827"/>
                  <a:gd name="connsiteY2" fmla="*/ 123670 h 123748"/>
                  <a:gd name="connsiteX3" fmla="*/ -153 w 47827"/>
                  <a:gd name="connsiteY3" fmla="*/ 99379 h 123748"/>
                  <a:gd name="connsiteX4" fmla="*/ -153 w 47827"/>
                  <a:gd name="connsiteY4" fmla="*/ 29248 h 123748"/>
                  <a:gd name="connsiteX5" fmla="*/ 32462 w 47827"/>
                  <a:gd name="connsiteY5" fmla="*/ -45 h 12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827" h="123748">
                    <a:moveTo>
                      <a:pt x="47674" y="-79"/>
                    </a:moveTo>
                    <a:lnTo>
                      <a:pt x="47674" y="123670"/>
                    </a:lnTo>
                    <a:lnTo>
                      <a:pt x="32462" y="123670"/>
                    </a:lnTo>
                    <a:cubicBezTo>
                      <a:pt x="20711" y="123670"/>
                      <a:pt x="-153" y="111165"/>
                      <a:pt x="-153" y="99379"/>
                    </a:cubicBezTo>
                    <a:lnTo>
                      <a:pt x="-153" y="29248"/>
                    </a:lnTo>
                    <a:cubicBezTo>
                      <a:pt x="-153" y="17463"/>
                      <a:pt x="20711" y="-45"/>
                      <a:pt x="32462" y="-45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45D2C14B-03F2-AEB7-D176-2CA18C7340CB}"/>
                  </a:ext>
                </a:extLst>
              </p:cNvPr>
              <p:cNvSpPr/>
              <p:nvPr/>
            </p:nvSpPr>
            <p:spPr>
              <a:xfrm>
                <a:off x="5918398" y="5839055"/>
                <a:ext cx="6848" cy="505484"/>
              </a:xfrm>
              <a:custGeom>
                <a:avLst/>
                <a:gdLst>
                  <a:gd name="connsiteX0" fmla="*/ 3372 w 6848"/>
                  <a:gd name="connsiteY0" fmla="*/ 505406 h 505484"/>
                  <a:gd name="connsiteX1" fmla="*/ -54 w 6848"/>
                  <a:gd name="connsiteY1" fmla="*/ 501980 h 505484"/>
                  <a:gd name="connsiteX2" fmla="*/ -54 w 6848"/>
                  <a:gd name="connsiteY2" fmla="*/ 4177 h 505484"/>
                  <a:gd name="connsiteX3" fmla="*/ 2446 w 6848"/>
                  <a:gd name="connsiteY3" fmla="*/ 31 h 505484"/>
                  <a:gd name="connsiteX4" fmla="*/ 6592 w 6848"/>
                  <a:gd name="connsiteY4" fmla="*/ 2498 h 505484"/>
                  <a:gd name="connsiteX5" fmla="*/ 6592 w 6848"/>
                  <a:gd name="connsiteY5" fmla="*/ 4177 h 505484"/>
                  <a:gd name="connsiteX6" fmla="*/ 6592 w 6848"/>
                  <a:gd name="connsiteY6" fmla="*/ 501980 h 505484"/>
                  <a:gd name="connsiteX7" fmla="*/ 3372 w 6848"/>
                  <a:gd name="connsiteY7" fmla="*/ 505406 h 505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48" h="505484">
                    <a:moveTo>
                      <a:pt x="3372" y="505406"/>
                    </a:moveTo>
                    <a:cubicBezTo>
                      <a:pt x="1487" y="505406"/>
                      <a:pt x="-54" y="503864"/>
                      <a:pt x="-54" y="501980"/>
                    </a:cubicBezTo>
                    <a:lnTo>
                      <a:pt x="-54" y="4177"/>
                    </a:lnTo>
                    <a:cubicBezTo>
                      <a:pt x="-500" y="2327"/>
                      <a:pt x="596" y="477"/>
                      <a:pt x="2446" y="31"/>
                    </a:cubicBezTo>
                    <a:cubicBezTo>
                      <a:pt x="4262" y="-448"/>
                      <a:pt x="6146" y="683"/>
                      <a:pt x="6592" y="2498"/>
                    </a:cubicBezTo>
                    <a:cubicBezTo>
                      <a:pt x="6729" y="3046"/>
                      <a:pt x="6729" y="3629"/>
                      <a:pt x="6592" y="4177"/>
                    </a:cubicBezTo>
                    <a:lnTo>
                      <a:pt x="6592" y="501980"/>
                    </a:lnTo>
                    <a:cubicBezTo>
                      <a:pt x="6592" y="503796"/>
                      <a:pt x="5187" y="505303"/>
                      <a:pt x="3372" y="5054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297428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C16970C3-D065-38C9-D7D6-2CA3EDF5D5D0}"/>
                  </a:ext>
                </a:extLst>
              </p:cNvPr>
              <p:cNvSpPr/>
              <p:nvPr/>
            </p:nvSpPr>
            <p:spPr>
              <a:xfrm>
                <a:off x="5914598" y="5586906"/>
                <a:ext cx="207460" cy="181614"/>
              </a:xfrm>
              <a:custGeom>
                <a:avLst/>
                <a:gdLst>
                  <a:gd name="connsiteX0" fmla="*/ 203963 w 207460"/>
                  <a:gd name="connsiteY0" fmla="*/ 181536 h 181614"/>
                  <a:gd name="connsiteX1" fmla="*/ 200811 w 207460"/>
                  <a:gd name="connsiteY1" fmla="*/ 179274 h 181614"/>
                  <a:gd name="connsiteX2" fmla="*/ 77474 w 207460"/>
                  <a:gd name="connsiteY2" fmla="*/ 22533 h 181614"/>
                  <a:gd name="connsiteX3" fmla="*/ 2855 w 207460"/>
                  <a:gd name="connsiteY3" fmla="*/ 6842 h 181614"/>
                  <a:gd name="connsiteX4" fmla="*/ -126 w 207460"/>
                  <a:gd name="connsiteY4" fmla="*/ 3039 h 181614"/>
                  <a:gd name="connsiteX5" fmla="*/ 2067 w 207460"/>
                  <a:gd name="connsiteY5" fmla="*/ 230 h 181614"/>
                  <a:gd name="connsiteX6" fmla="*/ 79941 w 207460"/>
                  <a:gd name="connsiteY6" fmla="*/ 16298 h 181614"/>
                  <a:gd name="connsiteX7" fmla="*/ 207149 w 207460"/>
                  <a:gd name="connsiteY7" fmla="*/ 177116 h 181614"/>
                  <a:gd name="connsiteX8" fmla="*/ 205059 w 207460"/>
                  <a:gd name="connsiteY8" fmla="*/ 181364 h 181614"/>
                  <a:gd name="connsiteX9" fmla="*/ 203963 w 207460"/>
                  <a:gd name="connsiteY9" fmla="*/ 181536 h 18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7460" h="181614">
                    <a:moveTo>
                      <a:pt x="203963" y="181536"/>
                    </a:moveTo>
                    <a:cubicBezTo>
                      <a:pt x="202558" y="181501"/>
                      <a:pt x="201291" y="180611"/>
                      <a:pt x="200811" y="179274"/>
                    </a:cubicBezTo>
                    <a:cubicBezTo>
                      <a:pt x="167270" y="82078"/>
                      <a:pt x="115160" y="40383"/>
                      <a:pt x="77474" y="22533"/>
                    </a:cubicBezTo>
                    <a:cubicBezTo>
                      <a:pt x="36636" y="3210"/>
                      <a:pt x="3198" y="6808"/>
                      <a:pt x="2855" y="6842"/>
                    </a:cubicBezTo>
                    <a:cubicBezTo>
                      <a:pt x="971" y="6602"/>
                      <a:pt x="-366" y="4923"/>
                      <a:pt x="-126" y="3039"/>
                    </a:cubicBezTo>
                    <a:cubicBezTo>
                      <a:pt x="11" y="1772"/>
                      <a:pt x="868" y="675"/>
                      <a:pt x="2067" y="230"/>
                    </a:cubicBezTo>
                    <a:cubicBezTo>
                      <a:pt x="3506" y="230"/>
                      <a:pt x="37424" y="-3676"/>
                      <a:pt x="79941" y="16298"/>
                    </a:cubicBezTo>
                    <a:cubicBezTo>
                      <a:pt x="118997" y="34662"/>
                      <a:pt x="172752" y="77453"/>
                      <a:pt x="207149" y="177116"/>
                    </a:cubicBezTo>
                    <a:cubicBezTo>
                      <a:pt x="207697" y="178863"/>
                      <a:pt x="206772" y="180748"/>
                      <a:pt x="205059" y="181364"/>
                    </a:cubicBezTo>
                    <a:cubicBezTo>
                      <a:pt x="204717" y="181467"/>
                      <a:pt x="204340" y="181536"/>
                      <a:pt x="203963" y="181536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4EA7A29B-52EA-2F01-7D11-0D6E36095848}"/>
                  </a:ext>
                </a:extLst>
              </p:cNvPr>
              <p:cNvSpPr/>
              <p:nvPr/>
            </p:nvSpPr>
            <p:spPr>
              <a:xfrm>
                <a:off x="3699053" y="3361549"/>
                <a:ext cx="307990" cy="153839"/>
              </a:xfrm>
              <a:custGeom>
                <a:avLst/>
                <a:gdLst>
                  <a:gd name="connsiteX0" fmla="*/ 307837 w 307990"/>
                  <a:gd name="connsiteY0" fmla="*/ 52967 h 153839"/>
                  <a:gd name="connsiteX1" fmla="*/ 169734 w 307990"/>
                  <a:gd name="connsiteY1" fmla="*/ 686 h 153839"/>
                  <a:gd name="connsiteX2" fmla="*/ 160929 w 307990"/>
                  <a:gd name="connsiteY2" fmla="*/ 857 h 153839"/>
                  <a:gd name="connsiteX3" fmla="*/ 7168 w 307990"/>
                  <a:gd name="connsiteY3" fmla="*/ 65027 h 153839"/>
                  <a:gd name="connsiteX4" fmla="*/ 762 w 307990"/>
                  <a:gd name="connsiteY4" fmla="*/ 80570 h 153839"/>
                  <a:gd name="connsiteX5" fmla="*/ 5627 w 307990"/>
                  <a:gd name="connsiteY5" fmla="*/ 86199 h 153839"/>
                  <a:gd name="connsiteX6" fmla="*/ 118686 w 307990"/>
                  <a:gd name="connsiteY6" fmla="*/ 153761 h 15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7990" h="153839">
                    <a:moveTo>
                      <a:pt x="307837" y="52967"/>
                    </a:moveTo>
                    <a:lnTo>
                      <a:pt x="169734" y="686"/>
                    </a:lnTo>
                    <a:cubicBezTo>
                      <a:pt x="166887" y="-390"/>
                      <a:pt x="163731" y="-329"/>
                      <a:pt x="160929" y="857"/>
                    </a:cubicBezTo>
                    <a:lnTo>
                      <a:pt x="7168" y="65027"/>
                    </a:lnTo>
                    <a:cubicBezTo>
                      <a:pt x="1108" y="67552"/>
                      <a:pt x="-1760" y="74510"/>
                      <a:pt x="762" y="80570"/>
                    </a:cubicBezTo>
                    <a:cubicBezTo>
                      <a:pt x="1738" y="82921"/>
                      <a:pt x="3444" y="84891"/>
                      <a:pt x="5627" y="86199"/>
                    </a:cubicBezTo>
                    <a:lnTo>
                      <a:pt x="118686" y="153761"/>
                    </a:lnTo>
                    <a:close/>
                  </a:path>
                </a:pathLst>
              </a:custGeom>
              <a:solidFill>
                <a:schemeClr val="accent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5E45635E-58C0-DF88-7369-2CD65353426F}"/>
                  </a:ext>
                </a:extLst>
              </p:cNvPr>
              <p:cNvSpPr/>
              <p:nvPr/>
            </p:nvSpPr>
            <p:spPr>
              <a:xfrm>
                <a:off x="2902236" y="3212939"/>
                <a:ext cx="1907403" cy="655180"/>
              </a:xfrm>
              <a:custGeom>
                <a:avLst/>
                <a:gdLst>
                  <a:gd name="connsiteX0" fmla="*/ 65161 w 1907403"/>
                  <a:gd name="connsiteY0" fmla="*/ 552232 h 655180"/>
                  <a:gd name="connsiteX1" fmla="*/ 1568334 w 1907403"/>
                  <a:gd name="connsiteY1" fmla="*/ -11 h 655180"/>
                  <a:gd name="connsiteX2" fmla="*/ 1777322 w 1907403"/>
                  <a:gd name="connsiteY2" fmla="*/ 42815 h 655180"/>
                  <a:gd name="connsiteX3" fmla="*/ 1906209 w 1907403"/>
                  <a:gd name="connsiteY3" fmla="*/ 116885 h 655180"/>
                  <a:gd name="connsiteX4" fmla="*/ 546690 w 1907403"/>
                  <a:gd name="connsiteY4" fmla="*/ 654396 h 655180"/>
                  <a:gd name="connsiteX5" fmla="*/ 9454 w 1907403"/>
                  <a:gd name="connsiteY5" fmla="*/ 610714 h 655180"/>
                  <a:gd name="connsiteX6" fmla="*/ 65161 w 1907403"/>
                  <a:gd name="connsiteY6" fmla="*/ 552232 h 655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7403" h="655180">
                    <a:moveTo>
                      <a:pt x="65161" y="552232"/>
                    </a:moveTo>
                    <a:cubicBezTo>
                      <a:pt x="65161" y="552232"/>
                      <a:pt x="1506323" y="-7171"/>
                      <a:pt x="1568334" y="-11"/>
                    </a:cubicBezTo>
                    <a:cubicBezTo>
                      <a:pt x="1630345" y="7150"/>
                      <a:pt x="1746488" y="48673"/>
                      <a:pt x="1777322" y="42815"/>
                    </a:cubicBezTo>
                    <a:cubicBezTo>
                      <a:pt x="1808156" y="36956"/>
                      <a:pt x="1919125" y="34763"/>
                      <a:pt x="1906209" y="116885"/>
                    </a:cubicBezTo>
                    <a:cubicBezTo>
                      <a:pt x="1893293" y="199008"/>
                      <a:pt x="700554" y="675912"/>
                      <a:pt x="546690" y="654396"/>
                    </a:cubicBezTo>
                    <a:cubicBezTo>
                      <a:pt x="392827" y="632881"/>
                      <a:pt x="9454" y="610714"/>
                      <a:pt x="9454" y="610714"/>
                    </a:cubicBezTo>
                    <a:cubicBezTo>
                      <a:pt x="9454" y="610714"/>
                      <a:pt x="-34365" y="564977"/>
                      <a:pt x="65161" y="55223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77A96E96-DEF6-0FC8-DAFC-A4FDC33CF3FF}"/>
                  </a:ext>
                </a:extLst>
              </p:cNvPr>
              <p:cNvSpPr/>
              <p:nvPr/>
            </p:nvSpPr>
            <p:spPr>
              <a:xfrm>
                <a:off x="2824149" y="3353641"/>
                <a:ext cx="561651" cy="422160"/>
              </a:xfrm>
              <a:custGeom>
                <a:avLst/>
                <a:gdLst>
                  <a:gd name="connsiteX0" fmla="*/ 561498 w 561651"/>
                  <a:gd name="connsiteY0" fmla="*/ 255097 h 422160"/>
                  <a:gd name="connsiteX1" fmla="*/ 323286 w 561651"/>
                  <a:gd name="connsiteY1" fmla="*/ 177600 h 422160"/>
                  <a:gd name="connsiteX2" fmla="*/ 284983 w 561651"/>
                  <a:gd name="connsiteY2" fmla="*/ 151768 h 422160"/>
                  <a:gd name="connsiteX3" fmla="*/ 167436 w 561651"/>
                  <a:gd name="connsiteY3" fmla="*/ 11712 h 422160"/>
                  <a:gd name="connsiteX4" fmla="*/ 129304 w 561651"/>
                  <a:gd name="connsiteY4" fmla="*/ 2530 h 422160"/>
                  <a:gd name="connsiteX5" fmla="*/ -132 w 561651"/>
                  <a:gd name="connsiteY5" fmla="*/ 70023 h 422160"/>
                  <a:gd name="connsiteX6" fmla="*/ 114777 w 561651"/>
                  <a:gd name="connsiteY6" fmla="*/ 422082 h 422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1651" h="422160">
                    <a:moveTo>
                      <a:pt x="561498" y="255097"/>
                    </a:moveTo>
                    <a:lnTo>
                      <a:pt x="323286" y="177600"/>
                    </a:lnTo>
                    <a:cubicBezTo>
                      <a:pt x="308355" y="172739"/>
                      <a:pt x="295086" y="163790"/>
                      <a:pt x="284983" y="151768"/>
                    </a:cubicBezTo>
                    <a:lnTo>
                      <a:pt x="167436" y="11712"/>
                    </a:lnTo>
                    <a:cubicBezTo>
                      <a:pt x="158120" y="608"/>
                      <a:pt x="142652" y="-3116"/>
                      <a:pt x="129304" y="2530"/>
                    </a:cubicBezTo>
                    <a:cubicBezTo>
                      <a:pt x="86615" y="20654"/>
                      <a:pt x="-1742" y="59436"/>
                      <a:pt x="-132" y="70023"/>
                    </a:cubicBezTo>
                    <a:cubicBezTo>
                      <a:pt x="1958" y="83967"/>
                      <a:pt x="114777" y="422082"/>
                      <a:pt x="114777" y="42208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554F1ACA-3581-0380-2CCA-857350D48F12}"/>
                  </a:ext>
                </a:extLst>
              </p:cNvPr>
              <p:cNvSpPr/>
              <p:nvPr/>
            </p:nvSpPr>
            <p:spPr>
              <a:xfrm>
                <a:off x="2987538" y="3716326"/>
                <a:ext cx="260090" cy="215947"/>
              </a:xfrm>
              <a:custGeom>
                <a:avLst/>
                <a:gdLst>
                  <a:gd name="connsiteX0" fmla="*/ 3499 w 260090"/>
                  <a:gd name="connsiteY0" fmla="*/ 95850 h 215947"/>
                  <a:gd name="connsiteX1" fmla="*/ -99 w 260090"/>
                  <a:gd name="connsiteY1" fmla="*/ 172490 h 215947"/>
                  <a:gd name="connsiteX2" fmla="*/ 14325 w 260090"/>
                  <a:gd name="connsiteY2" fmla="*/ 205928 h 215947"/>
                  <a:gd name="connsiteX3" fmla="*/ 49853 w 260090"/>
                  <a:gd name="connsiteY3" fmla="*/ 215008 h 215947"/>
                  <a:gd name="connsiteX4" fmla="*/ 125980 w 260090"/>
                  <a:gd name="connsiteY4" fmla="*/ 200413 h 215947"/>
                  <a:gd name="connsiteX5" fmla="*/ 154655 w 260090"/>
                  <a:gd name="connsiteY5" fmla="*/ 180679 h 215947"/>
                  <a:gd name="connsiteX6" fmla="*/ 259937 w 260090"/>
                  <a:gd name="connsiteY6" fmla="*/ -79 h 215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0090" h="215947">
                    <a:moveTo>
                      <a:pt x="3499" y="95850"/>
                    </a:moveTo>
                    <a:lnTo>
                      <a:pt x="-99" y="172490"/>
                    </a:lnTo>
                    <a:cubicBezTo>
                      <a:pt x="-760" y="185273"/>
                      <a:pt x="4575" y="197634"/>
                      <a:pt x="14325" y="205928"/>
                    </a:cubicBezTo>
                    <a:cubicBezTo>
                      <a:pt x="24141" y="214257"/>
                      <a:pt x="37245" y="217604"/>
                      <a:pt x="49853" y="215008"/>
                    </a:cubicBezTo>
                    <a:lnTo>
                      <a:pt x="125980" y="200413"/>
                    </a:lnTo>
                    <a:cubicBezTo>
                      <a:pt x="137953" y="198316"/>
                      <a:pt x="148420" y="191114"/>
                      <a:pt x="154655" y="180679"/>
                    </a:cubicBezTo>
                    <a:lnTo>
                      <a:pt x="259937" y="-7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4666D515-A639-8335-8E3B-2B40ED487E99}"/>
                  </a:ext>
                </a:extLst>
              </p:cNvPr>
              <p:cNvSpPr/>
              <p:nvPr/>
            </p:nvSpPr>
            <p:spPr>
              <a:xfrm>
                <a:off x="3770291" y="3669418"/>
                <a:ext cx="362877" cy="270753"/>
              </a:xfrm>
              <a:custGeom>
                <a:avLst/>
                <a:gdLst>
                  <a:gd name="connsiteX0" fmla="*/ 50771 w 362877"/>
                  <a:gd name="connsiteY0" fmla="*/ 234678 h 270753"/>
                  <a:gd name="connsiteX1" fmla="*/ 182605 w 362877"/>
                  <a:gd name="connsiteY1" fmla="*/ 267979 h 270753"/>
                  <a:gd name="connsiteX2" fmla="*/ 357950 w 362877"/>
                  <a:gd name="connsiteY2" fmla="*/ 185446 h 270753"/>
                  <a:gd name="connsiteX3" fmla="*/ 222827 w 362877"/>
                  <a:gd name="connsiteY3" fmla="*/ 10068 h 270753"/>
                  <a:gd name="connsiteX4" fmla="*/ 50771 w 362877"/>
                  <a:gd name="connsiteY4" fmla="*/ 234678 h 270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2877" h="270753">
                    <a:moveTo>
                      <a:pt x="50771" y="234678"/>
                    </a:moveTo>
                    <a:cubicBezTo>
                      <a:pt x="50771" y="234678"/>
                      <a:pt x="107712" y="282334"/>
                      <a:pt x="182605" y="267979"/>
                    </a:cubicBezTo>
                    <a:cubicBezTo>
                      <a:pt x="257498" y="253624"/>
                      <a:pt x="345753" y="215253"/>
                      <a:pt x="357950" y="185446"/>
                    </a:cubicBezTo>
                    <a:cubicBezTo>
                      <a:pt x="370146" y="155640"/>
                      <a:pt x="369564" y="-47250"/>
                      <a:pt x="222827" y="10068"/>
                    </a:cubicBezTo>
                    <a:cubicBezTo>
                      <a:pt x="76090" y="67385"/>
                      <a:pt x="-84386" y="190071"/>
                      <a:pt x="50771" y="2346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327FDC8E-BA02-4404-A390-6E6DBCBC8142}"/>
                  </a:ext>
                </a:extLst>
              </p:cNvPr>
              <p:cNvSpPr/>
              <p:nvPr/>
            </p:nvSpPr>
            <p:spPr>
              <a:xfrm>
                <a:off x="3559761" y="3587473"/>
                <a:ext cx="480377" cy="512707"/>
              </a:xfrm>
              <a:custGeom>
                <a:avLst/>
                <a:gdLst>
                  <a:gd name="connsiteX0" fmla="*/ 137313 w 480377"/>
                  <a:gd name="connsiteY0" fmla="*/ 130761 h 512707"/>
                  <a:gd name="connsiteX1" fmla="*/ 480224 w 480377"/>
                  <a:gd name="connsiteY1" fmla="*/ -79 h 512707"/>
                  <a:gd name="connsiteX2" fmla="*/ 256093 w 480377"/>
                  <a:gd name="connsiteY2" fmla="*/ 440338 h 512707"/>
                  <a:gd name="connsiteX3" fmla="*/ 240676 w 480377"/>
                  <a:gd name="connsiteY3" fmla="*/ 452980 h 512707"/>
                  <a:gd name="connsiteX4" fmla="*/ 31345 w 480377"/>
                  <a:gd name="connsiteY4" fmla="*/ 511702 h 512707"/>
                  <a:gd name="connsiteX5" fmla="*/ 768 w 480377"/>
                  <a:gd name="connsiteY5" fmla="*/ 494514 h 512707"/>
                  <a:gd name="connsiteX6" fmla="*/ 1539 w 480377"/>
                  <a:gd name="connsiteY6" fmla="*/ 478812 h 5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0377" h="512707">
                    <a:moveTo>
                      <a:pt x="137313" y="130761"/>
                    </a:moveTo>
                    <a:lnTo>
                      <a:pt x="480224" y="-79"/>
                    </a:lnTo>
                    <a:lnTo>
                      <a:pt x="256093" y="440338"/>
                    </a:lnTo>
                    <a:cubicBezTo>
                      <a:pt x="252938" y="446515"/>
                      <a:pt x="247350" y="451096"/>
                      <a:pt x="240676" y="452980"/>
                    </a:cubicBezTo>
                    <a:lnTo>
                      <a:pt x="31345" y="511702"/>
                    </a:lnTo>
                    <a:cubicBezTo>
                      <a:pt x="18155" y="515399"/>
                      <a:pt x="4465" y="507704"/>
                      <a:pt x="768" y="494514"/>
                    </a:cubicBezTo>
                    <a:cubicBezTo>
                      <a:pt x="-685" y="489334"/>
                      <a:pt x="-414" y="483824"/>
                      <a:pt x="1539" y="47881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7F424709-E11F-0ACE-0C0A-D9D271DA2A9D}"/>
                  </a:ext>
                </a:extLst>
              </p:cNvPr>
              <p:cNvSpPr/>
              <p:nvPr/>
            </p:nvSpPr>
            <p:spPr>
              <a:xfrm>
                <a:off x="4023538" y="3689808"/>
                <a:ext cx="105038" cy="174254"/>
              </a:xfrm>
              <a:custGeom>
                <a:avLst/>
                <a:gdLst>
                  <a:gd name="connsiteX0" fmla="*/ 86202 w 105038"/>
                  <a:gd name="connsiteY0" fmla="*/ 174170 h 174254"/>
                  <a:gd name="connsiteX1" fmla="*/ 88908 w 105038"/>
                  <a:gd name="connsiteY1" fmla="*/ 173793 h 174254"/>
                  <a:gd name="connsiteX2" fmla="*/ 100248 w 105038"/>
                  <a:gd name="connsiteY2" fmla="*/ 156423 h 174254"/>
                  <a:gd name="connsiteX3" fmla="*/ 72121 w 105038"/>
                  <a:gd name="connsiteY3" fmla="*/ 17394 h 174254"/>
                  <a:gd name="connsiteX4" fmla="*/ 29809 w 105038"/>
                  <a:gd name="connsiteY4" fmla="*/ 264 h 174254"/>
                  <a:gd name="connsiteX5" fmla="*/ -134 w 105038"/>
                  <a:gd name="connsiteY5" fmla="*/ 33737 h 174254"/>
                  <a:gd name="connsiteX6" fmla="*/ 75238 w 105038"/>
                  <a:gd name="connsiteY6" fmla="*/ 169202 h 174254"/>
                  <a:gd name="connsiteX7" fmla="*/ 86202 w 105038"/>
                  <a:gd name="connsiteY7" fmla="*/ 174170 h 174254"/>
                  <a:gd name="connsiteX8" fmla="*/ 36147 w 105038"/>
                  <a:gd name="connsiteY8" fmla="*/ 6671 h 174254"/>
                  <a:gd name="connsiteX9" fmla="*/ 66982 w 105038"/>
                  <a:gd name="connsiteY9" fmla="*/ 21574 h 174254"/>
                  <a:gd name="connsiteX10" fmla="*/ 93876 w 105038"/>
                  <a:gd name="connsiteY10" fmla="*/ 154607 h 174254"/>
                  <a:gd name="connsiteX11" fmla="*/ 86784 w 105038"/>
                  <a:gd name="connsiteY11" fmla="*/ 167523 h 174254"/>
                  <a:gd name="connsiteX12" fmla="*/ 79144 w 105038"/>
                  <a:gd name="connsiteY12" fmla="*/ 164097 h 174254"/>
                  <a:gd name="connsiteX13" fmla="*/ 6409 w 105038"/>
                  <a:gd name="connsiteY13" fmla="*/ 34114 h 174254"/>
                  <a:gd name="connsiteX14" fmla="*/ 30597 w 105038"/>
                  <a:gd name="connsiteY14" fmla="*/ 7014 h 174254"/>
                  <a:gd name="connsiteX15" fmla="*/ 36147 w 105038"/>
                  <a:gd name="connsiteY15" fmla="*/ 6671 h 174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038" h="174254">
                    <a:moveTo>
                      <a:pt x="86202" y="174170"/>
                    </a:moveTo>
                    <a:cubicBezTo>
                      <a:pt x="87120" y="174204"/>
                      <a:pt x="88035" y="174077"/>
                      <a:pt x="88908" y="173793"/>
                    </a:cubicBezTo>
                    <a:cubicBezTo>
                      <a:pt x="93533" y="172251"/>
                      <a:pt x="97336" y="166393"/>
                      <a:pt x="100248" y="156423"/>
                    </a:cubicBezTo>
                    <a:cubicBezTo>
                      <a:pt x="109533" y="124355"/>
                      <a:pt x="107101" y="60014"/>
                      <a:pt x="72121" y="17394"/>
                    </a:cubicBezTo>
                    <a:cubicBezTo>
                      <a:pt x="61908" y="4780"/>
                      <a:pt x="45922" y="-1689"/>
                      <a:pt x="29809" y="264"/>
                    </a:cubicBezTo>
                    <a:cubicBezTo>
                      <a:pt x="16550" y="1909"/>
                      <a:pt x="585" y="9035"/>
                      <a:pt x="-134" y="33737"/>
                    </a:cubicBezTo>
                    <a:cubicBezTo>
                      <a:pt x="-1299" y="72417"/>
                      <a:pt x="50811" y="151044"/>
                      <a:pt x="75238" y="169202"/>
                    </a:cubicBezTo>
                    <a:cubicBezTo>
                      <a:pt x="78298" y="171943"/>
                      <a:pt x="82125" y="173677"/>
                      <a:pt x="86202" y="174170"/>
                    </a:cubicBezTo>
                    <a:close/>
                    <a:moveTo>
                      <a:pt x="36147" y="6671"/>
                    </a:moveTo>
                    <a:cubicBezTo>
                      <a:pt x="48104" y="6918"/>
                      <a:pt x="59359" y="12358"/>
                      <a:pt x="66982" y="21574"/>
                    </a:cubicBezTo>
                    <a:cubicBezTo>
                      <a:pt x="99940" y="61865"/>
                      <a:pt x="102510" y="124766"/>
                      <a:pt x="93876" y="154607"/>
                    </a:cubicBezTo>
                    <a:cubicBezTo>
                      <a:pt x="91375" y="163241"/>
                      <a:pt x="88497" y="166975"/>
                      <a:pt x="86784" y="167523"/>
                    </a:cubicBezTo>
                    <a:cubicBezTo>
                      <a:pt x="86579" y="167523"/>
                      <a:pt x="84591" y="168106"/>
                      <a:pt x="79144" y="164097"/>
                    </a:cubicBezTo>
                    <a:cubicBezTo>
                      <a:pt x="53723" y="145220"/>
                      <a:pt x="5416" y="68168"/>
                      <a:pt x="6409" y="34114"/>
                    </a:cubicBezTo>
                    <a:cubicBezTo>
                      <a:pt x="6889" y="17840"/>
                      <a:pt x="14803" y="8967"/>
                      <a:pt x="30597" y="7014"/>
                    </a:cubicBezTo>
                    <a:cubicBezTo>
                      <a:pt x="32437" y="6760"/>
                      <a:pt x="34290" y="6647"/>
                      <a:pt x="36147" y="667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50126794-13ED-5A89-C8C6-1B1FED597119}"/>
                  </a:ext>
                </a:extLst>
              </p:cNvPr>
              <p:cNvSpPr/>
              <p:nvPr/>
            </p:nvSpPr>
            <p:spPr>
              <a:xfrm>
                <a:off x="2848633" y="3497265"/>
                <a:ext cx="116519" cy="245303"/>
              </a:xfrm>
              <a:custGeom>
                <a:avLst/>
                <a:gdLst>
                  <a:gd name="connsiteX0" fmla="*/ 0 w 116519"/>
                  <a:gd name="connsiteY0" fmla="*/ 7092 h 245303"/>
                  <a:gd name="connsiteX1" fmla="*/ 36864 w 116519"/>
                  <a:gd name="connsiteY1" fmla="*/ 0 h 245303"/>
                  <a:gd name="connsiteX2" fmla="*/ 116519 w 116519"/>
                  <a:gd name="connsiteY2" fmla="*/ 228825 h 245303"/>
                  <a:gd name="connsiteX3" fmla="*/ 79484 w 116519"/>
                  <a:gd name="connsiteY3" fmla="*/ 245304 h 245303"/>
                  <a:gd name="connsiteX4" fmla="*/ 0 w 116519"/>
                  <a:gd name="connsiteY4" fmla="*/ 7092 h 245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6519" h="245303">
                    <a:moveTo>
                      <a:pt x="0" y="7092"/>
                    </a:moveTo>
                    <a:lnTo>
                      <a:pt x="36864" y="0"/>
                    </a:lnTo>
                    <a:lnTo>
                      <a:pt x="116519" y="228825"/>
                    </a:lnTo>
                    <a:lnTo>
                      <a:pt x="79484" y="245304"/>
                    </a:lnTo>
                    <a:lnTo>
                      <a:pt x="0" y="7092"/>
                    </a:lnTo>
                    <a:close/>
                  </a:path>
                </a:pathLst>
              </a:custGeom>
              <a:solidFill>
                <a:schemeClr val="accent1"/>
              </a:soli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106421AC-D291-F5C8-97BE-DE2666429180}"/>
                  </a:ext>
                </a:extLst>
              </p:cNvPr>
              <p:cNvSpPr/>
              <p:nvPr/>
            </p:nvSpPr>
            <p:spPr>
              <a:xfrm rot="20949600">
                <a:off x="3509921" y="3644708"/>
                <a:ext cx="46148" cy="59338"/>
              </a:xfrm>
              <a:custGeom>
                <a:avLst/>
                <a:gdLst>
                  <a:gd name="connsiteX0" fmla="*/ 23623 w 46148"/>
                  <a:gd name="connsiteY0" fmla="*/ -79 h 59338"/>
                  <a:gd name="connsiteX1" fmla="*/ 45995 w 46148"/>
                  <a:gd name="connsiteY1" fmla="*/ -79 h 59338"/>
                  <a:gd name="connsiteX2" fmla="*/ 45995 w 46148"/>
                  <a:gd name="connsiteY2" fmla="*/ 59260 h 59338"/>
                  <a:gd name="connsiteX3" fmla="*/ 23623 w 46148"/>
                  <a:gd name="connsiteY3" fmla="*/ 59260 h 59338"/>
                  <a:gd name="connsiteX4" fmla="*/ 22218 w 46148"/>
                  <a:gd name="connsiteY4" fmla="*/ 59260 h 59338"/>
                  <a:gd name="connsiteX5" fmla="*/ -154 w 46148"/>
                  <a:gd name="connsiteY5" fmla="*/ 59260 h 59338"/>
                  <a:gd name="connsiteX6" fmla="*/ -154 w 46148"/>
                  <a:gd name="connsiteY6" fmla="*/ -79 h 59338"/>
                  <a:gd name="connsiteX7" fmla="*/ 22218 w 46148"/>
                  <a:gd name="connsiteY7" fmla="*/ -79 h 5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148" h="59338">
                    <a:moveTo>
                      <a:pt x="23623" y="-79"/>
                    </a:moveTo>
                    <a:cubicBezTo>
                      <a:pt x="35979" y="-79"/>
                      <a:pt x="45995" y="-79"/>
                      <a:pt x="45995" y="-79"/>
                    </a:cubicBezTo>
                    <a:lnTo>
                      <a:pt x="45995" y="59260"/>
                    </a:lnTo>
                    <a:cubicBezTo>
                      <a:pt x="45995" y="59260"/>
                      <a:pt x="35979" y="59260"/>
                      <a:pt x="23623" y="59260"/>
                    </a:cubicBezTo>
                    <a:lnTo>
                      <a:pt x="22218" y="59260"/>
                    </a:lnTo>
                    <a:cubicBezTo>
                      <a:pt x="9863" y="59260"/>
                      <a:pt x="-154" y="59260"/>
                      <a:pt x="-154" y="59260"/>
                    </a:cubicBezTo>
                    <a:lnTo>
                      <a:pt x="-154" y="-79"/>
                    </a:lnTo>
                    <a:cubicBezTo>
                      <a:pt x="-154" y="-79"/>
                      <a:pt x="9863" y="-79"/>
                      <a:pt x="22218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01192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8A33A192-A6EF-9F5C-BB7C-75CFB25F6505}"/>
                  </a:ext>
                </a:extLst>
              </p:cNvPr>
              <p:cNvSpPr/>
              <p:nvPr/>
            </p:nvSpPr>
            <p:spPr>
              <a:xfrm>
                <a:off x="3591576" y="3621981"/>
                <a:ext cx="48874" cy="59349"/>
              </a:xfrm>
              <a:custGeom>
                <a:avLst/>
                <a:gdLst>
                  <a:gd name="connsiteX0" fmla="*/ 250 w 48874"/>
                  <a:gd name="connsiteY0" fmla="*/ 26739 h 59349"/>
                  <a:gd name="connsiteX1" fmla="*/ 17997 w 48874"/>
                  <a:gd name="connsiteY1" fmla="*/ 564 h 59349"/>
                  <a:gd name="connsiteX2" fmla="*/ 19402 w 48874"/>
                  <a:gd name="connsiteY2" fmla="*/ 324 h 59349"/>
                  <a:gd name="connsiteX3" fmla="*/ 45576 w 48874"/>
                  <a:gd name="connsiteY3" fmla="*/ 18071 h 59349"/>
                  <a:gd name="connsiteX4" fmla="*/ 48317 w 48874"/>
                  <a:gd name="connsiteY4" fmla="*/ 32426 h 59349"/>
                  <a:gd name="connsiteX5" fmla="*/ 30570 w 48874"/>
                  <a:gd name="connsiteY5" fmla="*/ 58601 h 59349"/>
                  <a:gd name="connsiteX6" fmla="*/ 29166 w 48874"/>
                  <a:gd name="connsiteY6" fmla="*/ 58875 h 59349"/>
                  <a:gd name="connsiteX7" fmla="*/ 2991 w 48874"/>
                  <a:gd name="connsiteY7" fmla="*/ 41094 h 5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874" h="59349">
                    <a:moveTo>
                      <a:pt x="250" y="26739"/>
                    </a:moveTo>
                    <a:cubicBezTo>
                      <a:pt x="-2073" y="14611"/>
                      <a:pt x="5872" y="2897"/>
                      <a:pt x="17997" y="564"/>
                    </a:cubicBezTo>
                    <a:lnTo>
                      <a:pt x="19402" y="324"/>
                    </a:lnTo>
                    <a:cubicBezTo>
                      <a:pt x="31530" y="-1999"/>
                      <a:pt x="43243" y="5947"/>
                      <a:pt x="45576" y="18071"/>
                    </a:cubicBezTo>
                    <a:lnTo>
                      <a:pt x="48317" y="32426"/>
                    </a:lnTo>
                    <a:cubicBezTo>
                      <a:pt x="50640" y="44554"/>
                      <a:pt x="42695" y="56268"/>
                      <a:pt x="30570" y="58601"/>
                    </a:cubicBezTo>
                    <a:lnTo>
                      <a:pt x="29166" y="58875"/>
                    </a:lnTo>
                    <a:cubicBezTo>
                      <a:pt x="17031" y="61174"/>
                      <a:pt x="5324" y="53222"/>
                      <a:pt x="2991" y="41094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8353593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2BFDD0E5-1C7A-47FB-7292-80875DDEDC62}"/>
                  </a:ext>
                </a:extLst>
              </p:cNvPr>
              <p:cNvSpPr/>
              <p:nvPr/>
            </p:nvSpPr>
            <p:spPr>
              <a:xfrm>
                <a:off x="3672027" y="3586418"/>
                <a:ext cx="48898" cy="59362"/>
              </a:xfrm>
              <a:custGeom>
                <a:avLst/>
                <a:gdLst>
                  <a:gd name="connsiteX0" fmla="*/ 242 w 48898"/>
                  <a:gd name="connsiteY0" fmla="*/ 26773 h 59362"/>
                  <a:gd name="connsiteX1" fmla="*/ 18023 w 48898"/>
                  <a:gd name="connsiteY1" fmla="*/ 599 h 59362"/>
                  <a:gd name="connsiteX2" fmla="*/ 19428 w 48898"/>
                  <a:gd name="connsiteY2" fmla="*/ 324 h 59362"/>
                  <a:gd name="connsiteX3" fmla="*/ 45603 w 48898"/>
                  <a:gd name="connsiteY3" fmla="*/ 18071 h 59362"/>
                  <a:gd name="connsiteX4" fmla="*/ 48344 w 48898"/>
                  <a:gd name="connsiteY4" fmla="*/ 32426 h 59362"/>
                  <a:gd name="connsiteX5" fmla="*/ 30569 w 48898"/>
                  <a:gd name="connsiteY5" fmla="*/ 58601 h 59362"/>
                  <a:gd name="connsiteX6" fmla="*/ 30563 w 48898"/>
                  <a:gd name="connsiteY6" fmla="*/ 58601 h 59362"/>
                  <a:gd name="connsiteX7" fmla="*/ 29192 w 48898"/>
                  <a:gd name="connsiteY7" fmla="*/ 58875 h 59362"/>
                  <a:gd name="connsiteX8" fmla="*/ 3028 w 48898"/>
                  <a:gd name="connsiteY8" fmla="*/ 41177 h 59362"/>
                  <a:gd name="connsiteX9" fmla="*/ 3017 w 48898"/>
                  <a:gd name="connsiteY9" fmla="*/ 41128 h 59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898" h="59362">
                    <a:moveTo>
                      <a:pt x="242" y="26773"/>
                    </a:moveTo>
                    <a:cubicBezTo>
                      <a:pt x="-2057" y="14638"/>
                      <a:pt x="5895" y="2932"/>
                      <a:pt x="18023" y="599"/>
                    </a:cubicBezTo>
                    <a:lnTo>
                      <a:pt x="19428" y="324"/>
                    </a:lnTo>
                    <a:cubicBezTo>
                      <a:pt x="31556" y="-1999"/>
                      <a:pt x="43270" y="5947"/>
                      <a:pt x="45603" y="18071"/>
                    </a:cubicBezTo>
                    <a:lnTo>
                      <a:pt x="48344" y="32426"/>
                    </a:lnTo>
                    <a:cubicBezTo>
                      <a:pt x="50663" y="44561"/>
                      <a:pt x="42704" y="56282"/>
                      <a:pt x="30569" y="58601"/>
                    </a:cubicBezTo>
                    <a:cubicBezTo>
                      <a:pt x="30566" y="58601"/>
                      <a:pt x="30566" y="58601"/>
                      <a:pt x="30563" y="58601"/>
                    </a:cubicBezTo>
                    <a:lnTo>
                      <a:pt x="29192" y="58875"/>
                    </a:lnTo>
                    <a:cubicBezTo>
                      <a:pt x="17078" y="61212"/>
                      <a:pt x="5364" y="53287"/>
                      <a:pt x="3028" y="41177"/>
                    </a:cubicBezTo>
                    <a:cubicBezTo>
                      <a:pt x="3024" y="41159"/>
                      <a:pt x="3021" y="41146"/>
                      <a:pt x="3017" y="411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835352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2FB213DE-74A8-CA27-CF77-14D7D51F9B90}"/>
                  </a:ext>
                </a:extLst>
              </p:cNvPr>
              <p:cNvSpPr/>
              <p:nvPr/>
            </p:nvSpPr>
            <p:spPr>
              <a:xfrm rot="20950199">
                <a:off x="3748603" y="3558617"/>
                <a:ext cx="46148" cy="59338"/>
              </a:xfrm>
              <a:custGeom>
                <a:avLst/>
                <a:gdLst>
                  <a:gd name="connsiteX0" fmla="*/ 23623 w 46148"/>
                  <a:gd name="connsiteY0" fmla="*/ -79 h 59338"/>
                  <a:gd name="connsiteX1" fmla="*/ 45995 w 46148"/>
                  <a:gd name="connsiteY1" fmla="*/ -79 h 59338"/>
                  <a:gd name="connsiteX2" fmla="*/ 45995 w 46148"/>
                  <a:gd name="connsiteY2" fmla="*/ 59260 h 59338"/>
                  <a:gd name="connsiteX3" fmla="*/ 23623 w 46148"/>
                  <a:gd name="connsiteY3" fmla="*/ 59260 h 59338"/>
                  <a:gd name="connsiteX4" fmla="*/ 22219 w 46148"/>
                  <a:gd name="connsiteY4" fmla="*/ 59260 h 59338"/>
                  <a:gd name="connsiteX5" fmla="*/ -153 w 46148"/>
                  <a:gd name="connsiteY5" fmla="*/ 59260 h 59338"/>
                  <a:gd name="connsiteX6" fmla="*/ -153 w 46148"/>
                  <a:gd name="connsiteY6" fmla="*/ -79 h 59338"/>
                  <a:gd name="connsiteX7" fmla="*/ 22219 w 46148"/>
                  <a:gd name="connsiteY7" fmla="*/ -79 h 5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148" h="59338">
                    <a:moveTo>
                      <a:pt x="23623" y="-79"/>
                    </a:moveTo>
                    <a:cubicBezTo>
                      <a:pt x="35979" y="-79"/>
                      <a:pt x="45995" y="-79"/>
                      <a:pt x="45995" y="-79"/>
                    </a:cubicBezTo>
                    <a:lnTo>
                      <a:pt x="45995" y="59260"/>
                    </a:lnTo>
                    <a:cubicBezTo>
                      <a:pt x="45995" y="59260"/>
                      <a:pt x="35979" y="59260"/>
                      <a:pt x="23623" y="59260"/>
                    </a:cubicBezTo>
                    <a:lnTo>
                      <a:pt x="22219" y="59260"/>
                    </a:lnTo>
                    <a:cubicBezTo>
                      <a:pt x="9863" y="59260"/>
                      <a:pt x="-153" y="59260"/>
                      <a:pt x="-153" y="59260"/>
                    </a:cubicBezTo>
                    <a:lnTo>
                      <a:pt x="-153" y="-79"/>
                    </a:lnTo>
                    <a:cubicBezTo>
                      <a:pt x="-153" y="-79"/>
                      <a:pt x="9863" y="-79"/>
                      <a:pt x="22219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011328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7F01AC0F-2722-EB86-10B1-50C84918F6E9}"/>
                  </a:ext>
                </a:extLst>
              </p:cNvPr>
              <p:cNvSpPr/>
              <p:nvPr/>
            </p:nvSpPr>
            <p:spPr>
              <a:xfrm rot="20950199">
                <a:off x="3836853" y="3528198"/>
                <a:ext cx="46148" cy="59338"/>
              </a:xfrm>
              <a:custGeom>
                <a:avLst/>
                <a:gdLst>
                  <a:gd name="connsiteX0" fmla="*/ 23623 w 46148"/>
                  <a:gd name="connsiteY0" fmla="*/ -79 h 59338"/>
                  <a:gd name="connsiteX1" fmla="*/ 45995 w 46148"/>
                  <a:gd name="connsiteY1" fmla="*/ -79 h 59338"/>
                  <a:gd name="connsiteX2" fmla="*/ 45995 w 46148"/>
                  <a:gd name="connsiteY2" fmla="*/ 59260 h 59338"/>
                  <a:gd name="connsiteX3" fmla="*/ 23623 w 46148"/>
                  <a:gd name="connsiteY3" fmla="*/ 59260 h 59338"/>
                  <a:gd name="connsiteX4" fmla="*/ 22219 w 46148"/>
                  <a:gd name="connsiteY4" fmla="*/ 59260 h 59338"/>
                  <a:gd name="connsiteX5" fmla="*/ -153 w 46148"/>
                  <a:gd name="connsiteY5" fmla="*/ 59260 h 59338"/>
                  <a:gd name="connsiteX6" fmla="*/ -153 w 46148"/>
                  <a:gd name="connsiteY6" fmla="*/ -79 h 59338"/>
                  <a:gd name="connsiteX7" fmla="*/ 22219 w 46148"/>
                  <a:gd name="connsiteY7" fmla="*/ -79 h 5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148" h="59338">
                    <a:moveTo>
                      <a:pt x="23623" y="-79"/>
                    </a:moveTo>
                    <a:cubicBezTo>
                      <a:pt x="35979" y="-79"/>
                      <a:pt x="45995" y="-79"/>
                      <a:pt x="45995" y="-79"/>
                    </a:cubicBezTo>
                    <a:lnTo>
                      <a:pt x="45995" y="59260"/>
                    </a:lnTo>
                    <a:cubicBezTo>
                      <a:pt x="45995" y="59260"/>
                      <a:pt x="35979" y="59260"/>
                      <a:pt x="23623" y="59260"/>
                    </a:cubicBezTo>
                    <a:lnTo>
                      <a:pt x="22219" y="59260"/>
                    </a:lnTo>
                    <a:cubicBezTo>
                      <a:pt x="9863" y="59260"/>
                      <a:pt x="-153" y="59260"/>
                      <a:pt x="-153" y="59260"/>
                    </a:cubicBezTo>
                    <a:lnTo>
                      <a:pt x="-153" y="-79"/>
                    </a:lnTo>
                    <a:cubicBezTo>
                      <a:pt x="-153" y="-79"/>
                      <a:pt x="9863" y="-79"/>
                      <a:pt x="22219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011255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B2797AFB-A32F-B412-A161-83EC2B3C528E}"/>
                  </a:ext>
                </a:extLst>
              </p:cNvPr>
              <p:cNvSpPr/>
              <p:nvPr/>
            </p:nvSpPr>
            <p:spPr>
              <a:xfrm rot="20949001">
                <a:off x="3918638" y="3499038"/>
                <a:ext cx="46148" cy="59338"/>
              </a:xfrm>
              <a:custGeom>
                <a:avLst/>
                <a:gdLst>
                  <a:gd name="connsiteX0" fmla="*/ 23623 w 46148"/>
                  <a:gd name="connsiteY0" fmla="*/ -79 h 59338"/>
                  <a:gd name="connsiteX1" fmla="*/ 45995 w 46148"/>
                  <a:gd name="connsiteY1" fmla="*/ -79 h 59338"/>
                  <a:gd name="connsiteX2" fmla="*/ 45995 w 46148"/>
                  <a:gd name="connsiteY2" fmla="*/ 59260 h 59338"/>
                  <a:gd name="connsiteX3" fmla="*/ 23623 w 46148"/>
                  <a:gd name="connsiteY3" fmla="*/ 59260 h 59338"/>
                  <a:gd name="connsiteX4" fmla="*/ 22219 w 46148"/>
                  <a:gd name="connsiteY4" fmla="*/ 59260 h 59338"/>
                  <a:gd name="connsiteX5" fmla="*/ -154 w 46148"/>
                  <a:gd name="connsiteY5" fmla="*/ 59260 h 59338"/>
                  <a:gd name="connsiteX6" fmla="*/ -154 w 46148"/>
                  <a:gd name="connsiteY6" fmla="*/ -79 h 59338"/>
                  <a:gd name="connsiteX7" fmla="*/ 22219 w 46148"/>
                  <a:gd name="connsiteY7" fmla="*/ -79 h 5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148" h="59338">
                    <a:moveTo>
                      <a:pt x="23623" y="-79"/>
                    </a:moveTo>
                    <a:cubicBezTo>
                      <a:pt x="35979" y="-79"/>
                      <a:pt x="45995" y="-79"/>
                      <a:pt x="45995" y="-79"/>
                    </a:cubicBezTo>
                    <a:lnTo>
                      <a:pt x="45995" y="59260"/>
                    </a:lnTo>
                    <a:cubicBezTo>
                      <a:pt x="45995" y="59260"/>
                      <a:pt x="35979" y="59260"/>
                      <a:pt x="23623" y="59260"/>
                    </a:cubicBezTo>
                    <a:lnTo>
                      <a:pt x="22219" y="59260"/>
                    </a:lnTo>
                    <a:cubicBezTo>
                      <a:pt x="9863" y="59260"/>
                      <a:pt x="-154" y="59260"/>
                      <a:pt x="-154" y="59260"/>
                    </a:cubicBezTo>
                    <a:lnTo>
                      <a:pt x="-154" y="-79"/>
                    </a:lnTo>
                    <a:cubicBezTo>
                      <a:pt x="-154" y="-79"/>
                      <a:pt x="9863" y="-79"/>
                      <a:pt x="22219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012456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C9420AE-273A-E0C3-B838-3B71D0A4253B}"/>
                  </a:ext>
                </a:extLst>
              </p:cNvPr>
              <p:cNvSpPr/>
              <p:nvPr/>
            </p:nvSpPr>
            <p:spPr>
              <a:xfrm>
                <a:off x="3997625" y="3463663"/>
                <a:ext cx="48879" cy="59356"/>
              </a:xfrm>
              <a:custGeom>
                <a:avLst/>
                <a:gdLst>
                  <a:gd name="connsiteX0" fmla="*/ 255 w 48879"/>
                  <a:gd name="connsiteY0" fmla="*/ 26773 h 59356"/>
                  <a:gd name="connsiteX1" fmla="*/ 17954 w 48879"/>
                  <a:gd name="connsiteY1" fmla="*/ 609 h 59356"/>
                  <a:gd name="connsiteX2" fmla="*/ 18002 w 48879"/>
                  <a:gd name="connsiteY2" fmla="*/ 599 h 59356"/>
                  <a:gd name="connsiteX3" fmla="*/ 19406 w 48879"/>
                  <a:gd name="connsiteY3" fmla="*/ 324 h 59356"/>
                  <a:gd name="connsiteX4" fmla="*/ 45581 w 48879"/>
                  <a:gd name="connsiteY4" fmla="*/ 18071 h 59356"/>
                  <a:gd name="connsiteX5" fmla="*/ 48322 w 48879"/>
                  <a:gd name="connsiteY5" fmla="*/ 32426 h 59356"/>
                  <a:gd name="connsiteX6" fmla="*/ 30575 w 48879"/>
                  <a:gd name="connsiteY6" fmla="*/ 58601 h 59356"/>
                  <a:gd name="connsiteX7" fmla="*/ 29171 w 48879"/>
                  <a:gd name="connsiteY7" fmla="*/ 58875 h 59356"/>
                  <a:gd name="connsiteX8" fmla="*/ 2996 w 48879"/>
                  <a:gd name="connsiteY8" fmla="*/ 41101 h 59356"/>
                  <a:gd name="connsiteX9" fmla="*/ 2996 w 48879"/>
                  <a:gd name="connsiteY9" fmla="*/ 41094 h 59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879" h="59356">
                    <a:moveTo>
                      <a:pt x="255" y="26773"/>
                    </a:moveTo>
                    <a:cubicBezTo>
                      <a:pt x="-2082" y="14659"/>
                      <a:pt x="5843" y="2945"/>
                      <a:pt x="17954" y="609"/>
                    </a:cubicBezTo>
                    <a:cubicBezTo>
                      <a:pt x="17971" y="605"/>
                      <a:pt x="17985" y="602"/>
                      <a:pt x="18002" y="599"/>
                    </a:cubicBezTo>
                    <a:lnTo>
                      <a:pt x="19406" y="324"/>
                    </a:lnTo>
                    <a:cubicBezTo>
                      <a:pt x="31535" y="-1998"/>
                      <a:pt x="43248" y="5946"/>
                      <a:pt x="45581" y="18071"/>
                    </a:cubicBezTo>
                    <a:lnTo>
                      <a:pt x="48322" y="32426"/>
                    </a:lnTo>
                    <a:cubicBezTo>
                      <a:pt x="50645" y="44555"/>
                      <a:pt x="42700" y="56268"/>
                      <a:pt x="30575" y="58601"/>
                    </a:cubicBezTo>
                    <a:lnTo>
                      <a:pt x="29171" y="58875"/>
                    </a:lnTo>
                    <a:cubicBezTo>
                      <a:pt x="17036" y="61195"/>
                      <a:pt x="5315" y="53236"/>
                      <a:pt x="2996" y="41101"/>
                    </a:cubicBezTo>
                    <a:cubicBezTo>
                      <a:pt x="2996" y="41098"/>
                      <a:pt x="2996" y="41098"/>
                      <a:pt x="2996" y="41094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835352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A2F155FA-3201-95CF-7478-4F4198F1EE8F}"/>
                  </a:ext>
                </a:extLst>
              </p:cNvPr>
              <p:cNvSpPr/>
              <p:nvPr/>
            </p:nvSpPr>
            <p:spPr>
              <a:xfrm rot="20949001">
                <a:off x="4075565" y="3442179"/>
                <a:ext cx="46148" cy="59338"/>
              </a:xfrm>
              <a:custGeom>
                <a:avLst/>
                <a:gdLst>
                  <a:gd name="connsiteX0" fmla="*/ 23623 w 46148"/>
                  <a:gd name="connsiteY0" fmla="*/ -79 h 59338"/>
                  <a:gd name="connsiteX1" fmla="*/ 45995 w 46148"/>
                  <a:gd name="connsiteY1" fmla="*/ -79 h 59338"/>
                  <a:gd name="connsiteX2" fmla="*/ 45995 w 46148"/>
                  <a:gd name="connsiteY2" fmla="*/ 59260 h 59338"/>
                  <a:gd name="connsiteX3" fmla="*/ 23623 w 46148"/>
                  <a:gd name="connsiteY3" fmla="*/ 59260 h 59338"/>
                  <a:gd name="connsiteX4" fmla="*/ 22219 w 46148"/>
                  <a:gd name="connsiteY4" fmla="*/ 59260 h 59338"/>
                  <a:gd name="connsiteX5" fmla="*/ -154 w 46148"/>
                  <a:gd name="connsiteY5" fmla="*/ 59260 h 59338"/>
                  <a:gd name="connsiteX6" fmla="*/ -154 w 46148"/>
                  <a:gd name="connsiteY6" fmla="*/ -79 h 59338"/>
                  <a:gd name="connsiteX7" fmla="*/ 22219 w 46148"/>
                  <a:gd name="connsiteY7" fmla="*/ -79 h 5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148" h="59338">
                    <a:moveTo>
                      <a:pt x="23623" y="-79"/>
                    </a:moveTo>
                    <a:cubicBezTo>
                      <a:pt x="35979" y="-79"/>
                      <a:pt x="45995" y="-79"/>
                      <a:pt x="45995" y="-79"/>
                    </a:cubicBezTo>
                    <a:lnTo>
                      <a:pt x="45995" y="59260"/>
                    </a:lnTo>
                    <a:cubicBezTo>
                      <a:pt x="45995" y="59260"/>
                      <a:pt x="35979" y="59260"/>
                      <a:pt x="23623" y="59260"/>
                    </a:cubicBezTo>
                    <a:lnTo>
                      <a:pt x="22219" y="59260"/>
                    </a:lnTo>
                    <a:cubicBezTo>
                      <a:pt x="9863" y="59260"/>
                      <a:pt x="-154" y="59260"/>
                      <a:pt x="-154" y="59260"/>
                    </a:cubicBezTo>
                    <a:lnTo>
                      <a:pt x="-154" y="-79"/>
                    </a:lnTo>
                    <a:cubicBezTo>
                      <a:pt x="-154" y="-79"/>
                      <a:pt x="9863" y="-79"/>
                      <a:pt x="22219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01252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90E157F6-5FCD-67FB-4394-692E6766D168}"/>
                  </a:ext>
                </a:extLst>
              </p:cNvPr>
              <p:cNvSpPr/>
              <p:nvPr/>
            </p:nvSpPr>
            <p:spPr>
              <a:xfrm>
                <a:off x="4155783" y="3413232"/>
                <a:ext cx="48899" cy="59361"/>
              </a:xfrm>
              <a:custGeom>
                <a:avLst/>
                <a:gdLst>
                  <a:gd name="connsiteX0" fmla="*/ 242 w 48899"/>
                  <a:gd name="connsiteY0" fmla="*/ 26773 h 59361"/>
                  <a:gd name="connsiteX1" fmla="*/ 18023 w 48899"/>
                  <a:gd name="connsiteY1" fmla="*/ 598 h 59361"/>
                  <a:gd name="connsiteX2" fmla="*/ 19428 w 48899"/>
                  <a:gd name="connsiteY2" fmla="*/ 324 h 59361"/>
                  <a:gd name="connsiteX3" fmla="*/ 45603 w 48899"/>
                  <a:gd name="connsiteY3" fmla="*/ 18071 h 59361"/>
                  <a:gd name="connsiteX4" fmla="*/ 48344 w 48899"/>
                  <a:gd name="connsiteY4" fmla="*/ 32426 h 59361"/>
                  <a:gd name="connsiteX5" fmla="*/ 30570 w 48899"/>
                  <a:gd name="connsiteY5" fmla="*/ 58601 h 59361"/>
                  <a:gd name="connsiteX6" fmla="*/ 30563 w 48899"/>
                  <a:gd name="connsiteY6" fmla="*/ 58601 h 59361"/>
                  <a:gd name="connsiteX7" fmla="*/ 29192 w 48899"/>
                  <a:gd name="connsiteY7" fmla="*/ 58875 h 59361"/>
                  <a:gd name="connsiteX8" fmla="*/ 3031 w 48899"/>
                  <a:gd name="connsiteY8" fmla="*/ 41166 h 59361"/>
                  <a:gd name="connsiteX9" fmla="*/ 3017 w 48899"/>
                  <a:gd name="connsiteY9" fmla="*/ 41094 h 59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899" h="59361">
                    <a:moveTo>
                      <a:pt x="242" y="26773"/>
                    </a:moveTo>
                    <a:cubicBezTo>
                      <a:pt x="-2057" y="14638"/>
                      <a:pt x="5895" y="2932"/>
                      <a:pt x="18023" y="598"/>
                    </a:cubicBezTo>
                    <a:lnTo>
                      <a:pt x="19428" y="324"/>
                    </a:lnTo>
                    <a:cubicBezTo>
                      <a:pt x="31556" y="-1999"/>
                      <a:pt x="43270" y="5947"/>
                      <a:pt x="45603" y="18071"/>
                    </a:cubicBezTo>
                    <a:lnTo>
                      <a:pt x="48344" y="32426"/>
                    </a:lnTo>
                    <a:cubicBezTo>
                      <a:pt x="50663" y="44561"/>
                      <a:pt x="42705" y="56282"/>
                      <a:pt x="30570" y="58601"/>
                    </a:cubicBezTo>
                    <a:cubicBezTo>
                      <a:pt x="30566" y="58601"/>
                      <a:pt x="30566" y="58601"/>
                      <a:pt x="30563" y="58601"/>
                    </a:cubicBezTo>
                    <a:lnTo>
                      <a:pt x="29192" y="58875"/>
                    </a:lnTo>
                    <a:cubicBezTo>
                      <a:pt x="17078" y="61208"/>
                      <a:pt x="5364" y="53281"/>
                      <a:pt x="3031" y="41166"/>
                    </a:cubicBezTo>
                    <a:cubicBezTo>
                      <a:pt x="3028" y="41142"/>
                      <a:pt x="3021" y="41118"/>
                      <a:pt x="3017" y="41094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8353522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DDB25262-AD7A-0BE0-FB62-B3F7B212B300}"/>
                  </a:ext>
                </a:extLst>
              </p:cNvPr>
              <p:cNvSpPr/>
              <p:nvPr/>
            </p:nvSpPr>
            <p:spPr>
              <a:xfrm rot="20949600">
                <a:off x="4237576" y="3377780"/>
                <a:ext cx="46148" cy="59338"/>
              </a:xfrm>
              <a:custGeom>
                <a:avLst/>
                <a:gdLst>
                  <a:gd name="connsiteX0" fmla="*/ 23623 w 46148"/>
                  <a:gd name="connsiteY0" fmla="*/ -79 h 59338"/>
                  <a:gd name="connsiteX1" fmla="*/ 45995 w 46148"/>
                  <a:gd name="connsiteY1" fmla="*/ -79 h 59338"/>
                  <a:gd name="connsiteX2" fmla="*/ 45995 w 46148"/>
                  <a:gd name="connsiteY2" fmla="*/ 59260 h 59338"/>
                  <a:gd name="connsiteX3" fmla="*/ 23623 w 46148"/>
                  <a:gd name="connsiteY3" fmla="*/ 59260 h 59338"/>
                  <a:gd name="connsiteX4" fmla="*/ 22219 w 46148"/>
                  <a:gd name="connsiteY4" fmla="*/ 59260 h 59338"/>
                  <a:gd name="connsiteX5" fmla="*/ -154 w 46148"/>
                  <a:gd name="connsiteY5" fmla="*/ 59260 h 59338"/>
                  <a:gd name="connsiteX6" fmla="*/ -154 w 46148"/>
                  <a:gd name="connsiteY6" fmla="*/ -79 h 59338"/>
                  <a:gd name="connsiteX7" fmla="*/ 22219 w 46148"/>
                  <a:gd name="connsiteY7" fmla="*/ -79 h 5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148" h="59338">
                    <a:moveTo>
                      <a:pt x="23623" y="-79"/>
                    </a:moveTo>
                    <a:cubicBezTo>
                      <a:pt x="35979" y="-79"/>
                      <a:pt x="45995" y="-79"/>
                      <a:pt x="45995" y="-79"/>
                    </a:cubicBezTo>
                    <a:lnTo>
                      <a:pt x="45995" y="59260"/>
                    </a:lnTo>
                    <a:cubicBezTo>
                      <a:pt x="45995" y="59260"/>
                      <a:pt x="35979" y="59260"/>
                      <a:pt x="23623" y="59260"/>
                    </a:cubicBezTo>
                    <a:lnTo>
                      <a:pt x="22219" y="59260"/>
                    </a:lnTo>
                    <a:cubicBezTo>
                      <a:pt x="9863" y="59260"/>
                      <a:pt x="-154" y="59260"/>
                      <a:pt x="-154" y="59260"/>
                    </a:cubicBezTo>
                    <a:lnTo>
                      <a:pt x="-154" y="-79"/>
                    </a:lnTo>
                    <a:cubicBezTo>
                      <a:pt x="-154" y="-79"/>
                      <a:pt x="9863" y="-79"/>
                      <a:pt x="22219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01192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FE45AC92-9B40-84A0-FB0F-489452AD454B}"/>
                  </a:ext>
                </a:extLst>
              </p:cNvPr>
              <p:cNvSpPr/>
              <p:nvPr/>
            </p:nvSpPr>
            <p:spPr>
              <a:xfrm rot="20949600">
                <a:off x="4314038" y="3356482"/>
                <a:ext cx="46148" cy="59338"/>
              </a:xfrm>
              <a:custGeom>
                <a:avLst/>
                <a:gdLst>
                  <a:gd name="connsiteX0" fmla="*/ 23623 w 46148"/>
                  <a:gd name="connsiteY0" fmla="*/ -79 h 59338"/>
                  <a:gd name="connsiteX1" fmla="*/ 45995 w 46148"/>
                  <a:gd name="connsiteY1" fmla="*/ -79 h 59338"/>
                  <a:gd name="connsiteX2" fmla="*/ 45995 w 46148"/>
                  <a:gd name="connsiteY2" fmla="*/ 59260 h 59338"/>
                  <a:gd name="connsiteX3" fmla="*/ 23623 w 46148"/>
                  <a:gd name="connsiteY3" fmla="*/ 59260 h 59338"/>
                  <a:gd name="connsiteX4" fmla="*/ 22219 w 46148"/>
                  <a:gd name="connsiteY4" fmla="*/ 59260 h 59338"/>
                  <a:gd name="connsiteX5" fmla="*/ -153 w 46148"/>
                  <a:gd name="connsiteY5" fmla="*/ 59260 h 59338"/>
                  <a:gd name="connsiteX6" fmla="*/ -153 w 46148"/>
                  <a:gd name="connsiteY6" fmla="*/ -79 h 59338"/>
                  <a:gd name="connsiteX7" fmla="*/ 22219 w 46148"/>
                  <a:gd name="connsiteY7" fmla="*/ -79 h 5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148" h="59338">
                    <a:moveTo>
                      <a:pt x="23623" y="-79"/>
                    </a:moveTo>
                    <a:cubicBezTo>
                      <a:pt x="35979" y="-79"/>
                      <a:pt x="45995" y="-79"/>
                      <a:pt x="45995" y="-79"/>
                    </a:cubicBezTo>
                    <a:lnTo>
                      <a:pt x="45995" y="59260"/>
                    </a:lnTo>
                    <a:cubicBezTo>
                      <a:pt x="45995" y="59260"/>
                      <a:pt x="35979" y="59260"/>
                      <a:pt x="23623" y="59260"/>
                    </a:cubicBezTo>
                    <a:lnTo>
                      <a:pt x="22219" y="59260"/>
                    </a:lnTo>
                    <a:cubicBezTo>
                      <a:pt x="9863" y="59260"/>
                      <a:pt x="-153" y="59260"/>
                      <a:pt x="-153" y="59260"/>
                    </a:cubicBezTo>
                    <a:lnTo>
                      <a:pt x="-153" y="-79"/>
                    </a:lnTo>
                    <a:cubicBezTo>
                      <a:pt x="-153" y="-79"/>
                      <a:pt x="9863" y="-79"/>
                      <a:pt x="22219" y="-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9012527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60A0893C-95B8-D476-D62A-D4C22F3BB61F}"/>
                  </a:ext>
                </a:extLst>
              </p:cNvPr>
              <p:cNvSpPr/>
              <p:nvPr/>
            </p:nvSpPr>
            <p:spPr>
              <a:xfrm>
                <a:off x="4430498" y="3239216"/>
                <a:ext cx="237804" cy="124560"/>
              </a:xfrm>
              <a:custGeom>
                <a:avLst/>
                <a:gdLst>
                  <a:gd name="connsiteX0" fmla="*/ 153233 w 237804"/>
                  <a:gd name="connsiteY0" fmla="*/ -79 h 124560"/>
                  <a:gd name="connsiteX1" fmla="*/ 13383 w 237804"/>
                  <a:gd name="connsiteY1" fmla="*/ 69332 h 124560"/>
                  <a:gd name="connsiteX2" fmla="*/ 775 w 237804"/>
                  <a:gd name="connsiteY2" fmla="*/ 97803 h 124560"/>
                  <a:gd name="connsiteX3" fmla="*/ 12423 w 237804"/>
                  <a:gd name="connsiteY3" fmla="*/ 124320 h 124560"/>
                  <a:gd name="connsiteX4" fmla="*/ 237651 w 237804"/>
                  <a:gd name="connsiteY4" fmla="*/ 17839 h 124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804" h="124560">
                    <a:moveTo>
                      <a:pt x="153233" y="-79"/>
                    </a:moveTo>
                    <a:lnTo>
                      <a:pt x="13383" y="69332"/>
                    </a:lnTo>
                    <a:cubicBezTo>
                      <a:pt x="2872" y="74547"/>
                      <a:pt x="-2428" y="86514"/>
                      <a:pt x="775" y="97803"/>
                    </a:cubicBezTo>
                    <a:cubicBezTo>
                      <a:pt x="4612" y="111199"/>
                      <a:pt x="9614" y="126205"/>
                      <a:pt x="12423" y="124320"/>
                    </a:cubicBezTo>
                    <a:cubicBezTo>
                      <a:pt x="17357" y="120894"/>
                      <a:pt x="237651" y="17839"/>
                      <a:pt x="237651" y="178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18353588" scaled="1"/>
              </a:gradFill>
              <a:ln w="34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2538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A60D672-290C-D25E-F058-05F4996CF0A0}"/>
              </a:ext>
            </a:extLst>
          </p:cNvPr>
          <p:cNvGrpSpPr/>
          <p:nvPr/>
        </p:nvGrpSpPr>
        <p:grpSpPr>
          <a:xfrm>
            <a:off x="625595" y="2393572"/>
            <a:ext cx="10940810" cy="3013044"/>
            <a:chOff x="625595" y="1707772"/>
            <a:chExt cx="10940810" cy="3013044"/>
          </a:xfrm>
        </p:grpSpPr>
        <p:sp>
          <p:nvSpPr>
            <p:cNvPr id="3" name="Freeform 140">
              <a:extLst>
                <a:ext uri="{FF2B5EF4-FFF2-40B4-BE49-F238E27FC236}">
                  <a16:creationId xmlns:a16="http://schemas.microsoft.com/office/drawing/2014/main" id="{EFE802B6-7757-D6CC-ECD3-50913C659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596" y="1707772"/>
              <a:ext cx="2029127" cy="1930777"/>
            </a:xfrm>
            <a:custGeom>
              <a:avLst/>
              <a:gdLst>
                <a:gd name="T0" fmla="*/ 138 w 832"/>
                <a:gd name="T1" fmla="*/ 476 h 793"/>
                <a:gd name="T2" fmla="*/ 201 w 832"/>
                <a:gd name="T3" fmla="*/ 469 h 793"/>
                <a:gd name="T4" fmla="*/ 181 w 832"/>
                <a:gd name="T5" fmla="*/ 508 h 793"/>
                <a:gd name="T6" fmla="*/ 228 w 832"/>
                <a:gd name="T7" fmla="*/ 531 h 793"/>
                <a:gd name="T8" fmla="*/ 299 w 832"/>
                <a:gd name="T9" fmla="*/ 524 h 793"/>
                <a:gd name="T10" fmla="*/ 313 w 832"/>
                <a:gd name="T11" fmla="*/ 582 h 793"/>
                <a:gd name="T12" fmla="*/ 386 w 832"/>
                <a:gd name="T13" fmla="*/ 657 h 793"/>
                <a:gd name="T14" fmla="*/ 377 w 832"/>
                <a:gd name="T15" fmla="*/ 733 h 793"/>
                <a:gd name="T16" fmla="*/ 730 w 832"/>
                <a:gd name="T17" fmla="*/ 282 h 793"/>
                <a:gd name="T18" fmla="*/ 710 w 832"/>
                <a:gd name="T19" fmla="*/ 255 h 793"/>
                <a:gd name="T20" fmla="*/ 636 w 832"/>
                <a:gd name="T21" fmla="*/ 285 h 793"/>
                <a:gd name="T22" fmla="*/ 609 w 832"/>
                <a:gd name="T23" fmla="*/ 220 h 793"/>
                <a:gd name="T24" fmla="*/ 513 w 832"/>
                <a:gd name="T25" fmla="*/ 163 h 793"/>
                <a:gd name="T26" fmla="*/ 489 w 832"/>
                <a:gd name="T27" fmla="*/ 92 h 793"/>
                <a:gd name="T28" fmla="*/ 475 w 832"/>
                <a:gd name="T29" fmla="*/ 43 h 793"/>
                <a:gd name="T30" fmla="*/ 354 w 832"/>
                <a:gd name="T31" fmla="*/ 39 h 793"/>
                <a:gd name="T32" fmla="*/ 277 w 832"/>
                <a:gd name="T33" fmla="*/ 496 h 793"/>
                <a:gd name="T34" fmla="*/ 815 w 832"/>
                <a:gd name="T35" fmla="*/ 374 h 793"/>
                <a:gd name="T36" fmla="*/ 776 w 832"/>
                <a:gd name="T37" fmla="*/ 327 h 793"/>
                <a:gd name="T38" fmla="*/ 741 w 832"/>
                <a:gd name="T39" fmla="*/ 324 h 793"/>
                <a:gd name="T40" fmla="*/ 695 w 832"/>
                <a:gd name="T41" fmla="*/ 438 h 793"/>
                <a:gd name="T42" fmla="*/ 691 w 832"/>
                <a:gd name="T43" fmla="*/ 299 h 793"/>
                <a:gd name="T44" fmla="*/ 644 w 832"/>
                <a:gd name="T45" fmla="*/ 398 h 793"/>
                <a:gd name="T46" fmla="*/ 484 w 832"/>
                <a:gd name="T47" fmla="*/ 157 h 793"/>
                <a:gd name="T48" fmla="*/ 527 w 832"/>
                <a:gd name="T49" fmla="*/ 671 h 793"/>
                <a:gd name="T50" fmla="*/ 570 w 832"/>
                <a:gd name="T51" fmla="*/ 335 h 793"/>
                <a:gd name="T52" fmla="*/ 591 w 832"/>
                <a:gd name="T53" fmla="*/ 396 h 793"/>
                <a:gd name="T54" fmla="*/ 613 w 832"/>
                <a:gd name="T55" fmla="*/ 276 h 793"/>
                <a:gd name="T56" fmla="*/ 607 w 832"/>
                <a:gd name="T57" fmla="*/ 228 h 793"/>
                <a:gd name="T58" fmla="*/ 549 w 832"/>
                <a:gd name="T59" fmla="*/ 270 h 793"/>
                <a:gd name="T60" fmla="*/ 506 w 832"/>
                <a:gd name="T61" fmla="*/ 202 h 793"/>
                <a:gd name="T62" fmla="*/ 481 w 832"/>
                <a:gd name="T63" fmla="*/ 85 h 793"/>
                <a:gd name="T64" fmla="*/ 300 w 832"/>
                <a:gd name="T65" fmla="*/ 462 h 793"/>
                <a:gd name="T66" fmla="*/ 312 w 832"/>
                <a:gd name="T67" fmla="*/ 574 h 793"/>
                <a:gd name="T68" fmla="*/ 341 w 832"/>
                <a:gd name="T69" fmla="*/ 515 h 793"/>
                <a:gd name="T70" fmla="*/ 319 w 832"/>
                <a:gd name="T71" fmla="*/ 563 h 793"/>
                <a:gd name="T72" fmla="*/ 367 w 832"/>
                <a:gd name="T73" fmla="*/ 558 h 793"/>
                <a:gd name="T74" fmla="*/ 445 w 832"/>
                <a:gd name="T75" fmla="*/ 112 h 793"/>
                <a:gd name="T76" fmla="*/ 469 w 832"/>
                <a:gd name="T77" fmla="*/ 613 h 793"/>
                <a:gd name="T78" fmla="*/ 416 w 832"/>
                <a:gd name="T79" fmla="*/ 113 h 793"/>
                <a:gd name="T80" fmla="*/ 432 w 832"/>
                <a:gd name="T81" fmla="*/ 246 h 793"/>
                <a:gd name="T82" fmla="*/ 442 w 832"/>
                <a:gd name="T83" fmla="*/ 577 h 793"/>
                <a:gd name="T84" fmla="*/ 427 w 832"/>
                <a:gd name="T85" fmla="*/ 695 h 793"/>
                <a:gd name="T86" fmla="*/ 469 w 832"/>
                <a:gd name="T87" fmla="*/ 188 h 793"/>
                <a:gd name="T88" fmla="*/ 410 w 832"/>
                <a:gd name="T89" fmla="*/ 668 h 793"/>
                <a:gd name="T90" fmla="*/ 409 w 832"/>
                <a:gd name="T91" fmla="*/ 52 h 793"/>
                <a:gd name="T92" fmla="*/ 411 w 832"/>
                <a:gd name="T93" fmla="*/ 701 h 793"/>
                <a:gd name="T94" fmla="*/ 472 w 832"/>
                <a:gd name="T95" fmla="*/ 674 h 793"/>
                <a:gd name="T96" fmla="*/ 442 w 832"/>
                <a:gd name="T97" fmla="*/ 6 h 793"/>
                <a:gd name="T98" fmla="*/ 387 w 832"/>
                <a:gd name="T99" fmla="*/ 67 h 793"/>
                <a:gd name="T100" fmla="*/ 360 w 832"/>
                <a:gd name="T101" fmla="*/ 68 h 793"/>
                <a:gd name="T102" fmla="*/ 290 w 832"/>
                <a:gd name="T103" fmla="*/ 379 h 793"/>
                <a:gd name="T104" fmla="*/ 238 w 832"/>
                <a:gd name="T105" fmla="*/ 443 h 793"/>
                <a:gd name="T106" fmla="*/ 231 w 832"/>
                <a:gd name="T107" fmla="*/ 395 h 793"/>
                <a:gd name="T108" fmla="*/ 75 w 832"/>
                <a:gd name="T109" fmla="*/ 451 h 793"/>
                <a:gd name="T110" fmla="*/ 124 w 832"/>
                <a:gd name="T111" fmla="*/ 420 h 793"/>
                <a:gd name="T112" fmla="*/ 149 w 832"/>
                <a:gd name="T113" fmla="*/ 411 h 793"/>
                <a:gd name="T114" fmla="*/ 173 w 832"/>
                <a:gd name="T115" fmla="*/ 418 h 793"/>
                <a:gd name="T116" fmla="*/ 187 w 832"/>
                <a:gd name="T117" fmla="*/ 433 h 793"/>
                <a:gd name="T118" fmla="*/ 147 w 832"/>
                <a:gd name="T119" fmla="*/ 373 h 793"/>
                <a:gd name="T120" fmla="*/ 108 w 832"/>
                <a:gd name="T121" fmla="*/ 299 h 793"/>
                <a:gd name="T122" fmla="*/ 78 w 832"/>
                <a:gd name="T123" fmla="*/ 441 h 793"/>
                <a:gd name="T124" fmla="*/ 49 w 832"/>
                <a:gd name="T125" fmla="*/ 418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32" h="793">
                  <a:moveTo>
                    <a:pt x="49" y="426"/>
                  </a:moveTo>
                  <a:cubicBezTo>
                    <a:pt x="70" y="447"/>
                    <a:pt x="70" y="447"/>
                    <a:pt x="70" y="447"/>
                  </a:cubicBezTo>
                  <a:cubicBezTo>
                    <a:pt x="71" y="445"/>
                    <a:pt x="72" y="443"/>
                    <a:pt x="73" y="446"/>
                  </a:cubicBezTo>
                  <a:cubicBezTo>
                    <a:pt x="73" y="446"/>
                    <a:pt x="74" y="448"/>
                    <a:pt x="72" y="449"/>
                  </a:cubicBezTo>
                  <a:cubicBezTo>
                    <a:pt x="72" y="449"/>
                    <a:pt x="72" y="449"/>
                    <a:pt x="72" y="449"/>
                  </a:cubicBezTo>
                  <a:cubicBezTo>
                    <a:pt x="76" y="453"/>
                    <a:pt x="76" y="453"/>
                    <a:pt x="76" y="453"/>
                  </a:cubicBezTo>
                  <a:cubicBezTo>
                    <a:pt x="76" y="451"/>
                    <a:pt x="76" y="449"/>
                    <a:pt x="76" y="449"/>
                  </a:cubicBezTo>
                  <a:cubicBezTo>
                    <a:pt x="77" y="449"/>
                    <a:pt x="78" y="450"/>
                    <a:pt x="78" y="451"/>
                  </a:cubicBezTo>
                  <a:cubicBezTo>
                    <a:pt x="78" y="451"/>
                    <a:pt x="78" y="451"/>
                    <a:pt x="78" y="451"/>
                  </a:cubicBezTo>
                  <a:cubicBezTo>
                    <a:pt x="79" y="452"/>
                    <a:pt x="78" y="454"/>
                    <a:pt x="78" y="455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1" y="458"/>
                    <a:pt x="83" y="459"/>
                    <a:pt x="83" y="460"/>
                  </a:cubicBezTo>
                  <a:cubicBezTo>
                    <a:pt x="83" y="460"/>
                    <a:pt x="84" y="460"/>
                    <a:pt x="84" y="460"/>
                  </a:cubicBezTo>
                  <a:cubicBezTo>
                    <a:pt x="88" y="465"/>
                    <a:pt x="88" y="465"/>
                    <a:pt x="88" y="465"/>
                  </a:cubicBezTo>
                  <a:cubicBezTo>
                    <a:pt x="88" y="464"/>
                    <a:pt x="88" y="463"/>
                    <a:pt x="88" y="463"/>
                  </a:cubicBezTo>
                  <a:cubicBezTo>
                    <a:pt x="88" y="464"/>
                    <a:pt x="88" y="464"/>
                    <a:pt x="88" y="465"/>
                  </a:cubicBezTo>
                  <a:cubicBezTo>
                    <a:pt x="90" y="467"/>
                    <a:pt x="90" y="467"/>
                    <a:pt x="90" y="467"/>
                  </a:cubicBezTo>
                  <a:cubicBezTo>
                    <a:pt x="90" y="463"/>
                    <a:pt x="97" y="464"/>
                    <a:pt x="96" y="468"/>
                  </a:cubicBezTo>
                  <a:cubicBezTo>
                    <a:pt x="96" y="468"/>
                    <a:pt x="95" y="469"/>
                    <a:pt x="95" y="469"/>
                  </a:cubicBezTo>
                  <a:cubicBezTo>
                    <a:pt x="95" y="470"/>
                    <a:pt x="96" y="472"/>
                    <a:pt x="96" y="473"/>
                  </a:cubicBezTo>
                  <a:cubicBezTo>
                    <a:pt x="98" y="475"/>
                    <a:pt x="98" y="475"/>
                    <a:pt x="98" y="475"/>
                  </a:cubicBezTo>
                  <a:cubicBezTo>
                    <a:pt x="98" y="473"/>
                    <a:pt x="98" y="471"/>
                    <a:pt x="99" y="471"/>
                  </a:cubicBezTo>
                  <a:cubicBezTo>
                    <a:pt x="99" y="471"/>
                    <a:pt x="100" y="472"/>
                    <a:pt x="101" y="471"/>
                  </a:cubicBezTo>
                  <a:cubicBezTo>
                    <a:pt x="102" y="471"/>
                    <a:pt x="101" y="469"/>
                    <a:pt x="102" y="466"/>
                  </a:cubicBezTo>
                  <a:cubicBezTo>
                    <a:pt x="102" y="465"/>
                    <a:pt x="104" y="464"/>
                    <a:pt x="103" y="463"/>
                  </a:cubicBezTo>
                  <a:cubicBezTo>
                    <a:pt x="104" y="462"/>
                    <a:pt x="104" y="463"/>
                    <a:pt x="105" y="463"/>
                  </a:cubicBezTo>
                  <a:cubicBezTo>
                    <a:pt x="104" y="462"/>
                    <a:pt x="104" y="462"/>
                    <a:pt x="104" y="461"/>
                  </a:cubicBezTo>
                  <a:cubicBezTo>
                    <a:pt x="104" y="461"/>
                    <a:pt x="104" y="461"/>
                    <a:pt x="103" y="461"/>
                  </a:cubicBezTo>
                  <a:cubicBezTo>
                    <a:pt x="101" y="464"/>
                    <a:pt x="99" y="462"/>
                    <a:pt x="97" y="459"/>
                  </a:cubicBezTo>
                  <a:cubicBezTo>
                    <a:pt x="96" y="459"/>
                    <a:pt x="96" y="458"/>
                    <a:pt x="96" y="458"/>
                  </a:cubicBezTo>
                  <a:cubicBezTo>
                    <a:pt x="96" y="457"/>
                    <a:pt x="96" y="456"/>
                    <a:pt x="96" y="455"/>
                  </a:cubicBezTo>
                  <a:cubicBezTo>
                    <a:pt x="97" y="457"/>
                    <a:pt x="97" y="456"/>
                    <a:pt x="97" y="456"/>
                  </a:cubicBezTo>
                  <a:cubicBezTo>
                    <a:pt x="95" y="457"/>
                    <a:pt x="98" y="448"/>
                    <a:pt x="97" y="446"/>
                  </a:cubicBezTo>
                  <a:cubicBezTo>
                    <a:pt x="96" y="445"/>
                    <a:pt x="95" y="445"/>
                    <a:pt x="95" y="445"/>
                  </a:cubicBezTo>
                  <a:cubicBezTo>
                    <a:pt x="95" y="444"/>
                    <a:pt x="95" y="437"/>
                    <a:pt x="96" y="436"/>
                  </a:cubicBezTo>
                  <a:cubicBezTo>
                    <a:pt x="96" y="436"/>
                    <a:pt x="98" y="434"/>
                    <a:pt x="98" y="434"/>
                  </a:cubicBezTo>
                  <a:cubicBezTo>
                    <a:pt x="98" y="434"/>
                    <a:pt x="98" y="433"/>
                    <a:pt x="99" y="433"/>
                  </a:cubicBezTo>
                  <a:cubicBezTo>
                    <a:pt x="100" y="432"/>
                    <a:pt x="102" y="436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4" y="440"/>
                    <a:pt x="104" y="441"/>
                    <a:pt x="104" y="442"/>
                  </a:cubicBezTo>
                  <a:cubicBezTo>
                    <a:pt x="105" y="444"/>
                    <a:pt x="107" y="445"/>
                    <a:pt x="108" y="443"/>
                  </a:cubicBezTo>
                  <a:cubicBezTo>
                    <a:pt x="107" y="444"/>
                    <a:pt x="106" y="440"/>
                    <a:pt x="107" y="440"/>
                  </a:cubicBezTo>
                  <a:cubicBezTo>
                    <a:pt x="108" y="440"/>
                    <a:pt x="110" y="446"/>
                    <a:pt x="112" y="445"/>
                  </a:cubicBezTo>
                  <a:cubicBezTo>
                    <a:pt x="111" y="445"/>
                    <a:pt x="113" y="442"/>
                    <a:pt x="113" y="442"/>
                  </a:cubicBezTo>
                  <a:cubicBezTo>
                    <a:pt x="114" y="442"/>
                    <a:pt x="114" y="445"/>
                    <a:pt x="115" y="446"/>
                  </a:cubicBezTo>
                  <a:cubicBezTo>
                    <a:pt x="116" y="446"/>
                    <a:pt x="116" y="446"/>
                    <a:pt x="116" y="446"/>
                  </a:cubicBezTo>
                  <a:cubicBezTo>
                    <a:pt x="117" y="446"/>
                    <a:pt x="117" y="446"/>
                    <a:pt x="118" y="446"/>
                  </a:cubicBezTo>
                  <a:cubicBezTo>
                    <a:pt x="118" y="445"/>
                    <a:pt x="117" y="444"/>
                    <a:pt x="119" y="444"/>
                  </a:cubicBezTo>
                  <a:cubicBezTo>
                    <a:pt x="117" y="443"/>
                    <a:pt x="117" y="442"/>
                    <a:pt x="116" y="440"/>
                  </a:cubicBezTo>
                  <a:cubicBezTo>
                    <a:pt x="117" y="442"/>
                    <a:pt x="119" y="442"/>
                    <a:pt x="119" y="443"/>
                  </a:cubicBezTo>
                  <a:cubicBezTo>
                    <a:pt x="120" y="445"/>
                    <a:pt x="119" y="443"/>
                    <a:pt x="121" y="440"/>
                  </a:cubicBezTo>
                  <a:cubicBezTo>
                    <a:pt x="120" y="440"/>
                    <a:pt x="120" y="441"/>
                    <a:pt x="119" y="441"/>
                  </a:cubicBezTo>
                  <a:cubicBezTo>
                    <a:pt x="114" y="441"/>
                    <a:pt x="118" y="433"/>
                    <a:pt x="121" y="436"/>
                  </a:cubicBezTo>
                  <a:cubicBezTo>
                    <a:pt x="122" y="436"/>
                    <a:pt x="121" y="440"/>
                    <a:pt x="121" y="440"/>
                  </a:cubicBezTo>
                  <a:cubicBezTo>
                    <a:pt x="122" y="442"/>
                    <a:pt x="123" y="441"/>
                    <a:pt x="125" y="441"/>
                  </a:cubicBezTo>
                  <a:cubicBezTo>
                    <a:pt x="125" y="442"/>
                    <a:pt x="124" y="443"/>
                    <a:pt x="125" y="444"/>
                  </a:cubicBezTo>
                  <a:cubicBezTo>
                    <a:pt x="125" y="445"/>
                    <a:pt x="126" y="444"/>
                    <a:pt x="126" y="444"/>
                  </a:cubicBezTo>
                  <a:cubicBezTo>
                    <a:pt x="128" y="445"/>
                    <a:pt x="128" y="451"/>
                    <a:pt x="129" y="450"/>
                  </a:cubicBezTo>
                  <a:cubicBezTo>
                    <a:pt x="129" y="450"/>
                    <a:pt x="129" y="450"/>
                    <a:pt x="129" y="451"/>
                  </a:cubicBezTo>
                  <a:cubicBezTo>
                    <a:pt x="129" y="451"/>
                    <a:pt x="129" y="451"/>
                    <a:pt x="130" y="451"/>
                  </a:cubicBezTo>
                  <a:cubicBezTo>
                    <a:pt x="130" y="451"/>
                    <a:pt x="130" y="451"/>
                    <a:pt x="130" y="451"/>
                  </a:cubicBezTo>
                  <a:cubicBezTo>
                    <a:pt x="130" y="451"/>
                    <a:pt x="129" y="451"/>
                    <a:pt x="129" y="451"/>
                  </a:cubicBezTo>
                  <a:cubicBezTo>
                    <a:pt x="128" y="452"/>
                    <a:pt x="126" y="454"/>
                    <a:pt x="124" y="455"/>
                  </a:cubicBezTo>
                  <a:cubicBezTo>
                    <a:pt x="124" y="456"/>
                    <a:pt x="124" y="457"/>
                    <a:pt x="123" y="457"/>
                  </a:cubicBezTo>
                  <a:cubicBezTo>
                    <a:pt x="121" y="456"/>
                    <a:pt x="123" y="453"/>
                    <a:pt x="121" y="454"/>
                  </a:cubicBezTo>
                  <a:cubicBezTo>
                    <a:pt x="117" y="455"/>
                    <a:pt x="122" y="462"/>
                    <a:pt x="126" y="460"/>
                  </a:cubicBezTo>
                  <a:cubicBezTo>
                    <a:pt x="126" y="462"/>
                    <a:pt x="125" y="464"/>
                    <a:pt x="123" y="465"/>
                  </a:cubicBezTo>
                  <a:cubicBezTo>
                    <a:pt x="124" y="465"/>
                    <a:pt x="125" y="466"/>
                    <a:pt x="124" y="467"/>
                  </a:cubicBezTo>
                  <a:cubicBezTo>
                    <a:pt x="123" y="468"/>
                    <a:pt x="122" y="466"/>
                    <a:pt x="123" y="466"/>
                  </a:cubicBezTo>
                  <a:cubicBezTo>
                    <a:pt x="122" y="466"/>
                    <a:pt x="122" y="466"/>
                    <a:pt x="121" y="467"/>
                  </a:cubicBezTo>
                  <a:cubicBezTo>
                    <a:pt x="122" y="467"/>
                    <a:pt x="122" y="467"/>
                    <a:pt x="122" y="468"/>
                  </a:cubicBezTo>
                  <a:cubicBezTo>
                    <a:pt x="121" y="468"/>
                    <a:pt x="121" y="467"/>
                    <a:pt x="121" y="467"/>
                  </a:cubicBezTo>
                  <a:cubicBezTo>
                    <a:pt x="121" y="467"/>
                    <a:pt x="120" y="467"/>
                    <a:pt x="120" y="467"/>
                  </a:cubicBezTo>
                  <a:cubicBezTo>
                    <a:pt x="121" y="467"/>
                    <a:pt x="121" y="469"/>
                    <a:pt x="121" y="471"/>
                  </a:cubicBezTo>
                  <a:cubicBezTo>
                    <a:pt x="121" y="471"/>
                    <a:pt x="121" y="471"/>
                    <a:pt x="121" y="471"/>
                  </a:cubicBezTo>
                  <a:cubicBezTo>
                    <a:pt x="122" y="471"/>
                    <a:pt x="122" y="472"/>
                    <a:pt x="122" y="472"/>
                  </a:cubicBezTo>
                  <a:cubicBezTo>
                    <a:pt x="122" y="472"/>
                    <a:pt x="122" y="472"/>
                    <a:pt x="122" y="472"/>
                  </a:cubicBezTo>
                  <a:cubicBezTo>
                    <a:pt x="122" y="472"/>
                    <a:pt x="122" y="473"/>
                    <a:pt x="122" y="473"/>
                  </a:cubicBezTo>
                  <a:cubicBezTo>
                    <a:pt x="123" y="474"/>
                    <a:pt x="123" y="473"/>
                    <a:pt x="123" y="472"/>
                  </a:cubicBezTo>
                  <a:cubicBezTo>
                    <a:pt x="124" y="471"/>
                    <a:pt x="124" y="476"/>
                    <a:pt x="123" y="476"/>
                  </a:cubicBezTo>
                  <a:cubicBezTo>
                    <a:pt x="124" y="476"/>
                    <a:pt x="125" y="475"/>
                    <a:pt x="125" y="474"/>
                  </a:cubicBezTo>
                  <a:cubicBezTo>
                    <a:pt x="124" y="474"/>
                    <a:pt x="124" y="470"/>
                    <a:pt x="125" y="471"/>
                  </a:cubicBezTo>
                  <a:cubicBezTo>
                    <a:pt x="125" y="472"/>
                    <a:pt x="125" y="472"/>
                    <a:pt x="125" y="472"/>
                  </a:cubicBezTo>
                  <a:cubicBezTo>
                    <a:pt x="125" y="472"/>
                    <a:pt x="126" y="472"/>
                    <a:pt x="126" y="472"/>
                  </a:cubicBezTo>
                  <a:cubicBezTo>
                    <a:pt x="125" y="472"/>
                    <a:pt x="127" y="473"/>
                    <a:pt x="126" y="474"/>
                  </a:cubicBezTo>
                  <a:cubicBezTo>
                    <a:pt x="128" y="473"/>
                    <a:pt x="127" y="470"/>
                    <a:pt x="128" y="470"/>
                  </a:cubicBezTo>
                  <a:cubicBezTo>
                    <a:pt x="131" y="472"/>
                    <a:pt x="127" y="476"/>
                    <a:pt x="127" y="477"/>
                  </a:cubicBezTo>
                  <a:cubicBezTo>
                    <a:pt x="127" y="477"/>
                    <a:pt x="128" y="478"/>
                    <a:pt x="128" y="478"/>
                  </a:cubicBezTo>
                  <a:cubicBezTo>
                    <a:pt x="128" y="478"/>
                    <a:pt x="128" y="477"/>
                    <a:pt x="128" y="477"/>
                  </a:cubicBezTo>
                  <a:cubicBezTo>
                    <a:pt x="129" y="475"/>
                    <a:pt x="130" y="471"/>
                    <a:pt x="132" y="473"/>
                  </a:cubicBezTo>
                  <a:cubicBezTo>
                    <a:pt x="131" y="473"/>
                    <a:pt x="131" y="472"/>
                    <a:pt x="132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4" y="470"/>
                    <a:pt x="136" y="471"/>
                    <a:pt x="135" y="472"/>
                  </a:cubicBezTo>
                  <a:cubicBezTo>
                    <a:pt x="136" y="475"/>
                    <a:pt x="136" y="481"/>
                    <a:pt x="138" y="476"/>
                  </a:cubicBezTo>
                  <a:cubicBezTo>
                    <a:pt x="137" y="478"/>
                    <a:pt x="141" y="480"/>
                    <a:pt x="139" y="482"/>
                  </a:cubicBezTo>
                  <a:cubicBezTo>
                    <a:pt x="139" y="482"/>
                    <a:pt x="138" y="482"/>
                    <a:pt x="138" y="482"/>
                  </a:cubicBezTo>
                  <a:cubicBezTo>
                    <a:pt x="138" y="483"/>
                    <a:pt x="141" y="489"/>
                    <a:pt x="142" y="489"/>
                  </a:cubicBezTo>
                  <a:cubicBezTo>
                    <a:pt x="143" y="489"/>
                    <a:pt x="144" y="483"/>
                    <a:pt x="146" y="486"/>
                  </a:cubicBezTo>
                  <a:cubicBezTo>
                    <a:pt x="146" y="487"/>
                    <a:pt x="145" y="490"/>
                    <a:pt x="145" y="490"/>
                  </a:cubicBezTo>
                  <a:cubicBezTo>
                    <a:pt x="141" y="491"/>
                    <a:pt x="146" y="492"/>
                    <a:pt x="147" y="492"/>
                  </a:cubicBezTo>
                  <a:cubicBezTo>
                    <a:pt x="148" y="492"/>
                    <a:pt x="147" y="490"/>
                    <a:pt x="148" y="490"/>
                  </a:cubicBezTo>
                  <a:cubicBezTo>
                    <a:pt x="148" y="490"/>
                    <a:pt x="151" y="493"/>
                    <a:pt x="151" y="492"/>
                  </a:cubicBezTo>
                  <a:cubicBezTo>
                    <a:pt x="152" y="493"/>
                    <a:pt x="153" y="492"/>
                    <a:pt x="152" y="495"/>
                  </a:cubicBezTo>
                  <a:cubicBezTo>
                    <a:pt x="153" y="495"/>
                    <a:pt x="153" y="493"/>
                    <a:pt x="154" y="492"/>
                  </a:cubicBezTo>
                  <a:cubicBezTo>
                    <a:pt x="154" y="491"/>
                    <a:pt x="155" y="490"/>
                    <a:pt x="156" y="491"/>
                  </a:cubicBezTo>
                  <a:cubicBezTo>
                    <a:pt x="156" y="491"/>
                    <a:pt x="157" y="491"/>
                    <a:pt x="157" y="491"/>
                  </a:cubicBezTo>
                  <a:cubicBezTo>
                    <a:pt x="157" y="492"/>
                    <a:pt x="157" y="492"/>
                    <a:pt x="157" y="492"/>
                  </a:cubicBezTo>
                  <a:cubicBezTo>
                    <a:pt x="157" y="493"/>
                    <a:pt x="156" y="494"/>
                    <a:pt x="156" y="494"/>
                  </a:cubicBezTo>
                  <a:cubicBezTo>
                    <a:pt x="156" y="494"/>
                    <a:pt x="156" y="495"/>
                    <a:pt x="155" y="495"/>
                  </a:cubicBezTo>
                  <a:cubicBezTo>
                    <a:pt x="156" y="495"/>
                    <a:pt x="156" y="495"/>
                    <a:pt x="157" y="496"/>
                  </a:cubicBezTo>
                  <a:cubicBezTo>
                    <a:pt x="157" y="495"/>
                    <a:pt x="158" y="495"/>
                    <a:pt x="158" y="495"/>
                  </a:cubicBezTo>
                  <a:cubicBezTo>
                    <a:pt x="160" y="495"/>
                    <a:pt x="161" y="498"/>
                    <a:pt x="160" y="499"/>
                  </a:cubicBezTo>
                  <a:cubicBezTo>
                    <a:pt x="160" y="500"/>
                    <a:pt x="160" y="500"/>
                    <a:pt x="161" y="500"/>
                  </a:cubicBezTo>
                  <a:cubicBezTo>
                    <a:pt x="160" y="501"/>
                    <a:pt x="158" y="503"/>
                    <a:pt x="158" y="504"/>
                  </a:cubicBezTo>
                  <a:cubicBezTo>
                    <a:pt x="158" y="504"/>
                    <a:pt x="158" y="504"/>
                    <a:pt x="158" y="504"/>
                  </a:cubicBezTo>
                  <a:cubicBezTo>
                    <a:pt x="158" y="504"/>
                    <a:pt x="157" y="504"/>
                    <a:pt x="157" y="504"/>
                  </a:cubicBezTo>
                  <a:cubicBezTo>
                    <a:pt x="157" y="504"/>
                    <a:pt x="157" y="505"/>
                    <a:pt x="157" y="505"/>
                  </a:cubicBezTo>
                  <a:cubicBezTo>
                    <a:pt x="157" y="507"/>
                    <a:pt x="161" y="504"/>
                    <a:pt x="162" y="507"/>
                  </a:cubicBezTo>
                  <a:cubicBezTo>
                    <a:pt x="161" y="505"/>
                    <a:pt x="162" y="504"/>
                    <a:pt x="163" y="503"/>
                  </a:cubicBezTo>
                  <a:cubicBezTo>
                    <a:pt x="162" y="502"/>
                    <a:pt x="163" y="499"/>
                    <a:pt x="165" y="500"/>
                  </a:cubicBezTo>
                  <a:cubicBezTo>
                    <a:pt x="164" y="498"/>
                    <a:pt x="163" y="495"/>
                    <a:pt x="166" y="496"/>
                  </a:cubicBezTo>
                  <a:cubicBezTo>
                    <a:pt x="166" y="495"/>
                    <a:pt x="166" y="495"/>
                    <a:pt x="166" y="494"/>
                  </a:cubicBezTo>
                  <a:cubicBezTo>
                    <a:pt x="165" y="497"/>
                    <a:pt x="164" y="494"/>
                    <a:pt x="165" y="493"/>
                  </a:cubicBezTo>
                  <a:cubicBezTo>
                    <a:pt x="165" y="492"/>
                    <a:pt x="166" y="493"/>
                    <a:pt x="166" y="493"/>
                  </a:cubicBezTo>
                  <a:cubicBezTo>
                    <a:pt x="167" y="493"/>
                    <a:pt x="166" y="491"/>
                    <a:pt x="167" y="490"/>
                  </a:cubicBezTo>
                  <a:cubicBezTo>
                    <a:pt x="169" y="488"/>
                    <a:pt x="170" y="489"/>
                    <a:pt x="170" y="486"/>
                  </a:cubicBezTo>
                  <a:cubicBezTo>
                    <a:pt x="169" y="483"/>
                    <a:pt x="172" y="482"/>
                    <a:pt x="171" y="480"/>
                  </a:cubicBezTo>
                  <a:cubicBezTo>
                    <a:pt x="170" y="479"/>
                    <a:pt x="164" y="481"/>
                    <a:pt x="165" y="477"/>
                  </a:cubicBezTo>
                  <a:cubicBezTo>
                    <a:pt x="165" y="476"/>
                    <a:pt x="166" y="477"/>
                    <a:pt x="166" y="475"/>
                  </a:cubicBezTo>
                  <a:cubicBezTo>
                    <a:pt x="165" y="474"/>
                    <a:pt x="167" y="467"/>
                    <a:pt x="169" y="473"/>
                  </a:cubicBezTo>
                  <a:cubicBezTo>
                    <a:pt x="169" y="473"/>
                    <a:pt x="168" y="475"/>
                    <a:pt x="168" y="475"/>
                  </a:cubicBezTo>
                  <a:cubicBezTo>
                    <a:pt x="168" y="477"/>
                    <a:pt x="171" y="477"/>
                    <a:pt x="171" y="478"/>
                  </a:cubicBezTo>
                  <a:cubicBezTo>
                    <a:pt x="172" y="478"/>
                    <a:pt x="170" y="480"/>
                    <a:pt x="171" y="480"/>
                  </a:cubicBezTo>
                  <a:cubicBezTo>
                    <a:pt x="173" y="480"/>
                    <a:pt x="173" y="477"/>
                    <a:pt x="174" y="477"/>
                  </a:cubicBezTo>
                  <a:cubicBezTo>
                    <a:pt x="173" y="476"/>
                    <a:pt x="170" y="476"/>
                    <a:pt x="172" y="475"/>
                  </a:cubicBezTo>
                  <a:cubicBezTo>
                    <a:pt x="172" y="474"/>
                    <a:pt x="176" y="476"/>
                    <a:pt x="176" y="476"/>
                  </a:cubicBezTo>
                  <a:cubicBezTo>
                    <a:pt x="179" y="476"/>
                    <a:pt x="179" y="475"/>
                    <a:pt x="180" y="478"/>
                  </a:cubicBezTo>
                  <a:cubicBezTo>
                    <a:pt x="180" y="480"/>
                    <a:pt x="179" y="483"/>
                    <a:pt x="178" y="484"/>
                  </a:cubicBezTo>
                  <a:cubicBezTo>
                    <a:pt x="176" y="486"/>
                    <a:pt x="178" y="484"/>
                    <a:pt x="180" y="485"/>
                  </a:cubicBezTo>
                  <a:cubicBezTo>
                    <a:pt x="181" y="486"/>
                    <a:pt x="182" y="488"/>
                    <a:pt x="182" y="490"/>
                  </a:cubicBezTo>
                  <a:cubicBezTo>
                    <a:pt x="183" y="489"/>
                    <a:pt x="185" y="488"/>
                    <a:pt x="185" y="490"/>
                  </a:cubicBezTo>
                  <a:cubicBezTo>
                    <a:pt x="185" y="489"/>
                    <a:pt x="185" y="489"/>
                    <a:pt x="185" y="489"/>
                  </a:cubicBezTo>
                  <a:cubicBezTo>
                    <a:pt x="186" y="490"/>
                    <a:pt x="185" y="490"/>
                    <a:pt x="185" y="490"/>
                  </a:cubicBezTo>
                  <a:cubicBezTo>
                    <a:pt x="185" y="490"/>
                    <a:pt x="185" y="490"/>
                    <a:pt x="185" y="491"/>
                  </a:cubicBezTo>
                  <a:cubicBezTo>
                    <a:pt x="185" y="487"/>
                    <a:pt x="190" y="497"/>
                    <a:pt x="191" y="494"/>
                  </a:cubicBezTo>
                  <a:cubicBezTo>
                    <a:pt x="192" y="494"/>
                    <a:pt x="192" y="493"/>
                    <a:pt x="192" y="493"/>
                  </a:cubicBezTo>
                  <a:cubicBezTo>
                    <a:pt x="192" y="493"/>
                    <a:pt x="192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4" y="493"/>
                    <a:pt x="195" y="492"/>
                    <a:pt x="196" y="492"/>
                  </a:cubicBezTo>
                  <a:cubicBezTo>
                    <a:pt x="196" y="491"/>
                    <a:pt x="197" y="491"/>
                    <a:pt x="197" y="491"/>
                  </a:cubicBezTo>
                  <a:cubicBezTo>
                    <a:pt x="198" y="491"/>
                    <a:pt x="199" y="491"/>
                    <a:pt x="200" y="493"/>
                  </a:cubicBezTo>
                  <a:cubicBezTo>
                    <a:pt x="202" y="496"/>
                    <a:pt x="201" y="491"/>
                    <a:pt x="200" y="491"/>
                  </a:cubicBezTo>
                  <a:cubicBezTo>
                    <a:pt x="200" y="491"/>
                    <a:pt x="200" y="490"/>
                    <a:pt x="200" y="489"/>
                  </a:cubicBezTo>
                  <a:cubicBezTo>
                    <a:pt x="199" y="489"/>
                    <a:pt x="199" y="489"/>
                    <a:pt x="199" y="489"/>
                  </a:cubicBezTo>
                  <a:cubicBezTo>
                    <a:pt x="199" y="487"/>
                    <a:pt x="199" y="484"/>
                    <a:pt x="200" y="483"/>
                  </a:cubicBezTo>
                  <a:cubicBezTo>
                    <a:pt x="200" y="485"/>
                    <a:pt x="200" y="486"/>
                    <a:pt x="201" y="488"/>
                  </a:cubicBezTo>
                  <a:cubicBezTo>
                    <a:pt x="201" y="487"/>
                    <a:pt x="202" y="487"/>
                    <a:pt x="202" y="488"/>
                  </a:cubicBezTo>
                  <a:cubicBezTo>
                    <a:pt x="202" y="488"/>
                    <a:pt x="202" y="489"/>
                    <a:pt x="201" y="489"/>
                  </a:cubicBezTo>
                  <a:cubicBezTo>
                    <a:pt x="201" y="489"/>
                    <a:pt x="201" y="490"/>
                    <a:pt x="201" y="490"/>
                  </a:cubicBezTo>
                  <a:cubicBezTo>
                    <a:pt x="202" y="489"/>
                    <a:pt x="202" y="488"/>
                    <a:pt x="203" y="487"/>
                  </a:cubicBezTo>
                  <a:cubicBezTo>
                    <a:pt x="202" y="488"/>
                    <a:pt x="203" y="490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5" y="491"/>
                    <a:pt x="205" y="491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8"/>
                    <a:pt x="206" y="487"/>
                    <a:pt x="206" y="487"/>
                  </a:cubicBezTo>
                  <a:cubicBezTo>
                    <a:pt x="205" y="486"/>
                    <a:pt x="204" y="486"/>
                    <a:pt x="203" y="486"/>
                  </a:cubicBezTo>
                  <a:cubicBezTo>
                    <a:pt x="203" y="487"/>
                    <a:pt x="202" y="487"/>
                    <a:pt x="202" y="487"/>
                  </a:cubicBezTo>
                  <a:cubicBezTo>
                    <a:pt x="201" y="487"/>
                    <a:pt x="201" y="486"/>
                    <a:pt x="202" y="486"/>
                  </a:cubicBezTo>
                  <a:cubicBezTo>
                    <a:pt x="202" y="486"/>
                    <a:pt x="201" y="486"/>
                    <a:pt x="201" y="486"/>
                  </a:cubicBezTo>
                  <a:cubicBezTo>
                    <a:pt x="201" y="485"/>
                    <a:pt x="201" y="483"/>
                    <a:pt x="202" y="481"/>
                  </a:cubicBezTo>
                  <a:cubicBezTo>
                    <a:pt x="200" y="482"/>
                    <a:pt x="199" y="481"/>
                    <a:pt x="199" y="478"/>
                  </a:cubicBezTo>
                  <a:cubicBezTo>
                    <a:pt x="199" y="478"/>
                    <a:pt x="199" y="478"/>
                    <a:pt x="199" y="478"/>
                  </a:cubicBezTo>
                  <a:cubicBezTo>
                    <a:pt x="199" y="479"/>
                    <a:pt x="197" y="484"/>
                    <a:pt x="197" y="485"/>
                  </a:cubicBezTo>
                  <a:cubicBezTo>
                    <a:pt x="197" y="485"/>
                    <a:pt x="198" y="490"/>
                    <a:pt x="196" y="487"/>
                  </a:cubicBezTo>
                  <a:cubicBezTo>
                    <a:pt x="194" y="486"/>
                    <a:pt x="198" y="481"/>
                    <a:pt x="198" y="478"/>
                  </a:cubicBezTo>
                  <a:cubicBezTo>
                    <a:pt x="197" y="478"/>
                    <a:pt x="197" y="477"/>
                    <a:pt x="197" y="477"/>
                  </a:cubicBezTo>
                  <a:cubicBezTo>
                    <a:pt x="197" y="476"/>
                    <a:pt x="197" y="475"/>
                    <a:pt x="198" y="475"/>
                  </a:cubicBezTo>
                  <a:cubicBezTo>
                    <a:pt x="198" y="474"/>
                    <a:pt x="198" y="474"/>
                    <a:pt x="198" y="473"/>
                  </a:cubicBezTo>
                  <a:cubicBezTo>
                    <a:pt x="198" y="472"/>
                    <a:pt x="197" y="473"/>
                    <a:pt x="196" y="473"/>
                  </a:cubicBezTo>
                  <a:cubicBezTo>
                    <a:pt x="196" y="472"/>
                    <a:pt x="195" y="470"/>
                    <a:pt x="195" y="470"/>
                  </a:cubicBezTo>
                  <a:cubicBezTo>
                    <a:pt x="195" y="468"/>
                    <a:pt x="198" y="469"/>
                    <a:pt x="199" y="470"/>
                  </a:cubicBezTo>
                  <a:cubicBezTo>
                    <a:pt x="198" y="469"/>
                    <a:pt x="200" y="470"/>
                    <a:pt x="201" y="469"/>
                  </a:cubicBezTo>
                  <a:cubicBezTo>
                    <a:pt x="200" y="470"/>
                    <a:pt x="202" y="464"/>
                    <a:pt x="204" y="464"/>
                  </a:cubicBezTo>
                  <a:cubicBezTo>
                    <a:pt x="204" y="465"/>
                    <a:pt x="203" y="468"/>
                    <a:pt x="203" y="469"/>
                  </a:cubicBezTo>
                  <a:cubicBezTo>
                    <a:pt x="203" y="469"/>
                    <a:pt x="203" y="469"/>
                    <a:pt x="203" y="469"/>
                  </a:cubicBezTo>
                  <a:cubicBezTo>
                    <a:pt x="203" y="469"/>
                    <a:pt x="204" y="468"/>
                    <a:pt x="204" y="469"/>
                  </a:cubicBezTo>
                  <a:cubicBezTo>
                    <a:pt x="205" y="469"/>
                    <a:pt x="205" y="470"/>
                    <a:pt x="205" y="471"/>
                  </a:cubicBezTo>
                  <a:cubicBezTo>
                    <a:pt x="205" y="471"/>
                    <a:pt x="205" y="471"/>
                    <a:pt x="205" y="471"/>
                  </a:cubicBezTo>
                  <a:cubicBezTo>
                    <a:pt x="205" y="471"/>
                    <a:pt x="205" y="472"/>
                    <a:pt x="203" y="472"/>
                  </a:cubicBezTo>
                  <a:cubicBezTo>
                    <a:pt x="201" y="472"/>
                    <a:pt x="203" y="473"/>
                    <a:pt x="204" y="474"/>
                  </a:cubicBezTo>
                  <a:cubicBezTo>
                    <a:pt x="204" y="474"/>
                    <a:pt x="204" y="474"/>
                    <a:pt x="204" y="474"/>
                  </a:cubicBezTo>
                  <a:cubicBezTo>
                    <a:pt x="205" y="474"/>
                    <a:pt x="205" y="474"/>
                    <a:pt x="205" y="474"/>
                  </a:cubicBezTo>
                  <a:cubicBezTo>
                    <a:pt x="206" y="475"/>
                    <a:pt x="206" y="476"/>
                    <a:pt x="205" y="476"/>
                  </a:cubicBezTo>
                  <a:cubicBezTo>
                    <a:pt x="206" y="477"/>
                    <a:pt x="207" y="476"/>
                    <a:pt x="208" y="476"/>
                  </a:cubicBezTo>
                  <a:cubicBezTo>
                    <a:pt x="209" y="476"/>
                    <a:pt x="208" y="477"/>
                    <a:pt x="209" y="478"/>
                  </a:cubicBezTo>
                  <a:cubicBezTo>
                    <a:pt x="209" y="478"/>
                    <a:pt x="209" y="478"/>
                    <a:pt x="209" y="478"/>
                  </a:cubicBezTo>
                  <a:cubicBezTo>
                    <a:pt x="212" y="475"/>
                    <a:pt x="215" y="470"/>
                    <a:pt x="211" y="471"/>
                  </a:cubicBezTo>
                  <a:cubicBezTo>
                    <a:pt x="214" y="469"/>
                    <a:pt x="210" y="467"/>
                    <a:pt x="209" y="466"/>
                  </a:cubicBezTo>
                  <a:cubicBezTo>
                    <a:pt x="208" y="464"/>
                    <a:pt x="210" y="467"/>
                    <a:pt x="210" y="466"/>
                  </a:cubicBezTo>
                  <a:cubicBezTo>
                    <a:pt x="212" y="465"/>
                    <a:pt x="209" y="463"/>
                    <a:pt x="210" y="460"/>
                  </a:cubicBezTo>
                  <a:cubicBezTo>
                    <a:pt x="210" y="460"/>
                    <a:pt x="212" y="458"/>
                    <a:pt x="212" y="458"/>
                  </a:cubicBezTo>
                  <a:cubicBezTo>
                    <a:pt x="213" y="456"/>
                    <a:pt x="210" y="457"/>
                    <a:pt x="213" y="456"/>
                  </a:cubicBezTo>
                  <a:cubicBezTo>
                    <a:pt x="215" y="456"/>
                    <a:pt x="216" y="452"/>
                    <a:pt x="217" y="451"/>
                  </a:cubicBezTo>
                  <a:cubicBezTo>
                    <a:pt x="217" y="451"/>
                    <a:pt x="221" y="451"/>
                    <a:pt x="221" y="449"/>
                  </a:cubicBezTo>
                  <a:cubicBezTo>
                    <a:pt x="217" y="452"/>
                    <a:pt x="215" y="447"/>
                    <a:pt x="217" y="446"/>
                  </a:cubicBezTo>
                  <a:cubicBezTo>
                    <a:pt x="217" y="446"/>
                    <a:pt x="216" y="443"/>
                    <a:pt x="219" y="443"/>
                  </a:cubicBezTo>
                  <a:cubicBezTo>
                    <a:pt x="221" y="442"/>
                    <a:pt x="220" y="443"/>
                    <a:pt x="222" y="441"/>
                  </a:cubicBezTo>
                  <a:cubicBezTo>
                    <a:pt x="224" y="440"/>
                    <a:pt x="222" y="448"/>
                    <a:pt x="222" y="449"/>
                  </a:cubicBezTo>
                  <a:cubicBezTo>
                    <a:pt x="223" y="451"/>
                    <a:pt x="224" y="448"/>
                    <a:pt x="224" y="451"/>
                  </a:cubicBezTo>
                  <a:cubicBezTo>
                    <a:pt x="225" y="457"/>
                    <a:pt x="228" y="468"/>
                    <a:pt x="219" y="471"/>
                  </a:cubicBezTo>
                  <a:cubicBezTo>
                    <a:pt x="217" y="471"/>
                    <a:pt x="216" y="470"/>
                    <a:pt x="215" y="471"/>
                  </a:cubicBezTo>
                  <a:cubicBezTo>
                    <a:pt x="213" y="473"/>
                    <a:pt x="212" y="475"/>
                    <a:pt x="211" y="478"/>
                  </a:cubicBezTo>
                  <a:cubicBezTo>
                    <a:pt x="211" y="478"/>
                    <a:pt x="211" y="478"/>
                    <a:pt x="211" y="478"/>
                  </a:cubicBezTo>
                  <a:cubicBezTo>
                    <a:pt x="212" y="478"/>
                    <a:pt x="211" y="480"/>
                    <a:pt x="211" y="480"/>
                  </a:cubicBezTo>
                  <a:cubicBezTo>
                    <a:pt x="212" y="480"/>
                    <a:pt x="213" y="480"/>
                    <a:pt x="213" y="480"/>
                  </a:cubicBezTo>
                  <a:cubicBezTo>
                    <a:pt x="214" y="480"/>
                    <a:pt x="214" y="479"/>
                    <a:pt x="215" y="479"/>
                  </a:cubicBezTo>
                  <a:cubicBezTo>
                    <a:pt x="215" y="480"/>
                    <a:pt x="215" y="480"/>
                    <a:pt x="215" y="480"/>
                  </a:cubicBezTo>
                  <a:cubicBezTo>
                    <a:pt x="215" y="480"/>
                    <a:pt x="216" y="480"/>
                    <a:pt x="216" y="481"/>
                  </a:cubicBezTo>
                  <a:cubicBezTo>
                    <a:pt x="216" y="482"/>
                    <a:pt x="215" y="484"/>
                    <a:pt x="217" y="483"/>
                  </a:cubicBezTo>
                  <a:cubicBezTo>
                    <a:pt x="216" y="484"/>
                    <a:pt x="216" y="486"/>
                    <a:pt x="216" y="487"/>
                  </a:cubicBezTo>
                  <a:cubicBezTo>
                    <a:pt x="216" y="487"/>
                    <a:pt x="216" y="487"/>
                    <a:pt x="216" y="487"/>
                  </a:cubicBezTo>
                  <a:cubicBezTo>
                    <a:pt x="217" y="487"/>
                    <a:pt x="219" y="486"/>
                    <a:pt x="219" y="486"/>
                  </a:cubicBezTo>
                  <a:cubicBezTo>
                    <a:pt x="220" y="486"/>
                    <a:pt x="219" y="489"/>
                    <a:pt x="217" y="490"/>
                  </a:cubicBezTo>
                  <a:cubicBezTo>
                    <a:pt x="217" y="491"/>
                    <a:pt x="217" y="492"/>
                    <a:pt x="217" y="492"/>
                  </a:cubicBezTo>
                  <a:cubicBezTo>
                    <a:pt x="217" y="492"/>
                    <a:pt x="221" y="486"/>
                    <a:pt x="222" y="489"/>
                  </a:cubicBezTo>
                  <a:cubicBezTo>
                    <a:pt x="222" y="489"/>
                    <a:pt x="222" y="489"/>
                    <a:pt x="222" y="489"/>
                  </a:cubicBezTo>
                  <a:cubicBezTo>
                    <a:pt x="222" y="489"/>
                    <a:pt x="225" y="487"/>
                    <a:pt x="225" y="487"/>
                  </a:cubicBezTo>
                  <a:cubicBezTo>
                    <a:pt x="227" y="489"/>
                    <a:pt x="224" y="492"/>
                    <a:pt x="223" y="494"/>
                  </a:cubicBezTo>
                  <a:cubicBezTo>
                    <a:pt x="225" y="494"/>
                    <a:pt x="226" y="495"/>
                    <a:pt x="225" y="496"/>
                  </a:cubicBezTo>
                  <a:cubicBezTo>
                    <a:pt x="225" y="497"/>
                    <a:pt x="225" y="497"/>
                    <a:pt x="224" y="497"/>
                  </a:cubicBezTo>
                  <a:cubicBezTo>
                    <a:pt x="225" y="498"/>
                    <a:pt x="225" y="498"/>
                    <a:pt x="223" y="499"/>
                  </a:cubicBezTo>
                  <a:cubicBezTo>
                    <a:pt x="223" y="499"/>
                    <a:pt x="223" y="500"/>
                    <a:pt x="222" y="499"/>
                  </a:cubicBezTo>
                  <a:cubicBezTo>
                    <a:pt x="221" y="499"/>
                    <a:pt x="221" y="498"/>
                    <a:pt x="222" y="498"/>
                  </a:cubicBezTo>
                  <a:cubicBezTo>
                    <a:pt x="222" y="498"/>
                    <a:pt x="222" y="498"/>
                    <a:pt x="221" y="498"/>
                  </a:cubicBezTo>
                  <a:cubicBezTo>
                    <a:pt x="221" y="500"/>
                    <a:pt x="221" y="502"/>
                    <a:pt x="219" y="503"/>
                  </a:cubicBezTo>
                  <a:cubicBezTo>
                    <a:pt x="219" y="504"/>
                    <a:pt x="219" y="504"/>
                    <a:pt x="220" y="505"/>
                  </a:cubicBezTo>
                  <a:cubicBezTo>
                    <a:pt x="220" y="505"/>
                    <a:pt x="220" y="505"/>
                    <a:pt x="220" y="505"/>
                  </a:cubicBezTo>
                  <a:cubicBezTo>
                    <a:pt x="221" y="504"/>
                    <a:pt x="222" y="503"/>
                    <a:pt x="223" y="502"/>
                  </a:cubicBezTo>
                  <a:cubicBezTo>
                    <a:pt x="223" y="504"/>
                    <a:pt x="222" y="505"/>
                    <a:pt x="220" y="506"/>
                  </a:cubicBezTo>
                  <a:cubicBezTo>
                    <a:pt x="220" y="507"/>
                    <a:pt x="220" y="507"/>
                    <a:pt x="220" y="507"/>
                  </a:cubicBezTo>
                  <a:cubicBezTo>
                    <a:pt x="221" y="506"/>
                    <a:pt x="221" y="506"/>
                    <a:pt x="221" y="506"/>
                  </a:cubicBezTo>
                  <a:cubicBezTo>
                    <a:pt x="222" y="507"/>
                    <a:pt x="221" y="507"/>
                    <a:pt x="220" y="507"/>
                  </a:cubicBezTo>
                  <a:cubicBezTo>
                    <a:pt x="219" y="509"/>
                    <a:pt x="216" y="511"/>
                    <a:pt x="215" y="512"/>
                  </a:cubicBezTo>
                  <a:cubicBezTo>
                    <a:pt x="216" y="512"/>
                    <a:pt x="216" y="512"/>
                    <a:pt x="216" y="512"/>
                  </a:cubicBezTo>
                  <a:cubicBezTo>
                    <a:pt x="217" y="512"/>
                    <a:pt x="217" y="513"/>
                    <a:pt x="217" y="514"/>
                  </a:cubicBezTo>
                  <a:cubicBezTo>
                    <a:pt x="217" y="515"/>
                    <a:pt x="217" y="515"/>
                    <a:pt x="217" y="515"/>
                  </a:cubicBezTo>
                  <a:cubicBezTo>
                    <a:pt x="217" y="516"/>
                    <a:pt x="215" y="519"/>
                    <a:pt x="214" y="518"/>
                  </a:cubicBezTo>
                  <a:cubicBezTo>
                    <a:pt x="214" y="518"/>
                    <a:pt x="214" y="518"/>
                    <a:pt x="214" y="517"/>
                  </a:cubicBezTo>
                  <a:cubicBezTo>
                    <a:pt x="214" y="518"/>
                    <a:pt x="214" y="518"/>
                    <a:pt x="214" y="518"/>
                  </a:cubicBezTo>
                  <a:cubicBezTo>
                    <a:pt x="214" y="518"/>
                    <a:pt x="213" y="518"/>
                    <a:pt x="213" y="518"/>
                  </a:cubicBezTo>
                  <a:cubicBezTo>
                    <a:pt x="211" y="517"/>
                    <a:pt x="213" y="516"/>
                    <a:pt x="214" y="517"/>
                  </a:cubicBezTo>
                  <a:cubicBezTo>
                    <a:pt x="214" y="516"/>
                    <a:pt x="214" y="516"/>
                    <a:pt x="214" y="515"/>
                  </a:cubicBezTo>
                  <a:cubicBezTo>
                    <a:pt x="213" y="516"/>
                    <a:pt x="213" y="516"/>
                    <a:pt x="213" y="516"/>
                  </a:cubicBezTo>
                  <a:cubicBezTo>
                    <a:pt x="212" y="517"/>
                    <a:pt x="211" y="516"/>
                    <a:pt x="212" y="515"/>
                  </a:cubicBezTo>
                  <a:cubicBezTo>
                    <a:pt x="209" y="515"/>
                    <a:pt x="203" y="515"/>
                    <a:pt x="204" y="515"/>
                  </a:cubicBezTo>
                  <a:cubicBezTo>
                    <a:pt x="203" y="515"/>
                    <a:pt x="200" y="523"/>
                    <a:pt x="200" y="518"/>
                  </a:cubicBezTo>
                  <a:cubicBezTo>
                    <a:pt x="200" y="519"/>
                    <a:pt x="200" y="519"/>
                    <a:pt x="200" y="519"/>
                  </a:cubicBezTo>
                  <a:cubicBezTo>
                    <a:pt x="200" y="519"/>
                    <a:pt x="200" y="519"/>
                    <a:pt x="199" y="519"/>
                  </a:cubicBezTo>
                  <a:cubicBezTo>
                    <a:pt x="199" y="520"/>
                    <a:pt x="199" y="520"/>
                    <a:pt x="198" y="519"/>
                  </a:cubicBezTo>
                  <a:cubicBezTo>
                    <a:pt x="198" y="520"/>
                    <a:pt x="198" y="520"/>
                    <a:pt x="198" y="520"/>
                  </a:cubicBezTo>
                  <a:cubicBezTo>
                    <a:pt x="197" y="521"/>
                    <a:pt x="197" y="519"/>
                    <a:pt x="197" y="519"/>
                  </a:cubicBezTo>
                  <a:cubicBezTo>
                    <a:pt x="196" y="518"/>
                    <a:pt x="196" y="517"/>
                    <a:pt x="195" y="517"/>
                  </a:cubicBezTo>
                  <a:cubicBezTo>
                    <a:pt x="195" y="517"/>
                    <a:pt x="193" y="516"/>
                    <a:pt x="193" y="517"/>
                  </a:cubicBezTo>
                  <a:cubicBezTo>
                    <a:pt x="192" y="515"/>
                    <a:pt x="194" y="514"/>
                    <a:pt x="194" y="513"/>
                  </a:cubicBezTo>
                  <a:cubicBezTo>
                    <a:pt x="194" y="512"/>
                    <a:pt x="194" y="512"/>
                    <a:pt x="194" y="511"/>
                  </a:cubicBezTo>
                  <a:cubicBezTo>
                    <a:pt x="194" y="513"/>
                    <a:pt x="193" y="514"/>
                    <a:pt x="192" y="513"/>
                  </a:cubicBezTo>
                  <a:cubicBezTo>
                    <a:pt x="191" y="513"/>
                    <a:pt x="191" y="513"/>
                    <a:pt x="191" y="512"/>
                  </a:cubicBezTo>
                  <a:cubicBezTo>
                    <a:pt x="190" y="512"/>
                    <a:pt x="189" y="511"/>
                    <a:pt x="189" y="510"/>
                  </a:cubicBezTo>
                  <a:cubicBezTo>
                    <a:pt x="190" y="509"/>
                    <a:pt x="190" y="509"/>
                    <a:pt x="191" y="509"/>
                  </a:cubicBezTo>
                  <a:cubicBezTo>
                    <a:pt x="191" y="508"/>
                    <a:pt x="192" y="507"/>
                    <a:pt x="193" y="507"/>
                  </a:cubicBezTo>
                  <a:cubicBezTo>
                    <a:pt x="193" y="507"/>
                    <a:pt x="194" y="508"/>
                    <a:pt x="194" y="508"/>
                  </a:cubicBezTo>
                  <a:cubicBezTo>
                    <a:pt x="196" y="507"/>
                    <a:pt x="193" y="505"/>
                    <a:pt x="197" y="505"/>
                  </a:cubicBezTo>
                  <a:cubicBezTo>
                    <a:pt x="194" y="505"/>
                    <a:pt x="194" y="501"/>
                    <a:pt x="191" y="501"/>
                  </a:cubicBezTo>
                  <a:cubicBezTo>
                    <a:pt x="190" y="501"/>
                    <a:pt x="185" y="504"/>
                    <a:pt x="185" y="505"/>
                  </a:cubicBezTo>
                  <a:cubicBezTo>
                    <a:pt x="185" y="505"/>
                    <a:pt x="186" y="505"/>
                    <a:pt x="185" y="506"/>
                  </a:cubicBezTo>
                  <a:cubicBezTo>
                    <a:pt x="186" y="506"/>
                    <a:pt x="186" y="506"/>
                    <a:pt x="186" y="506"/>
                  </a:cubicBezTo>
                  <a:cubicBezTo>
                    <a:pt x="186" y="506"/>
                    <a:pt x="186" y="506"/>
                    <a:pt x="185" y="506"/>
                  </a:cubicBezTo>
                  <a:cubicBezTo>
                    <a:pt x="185" y="506"/>
                    <a:pt x="185" y="506"/>
                    <a:pt x="185" y="506"/>
                  </a:cubicBezTo>
                  <a:cubicBezTo>
                    <a:pt x="185" y="507"/>
                    <a:pt x="182" y="505"/>
                    <a:pt x="180" y="507"/>
                  </a:cubicBezTo>
                  <a:cubicBezTo>
                    <a:pt x="181" y="506"/>
                    <a:pt x="179" y="508"/>
                    <a:pt x="180" y="508"/>
                  </a:cubicBezTo>
                  <a:cubicBezTo>
                    <a:pt x="180" y="509"/>
                    <a:pt x="181" y="508"/>
                    <a:pt x="181" y="508"/>
                  </a:cubicBezTo>
                  <a:cubicBezTo>
                    <a:pt x="181" y="507"/>
                    <a:pt x="181" y="506"/>
                    <a:pt x="182" y="506"/>
                  </a:cubicBezTo>
                  <a:cubicBezTo>
                    <a:pt x="183" y="507"/>
                    <a:pt x="182" y="508"/>
                    <a:pt x="182" y="508"/>
                  </a:cubicBezTo>
                  <a:cubicBezTo>
                    <a:pt x="183" y="509"/>
                    <a:pt x="181" y="511"/>
                    <a:pt x="182" y="512"/>
                  </a:cubicBezTo>
                  <a:cubicBezTo>
                    <a:pt x="182" y="514"/>
                    <a:pt x="183" y="512"/>
                    <a:pt x="184" y="514"/>
                  </a:cubicBezTo>
                  <a:cubicBezTo>
                    <a:pt x="181" y="513"/>
                    <a:pt x="182" y="514"/>
                    <a:pt x="182" y="515"/>
                  </a:cubicBezTo>
                  <a:cubicBezTo>
                    <a:pt x="182" y="515"/>
                    <a:pt x="182" y="515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7"/>
                    <a:pt x="182" y="517"/>
                  </a:cubicBezTo>
                  <a:cubicBezTo>
                    <a:pt x="182" y="519"/>
                    <a:pt x="180" y="520"/>
                    <a:pt x="180" y="522"/>
                  </a:cubicBezTo>
                  <a:cubicBezTo>
                    <a:pt x="180" y="522"/>
                    <a:pt x="181" y="523"/>
                    <a:pt x="181" y="523"/>
                  </a:cubicBezTo>
                  <a:cubicBezTo>
                    <a:pt x="181" y="523"/>
                    <a:pt x="180" y="523"/>
                    <a:pt x="180" y="523"/>
                  </a:cubicBezTo>
                  <a:cubicBezTo>
                    <a:pt x="180" y="523"/>
                    <a:pt x="180" y="524"/>
                    <a:pt x="180" y="524"/>
                  </a:cubicBezTo>
                  <a:cubicBezTo>
                    <a:pt x="180" y="524"/>
                    <a:pt x="182" y="523"/>
                    <a:pt x="183" y="524"/>
                  </a:cubicBezTo>
                  <a:cubicBezTo>
                    <a:pt x="185" y="525"/>
                    <a:pt x="183" y="527"/>
                    <a:pt x="184" y="528"/>
                  </a:cubicBezTo>
                  <a:cubicBezTo>
                    <a:pt x="184" y="528"/>
                    <a:pt x="186" y="529"/>
                    <a:pt x="186" y="530"/>
                  </a:cubicBezTo>
                  <a:cubicBezTo>
                    <a:pt x="187" y="529"/>
                    <a:pt x="188" y="528"/>
                    <a:pt x="190" y="528"/>
                  </a:cubicBezTo>
                  <a:cubicBezTo>
                    <a:pt x="191" y="529"/>
                    <a:pt x="188" y="530"/>
                    <a:pt x="189" y="530"/>
                  </a:cubicBezTo>
                  <a:cubicBezTo>
                    <a:pt x="189" y="530"/>
                    <a:pt x="189" y="530"/>
                    <a:pt x="189" y="531"/>
                  </a:cubicBezTo>
                  <a:cubicBezTo>
                    <a:pt x="189" y="531"/>
                    <a:pt x="189" y="531"/>
                    <a:pt x="189" y="530"/>
                  </a:cubicBezTo>
                  <a:cubicBezTo>
                    <a:pt x="190" y="530"/>
                    <a:pt x="190" y="528"/>
                    <a:pt x="191" y="529"/>
                  </a:cubicBezTo>
                  <a:cubicBezTo>
                    <a:pt x="192" y="529"/>
                    <a:pt x="192" y="530"/>
                    <a:pt x="192" y="531"/>
                  </a:cubicBezTo>
                  <a:cubicBezTo>
                    <a:pt x="193" y="531"/>
                    <a:pt x="193" y="532"/>
                    <a:pt x="192" y="534"/>
                  </a:cubicBezTo>
                  <a:cubicBezTo>
                    <a:pt x="192" y="534"/>
                    <a:pt x="192" y="534"/>
                    <a:pt x="191" y="535"/>
                  </a:cubicBezTo>
                  <a:cubicBezTo>
                    <a:pt x="191" y="535"/>
                    <a:pt x="190" y="535"/>
                    <a:pt x="189" y="535"/>
                  </a:cubicBezTo>
                  <a:cubicBezTo>
                    <a:pt x="188" y="535"/>
                    <a:pt x="188" y="535"/>
                    <a:pt x="187" y="537"/>
                  </a:cubicBezTo>
                  <a:cubicBezTo>
                    <a:pt x="187" y="536"/>
                    <a:pt x="187" y="535"/>
                    <a:pt x="187" y="535"/>
                  </a:cubicBezTo>
                  <a:cubicBezTo>
                    <a:pt x="187" y="535"/>
                    <a:pt x="187" y="535"/>
                    <a:pt x="187" y="535"/>
                  </a:cubicBezTo>
                  <a:cubicBezTo>
                    <a:pt x="187" y="536"/>
                    <a:pt x="186" y="538"/>
                    <a:pt x="186" y="539"/>
                  </a:cubicBezTo>
                  <a:cubicBezTo>
                    <a:pt x="186" y="539"/>
                    <a:pt x="185" y="538"/>
                    <a:pt x="185" y="538"/>
                  </a:cubicBezTo>
                  <a:cubicBezTo>
                    <a:pt x="185" y="538"/>
                    <a:pt x="185" y="539"/>
                    <a:pt x="185" y="539"/>
                  </a:cubicBezTo>
                  <a:cubicBezTo>
                    <a:pt x="184" y="540"/>
                    <a:pt x="182" y="542"/>
                    <a:pt x="185" y="541"/>
                  </a:cubicBezTo>
                  <a:cubicBezTo>
                    <a:pt x="186" y="540"/>
                    <a:pt x="184" y="544"/>
                    <a:pt x="185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7" y="541"/>
                    <a:pt x="184" y="539"/>
                    <a:pt x="187" y="538"/>
                  </a:cubicBezTo>
                  <a:cubicBezTo>
                    <a:pt x="187" y="538"/>
                    <a:pt x="187" y="539"/>
                    <a:pt x="187" y="539"/>
                  </a:cubicBezTo>
                  <a:cubicBezTo>
                    <a:pt x="189" y="540"/>
                    <a:pt x="191" y="538"/>
                    <a:pt x="192" y="540"/>
                  </a:cubicBezTo>
                  <a:cubicBezTo>
                    <a:pt x="192" y="541"/>
                    <a:pt x="190" y="540"/>
                    <a:pt x="190" y="542"/>
                  </a:cubicBezTo>
                  <a:cubicBezTo>
                    <a:pt x="190" y="543"/>
                    <a:pt x="194" y="542"/>
                    <a:pt x="195" y="540"/>
                  </a:cubicBezTo>
                  <a:cubicBezTo>
                    <a:pt x="194" y="540"/>
                    <a:pt x="194" y="539"/>
                    <a:pt x="194" y="538"/>
                  </a:cubicBezTo>
                  <a:cubicBezTo>
                    <a:pt x="194" y="538"/>
                    <a:pt x="194" y="538"/>
                    <a:pt x="194" y="537"/>
                  </a:cubicBezTo>
                  <a:cubicBezTo>
                    <a:pt x="194" y="538"/>
                    <a:pt x="194" y="538"/>
                    <a:pt x="194" y="538"/>
                  </a:cubicBezTo>
                  <a:cubicBezTo>
                    <a:pt x="195" y="537"/>
                    <a:pt x="195" y="537"/>
                    <a:pt x="195" y="537"/>
                  </a:cubicBezTo>
                  <a:cubicBezTo>
                    <a:pt x="195" y="537"/>
                    <a:pt x="197" y="538"/>
                    <a:pt x="197" y="538"/>
                  </a:cubicBezTo>
                  <a:cubicBezTo>
                    <a:pt x="198" y="538"/>
                    <a:pt x="199" y="537"/>
                    <a:pt x="199" y="536"/>
                  </a:cubicBezTo>
                  <a:cubicBezTo>
                    <a:pt x="198" y="536"/>
                    <a:pt x="197" y="535"/>
                    <a:pt x="197" y="534"/>
                  </a:cubicBezTo>
                  <a:cubicBezTo>
                    <a:pt x="197" y="534"/>
                    <a:pt x="196" y="534"/>
                    <a:pt x="196" y="534"/>
                  </a:cubicBezTo>
                  <a:cubicBezTo>
                    <a:pt x="196" y="534"/>
                    <a:pt x="196" y="533"/>
                    <a:pt x="196" y="533"/>
                  </a:cubicBezTo>
                  <a:cubicBezTo>
                    <a:pt x="196" y="533"/>
                    <a:pt x="196" y="533"/>
                    <a:pt x="196" y="532"/>
                  </a:cubicBezTo>
                  <a:cubicBezTo>
                    <a:pt x="196" y="532"/>
                    <a:pt x="196" y="532"/>
                    <a:pt x="196" y="532"/>
                  </a:cubicBezTo>
                  <a:cubicBezTo>
                    <a:pt x="195" y="533"/>
                    <a:pt x="195" y="532"/>
                    <a:pt x="195" y="532"/>
                  </a:cubicBezTo>
                  <a:cubicBezTo>
                    <a:pt x="195" y="531"/>
                    <a:pt x="195" y="531"/>
                    <a:pt x="196" y="531"/>
                  </a:cubicBezTo>
                  <a:cubicBezTo>
                    <a:pt x="195" y="529"/>
                    <a:pt x="196" y="527"/>
                    <a:pt x="198" y="526"/>
                  </a:cubicBezTo>
                  <a:cubicBezTo>
                    <a:pt x="198" y="525"/>
                    <a:pt x="199" y="524"/>
                    <a:pt x="200" y="524"/>
                  </a:cubicBezTo>
                  <a:cubicBezTo>
                    <a:pt x="200" y="523"/>
                    <a:pt x="201" y="520"/>
                    <a:pt x="202" y="521"/>
                  </a:cubicBezTo>
                  <a:cubicBezTo>
                    <a:pt x="203" y="522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5" y="523"/>
                    <a:pt x="207" y="524"/>
                    <a:pt x="208" y="525"/>
                  </a:cubicBezTo>
                  <a:cubicBezTo>
                    <a:pt x="208" y="525"/>
                    <a:pt x="209" y="525"/>
                    <a:pt x="209" y="525"/>
                  </a:cubicBezTo>
                  <a:cubicBezTo>
                    <a:pt x="209" y="525"/>
                    <a:pt x="209" y="525"/>
                    <a:pt x="209" y="526"/>
                  </a:cubicBezTo>
                  <a:cubicBezTo>
                    <a:pt x="209" y="526"/>
                    <a:pt x="209" y="526"/>
                    <a:pt x="209" y="526"/>
                  </a:cubicBezTo>
                  <a:cubicBezTo>
                    <a:pt x="211" y="528"/>
                    <a:pt x="212" y="531"/>
                    <a:pt x="211" y="533"/>
                  </a:cubicBezTo>
                  <a:cubicBezTo>
                    <a:pt x="211" y="533"/>
                    <a:pt x="210" y="536"/>
                    <a:pt x="209" y="536"/>
                  </a:cubicBezTo>
                  <a:cubicBezTo>
                    <a:pt x="209" y="536"/>
                    <a:pt x="208" y="535"/>
                    <a:pt x="208" y="535"/>
                  </a:cubicBezTo>
                  <a:cubicBezTo>
                    <a:pt x="208" y="535"/>
                    <a:pt x="208" y="535"/>
                    <a:pt x="208" y="535"/>
                  </a:cubicBezTo>
                  <a:cubicBezTo>
                    <a:pt x="207" y="536"/>
                    <a:pt x="207" y="537"/>
                    <a:pt x="206" y="537"/>
                  </a:cubicBezTo>
                  <a:cubicBezTo>
                    <a:pt x="207" y="537"/>
                    <a:pt x="207" y="537"/>
                    <a:pt x="208" y="538"/>
                  </a:cubicBezTo>
                  <a:cubicBezTo>
                    <a:pt x="208" y="538"/>
                    <a:pt x="206" y="539"/>
                    <a:pt x="206" y="538"/>
                  </a:cubicBezTo>
                  <a:cubicBezTo>
                    <a:pt x="206" y="538"/>
                    <a:pt x="206" y="538"/>
                    <a:pt x="206" y="538"/>
                  </a:cubicBezTo>
                  <a:cubicBezTo>
                    <a:pt x="205" y="539"/>
                    <a:pt x="205" y="540"/>
                    <a:pt x="206" y="541"/>
                  </a:cubicBezTo>
                  <a:cubicBezTo>
                    <a:pt x="206" y="541"/>
                    <a:pt x="209" y="539"/>
                    <a:pt x="209" y="542"/>
                  </a:cubicBezTo>
                  <a:cubicBezTo>
                    <a:pt x="206" y="541"/>
                    <a:pt x="208" y="542"/>
                    <a:pt x="208" y="545"/>
                  </a:cubicBezTo>
                  <a:cubicBezTo>
                    <a:pt x="207" y="549"/>
                    <a:pt x="207" y="547"/>
                    <a:pt x="209" y="545"/>
                  </a:cubicBezTo>
                  <a:cubicBezTo>
                    <a:pt x="211" y="543"/>
                    <a:pt x="211" y="545"/>
                    <a:pt x="212" y="543"/>
                  </a:cubicBezTo>
                  <a:cubicBezTo>
                    <a:pt x="212" y="543"/>
                    <a:pt x="213" y="541"/>
                    <a:pt x="213" y="539"/>
                  </a:cubicBezTo>
                  <a:cubicBezTo>
                    <a:pt x="213" y="539"/>
                    <a:pt x="213" y="539"/>
                    <a:pt x="213" y="538"/>
                  </a:cubicBezTo>
                  <a:cubicBezTo>
                    <a:pt x="213" y="538"/>
                    <a:pt x="213" y="537"/>
                    <a:pt x="213" y="537"/>
                  </a:cubicBezTo>
                  <a:cubicBezTo>
                    <a:pt x="213" y="538"/>
                    <a:pt x="209" y="536"/>
                    <a:pt x="211" y="535"/>
                  </a:cubicBezTo>
                  <a:cubicBezTo>
                    <a:pt x="211" y="535"/>
                    <a:pt x="212" y="535"/>
                    <a:pt x="212" y="535"/>
                  </a:cubicBezTo>
                  <a:cubicBezTo>
                    <a:pt x="212" y="533"/>
                    <a:pt x="214" y="530"/>
                    <a:pt x="214" y="529"/>
                  </a:cubicBezTo>
                  <a:cubicBezTo>
                    <a:pt x="216" y="526"/>
                    <a:pt x="216" y="526"/>
                    <a:pt x="215" y="529"/>
                  </a:cubicBezTo>
                  <a:cubicBezTo>
                    <a:pt x="214" y="531"/>
                    <a:pt x="214" y="533"/>
                    <a:pt x="214" y="534"/>
                  </a:cubicBezTo>
                  <a:cubicBezTo>
                    <a:pt x="215" y="534"/>
                    <a:pt x="214" y="532"/>
                    <a:pt x="215" y="531"/>
                  </a:cubicBezTo>
                  <a:cubicBezTo>
                    <a:pt x="215" y="530"/>
                    <a:pt x="217" y="530"/>
                    <a:pt x="218" y="529"/>
                  </a:cubicBezTo>
                  <a:cubicBezTo>
                    <a:pt x="218" y="528"/>
                    <a:pt x="219" y="528"/>
                    <a:pt x="219" y="528"/>
                  </a:cubicBezTo>
                  <a:cubicBezTo>
                    <a:pt x="219" y="528"/>
                    <a:pt x="219" y="528"/>
                    <a:pt x="220" y="528"/>
                  </a:cubicBezTo>
                  <a:cubicBezTo>
                    <a:pt x="220" y="528"/>
                    <a:pt x="220" y="528"/>
                    <a:pt x="220" y="528"/>
                  </a:cubicBezTo>
                  <a:cubicBezTo>
                    <a:pt x="219" y="526"/>
                    <a:pt x="222" y="526"/>
                    <a:pt x="222" y="527"/>
                  </a:cubicBezTo>
                  <a:cubicBezTo>
                    <a:pt x="222" y="527"/>
                    <a:pt x="223" y="527"/>
                    <a:pt x="223" y="527"/>
                  </a:cubicBezTo>
                  <a:cubicBezTo>
                    <a:pt x="223" y="527"/>
                    <a:pt x="223" y="527"/>
                    <a:pt x="223" y="528"/>
                  </a:cubicBezTo>
                  <a:cubicBezTo>
                    <a:pt x="223" y="528"/>
                    <a:pt x="223" y="528"/>
                    <a:pt x="223" y="528"/>
                  </a:cubicBezTo>
                  <a:cubicBezTo>
                    <a:pt x="223" y="528"/>
                    <a:pt x="224" y="530"/>
                    <a:pt x="225" y="532"/>
                  </a:cubicBezTo>
                  <a:cubicBezTo>
                    <a:pt x="225" y="531"/>
                    <a:pt x="227" y="531"/>
                    <a:pt x="227" y="532"/>
                  </a:cubicBezTo>
                  <a:cubicBezTo>
                    <a:pt x="227" y="532"/>
                    <a:pt x="226" y="532"/>
                    <a:pt x="226" y="532"/>
                  </a:cubicBezTo>
                  <a:cubicBezTo>
                    <a:pt x="227" y="533"/>
                    <a:pt x="227" y="533"/>
                    <a:pt x="228" y="531"/>
                  </a:cubicBezTo>
                  <a:cubicBezTo>
                    <a:pt x="228" y="531"/>
                    <a:pt x="228" y="531"/>
                    <a:pt x="228" y="531"/>
                  </a:cubicBezTo>
                  <a:cubicBezTo>
                    <a:pt x="229" y="531"/>
                    <a:pt x="236" y="530"/>
                    <a:pt x="233" y="528"/>
                  </a:cubicBezTo>
                  <a:cubicBezTo>
                    <a:pt x="232" y="527"/>
                    <a:pt x="232" y="529"/>
                    <a:pt x="232" y="529"/>
                  </a:cubicBezTo>
                  <a:cubicBezTo>
                    <a:pt x="231" y="529"/>
                    <a:pt x="232" y="528"/>
                    <a:pt x="231" y="528"/>
                  </a:cubicBezTo>
                  <a:cubicBezTo>
                    <a:pt x="230" y="527"/>
                    <a:pt x="229" y="530"/>
                    <a:pt x="227" y="529"/>
                  </a:cubicBezTo>
                  <a:cubicBezTo>
                    <a:pt x="230" y="529"/>
                    <a:pt x="228" y="525"/>
                    <a:pt x="230" y="525"/>
                  </a:cubicBezTo>
                  <a:cubicBezTo>
                    <a:pt x="231" y="524"/>
                    <a:pt x="234" y="528"/>
                    <a:pt x="235" y="528"/>
                  </a:cubicBezTo>
                  <a:cubicBezTo>
                    <a:pt x="238" y="528"/>
                    <a:pt x="239" y="526"/>
                    <a:pt x="241" y="523"/>
                  </a:cubicBezTo>
                  <a:cubicBezTo>
                    <a:pt x="239" y="524"/>
                    <a:pt x="238" y="524"/>
                    <a:pt x="236" y="523"/>
                  </a:cubicBezTo>
                  <a:cubicBezTo>
                    <a:pt x="235" y="524"/>
                    <a:pt x="234" y="525"/>
                    <a:pt x="233" y="522"/>
                  </a:cubicBezTo>
                  <a:cubicBezTo>
                    <a:pt x="232" y="521"/>
                    <a:pt x="229" y="517"/>
                    <a:pt x="231" y="515"/>
                  </a:cubicBezTo>
                  <a:cubicBezTo>
                    <a:pt x="235" y="512"/>
                    <a:pt x="241" y="508"/>
                    <a:pt x="242" y="503"/>
                  </a:cubicBezTo>
                  <a:cubicBezTo>
                    <a:pt x="237" y="508"/>
                    <a:pt x="237" y="501"/>
                    <a:pt x="243" y="501"/>
                  </a:cubicBezTo>
                  <a:cubicBezTo>
                    <a:pt x="241" y="503"/>
                    <a:pt x="244" y="501"/>
                    <a:pt x="244" y="503"/>
                  </a:cubicBezTo>
                  <a:cubicBezTo>
                    <a:pt x="244" y="503"/>
                    <a:pt x="244" y="503"/>
                    <a:pt x="244" y="504"/>
                  </a:cubicBezTo>
                  <a:cubicBezTo>
                    <a:pt x="244" y="504"/>
                    <a:pt x="244" y="504"/>
                    <a:pt x="244" y="504"/>
                  </a:cubicBezTo>
                  <a:cubicBezTo>
                    <a:pt x="247" y="504"/>
                    <a:pt x="242" y="508"/>
                    <a:pt x="243" y="505"/>
                  </a:cubicBezTo>
                  <a:cubicBezTo>
                    <a:pt x="243" y="505"/>
                    <a:pt x="243" y="505"/>
                    <a:pt x="243" y="505"/>
                  </a:cubicBezTo>
                  <a:cubicBezTo>
                    <a:pt x="243" y="505"/>
                    <a:pt x="242" y="506"/>
                    <a:pt x="242" y="507"/>
                  </a:cubicBezTo>
                  <a:cubicBezTo>
                    <a:pt x="241" y="510"/>
                    <a:pt x="241" y="514"/>
                    <a:pt x="242" y="517"/>
                  </a:cubicBezTo>
                  <a:cubicBezTo>
                    <a:pt x="243" y="517"/>
                    <a:pt x="243" y="518"/>
                    <a:pt x="243" y="518"/>
                  </a:cubicBezTo>
                  <a:cubicBezTo>
                    <a:pt x="243" y="519"/>
                    <a:pt x="243" y="519"/>
                    <a:pt x="243" y="519"/>
                  </a:cubicBezTo>
                  <a:cubicBezTo>
                    <a:pt x="244" y="520"/>
                    <a:pt x="246" y="520"/>
                    <a:pt x="248" y="516"/>
                  </a:cubicBezTo>
                  <a:cubicBezTo>
                    <a:pt x="248" y="523"/>
                    <a:pt x="254" y="514"/>
                    <a:pt x="253" y="512"/>
                  </a:cubicBezTo>
                  <a:cubicBezTo>
                    <a:pt x="253" y="512"/>
                    <a:pt x="251" y="511"/>
                    <a:pt x="251" y="511"/>
                  </a:cubicBezTo>
                  <a:cubicBezTo>
                    <a:pt x="250" y="510"/>
                    <a:pt x="251" y="507"/>
                    <a:pt x="252" y="506"/>
                  </a:cubicBezTo>
                  <a:cubicBezTo>
                    <a:pt x="253" y="505"/>
                    <a:pt x="257" y="499"/>
                    <a:pt x="255" y="503"/>
                  </a:cubicBezTo>
                  <a:cubicBezTo>
                    <a:pt x="255" y="505"/>
                    <a:pt x="255" y="507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4" y="510"/>
                    <a:pt x="254" y="511"/>
                    <a:pt x="254" y="513"/>
                  </a:cubicBezTo>
                  <a:cubicBezTo>
                    <a:pt x="254" y="515"/>
                    <a:pt x="252" y="517"/>
                    <a:pt x="252" y="518"/>
                  </a:cubicBezTo>
                  <a:cubicBezTo>
                    <a:pt x="252" y="517"/>
                    <a:pt x="252" y="517"/>
                    <a:pt x="253" y="518"/>
                  </a:cubicBezTo>
                  <a:cubicBezTo>
                    <a:pt x="253" y="519"/>
                    <a:pt x="254" y="519"/>
                    <a:pt x="254" y="519"/>
                  </a:cubicBezTo>
                  <a:cubicBezTo>
                    <a:pt x="253" y="520"/>
                    <a:pt x="253" y="520"/>
                    <a:pt x="253" y="520"/>
                  </a:cubicBezTo>
                  <a:cubicBezTo>
                    <a:pt x="253" y="520"/>
                    <a:pt x="253" y="521"/>
                    <a:pt x="254" y="521"/>
                  </a:cubicBezTo>
                  <a:cubicBezTo>
                    <a:pt x="256" y="521"/>
                    <a:pt x="256" y="513"/>
                    <a:pt x="257" y="510"/>
                  </a:cubicBezTo>
                  <a:cubicBezTo>
                    <a:pt x="256" y="510"/>
                    <a:pt x="256" y="510"/>
                    <a:pt x="256" y="510"/>
                  </a:cubicBezTo>
                  <a:cubicBezTo>
                    <a:pt x="255" y="509"/>
                    <a:pt x="256" y="509"/>
                    <a:pt x="257" y="509"/>
                  </a:cubicBezTo>
                  <a:cubicBezTo>
                    <a:pt x="257" y="509"/>
                    <a:pt x="257" y="509"/>
                    <a:pt x="257" y="509"/>
                  </a:cubicBezTo>
                  <a:cubicBezTo>
                    <a:pt x="257" y="508"/>
                    <a:pt x="257" y="507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8" y="504"/>
                    <a:pt x="259" y="501"/>
                    <a:pt x="259" y="501"/>
                  </a:cubicBezTo>
                  <a:cubicBezTo>
                    <a:pt x="262" y="499"/>
                    <a:pt x="256" y="514"/>
                    <a:pt x="262" y="510"/>
                  </a:cubicBezTo>
                  <a:cubicBezTo>
                    <a:pt x="262" y="510"/>
                    <a:pt x="267" y="506"/>
                    <a:pt x="267" y="505"/>
                  </a:cubicBezTo>
                  <a:cubicBezTo>
                    <a:pt x="267" y="504"/>
                    <a:pt x="265" y="505"/>
                    <a:pt x="264" y="505"/>
                  </a:cubicBezTo>
                  <a:cubicBezTo>
                    <a:pt x="263" y="504"/>
                    <a:pt x="264" y="501"/>
                    <a:pt x="265" y="500"/>
                  </a:cubicBezTo>
                  <a:cubicBezTo>
                    <a:pt x="267" y="500"/>
                    <a:pt x="267" y="502"/>
                    <a:pt x="267" y="502"/>
                  </a:cubicBezTo>
                  <a:cubicBezTo>
                    <a:pt x="269" y="502"/>
                    <a:pt x="270" y="500"/>
                    <a:pt x="271" y="498"/>
                  </a:cubicBezTo>
                  <a:cubicBezTo>
                    <a:pt x="271" y="498"/>
                    <a:pt x="271" y="498"/>
                    <a:pt x="270" y="498"/>
                  </a:cubicBezTo>
                  <a:cubicBezTo>
                    <a:pt x="271" y="497"/>
                    <a:pt x="271" y="497"/>
                    <a:pt x="271" y="497"/>
                  </a:cubicBezTo>
                  <a:cubicBezTo>
                    <a:pt x="272" y="495"/>
                    <a:pt x="273" y="494"/>
                    <a:pt x="274" y="493"/>
                  </a:cubicBezTo>
                  <a:cubicBezTo>
                    <a:pt x="276" y="490"/>
                    <a:pt x="277" y="487"/>
                    <a:pt x="278" y="487"/>
                  </a:cubicBezTo>
                  <a:cubicBezTo>
                    <a:pt x="278" y="486"/>
                    <a:pt x="280" y="489"/>
                    <a:pt x="282" y="489"/>
                  </a:cubicBezTo>
                  <a:cubicBezTo>
                    <a:pt x="284" y="489"/>
                    <a:pt x="284" y="486"/>
                    <a:pt x="284" y="489"/>
                  </a:cubicBezTo>
                  <a:cubicBezTo>
                    <a:pt x="284" y="491"/>
                    <a:pt x="285" y="489"/>
                    <a:pt x="285" y="492"/>
                  </a:cubicBezTo>
                  <a:cubicBezTo>
                    <a:pt x="285" y="493"/>
                    <a:pt x="281" y="498"/>
                    <a:pt x="278" y="496"/>
                  </a:cubicBezTo>
                  <a:cubicBezTo>
                    <a:pt x="277" y="496"/>
                    <a:pt x="277" y="493"/>
                    <a:pt x="275" y="495"/>
                  </a:cubicBezTo>
                  <a:cubicBezTo>
                    <a:pt x="275" y="496"/>
                    <a:pt x="275" y="498"/>
                    <a:pt x="274" y="499"/>
                  </a:cubicBezTo>
                  <a:cubicBezTo>
                    <a:pt x="273" y="502"/>
                    <a:pt x="268" y="505"/>
                    <a:pt x="267" y="508"/>
                  </a:cubicBezTo>
                  <a:cubicBezTo>
                    <a:pt x="266" y="510"/>
                    <a:pt x="266" y="513"/>
                    <a:pt x="264" y="516"/>
                  </a:cubicBezTo>
                  <a:cubicBezTo>
                    <a:pt x="263" y="518"/>
                    <a:pt x="257" y="521"/>
                    <a:pt x="257" y="523"/>
                  </a:cubicBezTo>
                  <a:cubicBezTo>
                    <a:pt x="257" y="523"/>
                    <a:pt x="258" y="524"/>
                    <a:pt x="258" y="525"/>
                  </a:cubicBezTo>
                  <a:cubicBezTo>
                    <a:pt x="258" y="525"/>
                    <a:pt x="259" y="525"/>
                    <a:pt x="259" y="525"/>
                  </a:cubicBezTo>
                  <a:cubicBezTo>
                    <a:pt x="259" y="525"/>
                    <a:pt x="259" y="525"/>
                    <a:pt x="259" y="525"/>
                  </a:cubicBezTo>
                  <a:cubicBezTo>
                    <a:pt x="261" y="527"/>
                    <a:pt x="265" y="529"/>
                    <a:pt x="267" y="528"/>
                  </a:cubicBezTo>
                  <a:cubicBezTo>
                    <a:pt x="268" y="528"/>
                    <a:pt x="268" y="528"/>
                    <a:pt x="268" y="528"/>
                  </a:cubicBezTo>
                  <a:cubicBezTo>
                    <a:pt x="268" y="527"/>
                    <a:pt x="268" y="526"/>
                    <a:pt x="268" y="525"/>
                  </a:cubicBezTo>
                  <a:cubicBezTo>
                    <a:pt x="270" y="521"/>
                    <a:pt x="278" y="518"/>
                    <a:pt x="282" y="521"/>
                  </a:cubicBezTo>
                  <a:cubicBezTo>
                    <a:pt x="282" y="521"/>
                    <a:pt x="282" y="521"/>
                    <a:pt x="282" y="522"/>
                  </a:cubicBezTo>
                  <a:cubicBezTo>
                    <a:pt x="282" y="522"/>
                    <a:pt x="282" y="522"/>
                    <a:pt x="282" y="521"/>
                  </a:cubicBezTo>
                  <a:cubicBezTo>
                    <a:pt x="283" y="520"/>
                    <a:pt x="282" y="521"/>
                    <a:pt x="282" y="522"/>
                  </a:cubicBezTo>
                  <a:cubicBezTo>
                    <a:pt x="282" y="522"/>
                    <a:pt x="282" y="522"/>
                    <a:pt x="283" y="523"/>
                  </a:cubicBezTo>
                  <a:cubicBezTo>
                    <a:pt x="284" y="522"/>
                    <a:pt x="285" y="522"/>
                    <a:pt x="285" y="521"/>
                  </a:cubicBezTo>
                  <a:cubicBezTo>
                    <a:pt x="286" y="523"/>
                    <a:pt x="287" y="519"/>
                    <a:pt x="289" y="519"/>
                  </a:cubicBezTo>
                  <a:cubicBezTo>
                    <a:pt x="290" y="519"/>
                    <a:pt x="292" y="521"/>
                    <a:pt x="292" y="519"/>
                  </a:cubicBezTo>
                  <a:cubicBezTo>
                    <a:pt x="292" y="524"/>
                    <a:pt x="301" y="516"/>
                    <a:pt x="302" y="515"/>
                  </a:cubicBezTo>
                  <a:cubicBezTo>
                    <a:pt x="301" y="515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4" y="515"/>
                    <a:pt x="293" y="515"/>
                    <a:pt x="293" y="515"/>
                  </a:cubicBezTo>
                  <a:cubicBezTo>
                    <a:pt x="292" y="513"/>
                    <a:pt x="294" y="514"/>
                    <a:pt x="295" y="512"/>
                  </a:cubicBezTo>
                  <a:cubicBezTo>
                    <a:pt x="295" y="512"/>
                    <a:pt x="295" y="512"/>
                    <a:pt x="295" y="512"/>
                  </a:cubicBezTo>
                  <a:cubicBezTo>
                    <a:pt x="294" y="512"/>
                    <a:pt x="293" y="511"/>
                    <a:pt x="294" y="510"/>
                  </a:cubicBezTo>
                  <a:cubicBezTo>
                    <a:pt x="294" y="510"/>
                    <a:pt x="294" y="510"/>
                    <a:pt x="294" y="510"/>
                  </a:cubicBezTo>
                  <a:cubicBezTo>
                    <a:pt x="293" y="509"/>
                    <a:pt x="293" y="508"/>
                    <a:pt x="293" y="507"/>
                  </a:cubicBezTo>
                  <a:cubicBezTo>
                    <a:pt x="293" y="507"/>
                    <a:pt x="296" y="504"/>
                    <a:pt x="297" y="504"/>
                  </a:cubicBezTo>
                  <a:cubicBezTo>
                    <a:pt x="298" y="504"/>
                    <a:pt x="300" y="499"/>
                    <a:pt x="302" y="499"/>
                  </a:cubicBezTo>
                  <a:cubicBezTo>
                    <a:pt x="303" y="500"/>
                    <a:pt x="300" y="501"/>
                    <a:pt x="301" y="503"/>
                  </a:cubicBezTo>
                  <a:cubicBezTo>
                    <a:pt x="302" y="503"/>
                    <a:pt x="304" y="502"/>
                    <a:pt x="305" y="503"/>
                  </a:cubicBezTo>
                  <a:cubicBezTo>
                    <a:pt x="305" y="503"/>
                    <a:pt x="304" y="505"/>
                    <a:pt x="305" y="506"/>
                  </a:cubicBezTo>
                  <a:cubicBezTo>
                    <a:pt x="305" y="505"/>
                    <a:pt x="308" y="505"/>
                    <a:pt x="308" y="506"/>
                  </a:cubicBezTo>
                  <a:cubicBezTo>
                    <a:pt x="309" y="508"/>
                    <a:pt x="306" y="507"/>
                    <a:pt x="306" y="508"/>
                  </a:cubicBezTo>
                  <a:cubicBezTo>
                    <a:pt x="305" y="509"/>
                    <a:pt x="306" y="509"/>
                    <a:pt x="306" y="510"/>
                  </a:cubicBezTo>
                  <a:cubicBezTo>
                    <a:pt x="306" y="511"/>
                    <a:pt x="305" y="511"/>
                    <a:pt x="304" y="513"/>
                  </a:cubicBezTo>
                  <a:cubicBezTo>
                    <a:pt x="304" y="513"/>
                    <a:pt x="304" y="514"/>
                    <a:pt x="304" y="514"/>
                  </a:cubicBezTo>
                  <a:cubicBezTo>
                    <a:pt x="302" y="517"/>
                    <a:pt x="296" y="519"/>
                    <a:pt x="297" y="524"/>
                  </a:cubicBezTo>
                  <a:cubicBezTo>
                    <a:pt x="297" y="525"/>
                    <a:pt x="298" y="525"/>
                    <a:pt x="299" y="524"/>
                  </a:cubicBezTo>
                  <a:cubicBezTo>
                    <a:pt x="298" y="527"/>
                    <a:pt x="295" y="535"/>
                    <a:pt x="289" y="536"/>
                  </a:cubicBezTo>
                  <a:cubicBezTo>
                    <a:pt x="289" y="536"/>
                    <a:pt x="286" y="535"/>
                    <a:pt x="285" y="534"/>
                  </a:cubicBezTo>
                  <a:cubicBezTo>
                    <a:pt x="285" y="534"/>
                    <a:pt x="284" y="533"/>
                    <a:pt x="283" y="532"/>
                  </a:cubicBezTo>
                  <a:cubicBezTo>
                    <a:pt x="283" y="532"/>
                    <a:pt x="283" y="532"/>
                    <a:pt x="283" y="531"/>
                  </a:cubicBezTo>
                  <a:cubicBezTo>
                    <a:pt x="283" y="531"/>
                    <a:pt x="283" y="531"/>
                    <a:pt x="283" y="531"/>
                  </a:cubicBezTo>
                  <a:cubicBezTo>
                    <a:pt x="282" y="531"/>
                    <a:pt x="282" y="530"/>
                    <a:pt x="282" y="530"/>
                  </a:cubicBezTo>
                  <a:cubicBezTo>
                    <a:pt x="280" y="531"/>
                    <a:pt x="278" y="533"/>
                    <a:pt x="277" y="533"/>
                  </a:cubicBezTo>
                  <a:cubicBezTo>
                    <a:pt x="278" y="535"/>
                    <a:pt x="280" y="534"/>
                    <a:pt x="281" y="534"/>
                  </a:cubicBezTo>
                  <a:cubicBezTo>
                    <a:pt x="281" y="534"/>
                    <a:pt x="280" y="534"/>
                    <a:pt x="280" y="535"/>
                  </a:cubicBezTo>
                  <a:cubicBezTo>
                    <a:pt x="281" y="535"/>
                    <a:pt x="282" y="535"/>
                    <a:pt x="282" y="536"/>
                  </a:cubicBezTo>
                  <a:cubicBezTo>
                    <a:pt x="283" y="537"/>
                    <a:pt x="281" y="536"/>
                    <a:pt x="281" y="537"/>
                  </a:cubicBezTo>
                  <a:cubicBezTo>
                    <a:pt x="280" y="538"/>
                    <a:pt x="282" y="537"/>
                    <a:pt x="280" y="539"/>
                  </a:cubicBezTo>
                  <a:cubicBezTo>
                    <a:pt x="279" y="541"/>
                    <a:pt x="276" y="540"/>
                    <a:pt x="275" y="541"/>
                  </a:cubicBezTo>
                  <a:cubicBezTo>
                    <a:pt x="275" y="541"/>
                    <a:pt x="275" y="541"/>
                    <a:pt x="275" y="542"/>
                  </a:cubicBezTo>
                  <a:cubicBezTo>
                    <a:pt x="276" y="542"/>
                    <a:pt x="276" y="543"/>
                    <a:pt x="277" y="543"/>
                  </a:cubicBezTo>
                  <a:cubicBezTo>
                    <a:pt x="277" y="543"/>
                    <a:pt x="275" y="544"/>
                    <a:pt x="276" y="546"/>
                  </a:cubicBezTo>
                  <a:cubicBezTo>
                    <a:pt x="276" y="547"/>
                    <a:pt x="277" y="546"/>
                    <a:pt x="277" y="546"/>
                  </a:cubicBezTo>
                  <a:cubicBezTo>
                    <a:pt x="277" y="547"/>
                    <a:pt x="277" y="551"/>
                    <a:pt x="277" y="551"/>
                  </a:cubicBezTo>
                  <a:cubicBezTo>
                    <a:pt x="276" y="552"/>
                    <a:pt x="274" y="550"/>
                    <a:pt x="272" y="551"/>
                  </a:cubicBezTo>
                  <a:cubicBezTo>
                    <a:pt x="273" y="551"/>
                    <a:pt x="269" y="553"/>
                    <a:pt x="269" y="553"/>
                  </a:cubicBezTo>
                  <a:cubicBezTo>
                    <a:pt x="269" y="554"/>
                    <a:pt x="270" y="555"/>
                    <a:pt x="270" y="556"/>
                  </a:cubicBezTo>
                  <a:cubicBezTo>
                    <a:pt x="269" y="558"/>
                    <a:pt x="267" y="558"/>
                    <a:pt x="267" y="560"/>
                  </a:cubicBezTo>
                  <a:cubicBezTo>
                    <a:pt x="267" y="561"/>
                    <a:pt x="264" y="565"/>
                    <a:pt x="262" y="565"/>
                  </a:cubicBezTo>
                  <a:cubicBezTo>
                    <a:pt x="257" y="564"/>
                    <a:pt x="260" y="557"/>
                    <a:pt x="254" y="558"/>
                  </a:cubicBezTo>
                  <a:cubicBezTo>
                    <a:pt x="254" y="552"/>
                    <a:pt x="248" y="563"/>
                    <a:pt x="247" y="562"/>
                  </a:cubicBezTo>
                  <a:cubicBezTo>
                    <a:pt x="246" y="562"/>
                    <a:pt x="246" y="562"/>
                    <a:pt x="246" y="562"/>
                  </a:cubicBezTo>
                  <a:cubicBezTo>
                    <a:pt x="246" y="563"/>
                    <a:pt x="246" y="563"/>
                    <a:pt x="246" y="563"/>
                  </a:cubicBezTo>
                  <a:cubicBezTo>
                    <a:pt x="245" y="563"/>
                    <a:pt x="246" y="562"/>
                    <a:pt x="246" y="562"/>
                  </a:cubicBezTo>
                  <a:cubicBezTo>
                    <a:pt x="245" y="561"/>
                    <a:pt x="246" y="561"/>
                    <a:pt x="246" y="562"/>
                  </a:cubicBezTo>
                  <a:cubicBezTo>
                    <a:pt x="247" y="560"/>
                    <a:pt x="251" y="555"/>
                    <a:pt x="246" y="557"/>
                  </a:cubicBezTo>
                  <a:cubicBezTo>
                    <a:pt x="245" y="558"/>
                    <a:pt x="246" y="561"/>
                    <a:pt x="245" y="561"/>
                  </a:cubicBezTo>
                  <a:cubicBezTo>
                    <a:pt x="244" y="562"/>
                    <a:pt x="241" y="560"/>
                    <a:pt x="239" y="561"/>
                  </a:cubicBezTo>
                  <a:cubicBezTo>
                    <a:pt x="239" y="561"/>
                    <a:pt x="237" y="564"/>
                    <a:pt x="238" y="565"/>
                  </a:cubicBezTo>
                  <a:cubicBezTo>
                    <a:pt x="238" y="567"/>
                    <a:pt x="240" y="566"/>
                    <a:pt x="238" y="568"/>
                  </a:cubicBezTo>
                  <a:cubicBezTo>
                    <a:pt x="238" y="569"/>
                    <a:pt x="239" y="568"/>
                    <a:pt x="239" y="568"/>
                  </a:cubicBezTo>
                  <a:cubicBezTo>
                    <a:pt x="238" y="569"/>
                    <a:pt x="239" y="570"/>
                    <a:pt x="241" y="570"/>
                  </a:cubicBezTo>
                  <a:cubicBezTo>
                    <a:pt x="238" y="572"/>
                    <a:pt x="235" y="572"/>
                    <a:pt x="237" y="575"/>
                  </a:cubicBezTo>
                  <a:cubicBezTo>
                    <a:pt x="237" y="575"/>
                    <a:pt x="242" y="578"/>
                    <a:pt x="242" y="579"/>
                  </a:cubicBezTo>
                  <a:cubicBezTo>
                    <a:pt x="245" y="577"/>
                    <a:pt x="240" y="574"/>
                    <a:pt x="241" y="571"/>
                  </a:cubicBezTo>
                  <a:cubicBezTo>
                    <a:pt x="243" y="569"/>
                    <a:pt x="244" y="576"/>
                    <a:pt x="245" y="576"/>
                  </a:cubicBezTo>
                  <a:cubicBezTo>
                    <a:pt x="246" y="577"/>
                    <a:pt x="245" y="575"/>
                    <a:pt x="246" y="576"/>
                  </a:cubicBezTo>
                  <a:cubicBezTo>
                    <a:pt x="248" y="576"/>
                    <a:pt x="249" y="578"/>
                    <a:pt x="250" y="577"/>
                  </a:cubicBezTo>
                  <a:cubicBezTo>
                    <a:pt x="250" y="576"/>
                    <a:pt x="247" y="576"/>
                    <a:pt x="248" y="574"/>
                  </a:cubicBezTo>
                  <a:cubicBezTo>
                    <a:pt x="249" y="573"/>
                    <a:pt x="252" y="575"/>
                    <a:pt x="251" y="576"/>
                  </a:cubicBezTo>
                  <a:cubicBezTo>
                    <a:pt x="252" y="576"/>
                    <a:pt x="253" y="576"/>
                    <a:pt x="254" y="577"/>
                  </a:cubicBezTo>
                  <a:cubicBezTo>
                    <a:pt x="254" y="576"/>
                    <a:pt x="254" y="576"/>
                    <a:pt x="255" y="576"/>
                  </a:cubicBezTo>
                  <a:cubicBezTo>
                    <a:pt x="255" y="576"/>
                    <a:pt x="255" y="577"/>
                    <a:pt x="254" y="578"/>
                  </a:cubicBezTo>
                  <a:cubicBezTo>
                    <a:pt x="255" y="580"/>
                    <a:pt x="254" y="582"/>
                    <a:pt x="253" y="583"/>
                  </a:cubicBezTo>
                  <a:cubicBezTo>
                    <a:pt x="253" y="583"/>
                    <a:pt x="253" y="583"/>
                    <a:pt x="253" y="583"/>
                  </a:cubicBezTo>
                  <a:cubicBezTo>
                    <a:pt x="255" y="584"/>
                    <a:pt x="254" y="582"/>
                    <a:pt x="255" y="583"/>
                  </a:cubicBezTo>
                  <a:cubicBezTo>
                    <a:pt x="255" y="583"/>
                    <a:pt x="256" y="583"/>
                    <a:pt x="256" y="583"/>
                  </a:cubicBezTo>
                  <a:cubicBezTo>
                    <a:pt x="257" y="581"/>
                    <a:pt x="258" y="578"/>
                    <a:pt x="259" y="578"/>
                  </a:cubicBezTo>
                  <a:cubicBezTo>
                    <a:pt x="260" y="577"/>
                    <a:pt x="262" y="580"/>
                    <a:pt x="262" y="578"/>
                  </a:cubicBezTo>
                  <a:cubicBezTo>
                    <a:pt x="263" y="577"/>
                    <a:pt x="261" y="575"/>
                    <a:pt x="260" y="575"/>
                  </a:cubicBezTo>
                  <a:cubicBezTo>
                    <a:pt x="261" y="575"/>
                    <a:pt x="261" y="572"/>
                    <a:pt x="261" y="572"/>
                  </a:cubicBezTo>
                  <a:cubicBezTo>
                    <a:pt x="259" y="572"/>
                    <a:pt x="257" y="574"/>
                    <a:pt x="256" y="573"/>
                  </a:cubicBezTo>
                  <a:cubicBezTo>
                    <a:pt x="255" y="573"/>
                    <a:pt x="258" y="571"/>
                    <a:pt x="258" y="570"/>
                  </a:cubicBezTo>
                  <a:cubicBezTo>
                    <a:pt x="258" y="573"/>
                    <a:pt x="261" y="569"/>
                    <a:pt x="263" y="568"/>
                  </a:cubicBezTo>
                  <a:cubicBezTo>
                    <a:pt x="264" y="568"/>
                    <a:pt x="266" y="568"/>
                    <a:pt x="267" y="568"/>
                  </a:cubicBezTo>
                  <a:cubicBezTo>
                    <a:pt x="268" y="567"/>
                    <a:pt x="266" y="565"/>
                    <a:pt x="269" y="564"/>
                  </a:cubicBezTo>
                  <a:cubicBezTo>
                    <a:pt x="269" y="564"/>
                    <a:pt x="268" y="566"/>
                    <a:pt x="269" y="566"/>
                  </a:cubicBezTo>
                  <a:cubicBezTo>
                    <a:pt x="269" y="567"/>
                    <a:pt x="271" y="564"/>
                    <a:pt x="273" y="566"/>
                  </a:cubicBezTo>
                  <a:cubicBezTo>
                    <a:pt x="273" y="566"/>
                    <a:pt x="272" y="568"/>
                    <a:pt x="272" y="570"/>
                  </a:cubicBezTo>
                  <a:cubicBezTo>
                    <a:pt x="272" y="570"/>
                    <a:pt x="272" y="571"/>
                    <a:pt x="272" y="572"/>
                  </a:cubicBezTo>
                  <a:cubicBezTo>
                    <a:pt x="274" y="572"/>
                    <a:pt x="279" y="573"/>
                    <a:pt x="280" y="573"/>
                  </a:cubicBezTo>
                  <a:cubicBezTo>
                    <a:pt x="281" y="574"/>
                    <a:pt x="279" y="576"/>
                    <a:pt x="282" y="576"/>
                  </a:cubicBezTo>
                  <a:cubicBezTo>
                    <a:pt x="279" y="578"/>
                    <a:pt x="284" y="579"/>
                    <a:pt x="283" y="581"/>
                  </a:cubicBezTo>
                  <a:cubicBezTo>
                    <a:pt x="283" y="581"/>
                    <a:pt x="281" y="581"/>
                    <a:pt x="281" y="582"/>
                  </a:cubicBezTo>
                  <a:cubicBezTo>
                    <a:pt x="281" y="582"/>
                    <a:pt x="282" y="583"/>
                    <a:pt x="281" y="584"/>
                  </a:cubicBezTo>
                  <a:cubicBezTo>
                    <a:pt x="281" y="584"/>
                    <a:pt x="281" y="584"/>
                    <a:pt x="281" y="584"/>
                  </a:cubicBezTo>
                  <a:cubicBezTo>
                    <a:pt x="282" y="585"/>
                    <a:pt x="283" y="587"/>
                    <a:pt x="282" y="588"/>
                  </a:cubicBezTo>
                  <a:cubicBezTo>
                    <a:pt x="283" y="588"/>
                    <a:pt x="283" y="588"/>
                    <a:pt x="284" y="588"/>
                  </a:cubicBezTo>
                  <a:cubicBezTo>
                    <a:pt x="283" y="588"/>
                    <a:pt x="283" y="587"/>
                    <a:pt x="283" y="586"/>
                  </a:cubicBezTo>
                  <a:cubicBezTo>
                    <a:pt x="283" y="585"/>
                    <a:pt x="284" y="585"/>
                    <a:pt x="285" y="584"/>
                  </a:cubicBezTo>
                  <a:cubicBezTo>
                    <a:pt x="285" y="584"/>
                    <a:pt x="285" y="583"/>
                    <a:pt x="286" y="582"/>
                  </a:cubicBezTo>
                  <a:cubicBezTo>
                    <a:pt x="286" y="582"/>
                    <a:pt x="286" y="582"/>
                    <a:pt x="286" y="582"/>
                  </a:cubicBezTo>
                  <a:cubicBezTo>
                    <a:pt x="286" y="582"/>
                    <a:pt x="287" y="582"/>
                    <a:pt x="287" y="582"/>
                  </a:cubicBezTo>
                  <a:cubicBezTo>
                    <a:pt x="288" y="581"/>
                    <a:pt x="290" y="580"/>
                    <a:pt x="291" y="578"/>
                  </a:cubicBezTo>
                  <a:cubicBezTo>
                    <a:pt x="289" y="581"/>
                    <a:pt x="293" y="581"/>
                    <a:pt x="293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3" y="581"/>
                    <a:pt x="293" y="580"/>
                    <a:pt x="293" y="580"/>
                  </a:cubicBezTo>
                  <a:cubicBezTo>
                    <a:pt x="292" y="579"/>
                    <a:pt x="293" y="574"/>
                    <a:pt x="294" y="574"/>
                  </a:cubicBezTo>
                  <a:cubicBezTo>
                    <a:pt x="295" y="573"/>
                    <a:pt x="295" y="574"/>
                    <a:pt x="295" y="574"/>
                  </a:cubicBezTo>
                  <a:cubicBezTo>
                    <a:pt x="297" y="574"/>
                    <a:pt x="299" y="572"/>
                    <a:pt x="302" y="573"/>
                  </a:cubicBezTo>
                  <a:cubicBezTo>
                    <a:pt x="301" y="574"/>
                    <a:pt x="299" y="573"/>
                    <a:pt x="299" y="575"/>
                  </a:cubicBezTo>
                  <a:cubicBezTo>
                    <a:pt x="298" y="576"/>
                    <a:pt x="300" y="575"/>
                    <a:pt x="300" y="576"/>
                  </a:cubicBezTo>
                  <a:cubicBezTo>
                    <a:pt x="301" y="577"/>
                    <a:pt x="298" y="581"/>
                    <a:pt x="295" y="581"/>
                  </a:cubicBezTo>
                  <a:cubicBezTo>
                    <a:pt x="295" y="582"/>
                    <a:pt x="294" y="583"/>
                    <a:pt x="294" y="584"/>
                  </a:cubicBezTo>
                  <a:cubicBezTo>
                    <a:pt x="294" y="584"/>
                    <a:pt x="295" y="584"/>
                    <a:pt x="295" y="584"/>
                  </a:cubicBezTo>
                  <a:cubicBezTo>
                    <a:pt x="296" y="583"/>
                    <a:pt x="299" y="582"/>
                    <a:pt x="300" y="580"/>
                  </a:cubicBezTo>
                  <a:cubicBezTo>
                    <a:pt x="301" y="580"/>
                    <a:pt x="300" y="578"/>
                    <a:pt x="301" y="578"/>
                  </a:cubicBezTo>
                  <a:cubicBezTo>
                    <a:pt x="301" y="577"/>
                    <a:pt x="302" y="577"/>
                    <a:pt x="302" y="576"/>
                  </a:cubicBezTo>
                  <a:cubicBezTo>
                    <a:pt x="302" y="575"/>
                    <a:pt x="301" y="576"/>
                    <a:pt x="301" y="574"/>
                  </a:cubicBezTo>
                  <a:cubicBezTo>
                    <a:pt x="302" y="573"/>
                    <a:pt x="303" y="573"/>
                    <a:pt x="304" y="573"/>
                  </a:cubicBezTo>
                  <a:cubicBezTo>
                    <a:pt x="304" y="574"/>
                    <a:pt x="303" y="576"/>
                    <a:pt x="304" y="578"/>
                  </a:cubicBezTo>
                  <a:cubicBezTo>
                    <a:pt x="304" y="578"/>
                    <a:pt x="306" y="578"/>
                    <a:pt x="307" y="579"/>
                  </a:cubicBezTo>
                  <a:cubicBezTo>
                    <a:pt x="308" y="580"/>
                    <a:pt x="308" y="581"/>
                    <a:pt x="311" y="579"/>
                  </a:cubicBezTo>
                  <a:cubicBezTo>
                    <a:pt x="307" y="583"/>
                    <a:pt x="312" y="581"/>
                    <a:pt x="313" y="582"/>
                  </a:cubicBezTo>
                  <a:cubicBezTo>
                    <a:pt x="312" y="582"/>
                    <a:pt x="312" y="589"/>
                    <a:pt x="312" y="589"/>
                  </a:cubicBezTo>
                  <a:cubicBezTo>
                    <a:pt x="312" y="590"/>
                    <a:pt x="310" y="593"/>
                    <a:pt x="310" y="595"/>
                  </a:cubicBezTo>
                  <a:cubicBezTo>
                    <a:pt x="310" y="594"/>
                    <a:pt x="310" y="594"/>
                    <a:pt x="311" y="594"/>
                  </a:cubicBezTo>
                  <a:cubicBezTo>
                    <a:pt x="311" y="595"/>
                    <a:pt x="310" y="595"/>
                    <a:pt x="310" y="596"/>
                  </a:cubicBezTo>
                  <a:cubicBezTo>
                    <a:pt x="310" y="596"/>
                    <a:pt x="310" y="596"/>
                    <a:pt x="310" y="596"/>
                  </a:cubicBezTo>
                  <a:cubicBezTo>
                    <a:pt x="310" y="596"/>
                    <a:pt x="310" y="596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4" y="594"/>
                    <a:pt x="320" y="594"/>
                    <a:pt x="324" y="595"/>
                  </a:cubicBezTo>
                  <a:cubicBezTo>
                    <a:pt x="324" y="594"/>
                    <a:pt x="324" y="593"/>
                    <a:pt x="324" y="593"/>
                  </a:cubicBezTo>
                  <a:cubicBezTo>
                    <a:pt x="325" y="593"/>
                    <a:pt x="325" y="594"/>
                    <a:pt x="325" y="595"/>
                  </a:cubicBezTo>
                  <a:cubicBezTo>
                    <a:pt x="326" y="595"/>
                    <a:pt x="326" y="596"/>
                    <a:pt x="326" y="596"/>
                  </a:cubicBezTo>
                  <a:cubicBezTo>
                    <a:pt x="326" y="597"/>
                    <a:pt x="325" y="597"/>
                    <a:pt x="323" y="598"/>
                  </a:cubicBezTo>
                  <a:cubicBezTo>
                    <a:pt x="324" y="598"/>
                    <a:pt x="324" y="598"/>
                    <a:pt x="324" y="599"/>
                  </a:cubicBezTo>
                  <a:cubicBezTo>
                    <a:pt x="324" y="600"/>
                    <a:pt x="323" y="601"/>
                    <a:pt x="322" y="601"/>
                  </a:cubicBezTo>
                  <a:cubicBezTo>
                    <a:pt x="323" y="602"/>
                    <a:pt x="322" y="603"/>
                    <a:pt x="321" y="604"/>
                  </a:cubicBezTo>
                  <a:cubicBezTo>
                    <a:pt x="321" y="604"/>
                    <a:pt x="320" y="604"/>
                    <a:pt x="319" y="604"/>
                  </a:cubicBezTo>
                  <a:cubicBezTo>
                    <a:pt x="319" y="605"/>
                    <a:pt x="320" y="605"/>
                    <a:pt x="321" y="605"/>
                  </a:cubicBezTo>
                  <a:cubicBezTo>
                    <a:pt x="323" y="604"/>
                    <a:pt x="325" y="602"/>
                    <a:pt x="325" y="602"/>
                  </a:cubicBezTo>
                  <a:cubicBezTo>
                    <a:pt x="325" y="601"/>
                    <a:pt x="325" y="601"/>
                    <a:pt x="325" y="601"/>
                  </a:cubicBezTo>
                  <a:cubicBezTo>
                    <a:pt x="329" y="600"/>
                    <a:pt x="327" y="609"/>
                    <a:pt x="325" y="607"/>
                  </a:cubicBezTo>
                  <a:cubicBezTo>
                    <a:pt x="325" y="607"/>
                    <a:pt x="324" y="605"/>
                    <a:pt x="324" y="605"/>
                  </a:cubicBezTo>
                  <a:cubicBezTo>
                    <a:pt x="323" y="605"/>
                    <a:pt x="319" y="608"/>
                    <a:pt x="318" y="609"/>
                  </a:cubicBezTo>
                  <a:cubicBezTo>
                    <a:pt x="317" y="609"/>
                    <a:pt x="316" y="609"/>
                    <a:pt x="316" y="610"/>
                  </a:cubicBezTo>
                  <a:cubicBezTo>
                    <a:pt x="316" y="610"/>
                    <a:pt x="317" y="612"/>
                    <a:pt x="316" y="613"/>
                  </a:cubicBezTo>
                  <a:cubicBezTo>
                    <a:pt x="316" y="613"/>
                    <a:pt x="315" y="614"/>
                    <a:pt x="315" y="614"/>
                  </a:cubicBezTo>
                  <a:cubicBezTo>
                    <a:pt x="315" y="614"/>
                    <a:pt x="313" y="617"/>
                    <a:pt x="313" y="618"/>
                  </a:cubicBezTo>
                  <a:cubicBezTo>
                    <a:pt x="314" y="618"/>
                    <a:pt x="315" y="618"/>
                    <a:pt x="315" y="617"/>
                  </a:cubicBezTo>
                  <a:cubicBezTo>
                    <a:pt x="315" y="617"/>
                    <a:pt x="316" y="619"/>
                    <a:pt x="315" y="620"/>
                  </a:cubicBezTo>
                  <a:cubicBezTo>
                    <a:pt x="315" y="620"/>
                    <a:pt x="315" y="620"/>
                    <a:pt x="315" y="620"/>
                  </a:cubicBezTo>
                  <a:cubicBezTo>
                    <a:pt x="315" y="621"/>
                    <a:pt x="315" y="621"/>
                    <a:pt x="316" y="621"/>
                  </a:cubicBezTo>
                  <a:cubicBezTo>
                    <a:pt x="316" y="621"/>
                    <a:pt x="316" y="620"/>
                    <a:pt x="317" y="619"/>
                  </a:cubicBezTo>
                  <a:cubicBezTo>
                    <a:pt x="317" y="620"/>
                    <a:pt x="316" y="620"/>
                    <a:pt x="316" y="619"/>
                  </a:cubicBezTo>
                  <a:cubicBezTo>
                    <a:pt x="316" y="618"/>
                    <a:pt x="316" y="618"/>
                    <a:pt x="316" y="618"/>
                  </a:cubicBezTo>
                  <a:cubicBezTo>
                    <a:pt x="316" y="617"/>
                    <a:pt x="317" y="616"/>
                    <a:pt x="318" y="617"/>
                  </a:cubicBezTo>
                  <a:cubicBezTo>
                    <a:pt x="318" y="618"/>
                    <a:pt x="318" y="618"/>
                    <a:pt x="317" y="618"/>
                  </a:cubicBezTo>
                  <a:cubicBezTo>
                    <a:pt x="317" y="618"/>
                    <a:pt x="317" y="618"/>
                    <a:pt x="317" y="618"/>
                  </a:cubicBezTo>
                  <a:cubicBezTo>
                    <a:pt x="318" y="618"/>
                    <a:pt x="318" y="618"/>
                    <a:pt x="318" y="618"/>
                  </a:cubicBezTo>
                  <a:cubicBezTo>
                    <a:pt x="318" y="619"/>
                    <a:pt x="318" y="619"/>
                    <a:pt x="317" y="619"/>
                  </a:cubicBezTo>
                  <a:cubicBezTo>
                    <a:pt x="319" y="618"/>
                    <a:pt x="320" y="618"/>
                    <a:pt x="321" y="620"/>
                  </a:cubicBezTo>
                  <a:cubicBezTo>
                    <a:pt x="322" y="621"/>
                    <a:pt x="321" y="623"/>
                    <a:pt x="320" y="623"/>
                  </a:cubicBezTo>
                  <a:cubicBezTo>
                    <a:pt x="320" y="623"/>
                    <a:pt x="320" y="623"/>
                    <a:pt x="320" y="623"/>
                  </a:cubicBezTo>
                  <a:cubicBezTo>
                    <a:pt x="322" y="623"/>
                    <a:pt x="320" y="624"/>
                    <a:pt x="321" y="624"/>
                  </a:cubicBezTo>
                  <a:cubicBezTo>
                    <a:pt x="321" y="625"/>
                    <a:pt x="322" y="624"/>
                    <a:pt x="322" y="624"/>
                  </a:cubicBezTo>
                  <a:cubicBezTo>
                    <a:pt x="322" y="624"/>
                    <a:pt x="322" y="624"/>
                    <a:pt x="322" y="624"/>
                  </a:cubicBezTo>
                  <a:cubicBezTo>
                    <a:pt x="323" y="624"/>
                    <a:pt x="323" y="624"/>
                    <a:pt x="324" y="624"/>
                  </a:cubicBezTo>
                  <a:cubicBezTo>
                    <a:pt x="326" y="625"/>
                    <a:pt x="323" y="629"/>
                    <a:pt x="324" y="631"/>
                  </a:cubicBezTo>
                  <a:cubicBezTo>
                    <a:pt x="325" y="631"/>
                    <a:pt x="326" y="631"/>
                    <a:pt x="327" y="631"/>
                  </a:cubicBezTo>
                  <a:cubicBezTo>
                    <a:pt x="328" y="630"/>
                    <a:pt x="328" y="629"/>
                    <a:pt x="329" y="628"/>
                  </a:cubicBezTo>
                  <a:cubicBezTo>
                    <a:pt x="328" y="627"/>
                    <a:pt x="327" y="626"/>
                    <a:pt x="328" y="624"/>
                  </a:cubicBezTo>
                  <a:cubicBezTo>
                    <a:pt x="330" y="620"/>
                    <a:pt x="335" y="622"/>
                    <a:pt x="336" y="625"/>
                  </a:cubicBezTo>
                  <a:cubicBezTo>
                    <a:pt x="337" y="625"/>
                    <a:pt x="337" y="625"/>
                    <a:pt x="338" y="624"/>
                  </a:cubicBezTo>
                  <a:cubicBezTo>
                    <a:pt x="338" y="624"/>
                    <a:pt x="337" y="625"/>
                    <a:pt x="337" y="625"/>
                  </a:cubicBezTo>
                  <a:cubicBezTo>
                    <a:pt x="339" y="624"/>
                    <a:pt x="342" y="623"/>
                    <a:pt x="344" y="624"/>
                  </a:cubicBezTo>
                  <a:cubicBezTo>
                    <a:pt x="345" y="624"/>
                    <a:pt x="347" y="624"/>
                    <a:pt x="347" y="624"/>
                  </a:cubicBezTo>
                  <a:cubicBezTo>
                    <a:pt x="347" y="625"/>
                    <a:pt x="346" y="625"/>
                    <a:pt x="345" y="625"/>
                  </a:cubicBezTo>
                  <a:cubicBezTo>
                    <a:pt x="345" y="625"/>
                    <a:pt x="345" y="626"/>
                    <a:pt x="345" y="626"/>
                  </a:cubicBezTo>
                  <a:cubicBezTo>
                    <a:pt x="345" y="627"/>
                    <a:pt x="345" y="628"/>
                    <a:pt x="345" y="629"/>
                  </a:cubicBezTo>
                  <a:cubicBezTo>
                    <a:pt x="347" y="629"/>
                    <a:pt x="348" y="630"/>
                    <a:pt x="346" y="632"/>
                  </a:cubicBezTo>
                  <a:cubicBezTo>
                    <a:pt x="345" y="634"/>
                    <a:pt x="346" y="636"/>
                    <a:pt x="346" y="636"/>
                  </a:cubicBezTo>
                  <a:cubicBezTo>
                    <a:pt x="346" y="637"/>
                    <a:pt x="345" y="637"/>
                    <a:pt x="345" y="638"/>
                  </a:cubicBezTo>
                  <a:cubicBezTo>
                    <a:pt x="347" y="637"/>
                    <a:pt x="349" y="635"/>
                    <a:pt x="351" y="634"/>
                  </a:cubicBezTo>
                  <a:cubicBezTo>
                    <a:pt x="349" y="632"/>
                    <a:pt x="347" y="629"/>
                    <a:pt x="351" y="627"/>
                  </a:cubicBezTo>
                  <a:cubicBezTo>
                    <a:pt x="352" y="627"/>
                    <a:pt x="352" y="627"/>
                    <a:pt x="353" y="627"/>
                  </a:cubicBezTo>
                  <a:cubicBezTo>
                    <a:pt x="352" y="627"/>
                    <a:pt x="353" y="622"/>
                    <a:pt x="355" y="624"/>
                  </a:cubicBezTo>
                  <a:cubicBezTo>
                    <a:pt x="356" y="625"/>
                    <a:pt x="355" y="626"/>
                    <a:pt x="355" y="626"/>
                  </a:cubicBezTo>
                  <a:cubicBezTo>
                    <a:pt x="354" y="627"/>
                    <a:pt x="354" y="627"/>
                    <a:pt x="354" y="627"/>
                  </a:cubicBezTo>
                  <a:cubicBezTo>
                    <a:pt x="356" y="627"/>
                    <a:pt x="358" y="627"/>
                    <a:pt x="359" y="626"/>
                  </a:cubicBezTo>
                  <a:cubicBezTo>
                    <a:pt x="362" y="624"/>
                    <a:pt x="361" y="624"/>
                    <a:pt x="363" y="625"/>
                  </a:cubicBezTo>
                  <a:cubicBezTo>
                    <a:pt x="363" y="626"/>
                    <a:pt x="363" y="627"/>
                    <a:pt x="365" y="626"/>
                  </a:cubicBezTo>
                  <a:cubicBezTo>
                    <a:pt x="365" y="626"/>
                    <a:pt x="369" y="622"/>
                    <a:pt x="368" y="625"/>
                  </a:cubicBezTo>
                  <a:cubicBezTo>
                    <a:pt x="368" y="626"/>
                    <a:pt x="367" y="626"/>
                    <a:pt x="367" y="626"/>
                  </a:cubicBezTo>
                  <a:cubicBezTo>
                    <a:pt x="367" y="627"/>
                    <a:pt x="371" y="627"/>
                    <a:pt x="372" y="628"/>
                  </a:cubicBezTo>
                  <a:cubicBezTo>
                    <a:pt x="372" y="629"/>
                    <a:pt x="367" y="630"/>
                    <a:pt x="370" y="632"/>
                  </a:cubicBezTo>
                  <a:cubicBezTo>
                    <a:pt x="370" y="633"/>
                    <a:pt x="371" y="633"/>
                    <a:pt x="371" y="633"/>
                  </a:cubicBezTo>
                  <a:cubicBezTo>
                    <a:pt x="371" y="633"/>
                    <a:pt x="370" y="633"/>
                    <a:pt x="370" y="634"/>
                  </a:cubicBezTo>
                  <a:cubicBezTo>
                    <a:pt x="369" y="635"/>
                    <a:pt x="369" y="636"/>
                    <a:pt x="370" y="636"/>
                  </a:cubicBezTo>
                  <a:cubicBezTo>
                    <a:pt x="371" y="636"/>
                    <a:pt x="372" y="636"/>
                    <a:pt x="372" y="637"/>
                  </a:cubicBezTo>
                  <a:cubicBezTo>
                    <a:pt x="372" y="638"/>
                    <a:pt x="372" y="638"/>
                    <a:pt x="371" y="638"/>
                  </a:cubicBezTo>
                  <a:cubicBezTo>
                    <a:pt x="371" y="639"/>
                    <a:pt x="370" y="639"/>
                    <a:pt x="370" y="639"/>
                  </a:cubicBezTo>
                  <a:cubicBezTo>
                    <a:pt x="371" y="640"/>
                    <a:pt x="372" y="640"/>
                    <a:pt x="373" y="640"/>
                  </a:cubicBezTo>
                  <a:cubicBezTo>
                    <a:pt x="373" y="642"/>
                    <a:pt x="371" y="643"/>
                    <a:pt x="371" y="644"/>
                  </a:cubicBezTo>
                  <a:cubicBezTo>
                    <a:pt x="372" y="647"/>
                    <a:pt x="375" y="644"/>
                    <a:pt x="377" y="645"/>
                  </a:cubicBezTo>
                  <a:cubicBezTo>
                    <a:pt x="378" y="645"/>
                    <a:pt x="379" y="648"/>
                    <a:pt x="381" y="646"/>
                  </a:cubicBezTo>
                  <a:cubicBezTo>
                    <a:pt x="382" y="645"/>
                    <a:pt x="381" y="642"/>
                    <a:pt x="385" y="641"/>
                  </a:cubicBezTo>
                  <a:cubicBezTo>
                    <a:pt x="386" y="641"/>
                    <a:pt x="391" y="640"/>
                    <a:pt x="392" y="642"/>
                  </a:cubicBezTo>
                  <a:cubicBezTo>
                    <a:pt x="392" y="643"/>
                    <a:pt x="390" y="642"/>
                    <a:pt x="389" y="643"/>
                  </a:cubicBezTo>
                  <a:cubicBezTo>
                    <a:pt x="388" y="644"/>
                    <a:pt x="390" y="646"/>
                    <a:pt x="390" y="646"/>
                  </a:cubicBezTo>
                  <a:cubicBezTo>
                    <a:pt x="389" y="648"/>
                    <a:pt x="387" y="647"/>
                    <a:pt x="386" y="648"/>
                  </a:cubicBezTo>
                  <a:cubicBezTo>
                    <a:pt x="386" y="648"/>
                    <a:pt x="387" y="648"/>
                    <a:pt x="387" y="649"/>
                  </a:cubicBezTo>
                  <a:cubicBezTo>
                    <a:pt x="387" y="649"/>
                    <a:pt x="386" y="649"/>
                    <a:pt x="386" y="649"/>
                  </a:cubicBezTo>
                  <a:cubicBezTo>
                    <a:pt x="386" y="651"/>
                    <a:pt x="387" y="652"/>
                    <a:pt x="385" y="653"/>
                  </a:cubicBezTo>
                  <a:cubicBezTo>
                    <a:pt x="385" y="653"/>
                    <a:pt x="385" y="653"/>
                    <a:pt x="385" y="653"/>
                  </a:cubicBezTo>
                  <a:cubicBezTo>
                    <a:pt x="385" y="653"/>
                    <a:pt x="385" y="654"/>
                    <a:pt x="385" y="654"/>
                  </a:cubicBezTo>
                  <a:cubicBezTo>
                    <a:pt x="385" y="654"/>
                    <a:pt x="386" y="655"/>
                    <a:pt x="384" y="656"/>
                  </a:cubicBezTo>
                  <a:cubicBezTo>
                    <a:pt x="383" y="656"/>
                    <a:pt x="383" y="656"/>
                    <a:pt x="383" y="656"/>
                  </a:cubicBezTo>
                  <a:cubicBezTo>
                    <a:pt x="383" y="656"/>
                    <a:pt x="384" y="657"/>
                    <a:pt x="384" y="657"/>
                  </a:cubicBezTo>
                  <a:cubicBezTo>
                    <a:pt x="385" y="657"/>
                    <a:pt x="386" y="657"/>
                    <a:pt x="386" y="657"/>
                  </a:cubicBezTo>
                  <a:cubicBezTo>
                    <a:pt x="387" y="657"/>
                    <a:pt x="387" y="658"/>
                    <a:pt x="387" y="658"/>
                  </a:cubicBezTo>
                  <a:cubicBezTo>
                    <a:pt x="387" y="658"/>
                    <a:pt x="387" y="659"/>
                    <a:pt x="386" y="659"/>
                  </a:cubicBezTo>
                  <a:cubicBezTo>
                    <a:pt x="386" y="660"/>
                    <a:pt x="386" y="661"/>
                    <a:pt x="386" y="661"/>
                  </a:cubicBezTo>
                  <a:cubicBezTo>
                    <a:pt x="385" y="662"/>
                    <a:pt x="382" y="661"/>
                    <a:pt x="380" y="662"/>
                  </a:cubicBezTo>
                  <a:cubicBezTo>
                    <a:pt x="381" y="660"/>
                    <a:pt x="381" y="659"/>
                    <a:pt x="379" y="660"/>
                  </a:cubicBezTo>
                  <a:cubicBezTo>
                    <a:pt x="377" y="661"/>
                    <a:pt x="379" y="661"/>
                    <a:pt x="379" y="662"/>
                  </a:cubicBezTo>
                  <a:cubicBezTo>
                    <a:pt x="379" y="662"/>
                    <a:pt x="377" y="662"/>
                    <a:pt x="378" y="663"/>
                  </a:cubicBezTo>
                  <a:cubicBezTo>
                    <a:pt x="378" y="663"/>
                    <a:pt x="378" y="663"/>
                    <a:pt x="378" y="663"/>
                  </a:cubicBezTo>
                  <a:cubicBezTo>
                    <a:pt x="380" y="663"/>
                    <a:pt x="383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5" y="662"/>
                    <a:pt x="385" y="663"/>
                    <a:pt x="384" y="664"/>
                  </a:cubicBezTo>
                  <a:cubicBezTo>
                    <a:pt x="385" y="664"/>
                    <a:pt x="385" y="665"/>
                    <a:pt x="385" y="666"/>
                  </a:cubicBezTo>
                  <a:cubicBezTo>
                    <a:pt x="385" y="668"/>
                    <a:pt x="382" y="668"/>
                    <a:pt x="379" y="668"/>
                  </a:cubicBezTo>
                  <a:cubicBezTo>
                    <a:pt x="379" y="669"/>
                    <a:pt x="380" y="670"/>
                    <a:pt x="379" y="671"/>
                  </a:cubicBezTo>
                  <a:cubicBezTo>
                    <a:pt x="378" y="673"/>
                    <a:pt x="375" y="673"/>
                    <a:pt x="376" y="674"/>
                  </a:cubicBezTo>
                  <a:cubicBezTo>
                    <a:pt x="374" y="673"/>
                    <a:pt x="372" y="674"/>
                    <a:pt x="371" y="673"/>
                  </a:cubicBezTo>
                  <a:cubicBezTo>
                    <a:pt x="368" y="671"/>
                    <a:pt x="369" y="671"/>
                    <a:pt x="365" y="671"/>
                  </a:cubicBezTo>
                  <a:cubicBezTo>
                    <a:pt x="365" y="671"/>
                    <a:pt x="364" y="671"/>
                    <a:pt x="363" y="671"/>
                  </a:cubicBezTo>
                  <a:cubicBezTo>
                    <a:pt x="360" y="671"/>
                    <a:pt x="361" y="672"/>
                    <a:pt x="362" y="674"/>
                  </a:cubicBezTo>
                  <a:cubicBezTo>
                    <a:pt x="359" y="672"/>
                    <a:pt x="360" y="674"/>
                    <a:pt x="362" y="675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62" y="675"/>
                    <a:pt x="362" y="675"/>
                    <a:pt x="362" y="676"/>
                  </a:cubicBezTo>
                  <a:cubicBezTo>
                    <a:pt x="362" y="676"/>
                    <a:pt x="363" y="676"/>
                    <a:pt x="363" y="676"/>
                  </a:cubicBezTo>
                  <a:cubicBezTo>
                    <a:pt x="363" y="676"/>
                    <a:pt x="365" y="674"/>
                    <a:pt x="365" y="675"/>
                  </a:cubicBezTo>
                  <a:cubicBezTo>
                    <a:pt x="366" y="676"/>
                    <a:pt x="361" y="679"/>
                    <a:pt x="365" y="680"/>
                  </a:cubicBezTo>
                  <a:cubicBezTo>
                    <a:pt x="359" y="680"/>
                    <a:pt x="366" y="684"/>
                    <a:pt x="368" y="686"/>
                  </a:cubicBezTo>
                  <a:cubicBezTo>
                    <a:pt x="369" y="687"/>
                    <a:pt x="369" y="689"/>
                    <a:pt x="370" y="690"/>
                  </a:cubicBezTo>
                  <a:cubicBezTo>
                    <a:pt x="370" y="691"/>
                    <a:pt x="371" y="692"/>
                    <a:pt x="370" y="692"/>
                  </a:cubicBezTo>
                  <a:cubicBezTo>
                    <a:pt x="370" y="692"/>
                    <a:pt x="370" y="692"/>
                    <a:pt x="370" y="692"/>
                  </a:cubicBezTo>
                  <a:cubicBezTo>
                    <a:pt x="371" y="693"/>
                    <a:pt x="371" y="694"/>
                    <a:pt x="372" y="694"/>
                  </a:cubicBezTo>
                  <a:cubicBezTo>
                    <a:pt x="372" y="694"/>
                    <a:pt x="372" y="694"/>
                    <a:pt x="372" y="694"/>
                  </a:cubicBezTo>
                  <a:cubicBezTo>
                    <a:pt x="373" y="694"/>
                    <a:pt x="373" y="694"/>
                    <a:pt x="373" y="694"/>
                  </a:cubicBezTo>
                  <a:cubicBezTo>
                    <a:pt x="374" y="693"/>
                    <a:pt x="376" y="692"/>
                    <a:pt x="377" y="693"/>
                  </a:cubicBezTo>
                  <a:cubicBezTo>
                    <a:pt x="378" y="692"/>
                    <a:pt x="379" y="694"/>
                    <a:pt x="379" y="695"/>
                  </a:cubicBezTo>
                  <a:cubicBezTo>
                    <a:pt x="380" y="695"/>
                    <a:pt x="381" y="694"/>
                    <a:pt x="382" y="695"/>
                  </a:cubicBezTo>
                  <a:cubicBezTo>
                    <a:pt x="383" y="695"/>
                    <a:pt x="381" y="695"/>
                    <a:pt x="379" y="695"/>
                  </a:cubicBezTo>
                  <a:cubicBezTo>
                    <a:pt x="379" y="696"/>
                    <a:pt x="379" y="697"/>
                    <a:pt x="378" y="697"/>
                  </a:cubicBezTo>
                  <a:cubicBezTo>
                    <a:pt x="380" y="698"/>
                    <a:pt x="382" y="698"/>
                    <a:pt x="382" y="698"/>
                  </a:cubicBezTo>
                  <a:cubicBezTo>
                    <a:pt x="382" y="698"/>
                    <a:pt x="382" y="698"/>
                    <a:pt x="383" y="698"/>
                  </a:cubicBezTo>
                  <a:cubicBezTo>
                    <a:pt x="382" y="698"/>
                    <a:pt x="381" y="697"/>
                    <a:pt x="380" y="697"/>
                  </a:cubicBezTo>
                  <a:cubicBezTo>
                    <a:pt x="381" y="697"/>
                    <a:pt x="383" y="697"/>
                    <a:pt x="384" y="697"/>
                  </a:cubicBezTo>
                  <a:cubicBezTo>
                    <a:pt x="384" y="697"/>
                    <a:pt x="384" y="697"/>
                    <a:pt x="385" y="697"/>
                  </a:cubicBezTo>
                  <a:cubicBezTo>
                    <a:pt x="384" y="696"/>
                    <a:pt x="385" y="695"/>
                    <a:pt x="386" y="696"/>
                  </a:cubicBezTo>
                  <a:cubicBezTo>
                    <a:pt x="387" y="695"/>
                    <a:pt x="388" y="695"/>
                    <a:pt x="389" y="696"/>
                  </a:cubicBezTo>
                  <a:cubicBezTo>
                    <a:pt x="389" y="696"/>
                    <a:pt x="388" y="696"/>
                    <a:pt x="387" y="697"/>
                  </a:cubicBezTo>
                  <a:cubicBezTo>
                    <a:pt x="387" y="697"/>
                    <a:pt x="388" y="699"/>
                    <a:pt x="387" y="698"/>
                  </a:cubicBezTo>
                  <a:cubicBezTo>
                    <a:pt x="387" y="698"/>
                    <a:pt x="387" y="698"/>
                    <a:pt x="387" y="698"/>
                  </a:cubicBezTo>
                  <a:cubicBezTo>
                    <a:pt x="387" y="697"/>
                    <a:pt x="387" y="697"/>
                    <a:pt x="387" y="697"/>
                  </a:cubicBezTo>
                  <a:cubicBezTo>
                    <a:pt x="386" y="697"/>
                    <a:pt x="386" y="698"/>
                    <a:pt x="385" y="698"/>
                  </a:cubicBezTo>
                  <a:cubicBezTo>
                    <a:pt x="386" y="698"/>
                    <a:pt x="387" y="699"/>
                    <a:pt x="387" y="699"/>
                  </a:cubicBezTo>
                  <a:cubicBezTo>
                    <a:pt x="387" y="700"/>
                    <a:pt x="386" y="699"/>
                    <a:pt x="385" y="699"/>
                  </a:cubicBezTo>
                  <a:cubicBezTo>
                    <a:pt x="385" y="699"/>
                    <a:pt x="385" y="700"/>
                    <a:pt x="385" y="700"/>
                  </a:cubicBezTo>
                  <a:cubicBezTo>
                    <a:pt x="386" y="700"/>
                    <a:pt x="387" y="699"/>
                    <a:pt x="388" y="700"/>
                  </a:cubicBezTo>
                  <a:cubicBezTo>
                    <a:pt x="389" y="700"/>
                    <a:pt x="388" y="704"/>
                    <a:pt x="391" y="702"/>
                  </a:cubicBezTo>
                  <a:cubicBezTo>
                    <a:pt x="392" y="702"/>
                    <a:pt x="391" y="701"/>
                    <a:pt x="391" y="701"/>
                  </a:cubicBezTo>
                  <a:cubicBezTo>
                    <a:pt x="391" y="701"/>
                    <a:pt x="391" y="700"/>
                    <a:pt x="391" y="700"/>
                  </a:cubicBezTo>
                  <a:cubicBezTo>
                    <a:pt x="390" y="700"/>
                    <a:pt x="390" y="700"/>
                    <a:pt x="390" y="700"/>
                  </a:cubicBezTo>
                  <a:cubicBezTo>
                    <a:pt x="389" y="699"/>
                    <a:pt x="391" y="698"/>
                    <a:pt x="391" y="699"/>
                  </a:cubicBezTo>
                  <a:cubicBezTo>
                    <a:pt x="391" y="699"/>
                    <a:pt x="391" y="699"/>
                    <a:pt x="391" y="699"/>
                  </a:cubicBezTo>
                  <a:cubicBezTo>
                    <a:pt x="392" y="699"/>
                    <a:pt x="395" y="701"/>
                    <a:pt x="397" y="701"/>
                  </a:cubicBezTo>
                  <a:cubicBezTo>
                    <a:pt x="395" y="702"/>
                    <a:pt x="396" y="703"/>
                    <a:pt x="397" y="704"/>
                  </a:cubicBezTo>
                  <a:cubicBezTo>
                    <a:pt x="399" y="704"/>
                    <a:pt x="401" y="703"/>
                    <a:pt x="403" y="702"/>
                  </a:cubicBezTo>
                  <a:cubicBezTo>
                    <a:pt x="402" y="704"/>
                    <a:pt x="399" y="704"/>
                    <a:pt x="397" y="704"/>
                  </a:cubicBezTo>
                  <a:cubicBezTo>
                    <a:pt x="398" y="705"/>
                    <a:pt x="398" y="706"/>
                    <a:pt x="397" y="707"/>
                  </a:cubicBezTo>
                  <a:cubicBezTo>
                    <a:pt x="396" y="708"/>
                    <a:pt x="392" y="706"/>
                    <a:pt x="391" y="708"/>
                  </a:cubicBezTo>
                  <a:cubicBezTo>
                    <a:pt x="391" y="708"/>
                    <a:pt x="392" y="708"/>
                    <a:pt x="392" y="709"/>
                  </a:cubicBezTo>
                  <a:cubicBezTo>
                    <a:pt x="392" y="710"/>
                    <a:pt x="389" y="711"/>
                    <a:pt x="392" y="712"/>
                  </a:cubicBezTo>
                  <a:cubicBezTo>
                    <a:pt x="392" y="712"/>
                    <a:pt x="397" y="714"/>
                    <a:pt x="398" y="714"/>
                  </a:cubicBezTo>
                  <a:cubicBezTo>
                    <a:pt x="401" y="715"/>
                    <a:pt x="403" y="715"/>
                    <a:pt x="406" y="717"/>
                  </a:cubicBezTo>
                  <a:cubicBezTo>
                    <a:pt x="402" y="716"/>
                    <a:pt x="401" y="718"/>
                    <a:pt x="397" y="718"/>
                  </a:cubicBezTo>
                  <a:cubicBezTo>
                    <a:pt x="394" y="718"/>
                    <a:pt x="391" y="714"/>
                    <a:pt x="388" y="714"/>
                  </a:cubicBezTo>
                  <a:cubicBezTo>
                    <a:pt x="388" y="714"/>
                    <a:pt x="384" y="717"/>
                    <a:pt x="383" y="717"/>
                  </a:cubicBezTo>
                  <a:cubicBezTo>
                    <a:pt x="382" y="717"/>
                    <a:pt x="381" y="715"/>
                    <a:pt x="381" y="716"/>
                  </a:cubicBezTo>
                  <a:cubicBezTo>
                    <a:pt x="381" y="717"/>
                    <a:pt x="382" y="717"/>
                    <a:pt x="382" y="717"/>
                  </a:cubicBezTo>
                  <a:cubicBezTo>
                    <a:pt x="382" y="717"/>
                    <a:pt x="382" y="717"/>
                    <a:pt x="383" y="717"/>
                  </a:cubicBezTo>
                  <a:cubicBezTo>
                    <a:pt x="383" y="717"/>
                    <a:pt x="384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7" y="717"/>
                    <a:pt x="388" y="718"/>
                    <a:pt x="388" y="718"/>
                  </a:cubicBezTo>
                  <a:cubicBezTo>
                    <a:pt x="388" y="718"/>
                    <a:pt x="388" y="719"/>
                    <a:pt x="388" y="719"/>
                  </a:cubicBezTo>
                  <a:cubicBezTo>
                    <a:pt x="387" y="720"/>
                    <a:pt x="386" y="721"/>
                    <a:pt x="385" y="721"/>
                  </a:cubicBezTo>
                  <a:cubicBezTo>
                    <a:pt x="384" y="721"/>
                    <a:pt x="382" y="720"/>
                    <a:pt x="382" y="718"/>
                  </a:cubicBezTo>
                  <a:cubicBezTo>
                    <a:pt x="382" y="719"/>
                    <a:pt x="382" y="718"/>
                    <a:pt x="382" y="719"/>
                  </a:cubicBezTo>
                  <a:cubicBezTo>
                    <a:pt x="382" y="719"/>
                    <a:pt x="380" y="720"/>
                    <a:pt x="379" y="719"/>
                  </a:cubicBezTo>
                  <a:cubicBezTo>
                    <a:pt x="379" y="720"/>
                    <a:pt x="379" y="720"/>
                    <a:pt x="379" y="721"/>
                  </a:cubicBezTo>
                  <a:cubicBezTo>
                    <a:pt x="379" y="721"/>
                    <a:pt x="380" y="720"/>
                    <a:pt x="380" y="720"/>
                  </a:cubicBezTo>
                  <a:cubicBezTo>
                    <a:pt x="380" y="720"/>
                    <a:pt x="380" y="721"/>
                    <a:pt x="380" y="721"/>
                  </a:cubicBezTo>
                  <a:cubicBezTo>
                    <a:pt x="381" y="722"/>
                    <a:pt x="383" y="724"/>
                    <a:pt x="384" y="725"/>
                  </a:cubicBezTo>
                  <a:cubicBezTo>
                    <a:pt x="383" y="725"/>
                    <a:pt x="382" y="726"/>
                    <a:pt x="383" y="726"/>
                  </a:cubicBezTo>
                  <a:cubicBezTo>
                    <a:pt x="384" y="726"/>
                    <a:pt x="387" y="726"/>
                    <a:pt x="384" y="728"/>
                  </a:cubicBezTo>
                  <a:cubicBezTo>
                    <a:pt x="384" y="728"/>
                    <a:pt x="384" y="728"/>
                    <a:pt x="384" y="728"/>
                  </a:cubicBezTo>
                  <a:cubicBezTo>
                    <a:pt x="385" y="728"/>
                    <a:pt x="385" y="729"/>
                    <a:pt x="385" y="729"/>
                  </a:cubicBezTo>
                  <a:cubicBezTo>
                    <a:pt x="388" y="729"/>
                    <a:pt x="390" y="728"/>
                    <a:pt x="393" y="728"/>
                  </a:cubicBezTo>
                  <a:cubicBezTo>
                    <a:pt x="397" y="727"/>
                    <a:pt x="391" y="730"/>
                    <a:pt x="390" y="730"/>
                  </a:cubicBezTo>
                  <a:cubicBezTo>
                    <a:pt x="388" y="730"/>
                    <a:pt x="386" y="731"/>
                    <a:pt x="384" y="731"/>
                  </a:cubicBezTo>
                  <a:cubicBezTo>
                    <a:pt x="384" y="731"/>
                    <a:pt x="383" y="731"/>
                    <a:pt x="383" y="732"/>
                  </a:cubicBezTo>
                  <a:cubicBezTo>
                    <a:pt x="383" y="732"/>
                    <a:pt x="382" y="732"/>
                    <a:pt x="381" y="731"/>
                  </a:cubicBezTo>
                  <a:cubicBezTo>
                    <a:pt x="380" y="732"/>
                    <a:pt x="378" y="732"/>
                    <a:pt x="377" y="733"/>
                  </a:cubicBezTo>
                  <a:cubicBezTo>
                    <a:pt x="376" y="734"/>
                    <a:pt x="375" y="735"/>
                    <a:pt x="375" y="736"/>
                  </a:cubicBezTo>
                  <a:cubicBezTo>
                    <a:pt x="376" y="736"/>
                    <a:pt x="376" y="736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8" y="737"/>
                    <a:pt x="380" y="738"/>
                    <a:pt x="379" y="739"/>
                  </a:cubicBezTo>
                  <a:cubicBezTo>
                    <a:pt x="380" y="739"/>
                    <a:pt x="380" y="739"/>
                    <a:pt x="380" y="739"/>
                  </a:cubicBezTo>
                  <a:cubicBezTo>
                    <a:pt x="380" y="741"/>
                    <a:pt x="378" y="741"/>
                    <a:pt x="376" y="742"/>
                  </a:cubicBezTo>
                  <a:cubicBezTo>
                    <a:pt x="377" y="742"/>
                    <a:pt x="376" y="743"/>
                    <a:pt x="375" y="743"/>
                  </a:cubicBezTo>
                  <a:cubicBezTo>
                    <a:pt x="375" y="743"/>
                    <a:pt x="375" y="743"/>
                    <a:pt x="375" y="743"/>
                  </a:cubicBezTo>
                  <a:cubicBezTo>
                    <a:pt x="376" y="744"/>
                    <a:pt x="378" y="745"/>
                    <a:pt x="379" y="745"/>
                  </a:cubicBezTo>
                  <a:cubicBezTo>
                    <a:pt x="380" y="745"/>
                    <a:pt x="382" y="746"/>
                    <a:pt x="382" y="747"/>
                  </a:cubicBezTo>
                  <a:cubicBezTo>
                    <a:pt x="383" y="747"/>
                    <a:pt x="384" y="748"/>
                    <a:pt x="384" y="749"/>
                  </a:cubicBezTo>
                  <a:cubicBezTo>
                    <a:pt x="384" y="749"/>
                    <a:pt x="385" y="749"/>
                    <a:pt x="386" y="750"/>
                  </a:cubicBezTo>
                  <a:cubicBezTo>
                    <a:pt x="387" y="751"/>
                    <a:pt x="386" y="753"/>
                    <a:pt x="385" y="753"/>
                  </a:cubicBezTo>
                  <a:cubicBezTo>
                    <a:pt x="385" y="753"/>
                    <a:pt x="385" y="753"/>
                    <a:pt x="385" y="753"/>
                  </a:cubicBezTo>
                  <a:cubicBezTo>
                    <a:pt x="385" y="754"/>
                    <a:pt x="385" y="754"/>
                    <a:pt x="384" y="755"/>
                  </a:cubicBezTo>
                  <a:cubicBezTo>
                    <a:pt x="385" y="755"/>
                    <a:pt x="386" y="754"/>
                    <a:pt x="387" y="755"/>
                  </a:cubicBezTo>
                  <a:cubicBezTo>
                    <a:pt x="388" y="754"/>
                    <a:pt x="388" y="753"/>
                    <a:pt x="388" y="753"/>
                  </a:cubicBezTo>
                  <a:cubicBezTo>
                    <a:pt x="389" y="753"/>
                    <a:pt x="391" y="753"/>
                    <a:pt x="392" y="752"/>
                  </a:cubicBezTo>
                  <a:cubicBezTo>
                    <a:pt x="393" y="751"/>
                    <a:pt x="394" y="751"/>
                    <a:pt x="396" y="751"/>
                  </a:cubicBezTo>
                  <a:cubicBezTo>
                    <a:pt x="396" y="750"/>
                    <a:pt x="396" y="750"/>
                    <a:pt x="396" y="749"/>
                  </a:cubicBezTo>
                  <a:cubicBezTo>
                    <a:pt x="397" y="749"/>
                    <a:pt x="398" y="751"/>
                    <a:pt x="399" y="751"/>
                  </a:cubicBezTo>
                  <a:cubicBezTo>
                    <a:pt x="399" y="750"/>
                    <a:pt x="399" y="750"/>
                    <a:pt x="399" y="750"/>
                  </a:cubicBezTo>
                  <a:cubicBezTo>
                    <a:pt x="399" y="750"/>
                    <a:pt x="400" y="750"/>
                    <a:pt x="399" y="750"/>
                  </a:cubicBezTo>
                  <a:cubicBezTo>
                    <a:pt x="399" y="750"/>
                    <a:pt x="400" y="751"/>
                    <a:pt x="400" y="751"/>
                  </a:cubicBezTo>
                  <a:cubicBezTo>
                    <a:pt x="401" y="751"/>
                    <a:pt x="402" y="750"/>
                    <a:pt x="403" y="750"/>
                  </a:cubicBezTo>
                  <a:cubicBezTo>
                    <a:pt x="403" y="750"/>
                    <a:pt x="402" y="751"/>
                    <a:pt x="402" y="751"/>
                  </a:cubicBezTo>
                  <a:cubicBezTo>
                    <a:pt x="403" y="753"/>
                    <a:pt x="407" y="757"/>
                    <a:pt x="407" y="758"/>
                  </a:cubicBezTo>
                  <a:cubicBezTo>
                    <a:pt x="407" y="760"/>
                    <a:pt x="402" y="760"/>
                    <a:pt x="400" y="762"/>
                  </a:cubicBezTo>
                  <a:cubicBezTo>
                    <a:pt x="400" y="763"/>
                    <a:pt x="401" y="764"/>
                    <a:pt x="400" y="765"/>
                  </a:cubicBezTo>
                  <a:cubicBezTo>
                    <a:pt x="398" y="765"/>
                    <a:pt x="399" y="763"/>
                    <a:pt x="398" y="763"/>
                  </a:cubicBezTo>
                  <a:cubicBezTo>
                    <a:pt x="397" y="762"/>
                    <a:pt x="393" y="761"/>
                    <a:pt x="391" y="760"/>
                  </a:cubicBezTo>
                  <a:cubicBezTo>
                    <a:pt x="390" y="760"/>
                    <a:pt x="389" y="759"/>
                    <a:pt x="388" y="758"/>
                  </a:cubicBezTo>
                  <a:cubicBezTo>
                    <a:pt x="387" y="759"/>
                    <a:pt x="384" y="759"/>
                    <a:pt x="382" y="759"/>
                  </a:cubicBezTo>
                  <a:cubicBezTo>
                    <a:pt x="385" y="762"/>
                    <a:pt x="385" y="762"/>
                    <a:pt x="385" y="762"/>
                  </a:cubicBezTo>
                  <a:cubicBezTo>
                    <a:pt x="386" y="762"/>
                    <a:pt x="387" y="763"/>
                    <a:pt x="387" y="763"/>
                  </a:cubicBezTo>
                  <a:cubicBezTo>
                    <a:pt x="387" y="763"/>
                    <a:pt x="386" y="763"/>
                    <a:pt x="386" y="763"/>
                  </a:cubicBezTo>
                  <a:cubicBezTo>
                    <a:pt x="393" y="769"/>
                    <a:pt x="393" y="769"/>
                    <a:pt x="393" y="769"/>
                  </a:cubicBezTo>
                  <a:cubicBezTo>
                    <a:pt x="394" y="769"/>
                    <a:pt x="395" y="769"/>
                    <a:pt x="396" y="770"/>
                  </a:cubicBezTo>
                  <a:cubicBezTo>
                    <a:pt x="396" y="771"/>
                    <a:pt x="396" y="772"/>
                    <a:pt x="395" y="772"/>
                  </a:cubicBezTo>
                  <a:cubicBezTo>
                    <a:pt x="397" y="774"/>
                    <a:pt x="397" y="774"/>
                    <a:pt x="397" y="774"/>
                  </a:cubicBezTo>
                  <a:cubicBezTo>
                    <a:pt x="398" y="773"/>
                    <a:pt x="401" y="773"/>
                    <a:pt x="404" y="772"/>
                  </a:cubicBezTo>
                  <a:cubicBezTo>
                    <a:pt x="405" y="771"/>
                    <a:pt x="408" y="769"/>
                    <a:pt x="410" y="769"/>
                  </a:cubicBezTo>
                  <a:cubicBezTo>
                    <a:pt x="411" y="770"/>
                    <a:pt x="411" y="772"/>
                    <a:pt x="411" y="772"/>
                  </a:cubicBezTo>
                  <a:cubicBezTo>
                    <a:pt x="412" y="772"/>
                    <a:pt x="412" y="771"/>
                    <a:pt x="412" y="771"/>
                  </a:cubicBezTo>
                  <a:cubicBezTo>
                    <a:pt x="413" y="772"/>
                    <a:pt x="414" y="773"/>
                    <a:pt x="414" y="774"/>
                  </a:cubicBezTo>
                  <a:cubicBezTo>
                    <a:pt x="415" y="774"/>
                    <a:pt x="416" y="774"/>
                    <a:pt x="416" y="775"/>
                  </a:cubicBezTo>
                  <a:cubicBezTo>
                    <a:pt x="416" y="775"/>
                    <a:pt x="415" y="776"/>
                    <a:pt x="414" y="776"/>
                  </a:cubicBezTo>
                  <a:cubicBezTo>
                    <a:pt x="413" y="777"/>
                    <a:pt x="412" y="778"/>
                    <a:pt x="411" y="776"/>
                  </a:cubicBezTo>
                  <a:cubicBezTo>
                    <a:pt x="411" y="775"/>
                    <a:pt x="410" y="776"/>
                    <a:pt x="410" y="777"/>
                  </a:cubicBezTo>
                  <a:cubicBezTo>
                    <a:pt x="411" y="778"/>
                    <a:pt x="412" y="778"/>
                    <a:pt x="412" y="779"/>
                  </a:cubicBezTo>
                  <a:cubicBezTo>
                    <a:pt x="412" y="780"/>
                    <a:pt x="411" y="780"/>
                    <a:pt x="409" y="781"/>
                  </a:cubicBezTo>
                  <a:cubicBezTo>
                    <a:pt x="411" y="782"/>
                    <a:pt x="412" y="783"/>
                    <a:pt x="412" y="784"/>
                  </a:cubicBezTo>
                  <a:cubicBezTo>
                    <a:pt x="412" y="784"/>
                    <a:pt x="411" y="786"/>
                    <a:pt x="410" y="787"/>
                  </a:cubicBezTo>
                  <a:cubicBezTo>
                    <a:pt x="416" y="793"/>
                    <a:pt x="416" y="793"/>
                    <a:pt x="416" y="793"/>
                  </a:cubicBezTo>
                  <a:cubicBezTo>
                    <a:pt x="435" y="774"/>
                    <a:pt x="435" y="774"/>
                    <a:pt x="435" y="774"/>
                  </a:cubicBezTo>
                  <a:cubicBezTo>
                    <a:pt x="435" y="773"/>
                    <a:pt x="435" y="773"/>
                    <a:pt x="436" y="773"/>
                  </a:cubicBezTo>
                  <a:cubicBezTo>
                    <a:pt x="454" y="755"/>
                    <a:pt x="454" y="755"/>
                    <a:pt x="454" y="755"/>
                  </a:cubicBezTo>
                  <a:cubicBezTo>
                    <a:pt x="454" y="755"/>
                    <a:pt x="454" y="755"/>
                    <a:pt x="454" y="754"/>
                  </a:cubicBezTo>
                  <a:cubicBezTo>
                    <a:pt x="453" y="754"/>
                    <a:pt x="454" y="754"/>
                    <a:pt x="455" y="754"/>
                  </a:cubicBezTo>
                  <a:cubicBezTo>
                    <a:pt x="494" y="715"/>
                    <a:pt x="494" y="715"/>
                    <a:pt x="494" y="715"/>
                  </a:cubicBezTo>
                  <a:cubicBezTo>
                    <a:pt x="494" y="715"/>
                    <a:pt x="493" y="715"/>
                    <a:pt x="493" y="715"/>
                  </a:cubicBezTo>
                  <a:cubicBezTo>
                    <a:pt x="493" y="715"/>
                    <a:pt x="494" y="715"/>
                    <a:pt x="494" y="715"/>
                  </a:cubicBezTo>
                  <a:cubicBezTo>
                    <a:pt x="805" y="403"/>
                    <a:pt x="805" y="403"/>
                    <a:pt x="805" y="403"/>
                  </a:cubicBezTo>
                  <a:cubicBezTo>
                    <a:pt x="804" y="403"/>
                    <a:pt x="806" y="402"/>
                    <a:pt x="806" y="403"/>
                  </a:cubicBezTo>
                  <a:cubicBezTo>
                    <a:pt x="809" y="400"/>
                    <a:pt x="809" y="400"/>
                    <a:pt x="809" y="400"/>
                  </a:cubicBezTo>
                  <a:cubicBezTo>
                    <a:pt x="808" y="398"/>
                    <a:pt x="807" y="397"/>
                    <a:pt x="806" y="396"/>
                  </a:cubicBezTo>
                  <a:cubicBezTo>
                    <a:pt x="806" y="394"/>
                    <a:pt x="806" y="392"/>
                    <a:pt x="808" y="391"/>
                  </a:cubicBezTo>
                  <a:cubicBezTo>
                    <a:pt x="810" y="389"/>
                    <a:pt x="812" y="393"/>
                    <a:pt x="813" y="396"/>
                  </a:cubicBezTo>
                  <a:cubicBezTo>
                    <a:pt x="824" y="384"/>
                    <a:pt x="824" y="384"/>
                    <a:pt x="824" y="384"/>
                  </a:cubicBezTo>
                  <a:cubicBezTo>
                    <a:pt x="824" y="380"/>
                    <a:pt x="819" y="373"/>
                    <a:pt x="822" y="371"/>
                  </a:cubicBezTo>
                  <a:cubicBezTo>
                    <a:pt x="823" y="370"/>
                    <a:pt x="825" y="379"/>
                    <a:pt x="825" y="383"/>
                  </a:cubicBezTo>
                  <a:cubicBezTo>
                    <a:pt x="832" y="377"/>
                    <a:pt x="832" y="377"/>
                    <a:pt x="832" y="377"/>
                  </a:cubicBezTo>
                  <a:cubicBezTo>
                    <a:pt x="801" y="346"/>
                    <a:pt x="801" y="346"/>
                    <a:pt x="801" y="346"/>
                  </a:cubicBezTo>
                  <a:cubicBezTo>
                    <a:pt x="801" y="347"/>
                    <a:pt x="801" y="348"/>
                    <a:pt x="800" y="348"/>
                  </a:cubicBezTo>
                  <a:cubicBezTo>
                    <a:pt x="799" y="349"/>
                    <a:pt x="799" y="346"/>
                    <a:pt x="800" y="345"/>
                  </a:cubicBezTo>
                  <a:cubicBezTo>
                    <a:pt x="787" y="332"/>
                    <a:pt x="787" y="332"/>
                    <a:pt x="787" y="332"/>
                  </a:cubicBezTo>
                  <a:cubicBezTo>
                    <a:pt x="787" y="334"/>
                    <a:pt x="785" y="338"/>
                    <a:pt x="787" y="340"/>
                  </a:cubicBezTo>
                  <a:cubicBezTo>
                    <a:pt x="788" y="341"/>
                    <a:pt x="789" y="341"/>
                    <a:pt x="788" y="342"/>
                  </a:cubicBezTo>
                  <a:cubicBezTo>
                    <a:pt x="786" y="339"/>
                    <a:pt x="785" y="349"/>
                    <a:pt x="783" y="344"/>
                  </a:cubicBezTo>
                  <a:cubicBezTo>
                    <a:pt x="781" y="343"/>
                    <a:pt x="779" y="341"/>
                    <a:pt x="780" y="338"/>
                  </a:cubicBezTo>
                  <a:cubicBezTo>
                    <a:pt x="780" y="337"/>
                    <a:pt x="782" y="336"/>
                    <a:pt x="783" y="335"/>
                  </a:cubicBezTo>
                  <a:cubicBezTo>
                    <a:pt x="783" y="334"/>
                    <a:pt x="780" y="332"/>
                    <a:pt x="782" y="330"/>
                  </a:cubicBezTo>
                  <a:cubicBezTo>
                    <a:pt x="783" y="329"/>
                    <a:pt x="783" y="329"/>
                    <a:pt x="784" y="329"/>
                  </a:cubicBezTo>
                  <a:cubicBezTo>
                    <a:pt x="751" y="296"/>
                    <a:pt x="751" y="296"/>
                    <a:pt x="751" y="296"/>
                  </a:cubicBezTo>
                  <a:cubicBezTo>
                    <a:pt x="751" y="297"/>
                    <a:pt x="751" y="297"/>
                    <a:pt x="751" y="298"/>
                  </a:cubicBezTo>
                  <a:cubicBezTo>
                    <a:pt x="750" y="297"/>
                    <a:pt x="750" y="296"/>
                    <a:pt x="751" y="296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46" y="292"/>
                    <a:pt x="746" y="293"/>
                    <a:pt x="746" y="293"/>
                  </a:cubicBezTo>
                  <a:cubicBezTo>
                    <a:pt x="745" y="292"/>
                    <a:pt x="746" y="292"/>
                    <a:pt x="746" y="291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33" y="278"/>
                    <a:pt x="733" y="278"/>
                    <a:pt x="733" y="278"/>
                  </a:cubicBezTo>
                  <a:cubicBezTo>
                    <a:pt x="732" y="278"/>
                    <a:pt x="731" y="278"/>
                    <a:pt x="730" y="276"/>
                  </a:cubicBezTo>
                  <a:cubicBezTo>
                    <a:pt x="728" y="274"/>
                    <a:pt x="730" y="279"/>
                    <a:pt x="730" y="279"/>
                  </a:cubicBezTo>
                  <a:cubicBezTo>
                    <a:pt x="731" y="279"/>
                    <a:pt x="731" y="279"/>
                    <a:pt x="731" y="280"/>
                  </a:cubicBezTo>
                  <a:cubicBezTo>
                    <a:pt x="732" y="280"/>
                    <a:pt x="732" y="280"/>
                    <a:pt x="732" y="281"/>
                  </a:cubicBezTo>
                  <a:cubicBezTo>
                    <a:pt x="732" y="282"/>
                    <a:pt x="733" y="285"/>
                    <a:pt x="732" y="286"/>
                  </a:cubicBezTo>
                  <a:cubicBezTo>
                    <a:pt x="732" y="284"/>
                    <a:pt x="731" y="283"/>
                    <a:pt x="731" y="282"/>
                  </a:cubicBezTo>
                  <a:cubicBezTo>
                    <a:pt x="730" y="282"/>
                    <a:pt x="730" y="282"/>
                    <a:pt x="730" y="282"/>
                  </a:cubicBezTo>
                  <a:cubicBezTo>
                    <a:pt x="729" y="282"/>
                    <a:pt x="730" y="281"/>
                    <a:pt x="730" y="281"/>
                  </a:cubicBezTo>
                  <a:cubicBezTo>
                    <a:pt x="730" y="280"/>
                    <a:pt x="730" y="280"/>
                    <a:pt x="730" y="279"/>
                  </a:cubicBezTo>
                  <a:cubicBezTo>
                    <a:pt x="729" y="281"/>
                    <a:pt x="730" y="282"/>
                    <a:pt x="728" y="283"/>
                  </a:cubicBezTo>
                  <a:cubicBezTo>
                    <a:pt x="729" y="282"/>
                    <a:pt x="728" y="280"/>
                    <a:pt x="727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79"/>
                    <a:pt x="726" y="279"/>
                  </a:cubicBezTo>
                  <a:cubicBezTo>
                    <a:pt x="726" y="279"/>
                    <a:pt x="725" y="279"/>
                    <a:pt x="726" y="281"/>
                  </a:cubicBezTo>
                  <a:cubicBezTo>
                    <a:pt x="726" y="281"/>
                    <a:pt x="726" y="281"/>
                    <a:pt x="726" y="281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81"/>
                    <a:pt x="727" y="281"/>
                  </a:cubicBezTo>
                  <a:cubicBezTo>
                    <a:pt x="727" y="281"/>
                    <a:pt x="727" y="282"/>
                    <a:pt x="727" y="282"/>
                  </a:cubicBezTo>
                  <a:cubicBezTo>
                    <a:pt x="727" y="282"/>
                    <a:pt x="727" y="282"/>
                    <a:pt x="726" y="282"/>
                  </a:cubicBezTo>
                  <a:cubicBezTo>
                    <a:pt x="726" y="283"/>
                    <a:pt x="726" y="284"/>
                    <a:pt x="726" y="284"/>
                  </a:cubicBezTo>
                  <a:cubicBezTo>
                    <a:pt x="726" y="284"/>
                    <a:pt x="727" y="284"/>
                    <a:pt x="728" y="284"/>
                  </a:cubicBezTo>
                  <a:cubicBezTo>
                    <a:pt x="729" y="283"/>
                    <a:pt x="729" y="282"/>
                    <a:pt x="730" y="283"/>
                  </a:cubicBezTo>
                  <a:cubicBezTo>
                    <a:pt x="730" y="283"/>
                    <a:pt x="730" y="283"/>
                    <a:pt x="730" y="284"/>
                  </a:cubicBezTo>
                  <a:cubicBezTo>
                    <a:pt x="730" y="284"/>
                    <a:pt x="730" y="284"/>
                    <a:pt x="730" y="284"/>
                  </a:cubicBezTo>
                  <a:cubicBezTo>
                    <a:pt x="731" y="284"/>
                    <a:pt x="731" y="287"/>
                    <a:pt x="731" y="288"/>
                  </a:cubicBezTo>
                  <a:cubicBezTo>
                    <a:pt x="732" y="287"/>
                    <a:pt x="734" y="288"/>
                    <a:pt x="735" y="291"/>
                  </a:cubicBezTo>
                  <a:cubicBezTo>
                    <a:pt x="735" y="291"/>
                    <a:pt x="735" y="291"/>
                    <a:pt x="735" y="291"/>
                  </a:cubicBezTo>
                  <a:cubicBezTo>
                    <a:pt x="735" y="290"/>
                    <a:pt x="736" y="285"/>
                    <a:pt x="735" y="284"/>
                  </a:cubicBezTo>
                  <a:cubicBezTo>
                    <a:pt x="735" y="284"/>
                    <a:pt x="732" y="279"/>
                    <a:pt x="736" y="281"/>
                  </a:cubicBezTo>
                  <a:cubicBezTo>
                    <a:pt x="737" y="282"/>
                    <a:pt x="735" y="287"/>
                    <a:pt x="736" y="291"/>
                  </a:cubicBezTo>
                  <a:cubicBezTo>
                    <a:pt x="736" y="291"/>
                    <a:pt x="737" y="291"/>
                    <a:pt x="737" y="291"/>
                  </a:cubicBezTo>
                  <a:cubicBezTo>
                    <a:pt x="737" y="293"/>
                    <a:pt x="737" y="293"/>
                    <a:pt x="737" y="293"/>
                  </a:cubicBezTo>
                  <a:cubicBezTo>
                    <a:pt x="737" y="294"/>
                    <a:pt x="737" y="295"/>
                    <a:pt x="736" y="295"/>
                  </a:cubicBezTo>
                  <a:cubicBezTo>
                    <a:pt x="737" y="296"/>
                    <a:pt x="738" y="295"/>
                    <a:pt x="739" y="295"/>
                  </a:cubicBezTo>
                  <a:cubicBezTo>
                    <a:pt x="739" y="295"/>
                    <a:pt x="741" y="297"/>
                    <a:pt x="741" y="297"/>
                  </a:cubicBezTo>
                  <a:cubicBezTo>
                    <a:pt x="741" y="300"/>
                    <a:pt x="738" y="300"/>
                    <a:pt x="736" y="298"/>
                  </a:cubicBezTo>
                  <a:cubicBezTo>
                    <a:pt x="738" y="300"/>
                    <a:pt x="735" y="299"/>
                    <a:pt x="735" y="300"/>
                  </a:cubicBezTo>
                  <a:cubicBezTo>
                    <a:pt x="735" y="299"/>
                    <a:pt x="735" y="305"/>
                    <a:pt x="733" y="305"/>
                  </a:cubicBezTo>
                  <a:cubicBezTo>
                    <a:pt x="733" y="305"/>
                    <a:pt x="734" y="301"/>
                    <a:pt x="733" y="300"/>
                  </a:cubicBezTo>
                  <a:cubicBezTo>
                    <a:pt x="733" y="300"/>
                    <a:pt x="733" y="300"/>
                    <a:pt x="733" y="300"/>
                  </a:cubicBezTo>
                  <a:cubicBezTo>
                    <a:pt x="733" y="301"/>
                    <a:pt x="732" y="301"/>
                    <a:pt x="732" y="301"/>
                  </a:cubicBezTo>
                  <a:cubicBezTo>
                    <a:pt x="731" y="301"/>
                    <a:pt x="731" y="300"/>
                    <a:pt x="731" y="299"/>
                  </a:cubicBezTo>
                  <a:cubicBezTo>
                    <a:pt x="731" y="299"/>
                    <a:pt x="731" y="299"/>
                    <a:pt x="731" y="299"/>
                  </a:cubicBezTo>
                  <a:cubicBezTo>
                    <a:pt x="731" y="299"/>
                    <a:pt x="731" y="298"/>
                    <a:pt x="732" y="298"/>
                  </a:cubicBezTo>
                  <a:cubicBezTo>
                    <a:pt x="734" y="297"/>
                    <a:pt x="732" y="297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29" y="295"/>
                    <a:pt x="729" y="295"/>
                    <a:pt x="729" y="294"/>
                  </a:cubicBezTo>
                  <a:cubicBezTo>
                    <a:pt x="728" y="294"/>
                    <a:pt x="728" y="295"/>
                    <a:pt x="727" y="295"/>
                  </a:cubicBezTo>
                  <a:cubicBezTo>
                    <a:pt x="725" y="295"/>
                    <a:pt x="726" y="293"/>
                    <a:pt x="725" y="293"/>
                  </a:cubicBezTo>
                  <a:cubicBezTo>
                    <a:pt x="725" y="293"/>
                    <a:pt x="725" y="293"/>
                    <a:pt x="725" y="293"/>
                  </a:cubicBezTo>
                  <a:cubicBezTo>
                    <a:pt x="723" y="297"/>
                    <a:pt x="721" y="302"/>
                    <a:pt x="725" y="300"/>
                  </a:cubicBezTo>
                  <a:cubicBezTo>
                    <a:pt x="723" y="303"/>
                    <a:pt x="726" y="304"/>
                    <a:pt x="728" y="305"/>
                  </a:cubicBezTo>
                  <a:cubicBezTo>
                    <a:pt x="729" y="306"/>
                    <a:pt x="727" y="304"/>
                    <a:pt x="726" y="305"/>
                  </a:cubicBezTo>
                  <a:cubicBezTo>
                    <a:pt x="725" y="306"/>
                    <a:pt x="728" y="308"/>
                    <a:pt x="728" y="310"/>
                  </a:cubicBezTo>
                  <a:cubicBezTo>
                    <a:pt x="728" y="311"/>
                    <a:pt x="727" y="313"/>
                    <a:pt x="727" y="313"/>
                  </a:cubicBezTo>
                  <a:cubicBezTo>
                    <a:pt x="727" y="315"/>
                    <a:pt x="729" y="314"/>
                    <a:pt x="727" y="315"/>
                  </a:cubicBezTo>
                  <a:cubicBezTo>
                    <a:pt x="724" y="316"/>
                    <a:pt x="725" y="320"/>
                    <a:pt x="724" y="321"/>
                  </a:cubicBezTo>
                  <a:cubicBezTo>
                    <a:pt x="723" y="322"/>
                    <a:pt x="720" y="322"/>
                    <a:pt x="720" y="324"/>
                  </a:cubicBezTo>
                  <a:cubicBezTo>
                    <a:pt x="723" y="320"/>
                    <a:pt x="727" y="325"/>
                    <a:pt x="725" y="326"/>
                  </a:cubicBezTo>
                  <a:cubicBezTo>
                    <a:pt x="725" y="326"/>
                    <a:pt x="727" y="329"/>
                    <a:pt x="724" y="330"/>
                  </a:cubicBezTo>
                  <a:cubicBezTo>
                    <a:pt x="722" y="330"/>
                    <a:pt x="723" y="330"/>
                    <a:pt x="721" y="332"/>
                  </a:cubicBezTo>
                  <a:cubicBezTo>
                    <a:pt x="720" y="334"/>
                    <a:pt x="720" y="325"/>
                    <a:pt x="719" y="324"/>
                  </a:cubicBezTo>
                  <a:cubicBezTo>
                    <a:pt x="718" y="323"/>
                    <a:pt x="718" y="326"/>
                    <a:pt x="717" y="323"/>
                  </a:cubicBezTo>
                  <a:cubicBezTo>
                    <a:pt x="715" y="317"/>
                    <a:pt x="709" y="307"/>
                    <a:pt x="717" y="303"/>
                  </a:cubicBezTo>
                  <a:cubicBezTo>
                    <a:pt x="718" y="302"/>
                    <a:pt x="720" y="302"/>
                    <a:pt x="721" y="301"/>
                  </a:cubicBezTo>
                  <a:cubicBezTo>
                    <a:pt x="722" y="299"/>
                    <a:pt x="723" y="297"/>
                    <a:pt x="723" y="294"/>
                  </a:cubicBezTo>
                  <a:cubicBezTo>
                    <a:pt x="723" y="294"/>
                    <a:pt x="723" y="294"/>
                    <a:pt x="723" y="294"/>
                  </a:cubicBezTo>
                  <a:cubicBezTo>
                    <a:pt x="722" y="294"/>
                    <a:pt x="723" y="292"/>
                    <a:pt x="722" y="292"/>
                  </a:cubicBezTo>
                  <a:cubicBezTo>
                    <a:pt x="722" y="292"/>
                    <a:pt x="721" y="292"/>
                    <a:pt x="720" y="292"/>
                  </a:cubicBezTo>
                  <a:cubicBezTo>
                    <a:pt x="720" y="293"/>
                    <a:pt x="719" y="293"/>
                    <a:pt x="719" y="293"/>
                  </a:cubicBezTo>
                  <a:cubicBezTo>
                    <a:pt x="719" y="293"/>
                    <a:pt x="719" y="293"/>
                    <a:pt x="719" y="292"/>
                  </a:cubicBezTo>
                  <a:cubicBezTo>
                    <a:pt x="718" y="293"/>
                    <a:pt x="718" y="292"/>
                    <a:pt x="718" y="292"/>
                  </a:cubicBezTo>
                  <a:cubicBezTo>
                    <a:pt x="717" y="291"/>
                    <a:pt x="718" y="289"/>
                    <a:pt x="716" y="290"/>
                  </a:cubicBezTo>
                  <a:cubicBezTo>
                    <a:pt x="716" y="289"/>
                    <a:pt x="716" y="287"/>
                    <a:pt x="716" y="286"/>
                  </a:cubicBezTo>
                  <a:cubicBezTo>
                    <a:pt x="716" y="286"/>
                    <a:pt x="716" y="286"/>
                    <a:pt x="716" y="286"/>
                  </a:cubicBezTo>
                  <a:cubicBezTo>
                    <a:pt x="715" y="286"/>
                    <a:pt x="713" y="288"/>
                    <a:pt x="713" y="288"/>
                  </a:cubicBezTo>
                  <a:cubicBezTo>
                    <a:pt x="712" y="288"/>
                    <a:pt x="713" y="285"/>
                    <a:pt x="714" y="283"/>
                  </a:cubicBezTo>
                  <a:cubicBezTo>
                    <a:pt x="714" y="282"/>
                    <a:pt x="714" y="282"/>
                    <a:pt x="713" y="282"/>
                  </a:cubicBezTo>
                  <a:cubicBezTo>
                    <a:pt x="714" y="282"/>
                    <a:pt x="711" y="288"/>
                    <a:pt x="709" y="285"/>
                  </a:cubicBezTo>
                  <a:cubicBezTo>
                    <a:pt x="709" y="286"/>
                    <a:pt x="709" y="286"/>
                    <a:pt x="709" y="286"/>
                  </a:cubicBezTo>
                  <a:cubicBezTo>
                    <a:pt x="709" y="286"/>
                    <a:pt x="707" y="288"/>
                    <a:pt x="707" y="288"/>
                  </a:cubicBezTo>
                  <a:cubicBezTo>
                    <a:pt x="705" y="287"/>
                    <a:pt x="707" y="283"/>
                    <a:pt x="707" y="281"/>
                  </a:cubicBezTo>
                  <a:cubicBezTo>
                    <a:pt x="706" y="281"/>
                    <a:pt x="705" y="280"/>
                    <a:pt x="705" y="279"/>
                  </a:cubicBezTo>
                  <a:cubicBezTo>
                    <a:pt x="705" y="279"/>
                    <a:pt x="705" y="278"/>
                    <a:pt x="706" y="278"/>
                  </a:cubicBezTo>
                  <a:cubicBezTo>
                    <a:pt x="705" y="278"/>
                    <a:pt x="705" y="277"/>
                    <a:pt x="706" y="276"/>
                  </a:cubicBezTo>
                  <a:cubicBezTo>
                    <a:pt x="706" y="276"/>
                    <a:pt x="707" y="275"/>
                    <a:pt x="707" y="276"/>
                  </a:cubicBezTo>
                  <a:cubicBezTo>
                    <a:pt x="708" y="276"/>
                    <a:pt x="708" y="277"/>
                    <a:pt x="708" y="277"/>
                  </a:cubicBezTo>
                  <a:cubicBezTo>
                    <a:pt x="708" y="277"/>
                    <a:pt x="708" y="277"/>
                    <a:pt x="708" y="277"/>
                  </a:cubicBezTo>
                  <a:cubicBezTo>
                    <a:pt x="708" y="275"/>
                    <a:pt x="707" y="273"/>
                    <a:pt x="709" y="271"/>
                  </a:cubicBezTo>
                  <a:cubicBezTo>
                    <a:pt x="709" y="270"/>
                    <a:pt x="708" y="270"/>
                    <a:pt x="708" y="270"/>
                  </a:cubicBezTo>
                  <a:cubicBezTo>
                    <a:pt x="708" y="269"/>
                    <a:pt x="708" y="269"/>
                    <a:pt x="707" y="269"/>
                  </a:cubicBezTo>
                  <a:cubicBezTo>
                    <a:pt x="707" y="271"/>
                    <a:pt x="706" y="272"/>
                    <a:pt x="705" y="273"/>
                  </a:cubicBezTo>
                  <a:cubicBezTo>
                    <a:pt x="705" y="272"/>
                    <a:pt x="706" y="270"/>
                    <a:pt x="707" y="268"/>
                  </a:cubicBezTo>
                  <a:cubicBezTo>
                    <a:pt x="707" y="268"/>
                    <a:pt x="707" y="268"/>
                    <a:pt x="707" y="268"/>
                  </a:cubicBezTo>
                  <a:cubicBezTo>
                    <a:pt x="707" y="268"/>
                    <a:pt x="706" y="269"/>
                    <a:pt x="706" y="269"/>
                  </a:cubicBezTo>
                  <a:cubicBezTo>
                    <a:pt x="705" y="268"/>
                    <a:pt x="707" y="267"/>
                    <a:pt x="707" y="268"/>
                  </a:cubicBezTo>
                  <a:cubicBezTo>
                    <a:pt x="708" y="266"/>
                    <a:pt x="710" y="263"/>
                    <a:pt x="711" y="262"/>
                  </a:cubicBezTo>
                  <a:cubicBezTo>
                    <a:pt x="710" y="262"/>
                    <a:pt x="710" y="262"/>
                    <a:pt x="710" y="262"/>
                  </a:cubicBezTo>
                  <a:cubicBezTo>
                    <a:pt x="709" y="262"/>
                    <a:pt x="709" y="261"/>
                    <a:pt x="709" y="260"/>
                  </a:cubicBezTo>
                  <a:cubicBezTo>
                    <a:pt x="708" y="260"/>
                    <a:pt x="708" y="259"/>
                    <a:pt x="708" y="259"/>
                  </a:cubicBezTo>
                  <a:cubicBezTo>
                    <a:pt x="708" y="258"/>
                    <a:pt x="709" y="256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08" y="256"/>
                    <a:pt x="707" y="254"/>
                    <a:pt x="708" y="253"/>
                  </a:cubicBezTo>
                  <a:cubicBezTo>
                    <a:pt x="703" y="248"/>
                    <a:pt x="703" y="248"/>
                    <a:pt x="703" y="248"/>
                  </a:cubicBezTo>
                  <a:cubicBezTo>
                    <a:pt x="702" y="248"/>
                    <a:pt x="702" y="248"/>
                    <a:pt x="702" y="248"/>
                  </a:cubicBezTo>
                  <a:cubicBezTo>
                    <a:pt x="702" y="248"/>
                    <a:pt x="702" y="248"/>
                    <a:pt x="703" y="248"/>
                  </a:cubicBezTo>
                  <a:cubicBezTo>
                    <a:pt x="704" y="249"/>
                    <a:pt x="700" y="250"/>
                    <a:pt x="701" y="249"/>
                  </a:cubicBezTo>
                  <a:cubicBezTo>
                    <a:pt x="700" y="249"/>
                    <a:pt x="700" y="249"/>
                    <a:pt x="700" y="249"/>
                  </a:cubicBezTo>
                  <a:cubicBezTo>
                    <a:pt x="699" y="249"/>
                    <a:pt x="699" y="249"/>
                    <a:pt x="699" y="248"/>
                  </a:cubicBezTo>
                  <a:cubicBezTo>
                    <a:pt x="699" y="248"/>
                    <a:pt x="699" y="248"/>
                    <a:pt x="699" y="248"/>
                  </a:cubicBezTo>
                  <a:cubicBezTo>
                    <a:pt x="699" y="248"/>
                    <a:pt x="698" y="246"/>
                    <a:pt x="696" y="245"/>
                  </a:cubicBezTo>
                  <a:cubicBezTo>
                    <a:pt x="696" y="246"/>
                    <a:pt x="695" y="246"/>
                    <a:pt x="695" y="245"/>
                  </a:cubicBezTo>
                  <a:cubicBezTo>
                    <a:pt x="695" y="245"/>
                    <a:pt x="695" y="245"/>
                    <a:pt x="695" y="245"/>
                  </a:cubicBezTo>
                  <a:cubicBezTo>
                    <a:pt x="695" y="244"/>
                    <a:pt x="694" y="245"/>
                    <a:pt x="694" y="246"/>
                  </a:cubicBezTo>
                  <a:cubicBezTo>
                    <a:pt x="694" y="246"/>
                    <a:pt x="694" y="246"/>
                    <a:pt x="694" y="247"/>
                  </a:cubicBezTo>
                  <a:cubicBezTo>
                    <a:pt x="693" y="247"/>
                    <a:pt x="686" y="249"/>
                    <a:pt x="690" y="250"/>
                  </a:cubicBezTo>
                  <a:cubicBezTo>
                    <a:pt x="691" y="251"/>
                    <a:pt x="690" y="249"/>
                    <a:pt x="690" y="249"/>
                  </a:cubicBezTo>
                  <a:cubicBezTo>
                    <a:pt x="691" y="249"/>
                    <a:pt x="691" y="250"/>
                    <a:pt x="691" y="250"/>
                  </a:cubicBezTo>
                  <a:cubicBezTo>
                    <a:pt x="692" y="250"/>
                    <a:pt x="693" y="248"/>
                    <a:pt x="695" y="248"/>
                  </a:cubicBezTo>
                  <a:cubicBezTo>
                    <a:pt x="692" y="249"/>
                    <a:pt x="695" y="252"/>
                    <a:pt x="694" y="253"/>
                  </a:cubicBezTo>
                  <a:cubicBezTo>
                    <a:pt x="692" y="254"/>
                    <a:pt x="689" y="251"/>
                    <a:pt x="688" y="251"/>
                  </a:cubicBezTo>
                  <a:cubicBezTo>
                    <a:pt x="685" y="252"/>
                    <a:pt x="684" y="254"/>
                    <a:pt x="683" y="257"/>
                  </a:cubicBezTo>
                  <a:cubicBezTo>
                    <a:pt x="684" y="256"/>
                    <a:pt x="686" y="256"/>
                    <a:pt x="688" y="256"/>
                  </a:cubicBezTo>
                  <a:cubicBezTo>
                    <a:pt x="688" y="255"/>
                    <a:pt x="689" y="254"/>
                    <a:pt x="691" y="256"/>
                  </a:cubicBezTo>
                  <a:cubicBezTo>
                    <a:pt x="692" y="257"/>
                    <a:pt x="696" y="260"/>
                    <a:pt x="695" y="262"/>
                  </a:cubicBezTo>
                  <a:cubicBezTo>
                    <a:pt x="692" y="266"/>
                    <a:pt x="687" y="271"/>
                    <a:pt x="687" y="277"/>
                  </a:cubicBezTo>
                  <a:cubicBezTo>
                    <a:pt x="690" y="271"/>
                    <a:pt x="692" y="278"/>
                    <a:pt x="687" y="279"/>
                  </a:cubicBezTo>
                  <a:cubicBezTo>
                    <a:pt x="688" y="277"/>
                    <a:pt x="686" y="279"/>
                    <a:pt x="685" y="278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2" y="277"/>
                    <a:pt x="685" y="272"/>
                    <a:pt x="685" y="275"/>
                  </a:cubicBezTo>
                  <a:cubicBezTo>
                    <a:pt x="685" y="275"/>
                    <a:pt x="685" y="275"/>
                    <a:pt x="685" y="275"/>
                  </a:cubicBezTo>
                  <a:cubicBezTo>
                    <a:pt x="686" y="275"/>
                    <a:pt x="686" y="274"/>
                    <a:pt x="686" y="273"/>
                  </a:cubicBezTo>
                  <a:cubicBezTo>
                    <a:pt x="686" y="270"/>
                    <a:pt x="685" y="266"/>
                    <a:pt x="684" y="263"/>
                  </a:cubicBezTo>
                  <a:cubicBezTo>
                    <a:pt x="683" y="263"/>
                    <a:pt x="682" y="263"/>
                    <a:pt x="682" y="262"/>
                  </a:cubicBezTo>
                  <a:cubicBezTo>
                    <a:pt x="682" y="262"/>
                    <a:pt x="682" y="262"/>
                    <a:pt x="682" y="261"/>
                  </a:cubicBezTo>
                  <a:cubicBezTo>
                    <a:pt x="680" y="261"/>
                    <a:pt x="679" y="261"/>
                    <a:pt x="678" y="265"/>
                  </a:cubicBezTo>
                  <a:cubicBezTo>
                    <a:pt x="676" y="258"/>
                    <a:pt x="673" y="269"/>
                    <a:pt x="674" y="271"/>
                  </a:cubicBezTo>
                  <a:cubicBezTo>
                    <a:pt x="674" y="271"/>
                    <a:pt x="676" y="271"/>
                    <a:pt x="676" y="271"/>
                  </a:cubicBezTo>
                  <a:cubicBezTo>
                    <a:pt x="677" y="272"/>
                    <a:pt x="677" y="275"/>
                    <a:pt x="677" y="276"/>
                  </a:cubicBezTo>
                  <a:cubicBezTo>
                    <a:pt x="676" y="278"/>
                    <a:pt x="673" y="285"/>
                    <a:pt x="674" y="280"/>
                  </a:cubicBezTo>
                  <a:cubicBezTo>
                    <a:pt x="674" y="278"/>
                    <a:pt x="674" y="276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3"/>
                    <a:pt x="673" y="272"/>
                    <a:pt x="673" y="270"/>
                  </a:cubicBezTo>
                  <a:cubicBezTo>
                    <a:pt x="673" y="268"/>
                    <a:pt x="674" y="266"/>
                    <a:pt x="674" y="265"/>
                  </a:cubicBezTo>
                  <a:cubicBezTo>
                    <a:pt x="674" y="265"/>
                    <a:pt x="673" y="265"/>
                    <a:pt x="672" y="265"/>
                  </a:cubicBezTo>
                  <a:cubicBezTo>
                    <a:pt x="672" y="264"/>
                    <a:pt x="672" y="264"/>
                    <a:pt x="672" y="264"/>
                  </a:cubicBezTo>
                  <a:cubicBezTo>
                    <a:pt x="672" y="263"/>
                    <a:pt x="672" y="263"/>
                    <a:pt x="672" y="263"/>
                  </a:cubicBezTo>
                  <a:cubicBezTo>
                    <a:pt x="672" y="263"/>
                    <a:pt x="671" y="262"/>
                    <a:pt x="671" y="262"/>
                  </a:cubicBezTo>
                  <a:cubicBezTo>
                    <a:pt x="669" y="263"/>
                    <a:pt x="671" y="271"/>
                    <a:pt x="671" y="274"/>
                  </a:cubicBezTo>
                  <a:cubicBezTo>
                    <a:pt x="671" y="274"/>
                    <a:pt x="672" y="273"/>
                    <a:pt x="672" y="274"/>
                  </a:cubicBezTo>
                  <a:cubicBezTo>
                    <a:pt x="673" y="274"/>
                    <a:pt x="672" y="275"/>
                    <a:pt x="671" y="275"/>
                  </a:cubicBezTo>
                  <a:cubicBezTo>
                    <a:pt x="671" y="275"/>
                    <a:pt x="671" y="275"/>
                    <a:pt x="671" y="275"/>
                  </a:cubicBezTo>
                  <a:cubicBezTo>
                    <a:pt x="671" y="275"/>
                    <a:pt x="671" y="276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80"/>
                    <a:pt x="671" y="282"/>
                    <a:pt x="671" y="283"/>
                  </a:cubicBezTo>
                  <a:cubicBezTo>
                    <a:pt x="668" y="286"/>
                    <a:pt x="671" y="269"/>
                    <a:pt x="666" y="275"/>
                  </a:cubicBezTo>
                  <a:cubicBezTo>
                    <a:pt x="666" y="275"/>
                    <a:pt x="662" y="280"/>
                    <a:pt x="662" y="281"/>
                  </a:cubicBezTo>
                  <a:cubicBezTo>
                    <a:pt x="663" y="282"/>
                    <a:pt x="664" y="280"/>
                    <a:pt x="665" y="281"/>
                  </a:cubicBezTo>
                  <a:cubicBezTo>
                    <a:pt x="667" y="281"/>
                    <a:pt x="666" y="284"/>
                    <a:pt x="665" y="285"/>
                  </a:cubicBezTo>
                  <a:cubicBezTo>
                    <a:pt x="664" y="286"/>
                    <a:pt x="663" y="284"/>
                    <a:pt x="663" y="284"/>
                  </a:cubicBezTo>
                  <a:cubicBezTo>
                    <a:pt x="661" y="285"/>
                    <a:pt x="660" y="287"/>
                    <a:pt x="660" y="289"/>
                  </a:cubicBezTo>
                  <a:cubicBezTo>
                    <a:pt x="660" y="289"/>
                    <a:pt x="660" y="289"/>
                    <a:pt x="661" y="289"/>
                  </a:cubicBezTo>
                  <a:cubicBezTo>
                    <a:pt x="661" y="289"/>
                    <a:pt x="660" y="290"/>
                    <a:pt x="660" y="290"/>
                  </a:cubicBezTo>
                  <a:cubicBezTo>
                    <a:pt x="660" y="291"/>
                    <a:pt x="660" y="293"/>
                    <a:pt x="659" y="295"/>
                  </a:cubicBezTo>
                  <a:cubicBezTo>
                    <a:pt x="657" y="298"/>
                    <a:pt x="657" y="301"/>
                    <a:pt x="656" y="301"/>
                  </a:cubicBezTo>
                  <a:cubicBezTo>
                    <a:pt x="656" y="302"/>
                    <a:pt x="654" y="300"/>
                    <a:pt x="652" y="300"/>
                  </a:cubicBezTo>
                  <a:cubicBezTo>
                    <a:pt x="650" y="301"/>
                    <a:pt x="651" y="303"/>
                    <a:pt x="649" y="300"/>
                  </a:cubicBezTo>
                  <a:cubicBezTo>
                    <a:pt x="649" y="299"/>
                    <a:pt x="649" y="301"/>
                    <a:pt x="648" y="298"/>
                  </a:cubicBezTo>
                  <a:cubicBezTo>
                    <a:pt x="648" y="297"/>
                    <a:pt x="650" y="291"/>
                    <a:pt x="654" y="292"/>
                  </a:cubicBezTo>
                  <a:cubicBezTo>
                    <a:pt x="655" y="292"/>
                    <a:pt x="656" y="295"/>
                    <a:pt x="657" y="292"/>
                  </a:cubicBezTo>
                  <a:cubicBezTo>
                    <a:pt x="657" y="291"/>
                    <a:pt x="656" y="290"/>
                    <a:pt x="656" y="288"/>
                  </a:cubicBezTo>
                  <a:cubicBezTo>
                    <a:pt x="657" y="285"/>
                    <a:pt x="661" y="281"/>
                    <a:pt x="662" y="278"/>
                  </a:cubicBezTo>
                  <a:cubicBezTo>
                    <a:pt x="662" y="276"/>
                    <a:pt x="661" y="273"/>
                    <a:pt x="662" y="269"/>
                  </a:cubicBezTo>
                  <a:cubicBezTo>
                    <a:pt x="663" y="267"/>
                    <a:pt x="668" y="263"/>
                    <a:pt x="667" y="261"/>
                  </a:cubicBezTo>
                  <a:cubicBezTo>
                    <a:pt x="667" y="261"/>
                    <a:pt x="667" y="260"/>
                    <a:pt x="666" y="260"/>
                  </a:cubicBezTo>
                  <a:cubicBezTo>
                    <a:pt x="666" y="260"/>
                    <a:pt x="665" y="260"/>
                    <a:pt x="665" y="260"/>
                  </a:cubicBezTo>
                  <a:cubicBezTo>
                    <a:pt x="665" y="260"/>
                    <a:pt x="665" y="259"/>
                    <a:pt x="665" y="259"/>
                  </a:cubicBezTo>
                  <a:cubicBezTo>
                    <a:pt x="663" y="258"/>
                    <a:pt x="659" y="257"/>
                    <a:pt x="656" y="259"/>
                  </a:cubicBezTo>
                  <a:cubicBezTo>
                    <a:pt x="656" y="259"/>
                    <a:pt x="656" y="259"/>
                    <a:pt x="656" y="259"/>
                  </a:cubicBezTo>
                  <a:cubicBezTo>
                    <a:pt x="656" y="260"/>
                    <a:pt x="656" y="261"/>
                    <a:pt x="656" y="262"/>
                  </a:cubicBezTo>
                  <a:cubicBezTo>
                    <a:pt x="655" y="266"/>
                    <a:pt x="648" y="271"/>
                    <a:pt x="644" y="269"/>
                  </a:cubicBezTo>
                  <a:cubicBezTo>
                    <a:pt x="644" y="269"/>
                    <a:pt x="644" y="269"/>
                    <a:pt x="643" y="268"/>
                  </a:cubicBezTo>
                  <a:cubicBezTo>
                    <a:pt x="643" y="269"/>
                    <a:pt x="643" y="269"/>
                    <a:pt x="643" y="269"/>
                  </a:cubicBezTo>
                  <a:cubicBezTo>
                    <a:pt x="643" y="270"/>
                    <a:pt x="643" y="269"/>
                    <a:pt x="643" y="268"/>
                  </a:cubicBezTo>
                  <a:cubicBezTo>
                    <a:pt x="643" y="268"/>
                    <a:pt x="643" y="268"/>
                    <a:pt x="643" y="268"/>
                  </a:cubicBezTo>
                  <a:cubicBezTo>
                    <a:pt x="642" y="268"/>
                    <a:pt x="641" y="269"/>
                    <a:pt x="641" y="270"/>
                  </a:cubicBezTo>
                  <a:cubicBezTo>
                    <a:pt x="639" y="269"/>
                    <a:pt x="639" y="272"/>
                    <a:pt x="638" y="272"/>
                  </a:cubicBezTo>
                  <a:cubicBezTo>
                    <a:pt x="636" y="273"/>
                    <a:pt x="634" y="271"/>
                    <a:pt x="634" y="274"/>
                  </a:cubicBezTo>
                  <a:cubicBezTo>
                    <a:pt x="633" y="269"/>
                    <a:pt x="626" y="278"/>
                    <a:pt x="626" y="280"/>
                  </a:cubicBezTo>
                  <a:cubicBezTo>
                    <a:pt x="627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4" y="278"/>
                    <a:pt x="634" y="277"/>
                    <a:pt x="635" y="278"/>
                  </a:cubicBezTo>
                  <a:cubicBezTo>
                    <a:pt x="636" y="279"/>
                    <a:pt x="634" y="279"/>
                    <a:pt x="634" y="280"/>
                  </a:cubicBezTo>
                  <a:cubicBezTo>
                    <a:pt x="634" y="281"/>
                    <a:pt x="634" y="281"/>
                    <a:pt x="634" y="281"/>
                  </a:cubicBezTo>
                  <a:cubicBezTo>
                    <a:pt x="635" y="281"/>
                    <a:pt x="635" y="281"/>
                    <a:pt x="635" y="283"/>
                  </a:cubicBezTo>
                  <a:cubicBezTo>
                    <a:pt x="635" y="283"/>
                    <a:pt x="635" y="283"/>
                    <a:pt x="635" y="283"/>
                  </a:cubicBezTo>
                  <a:cubicBezTo>
                    <a:pt x="636" y="284"/>
                    <a:pt x="636" y="284"/>
                    <a:pt x="636" y="285"/>
                  </a:cubicBezTo>
                  <a:cubicBezTo>
                    <a:pt x="636" y="285"/>
                    <a:pt x="634" y="289"/>
                    <a:pt x="633" y="289"/>
                  </a:cubicBezTo>
                  <a:cubicBezTo>
                    <a:pt x="633" y="290"/>
                    <a:pt x="631" y="295"/>
                    <a:pt x="630" y="295"/>
                  </a:cubicBezTo>
                  <a:cubicBezTo>
                    <a:pt x="628" y="294"/>
                    <a:pt x="631" y="293"/>
                    <a:pt x="630" y="292"/>
                  </a:cubicBezTo>
                  <a:cubicBezTo>
                    <a:pt x="629" y="291"/>
                    <a:pt x="627" y="292"/>
                    <a:pt x="626" y="292"/>
                  </a:cubicBezTo>
                  <a:cubicBezTo>
                    <a:pt x="625" y="292"/>
                    <a:pt x="626" y="290"/>
                    <a:pt x="625" y="290"/>
                  </a:cubicBezTo>
                  <a:cubicBezTo>
                    <a:pt x="625" y="290"/>
                    <a:pt x="622" y="291"/>
                    <a:pt x="622" y="290"/>
                  </a:cubicBezTo>
                  <a:cubicBezTo>
                    <a:pt x="621" y="288"/>
                    <a:pt x="624" y="289"/>
                    <a:pt x="624" y="287"/>
                  </a:cubicBezTo>
                  <a:cubicBezTo>
                    <a:pt x="624" y="287"/>
                    <a:pt x="623" y="286"/>
                    <a:pt x="623" y="286"/>
                  </a:cubicBezTo>
                  <a:cubicBezTo>
                    <a:pt x="622" y="285"/>
                    <a:pt x="624" y="284"/>
                    <a:pt x="624" y="282"/>
                  </a:cubicBezTo>
                  <a:cubicBezTo>
                    <a:pt x="624" y="282"/>
                    <a:pt x="624" y="281"/>
                    <a:pt x="624" y="281"/>
                  </a:cubicBezTo>
                  <a:cubicBezTo>
                    <a:pt x="625" y="278"/>
                    <a:pt x="631" y="274"/>
                    <a:pt x="629" y="270"/>
                  </a:cubicBezTo>
                  <a:cubicBezTo>
                    <a:pt x="628" y="269"/>
                    <a:pt x="627" y="269"/>
                    <a:pt x="627" y="270"/>
                  </a:cubicBezTo>
                  <a:cubicBezTo>
                    <a:pt x="627" y="267"/>
                    <a:pt x="628" y="258"/>
                    <a:pt x="633" y="256"/>
                  </a:cubicBezTo>
                  <a:cubicBezTo>
                    <a:pt x="634" y="256"/>
                    <a:pt x="636" y="256"/>
                    <a:pt x="637" y="257"/>
                  </a:cubicBezTo>
                  <a:cubicBezTo>
                    <a:pt x="638" y="257"/>
                    <a:pt x="639" y="258"/>
                    <a:pt x="640" y="258"/>
                  </a:cubicBezTo>
                  <a:cubicBezTo>
                    <a:pt x="640" y="258"/>
                    <a:pt x="640" y="259"/>
                    <a:pt x="640" y="259"/>
                  </a:cubicBezTo>
                  <a:cubicBezTo>
                    <a:pt x="640" y="259"/>
                    <a:pt x="640" y="259"/>
                    <a:pt x="640" y="259"/>
                  </a:cubicBezTo>
                  <a:cubicBezTo>
                    <a:pt x="641" y="260"/>
                    <a:pt x="641" y="260"/>
                    <a:pt x="642" y="260"/>
                  </a:cubicBezTo>
                  <a:cubicBezTo>
                    <a:pt x="643" y="259"/>
                    <a:pt x="644" y="257"/>
                    <a:pt x="645" y="256"/>
                  </a:cubicBezTo>
                  <a:cubicBezTo>
                    <a:pt x="644" y="254"/>
                    <a:pt x="643" y="256"/>
                    <a:pt x="641" y="257"/>
                  </a:cubicBezTo>
                  <a:cubicBezTo>
                    <a:pt x="642" y="256"/>
                    <a:pt x="642" y="256"/>
                    <a:pt x="642" y="255"/>
                  </a:cubicBezTo>
                  <a:cubicBezTo>
                    <a:pt x="641" y="255"/>
                    <a:pt x="640" y="255"/>
                    <a:pt x="640" y="255"/>
                  </a:cubicBezTo>
                  <a:cubicBezTo>
                    <a:pt x="639" y="254"/>
                    <a:pt x="641" y="254"/>
                    <a:pt x="641" y="253"/>
                  </a:cubicBezTo>
                  <a:cubicBezTo>
                    <a:pt x="642" y="252"/>
                    <a:pt x="640" y="253"/>
                    <a:pt x="641" y="251"/>
                  </a:cubicBezTo>
                  <a:cubicBezTo>
                    <a:pt x="642" y="249"/>
                    <a:pt x="645" y="249"/>
                    <a:pt x="646" y="248"/>
                  </a:cubicBezTo>
                  <a:cubicBezTo>
                    <a:pt x="646" y="248"/>
                    <a:pt x="646" y="248"/>
                    <a:pt x="646" y="247"/>
                  </a:cubicBezTo>
                  <a:cubicBezTo>
                    <a:pt x="645" y="247"/>
                    <a:pt x="644" y="247"/>
                    <a:pt x="644" y="247"/>
                  </a:cubicBezTo>
                  <a:cubicBezTo>
                    <a:pt x="644" y="246"/>
                    <a:pt x="645" y="245"/>
                    <a:pt x="644" y="243"/>
                  </a:cubicBezTo>
                  <a:cubicBezTo>
                    <a:pt x="643" y="243"/>
                    <a:pt x="643" y="243"/>
                    <a:pt x="643" y="243"/>
                  </a:cubicBezTo>
                  <a:cubicBezTo>
                    <a:pt x="642" y="243"/>
                    <a:pt x="641" y="239"/>
                    <a:pt x="641" y="239"/>
                  </a:cubicBezTo>
                  <a:cubicBezTo>
                    <a:pt x="642" y="237"/>
                    <a:pt x="644" y="239"/>
                    <a:pt x="646" y="237"/>
                  </a:cubicBezTo>
                  <a:cubicBezTo>
                    <a:pt x="645" y="238"/>
                    <a:pt x="648" y="235"/>
                    <a:pt x="648" y="235"/>
                  </a:cubicBezTo>
                  <a:cubicBezTo>
                    <a:pt x="648" y="234"/>
                    <a:pt x="647" y="233"/>
                    <a:pt x="647" y="232"/>
                  </a:cubicBezTo>
                  <a:cubicBezTo>
                    <a:pt x="647" y="230"/>
                    <a:pt x="649" y="230"/>
                    <a:pt x="649" y="228"/>
                  </a:cubicBezTo>
                  <a:cubicBezTo>
                    <a:pt x="648" y="226"/>
                    <a:pt x="651" y="222"/>
                    <a:pt x="653" y="222"/>
                  </a:cubicBezTo>
                  <a:cubicBezTo>
                    <a:pt x="657" y="221"/>
                    <a:pt x="656" y="229"/>
                    <a:pt x="662" y="226"/>
                  </a:cubicBezTo>
                  <a:cubicBezTo>
                    <a:pt x="663" y="232"/>
                    <a:pt x="667" y="220"/>
                    <a:pt x="668" y="220"/>
                  </a:cubicBezTo>
                  <a:cubicBezTo>
                    <a:pt x="668" y="220"/>
                    <a:pt x="668" y="220"/>
                    <a:pt x="668" y="220"/>
                  </a:cubicBezTo>
                  <a:cubicBezTo>
                    <a:pt x="668" y="220"/>
                    <a:pt x="668" y="220"/>
                    <a:pt x="669" y="220"/>
                  </a:cubicBezTo>
                  <a:cubicBezTo>
                    <a:pt x="669" y="220"/>
                    <a:pt x="669" y="220"/>
                    <a:pt x="669" y="220"/>
                  </a:cubicBezTo>
                  <a:cubicBezTo>
                    <a:pt x="670" y="222"/>
                    <a:pt x="669" y="221"/>
                    <a:pt x="668" y="221"/>
                  </a:cubicBezTo>
                  <a:cubicBezTo>
                    <a:pt x="669" y="222"/>
                    <a:pt x="665" y="229"/>
                    <a:pt x="670" y="225"/>
                  </a:cubicBezTo>
                  <a:cubicBezTo>
                    <a:pt x="671" y="224"/>
                    <a:pt x="669" y="222"/>
                    <a:pt x="670" y="221"/>
                  </a:cubicBezTo>
                  <a:cubicBezTo>
                    <a:pt x="671" y="220"/>
                    <a:pt x="674" y="221"/>
                    <a:pt x="675" y="220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3" y="211"/>
                    <a:pt x="660" y="209"/>
                    <a:pt x="661" y="208"/>
                  </a:cubicBezTo>
                  <a:cubicBezTo>
                    <a:pt x="659" y="209"/>
                    <a:pt x="658" y="209"/>
                    <a:pt x="658" y="208"/>
                  </a:cubicBezTo>
                  <a:cubicBezTo>
                    <a:pt x="657" y="209"/>
                    <a:pt x="657" y="209"/>
                    <a:pt x="657" y="209"/>
                  </a:cubicBezTo>
                  <a:cubicBezTo>
                    <a:pt x="657" y="209"/>
                    <a:pt x="657" y="208"/>
                    <a:pt x="657" y="207"/>
                  </a:cubicBezTo>
                  <a:cubicBezTo>
                    <a:pt x="656" y="206"/>
                    <a:pt x="656" y="203"/>
                    <a:pt x="656" y="202"/>
                  </a:cubicBezTo>
                  <a:cubicBezTo>
                    <a:pt x="656" y="202"/>
                    <a:pt x="656" y="202"/>
                    <a:pt x="656" y="202"/>
                  </a:cubicBezTo>
                  <a:cubicBezTo>
                    <a:pt x="655" y="202"/>
                    <a:pt x="656" y="203"/>
                    <a:pt x="655" y="203"/>
                  </a:cubicBezTo>
                  <a:cubicBezTo>
                    <a:pt x="655" y="203"/>
                    <a:pt x="654" y="202"/>
                    <a:pt x="654" y="202"/>
                  </a:cubicBezTo>
                  <a:cubicBezTo>
                    <a:pt x="654" y="205"/>
                    <a:pt x="653" y="207"/>
                    <a:pt x="652" y="208"/>
                  </a:cubicBezTo>
                  <a:cubicBezTo>
                    <a:pt x="651" y="209"/>
                    <a:pt x="649" y="207"/>
                    <a:pt x="649" y="209"/>
                  </a:cubicBezTo>
                  <a:cubicBezTo>
                    <a:pt x="649" y="210"/>
                    <a:pt x="651" y="211"/>
                    <a:pt x="652" y="212"/>
                  </a:cubicBezTo>
                  <a:cubicBezTo>
                    <a:pt x="652" y="212"/>
                    <a:pt x="652" y="214"/>
                    <a:pt x="652" y="214"/>
                  </a:cubicBezTo>
                  <a:cubicBezTo>
                    <a:pt x="653" y="214"/>
                    <a:pt x="655" y="212"/>
                    <a:pt x="656" y="212"/>
                  </a:cubicBezTo>
                  <a:cubicBezTo>
                    <a:pt x="657" y="213"/>
                    <a:pt x="655" y="215"/>
                    <a:pt x="655" y="216"/>
                  </a:cubicBezTo>
                  <a:cubicBezTo>
                    <a:pt x="654" y="213"/>
                    <a:pt x="652" y="217"/>
                    <a:pt x="651" y="218"/>
                  </a:cubicBezTo>
                  <a:cubicBezTo>
                    <a:pt x="650" y="220"/>
                    <a:pt x="647" y="220"/>
                    <a:pt x="647" y="220"/>
                  </a:cubicBezTo>
                  <a:cubicBezTo>
                    <a:pt x="646" y="221"/>
                    <a:pt x="649" y="223"/>
                    <a:pt x="646" y="224"/>
                  </a:cubicBezTo>
                  <a:cubicBezTo>
                    <a:pt x="645" y="224"/>
                    <a:pt x="646" y="223"/>
                    <a:pt x="646" y="222"/>
                  </a:cubicBezTo>
                  <a:cubicBezTo>
                    <a:pt x="645" y="222"/>
                    <a:pt x="643" y="224"/>
                    <a:pt x="642" y="223"/>
                  </a:cubicBezTo>
                  <a:cubicBezTo>
                    <a:pt x="641" y="223"/>
                    <a:pt x="642" y="221"/>
                    <a:pt x="641" y="220"/>
                  </a:cubicBezTo>
                  <a:cubicBezTo>
                    <a:pt x="641" y="219"/>
                    <a:pt x="641" y="218"/>
                    <a:pt x="641" y="217"/>
                  </a:cubicBezTo>
                  <a:cubicBezTo>
                    <a:pt x="639" y="218"/>
                    <a:pt x="634" y="218"/>
                    <a:pt x="633" y="218"/>
                  </a:cubicBezTo>
                  <a:cubicBezTo>
                    <a:pt x="632" y="217"/>
                    <a:pt x="633" y="215"/>
                    <a:pt x="630" y="216"/>
                  </a:cubicBezTo>
                  <a:cubicBezTo>
                    <a:pt x="633" y="213"/>
                    <a:pt x="628" y="213"/>
                    <a:pt x="628" y="212"/>
                  </a:cubicBezTo>
                  <a:cubicBezTo>
                    <a:pt x="628" y="211"/>
                    <a:pt x="630" y="210"/>
                    <a:pt x="630" y="210"/>
                  </a:cubicBezTo>
                  <a:cubicBezTo>
                    <a:pt x="630" y="209"/>
                    <a:pt x="629" y="209"/>
                    <a:pt x="629" y="208"/>
                  </a:cubicBezTo>
                  <a:cubicBezTo>
                    <a:pt x="629" y="208"/>
                    <a:pt x="629" y="208"/>
                    <a:pt x="629" y="207"/>
                  </a:cubicBezTo>
                  <a:cubicBezTo>
                    <a:pt x="628" y="207"/>
                    <a:pt x="627" y="205"/>
                    <a:pt x="627" y="204"/>
                  </a:cubicBezTo>
                  <a:cubicBezTo>
                    <a:pt x="627" y="204"/>
                    <a:pt x="626" y="204"/>
                    <a:pt x="626" y="204"/>
                  </a:cubicBezTo>
                  <a:cubicBezTo>
                    <a:pt x="626" y="205"/>
                    <a:pt x="627" y="205"/>
                    <a:pt x="627" y="206"/>
                  </a:cubicBezTo>
                  <a:cubicBezTo>
                    <a:pt x="627" y="207"/>
                    <a:pt x="626" y="208"/>
                    <a:pt x="626" y="208"/>
                  </a:cubicBezTo>
                  <a:cubicBezTo>
                    <a:pt x="626" y="209"/>
                    <a:pt x="625" y="210"/>
                    <a:pt x="625" y="210"/>
                  </a:cubicBezTo>
                  <a:cubicBezTo>
                    <a:pt x="625" y="210"/>
                    <a:pt x="625" y="210"/>
                    <a:pt x="625" y="211"/>
                  </a:cubicBezTo>
                  <a:cubicBezTo>
                    <a:pt x="625" y="211"/>
                    <a:pt x="625" y="211"/>
                    <a:pt x="624" y="211"/>
                  </a:cubicBezTo>
                  <a:cubicBezTo>
                    <a:pt x="623" y="212"/>
                    <a:pt x="622" y="214"/>
                    <a:pt x="621" y="216"/>
                  </a:cubicBezTo>
                  <a:cubicBezTo>
                    <a:pt x="622" y="213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9" y="214"/>
                  </a:cubicBezTo>
                  <a:cubicBezTo>
                    <a:pt x="620" y="215"/>
                    <a:pt x="620" y="220"/>
                    <a:pt x="619" y="221"/>
                  </a:cubicBezTo>
                  <a:cubicBezTo>
                    <a:pt x="619" y="221"/>
                    <a:pt x="619" y="220"/>
                    <a:pt x="618" y="220"/>
                  </a:cubicBezTo>
                  <a:cubicBezTo>
                    <a:pt x="616" y="221"/>
                    <a:pt x="615" y="224"/>
                    <a:pt x="612" y="224"/>
                  </a:cubicBezTo>
                  <a:cubicBezTo>
                    <a:pt x="612" y="222"/>
                    <a:pt x="614" y="222"/>
                    <a:pt x="615" y="221"/>
                  </a:cubicBezTo>
                  <a:cubicBezTo>
                    <a:pt x="615" y="220"/>
                    <a:pt x="613" y="221"/>
                    <a:pt x="613" y="220"/>
                  </a:cubicBezTo>
                  <a:cubicBezTo>
                    <a:pt x="612" y="219"/>
                    <a:pt x="614" y="214"/>
                    <a:pt x="617" y="214"/>
                  </a:cubicBezTo>
                  <a:cubicBezTo>
                    <a:pt x="617" y="213"/>
                    <a:pt x="617" y="212"/>
                    <a:pt x="617" y="211"/>
                  </a:cubicBezTo>
                  <a:cubicBezTo>
                    <a:pt x="617" y="211"/>
                    <a:pt x="616" y="211"/>
                    <a:pt x="616" y="211"/>
                  </a:cubicBezTo>
                  <a:cubicBezTo>
                    <a:pt x="615" y="212"/>
                    <a:pt x="612" y="214"/>
                    <a:pt x="612" y="216"/>
                  </a:cubicBezTo>
                  <a:cubicBezTo>
                    <a:pt x="611" y="217"/>
                    <a:pt x="612" y="218"/>
                    <a:pt x="612" y="218"/>
                  </a:cubicBezTo>
                  <a:cubicBezTo>
                    <a:pt x="612" y="219"/>
                    <a:pt x="610" y="220"/>
                    <a:pt x="611" y="220"/>
                  </a:cubicBezTo>
                  <a:cubicBezTo>
                    <a:pt x="611" y="222"/>
                    <a:pt x="612" y="221"/>
                    <a:pt x="612" y="222"/>
                  </a:cubicBezTo>
                  <a:cubicBezTo>
                    <a:pt x="612" y="223"/>
                    <a:pt x="610" y="224"/>
                    <a:pt x="610" y="224"/>
                  </a:cubicBezTo>
                  <a:cubicBezTo>
                    <a:pt x="609" y="223"/>
                    <a:pt x="610" y="221"/>
                    <a:pt x="609" y="220"/>
                  </a:cubicBezTo>
                  <a:cubicBezTo>
                    <a:pt x="608" y="219"/>
                    <a:pt x="607" y="220"/>
                    <a:pt x="606" y="219"/>
                  </a:cubicBezTo>
                  <a:cubicBezTo>
                    <a:pt x="604" y="218"/>
                    <a:pt x="604" y="217"/>
                    <a:pt x="601" y="219"/>
                  </a:cubicBezTo>
                  <a:cubicBezTo>
                    <a:pt x="604" y="215"/>
                    <a:pt x="600" y="218"/>
                    <a:pt x="599" y="217"/>
                  </a:cubicBezTo>
                  <a:cubicBezTo>
                    <a:pt x="599" y="217"/>
                    <a:pt x="598" y="211"/>
                    <a:pt x="598" y="210"/>
                  </a:cubicBezTo>
                  <a:cubicBezTo>
                    <a:pt x="598" y="209"/>
                    <a:pt x="599" y="206"/>
                    <a:pt x="599" y="204"/>
                  </a:cubicBezTo>
                  <a:cubicBezTo>
                    <a:pt x="599" y="205"/>
                    <a:pt x="599" y="205"/>
                    <a:pt x="598" y="206"/>
                  </a:cubicBezTo>
                  <a:cubicBezTo>
                    <a:pt x="598" y="205"/>
                    <a:pt x="598" y="204"/>
                    <a:pt x="599" y="203"/>
                  </a:cubicBezTo>
                  <a:cubicBezTo>
                    <a:pt x="599" y="203"/>
                    <a:pt x="599" y="203"/>
                    <a:pt x="599" y="203"/>
                  </a:cubicBezTo>
                  <a:cubicBezTo>
                    <a:pt x="598" y="203"/>
                    <a:pt x="598" y="204"/>
                    <a:pt x="598" y="204"/>
                  </a:cubicBezTo>
                  <a:cubicBezTo>
                    <a:pt x="598" y="204"/>
                    <a:pt x="598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5" y="206"/>
                    <a:pt x="589" y="207"/>
                    <a:pt x="586" y="207"/>
                  </a:cubicBezTo>
                  <a:cubicBezTo>
                    <a:pt x="586" y="208"/>
                    <a:pt x="586" y="209"/>
                    <a:pt x="585" y="209"/>
                  </a:cubicBezTo>
                  <a:cubicBezTo>
                    <a:pt x="584" y="210"/>
                    <a:pt x="584" y="208"/>
                    <a:pt x="584" y="208"/>
                  </a:cubicBezTo>
                  <a:cubicBezTo>
                    <a:pt x="583" y="207"/>
                    <a:pt x="583" y="207"/>
                    <a:pt x="583" y="207"/>
                  </a:cubicBezTo>
                  <a:cubicBezTo>
                    <a:pt x="583" y="206"/>
                    <a:pt x="584" y="205"/>
                    <a:pt x="585" y="205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3"/>
                    <a:pt x="584" y="202"/>
                    <a:pt x="585" y="201"/>
                  </a:cubicBezTo>
                  <a:cubicBezTo>
                    <a:pt x="585" y="200"/>
                    <a:pt x="585" y="199"/>
                    <a:pt x="585" y="198"/>
                  </a:cubicBezTo>
                  <a:cubicBezTo>
                    <a:pt x="586" y="197"/>
                    <a:pt x="587" y="197"/>
                    <a:pt x="588" y="197"/>
                  </a:cubicBezTo>
                  <a:cubicBezTo>
                    <a:pt x="587" y="197"/>
                    <a:pt x="587" y="197"/>
                    <a:pt x="585" y="198"/>
                  </a:cubicBezTo>
                  <a:cubicBezTo>
                    <a:pt x="584" y="198"/>
                    <a:pt x="583" y="201"/>
                    <a:pt x="583" y="201"/>
                  </a:cubicBezTo>
                  <a:cubicBezTo>
                    <a:pt x="582" y="202"/>
                    <a:pt x="582" y="202"/>
                    <a:pt x="583" y="202"/>
                  </a:cubicBezTo>
                  <a:cubicBezTo>
                    <a:pt x="579" y="203"/>
                    <a:pt x="579" y="195"/>
                    <a:pt x="582" y="196"/>
                  </a:cubicBezTo>
                  <a:cubicBezTo>
                    <a:pt x="581" y="196"/>
                    <a:pt x="583" y="198"/>
                    <a:pt x="582" y="198"/>
                  </a:cubicBezTo>
                  <a:cubicBezTo>
                    <a:pt x="583" y="198"/>
                    <a:pt x="587" y="194"/>
                    <a:pt x="588" y="192"/>
                  </a:cubicBezTo>
                  <a:cubicBezTo>
                    <a:pt x="589" y="192"/>
                    <a:pt x="589" y="192"/>
                    <a:pt x="590" y="191"/>
                  </a:cubicBezTo>
                  <a:cubicBezTo>
                    <a:pt x="589" y="190"/>
                    <a:pt x="588" y="189"/>
                    <a:pt x="588" y="188"/>
                  </a:cubicBezTo>
                  <a:cubicBezTo>
                    <a:pt x="588" y="188"/>
                    <a:pt x="589" y="187"/>
                    <a:pt x="589" y="187"/>
                  </a:cubicBezTo>
                  <a:cubicBezTo>
                    <a:pt x="589" y="186"/>
                    <a:pt x="590" y="183"/>
                    <a:pt x="590" y="183"/>
                  </a:cubicBezTo>
                  <a:cubicBezTo>
                    <a:pt x="590" y="182"/>
                    <a:pt x="588" y="183"/>
                    <a:pt x="589" y="184"/>
                  </a:cubicBezTo>
                  <a:cubicBezTo>
                    <a:pt x="589" y="184"/>
                    <a:pt x="587" y="182"/>
                    <a:pt x="588" y="181"/>
                  </a:cubicBezTo>
                  <a:cubicBezTo>
                    <a:pt x="588" y="180"/>
                    <a:pt x="588" y="180"/>
                    <a:pt x="588" y="180"/>
                  </a:cubicBezTo>
                  <a:cubicBezTo>
                    <a:pt x="588" y="180"/>
                    <a:pt x="587" y="180"/>
                    <a:pt x="587" y="180"/>
                  </a:cubicBezTo>
                  <a:cubicBezTo>
                    <a:pt x="587" y="180"/>
                    <a:pt x="586" y="181"/>
                    <a:pt x="586" y="182"/>
                  </a:cubicBezTo>
                  <a:cubicBezTo>
                    <a:pt x="586" y="182"/>
                    <a:pt x="587" y="182"/>
                    <a:pt x="587" y="182"/>
                  </a:cubicBezTo>
                  <a:cubicBezTo>
                    <a:pt x="588" y="183"/>
                    <a:pt x="587" y="183"/>
                    <a:pt x="587" y="183"/>
                  </a:cubicBezTo>
                  <a:cubicBezTo>
                    <a:pt x="587" y="184"/>
                    <a:pt x="587" y="185"/>
                    <a:pt x="586" y="184"/>
                  </a:cubicBezTo>
                  <a:cubicBezTo>
                    <a:pt x="585" y="184"/>
                    <a:pt x="586" y="184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5" y="184"/>
                    <a:pt x="583" y="184"/>
                    <a:pt x="582" y="182"/>
                  </a:cubicBezTo>
                  <a:cubicBezTo>
                    <a:pt x="581" y="181"/>
                    <a:pt x="582" y="180"/>
                    <a:pt x="582" y="179"/>
                  </a:cubicBezTo>
                  <a:cubicBezTo>
                    <a:pt x="582" y="179"/>
                    <a:pt x="582" y="179"/>
                    <a:pt x="582" y="179"/>
                  </a:cubicBezTo>
                  <a:cubicBezTo>
                    <a:pt x="580" y="180"/>
                    <a:pt x="582" y="179"/>
                    <a:pt x="581" y="178"/>
                  </a:cubicBezTo>
                  <a:cubicBezTo>
                    <a:pt x="581" y="178"/>
                    <a:pt x="580" y="178"/>
                    <a:pt x="580" y="179"/>
                  </a:cubicBezTo>
                  <a:cubicBezTo>
                    <a:pt x="580" y="179"/>
                    <a:pt x="580" y="179"/>
                    <a:pt x="580" y="179"/>
                  </a:cubicBezTo>
                  <a:cubicBezTo>
                    <a:pt x="579" y="179"/>
                    <a:pt x="579" y="179"/>
                    <a:pt x="578" y="179"/>
                  </a:cubicBezTo>
                  <a:cubicBezTo>
                    <a:pt x="575" y="179"/>
                    <a:pt x="578" y="174"/>
                    <a:pt x="576" y="173"/>
                  </a:cubicBezTo>
                  <a:cubicBezTo>
                    <a:pt x="575" y="173"/>
                    <a:pt x="574" y="173"/>
                    <a:pt x="574" y="174"/>
                  </a:cubicBezTo>
                  <a:cubicBezTo>
                    <a:pt x="573" y="174"/>
                    <a:pt x="573" y="175"/>
                    <a:pt x="572" y="177"/>
                  </a:cubicBezTo>
                  <a:cubicBezTo>
                    <a:pt x="574" y="177"/>
                    <a:pt x="575" y="178"/>
                    <a:pt x="574" y="180"/>
                  </a:cubicBezTo>
                  <a:cubicBezTo>
                    <a:pt x="574" y="184"/>
                    <a:pt x="568" y="184"/>
                    <a:pt x="566" y="181"/>
                  </a:cubicBezTo>
                  <a:cubicBezTo>
                    <a:pt x="566" y="181"/>
                    <a:pt x="565" y="182"/>
                    <a:pt x="565" y="183"/>
                  </a:cubicBezTo>
                  <a:cubicBezTo>
                    <a:pt x="565" y="182"/>
                    <a:pt x="565" y="182"/>
                    <a:pt x="565" y="181"/>
                  </a:cubicBezTo>
                  <a:cubicBezTo>
                    <a:pt x="563" y="183"/>
                    <a:pt x="561" y="184"/>
                    <a:pt x="559" y="184"/>
                  </a:cubicBezTo>
                  <a:cubicBezTo>
                    <a:pt x="558" y="185"/>
                    <a:pt x="556" y="185"/>
                    <a:pt x="556" y="185"/>
                  </a:cubicBezTo>
                  <a:cubicBezTo>
                    <a:pt x="555" y="184"/>
                    <a:pt x="557" y="184"/>
                    <a:pt x="558" y="183"/>
                  </a:cubicBezTo>
                  <a:cubicBezTo>
                    <a:pt x="558" y="183"/>
                    <a:pt x="557" y="183"/>
                    <a:pt x="557" y="183"/>
                  </a:cubicBezTo>
                  <a:cubicBezTo>
                    <a:pt x="557" y="182"/>
                    <a:pt x="556" y="181"/>
                    <a:pt x="556" y="180"/>
                  </a:cubicBezTo>
                  <a:cubicBezTo>
                    <a:pt x="555" y="180"/>
                    <a:pt x="553" y="179"/>
                    <a:pt x="554" y="176"/>
                  </a:cubicBezTo>
                  <a:cubicBezTo>
                    <a:pt x="555" y="175"/>
                    <a:pt x="554" y="173"/>
                    <a:pt x="554" y="172"/>
                  </a:cubicBezTo>
                  <a:cubicBezTo>
                    <a:pt x="554" y="172"/>
                    <a:pt x="555" y="171"/>
                    <a:pt x="554" y="171"/>
                  </a:cubicBezTo>
                  <a:cubicBezTo>
                    <a:pt x="553" y="172"/>
                    <a:pt x="551" y="174"/>
                    <a:pt x="550" y="176"/>
                  </a:cubicBezTo>
                  <a:cubicBezTo>
                    <a:pt x="552" y="178"/>
                    <a:pt x="555" y="180"/>
                    <a:pt x="551" y="183"/>
                  </a:cubicBezTo>
                  <a:cubicBezTo>
                    <a:pt x="550" y="183"/>
                    <a:pt x="550" y="183"/>
                    <a:pt x="549" y="183"/>
                  </a:cubicBezTo>
                  <a:cubicBezTo>
                    <a:pt x="550" y="183"/>
                    <a:pt x="550" y="188"/>
                    <a:pt x="548" y="187"/>
                  </a:cubicBezTo>
                  <a:cubicBezTo>
                    <a:pt x="547" y="186"/>
                    <a:pt x="547" y="185"/>
                    <a:pt x="548" y="184"/>
                  </a:cubicBezTo>
                  <a:cubicBezTo>
                    <a:pt x="548" y="184"/>
                    <a:pt x="548" y="184"/>
                    <a:pt x="549" y="184"/>
                  </a:cubicBezTo>
                  <a:cubicBezTo>
                    <a:pt x="547" y="184"/>
                    <a:pt x="544" y="185"/>
                    <a:pt x="543" y="186"/>
                  </a:cubicBezTo>
                  <a:cubicBezTo>
                    <a:pt x="541" y="188"/>
                    <a:pt x="543" y="189"/>
                    <a:pt x="540" y="187"/>
                  </a:cubicBezTo>
                  <a:cubicBezTo>
                    <a:pt x="540" y="187"/>
                    <a:pt x="539" y="186"/>
                    <a:pt x="538" y="187"/>
                  </a:cubicBezTo>
                  <a:cubicBezTo>
                    <a:pt x="538" y="187"/>
                    <a:pt x="535" y="192"/>
                    <a:pt x="535" y="189"/>
                  </a:cubicBezTo>
                  <a:cubicBezTo>
                    <a:pt x="535" y="188"/>
                    <a:pt x="536" y="188"/>
                    <a:pt x="536" y="188"/>
                  </a:cubicBezTo>
                  <a:cubicBezTo>
                    <a:pt x="535" y="187"/>
                    <a:pt x="531" y="188"/>
                    <a:pt x="531" y="187"/>
                  </a:cubicBezTo>
                  <a:cubicBezTo>
                    <a:pt x="530" y="186"/>
                    <a:pt x="535" y="184"/>
                    <a:pt x="532" y="182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31" y="182"/>
                    <a:pt x="531" y="181"/>
                    <a:pt x="531" y="181"/>
                  </a:cubicBezTo>
                  <a:cubicBezTo>
                    <a:pt x="532" y="179"/>
                    <a:pt x="532" y="179"/>
                    <a:pt x="531" y="178"/>
                  </a:cubicBezTo>
                  <a:cubicBezTo>
                    <a:pt x="530" y="179"/>
                    <a:pt x="528" y="180"/>
                    <a:pt x="528" y="178"/>
                  </a:cubicBezTo>
                  <a:cubicBezTo>
                    <a:pt x="528" y="178"/>
                    <a:pt x="528" y="177"/>
                    <a:pt x="529" y="177"/>
                  </a:cubicBezTo>
                  <a:cubicBezTo>
                    <a:pt x="529" y="176"/>
                    <a:pt x="530" y="176"/>
                    <a:pt x="529" y="176"/>
                  </a:cubicBezTo>
                  <a:cubicBezTo>
                    <a:pt x="529" y="175"/>
                    <a:pt x="527" y="176"/>
                    <a:pt x="527" y="175"/>
                  </a:cubicBezTo>
                  <a:cubicBezTo>
                    <a:pt x="526" y="174"/>
                    <a:pt x="528" y="172"/>
                    <a:pt x="527" y="171"/>
                  </a:cubicBezTo>
                  <a:cubicBezTo>
                    <a:pt x="526" y="169"/>
                    <a:pt x="524" y="172"/>
                    <a:pt x="521" y="172"/>
                  </a:cubicBezTo>
                  <a:cubicBezTo>
                    <a:pt x="521" y="172"/>
                    <a:pt x="519" y="170"/>
                    <a:pt x="517" y="172"/>
                  </a:cubicBezTo>
                  <a:cubicBezTo>
                    <a:pt x="516" y="173"/>
                    <a:pt x="518" y="176"/>
                    <a:pt x="515" y="177"/>
                  </a:cubicBezTo>
                  <a:cubicBezTo>
                    <a:pt x="514" y="178"/>
                    <a:pt x="509" y="180"/>
                    <a:pt x="508" y="178"/>
                  </a:cubicBezTo>
                  <a:cubicBezTo>
                    <a:pt x="508" y="177"/>
                    <a:pt x="510" y="177"/>
                    <a:pt x="510" y="177"/>
                  </a:cubicBezTo>
                  <a:cubicBezTo>
                    <a:pt x="511" y="176"/>
                    <a:pt x="509" y="174"/>
                    <a:pt x="509" y="174"/>
                  </a:cubicBezTo>
                  <a:cubicBezTo>
                    <a:pt x="510" y="172"/>
                    <a:pt x="512" y="172"/>
                    <a:pt x="512" y="171"/>
                  </a:cubicBezTo>
                  <a:cubicBezTo>
                    <a:pt x="512" y="171"/>
                    <a:pt x="511" y="171"/>
                    <a:pt x="511" y="170"/>
                  </a:cubicBezTo>
                  <a:cubicBezTo>
                    <a:pt x="511" y="170"/>
                    <a:pt x="512" y="170"/>
                    <a:pt x="512" y="170"/>
                  </a:cubicBezTo>
                  <a:cubicBezTo>
                    <a:pt x="511" y="168"/>
                    <a:pt x="511" y="167"/>
                    <a:pt x="512" y="166"/>
                  </a:cubicBezTo>
                  <a:cubicBezTo>
                    <a:pt x="512" y="166"/>
                    <a:pt x="512" y="166"/>
                    <a:pt x="512" y="165"/>
                  </a:cubicBezTo>
                  <a:cubicBezTo>
                    <a:pt x="512" y="165"/>
                    <a:pt x="512" y="165"/>
                    <a:pt x="512" y="165"/>
                  </a:cubicBezTo>
                  <a:cubicBezTo>
                    <a:pt x="511" y="165"/>
                    <a:pt x="511" y="164"/>
                    <a:pt x="513" y="163"/>
                  </a:cubicBezTo>
                  <a:cubicBezTo>
                    <a:pt x="513" y="163"/>
                    <a:pt x="513" y="162"/>
                    <a:pt x="513" y="162"/>
                  </a:cubicBezTo>
                  <a:cubicBezTo>
                    <a:pt x="513" y="162"/>
                    <a:pt x="512" y="162"/>
                    <a:pt x="512" y="162"/>
                  </a:cubicBezTo>
                  <a:cubicBezTo>
                    <a:pt x="511" y="162"/>
                    <a:pt x="510" y="162"/>
                    <a:pt x="510" y="162"/>
                  </a:cubicBezTo>
                  <a:cubicBezTo>
                    <a:pt x="509" y="162"/>
                    <a:pt x="509" y="162"/>
                    <a:pt x="509" y="161"/>
                  </a:cubicBezTo>
                  <a:cubicBezTo>
                    <a:pt x="508" y="161"/>
                    <a:pt x="509" y="160"/>
                    <a:pt x="509" y="160"/>
                  </a:cubicBezTo>
                  <a:cubicBezTo>
                    <a:pt x="509" y="159"/>
                    <a:pt x="509" y="158"/>
                    <a:pt x="509" y="158"/>
                  </a:cubicBezTo>
                  <a:cubicBezTo>
                    <a:pt x="510" y="158"/>
                    <a:pt x="513" y="158"/>
                    <a:pt x="515" y="156"/>
                  </a:cubicBezTo>
                  <a:cubicBezTo>
                    <a:pt x="514" y="158"/>
                    <a:pt x="515" y="159"/>
                    <a:pt x="516" y="157"/>
                  </a:cubicBezTo>
                  <a:cubicBezTo>
                    <a:pt x="518" y="156"/>
                    <a:pt x="516" y="156"/>
                    <a:pt x="516" y="156"/>
                  </a:cubicBezTo>
                  <a:cubicBezTo>
                    <a:pt x="516" y="156"/>
                    <a:pt x="517" y="155"/>
                    <a:pt x="516" y="154"/>
                  </a:cubicBezTo>
                  <a:cubicBezTo>
                    <a:pt x="516" y="154"/>
                    <a:pt x="516" y="154"/>
                    <a:pt x="516" y="154"/>
                  </a:cubicBezTo>
                  <a:cubicBezTo>
                    <a:pt x="514" y="155"/>
                    <a:pt x="512" y="156"/>
                    <a:pt x="510" y="155"/>
                  </a:cubicBezTo>
                  <a:cubicBezTo>
                    <a:pt x="510" y="156"/>
                    <a:pt x="510" y="156"/>
                    <a:pt x="510" y="156"/>
                  </a:cubicBezTo>
                  <a:cubicBezTo>
                    <a:pt x="510" y="156"/>
                    <a:pt x="511" y="156"/>
                    <a:pt x="511" y="156"/>
                  </a:cubicBezTo>
                  <a:cubicBezTo>
                    <a:pt x="510" y="157"/>
                    <a:pt x="510" y="156"/>
                    <a:pt x="510" y="155"/>
                  </a:cubicBezTo>
                  <a:cubicBezTo>
                    <a:pt x="509" y="155"/>
                    <a:pt x="509" y="154"/>
                    <a:pt x="509" y="154"/>
                  </a:cubicBezTo>
                  <a:cubicBezTo>
                    <a:pt x="509" y="152"/>
                    <a:pt x="511" y="150"/>
                    <a:pt x="514" y="150"/>
                  </a:cubicBezTo>
                  <a:cubicBezTo>
                    <a:pt x="514" y="149"/>
                    <a:pt x="512" y="148"/>
                    <a:pt x="513" y="147"/>
                  </a:cubicBezTo>
                  <a:cubicBezTo>
                    <a:pt x="514" y="145"/>
                    <a:pt x="517" y="144"/>
                    <a:pt x="516" y="143"/>
                  </a:cubicBezTo>
                  <a:cubicBezTo>
                    <a:pt x="517" y="143"/>
                    <a:pt x="520" y="142"/>
                    <a:pt x="521" y="143"/>
                  </a:cubicBezTo>
                  <a:cubicBezTo>
                    <a:pt x="524" y="144"/>
                    <a:pt x="523" y="145"/>
                    <a:pt x="527" y="143"/>
                  </a:cubicBezTo>
                  <a:cubicBezTo>
                    <a:pt x="527" y="143"/>
                    <a:pt x="528" y="143"/>
                    <a:pt x="529" y="143"/>
                  </a:cubicBezTo>
                  <a:cubicBezTo>
                    <a:pt x="531" y="142"/>
                    <a:pt x="530" y="142"/>
                    <a:pt x="529" y="139"/>
                  </a:cubicBezTo>
                  <a:cubicBezTo>
                    <a:pt x="532" y="141"/>
                    <a:pt x="531" y="139"/>
                    <a:pt x="529" y="138"/>
                  </a:cubicBezTo>
                  <a:cubicBezTo>
                    <a:pt x="529" y="139"/>
                    <a:pt x="529" y="139"/>
                    <a:pt x="529" y="139"/>
                  </a:cubicBezTo>
                  <a:cubicBezTo>
                    <a:pt x="529" y="139"/>
                    <a:pt x="529" y="139"/>
                    <a:pt x="529" y="138"/>
                  </a:cubicBezTo>
                  <a:cubicBezTo>
                    <a:pt x="528" y="138"/>
                    <a:pt x="528" y="138"/>
                    <a:pt x="528" y="138"/>
                  </a:cubicBezTo>
                  <a:cubicBezTo>
                    <a:pt x="528" y="138"/>
                    <a:pt x="526" y="141"/>
                    <a:pt x="526" y="139"/>
                  </a:cubicBezTo>
                  <a:cubicBezTo>
                    <a:pt x="525" y="139"/>
                    <a:pt x="528" y="135"/>
                    <a:pt x="525" y="135"/>
                  </a:cubicBezTo>
                  <a:cubicBezTo>
                    <a:pt x="531" y="133"/>
                    <a:pt x="523" y="131"/>
                    <a:pt x="520" y="130"/>
                  </a:cubicBezTo>
                  <a:cubicBezTo>
                    <a:pt x="519" y="129"/>
                    <a:pt x="518" y="127"/>
                    <a:pt x="518" y="126"/>
                  </a:cubicBezTo>
                  <a:cubicBezTo>
                    <a:pt x="517" y="126"/>
                    <a:pt x="516" y="125"/>
                    <a:pt x="517" y="124"/>
                  </a:cubicBezTo>
                  <a:cubicBezTo>
                    <a:pt x="517" y="124"/>
                    <a:pt x="517" y="124"/>
                    <a:pt x="517" y="124"/>
                  </a:cubicBezTo>
                  <a:cubicBezTo>
                    <a:pt x="516" y="123"/>
                    <a:pt x="516" y="123"/>
                    <a:pt x="515" y="123"/>
                  </a:cubicBezTo>
                  <a:cubicBezTo>
                    <a:pt x="515" y="123"/>
                    <a:pt x="514" y="123"/>
                    <a:pt x="514" y="123"/>
                  </a:cubicBezTo>
                  <a:cubicBezTo>
                    <a:pt x="514" y="123"/>
                    <a:pt x="513" y="123"/>
                    <a:pt x="513" y="124"/>
                  </a:cubicBezTo>
                  <a:cubicBezTo>
                    <a:pt x="513" y="124"/>
                    <a:pt x="511" y="125"/>
                    <a:pt x="510" y="125"/>
                  </a:cubicBezTo>
                  <a:cubicBezTo>
                    <a:pt x="509" y="126"/>
                    <a:pt x="508" y="125"/>
                    <a:pt x="508" y="124"/>
                  </a:cubicBezTo>
                  <a:cubicBezTo>
                    <a:pt x="507" y="124"/>
                    <a:pt x="506" y="125"/>
                    <a:pt x="505" y="125"/>
                  </a:cubicBezTo>
                  <a:cubicBezTo>
                    <a:pt x="504" y="124"/>
                    <a:pt x="506" y="124"/>
                    <a:pt x="507" y="123"/>
                  </a:cubicBezTo>
                  <a:cubicBezTo>
                    <a:pt x="507" y="122"/>
                    <a:pt x="507" y="122"/>
                    <a:pt x="508" y="121"/>
                  </a:cubicBezTo>
                  <a:cubicBezTo>
                    <a:pt x="506" y="121"/>
                    <a:pt x="504" y="121"/>
                    <a:pt x="504" y="121"/>
                  </a:cubicBezTo>
                  <a:cubicBezTo>
                    <a:pt x="504" y="121"/>
                    <a:pt x="504" y="121"/>
                    <a:pt x="503" y="121"/>
                  </a:cubicBezTo>
                  <a:cubicBezTo>
                    <a:pt x="504" y="122"/>
                    <a:pt x="505" y="122"/>
                    <a:pt x="506" y="122"/>
                  </a:cubicBezTo>
                  <a:cubicBezTo>
                    <a:pt x="505" y="123"/>
                    <a:pt x="504" y="123"/>
                    <a:pt x="502" y="122"/>
                  </a:cubicBezTo>
                  <a:cubicBezTo>
                    <a:pt x="502" y="123"/>
                    <a:pt x="502" y="123"/>
                    <a:pt x="502" y="123"/>
                  </a:cubicBezTo>
                  <a:cubicBezTo>
                    <a:pt x="502" y="124"/>
                    <a:pt x="501" y="125"/>
                    <a:pt x="500" y="125"/>
                  </a:cubicBezTo>
                  <a:cubicBezTo>
                    <a:pt x="500" y="126"/>
                    <a:pt x="499" y="126"/>
                    <a:pt x="498" y="125"/>
                  </a:cubicBezTo>
                  <a:cubicBezTo>
                    <a:pt x="498" y="125"/>
                    <a:pt x="499" y="124"/>
                    <a:pt x="499" y="124"/>
                  </a:cubicBezTo>
                  <a:cubicBezTo>
                    <a:pt x="499" y="123"/>
                    <a:pt x="498" y="122"/>
                    <a:pt x="499" y="123"/>
                  </a:cubicBezTo>
                  <a:cubicBezTo>
                    <a:pt x="499" y="123"/>
                    <a:pt x="499" y="123"/>
                    <a:pt x="500" y="123"/>
                  </a:cubicBezTo>
                  <a:cubicBezTo>
                    <a:pt x="500" y="123"/>
                    <a:pt x="500" y="123"/>
                    <a:pt x="500" y="123"/>
                  </a:cubicBezTo>
                  <a:cubicBezTo>
                    <a:pt x="500" y="123"/>
                    <a:pt x="500" y="123"/>
                    <a:pt x="501" y="122"/>
                  </a:cubicBezTo>
                  <a:cubicBezTo>
                    <a:pt x="500" y="122"/>
                    <a:pt x="499" y="122"/>
                    <a:pt x="499" y="121"/>
                  </a:cubicBezTo>
                  <a:cubicBezTo>
                    <a:pt x="499" y="121"/>
                    <a:pt x="500" y="121"/>
                    <a:pt x="501" y="121"/>
                  </a:cubicBezTo>
                  <a:cubicBezTo>
                    <a:pt x="501" y="121"/>
                    <a:pt x="501" y="121"/>
                    <a:pt x="500" y="120"/>
                  </a:cubicBezTo>
                  <a:cubicBezTo>
                    <a:pt x="499" y="120"/>
                    <a:pt x="499" y="121"/>
                    <a:pt x="498" y="121"/>
                  </a:cubicBezTo>
                  <a:cubicBezTo>
                    <a:pt x="497" y="121"/>
                    <a:pt x="496" y="117"/>
                    <a:pt x="494" y="120"/>
                  </a:cubicBezTo>
                  <a:cubicBezTo>
                    <a:pt x="494" y="120"/>
                    <a:pt x="495" y="121"/>
                    <a:pt x="495" y="121"/>
                  </a:cubicBezTo>
                  <a:cubicBezTo>
                    <a:pt x="495" y="121"/>
                    <a:pt x="495" y="121"/>
                    <a:pt x="495" y="121"/>
                  </a:cubicBezTo>
                  <a:cubicBezTo>
                    <a:pt x="495" y="121"/>
                    <a:pt x="496" y="121"/>
                    <a:pt x="496" y="121"/>
                  </a:cubicBezTo>
                  <a:cubicBezTo>
                    <a:pt x="497" y="122"/>
                    <a:pt x="495" y="123"/>
                    <a:pt x="495" y="122"/>
                  </a:cubicBezTo>
                  <a:cubicBezTo>
                    <a:pt x="495" y="122"/>
                    <a:pt x="495" y="122"/>
                    <a:pt x="495" y="122"/>
                  </a:cubicBezTo>
                  <a:cubicBezTo>
                    <a:pt x="494" y="123"/>
                    <a:pt x="490" y="122"/>
                    <a:pt x="489" y="122"/>
                  </a:cubicBezTo>
                  <a:cubicBezTo>
                    <a:pt x="491" y="121"/>
                    <a:pt x="489" y="120"/>
                    <a:pt x="488" y="119"/>
                  </a:cubicBezTo>
                  <a:cubicBezTo>
                    <a:pt x="486" y="120"/>
                    <a:pt x="484" y="121"/>
                    <a:pt x="482" y="122"/>
                  </a:cubicBezTo>
                  <a:cubicBezTo>
                    <a:pt x="483" y="121"/>
                    <a:pt x="486" y="120"/>
                    <a:pt x="488" y="119"/>
                  </a:cubicBezTo>
                  <a:cubicBezTo>
                    <a:pt x="487" y="118"/>
                    <a:pt x="486" y="118"/>
                    <a:pt x="487" y="117"/>
                  </a:cubicBezTo>
                  <a:cubicBezTo>
                    <a:pt x="488" y="115"/>
                    <a:pt x="492" y="116"/>
                    <a:pt x="493" y="114"/>
                  </a:cubicBezTo>
                  <a:cubicBezTo>
                    <a:pt x="493" y="113"/>
                    <a:pt x="492" y="114"/>
                    <a:pt x="492" y="114"/>
                  </a:cubicBezTo>
                  <a:cubicBezTo>
                    <a:pt x="492" y="112"/>
                    <a:pt x="494" y="111"/>
                    <a:pt x="491" y="110"/>
                  </a:cubicBezTo>
                  <a:cubicBezTo>
                    <a:pt x="491" y="110"/>
                    <a:pt x="486" y="109"/>
                    <a:pt x="484" y="110"/>
                  </a:cubicBezTo>
                  <a:cubicBezTo>
                    <a:pt x="481" y="110"/>
                    <a:pt x="479" y="110"/>
                    <a:pt x="477" y="109"/>
                  </a:cubicBezTo>
                  <a:cubicBezTo>
                    <a:pt x="480" y="109"/>
                    <a:pt x="481" y="107"/>
                    <a:pt x="483" y="106"/>
                  </a:cubicBezTo>
                  <a:cubicBezTo>
                    <a:pt x="484" y="106"/>
                    <a:pt x="484" y="106"/>
                    <a:pt x="484" y="106"/>
                  </a:cubicBezTo>
                  <a:cubicBezTo>
                    <a:pt x="488" y="105"/>
                    <a:pt x="491" y="108"/>
                    <a:pt x="494" y="107"/>
                  </a:cubicBezTo>
                  <a:cubicBezTo>
                    <a:pt x="494" y="107"/>
                    <a:pt x="498" y="104"/>
                    <a:pt x="498" y="103"/>
                  </a:cubicBezTo>
                  <a:cubicBezTo>
                    <a:pt x="499" y="103"/>
                    <a:pt x="500" y="104"/>
                    <a:pt x="501" y="103"/>
                  </a:cubicBezTo>
                  <a:cubicBezTo>
                    <a:pt x="500" y="103"/>
                    <a:pt x="500" y="103"/>
                    <a:pt x="499" y="103"/>
                  </a:cubicBezTo>
                  <a:cubicBezTo>
                    <a:pt x="499" y="103"/>
                    <a:pt x="499" y="103"/>
                    <a:pt x="499" y="103"/>
                  </a:cubicBezTo>
                  <a:cubicBezTo>
                    <a:pt x="498" y="103"/>
                    <a:pt x="497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4" y="104"/>
                    <a:pt x="493" y="104"/>
                    <a:pt x="493" y="103"/>
                  </a:cubicBezTo>
                  <a:cubicBezTo>
                    <a:pt x="493" y="103"/>
                    <a:pt x="493" y="102"/>
                    <a:pt x="493" y="102"/>
                  </a:cubicBezTo>
                  <a:cubicBezTo>
                    <a:pt x="493" y="101"/>
                    <a:pt x="494" y="100"/>
                    <a:pt x="495" y="100"/>
                  </a:cubicBezTo>
                  <a:cubicBezTo>
                    <a:pt x="496" y="99"/>
                    <a:pt x="499" y="100"/>
                    <a:pt x="499" y="102"/>
                  </a:cubicBezTo>
                  <a:cubicBezTo>
                    <a:pt x="499" y="102"/>
                    <a:pt x="499" y="102"/>
                    <a:pt x="499" y="102"/>
                  </a:cubicBezTo>
                  <a:cubicBezTo>
                    <a:pt x="499" y="101"/>
                    <a:pt x="501" y="100"/>
                    <a:pt x="502" y="100"/>
                  </a:cubicBezTo>
                  <a:cubicBezTo>
                    <a:pt x="502" y="99"/>
                    <a:pt x="502" y="99"/>
                    <a:pt x="501" y="99"/>
                  </a:cubicBezTo>
                  <a:cubicBezTo>
                    <a:pt x="501" y="99"/>
                    <a:pt x="501" y="99"/>
                    <a:pt x="501" y="99"/>
                  </a:cubicBezTo>
                  <a:cubicBezTo>
                    <a:pt x="500" y="100"/>
                    <a:pt x="500" y="99"/>
                    <a:pt x="501" y="98"/>
                  </a:cubicBezTo>
                  <a:cubicBezTo>
                    <a:pt x="499" y="97"/>
                    <a:pt x="497" y="97"/>
                    <a:pt x="495" y="96"/>
                  </a:cubicBezTo>
                  <a:cubicBezTo>
                    <a:pt x="497" y="95"/>
                    <a:pt x="497" y="95"/>
                    <a:pt x="497" y="94"/>
                  </a:cubicBezTo>
                  <a:cubicBezTo>
                    <a:pt x="495" y="95"/>
                    <a:pt x="492" y="95"/>
                    <a:pt x="494" y="93"/>
                  </a:cubicBezTo>
                  <a:cubicBezTo>
                    <a:pt x="494" y="93"/>
                    <a:pt x="495" y="93"/>
                    <a:pt x="495" y="93"/>
                  </a:cubicBezTo>
                  <a:cubicBezTo>
                    <a:pt x="494" y="92"/>
                    <a:pt x="494" y="92"/>
                    <a:pt x="494" y="92"/>
                  </a:cubicBezTo>
                  <a:cubicBezTo>
                    <a:pt x="491" y="93"/>
                    <a:pt x="489" y="94"/>
                    <a:pt x="486" y="95"/>
                  </a:cubicBezTo>
                  <a:cubicBezTo>
                    <a:pt x="483" y="96"/>
                    <a:pt x="487" y="93"/>
                    <a:pt x="489" y="92"/>
                  </a:cubicBezTo>
                  <a:cubicBezTo>
                    <a:pt x="490" y="91"/>
                    <a:pt x="492" y="91"/>
                    <a:pt x="494" y="90"/>
                  </a:cubicBezTo>
                  <a:cubicBezTo>
                    <a:pt x="494" y="90"/>
                    <a:pt x="495" y="89"/>
                    <a:pt x="495" y="89"/>
                  </a:cubicBezTo>
                  <a:cubicBezTo>
                    <a:pt x="495" y="89"/>
                    <a:pt x="496" y="89"/>
                    <a:pt x="497" y="89"/>
                  </a:cubicBezTo>
                  <a:cubicBezTo>
                    <a:pt x="498" y="88"/>
                    <a:pt x="499" y="87"/>
                    <a:pt x="500" y="86"/>
                  </a:cubicBezTo>
                  <a:cubicBezTo>
                    <a:pt x="501" y="85"/>
                    <a:pt x="502" y="84"/>
                    <a:pt x="501" y="83"/>
                  </a:cubicBezTo>
                  <a:cubicBezTo>
                    <a:pt x="501" y="83"/>
                    <a:pt x="500" y="83"/>
                    <a:pt x="500" y="82"/>
                  </a:cubicBezTo>
                  <a:cubicBezTo>
                    <a:pt x="500" y="82"/>
                    <a:pt x="500" y="83"/>
                    <a:pt x="500" y="83"/>
                  </a:cubicBezTo>
                  <a:cubicBezTo>
                    <a:pt x="499" y="83"/>
                    <a:pt x="499" y="82"/>
                    <a:pt x="499" y="82"/>
                  </a:cubicBezTo>
                  <a:cubicBezTo>
                    <a:pt x="498" y="82"/>
                    <a:pt x="496" y="82"/>
                    <a:pt x="497" y="81"/>
                  </a:cubicBezTo>
                  <a:cubicBezTo>
                    <a:pt x="496" y="81"/>
                    <a:pt x="496" y="81"/>
                    <a:pt x="496" y="81"/>
                  </a:cubicBezTo>
                  <a:cubicBezTo>
                    <a:pt x="496" y="79"/>
                    <a:pt x="497" y="79"/>
                    <a:pt x="499" y="78"/>
                  </a:cubicBezTo>
                  <a:cubicBezTo>
                    <a:pt x="499" y="77"/>
                    <a:pt x="499" y="77"/>
                    <a:pt x="499" y="76"/>
                  </a:cubicBezTo>
                  <a:cubicBezTo>
                    <a:pt x="499" y="76"/>
                    <a:pt x="500" y="76"/>
                    <a:pt x="500" y="76"/>
                  </a:cubicBezTo>
                  <a:cubicBezTo>
                    <a:pt x="499" y="75"/>
                    <a:pt x="497" y="75"/>
                    <a:pt x="495" y="75"/>
                  </a:cubicBezTo>
                  <a:cubicBezTo>
                    <a:pt x="494" y="75"/>
                    <a:pt x="492" y="75"/>
                    <a:pt x="492" y="74"/>
                  </a:cubicBezTo>
                  <a:cubicBezTo>
                    <a:pt x="491" y="74"/>
                    <a:pt x="490" y="73"/>
                    <a:pt x="490" y="72"/>
                  </a:cubicBezTo>
                  <a:cubicBezTo>
                    <a:pt x="489" y="73"/>
                    <a:pt x="489" y="73"/>
                    <a:pt x="488" y="72"/>
                  </a:cubicBezTo>
                  <a:cubicBezTo>
                    <a:pt x="487" y="71"/>
                    <a:pt x="486" y="69"/>
                    <a:pt x="488" y="68"/>
                  </a:cubicBezTo>
                  <a:cubicBezTo>
                    <a:pt x="488" y="68"/>
                    <a:pt x="488" y="68"/>
                    <a:pt x="488" y="68"/>
                  </a:cubicBezTo>
                  <a:cubicBezTo>
                    <a:pt x="488" y="68"/>
                    <a:pt x="488" y="67"/>
                    <a:pt x="488" y="67"/>
                  </a:cubicBezTo>
                  <a:cubicBezTo>
                    <a:pt x="487" y="67"/>
                    <a:pt x="486" y="68"/>
                    <a:pt x="485" y="67"/>
                  </a:cubicBezTo>
                  <a:cubicBezTo>
                    <a:pt x="485" y="68"/>
                    <a:pt x="484" y="69"/>
                    <a:pt x="484" y="69"/>
                  </a:cubicBezTo>
                  <a:cubicBezTo>
                    <a:pt x="484" y="70"/>
                    <a:pt x="482" y="70"/>
                    <a:pt x="481" y="71"/>
                  </a:cubicBezTo>
                  <a:cubicBezTo>
                    <a:pt x="480" y="73"/>
                    <a:pt x="479" y="73"/>
                    <a:pt x="478" y="74"/>
                  </a:cubicBezTo>
                  <a:cubicBezTo>
                    <a:pt x="477" y="74"/>
                    <a:pt x="478" y="75"/>
                    <a:pt x="478" y="75"/>
                  </a:cubicBezTo>
                  <a:cubicBezTo>
                    <a:pt x="477" y="75"/>
                    <a:pt x="475" y="74"/>
                    <a:pt x="475" y="75"/>
                  </a:cubicBezTo>
                  <a:cubicBezTo>
                    <a:pt x="475" y="75"/>
                    <a:pt x="475" y="75"/>
                    <a:pt x="474" y="75"/>
                  </a:cubicBezTo>
                  <a:cubicBezTo>
                    <a:pt x="474" y="75"/>
                    <a:pt x="474" y="75"/>
                    <a:pt x="474" y="75"/>
                  </a:cubicBezTo>
                  <a:cubicBezTo>
                    <a:pt x="474" y="75"/>
                    <a:pt x="474" y="75"/>
                    <a:pt x="473" y="75"/>
                  </a:cubicBezTo>
                  <a:cubicBezTo>
                    <a:pt x="472" y="75"/>
                    <a:pt x="472" y="76"/>
                    <a:pt x="471" y="76"/>
                  </a:cubicBezTo>
                  <a:cubicBezTo>
                    <a:pt x="471" y="76"/>
                    <a:pt x="472" y="75"/>
                    <a:pt x="472" y="75"/>
                  </a:cubicBezTo>
                  <a:cubicBezTo>
                    <a:pt x="470" y="73"/>
                    <a:pt x="466" y="70"/>
                    <a:pt x="465" y="69"/>
                  </a:cubicBezTo>
                  <a:cubicBezTo>
                    <a:pt x="465" y="67"/>
                    <a:pt x="470" y="66"/>
                    <a:pt x="471" y="64"/>
                  </a:cubicBezTo>
                  <a:cubicBezTo>
                    <a:pt x="471" y="63"/>
                    <a:pt x="469" y="62"/>
                    <a:pt x="471" y="61"/>
                  </a:cubicBezTo>
                  <a:cubicBezTo>
                    <a:pt x="472" y="60"/>
                    <a:pt x="472" y="62"/>
                    <a:pt x="473" y="63"/>
                  </a:cubicBezTo>
                  <a:cubicBezTo>
                    <a:pt x="474" y="63"/>
                    <a:pt x="478" y="63"/>
                    <a:pt x="481" y="63"/>
                  </a:cubicBezTo>
                  <a:cubicBezTo>
                    <a:pt x="482" y="64"/>
                    <a:pt x="483" y="64"/>
                    <a:pt x="484" y="64"/>
                  </a:cubicBezTo>
                  <a:cubicBezTo>
                    <a:pt x="485" y="63"/>
                    <a:pt x="489" y="62"/>
                    <a:pt x="490" y="62"/>
                  </a:cubicBezTo>
                  <a:cubicBezTo>
                    <a:pt x="490" y="61"/>
                    <a:pt x="488" y="62"/>
                    <a:pt x="488" y="60"/>
                  </a:cubicBezTo>
                  <a:cubicBezTo>
                    <a:pt x="489" y="60"/>
                    <a:pt x="490" y="61"/>
                    <a:pt x="491" y="61"/>
                  </a:cubicBezTo>
                  <a:cubicBezTo>
                    <a:pt x="493" y="60"/>
                    <a:pt x="497" y="60"/>
                    <a:pt x="499" y="59"/>
                  </a:cubicBezTo>
                  <a:cubicBezTo>
                    <a:pt x="499" y="58"/>
                    <a:pt x="499" y="57"/>
                    <a:pt x="498" y="57"/>
                  </a:cubicBezTo>
                  <a:cubicBezTo>
                    <a:pt x="498" y="57"/>
                    <a:pt x="497" y="58"/>
                    <a:pt x="497" y="58"/>
                  </a:cubicBezTo>
                  <a:cubicBezTo>
                    <a:pt x="497" y="58"/>
                    <a:pt x="494" y="57"/>
                    <a:pt x="491" y="56"/>
                  </a:cubicBezTo>
                  <a:cubicBezTo>
                    <a:pt x="490" y="56"/>
                    <a:pt x="490" y="56"/>
                    <a:pt x="490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4"/>
                    <a:pt x="489" y="53"/>
                    <a:pt x="489" y="53"/>
                  </a:cubicBezTo>
                  <a:cubicBezTo>
                    <a:pt x="487" y="51"/>
                    <a:pt x="483" y="53"/>
                    <a:pt x="481" y="52"/>
                  </a:cubicBezTo>
                  <a:cubicBezTo>
                    <a:pt x="481" y="52"/>
                    <a:pt x="480" y="52"/>
                    <a:pt x="479" y="52"/>
                  </a:cubicBezTo>
                  <a:cubicBezTo>
                    <a:pt x="479" y="52"/>
                    <a:pt x="479" y="52"/>
                    <a:pt x="479" y="52"/>
                  </a:cubicBezTo>
                  <a:cubicBezTo>
                    <a:pt x="479" y="54"/>
                    <a:pt x="474" y="56"/>
                    <a:pt x="473" y="54"/>
                  </a:cubicBezTo>
                  <a:cubicBezTo>
                    <a:pt x="472" y="53"/>
                    <a:pt x="473" y="51"/>
                    <a:pt x="475" y="50"/>
                  </a:cubicBezTo>
                  <a:cubicBezTo>
                    <a:pt x="475" y="50"/>
                    <a:pt x="475" y="50"/>
                    <a:pt x="475" y="50"/>
                  </a:cubicBezTo>
                  <a:cubicBezTo>
                    <a:pt x="475" y="50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4" y="49"/>
                    <a:pt x="473" y="49"/>
                    <a:pt x="472" y="49"/>
                  </a:cubicBezTo>
                  <a:cubicBezTo>
                    <a:pt x="472" y="49"/>
                    <a:pt x="472" y="50"/>
                    <a:pt x="472" y="50"/>
                  </a:cubicBezTo>
                  <a:cubicBezTo>
                    <a:pt x="471" y="50"/>
                    <a:pt x="471" y="51"/>
                    <a:pt x="471" y="51"/>
                  </a:cubicBezTo>
                  <a:cubicBezTo>
                    <a:pt x="470" y="53"/>
                    <a:pt x="467" y="53"/>
                    <a:pt x="465" y="55"/>
                  </a:cubicBezTo>
                  <a:cubicBezTo>
                    <a:pt x="464" y="56"/>
                    <a:pt x="461" y="59"/>
                    <a:pt x="460" y="59"/>
                  </a:cubicBezTo>
                  <a:cubicBezTo>
                    <a:pt x="459" y="59"/>
                    <a:pt x="458" y="57"/>
                    <a:pt x="458" y="56"/>
                  </a:cubicBezTo>
                  <a:cubicBezTo>
                    <a:pt x="457" y="56"/>
                    <a:pt x="457" y="57"/>
                    <a:pt x="457" y="57"/>
                  </a:cubicBezTo>
                  <a:cubicBezTo>
                    <a:pt x="456" y="58"/>
                    <a:pt x="455" y="57"/>
                    <a:pt x="454" y="56"/>
                  </a:cubicBezTo>
                  <a:cubicBezTo>
                    <a:pt x="453" y="56"/>
                    <a:pt x="452" y="56"/>
                    <a:pt x="452" y="55"/>
                  </a:cubicBezTo>
                  <a:cubicBezTo>
                    <a:pt x="452" y="55"/>
                    <a:pt x="453" y="54"/>
                    <a:pt x="454" y="53"/>
                  </a:cubicBezTo>
                  <a:cubicBezTo>
                    <a:pt x="455" y="52"/>
                    <a:pt x="456" y="51"/>
                    <a:pt x="457" y="53"/>
                  </a:cubicBezTo>
                  <a:cubicBezTo>
                    <a:pt x="458" y="53"/>
                    <a:pt x="458" y="53"/>
                    <a:pt x="458" y="51"/>
                  </a:cubicBezTo>
                  <a:cubicBezTo>
                    <a:pt x="456" y="51"/>
                    <a:pt x="455" y="51"/>
                    <a:pt x="455" y="50"/>
                  </a:cubicBezTo>
                  <a:cubicBezTo>
                    <a:pt x="455" y="49"/>
                    <a:pt x="456" y="48"/>
                    <a:pt x="457" y="48"/>
                  </a:cubicBezTo>
                  <a:cubicBezTo>
                    <a:pt x="456" y="47"/>
                    <a:pt x="454" y="46"/>
                    <a:pt x="454" y="45"/>
                  </a:cubicBezTo>
                  <a:cubicBezTo>
                    <a:pt x="454" y="45"/>
                    <a:pt x="455" y="42"/>
                    <a:pt x="456" y="41"/>
                  </a:cubicBezTo>
                  <a:cubicBezTo>
                    <a:pt x="457" y="41"/>
                    <a:pt x="460" y="40"/>
                    <a:pt x="460" y="40"/>
                  </a:cubicBezTo>
                  <a:cubicBezTo>
                    <a:pt x="460" y="39"/>
                    <a:pt x="459" y="39"/>
                    <a:pt x="458" y="39"/>
                  </a:cubicBezTo>
                  <a:cubicBezTo>
                    <a:pt x="458" y="39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7" y="40"/>
                    <a:pt x="456" y="41"/>
                    <a:pt x="455" y="40"/>
                  </a:cubicBezTo>
                  <a:cubicBezTo>
                    <a:pt x="455" y="40"/>
                    <a:pt x="455" y="40"/>
                    <a:pt x="455" y="39"/>
                  </a:cubicBezTo>
                  <a:cubicBezTo>
                    <a:pt x="455" y="39"/>
                    <a:pt x="455" y="39"/>
                    <a:pt x="454" y="39"/>
                  </a:cubicBezTo>
                  <a:cubicBezTo>
                    <a:pt x="454" y="39"/>
                    <a:pt x="454" y="39"/>
                    <a:pt x="455" y="38"/>
                  </a:cubicBezTo>
                  <a:cubicBezTo>
                    <a:pt x="455" y="38"/>
                    <a:pt x="455" y="38"/>
                    <a:pt x="454" y="38"/>
                  </a:cubicBezTo>
                  <a:cubicBezTo>
                    <a:pt x="455" y="37"/>
                    <a:pt x="458" y="37"/>
                    <a:pt x="458" y="38"/>
                  </a:cubicBezTo>
                  <a:cubicBezTo>
                    <a:pt x="459" y="38"/>
                    <a:pt x="462" y="38"/>
                    <a:pt x="461" y="39"/>
                  </a:cubicBezTo>
                  <a:cubicBezTo>
                    <a:pt x="461" y="39"/>
                    <a:pt x="460" y="40"/>
                    <a:pt x="460" y="40"/>
                  </a:cubicBezTo>
                  <a:cubicBezTo>
                    <a:pt x="461" y="41"/>
                    <a:pt x="462" y="40"/>
                    <a:pt x="462" y="40"/>
                  </a:cubicBezTo>
                  <a:cubicBezTo>
                    <a:pt x="463" y="40"/>
                    <a:pt x="464" y="41"/>
                    <a:pt x="465" y="42"/>
                  </a:cubicBezTo>
                  <a:cubicBezTo>
                    <a:pt x="466" y="41"/>
                    <a:pt x="467" y="41"/>
                    <a:pt x="467" y="42"/>
                  </a:cubicBezTo>
                  <a:cubicBezTo>
                    <a:pt x="468" y="43"/>
                    <a:pt x="467" y="44"/>
                    <a:pt x="466" y="43"/>
                  </a:cubicBezTo>
                  <a:cubicBezTo>
                    <a:pt x="466" y="44"/>
                    <a:pt x="466" y="44"/>
                    <a:pt x="466" y="44"/>
                  </a:cubicBezTo>
                  <a:cubicBezTo>
                    <a:pt x="467" y="44"/>
                    <a:pt x="469" y="44"/>
                    <a:pt x="470" y="45"/>
                  </a:cubicBezTo>
                  <a:cubicBezTo>
                    <a:pt x="470" y="45"/>
                    <a:pt x="469" y="45"/>
                    <a:pt x="470" y="46"/>
                  </a:cubicBezTo>
                  <a:cubicBezTo>
                    <a:pt x="471" y="45"/>
                    <a:pt x="472" y="45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4" y="44"/>
                    <a:pt x="474" y="44"/>
                    <a:pt x="474" y="44"/>
                  </a:cubicBezTo>
                  <a:cubicBezTo>
                    <a:pt x="473" y="44"/>
                    <a:pt x="473" y="43"/>
                    <a:pt x="473" y="42"/>
                  </a:cubicBezTo>
                  <a:cubicBezTo>
                    <a:pt x="472" y="40"/>
                    <a:pt x="478" y="41"/>
                    <a:pt x="475" y="43"/>
                  </a:cubicBezTo>
                  <a:cubicBezTo>
                    <a:pt x="475" y="43"/>
                    <a:pt x="476" y="43"/>
                    <a:pt x="476" y="43"/>
                  </a:cubicBezTo>
                  <a:cubicBezTo>
                    <a:pt x="477" y="43"/>
                    <a:pt x="479" y="42"/>
                    <a:pt x="478" y="41"/>
                  </a:cubicBezTo>
                  <a:cubicBezTo>
                    <a:pt x="478" y="40"/>
                    <a:pt x="475" y="41"/>
                    <a:pt x="475" y="40"/>
                  </a:cubicBezTo>
                  <a:cubicBezTo>
                    <a:pt x="474" y="39"/>
                    <a:pt x="478" y="37"/>
                    <a:pt x="478" y="37"/>
                  </a:cubicBezTo>
                  <a:cubicBezTo>
                    <a:pt x="478" y="37"/>
                    <a:pt x="478" y="36"/>
                    <a:pt x="478" y="36"/>
                  </a:cubicBezTo>
                  <a:cubicBezTo>
                    <a:pt x="476" y="38"/>
                    <a:pt x="473" y="38"/>
                    <a:pt x="470" y="38"/>
                  </a:cubicBezTo>
                  <a:cubicBezTo>
                    <a:pt x="468" y="37"/>
                    <a:pt x="468" y="34"/>
                    <a:pt x="467" y="34"/>
                  </a:cubicBezTo>
                  <a:cubicBezTo>
                    <a:pt x="465" y="34"/>
                    <a:pt x="463" y="34"/>
                    <a:pt x="461" y="35"/>
                  </a:cubicBezTo>
                  <a:cubicBezTo>
                    <a:pt x="462" y="34"/>
                    <a:pt x="463" y="34"/>
                    <a:pt x="464" y="33"/>
                  </a:cubicBezTo>
                  <a:cubicBezTo>
                    <a:pt x="464" y="32"/>
                    <a:pt x="465" y="33"/>
                    <a:pt x="466" y="33"/>
                  </a:cubicBezTo>
                  <a:cubicBezTo>
                    <a:pt x="466" y="32"/>
                    <a:pt x="466" y="32"/>
                    <a:pt x="466" y="31"/>
                  </a:cubicBezTo>
                  <a:cubicBezTo>
                    <a:pt x="466" y="31"/>
                    <a:pt x="465" y="31"/>
                    <a:pt x="465" y="31"/>
                  </a:cubicBezTo>
                  <a:cubicBezTo>
                    <a:pt x="464" y="30"/>
                    <a:pt x="465" y="30"/>
                    <a:pt x="466" y="30"/>
                  </a:cubicBezTo>
                  <a:cubicBezTo>
                    <a:pt x="466" y="30"/>
                    <a:pt x="466" y="29"/>
                    <a:pt x="466" y="29"/>
                  </a:cubicBezTo>
                  <a:cubicBezTo>
                    <a:pt x="466" y="28"/>
                    <a:pt x="466" y="27"/>
                    <a:pt x="466" y="26"/>
                  </a:cubicBezTo>
                  <a:cubicBezTo>
                    <a:pt x="466" y="26"/>
                    <a:pt x="466" y="26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4"/>
                    <a:pt x="465" y="24"/>
                    <a:pt x="466" y="24"/>
                  </a:cubicBezTo>
                  <a:cubicBezTo>
                    <a:pt x="466" y="22"/>
                    <a:pt x="466" y="21"/>
                    <a:pt x="466" y="20"/>
                  </a:cubicBezTo>
                  <a:cubicBezTo>
                    <a:pt x="466" y="20"/>
                    <a:pt x="466" y="19"/>
                    <a:pt x="466" y="19"/>
                  </a:cubicBezTo>
                  <a:cubicBezTo>
                    <a:pt x="466" y="19"/>
                    <a:pt x="465" y="19"/>
                    <a:pt x="465" y="19"/>
                  </a:cubicBezTo>
                  <a:cubicBezTo>
                    <a:pt x="465" y="18"/>
                    <a:pt x="465" y="18"/>
                    <a:pt x="466" y="18"/>
                  </a:cubicBezTo>
                  <a:cubicBezTo>
                    <a:pt x="466" y="16"/>
                    <a:pt x="467" y="15"/>
                    <a:pt x="467" y="14"/>
                  </a:cubicBezTo>
                  <a:cubicBezTo>
                    <a:pt x="467" y="14"/>
                    <a:pt x="467" y="14"/>
                    <a:pt x="467" y="14"/>
                  </a:cubicBezTo>
                  <a:cubicBezTo>
                    <a:pt x="465" y="14"/>
                    <a:pt x="463" y="14"/>
                    <a:pt x="463" y="13"/>
                  </a:cubicBezTo>
                  <a:cubicBezTo>
                    <a:pt x="463" y="11"/>
                    <a:pt x="464" y="11"/>
                    <a:pt x="465" y="10"/>
                  </a:cubicBezTo>
                  <a:cubicBezTo>
                    <a:pt x="463" y="8"/>
                    <a:pt x="463" y="8"/>
                    <a:pt x="463" y="8"/>
                  </a:cubicBezTo>
                  <a:cubicBezTo>
                    <a:pt x="463" y="11"/>
                    <a:pt x="462" y="14"/>
                    <a:pt x="460" y="14"/>
                  </a:cubicBezTo>
                  <a:cubicBezTo>
                    <a:pt x="459" y="15"/>
                    <a:pt x="455" y="14"/>
                    <a:pt x="455" y="14"/>
                  </a:cubicBezTo>
                  <a:cubicBezTo>
                    <a:pt x="454" y="14"/>
                    <a:pt x="454" y="12"/>
                    <a:pt x="454" y="12"/>
                  </a:cubicBezTo>
                  <a:cubicBezTo>
                    <a:pt x="451" y="10"/>
                    <a:pt x="454" y="10"/>
                    <a:pt x="449" y="9"/>
                  </a:cubicBezTo>
                  <a:cubicBezTo>
                    <a:pt x="450" y="8"/>
                    <a:pt x="452" y="7"/>
                    <a:pt x="453" y="6"/>
                  </a:cubicBezTo>
                  <a:cubicBezTo>
                    <a:pt x="453" y="6"/>
                    <a:pt x="452" y="4"/>
                    <a:pt x="452" y="5"/>
                  </a:cubicBezTo>
                  <a:cubicBezTo>
                    <a:pt x="453" y="3"/>
                    <a:pt x="456" y="5"/>
                    <a:pt x="458" y="3"/>
                  </a:cubicBezTo>
                  <a:cubicBezTo>
                    <a:pt x="458" y="3"/>
                    <a:pt x="458" y="3"/>
                    <a:pt x="458" y="3"/>
                  </a:cubicBezTo>
                  <a:cubicBezTo>
                    <a:pt x="457" y="3"/>
                    <a:pt x="456" y="3"/>
                    <a:pt x="455" y="2"/>
                  </a:cubicBezTo>
                  <a:cubicBezTo>
                    <a:pt x="454" y="3"/>
                    <a:pt x="454" y="3"/>
                    <a:pt x="454" y="1"/>
                  </a:cubicBezTo>
                  <a:cubicBezTo>
                    <a:pt x="452" y="5"/>
                    <a:pt x="443" y="5"/>
                    <a:pt x="442" y="0"/>
                  </a:cubicBezTo>
                  <a:cubicBezTo>
                    <a:pt x="442" y="0"/>
                    <a:pt x="442" y="0"/>
                    <a:pt x="443" y="0"/>
                  </a:cubicBezTo>
                  <a:cubicBezTo>
                    <a:pt x="442" y="0"/>
                    <a:pt x="442" y="0"/>
                    <a:pt x="442" y="0"/>
                  </a:cubicBezTo>
                  <a:cubicBezTo>
                    <a:pt x="440" y="3"/>
                    <a:pt x="437" y="4"/>
                    <a:pt x="434" y="3"/>
                  </a:cubicBezTo>
                  <a:cubicBezTo>
                    <a:pt x="434" y="3"/>
                    <a:pt x="434" y="3"/>
                    <a:pt x="433" y="3"/>
                  </a:cubicBezTo>
                  <a:cubicBezTo>
                    <a:pt x="431" y="4"/>
                    <a:pt x="428" y="6"/>
                    <a:pt x="426" y="6"/>
                  </a:cubicBezTo>
                  <a:cubicBezTo>
                    <a:pt x="425" y="6"/>
                    <a:pt x="424" y="6"/>
                    <a:pt x="423" y="6"/>
                  </a:cubicBezTo>
                  <a:cubicBezTo>
                    <a:pt x="421" y="6"/>
                    <a:pt x="419" y="9"/>
                    <a:pt x="417" y="9"/>
                  </a:cubicBezTo>
                  <a:cubicBezTo>
                    <a:pt x="415" y="9"/>
                    <a:pt x="416" y="9"/>
                    <a:pt x="414" y="9"/>
                  </a:cubicBezTo>
                  <a:cubicBezTo>
                    <a:pt x="413" y="10"/>
                    <a:pt x="411" y="11"/>
                    <a:pt x="410" y="11"/>
                  </a:cubicBezTo>
                  <a:cubicBezTo>
                    <a:pt x="409" y="12"/>
                    <a:pt x="406" y="13"/>
                    <a:pt x="406" y="13"/>
                  </a:cubicBezTo>
                  <a:cubicBezTo>
                    <a:pt x="404" y="15"/>
                    <a:pt x="406" y="15"/>
                    <a:pt x="404" y="14"/>
                  </a:cubicBezTo>
                  <a:cubicBezTo>
                    <a:pt x="403" y="14"/>
                    <a:pt x="403" y="15"/>
                    <a:pt x="402" y="15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4" y="16"/>
                    <a:pt x="402" y="17"/>
                    <a:pt x="401" y="16"/>
                  </a:cubicBezTo>
                  <a:cubicBezTo>
                    <a:pt x="401" y="16"/>
                    <a:pt x="400" y="16"/>
                    <a:pt x="400" y="17"/>
                  </a:cubicBezTo>
                  <a:cubicBezTo>
                    <a:pt x="400" y="17"/>
                    <a:pt x="400" y="18"/>
                    <a:pt x="400" y="18"/>
                  </a:cubicBezTo>
                  <a:cubicBezTo>
                    <a:pt x="403" y="19"/>
                    <a:pt x="405" y="17"/>
                    <a:pt x="403" y="21"/>
                  </a:cubicBezTo>
                  <a:cubicBezTo>
                    <a:pt x="403" y="22"/>
                    <a:pt x="404" y="22"/>
                    <a:pt x="404" y="22"/>
                  </a:cubicBezTo>
                  <a:cubicBezTo>
                    <a:pt x="402" y="24"/>
                    <a:pt x="401" y="21"/>
                    <a:pt x="401" y="21"/>
                  </a:cubicBezTo>
                  <a:cubicBezTo>
                    <a:pt x="400" y="22"/>
                    <a:pt x="400" y="23"/>
                    <a:pt x="402" y="24"/>
                  </a:cubicBezTo>
                  <a:cubicBezTo>
                    <a:pt x="402" y="25"/>
                    <a:pt x="399" y="25"/>
                    <a:pt x="398" y="24"/>
                  </a:cubicBezTo>
                  <a:cubicBezTo>
                    <a:pt x="398" y="24"/>
                    <a:pt x="396" y="21"/>
                    <a:pt x="395" y="20"/>
                  </a:cubicBezTo>
                  <a:cubicBezTo>
                    <a:pt x="394" y="20"/>
                    <a:pt x="393" y="21"/>
                    <a:pt x="392" y="21"/>
                  </a:cubicBezTo>
                  <a:cubicBezTo>
                    <a:pt x="390" y="22"/>
                    <a:pt x="387" y="23"/>
                    <a:pt x="385" y="24"/>
                  </a:cubicBezTo>
                  <a:cubicBezTo>
                    <a:pt x="384" y="25"/>
                    <a:pt x="384" y="25"/>
                    <a:pt x="383" y="25"/>
                  </a:cubicBezTo>
                  <a:cubicBezTo>
                    <a:pt x="382" y="25"/>
                    <a:pt x="381" y="26"/>
                    <a:pt x="380" y="26"/>
                  </a:cubicBezTo>
                  <a:cubicBezTo>
                    <a:pt x="378" y="27"/>
                    <a:pt x="375" y="28"/>
                    <a:pt x="373" y="29"/>
                  </a:cubicBezTo>
                  <a:cubicBezTo>
                    <a:pt x="373" y="29"/>
                    <a:pt x="374" y="29"/>
                    <a:pt x="373" y="29"/>
                  </a:cubicBezTo>
                  <a:cubicBezTo>
                    <a:pt x="373" y="29"/>
                    <a:pt x="373" y="29"/>
                    <a:pt x="373" y="29"/>
                  </a:cubicBezTo>
                  <a:cubicBezTo>
                    <a:pt x="372" y="29"/>
                    <a:pt x="372" y="29"/>
                    <a:pt x="371" y="30"/>
                  </a:cubicBezTo>
                  <a:cubicBezTo>
                    <a:pt x="371" y="30"/>
                    <a:pt x="367" y="30"/>
                    <a:pt x="367" y="31"/>
                  </a:cubicBezTo>
                  <a:cubicBezTo>
                    <a:pt x="367" y="31"/>
                    <a:pt x="374" y="29"/>
                    <a:pt x="373" y="34"/>
                  </a:cubicBezTo>
                  <a:cubicBezTo>
                    <a:pt x="372" y="34"/>
                    <a:pt x="372" y="34"/>
                    <a:pt x="372" y="35"/>
                  </a:cubicBezTo>
                  <a:cubicBezTo>
                    <a:pt x="376" y="34"/>
                    <a:pt x="381" y="34"/>
                    <a:pt x="385" y="36"/>
                  </a:cubicBezTo>
                  <a:cubicBezTo>
                    <a:pt x="385" y="33"/>
                    <a:pt x="377" y="33"/>
                    <a:pt x="377" y="30"/>
                  </a:cubicBezTo>
                  <a:cubicBezTo>
                    <a:pt x="377" y="28"/>
                    <a:pt x="384" y="30"/>
                    <a:pt x="385" y="29"/>
                  </a:cubicBezTo>
                  <a:cubicBezTo>
                    <a:pt x="386" y="28"/>
                    <a:pt x="385" y="27"/>
                    <a:pt x="386" y="27"/>
                  </a:cubicBezTo>
                  <a:cubicBezTo>
                    <a:pt x="387" y="27"/>
                    <a:pt x="390" y="29"/>
                    <a:pt x="390" y="26"/>
                  </a:cubicBezTo>
                  <a:cubicBezTo>
                    <a:pt x="389" y="23"/>
                    <a:pt x="401" y="29"/>
                    <a:pt x="402" y="32"/>
                  </a:cubicBezTo>
                  <a:cubicBezTo>
                    <a:pt x="402" y="34"/>
                    <a:pt x="401" y="37"/>
                    <a:pt x="400" y="38"/>
                  </a:cubicBezTo>
                  <a:cubicBezTo>
                    <a:pt x="400" y="38"/>
                    <a:pt x="394" y="39"/>
                    <a:pt x="393" y="39"/>
                  </a:cubicBezTo>
                  <a:cubicBezTo>
                    <a:pt x="392" y="39"/>
                    <a:pt x="391" y="39"/>
                    <a:pt x="390" y="38"/>
                  </a:cubicBezTo>
                  <a:cubicBezTo>
                    <a:pt x="390" y="39"/>
                    <a:pt x="390" y="39"/>
                    <a:pt x="391" y="39"/>
                  </a:cubicBezTo>
                  <a:cubicBezTo>
                    <a:pt x="391" y="40"/>
                    <a:pt x="392" y="43"/>
                    <a:pt x="391" y="44"/>
                  </a:cubicBezTo>
                  <a:cubicBezTo>
                    <a:pt x="388" y="49"/>
                    <a:pt x="377" y="47"/>
                    <a:pt x="372" y="45"/>
                  </a:cubicBezTo>
                  <a:cubicBezTo>
                    <a:pt x="373" y="46"/>
                    <a:pt x="373" y="47"/>
                    <a:pt x="373" y="48"/>
                  </a:cubicBezTo>
                  <a:cubicBezTo>
                    <a:pt x="372" y="51"/>
                    <a:pt x="363" y="49"/>
                    <a:pt x="363" y="46"/>
                  </a:cubicBezTo>
                  <a:cubicBezTo>
                    <a:pt x="363" y="47"/>
                    <a:pt x="361" y="46"/>
                    <a:pt x="361" y="46"/>
                  </a:cubicBezTo>
                  <a:cubicBezTo>
                    <a:pt x="361" y="45"/>
                    <a:pt x="363" y="45"/>
                    <a:pt x="363" y="46"/>
                  </a:cubicBezTo>
                  <a:cubicBezTo>
                    <a:pt x="364" y="44"/>
                    <a:pt x="367" y="43"/>
                    <a:pt x="369" y="44"/>
                  </a:cubicBezTo>
                  <a:cubicBezTo>
                    <a:pt x="370" y="44"/>
                    <a:pt x="372" y="43"/>
                    <a:pt x="373" y="41"/>
                  </a:cubicBezTo>
                  <a:cubicBezTo>
                    <a:pt x="373" y="41"/>
                    <a:pt x="372" y="39"/>
                    <a:pt x="372" y="39"/>
                  </a:cubicBezTo>
                  <a:cubicBezTo>
                    <a:pt x="373" y="38"/>
                    <a:pt x="375" y="38"/>
                    <a:pt x="375" y="37"/>
                  </a:cubicBezTo>
                  <a:cubicBezTo>
                    <a:pt x="375" y="35"/>
                    <a:pt x="372" y="36"/>
                    <a:pt x="370" y="35"/>
                  </a:cubicBezTo>
                  <a:cubicBezTo>
                    <a:pt x="367" y="35"/>
                    <a:pt x="363" y="35"/>
                    <a:pt x="362" y="33"/>
                  </a:cubicBezTo>
                  <a:cubicBezTo>
                    <a:pt x="362" y="33"/>
                    <a:pt x="362" y="32"/>
                    <a:pt x="362" y="32"/>
                  </a:cubicBezTo>
                  <a:cubicBezTo>
                    <a:pt x="362" y="32"/>
                    <a:pt x="361" y="32"/>
                    <a:pt x="360" y="33"/>
                  </a:cubicBezTo>
                  <a:cubicBezTo>
                    <a:pt x="360" y="33"/>
                    <a:pt x="358" y="35"/>
                    <a:pt x="357" y="35"/>
                  </a:cubicBezTo>
                  <a:cubicBezTo>
                    <a:pt x="357" y="36"/>
                    <a:pt x="356" y="36"/>
                    <a:pt x="355" y="36"/>
                  </a:cubicBezTo>
                  <a:cubicBezTo>
                    <a:pt x="358" y="38"/>
                    <a:pt x="356" y="39"/>
                    <a:pt x="354" y="39"/>
                  </a:cubicBezTo>
                  <a:cubicBezTo>
                    <a:pt x="353" y="40"/>
                    <a:pt x="352" y="40"/>
                    <a:pt x="352" y="39"/>
                  </a:cubicBezTo>
                  <a:cubicBezTo>
                    <a:pt x="351" y="39"/>
                    <a:pt x="351" y="39"/>
                    <a:pt x="352" y="39"/>
                  </a:cubicBezTo>
                  <a:cubicBezTo>
                    <a:pt x="351" y="39"/>
                    <a:pt x="350" y="38"/>
                    <a:pt x="350" y="38"/>
                  </a:cubicBezTo>
                  <a:cubicBezTo>
                    <a:pt x="350" y="38"/>
                    <a:pt x="349" y="38"/>
                    <a:pt x="349" y="38"/>
                  </a:cubicBezTo>
                  <a:cubicBezTo>
                    <a:pt x="349" y="39"/>
                    <a:pt x="348" y="40"/>
                    <a:pt x="348" y="40"/>
                  </a:cubicBezTo>
                  <a:cubicBezTo>
                    <a:pt x="348" y="40"/>
                    <a:pt x="346" y="40"/>
                    <a:pt x="346" y="40"/>
                  </a:cubicBezTo>
                  <a:cubicBezTo>
                    <a:pt x="345" y="41"/>
                    <a:pt x="344" y="42"/>
                    <a:pt x="343" y="42"/>
                  </a:cubicBezTo>
                  <a:cubicBezTo>
                    <a:pt x="343" y="43"/>
                    <a:pt x="343" y="43"/>
                    <a:pt x="341" y="44"/>
                  </a:cubicBezTo>
                  <a:cubicBezTo>
                    <a:pt x="340" y="44"/>
                    <a:pt x="340" y="45"/>
                    <a:pt x="339" y="46"/>
                  </a:cubicBezTo>
                  <a:cubicBezTo>
                    <a:pt x="335" y="48"/>
                    <a:pt x="331" y="49"/>
                    <a:pt x="327" y="50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7" y="51"/>
                    <a:pt x="329" y="52"/>
                    <a:pt x="330" y="53"/>
                  </a:cubicBezTo>
                  <a:cubicBezTo>
                    <a:pt x="331" y="53"/>
                    <a:pt x="331" y="54"/>
                    <a:pt x="331" y="54"/>
                  </a:cubicBezTo>
                  <a:cubicBezTo>
                    <a:pt x="331" y="55"/>
                    <a:pt x="332" y="56"/>
                    <a:pt x="332" y="58"/>
                  </a:cubicBezTo>
                  <a:cubicBezTo>
                    <a:pt x="331" y="63"/>
                    <a:pt x="321" y="64"/>
                    <a:pt x="314" y="63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7"/>
                    <a:pt x="101" y="277"/>
                    <a:pt x="100" y="277"/>
                  </a:cubicBezTo>
                  <a:cubicBezTo>
                    <a:pt x="100" y="278"/>
                    <a:pt x="100" y="278"/>
                    <a:pt x="100" y="277"/>
                  </a:cubicBezTo>
                  <a:cubicBezTo>
                    <a:pt x="54" y="323"/>
                    <a:pt x="54" y="323"/>
                    <a:pt x="54" y="323"/>
                  </a:cubicBezTo>
                  <a:cubicBezTo>
                    <a:pt x="55" y="323"/>
                    <a:pt x="56" y="326"/>
                    <a:pt x="56" y="328"/>
                  </a:cubicBezTo>
                  <a:cubicBezTo>
                    <a:pt x="55" y="331"/>
                    <a:pt x="50" y="332"/>
                    <a:pt x="48" y="329"/>
                  </a:cubicBezTo>
                  <a:cubicBezTo>
                    <a:pt x="47" y="330"/>
                    <a:pt x="47" y="330"/>
                    <a:pt x="47" y="330"/>
                  </a:cubicBezTo>
                  <a:cubicBezTo>
                    <a:pt x="48" y="330"/>
                    <a:pt x="47" y="331"/>
                    <a:pt x="47" y="331"/>
                  </a:cubicBezTo>
                  <a:cubicBezTo>
                    <a:pt x="47" y="332"/>
                    <a:pt x="46" y="331"/>
                    <a:pt x="46" y="331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10" y="367"/>
                    <a:pt x="10" y="367"/>
                    <a:pt x="10" y="367"/>
                  </a:cubicBezTo>
                  <a:cubicBezTo>
                    <a:pt x="11" y="369"/>
                    <a:pt x="11" y="372"/>
                    <a:pt x="12" y="373"/>
                  </a:cubicBezTo>
                  <a:cubicBezTo>
                    <a:pt x="13" y="373"/>
                    <a:pt x="13" y="372"/>
                    <a:pt x="13" y="372"/>
                  </a:cubicBezTo>
                  <a:cubicBezTo>
                    <a:pt x="14" y="374"/>
                    <a:pt x="14" y="378"/>
                    <a:pt x="14" y="381"/>
                  </a:cubicBezTo>
                  <a:cubicBezTo>
                    <a:pt x="14" y="380"/>
                    <a:pt x="14" y="380"/>
                    <a:pt x="13" y="380"/>
                  </a:cubicBezTo>
                  <a:cubicBezTo>
                    <a:pt x="13" y="380"/>
                    <a:pt x="9" y="382"/>
                    <a:pt x="8" y="382"/>
                  </a:cubicBezTo>
                  <a:cubicBezTo>
                    <a:pt x="6" y="381"/>
                    <a:pt x="4" y="377"/>
                    <a:pt x="4" y="373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49" y="426"/>
                    <a:pt x="49" y="426"/>
                    <a:pt x="49" y="426"/>
                  </a:cubicBezTo>
                  <a:cubicBezTo>
                    <a:pt x="47" y="424"/>
                    <a:pt x="49" y="419"/>
                    <a:pt x="49" y="426"/>
                  </a:cubicBezTo>
                  <a:close/>
                  <a:moveTo>
                    <a:pt x="100" y="466"/>
                  </a:moveTo>
                  <a:cubicBezTo>
                    <a:pt x="101" y="465"/>
                    <a:pt x="100" y="468"/>
                    <a:pt x="100" y="466"/>
                  </a:cubicBezTo>
                  <a:close/>
                  <a:moveTo>
                    <a:pt x="122" y="458"/>
                  </a:moveTo>
                  <a:cubicBezTo>
                    <a:pt x="121" y="460"/>
                    <a:pt x="120" y="456"/>
                    <a:pt x="122" y="457"/>
                  </a:cubicBezTo>
                  <a:cubicBezTo>
                    <a:pt x="123" y="457"/>
                    <a:pt x="122" y="458"/>
                    <a:pt x="122" y="458"/>
                  </a:cubicBezTo>
                  <a:close/>
                  <a:moveTo>
                    <a:pt x="166" y="487"/>
                  </a:moveTo>
                  <a:cubicBezTo>
                    <a:pt x="167" y="486"/>
                    <a:pt x="167" y="489"/>
                    <a:pt x="167" y="489"/>
                  </a:cubicBezTo>
                  <a:cubicBezTo>
                    <a:pt x="165" y="490"/>
                    <a:pt x="165" y="487"/>
                    <a:pt x="166" y="487"/>
                  </a:cubicBezTo>
                  <a:close/>
                  <a:moveTo>
                    <a:pt x="212" y="472"/>
                  </a:moveTo>
                  <a:cubicBezTo>
                    <a:pt x="212" y="472"/>
                    <a:pt x="212" y="473"/>
                    <a:pt x="212" y="473"/>
                  </a:cubicBezTo>
                  <a:cubicBezTo>
                    <a:pt x="212" y="472"/>
                    <a:pt x="212" y="472"/>
                    <a:pt x="211" y="472"/>
                  </a:cubicBezTo>
                  <a:cubicBezTo>
                    <a:pt x="211" y="472"/>
                    <a:pt x="211" y="472"/>
                    <a:pt x="212" y="472"/>
                  </a:cubicBezTo>
                  <a:close/>
                  <a:moveTo>
                    <a:pt x="188" y="526"/>
                  </a:moveTo>
                  <a:cubicBezTo>
                    <a:pt x="189" y="527"/>
                    <a:pt x="187" y="527"/>
                    <a:pt x="188" y="526"/>
                  </a:cubicBezTo>
                  <a:close/>
                  <a:moveTo>
                    <a:pt x="190" y="520"/>
                  </a:moveTo>
                  <a:cubicBezTo>
                    <a:pt x="190" y="520"/>
                    <a:pt x="187" y="520"/>
                    <a:pt x="186" y="519"/>
                  </a:cubicBezTo>
                  <a:cubicBezTo>
                    <a:pt x="184" y="517"/>
                    <a:pt x="186" y="512"/>
                    <a:pt x="189" y="513"/>
                  </a:cubicBezTo>
                  <a:cubicBezTo>
                    <a:pt x="190" y="514"/>
                    <a:pt x="190" y="520"/>
                    <a:pt x="190" y="520"/>
                  </a:cubicBezTo>
                  <a:close/>
                  <a:moveTo>
                    <a:pt x="192" y="538"/>
                  </a:moveTo>
                  <a:cubicBezTo>
                    <a:pt x="192" y="536"/>
                    <a:pt x="192" y="539"/>
                    <a:pt x="192" y="538"/>
                  </a:cubicBezTo>
                  <a:close/>
                  <a:moveTo>
                    <a:pt x="191" y="529"/>
                  </a:moveTo>
                  <a:cubicBezTo>
                    <a:pt x="191" y="528"/>
                    <a:pt x="192" y="528"/>
                    <a:pt x="193" y="529"/>
                  </a:cubicBezTo>
                  <a:cubicBezTo>
                    <a:pt x="193" y="529"/>
                    <a:pt x="192" y="530"/>
                    <a:pt x="191" y="529"/>
                  </a:cubicBezTo>
                  <a:close/>
                  <a:moveTo>
                    <a:pt x="194" y="534"/>
                  </a:moveTo>
                  <a:cubicBezTo>
                    <a:pt x="193" y="535"/>
                    <a:pt x="193" y="531"/>
                    <a:pt x="194" y="533"/>
                  </a:cubicBezTo>
                  <a:cubicBezTo>
                    <a:pt x="194" y="533"/>
                    <a:pt x="194" y="533"/>
                    <a:pt x="194" y="534"/>
                  </a:cubicBezTo>
                  <a:close/>
                  <a:moveTo>
                    <a:pt x="194" y="531"/>
                  </a:moveTo>
                  <a:cubicBezTo>
                    <a:pt x="194" y="531"/>
                    <a:pt x="195" y="531"/>
                    <a:pt x="195" y="531"/>
                  </a:cubicBezTo>
                  <a:cubicBezTo>
                    <a:pt x="195" y="532"/>
                    <a:pt x="193" y="532"/>
                    <a:pt x="194" y="531"/>
                  </a:cubicBezTo>
                  <a:close/>
                  <a:moveTo>
                    <a:pt x="196" y="526"/>
                  </a:moveTo>
                  <a:cubicBezTo>
                    <a:pt x="194" y="528"/>
                    <a:pt x="194" y="523"/>
                    <a:pt x="196" y="524"/>
                  </a:cubicBezTo>
                  <a:cubicBezTo>
                    <a:pt x="197" y="525"/>
                    <a:pt x="197" y="526"/>
                    <a:pt x="196" y="526"/>
                  </a:cubicBezTo>
                  <a:close/>
                  <a:moveTo>
                    <a:pt x="208" y="524"/>
                  </a:moveTo>
                  <a:cubicBezTo>
                    <a:pt x="204" y="526"/>
                    <a:pt x="205" y="518"/>
                    <a:pt x="208" y="519"/>
                  </a:cubicBezTo>
                  <a:cubicBezTo>
                    <a:pt x="211" y="520"/>
                    <a:pt x="211" y="523"/>
                    <a:pt x="208" y="524"/>
                  </a:cubicBezTo>
                  <a:close/>
                  <a:moveTo>
                    <a:pt x="211" y="541"/>
                  </a:moveTo>
                  <a:cubicBezTo>
                    <a:pt x="212" y="542"/>
                    <a:pt x="211" y="542"/>
                    <a:pt x="210" y="542"/>
                  </a:cubicBezTo>
                  <a:cubicBezTo>
                    <a:pt x="209" y="542"/>
                    <a:pt x="211" y="540"/>
                    <a:pt x="211" y="541"/>
                  </a:cubicBezTo>
                  <a:close/>
                  <a:moveTo>
                    <a:pt x="215" y="522"/>
                  </a:moveTo>
                  <a:cubicBezTo>
                    <a:pt x="213" y="523"/>
                    <a:pt x="214" y="519"/>
                    <a:pt x="215" y="519"/>
                  </a:cubicBezTo>
                  <a:cubicBezTo>
                    <a:pt x="216" y="518"/>
                    <a:pt x="217" y="521"/>
                    <a:pt x="215" y="522"/>
                  </a:cubicBezTo>
                  <a:close/>
                  <a:moveTo>
                    <a:pt x="219" y="511"/>
                  </a:moveTo>
                  <a:cubicBezTo>
                    <a:pt x="219" y="511"/>
                    <a:pt x="219" y="512"/>
                    <a:pt x="218" y="512"/>
                  </a:cubicBezTo>
                  <a:cubicBezTo>
                    <a:pt x="217" y="513"/>
                    <a:pt x="218" y="509"/>
                    <a:pt x="219" y="511"/>
                  </a:cubicBezTo>
                  <a:close/>
                  <a:moveTo>
                    <a:pt x="218" y="517"/>
                  </a:moveTo>
                  <a:cubicBezTo>
                    <a:pt x="217" y="517"/>
                    <a:pt x="218" y="514"/>
                    <a:pt x="219" y="515"/>
                  </a:cubicBezTo>
                  <a:cubicBezTo>
                    <a:pt x="220" y="516"/>
                    <a:pt x="218" y="517"/>
                    <a:pt x="218" y="517"/>
                  </a:cubicBezTo>
                  <a:close/>
                  <a:moveTo>
                    <a:pt x="224" y="522"/>
                  </a:moveTo>
                  <a:cubicBezTo>
                    <a:pt x="225" y="521"/>
                    <a:pt x="224" y="523"/>
                    <a:pt x="224" y="522"/>
                  </a:cubicBezTo>
                  <a:close/>
                  <a:moveTo>
                    <a:pt x="224" y="505"/>
                  </a:moveTo>
                  <a:cubicBezTo>
                    <a:pt x="224" y="505"/>
                    <a:pt x="225" y="503"/>
                    <a:pt x="224" y="505"/>
                  </a:cubicBezTo>
                  <a:close/>
                  <a:moveTo>
                    <a:pt x="271" y="511"/>
                  </a:moveTo>
                  <a:cubicBezTo>
                    <a:pt x="271" y="511"/>
                    <a:pt x="272" y="510"/>
                    <a:pt x="273" y="510"/>
                  </a:cubicBezTo>
                  <a:cubicBezTo>
                    <a:pt x="273" y="511"/>
                    <a:pt x="272" y="511"/>
                    <a:pt x="271" y="511"/>
                  </a:cubicBezTo>
                  <a:close/>
                  <a:moveTo>
                    <a:pt x="274" y="518"/>
                  </a:moveTo>
                  <a:cubicBezTo>
                    <a:pt x="274" y="518"/>
                    <a:pt x="274" y="518"/>
                    <a:pt x="274" y="518"/>
                  </a:cubicBezTo>
                  <a:cubicBezTo>
                    <a:pt x="274" y="518"/>
                    <a:pt x="273" y="519"/>
                    <a:pt x="274" y="518"/>
                  </a:cubicBezTo>
                  <a:close/>
                  <a:moveTo>
                    <a:pt x="277" y="496"/>
                  </a:moveTo>
                  <a:cubicBezTo>
                    <a:pt x="276" y="496"/>
                    <a:pt x="276" y="496"/>
                    <a:pt x="276" y="496"/>
                  </a:cubicBezTo>
                  <a:cubicBezTo>
                    <a:pt x="276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lose/>
                  <a:moveTo>
                    <a:pt x="294" y="515"/>
                  </a:moveTo>
                  <a:cubicBezTo>
                    <a:pt x="294" y="517"/>
                    <a:pt x="292" y="515"/>
                    <a:pt x="294" y="515"/>
                  </a:cubicBezTo>
                  <a:close/>
                  <a:moveTo>
                    <a:pt x="245" y="575"/>
                  </a:moveTo>
                  <a:cubicBezTo>
                    <a:pt x="245" y="574"/>
                    <a:pt x="246" y="574"/>
                    <a:pt x="246" y="574"/>
                  </a:cubicBezTo>
                  <a:cubicBezTo>
                    <a:pt x="246" y="574"/>
                    <a:pt x="245" y="575"/>
                    <a:pt x="245" y="575"/>
                  </a:cubicBezTo>
                  <a:close/>
                  <a:moveTo>
                    <a:pt x="250" y="560"/>
                  </a:moveTo>
                  <a:cubicBezTo>
                    <a:pt x="251" y="558"/>
                    <a:pt x="252" y="558"/>
                    <a:pt x="254" y="557"/>
                  </a:cubicBezTo>
                  <a:cubicBezTo>
                    <a:pt x="253" y="559"/>
                    <a:pt x="252" y="559"/>
                    <a:pt x="250" y="560"/>
                  </a:cubicBezTo>
                  <a:close/>
                  <a:moveTo>
                    <a:pt x="254" y="561"/>
                  </a:moveTo>
                  <a:cubicBezTo>
                    <a:pt x="253" y="562"/>
                    <a:pt x="255" y="560"/>
                    <a:pt x="254" y="561"/>
                  </a:cubicBezTo>
                  <a:close/>
                  <a:moveTo>
                    <a:pt x="265" y="566"/>
                  </a:moveTo>
                  <a:cubicBezTo>
                    <a:pt x="264" y="563"/>
                    <a:pt x="268" y="563"/>
                    <a:pt x="265" y="566"/>
                  </a:cubicBezTo>
                  <a:close/>
                  <a:moveTo>
                    <a:pt x="281" y="541"/>
                  </a:moveTo>
                  <a:cubicBezTo>
                    <a:pt x="282" y="542"/>
                    <a:pt x="281" y="545"/>
                    <a:pt x="280" y="547"/>
                  </a:cubicBezTo>
                  <a:cubicBezTo>
                    <a:pt x="280" y="545"/>
                    <a:pt x="281" y="543"/>
                    <a:pt x="281" y="541"/>
                  </a:cubicBezTo>
                  <a:close/>
                  <a:moveTo>
                    <a:pt x="278" y="567"/>
                  </a:moveTo>
                  <a:cubicBezTo>
                    <a:pt x="276" y="563"/>
                    <a:pt x="282" y="562"/>
                    <a:pt x="283" y="561"/>
                  </a:cubicBezTo>
                  <a:cubicBezTo>
                    <a:pt x="285" y="564"/>
                    <a:pt x="280" y="570"/>
                    <a:pt x="278" y="567"/>
                  </a:cubicBezTo>
                  <a:close/>
                  <a:moveTo>
                    <a:pt x="319" y="618"/>
                  </a:moveTo>
                  <a:cubicBezTo>
                    <a:pt x="319" y="618"/>
                    <a:pt x="319" y="617"/>
                    <a:pt x="319" y="617"/>
                  </a:cubicBezTo>
                  <a:cubicBezTo>
                    <a:pt x="319" y="613"/>
                    <a:pt x="323" y="617"/>
                    <a:pt x="319" y="618"/>
                  </a:cubicBezTo>
                  <a:close/>
                  <a:moveTo>
                    <a:pt x="369" y="679"/>
                  </a:moveTo>
                  <a:cubicBezTo>
                    <a:pt x="368" y="678"/>
                    <a:pt x="370" y="678"/>
                    <a:pt x="370" y="678"/>
                  </a:cubicBezTo>
                  <a:cubicBezTo>
                    <a:pt x="370" y="679"/>
                    <a:pt x="369" y="679"/>
                    <a:pt x="369" y="679"/>
                  </a:cubicBezTo>
                  <a:close/>
                  <a:moveTo>
                    <a:pt x="370" y="687"/>
                  </a:moveTo>
                  <a:cubicBezTo>
                    <a:pt x="370" y="687"/>
                    <a:pt x="370" y="687"/>
                    <a:pt x="370" y="687"/>
                  </a:cubicBezTo>
                  <a:cubicBezTo>
                    <a:pt x="370" y="685"/>
                    <a:pt x="372" y="689"/>
                    <a:pt x="370" y="687"/>
                  </a:cubicBezTo>
                  <a:close/>
                  <a:moveTo>
                    <a:pt x="375" y="690"/>
                  </a:moveTo>
                  <a:cubicBezTo>
                    <a:pt x="374" y="689"/>
                    <a:pt x="377" y="690"/>
                    <a:pt x="377" y="691"/>
                  </a:cubicBezTo>
                  <a:cubicBezTo>
                    <a:pt x="377" y="691"/>
                    <a:pt x="375" y="691"/>
                    <a:pt x="375" y="690"/>
                  </a:cubicBezTo>
                  <a:close/>
                  <a:moveTo>
                    <a:pt x="380" y="682"/>
                  </a:moveTo>
                  <a:cubicBezTo>
                    <a:pt x="380" y="681"/>
                    <a:pt x="381" y="681"/>
                    <a:pt x="381" y="682"/>
                  </a:cubicBezTo>
                  <a:cubicBezTo>
                    <a:pt x="381" y="682"/>
                    <a:pt x="381" y="682"/>
                    <a:pt x="380" y="682"/>
                  </a:cubicBezTo>
                  <a:close/>
                  <a:moveTo>
                    <a:pt x="387" y="692"/>
                  </a:moveTo>
                  <a:cubicBezTo>
                    <a:pt x="387" y="692"/>
                    <a:pt x="386" y="692"/>
                    <a:pt x="386" y="692"/>
                  </a:cubicBezTo>
                  <a:cubicBezTo>
                    <a:pt x="386" y="689"/>
                    <a:pt x="389" y="694"/>
                    <a:pt x="387" y="692"/>
                  </a:cubicBezTo>
                  <a:close/>
                  <a:moveTo>
                    <a:pt x="388" y="698"/>
                  </a:moveTo>
                  <a:cubicBezTo>
                    <a:pt x="388" y="697"/>
                    <a:pt x="389" y="696"/>
                    <a:pt x="390" y="697"/>
                  </a:cubicBezTo>
                  <a:cubicBezTo>
                    <a:pt x="390" y="697"/>
                    <a:pt x="388" y="698"/>
                    <a:pt x="388" y="698"/>
                  </a:cubicBezTo>
                  <a:close/>
                  <a:moveTo>
                    <a:pt x="397" y="712"/>
                  </a:moveTo>
                  <a:cubicBezTo>
                    <a:pt x="395" y="712"/>
                    <a:pt x="394" y="711"/>
                    <a:pt x="395" y="710"/>
                  </a:cubicBezTo>
                  <a:cubicBezTo>
                    <a:pt x="395" y="708"/>
                    <a:pt x="399" y="709"/>
                    <a:pt x="400" y="711"/>
                  </a:cubicBezTo>
                  <a:cubicBezTo>
                    <a:pt x="400" y="711"/>
                    <a:pt x="400" y="711"/>
                    <a:pt x="399" y="712"/>
                  </a:cubicBezTo>
                  <a:cubicBezTo>
                    <a:pt x="399" y="712"/>
                    <a:pt x="399" y="712"/>
                    <a:pt x="399" y="712"/>
                  </a:cubicBezTo>
                  <a:cubicBezTo>
                    <a:pt x="399" y="713"/>
                    <a:pt x="397" y="713"/>
                    <a:pt x="397" y="712"/>
                  </a:cubicBezTo>
                  <a:close/>
                  <a:moveTo>
                    <a:pt x="399" y="714"/>
                  </a:moveTo>
                  <a:cubicBezTo>
                    <a:pt x="399" y="713"/>
                    <a:pt x="401" y="713"/>
                    <a:pt x="402" y="713"/>
                  </a:cubicBezTo>
                  <a:cubicBezTo>
                    <a:pt x="401" y="714"/>
                    <a:pt x="400" y="714"/>
                    <a:pt x="399" y="714"/>
                  </a:cubicBezTo>
                  <a:close/>
                  <a:moveTo>
                    <a:pt x="379" y="744"/>
                  </a:moveTo>
                  <a:cubicBezTo>
                    <a:pt x="379" y="744"/>
                    <a:pt x="379" y="744"/>
                    <a:pt x="379" y="744"/>
                  </a:cubicBezTo>
                  <a:cubicBezTo>
                    <a:pt x="379" y="743"/>
                    <a:pt x="379" y="743"/>
                    <a:pt x="379" y="744"/>
                  </a:cubicBezTo>
                  <a:close/>
                  <a:moveTo>
                    <a:pt x="379" y="744"/>
                  </a:moveTo>
                  <a:cubicBezTo>
                    <a:pt x="380" y="744"/>
                    <a:pt x="380" y="744"/>
                    <a:pt x="379" y="744"/>
                  </a:cubicBezTo>
                  <a:close/>
                  <a:moveTo>
                    <a:pt x="380" y="742"/>
                  </a:moveTo>
                  <a:cubicBezTo>
                    <a:pt x="380" y="741"/>
                    <a:pt x="381" y="741"/>
                    <a:pt x="381" y="741"/>
                  </a:cubicBezTo>
                  <a:cubicBezTo>
                    <a:pt x="381" y="741"/>
                    <a:pt x="380" y="742"/>
                    <a:pt x="380" y="742"/>
                  </a:cubicBezTo>
                  <a:close/>
                  <a:moveTo>
                    <a:pt x="382" y="744"/>
                  </a:moveTo>
                  <a:cubicBezTo>
                    <a:pt x="382" y="743"/>
                    <a:pt x="383" y="743"/>
                    <a:pt x="384" y="743"/>
                  </a:cubicBezTo>
                  <a:cubicBezTo>
                    <a:pt x="383" y="743"/>
                    <a:pt x="384" y="745"/>
                    <a:pt x="384" y="745"/>
                  </a:cubicBezTo>
                  <a:cubicBezTo>
                    <a:pt x="383" y="746"/>
                    <a:pt x="381" y="746"/>
                    <a:pt x="382" y="744"/>
                  </a:cubicBezTo>
                  <a:close/>
                  <a:moveTo>
                    <a:pt x="385" y="740"/>
                  </a:moveTo>
                  <a:cubicBezTo>
                    <a:pt x="384" y="740"/>
                    <a:pt x="381" y="738"/>
                    <a:pt x="382" y="736"/>
                  </a:cubicBezTo>
                  <a:cubicBezTo>
                    <a:pt x="383" y="734"/>
                    <a:pt x="388" y="733"/>
                    <a:pt x="390" y="734"/>
                  </a:cubicBezTo>
                  <a:cubicBezTo>
                    <a:pt x="391" y="734"/>
                    <a:pt x="391" y="735"/>
                    <a:pt x="392" y="735"/>
                  </a:cubicBezTo>
                  <a:cubicBezTo>
                    <a:pt x="392" y="735"/>
                    <a:pt x="394" y="734"/>
                    <a:pt x="393" y="735"/>
                  </a:cubicBezTo>
                  <a:cubicBezTo>
                    <a:pt x="393" y="736"/>
                    <a:pt x="391" y="737"/>
                    <a:pt x="391" y="738"/>
                  </a:cubicBezTo>
                  <a:cubicBezTo>
                    <a:pt x="391" y="738"/>
                    <a:pt x="393" y="737"/>
                    <a:pt x="392" y="738"/>
                  </a:cubicBezTo>
                  <a:cubicBezTo>
                    <a:pt x="392" y="738"/>
                    <a:pt x="388" y="741"/>
                    <a:pt x="385" y="740"/>
                  </a:cubicBezTo>
                  <a:close/>
                  <a:moveTo>
                    <a:pt x="390" y="741"/>
                  </a:moveTo>
                  <a:cubicBezTo>
                    <a:pt x="389" y="740"/>
                    <a:pt x="391" y="740"/>
                    <a:pt x="391" y="741"/>
                  </a:cubicBezTo>
                  <a:cubicBezTo>
                    <a:pt x="391" y="741"/>
                    <a:pt x="390" y="741"/>
                    <a:pt x="390" y="741"/>
                  </a:cubicBezTo>
                  <a:close/>
                  <a:moveTo>
                    <a:pt x="393" y="751"/>
                  </a:moveTo>
                  <a:cubicBezTo>
                    <a:pt x="389" y="752"/>
                    <a:pt x="393" y="747"/>
                    <a:pt x="395" y="749"/>
                  </a:cubicBezTo>
                  <a:cubicBezTo>
                    <a:pt x="396" y="750"/>
                    <a:pt x="394" y="751"/>
                    <a:pt x="393" y="751"/>
                  </a:cubicBezTo>
                  <a:close/>
                  <a:moveTo>
                    <a:pt x="396" y="739"/>
                  </a:moveTo>
                  <a:cubicBezTo>
                    <a:pt x="396" y="739"/>
                    <a:pt x="396" y="739"/>
                    <a:pt x="396" y="739"/>
                  </a:cubicBezTo>
                  <a:cubicBezTo>
                    <a:pt x="396" y="739"/>
                    <a:pt x="395" y="738"/>
                    <a:pt x="396" y="739"/>
                  </a:cubicBezTo>
                  <a:close/>
                  <a:moveTo>
                    <a:pt x="396" y="740"/>
                  </a:moveTo>
                  <a:cubicBezTo>
                    <a:pt x="395" y="739"/>
                    <a:pt x="397" y="741"/>
                    <a:pt x="396" y="740"/>
                  </a:cubicBezTo>
                  <a:close/>
                  <a:moveTo>
                    <a:pt x="398" y="725"/>
                  </a:moveTo>
                  <a:cubicBezTo>
                    <a:pt x="398" y="724"/>
                    <a:pt x="400" y="724"/>
                    <a:pt x="400" y="724"/>
                  </a:cubicBezTo>
                  <a:cubicBezTo>
                    <a:pt x="401" y="725"/>
                    <a:pt x="399" y="726"/>
                    <a:pt x="398" y="725"/>
                  </a:cubicBezTo>
                  <a:close/>
                  <a:moveTo>
                    <a:pt x="391" y="763"/>
                  </a:moveTo>
                  <a:cubicBezTo>
                    <a:pt x="391" y="762"/>
                    <a:pt x="393" y="762"/>
                    <a:pt x="393" y="763"/>
                  </a:cubicBezTo>
                  <a:cubicBezTo>
                    <a:pt x="393" y="763"/>
                    <a:pt x="391" y="763"/>
                    <a:pt x="391" y="763"/>
                  </a:cubicBezTo>
                  <a:close/>
                  <a:moveTo>
                    <a:pt x="394" y="763"/>
                  </a:moveTo>
                  <a:cubicBezTo>
                    <a:pt x="394" y="762"/>
                    <a:pt x="395" y="763"/>
                    <a:pt x="395" y="764"/>
                  </a:cubicBezTo>
                  <a:cubicBezTo>
                    <a:pt x="395" y="764"/>
                    <a:pt x="394" y="764"/>
                    <a:pt x="394" y="763"/>
                  </a:cubicBezTo>
                  <a:close/>
                  <a:moveTo>
                    <a:pt x="400" y="767"/>
                  </a:moveTo>
                  <a:cubicBezTo>
                    <a:pt x="400" y="766"/>
                    <a:pt x="400" y="766"/>
                    <a:pt x="400" y="766"/>
                  </a:cubicBezTo>
                  <a:cubicBezTo>
                    <a:pt x="401" y="767"/>
                    <a:pt x="399" y="767"/>
                    <a:pt x="400" y="767"/>
                  </a:cubicBezTo>
                  <a:close/>
                  <a:moveTo>
                    <a:pt x="828" y="375"/>
                  </a:moveTo>
                  <a:cubicBezTo>
                    <a:pt x="827" y="373"/>
                    <a:pt x="830" y="374"/>
                    <a:pt x="828" y="375"/>
                  </a:cubicBezTo>
                  <a:close/>
                  <a:moveTo>
                    <a:pt x="826" y="378"/>
                  </a:moveTo>
                  <a:cubicBezTo>
                    <a:pt x="826" y="378"/>
                    <a:pt x="826" y="378"/>
                    <a:pt x="827" y="378"/>
                  </a:cubicBezTo>
                  <a:cubicBezTo>
                    <a:pt x="827" y="379"/>
                    <a:pt x="825" y="380"/>
                    <a:pt x="826" y="378"/>
                  </a:cubicBezTo>
                  <a:close/>
                  <a:moveTo>
                    <a:pt x="815" y="374"/>
                  </a:moveTo>
                  <a:cubicBezTo>
                    <a:pt x="816" y="372"/>
                    <a:pt x="818" y="376"/>
                    <a:pt x="816" y="376"/>
                  </a:cubicBezTo>
                  <a:cubicBezTo>
                    <a:pt x="815" y="376"/>
                    <a:pt x="815" y="375"/>
                    <a:pt x="815" y="374"/>
                  </a:cubicBezTo>
                  <a:close/>
                  <a:moveTo>
                    <a:pt x="810" y="380"/>
                  </a:moveTo>
                  <a:cubicBezTo>
                    <a:pt x="809" y="377"/>
                    <a:pt x="812" y="378"/>
                    <a:pt x="810" y="380"/>
                  </a:cubicBezTo>
                  <a:close/>
                  <a:moveTo>
                    <a:pt x="803" y="357"/>
                  </a:moveTo>
                  <a:cubicBezTo>
                    <a:pt x="803" y="357"/>
                    <a:pt x="804" y="356"/>
                    <a:pt x="804" y="356"/>
                  </a:cubicBezTo>
                  <a:cubicBezTo>
                    <a:pt x="805" y="357"/>
                    <a:pt x="803" y="358"/>
                    <a:pt x="803" y="357"/>
                  </a:cubicBezTo>
                  <a:close/>
                  <a:moveTo>
                    <a:pt x="803" y="384"/>
                  </a:moveTo>
                  <a:cubicBezTo>
                    <a:pt x="802" y="384"/>
                    <a:pt x="802" y="382"/>
                    <a:pt x="802" y="382"/>
                  </a:cubicBezTo>
                  <a:cubicBezTo>
                    <a:pt x="803" y="381"/>
                    <a:pt x="804" y="383"/>
                    <a:pt x="803" y="384"/>
                  </a:cubicBezTo>
                  <a:close/>
                  <a:moveTo>
                    <a:pt x="801" y="361"/>
                  </a:moveTo>
                  <a:cubicBezTo>
                    <a:pt x="802" y="359"/>
                    <a:pt x="803" y="363"/>
                    <a:pt x="802" y="363"/>
                  </a:cubicBezTo>
                  <a:cubicBezTo>
                    <a:pt x="801" y="364"/>
                    <a:pt x="801" y="361"/>
                    <a:pt x="801" y="361"/>
                  </a:cubicBezTo>
                  <a:close/>
                  <a:moveTo>
                    <a:pt x="801" y="371"/>
                  </a:moveTo>
                  <a:cubicBezTo>
                    <a:pt x="801" y="371"/>
                    <a:pt x="801" y="370"/>
                    <a:pt x="801" y="370"/>
                  </a:cubicBezTo>
                  <a:cubicBezTo>
                    <a:pt x="801" y="369"/>
                    <a:pt x="802" y="370"/>
                    <a:pt x="801" y="371"/>
                  </a:cubicBezTo>
                  <a:close/>
                  <a:moveTo>
                    <a:pt x="799" y="382"/>
                  </a:moveTo>
                  <a:cubicBezTo>
                    <a:pt x="799" y="384"/>
                    <a:pt x="804" y="385"/>
                    <a:pt x="802" y="389"/>
                  </a:cubicBezTo>
                  <a:cubicBezTo>
                    <a:pt x="802" y="389"/>
                    <a:pt x="801" y="389"/>
                    <a:pt x="801" y="389"/>
                  </a:cubicBezTo>
                  <a:cubicBezTo>
                    <a:pt x="801" y="390"/>
                    <a:pt x="802" y="391"/>
                    <a:pt x="801" y="392"/>
                  </a:cubicBezTo>
                  <a:cubicBezTo>
                    <a:pt x="798" y="392"/>
                    <a:pt x="799" y="383"/>
                    <a:pt x="799" y="382"/>
                  </a:cubicBezTo>
                  <a:close/>
                  <a:moveTo>
                    <a:pt x="798" y="367"/>
                  </a:moveTo>
                  <a:cubicBezTo>
                    <a:pt x="799" y="366"/>
                    <a:pt x="799" y="370"/>
                    <a:pt x="798" y="370"/>
                  </a:cubicBezTo>
                  <a:cubicBezTo>
                    <a:pt x="797" y="370"/>
                    <a:pt x="798" y="368"/>
                    <a:pt x="798" y="367"/>
                  </a:cubicBezTo>
                  <a:close/>
                  <a:moveTo>
                    <a:pt x="796" y="344"/>
                  </a:moveTo>
                  <a:cubicBezTo>
                    <a:pt x="797" y="343"/>
                    <a:pt x="797" y="346"/>
                    <a:pt x="796" y="345"/>
                  </a:cubicBezTo>
                  <a:cubicBezTo>
                    <a:pt x="795" y="345"/>
                    <a:pt x="796" y="344"/>
                    <a:pt x="796" y="344"/>
                  </a:cubicBezTo>
                  <a:close/>
                  <a:moveTo>
                    <a:pt x="795" y="373"/>
                  </a:moveTo>
                  <a:cubicBezTo>
                    <a:pt x="793" y="373"/>
                    <a:pt x="794" y="370"/>
                    <a:pt x="794" y="370"/>
                  </a:cubicBezTo>
                  <a:cubicBezTo>
                    <a:pt x="795" y="369"/>
                    <a:pt x="796" y="374"/>
                    <a:pt x="795" y="373"/>
                  </a:cubicBezTo>
                  <a:close/>
                  <a:moveTo>
                    <a:pt x="793" y="353"/>
                  </a:moveTo>
                  <a:cubicBezTo>
                    <a:pt x="795" y="350"/>
                    <a:pt x="796" y="357"/>
                    <a:pt x="793" y="356"/>
                  </a:cubicBezTo>
                  <a:cubicBezTo>
                    <a:pt x="792" y="355"/>
                    <a:pt x="793" y="353"/>
                    <a:pt x="793" y="353"/>
                  </a:cubicBezTo>
                  <a:close/>
                  <a:moveTo>
                    <a:pt x="790" y="355"/>
                  </a:moveTo>
                  <a:cubicBezTo>
                    <a:pt x="789" y="351"/>
                    <a:pt x="792" y="353"/>
                    <a:pt x="790" y="355"/>
                  </a:cubicBezTo>
                  <a:close/>
                  <a:moveTo>
                    <a:pt x="789" y="371"/>
                  </a:moveTo>
                  <a:cubicBezTo>
                    <a:pt x="790" y="371"/>
                    <a:pt x="789" y="373"/>
                    <a:pt x="789" y="371"/>
                  </a:cubicBezTo>
                  <a:cubicBezTo>
                    <a:pt x="789" y="371"/>
                    <a:pt x="789" y="371"/>
                    <a:pt x="789" y="371"/>
                  </a:cubicBezTo>
                  <a:close/>
                  <a:moveTo>
                    <a:pt x="788" y="403"/>
                  </a:moveTo>
                  <a:cubicBezTo>
                    <a:pt x="787" y="400"/>
                    <a:pt x="789" y="401"/>
                    <a:pt x="788" y="403"/>
                  </a:cubicBezTo>
                  <a:close/>
                  <a:moveTo>
                    <a:pt x="785" y="361"/>
                  </a:moveTo>
                  <a:cubicBezTo>
                    <a:pt x="786" y="359"/>
                    <a:pt x="787" y="363"/>
                    <a:pt x="786" y="364"/>
                  </a:cubicBezTo>
                  <a:cubicBezTo>
                    <a:pt x="784" y="364"/>
                    <a:pt x="784" y="361"/>
                    <a:pt x="785" y="361"/>
                  </a:cubicBezTo>
                  <a:close/>
                  <a:moveTo>
                    <a:pt x="785" y="365"/>
                  </a:moveTo>
                  <a:cubicBezTo>
                    <a:pt x="787" y="365"/>
                    <a:pt x="787" y="367"/>
                    <a:pt x="785" y="367"/>
                  </a:cubicBezTo>
                  <a:cubicBezTo>
                    <a:pt x="785" y="367"/>
                    <a:pt x="783" y="366"/>
                    <a:pt x="785" y="365"/>
                  </a:cubicBezTo>
                  <a:close/>
                  <a:moveTo>
                    <a:pt x="783" y="380"/>
                  </a:moveTo>
                  <a:cubicBezTo>
                    <a:pt x="784" y="380"/>
                    <a:pt x="783" y="382"/>
                    <a:pt x="783" y="383"/>
                  </a:cubicBezTo>
                  <a:cubicBezTo>
                    <a:pt x="782" y="382"/>
                    <a:pt x="783" y="381"/>
                    <a:pt x="783" y="380"/>
                  </a:cubicBezTo>
                  <a:close/>
                  <a:moveTo>
                    <a:pt x="739" y="294"/>
                  </a:moveTo>
                  <a:cubicBezTo>
                    <a:pt x="737" y="293"/>
                    <a:pt x="740" y="291"/>
                    <a:pt x="739" y="294"/>
                  </a:cubicBezTo>
                  <a:close/>
                  <a:moveTo>
                    <a:pt x="736" y="437"/>
                  </a:moveTo>
                  <a:cubicBezTo>
                    <a:pt x="736" y="437"/>
                    <a:pt x="736" y="436"/>
                    <a:pt x="736" y="435"/>
                  </a:cubicBezTo>
                  <a:cubicBezTo>
                    <a:pt x="737" y="434"/>
                    <a:pt x="737" y="437"/>
                    <a:pt x="736" y="437"/>
                  </a:cubicBezTo>
                  <a:close/>
                  <a:moveTo>
                    <a:pt x="741" y="332"/>
                  </a:moveTo>
                  <a:cubicBezTo>
                    <a:pt x="741" y="331"/>
                    <a:pt x="741" y="331"/>
                    <a:pt x="741" y="330"/>
                  </a:cubicBezTo>
                  <a:cubicBezTo>
                    <a:pt x="742" y="330"/>
                    <a:pt x="741" y="332"/>
                    <a:pt x="741" y="332"/>
                  </a:cubicBezTo>
                  <a:close/>
                  <a:moveTo>
                    <a:pt x="746" y="351"/>
                  </a:moveTo>
                  <a:cubicBezTo>
                    <a:pt x="745" y="351"/>
                    <a:pt x="746" y="350"/>
                    <a:pt x="746" y="350"/>
                  </a:cubicBezTo>
                  <a:cubicBezTo>
                    <a:pt x="747" y="349"/>
                    <a:pt x="747" y="352"/>
                    <a:pt x="746" y="351"/>
                  </a:cubicBezTo>
                  <a:close/>
                  <a:moveTo>
                    <a:pt x="749" y="369"/>
                  </a:moveTo>
                  <a:cubicBezTo>
                    <a:pt x="749" y="369"/>
                    <a:pt x="749" y="368"/>
                    <a:pt x="749" y="368"/>
                  </a:cubicBezTo>
                  <a:cubicBezTo>
                    <a:pt x="750" y="366"/>
                    <a:pt x="750" y="369"/>
                    <a:pt x="749" y="369"/>
                  </a:cubicBezTo>
                  <a:close/>
                  <a:moveTo>
                    <a:pt x="750" y="348"/>
                  </a:moveTo>
                  <a:cubicBezTo>
                    <a:pt x="750" y="348"/>
                    <a:pt x="750" y="347"/>
                    <a:pt x="750" y="347"/>
                  </a:cubicBezTo>
                  <a:cubicBezTo>
                    <a:pt x="750" y="346"/>
                    <a:pt x="751" y="349"/>
                    <a:pt x="750" y="348"/>
                  </a:cubicBezTo>
                  <a:close/>
                  <a:moveTo>
                    <a:pt x="751" y="457"/>
                  </a:moveTo>
                  <a:cubicBezTo>
                    <a:pt x="750" y="457"/>
                    <a:pt x="750" y="454"/>
                    <a:pt x="751" y="454"/>
                  </a:cubicBezTo>
                  <a:cubicBezTo>
                    <a:pt x="754" y="451"/>
                    <a:pt x="754" y="457"/>
                    <a:pt x="751" y="457"/>
                  </a:cubicBezTo>
                  <a:close/>
                  <a:moveTo>
                    <a:pt x="751" y="364"/>
                  </a:moveTo>
                  <a:cubicBezTo>
                    <a:pt x="752" y="363"/>
                    <a:pt x="751" y="366"/>
                    <a:pt x="751" y="366"/>
                  </a:cubicBezTo>
                  <a:cubicBezTo>
                    <a:pt x="750" y="366"/>
                    <a:pt x="750" y="364"/>
                    <a:pt x="751" y="364"/>
                  </a:cubicBezTo>
                  <a:close/>
                  <a:moveTo>
                    <a:pt x="753" y="422"/>
                  </a:moveTo>
                  <a:cubicBezTo>
                    <a:pt x="753" y="420"/>
                    <a:pt x="755" y="421"/>
                    <a:pt x="753" y="422"/>
                  </a:cubicBezTo>
                  <a:close/>
                  <a:moveTo>
                    <a:pt x="762" y="382"/>
                  </a:moveTo>
                  <a:cubicBezTo>
                    <a:pt x="762" y="382"/>
                    <a:pt x="762" y="381"/>
                    <a:pt x="762" y="381"/>
                  </a:cubicBezTo>
                  <a:cubicBezTo>
                    <a:pt x="763" y="380"/>
                    <a:pt x="763" y="383"/>
                    <a:pt x="762" y="382"/>
                  </a:cubicBezTo>
                  <a:close/>
                  <a:moveTo>
                    <a:pt x="767" y="365"/>
                  </a:moveTo>
                  <a:cubicBezTo>
                    <a:pt x="766" y="365"/>
                    <a:pt x="767" y="364"/>
                    <a:pt x="767" y="363"/>
                  </a:cubicBezTo>
                  <a:cubicBezTo>
                    <a:pt x="768" y="363"/>
                    <a:pt x="768" y="365"/>
                    <a:pt x="767" y="365"/>
                  </a:cubicBezTo>
                  <a:close/>
                  <a:moveTo>
                    <a:pt x="772" y="382"/>
                  </a:moveTo>
                  <a:cubicBezTo>
                    <a:pt x="770" y="383"/>
                    <a:pt x="769" y="377"/>
                    <a:pt x="771" y="376"/>
                  </a:cubicBezTo>
                  <a:cubicBezTo>
                    <a:pt x="775" y="374"/>
                    <a:pt x="775" y="382"/>
                    <a:pt x="772" y="382"/>
                  </a:cubicBezTo>
                  <a:close/>
                  <a:moveTo>
                    <a:pt x="771" y="351"/>
                  </a:moveTo>
                  <a:cubicBezTo>
                    <a:pt x="772" y="348"/>
                    <a:pt x="775" y="355"/>
                    <a:pt x="772" y="354"/>
                  </a:cubicBezTo>
                  <a:cubicBezTo>
                    <a:pt x="771" y="353"/>
                    <a:pt x="770" y="352"/>
                    <a:pt x="771" y="351"/>
                  </a:cubicBezTo>
                  <a:close/>
                  <a:moveTo>
                    <a:pt x="776" y="420"/>
                  </a:moveTo>
                  <a:cubicBezTo>
                    <a:pt x="777" y="422"/>
                    <a:pt x="775" y="421"/>
                    <a:pt x="776" y="420"/>
                  </a:cubicBezTo>
                  <a:close/>
                  <a:moveTo>
                    <a:pt x="779" y="402"/>
                  </a:moveTo>
                  <a:cubicBezTo>
                    <a:pt x="779" y="401"/>
                    <a:pt x="778" y="403"/>
                    <a:pt x="779" y="402"/>
                  </a:cubicBezTo>
                  <a:close/>
                  <a:moveTo>
                    <a:pt x="782" y="347"/>
                  </a:moveTo>
                  <a:cubicBezTo>
                    <a:pt x="781" y="347"/>
                    <a:pt x="781" y="346"/>
                    <a:pt x="781" y="346"/>
                  </a:cubicBezTo>
                  <a:cubicBezTo>
                    <a:pt x="781" y="344"/>
                    <a:pt x="783" y="348"/>
                    <a:pt x="782" y="347"/>
                  </a:cubicBezTo>
                  <a:close/>
                  <a:moveTo>
                    <a:pt x="779" y="364"/>
                  </a:moveTo>
                  <a:cubicBezTo>
                    <a:pt x="780" y="364"/>
                    <a:pt x="782" y="368"/>
                    <a:pt x="782" y="368"/>
                  </a:cubicBezTo>
                  <a:cubicBezTo>
                    <a:pt x="782" y="370"/>
                    <a:pt x="779" y="368"/>
                    <a:pt x="778" y="370"/>
                  </a:cubicBezTo>
                  <a:cubicBezTo>
                    <a:pt x="778" y="370"/>
                    <a:pt x="780" y="371"/>
                    <a:pt x="780" y="372"/>
                  </a:cubicBezTo>
                  <a:cubicBezTo>
                    <a:pt x="777" y="376"/>
                    <a:pt x="772" y="368"/>
                    <a:pt x="775" y="365"/>
                  </a:cubicBezTo>
                  <a:cubicBezTo>
                    <a:pt x="776" y="364"/>
                    <a:pt x="778" y="364"/>
                    <a:pt x="779" y="364"/>
                  </a:cubicBezTo>
                  <a:close/>
                  <a:moveTo>
                    <a:pt x="776" y="327"/>
                  </a:moveTo>
                  <a:cubicBezTo>
                    <a:pt x="776" y="329"/>
                    <a:pt x="776" y="326"/>
                    <a:pt x="776" y="327"/>
                  </a:cubicBezTo>
                  <a:close/>
                  <a:moveTo>
                    <a:pt x="776" y="333"/>
                  </a:moveTo>
                  <a:cubicBezTo>
                    <a:pt x="778" y="332"/>
                    <a:pt x="780" y="337"/>
                    <a:pt x="777" y="338"/>
                  </a:cubicBezTo>
                  <a:cubicBezTo>
                    <a:pt x="775" y="338"/>
                    <a:pt x="774" y="334"/>
                    <a:pt x="776" y="333"/>
                  </a:cubicBezTo>
                  <a:close/>
                  <a:moveTo>
                    <a:pt x="775" y="351"/>
                  </a:moveTo>
                  <a:cubicBezTo>
                    <a:pt x="776" y="350"/>
                    <a:pt x="777" y="352"/>
                    <a:pt x="776" y="352"/>
                  </a:cubicBezTo>
                  <a:cubicBezTo>
                    <a:pt x="775" y="352"/>
                    <a:pt x="775" y="351"/>
                    <a:pt x="775" y="351"/>
                  </a:cubicBezTo>
                  <a:close/>
                  <a:moveTo>
                    <a:pt x="774" y="342"/>
                  </a:moveTo>
                  <a:cubicBezTo>
                    <a:pt x="775" y="340"/>
                    <a:pt x="776" y="343"/>
                    <a:pt x="774" y="343"/>
                  </a:cubicBezTo>
                  <a:cubicBezTo>
                    <a:pt x="774" y="343"/>
                    <a:pt x="774" y="342"/>
                    <a:pt x="774" y="342"/>
                  </a:cubicBezTo>
                  <a:close/>
                  <a:moveTo>
                    <a:pt x="773" y="347"/>
                  </a:moveTo>
                  <a:cubicBezTo>
                    <a:pt x="772" y="348"/>
                    <a:pt x="770" y="343"/>
                    <a:pt x="772" y="343"/>
                  </a:cubicBezTo>
                  <a:cubicBezTo>
                    <a:pt x="774" y="341"/>
                    <a:pt x="774" y="347"/>
                    <a:pt x="773" y="347"/>
                  </a:cubicBezTo>
                  <a:close/>
                  <a:moveTo>
                    <a:pt x="770" y="320"/>
                  </a:moveTo>
                  <a:cubicBezTo>
                    <a:pt x="771" y="318"/>
                    <a:pt x="773" y="323"/>
                    <a:pt x="770" y="322"/>
                  </a:cubicBezTo>
                  <a:cubicBezTo>
                    <a:pt x="769" y="322"/>
                    <a:pt x="769" y="320"/>
                    <a:pt x="770" y="320"/>
                  </a:cubicBezTo>
                  <a:close/>
                  <a:moveTo>
                    <a:pt x="769" y="332"/>
                  </a:moveTo>
                  <a:cubicBezTo>
                    <a:pt x="769" y="331"/>
                    <a:pt x="770" y="334"/>
                    <a:pt x="769" y="334"/>
                  </a:cubicBezTo>
                  <a:cubicBezTo>
                    <a:pt x="768" y="334"/>
                    <a:pt x="768" y="333"/>
                    <a:pt x="769" y="332"/>
                  </a:cubicBezTo>
                  <a:close/>
                  <a:moveTo>
                    <a:pt x="766" y="326"/>
                  </a:moveTo>
                  <a:cubicBezTo>
                    <a:pt x="768" y="322"/>
                    <a:pt x="770" y="331"/>
                    <a:pt x="766" y="329"/>
                  </a:cubicBezTo>
                  <a:cubicBezTo>
                    <a:pt x="765" y="328"/>
                    <a:pt x="766" y="327"/>
                    <a:pt x="766" y="326"/>
                  </a:cubicBezTo>
                  <a:close/>
                  <a:moveTo>
                    <a:pt x="767" y="336"/>
                  </a:moveTo>
                  <a:cubicBezTo>
                    <a:pt x="767" y="335"/>
                    <a:pt x="767" y="335"/>
                    <a:pt x="767" y="334"/>
                  </a:cubicBezTo>
                  <a:cubicBezTo>
                    <a:pt x="768" y="334"/>
                    <a:pt x="768" y="336"/>
                    <a:pt x="767" y="336"/>
                  </a:cubicBezTo>
                  <a:close/>
                  <a:moveTo>
                    <a:pt x="767" y="332"/>
                  </a:moveTo>
                  <a:cubicBezTo>
                    <a:pt x="766" y="332"/>
                    <a:pt x="766" y="331"/>
                    <a:pt x="766" y="330"/>
                  </a:cubicBezTo>
                  <a:cubicBezTo>
                    <a:pt x="767" y="329"/>
                    <a:pt x="767" y="332"/>
                    <a:pt x="767" y="332"/>
                  </a:cubicBezTo>
                  <a:close/>
                  <a:moveTo>
                    <a:pt x="767" y="349"/>
                  </a:moveTo>
                  <a:cubicBezTo>
                    <a:pt x="767" y="348"/>
                    <a:pt x="769" y="349"/>
                    <a:pt x="769" y="349"/>
                  </a:cubicBezTo>
                  <a:cubicBezTo>
                    <a:pt x="770" y="351"/>
                    <a:pt x="768" y="355"/>
                    <a:pt x="766" y="355"/>
                  </a:cubicBezTo>
                  <a:cubicBezTo>
                    <a:pt x="765" y="355"/>
                    <a:pt x="764" y="353"/>
                    <a:pt x="763" y="353"/>
                  </a:cubicBezTo>
                  <a:cubicBezTo>
                    <a:pt x="761" y="352"/>
                    <a:pt x="761" y="348"/>
                    <a:pt x="763" y="347"/>
                  </a:cubicBezTo>
                  <a:cubicBezTo>
                    <a:pt x="766" y="345"/>
                    <a:pt x="766" y="347"/>
                    <a:pt x="767" y="349"/>
                  </a:cubicBezTo>
                  <a:close/>
                  <a:moveTo>
                    <a:pt x="762" y="341"/>
                  </a:move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lose/>
                  <a:moveTo>
                    <a:pt x="762" y="320"/>
                  </a:moveTo>
                  <a:cubicBezTo>
                    <a:pt x="764" y="321"/>
                    <a:pt x="761" y="322"/>
                    <a:pt x="762" y="320"/>
                  </a:cubicBezTo>
                  <a:close/>
                  <a:moveTo>
                    <a:pt x="762" y="322"/>
                  </a:moveTo>
                  <a:cubicBezTo>
                    <a:pt x="763" y="322"/>
                    <a:pt x="762" y="323"/>
                    <a:pt x="762" y="323"/>
                  </a:cubicBezTo>
                  <a:cubicBezTo>
                    <a:pt x="761" y="323"/>
                    <a:pt x="762" y="322"/>
                    <a:pt x="762" y="322"/>
                  </a:cubicBezTo>
                  <a:close/>
                  <a:moveTo>
                    <a:pt x="762" y="331"/>
                  </a:moveTo>
                  <a:cubicBezTo>
                    <a:pt x="762" y="330"/>
                    <a:pt x="763" y="333"/>
                    <a:pt x="762" y="332"/>
                  </a:cubicBezTo>
                  <a:cubicBezTo>
                    <a:pt x="761" y="332"/>
                    <a:pt x="762" y="331"/>
                    <a:pt x="762" y="331"/>
                  </a:cubicBezTo>
                  <a:close/>
                  <a:moveTo>
                    <a:pt x="760" y="362"/>
                  </a:moveTo>
                  <a:cubicBezTo>
                    <a:pt x="762" y="360"/>
                    <a:pt x="762" y="364"/>
                    <a:pt x="761" y="364"/>
                  </a:cubicBezTo>
                  <a:cubicBezTo>
                    <a:pt x="760" y="365"/>
                    <a:pt x="759" y="362"/>
                    <a:pt x="760" y="362"/>
                  </a:cubicBezTo>
                  <a:close/>
                  <a:moveTo>
                    <a:pt x="758" y="333"/>
                  </a:moveTo>
                  <a:cubicBezTo>
                    <a:pt x="757" y="333"/>
                    <a:pt x="757" y="332"/>
                    <a:pt x="757" y="331"/>
                  </a:cubicBezTo>
                  <a:cubicBezTo>
                    <a:pt x="759" y="330"/>
                    <a:pt x="760" y="334"/>
                    <a:pt x="758" y="333"/>
                  </a:cubicBezTo>
                  <a:close/>
                  <a:moveTo>
                    <a:pt x="757" y="305"/>
                  </a:moveTo>
                  <a:cubicBezTo>
                    <a:pt x="757" y="307"/>
                    <a:pt x="757" y="308"/>
                    <a:pt x="757" y="309"/>
                  </a:cubicBezTo>
                  <a:cubicBezTo>
                    <a:pt x="756" y="308"/>
                    <a:pt x="756" y="306"/>
                    <a:pt x="757" y="305"/>
                  </a:cubicBezTo>
                  <a:close/>
                  <a:moveTo>
                    <a:pt x="756" y="312"/>
                  </a:moveTo>
                  <a:cubicBezTo>
                    <a:pt x="759" y="315"/>
                    <a:pt x="754" y="316"/>
                    <a:pt x="756" y="312"/>
                  </a:cubicBezTo>
                  <a:close/>
                  <a:moveTo>
                    <a:pt x="755" y="427"/>
                  </a:moveTo>
                  <a:cubicBezTo>
                    <a:pt x="753" y="425"/>
                    <a:pt x="756" y="426"/>
                    <a:pt x="755" y="427"/>
                  </a:cubicBezTo>
                  <a:close/>
                  <a:moveTo>
                    <a:pt x="754" y="387"/>
                  </a:moveTo>
                  <a:cubicBezTo>
                    <a:pt x="752" y="388"/>
                    <a:pt x="750" y="384"/>
                    <a:pt x="752" y="382"/>
                  </a:cubicBezTo>
                  <a:cubicBezTo>
                    <a:pt x="754" y="380"/>
                    <a:pt x="755" y="386"/>
                    <a:pt x="754" y="387"/>
                  </a:cubicBezTo>
                  <a:close/>
                  <a:moveTo>
                    <a:pt x="754" y="326"/>
                  </a:moveTo>
                  <a:cubicBezTo>
                    <a:pt x="754" y="324"/>
                    <a:pt x="754" y="328"/>
                    <a:pt x="754" y="326"/>
                  </a:cubicBezTo>
                  <a:close/>
                  <a:moveTo>
                    <a:pt x="754" y="307"/>
                  </a:moveTo>
                  <a:cubicBezTo>
                    <a:pt x="755" y="308"/>
                    <a:pt x="753" y="309"/>
                    <a:pt x="754" y="307"/>
                  </a:cubicBezTo>
                  <a:close/>
                  <a:moveTo>
                    <a:pt x="752" y="301"/>
                  </a:moveTo>
                  <a:cubicBezTo>
                    <a:pt x="751" y="299"/>
                    <a:pt x="754" y="299"/>
                    <a:pt x="752" y="301"/>
                  </a:cubicBezTo>
                  <a:close/>
                  <a:moveTo>
                    <a:pt x="752" y="350"/>
                  </a:moveTo>
                  <a:cubicBezTo>
                    <a:pt x="753" y="351"/>
                    <a:pt x="753" y="355"/>
                    <a:pt x="752" y="356"/>
                  </a:cubicBezTo>
                  <a:cubicBezTo>
                    <a:pt x="752" y="354"/>
                    <a:pt x="752" y="352"/>
                    <a:pt x="752" y="350"/>
                  </a:cubicBezTo>
                  <a:close/>
                  <a:moveTo>
                    <a:pt x="751" y="362"/>
                  </a:moveTo>
                  <a:cubicBezTo>
                    <a:pt x="751" y="361"/>
                    <a:pt x="751" y="361"/>
                    <a:pt x="751" y="360"/>
                  </a:cubicBezTo>
                  <a:cubicBezTo>
                    <a:pt x="752" y="360"/>
                    <a:pt x="752" y="362"/>
                    <a:pt x="751" y="362"/>
                  </a:cubicBezTo>
                  <a:close/>
                  <a:moveTo>
                    <a:pt x="751" y="307"/>
                  </a:moveTo>
                  <a:cubicBezTo>
                    <a:pt x="752" y="306"/>
                    <a:pt x="750" y="309"/>
                    <a:pt x="751" y="307"/>
                  </a:cubicBezTo>
                  <a:close/>
                  <a:moveTo>
                    <a:pt x="751" y="340"/>
                  </a:moveTo>
                  <a:cubicBezTo>
                    <a:pt x="750" y="341"/>
                    <a:pt x="750" y="339"/>
                    <a:pt x="750" y="339"/>
                  </a:cubicBezTo>
                  <a:cubicBezTo>
                    <a:pt x="751" y="338"/>
                    <a:pt x="751" y="340"/>
                    <a:pt x="751" y="340"/>
                  </a:cubicBezTo>
                  <a:close/>
                  <a:moveTo>
                    <a:pt x="748" y="303"/>
                  </a:moveTo>
                  <a:cubicBezTo>
                    <a:pt x="750" y="301"/>
                    <a:pt x="752" y="307"/>
                    <a:pt x="750" y="307"/>
                  </a:cubicBezTo>
                  <a:cubicBezTo>
                    <a:pt x="748" y="307"/>
                    <a:pt x="748" y="304"/>
                    <a:pt x="748" y="303"/>
                  </a:cubicBezTo>
                  <a:close/>
                  <a:moveTo>
                    <a:pt x="747" y="306"/>
                  </a:moveTo>
                  <a:cubicBezTo>
                    <a:pt x="746" y="307"/>
                    <a:pt x="745" y="306"/>
                    <a:pt x="747" y="306"/>
                  </a:cubicBezTo>
                  <a:close/>
                  <a:moveTo>
                    <a:pt x="745" y="301"/>
                  </a:moveTo>
                  <a:cubicBezTo>
                    <a:pt x="746" y="300"/>
                    <a:pt x="746" y="303"/>
                    <a:pt x="745" y="303"/>
                  </a:cubicBezTo>
                  <a:cubicBezTo>
                    <a:pt x="744" y="302"/>
                    <a:pt x="745" y="301"/>
                    <a:pt x="745" y="301"/>
                  </a:cubicBezTo>
                  <a:close/>
                  <a:moveTo>
                    <a:pt x="745" y="332"/>
                  </a:moveTo>
                  <a:cubicBezTo>
                    <a:pt x="746" y="331"/>
                    <a:pt x="747" y="331"/>
                    <a:pt x="747" y="333"/>
                  </a:cubicBezTo>
                  <a:cubicBezTo>
                    <a:pt x="747" y="335"/>
                    <a:pt x="744" y="345"/>
                    <a:pt x="744" y="345"/>
                  </a:cubicBezTo>
                  <a:cubicBezTo>
                    <a:pt x="742" y="345"/>
                    <a:pt x="744" y="341"/>
                    <a:pt x="744" y="340"/>
                  </a:cubicBezTo>
                  <a:cubicBezTo>
                    <a:pt x="745" y="338"/>
                    <a:pt x="743" y="333"/>
                    <a:pt x="745" y="332"/>
                  </a:cubicBezTo>
                  <a:close/>
                  <a:moveTo>
                    <a:pt x="743" y="354"/>
                  </a:moveTo>
                  <a:cubicBezTo>
                    <a:pt x="744" y="353"/>
                    <a:pt x="742" y="355"/>
                    <a:pt x="743" y="354"/>
                  </a:cubicBezTo>
                  <a:close/>
                  <a:moveTo>
                    <a:pt x="740" y="293"/>
                  </a:moveTo>
                  <a:cubicBezTo>
                    <a:pt x="739" y="293"/>
                    <a:pt x="740" y="292"/>
                    <a:pt x="740" y="292"/>
                  </a:cubicBezTo>
                  <a:cubicBezTo>
                    <a:pt x="741" y="291"/>
                    <a:pt x="741" y="294"/>
                    <a:pt x="740" y="293"/>
                  </a:cubicBezTo>
                  <a:close/>
                  <a:moveTo>
                    <a:pt x="741" y="324"/>
                  </a:moveTo>
                  <a:cubicBezTo>
                    <a:pt x="742" y="322"/>
                    <a:pt x="742" y="325"/>
                    <a:pt x="741" y="325"/>
                  </a:cubicBezTo>
                  <a:cubicBezTo>
                    <a:pt x="740" y="325"/>
                    <a:pt x="741" y="324"/>
                    <a:pt x="741" y="324"/>
                  </a:cubicBezTo>
                  <a:close/>
                  <a:moveTo>
                    <a:pt x="740" y="339"/>
                  </a:moveTo>
                  <a:cubicBezTo>
                    <a:pt x="741" y="338"/>
                    <a:pt x="741" y="340"/>
                    <a:pt x="741" y="340"/>
                  </a:cubicBezTo>
                  <a:cubicBezTo>
                    <a:pt x="740" y="341"/>
                    <a:pt x="740" y="340"/>
                    <a:pt x="740" y="339"/>
                  </a:cubicBezTo>
                  <a:close/>
                  <a:moveTo>
                    <a:pt x="740" y="360"/>
                  </a:moveTo>
                  <a:cubicBezTo>
                    <a:pt x="741" y="361"/>
                    <a:pt x="739" y="362"/>
                    <a:pt x="740" y="360"/>
                  </a:cubicBezTo>
                  <a:close/>
                  <a:moveTo>
                    <a:pt x="739" y="374"/>
                  </a:moveTo>
                  <a:cubicBezTo>
                    <a:pt x="739" y="374"/>
                    <a:pt x="739" y="376"/>
                    <a:pt x="739" y="376"/>
                  </a:cubicBezTo>
                  <a:cubicBezTo>
                    <a:pt x="739" y="375"/>
                    <a:pt x="739" y="375"/>
                    <a:pt x="739" y="374"/>
                  </a:cubicBezTo>
                  <a:close/>
                  <a:moveTo>
                    <a:pt x="737" y="379"/>
                  </a:moveTo>
                  <a:cubicBezTo>
                    <a:pt x="739" y="380"/>
                    <a:pt x="737" y="382"/>
                    <a:pt x="737" y="384"/>
                  </a:cubicBezTo>
                  <a:cubicBezTo>
                    <a:pt x="737" y="382"/>
                    <a:pt x="736" y="383"/>
                    <a:pt x="735" y="382"/>
                  </a:cubicBezTo>
                  <a:cubicBezTo>
                    <a:pt x="733" y="381"/>
                    <a:pt x="736" y="377"/>
                    <a:pt x="737" y="379"/>
                  </a:cubicBezTo>
                  <a:close/>
                  <a:moveTo>
                    <a:pt x="735" y="354"/>
                  </a:moveTo>
                  <a:cubicBezTo>
                    <a:pt x="733" y="353"/>
                    <a:pt x="735" y="352"/>
                    <a:pt x="735" y="354"/>
                  </a:cubicBezTo>
                  <a:close/>
                  <a:moveTo>
                    <a:pt x="734" y="314"/>
                  </a:moveTo>
                  <a:cubicBezTo>
                    <a:pt x="734" y="313"/>
                    <a:pt x="735" y="314"/>
                    <a:pt x="735" y="314"/>
                  </a:cubicBezTo>
                  <a:cubicBezTo>
                    <a:pt x="735" y="315"/>
                    <a:pt x="734" y="315"/>
                    <a:pt x="734" y="314"/>
                  </a:cubicBezTo>
                  <a:close/>
                  <a:moveTo>
                    <a:pt x="733" y="313"/>
                  </a:moveTo>
                  <a:cubicBezTo>
                    <a:pt x="734" y="313"/>
                    <a:pt x="733" y="314"/>
                    <a:pt x="733" y="314"/>
                  </a:cubicBezTo>
                  <a:cubicBezTo>
                    <a:pt x="732" y="314"/>
                    <a:pt x="733" y="313"/>
                    <a:pt x="733" y="313"/>
                  </a:cubicBezTo>
                  <a:close/>
                  <a:moveTo>
                    <a:pt x="734" y="322"/>
                  </a:moveTo>
                  <a:cubicBezTo>
                    <a:pt x="734" y="323"/>
                    <a:pt x="733" y="322"/>
                    <a:pt x="733" y="321"/>
                  </a:cubicBezTo>
                  <a:cubicBezTo>
                    <a:pt x="733" y="320"/>
                    <a:pt x="734" y="321"/>
                    <a:pt x="734" y="322"/>
                  </a:cubicBezTo>
                  <a:close/>
                  <a:moveTo>
                    <a:pt x="731" y="420"/>
                  </a:moveTo>
                  <a:cubicBezTo>
                    <a:pt x="732" y="418"/>
                    <a:pt x="730" y="422"/>
                    <a:pt x="731" y="420"/>
                  </a:cubicBezTo>
                  <a:close/>
                  <a:moveTo>
                    <a:pt x="731" y="303"/>
                  </a:moveTo>
                  <a:cubicBezTo>
                    <a:pt x="729" y="302"/>
                    <a:pt x="731" y="301"/>
                    <a:pt x="731" y="303"/>
                  </a:cubicBezTo>
                  <a:close/>
                  <a:moveTo>
                    <a:pt x="731" y="305"/>
                  </a:moveTo>
                  <a:cubicBezTo>
                    <a:pt x="731" y="305"/>
                    <a:pt x="729" y="305"/>
                    <a:pt x="729" y="305"/>
                  </a:cubicBezTo>
                  <a:cubicBezTo>
                    <a:pt x="729" y="304"/>
                    <a:pt x="732" y="304"/>
                    <a:pt x="731" y="305"/>
                  </a:cubicBezTo>
                  <a:close/>
                  <a:moveTo>
                    <a:pt x="729" y="318"/>
                  </a:moveTo>
                  <a:cubicBezTo>
                    <a:pt x="729" y="317"/>
                    <a:pt x="730" y="319"/>
                    <a:pt x="730" y="320"/>
                  </a:cubicBezTo>
                  <a:cubicBezTo>
                    <a:pt x="729" y="320"/>
                    <a:pt x="729" y="319"/>
                    <a:pt x="729" y="318"/>
                  </a:cubicBezTo>
                  <a:close/>
                  <a:moveTo>
                    <a:pt x="724" y="299"/>
                  </a:move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lose/>
                  <a:moveTo>
                    <a:pt x="728" y="307"/>
                  </a:moveTo>
                  <a:cubicBezTo>
                    <a:pt x="728" y="306"/>
                    <a:pt x="728" y="309"/>
                    <a:pt x="728" y="307"/>
                  </a:cubicBezTo>
                  <a:close/>
                  <a:moveTo>
                    <a:pt x="727" y="323"/>
                  </a:moveTo>
                  <a:cubicBezTo>
                    <a:pt x="727" y="322"/>
                    <a:pt x="726" y="324"/>
                    <a:pt x="727" y="323"/>
                  </a:cubicBezTo>
                  <a:close/>
                  <a:moveTo>
                    <a:pt x="725" y="462"/>
                  </a:moveTo>
                  <a:cubicBezTo>
                    <a:pt x="725" y="463"/>
                    <a:pt x="723" y="463"/>
                    <a:pt x="724" y="462"/>
                  </a:cubicBezTo>
                  <a:cubicBezTo>
                    <a:pt x="724" y="461"/>
                    <a:pt x="725" y="462"/>
                    <a:pt x="725" y="462"/>
                  </a:cubicBezTo>
                  <a:close/>
                  <a:moveTo>
                    <a:pt x="725" y="403"/>
                  </a:moveTo>
                  <a:cubicBezTo>
                    <a:pt x="724" y="405"/>
                    <a:pt x="725" y="402"/>
                    <a:pt x="725" y="403"/>
                  </a:cubicBezTo>
                  <a:close/>
                  <a:moveTo>
                    <a:pt x="724" y="379"/>
                  </a:moveTo>
                  <a:cubicBezTo>
                    <a:pt x="724" y="380"/>
                    <a:pt x="723" y="379"/>
                    <a:pt x="723" y="379"/>
                  </a:cubicBezTo>
                  <a:cubicBezTo>
                    <a:pt x="723" y="379"/>
                    <a:pt x="725" y="379"/>
                    <a:pt x="724" y="379"/>
                  </a:cubicBezTo>
                  <a:close/>
                  <a:moveTo>
                    <a:pt x="721" y="336"/>
                  </a:moveTo>
                  <a:cubicBezTo>
                    <a:pt x="722" y="335"/>
                    <a:pt x="722" y="339"/>
                    <a:pt x="721" y="338"/>
                  </a:cubicBezTo>
                  <a:cubicBezTo>
                    <a:pt x="720" y="338"/>
                    <a:pt x="721" y="336"/>
                    <a:pt x="721" y="336"/>
                  </a:cubicBezTo>
                  <a:close/>
                  <a:moveTo>
                    <a:pt x="719" y="366"/>
                  </a:moveTo>
                  <a:cubicBezTo>
                    <a:pt x="721" y="365"/>
                    <a:pt x="718" y="368"/>
                    <a:pt x="719" y="366"/>
                  </a:cubicBezTo>
                  <a:cubicBezTo>
                    <a:pt x="719" y="366"/>
                    <a:pt x="719" y="366"/>
                    <a:pt x="719" y="366"/>
                  </a:cubicBezTo>
                  <a:close/>
                  <a:moveTo>
                    <a:pt x="708" y="263"/>
                  </a:moveTo>
                  <a:cubicBezTo>
                    <a:pt x="708" y="261"/>
                    <a:pt x="709" y="265"/>
                    <a:pt x="708" y="264"/>
                  </a:cubicBezTo>
                  <a:cubicBezTo>
                    <a:pt x="707" y="263"/>
                    <a:pt x="707" y="263"/>
                    <a:pt x="708" y="263"/>
                  </a:cubicBezTo>
                  <a:close/>
                  <a:moveTo>
                    <a:pt x="707" y="258"/>
                  </a:moveTo>
                  <a:cubicBezTo>
                    <a:pt x="708" y="257"/>
                    <a:pt x="707" y="260"/>
                    <a:pt x="706" y="260"/>
                  </a:cubicBezTo>
                  <a:cubicBezTo>
                    <a:pt x="705" y="259"/>
                    <a:pt x="707" y="258"/>
                    <a:pt x="707" y="258"/>
                  </a:cubicBezTo>
                  <a:close/>
                  <a:moveTo>
                    <a:pt x="681" y="522"/>
                  </a:moveTo>
                  <a:cubicBezTo>
                    <a:pt x="680" y="522"/>
                    <a:pt x="680" y="521"/>
                    <a:pt x="681" y="521"/>
                  </a:cubicBezTo>
                  <a:cubicBezTo>
                    <a:pt x="682" y="519"/>
                    <a:pt x="682" y="523"/>
                    <a:pt x="681" y="522"/>
                  </a:cubicBezTo>
                  <a:close/>
                  <a:moveTo>
                    <a:pt x="682" y="440"/>
                  </a:moveTo>
                  <a:cubicBezTo>
                    <a:pt x="681" y="440"/>
                    <a:pt x="681" y="439"/>
                    <a:pt x="682" y="438"/>
                  </a:cubicBezTo>
                  <a:cubicBezTo>
                    <a:pt x="683" y="436"/>
                    <a:pt x="684" y="441"/>
                    <a:pt x="682" y="440"/>
                  </a:cubicBezTo>
                  <a:close/>
                  <a:moveTo>
                    <a:pt x="682" y="375"/>
                  </a:moveTo>
                  <a:cubicBezTo>
                    <a:pt x="682" y="374"/>
                    <a:pt x="683" y="374"/>
                    <a:pt x="683" y="372"/>
                  </a:cubicBezTo>
                  <a:cubicBezTo>
                    <a:pt x="684" y="373"/>
                    <a:pt x="683" y="375"/>
                    <a:pt x="682" y="375"/>
                  </a:cubicBezTo>
                  <a:close/>
                  <a:moveTo>
                    <a:pt x="684" y="296"/>
                  </a:moveTo>
                  <a:cubicBezTo>
                    <a:pt x="685" y="295"/>
                    <a:pt x="685" y="297"/>
                    <a:pt x="684" y="297"/>
                  </a:cubicBezTo>
                  <a:cubicBezTo>
                    <a:pt x="684" y="297"/>
                    <a:pt x="684" y="296"/>
                    <a:pt x="684" y="296"/>
                  </a:cubicBezTo>
                  <a:close/>
                  <a:moveTo>
                    <a:pt x="685" y="292"/>
                  </a:moveTo>
                  <a:cubicBezTo>
                    <a:pt x="686" y="292"/>
                    <a:pt x="683" y="293"/>
                    <a:pt x="685" y="292"/>
                  </a:cubicBezTo>
                  <a:close/>
                  <a:moveTo>
                    <a:pt x="683" y="302"/>
                  </a:moveTo>
                  <a:cubicBezTo>
                    <a:pt x="683" y="302"/>
                    <a:pt x="684" y="301"/>
                    <a:pt x="684" y="301"/>
                  </a:cubicBezTo>
                  <a:cubicBezTo>
                    <a:pt x="684" y="301"/>
                    <a:pt x="683" y="302"/>
                    <a:pt x="683" y="302"/>
                  </a:cubicBezTo>
                  <a:close/>
                  <a:moveTo>
                    <a:pt x="685" y="376"/>
                  </a:moveTo>
                  <a:cubicBezTo>
                    <a:pt x="684" y="375"/>
                    <a:pt x="685" y="372"/>
                    <a:pt x="685" y="372"/>
                  </a:cubicBezTo>
                  <a:cubicBezTo>
                    <a:pt x="688" y="370"/>
                    <a:pt x="688" y="377"/>
                    <a:pt x="685" y="376"/>
                  </a:cubicBezTo>
                  <a:close/>
                  <a:moveTo>
                    <a:pt x="685" y="360"/>
                  </a:moveTo>
                  <a:cubicBezTo>
                    <a:pt x="685" y="358"/>
                    <a:pt x="686" y="361"/>
                    <a:pt x="685" y="361"/>
                  </a:cubicBezTo>
                  <a:cubicBezTo>
                    <a:pt x="684" y="360"/>
                    <a:pt x="685" y="360"/>
                    <a:pt x="685" y="360"/>
                  </a:cubicBezTo>
                  <a:close/>
                  <a:moveTo>
                    <a:pt x="689" y="346"/>
                  </a:moveTo>
                  <a:cubicBezTo>
                    <a:pt x="687" y="346"/>
                    <a:pt x="688" y="344"/>
                    <a:pt x="688" y="344"/>
                  </a:cubicBezTo>
                  <a:cubicBezTo>
                    <a:pt x="689" y="342"/>
                    <a:pt x="690" y="347"/>
                    <a:pt x="689" y="346"/>
                  </a:cubicBezTo>
                  <a:close/>
                  <a:moveTo>
                    <a:pt x="689" y="333"/>
                  </a:moveTo>
                  <a:cubicBezTo>
                    <a:pt x="689" y="334"/>
                    <a:pt x="688" y="331"/>
                    <a:pt x="689" y="333"/>
                  </a:cubicBezTo>
                  <a:close/>
                  <a:moveTo>
                    <a:pt x="690" y="370"/>
                  </a:moveTo>
                  <a:cubicBezTo>
                    <a:pt x="692" y="367"/>
                    <a:pt x="693" y="373"/>
                    <a:pt x="691" y="372"/>
                  </a:cubicBezTo>
                  <a:cubicBezTo>
                    <a:pt x="690" y="372"/>
                    <a:pt x="690" y="370"/>
                    <a:pt x="690" y="370"/>
                  </a:cubicBezTo>
                  <a:close/>
                  <a:moveTo>
                    <a:pt x="690" y="322"/>
                  </a:moveTo>
                  <a:cubicBezTo>
                    <a:pt x="689" y="323"/>
                    <a:pt x="692" y="320"/>
                    <a:pt x="690" y="322"/>
                  </a:cubicBezTo>
                  <a:close/>
                  <a:moveTo>
                    <a:pt x="691" y="405"/>
                  </a:moveTo>
                  <a:cubicBezTo>
                    <a:pt x="690" y="403"/>
                    <a:pt x="693" y="403"/>
                    <a:pt x="693" y="402"/>
                  </a:cubicBezTo>
                  <a:cubicBezTo>
                    <a:pt x="693" y="403"/>
                    <a:pt x="692" y="404"/>
                    <a:pt x="691" y="405"/>
                  </a:cubicBezTo>
                  <a:close/>
                  <a:moveTo>
                    <a:pt x="694" y="441"/>
                  </a:moveTo>
                  <a:cubicBezTo>
                    <a:pt x="694" y="440"/>
                    <a:pt x="695" y="439"/>
                    <a:pt x="695" y="438"/>
                  </a:cubicBezTo>
                  <a:cubicBezTo>
                    <a:pt x="696" y="439"/>
                    <a:pt x="695" y="441"/>
                    <a:pt x="694" y="441"/>
                  </a:cubicBezTo>
                  <a:close/>
                  <a:moveTo>
                    <a:pt x="695" y="391"/>
                  </a:moveTo>
                  <a:cubicBezTo>
                    <a:pt x="695" y="391"/>
                    <a:pt x="695" y="390"/>
                    <a:pt x="695" y="390"/>
                  </a:cubicBezTo>
                  <a:cubicBezTo>
                    <a:pt x="696" y="389"/>
                    <a:pt x="696" y="392"/>
                    <a:pt x="695" y="391"/>
                  </a:cubicBezTo>
                  <a:close/>
                  <a:moveTo>
                    <a:pt x="701" y="315"/>
                  </a:moveTo>
                  <a:cubicBezTo>
                    <a:pt x="701" y="316"/>
                    <a:pt x="700" y="317"/>
                    <a:pt x="699" y="316"/>
                  </a:cubicBezTo>
                  <a:cubicBezTo>
                    <a:pt x="698" y="316"/>
                    <a:pt x="700" y="313"/>
                    <a:pt x="701" y="315"/>
                  </a:cubicBezTo>
                  <a:close/>
                  <a:moveTo>
                    <a:pt x="699" y="398"/>
                  </a:moveTo>
                  <a:cubicBezTo>
                    <a:pt x="700" y="397"/>
                    <a:pt x="699" y="399"/>
                    <a:pt x="699" y="398"/>
                  </a:cubicBezTo>
                  <a:close/>
                  <a:moveTo>
                    <a:pt x="701" y="369"/>
                  </a:moveTo>
                  <a:cubicBezTo>
                    <a:pt x="700" y="369"/>
                    <a:pt x="700" y="367"/>
                    <a:pt x="701" y="367"/>
                  </a:cubicBezTo>
                  <a:cubicBezTo>
                    <a:pt x="702" y="365"/>
                    <a:pt x="703" y="370"/>
                    <a:pt x="701" y="369"/>
                  </a:cubicBezTo>
                  <a:close/>
                  <a:moveTo>
                    <a:pt x="702" y="351"/>
                  </a:moveTo>
                  <a:cubicBezTo>
                    <a:pt x="701" y="351"/>
                    <a:pt x="702" y="350"/>
                    <a:pt x="702" y="350"/>
                  </a:cubicBezTo>
                  <a:cubicBezTo>
                    <a:pt x="703" y="348"/>
                    <a:pt x="703" y="351"/>
                    <a:pt x="702" y="351"/>
                  </a:cubicBezTo>
                  <a:close/>
                  <a:moveTo>
                    <a:pt x="699" y="334"/>
                  </a:moveTo>
                  <a:cubicBezTo>
                    <a:pt x="700" y="330"/>
                    <a:pt x="702" y="327"/>
                    <a:pt x="704" y="325"/>
                  </a:cubicBezTo>
                  <a:cubicBezTo>
                    <a:pt x="703" y="328"/>
                    <a:pt x="702" y="331"/>
                    <a:pt x="699" y="334"/>
                  </a:cubicBezTo>
                  <a:close/>
                  <a:moveTo>
                    <a:pt x="704" y="313"/>
                  </a:moveTo>
                  <a:cubicBezTo>
                    <a:pt x="704" y="315"/>
                    <a:pt x="705" y="312"/>
                    <a:pt x="704" y="313"/>
                  </a:cubicBezTo>
                  <a:close/>
                  <a:moveTo>
                    <a:pt x="711" y="404"/>
                  </a:moveTo>
                  <a:cubicBezTo>
                    <a:pt x="710" y="404"/>
                    <a:pt x="710" y="402"/>
                    <a:pt x="710" y="402"/>
                  </a:cubicBezTo>
                  <a:cubicBezTo>
                    <a:pt x="712" y="401"/>
                    <a:pt x="712" y="404"/>
                    <a:pt x="711" y="404"/>
                  </a:cubicBezTo>
                  <a:close/>
                  <a:moveTo>
                    <a:pt x="709" y="371"/>
                  </a:moveTo>
                  <a:cubicBezTo>
                    <a:pt x="706" y="370"/>
                    <a:pt x="708" y="365"/>
                    <a:pt x="709" y="365"/>
                  </a:cubicBezTo>
                  <a:cubicBezTo>
                    <a:pt x="713" y="362"/>
                    <a:pt x="713" y="372"/>
                    <a:pt x="709" y="371"/>
                  </a:cubicBezTo>
                  <a:close/>
                  <a:moveTo>
                    <a:pt x="710" y="346"/>
                  </a:moveTo>
                  <a:cubicBezTo>
                    <a:pt x="711" y="345"/>
                    <a:pt x="712" y="347"/>
                    <a:pt x="710" y="347"/>
                  </a:cubicBezTo>
                  <a:cubicBezTo>
                    <a:pt x="709" y="347"/>
                    <a:pt x="710" y="346"/>
                    <a:pt x="710" y="346"/>
                  </a:cubicBezTo>
                  <a:close/>
                  <a:moveTo>
                    <a:pt x="715" y="399"/>
                  </a:moveTo>
                  <a:cubicBezTo>
                    <a:pt x="714" y="399"/>
                    <a:pt x="714" y="397"/>
                    <a:pt x="716" y="397"/>
                  </a:cubicBezTo>
                  <a:cubicBezTo>
                    <a:pt x="716" y="398"/>
                    <a:pt x="715" y="398"/>
                    <a:pt x="715" y="399"/>
                  </a:cubicBezTo>
                  <a:close/>
                  <a:moveTo>
                    <a:pt x="715" y="361"/>
                  </a:moveTo>
                  <a:cubicBezTo>
                    <a:pt x="716" y="359"/>
                    <a:pt x="716" y="364"/>
                    <a:pt x="715" y="363"/>
                  </a:cubicBezTo>
                  <a:cubicBezTo>
                    <a:pt x="714" y="363"/>
                    <a:pt x="715" y="361"/>
                    <a:pt x="715" y="361"/>
                  </a:cubicBezTo>
                  <a:close/>
                  <a:moveTo>
                    <a:pt x="715" y="292"/>
                  </a:moveTo>
                  <a:cubicBezTo>
                    <a:pt x="715" y="292"/>
                    <a:pt x="714" y="295"/>
                    <a:pt x="714" y="294"/>
                  </a:cubicBezTo>
                  <a:cubicBezTo>
                    <a:pt x="713" y="292"/>
                    <a:pt x="714" y="291"/>
                    <a:pt x="715" y="292"/>
                  </a:cubicBezTo>
                  <a:close/>
                  <a:moveTo>
                    <a:pt x="713" y="290"/>
                  </a:moveTo>
                  <a:cubicBezTo>
                    <a:pt x="714" y="289"/>
                    <a:pt x="714" y="291"/>
                    <a:pt x="714" y="291"/>
                  </a:cubicBezTo>
                  <a:cubicBezTo>
                    <a:pt x="713" y="291"/>
                    <a:pt x="713" y="291"/>
                    <a:pt x="713" y="290"/>
                  </a:cubicBezTo>
                  <a:close/>
                  <a:moveTo>
                    <a:pt x="712" y="297"/>
                  </a:moveTo>
                  <a:cubicBezTo>
                    <a:pt x="714" y="293"/>
                    <a:pt x="718" y="302"/>
                    <a:pt x="714" y="304"/>
                  </a:cubicBezTo>
                  <a:cubicBezTo>
                    <a:pt x="715" y="300"/>
                    <a:pt x="712" y="301"/>
                    <a:pt x="711" y="300"/>
                  </a:cubicBezTo>
                  <a:cubicBezTo>
                    <a:pt x="711" y="300"/>
                    <a:pt x="711" y="297"/>
                    <a:pt x="712" y="297"/>
                  </a:cubicBezTo>
                  <a:close/>
                  <a:moveTo>
                    <a:pt x="710" y="332"/>
                  </a:moveTo>
                  <a:cubicBezTo>
                    <a:pt x="711" y="330"/>
                    <a:pt x="709" y="333"/>
                    <a:pt x="710" y="332"/>
                  </a:cubicBezTo>
                  <a:close/>
                  <a:moveTo>
                    <a:pt x="710" y="338"/>
                  </a:moveTo>
                  <a:cubicBezTo>
                    <a:pt x="712" y="338"/>
                    <a:pt x="714" y="337"/>
                    <a:pt x="714" y="340"/>
                  </a:cubicBezTo>
                  <a:cubicBezTo>
                    <a:pt x="714" y="342"/>
                    <a:pt x="713" y="341"/>
                    <a:pt x="712" y="343"/>
                  </a:cubicBezTo>
                  <a:cubicBezTo>
                    <a:pt x="711" y="344"/>
                    <a:pt x="712" y="345"/>
                    <a:pt x="710" y="345"/>
                  </a:cubicBezTo>
                  <a:cubicBezTo>
                    <a:pt x="706" y="346"/>
                    <a:pt x="707" y="339"/>
                    <a:pt x="710" y="338"/>
                  </a:cubicBezTo>
                  <a:close/>
                  <a:moveTo>
                    <a:pt x="707" y="289"/>
                  </a:moveTo>
                  <a:cubicBezTo>
                    <a:pt x="707" y="291"/>
                    <a:pt x="706" y="289"/>
                    <a:pt x="707" y="289"/>
                  </a:cubicBezTo>
                  <a:close/>
                  <a:moveTo>
                    <a:pt x="706" y="334"/>
                  </a:moveTo>
                  <a:cubicBezTo>
                    <a:pt x="704" y="334"/>
                    <a:pt x="705" y="332"/>
                    <a:pt x="706" y="331"/>
                  </a:cubicBezTo>
                  <a:cubicBezTo>
                    <a:pt x="708" y="330"/>
                    <a:pt x="708" y="335"/>
                    <a:pt x="706" y="334"/>
                  </a:cubicBezTo>
                  <a:close/>
                  <a:moveTo>
                    <a:pt x="706" y="318"/>
                  </a:moveTo>
                  <a:cubicBezTo>
                    <a:pt x="707" y="318"/>
                    <a:pt x="706" y="323"/>
                    <a:pt x="705" y="324"/>
                  </a:cubicBezTo>
                  <a:cubicBezTo>
                    <a:pt x="704" y="322"/>
                    <a:pt x="705" y="319"/>
                    <a:pt x="706" y="318"/>
                  </a:cubicBezTo>
                  <a:close/>
                  <a:moveTo>
                    <a:pt x="704" y="271"/>
                  </a:moveTo>
                  <a:cubicBezTo>
                    <a:pt x="704" y="270"/>
                    <a:pt x="703" y="273"/>
                    <a:pt x="704" y="271"/>
                  </a:cubicBezTo>
                  <a:close/>
                  <a:moveTo>
                    <a:pt x="704" y="275"/>
                  </a:moveTo>
                  <a:cubicBezTo>
                    <a:pt x="704" y="277"/>
                    <a:pt x="702" y="280"/>
                    <a:pt x="700" y="282"/>
                  </a:cubicBezTo>
                  <a:cubicBezTo>
                    <a:pt x="700" y="279"/>
                    <a:pt x="703" y="278"/>
                    <a:pt x="704" y="275"/>
                  </a:cubicBezTo>
                  <a:close/>
                  <a:moveTo>
                    <a:pt x="702" y="287"/>
                  </a:moveTo>
                  <a:cubicBezTo>
                    <a:pt x="702" y="287"/>
                    <a:pt x="701" y="288"/>
                    <a:pt x="702" y="287"/>
                  </a:cubicBezTo>
                  <a:cubicBezTo>
                    <a:pt x="702" y="287"/>
                    <a:pt x="702" y="287"/>
                    <a:pt x="702" y="287"/>
                  </a:cubicBezTo>
                  <a:close/>
                  <a:moveTo>
                    <a:pt x="701" y="289"/>
                  </a:moveTo>
                  <a:cubicBezTo>
                    <a:pt x="701" y="291"/>
                    <a:pt x="699" y="290"/>
                    <a:pt x="701" y="289"/>
                  </a:cubicBezTo>
                  <a:close/>
                  <a:moveTo>
                    <a:pt x="700" y="254"/>
                  </a:moveTo>
                  <a:cubicBezTo>
                    <a:pt x="699" y="256"/>
                    <a:pt x="700" y="253"/>
                    <a:pt x="700" y="254"/>
                  </a:cubicBezTo>
                  <a:close/>
                  <a:moveTo>
                    <a:pt x="699" y="257"/>
                  </a:moveTo>
                  <a:cubicBezTo>
                    <a:pt x="699" y="257"/>
                    <a:pt x="699" y="258"/>
                    <a:pt x="698" y="258"/>
                  </a:cubicBezTo>
                  <a:cubicBezTo>
                    <a:pt x="698" y="258"/>
                    <a:pt x="698" y="258"/>
                    <a:pt x="698" y="258"/>
                  </a:cubicBezTo>
                  <a:cubicBezTo>
                    <a:pt x="698" y="258"/>
                    <a:pt x="699" y="258"/>
                    <a:pt x="699" y="257"/>
                  </a:cubicBezTo>
                  <a:close/>
                  <a:moveTo>
                    <a:pt x="698" y="308"/>
                  </a:moveTo>
                  <a:cubicBezTo>
                    <a:pt x="698" y="308"/>
                    <a:pt x="700" y="305"/>
                    <a:pt x="700" y="304"/>
                  </a:cubicBezTo>
                  <a:cubicBezTo>
                    <a:pt x="700" y="303"/>
                    <a:pt x="698" y="304"/>
                    <a:pt x="699" y="302"/>
                  </a:cubicBezTo>
                  <a:cubicBezTo>
                    <a:pt x="698" y="303"/>
                    <a:pt x="702" y="302"/>
                    <a:pt x="701" y="301"/>
                  </a:cubicBezTo>
                  <a:cubicBezTo>
                    <a:pt x="702" y="302"/>
                    <a:pt x="702" y="303"/>
                    <a:pt x="701" y="304"/>
                  </a:cubicBezTo>
                  <a:cubicBezTo>
                    <a:pt x="703" y="304"/>
                    <a:pt x="705" y="304"/>
                    <a:pt x="706" y="306"/>
                  </a:cubicBezTo>
                  <a:cubicBezTo>
                    <a:pt x="707" y="309"/>
                    <a:pt x="705" y="311"/>
                    <a:pt x="702" y="313"/>
                  </a:cubicBezTo>
                  <a:cubicBezTo>
                    <a:pt x="702" y="313"/>
                    <a:pt x="702" y="314"/>
                    <a:pt x="702" y="314"/>
                  </a:cubicBezTo>
                  <a:cubicBezTo>
                    <a:pt x="701" y="314"/>
                    <a:pt x="700" y="311"/>
                    <a:pt x="700" y="311"/>
                  </a:cubicBezTo>
                  <a:cubicBezTo>
                    <a:pt x="697" y="311"/>
                    <a:pt x="699" y="316"/>
                    <a:pt x="698" y="316"/>
                  </a:cubicBezTo>
                  <a:cubicBezTo>
                    <a:pt x="695" y="316"/>
                    <a:pt x="697" y="313"/>
                    <a:pt x="697" y="312"/>
                  </a:cubicBezTo>
                  <a:cubicBezTo>
                    <a:pt x="697" y="310"/>
                    <a:pt x="696" y="310"/>
                    <a:pt x="698" y="308"/>
                  </a:cubicBezTo>
                  <a:close/>
                  <a:moveTo>
                    <a:pt x="696" y="361"/>
                  </a:moveTo>
                  <a:cubicBezTo>
                    <a:pt x="696" y="360"/>
                    <a:pt x="698" y="361"/>
                    <a:pt x="696" y="361"/>
                  </a:cubicBezTo>
                  <a:close/>
                  <a:moveTo>
                    <a:pt x="697" y="362"/>
                  </a:moveTo>
                  <a:cubicBezTo>
                    <a:pt x="696" y="364"/>
                    <a:pt x="695" y="363"/>
                    <a:pt x="697" y="362"/>
                  </a:cubicBezTo>
                  <a:close/>
                  <a:moveTo>
                    <a:pt x="696" y="318"/>
                  </a:moveTo>
                  <a:cubicBezTo>
                    <a:pt x="697" y="316"/>
                    <a:pt x="697" y="318"/>
                    <a:pt x="696" y="319"/>
                  </a:cubicBezTo>
                  <a:cubicBezTo>
                    <a:pt x="696" y="319"/>
                    <a:pt x="696" y="318"/>
                    <a:pt x="696" y="318"/>
                  </a:cubicBezTo>
                  <a:close/>
                  <a:moveTo>
                    <a:pt x="697" y="376"/>
                  </a:moveTo>
                  <a:cubicBezTo>
                    <a:pt x="697" y="376"/>
                    <a:pt x="698" y="382"/>
                    <a:pt x="696" y="382"/>
                  </a:cubicBezTo>
                  <a:cubicBezTo>
                    <a:pt x="694" y="382"/>
                    <a:pt x="694" y="376"/>
                    <a:pt x="697" y="376"/>
                  </a:cubicBezTo>
                  <a:close/>
                  <a:moveTo>
                    <a:pt x="691" y="299"/>
                  </a:moveTo>
                  <a:cubicBezTo>
                    <a:pt x="692" y="297"/>
                    <a:pt x="692" y="294"/>
                    <a:pt x="695" y="294"/>
                  </a:cubicBezTo>
                  <a:cubicBezTo>
                    <a:pt x="692" y="300"/>
                    <a:pt x="687" y="306"/>
                    <a:pt x="684" y="312"/>
                  </a:cubicBezTo>
                  <a:cubicBezTo>
                    <a:pt x="682" y="316"/>
                    <a:pt x="685" y="307"/>
                    <a:pt x="686" y="306"/>
                  </a:cubicBezTo>
                  <a:cubicBezTo>
                    <a:pt x="687" y="303"/>
                    <a:pt x="690" y="300"/>
                    <a:pt x="691" y="299"/>
                  </a:cubicBezTo>
                  <a:close/>
                  <a:moveTo>
                    <a:pt x="688" y="279"/>
                  </a:moveTo>
                  <a:cubicBezTo>
                    <a:pt x="689" y="278"/>
                    <a:pt x="689" y="281"/>
                    <a:pt x="689" y="281"/>
                  </a:cubicBezTo>
                  <a:cubicBezTo>
                    <a:pt x="688" y="281"/>
                    <a:pt x="688" y="280"/>
                    <a:pt x="688" y="279"/>
                  </a:cubicBezTo>
                  <a:close/>
                  <a:moveTo>
                    <a:pt x="687" y="283"/>
                  </a:moveTo>
                  <a:cubicBezTo>
                    <a:pt x="689" y="281"/>
                    <a:pt x="688" y="285"/>
                    <a:pt x="687" y="284"/>
                  </a:cubicBezTo>
                  <a:cubicBezTo>
                    <a:pt x="687" y="284"/>
                    <a:pt x="687" y="283"/>
                    <a:pt x="687" y="283"/>
                  </a:cubicBezTo>
                  <a:close/>
                  <a:moveTo>
                    <a:pt x="687" y="286"/>
                  </a:moveTo>
                  <a:cubicBezTo>
                    <a:pt x="687" y="288"/>
                    <a:pt x="683" y="289"/>
                    <a:pt x="683" y="287"/>
                  </a:cubicBezTo>
                  <a:cubicBezTo>
                    <a:pt x="682" y="284"/>
                    <a:pt x="688" y="282"/>
                    <a:pt x="687" y="286"/>
                  </a:cubicBezTo>
                  <a:close/>
                  <a:moveTo>
                    <a:pt x="681" y="268"/>
                  </a:moveTo>
                  <a:cubicBezTo>
                    <a:pt x="680" y="268"/>
                    <a:pt x="682" y="267"/>
                    <a:pt x="681" y="268"/>
                  </a:cubicBezTo>
                  <a:close/>
                  <a:moveTo>
                    <a:pt x="681" y="294"/>
                  </a:moveTo>
                  <a:cubicBezTo>
                    <a:pt x="681" y="293"/>
                    <a:pt x="681" y="292"/>
                    <a:pt x="682" y="293"/>
                  </a:cubicBezTo>
                  <a:cubicBezTo>
                    <a:pt x="686" y="296"/>
                    <a:pt x="677" y="297"/>
                    <a:pt x="681" y="294"/>
                  </a:cubicBezTo>
                  <a:close/>
                  <a:moveTo>
                    <a:pt x="662" y="447"/>
                  </a:moveTo>
                  <a:cubicBezTo>
                    <a:pt x="663" y="446"/>
                    <a:pt x="661" y="449"/>
                    <a:pt x="662" y="447"/>
                  </a:cubicBezTo>
                  <a:close/>
                  <a:moveTo>
                    <a:pt x="670" y="503"/>
                  </a:moveTo>
                  <a:cubicBezTo>
                    <a:pt x="671" y="502"/>
                    <a:pt x="670" y="504"/>
                    <a:pt x="670" y="503"/>
                  </a:cubicBezTo>
                  <a:close/>
                  <a:moveTo>
                    <a:pt x="674" y="402"/>
                  </a:moveTo>
                  <a:cubicBezTo>
                    <a:pt x="674" y="401"/>
                    <a:pt x="675" y="401"/>
                    <a:pt x="675" y="400"/>
                  </a:cubicBezTo>
                  <a:cubicBezTo>
                    <a:pt x="676" y="400"/>
                    <a:pt x="675" y="402"/>
                    <a:pt x="674" y="402"/>
                  </a:cubicBezTo>
                  <a:close/>
                  <a:moveTo>
                    <a:pt x="677" y="399"/>
                  </a:moveTo>
                  <a:cubicBezTo>
                    <a:pt x="675" y="398"/>
                    <a:pt x="677" y="396"/>
                    <a:pt x="678" y="395"/>
                  </a:cubicBezTo>
                  <a:cubicBezTo>
                    <a:pt x="678" y="396"/>
                    <a:pt x="676" y="398"/>
                    <a:pt x="677" y="399"/>
                  </a:cubicBezTo>
                  <a:close/>
                  <a:moveTo>
                    <a:pt x="678" y="340"/>
                  </a:moveTo>
                  <a:cubicBezTo>
                    <a:pt x="679" y="340"/>
                    <a:pt x="677" y="341"/>
                    <a:pt x="678" y="340"/>
                  </a:cubicBezTo>
                  <a:close/>
                  <a:moveTo>
                    <a:pt x="679" y="510"/>
                  </a:moveTo>
                  <a:cubicBezTo>
                    <a:pt x="678" y="510"/>
                    <a:pt x="678" y="509"/>
                    <a:pt x="679" y="508"/>
                  </a:cubicBezTo>
                  <a:cubicBezTo>
                    <a:pt x="680" y="507"/>
                    <a:pt x="680" y="510"/>
                    <a:pt x="679" y="510"/>
                  </a:cubicBezTo>
                  <a:close/>
                  <a:moveTo>
                    <a:pt x="679" y="393"/>
                  </a:moveTo>
                  <a:cubicBezTo>
                    <a:pt x="679" y="392"/>
                    <a:pt x="679" y="392"/>
                    <a:pt x="679" y="391"/>
                  </a:cubicBezTo>
                  <a:cubicBezTo>
                    <a:pt x="680" y="391"/>
                    <a:pt x="679" y="393"/>
                    <a:pt x="679" y="393"/>
                  </a:cubicBezTo>
                  <a:close/>
                  <a:moveTo>
                    <a:pt x="678" y="281"/>
                  </a:moveTo>
                  <a:cubicBezTo>
                    <a:pt x="679" y="281"/>
                    <a:pt x="679" y="281"/>
                    <a:pt x="679" y="281"/>
                  </a:cubicBezTo>
                  <a:cubicBezTo>
                    <a:pt x="679" y="283"/>
                    <a:pt x="677" y="279"/>
                    <a:pt x="678" y="281"/>
                  </a:cubicBezTo>
                  <a:close/>
                  <a:moveTo>
                    <a:pt x="677" y="329"/>
                  </a:moveTo>
                  <a:cubicBezTo>
                    <a:pt x="675" y="328"/>
                    <a:pt x="676" y="327"/>
                    <a:pt x="676" y="326"/>
                  </a:cubicBezTo>
                  <a:cubicBezTo>
                    <a:pt x="678" y="324"/>
                    <a:pt x="679" y="329"/>
                    <a:pt x="677" y="329"/>
                  </a:cubicBezTo>
                  <a:close/>
                  <a:moveTo>
                    <a:pt x="676" y="297"/>
                  </a:moveTo>
                  <a:cubicBezTo>
                    <a:pt x="677" y="295"/>
                    <a:pt x="677" y="299"/>
                    <a:pt x="676" y="298"/>
                  </a:cubicBezTo>
                  <a:cubicBezTo>
                    <a:pt x="675" y="298"/>
                    <a:pt x="675" y="297"/>
                    <a:pt x="676" y="297"/>
                  </a:cubicBezTo>
                  <a:close/>
                  <a:moveTo>
                    <a:pt x="672" y="331"/>
                  </a:moveTo>
                  <a:cubicBezTo>
                    <a:pt x="673" y="330"/>
                    <a:pt x="672" y="333"/>
                    <a:pt x="672" y="331"/>
                  </a:cubicBezTo>
                  <a:close/>
                  <a:moveTo>
                    <a:pt x="671" y="297"/>
                  </a:moveTo>
                  <a:cubicBezTo>
                    <a:pt x="671" y="297"/>
                    <a:pt x="671" y="297"/>
                    <a:pt x="671" y="298"/>
                  </a:cubicBezTo>
                  <a:cubicBezTo>
                    <a:pt x="670" y="299"/>
                    <a:pt x="671" y="298"/>
                    <a:pt x="671" y="297"/>
                  </a:cubicBezTo>
                  <a:close/>
                  <a:moveTo>
                    <a:pt x="671" y="292"/>
                  </a:moveTo>
                  <a:cubicBezTo>
                    <a:pt x="670" y="294"/>
                    <a:pt x="669" y="295"/>
                    <a:pt x="667" y="297"/>
                  </a:cubicBezTo>
                  <a:cubicBezTo>
                    <a:pt x="668" y="295"/>
                    <a:pt x="669" y="293"/>
                    <a:pt x="671" y="292"/>
                  </a:cubicBezTo>
                  <a:close/>
                  <a:moveTo>
                    <a:pt x="669" y="376"/>
                  </a:moveTo>
                  <a:cubicBezTo>
                    <a:pt x="668" y="375"/>
                    <a:pt x="669" y="374"/>
                    <a:pt x="670" y="374"/>
                  </a:cubicBezTo>
                  <a:cubicBezTo>
                    <a:pt x="671" y="372"/>
                    <a:pt x="670" y="377"/>
                    <a:pt x="669" y="376"/>
                  </a:cubicBezTo>
                  <a:close/>
                  <a:moveTo>
                    <a:pt x="668" y="309"/>
                  </a:moveTo>
                  <a:cubicBezTo>
                    <a:pt x="669" y="309"/>
                    <a:pt x="666" y="310"/>
                    <a:pt x="668" y="309"/>
                  </a:cubicBezTo>
                  <a:close/>
                  <a:moveTo>
                    <a:pt x="665" y="407"/>
                  </a:moveTo>
                  <a:cubicBezTo>
                    <a:pt x="666" y="407"/>
                    <a:pt x="667" y="406"/>
                    <a:pt x="667" y="405"/>
                  </a:cubicBezTo>
                  <a:cubicBezTo>
                    <a:pt x="669" y="402"/>
                    <a:pt x="672" y="396"/>
                    <a:pt x="673" y="391"/>
                  </a:cubicBezTo>
                  <a:cubicBezTo>
                    <a:pt x="674" y="387"/>
                    <a:pt x="674" y="383"/>
                    <a:pt x="675" y="380"/>
                  </a:cubicBezTo>
                  <a:cubicBezTo>
                    <a:pt x="675" y="380"/>
                    <a:pt x="676" y="380"/>
                    <a:pt x="676" y="380"/>
                  </a:cubicBezTo>
                  <a:cubicBezTo>
                    <a:pt x="677" y="380"/>
                    <a:pt x="675" y="387"/>
                    <a:pt x="675" y="389"/>
                  </a:cubicBezTo>
                  <a:cubicBezTo>
                    <a:pt x="673" y="391"/>
                    <a:pt x="673" y="394"/>
                    <a:pt x="672" y="397"/>
                  </a:cubicBezTo>
                  <a:cubicBezTo>
                    <a:pt x="671" y="400"/>
                    <a:pt x="668" y="404"/>
                    <a:pt x="668" y="406"/>
                  </a:cubicBezTo>
                  <a:cubicBezTo>
                    <a:pt x="668" y="406"/>
                    <a:pt x="670" y="407"/>
                    <a:pt x="670" y="408"/>
                  </a:cubicBezTo>
                  <a:cubicBezTo>
                    <a:pt x="671" y="413"/>
                    <a:pt x="663" y="413"/>
                    <a:pt x="665" y="407"/>
                  </a:cubicBezTo>
                  <a:close/>
                  <a:moveTo>
                    <a:pt x="664" y="303"/>
                  </a:moveTo>
                  <a:cubicBezTo>
                    <a:pt x="665" y="303"/>
                    <a:pt x="664" y="306"/>
                    <a:pt x="663" y="305"/>
                  </a:cubicBezTo>
                  <a:cubicBezTo>
                    <a:pt x="662" y="305"/>
                    <a:pt x="663" y="304"/>
                    <a:pt x="664" y="303"/>
                  </a:cubicBezTo>
                  <a:close/>
                  <a:moveTo>
                    <a:pt x="663" y="285"/>
                  </a:moveTo>
                  <a:cubicBezTo>
                    <a:pt x="663" y="284"/>
                    <a:pt x="662" y="286"/>
                    <a:pt x="663" y="285"/>
                  </a:cubicBezTo>
                  <a:close/>
                  <a:moveTo>
                    <a:pt x="662" y="401"/>
                  </a:moveTo>
                  <a:cubicBezTo>
                    <a:pt x="663" y="402"/>
                    <a:pt x="661" y="403"/>
                    <a:pt x="662" y="401"/>
                  </a:cubicBezTo>
                  <a:close/>
                  <a:moveTo>
                    <a:pt x="660" y="496"/>
                  </a:moveTo>
                  <a:cubicBezTo>
                    <a:pt x="661" y="494"/>
                    <a:pt x="662" y="498"/>
                    <a:pt x="660" y="497"/>
                  </a:cubicBezTo>
                  <a:cubicBezTo>
                    <a:pt x="660" y="497"/>
                    <a:pt x="660" y="496"/>
                    <a:pt x="660" y="496"/>
                  </a:cubicBezTo>
                  <a:close/>
                  <a:moveTo>
                    <a:pt x="657" y="276"/>
                  </a:moveTo>
                  <a:cubicBezTo>
                    <a:pt x="657" y="276"/>
                    <a:pt x="656" y="278"/>
                    <a:pt x="655" y="278"/>
                  </a:cubicBezTo>
                  <a:cubicBezTo>
                    <a:pt x="655" y="277"/>
                    <a:pt x="656" y="277"/>
                    <a:pt x="657" y="276"/>
                  </a:cubicBezTo>
                  <a:close/>
                  <a:moveTo>
                    <a:pt x="655" y="292"/>
                  </a:move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lose/>
                  <a:moveTo>
                    <a:pt x="652" y="270"/>
                  </a:moveTo>
                  <a:cubicBezTo>
                    <a:pt x="651" y="272"/>
                    <a:pt x="654" y="269"/>
                    <a:pt x="652" y="270"/>
                  </a:cubicBezTo>
                  <a:close/>
                  <a:moveTo>
                    <a:pt x="634" y="278"/>
                  </a:moveTo>
                  <a:cubicBezTo>
                    <a:pt x="633" y="276"/>
                    <a:pt x="635" y="277"/>
                    <a:pt x="634" y="278"/>
                  </a:cubicBezTo>
                  <a:close/>
                  <a:moveTo>
                    <a:pt x="635" y="274"/>
                  </a:moveTo>
                  <a:cubicBezTo>
                    <a:pt x="636" y="274"/>
                    <a:pt x="634" y="275"/>
                    <a:pt x="635" y="274"/>
                  </a:cubicBezTo>
                  <a:close/>
                  <a:moveTo>
                    <a:pt x="642" y="409"/>
                  </a:moveTo>
                  <a:cubicBezTo>
                    <a:pt x="642" y="409"/>
                    <a:pt x="643" y="409"/>
                    <a:pt x="643" y="410"/>
                  </a:cubicBezTo>
                  <a:cubicBezTo>
                    <a:pt x="643" y="410"/>
                    <a:pt x="641" y="411"/>
                    <a:pt x="642" y="409"/>
                  </a:cubicBezTo>
                  <a:close/>
                  <a:moveTo>
                    <a:pt x="644" y="345"/>
                  </a:moveTo>
                  <a:cubicBezTo>
                    <a:pt x="643" y="345"/>
                    <a:pt x="644" y="344"/>
                    <a:pt x="644" y="344"/>
                  </a:cubicBezTo>
                  <a:cubicBezTo>
                    <a:pt x="645" y="342"/>
                    <a:pt x="645" y="345"/>
                    <a:pt x="644" y="345"/>
                  </a:cubicBezTo>
                  <a:close/>
                  <a:moveTo>
                    <a:pt x="644" y="398"/>
                  </a:moveTo>
                  <a:cubicBezTo>
                    <a:pt x="644" y="400"/>
                    <a:pt x="645" y="397"/>
                    <a:pt x="644" y="398"/>
                  </a:cubicBezTo>
                  <a:close/>
                  <a:moveTo>
                    <a:pt x="644" y="300"/>
                  </a:moveTo>
                  <a:cubicBezTo>
                    <a:pt x="643" y="300"/>
                    <a:pt x="644" y="299"/>
                    <a:pt x="644" y="298"/>
                  </a:cubicBezTo>
                  <a:cubicBezTo>
                    <a:pt x="646" y="297"/>
                    <a:pt x="646" y="301"/>
                    <a:pt x="644" y="300"/>
                  </a:cubicBezTo>
                  <a:close/>
                  <a:moveTo>
                    <a:pt x="646" y="462"/>
                  </a:moveTo>
                  <a:cubicBezTo>
                    <a:pt x="646" y="462"/>
                    <a:pt x="647" y="462"/>
                    <a:pt x="647" y="462"/>
                  </a:cubicBezTo>
                  <a:cubicBezTo>
                    <a:pt x="648" y="462"/>
                    <a:pt x="645" y="464"/>
                    <a:pt x="646" y="462"/>
                  </a:cubicBezTo>
                  <a:close/>
                  <a:moveTo>
                    <a:pt x="647" y="333"/>
                  </a:moveTo>
                  <a:cubicBezTo>
                    <a:pt x="646" y="333"/>
                    <a:pt x="647" y="332"/>
                    <a:pt x="647" y="332"/>
                  </a:cubicBezTo>
                  <a:cubicBezTo>
                    <a:pt x="648" y="331"/>
                    <a:pt x="648" y="334"/>
                    <a:pt x="647" y="333"/>
                  </a:cubicBezTo>
                  <a:close/>
                  <a:moveTo>
                    <a:pt x="657" y="550"/>
                  </a:moveTo>
                  <a:cubicBezTo>
                    <a:pt x="656" y="549"/>
                    <a:pt x="657" y="547"/>
                    <a:pt x="657" y="547"/>
                  </a:cubicBezTo>
                  <a:cubicBezTo>
                    <a:pt x="658" y="545"/>
                    <a:pt x="658" y="550"/>
                    <a:pt x="657" y="550"/>
                  </a:cubicBezTo>
                  <a:close/>
                  <a:moveTo>
                    <a:pt x="660" y="397"/>
                  </a:moveTo>
                  <a:cubicBezTo>
                    <a:pt x="659" y="398"/>
                    <a:pt x="659" y="398"/>
                    <a:pt x="660" y="397"/>
                  </a:cubicBezTo>
                  <a:close/>
                  <a:moveTo>
                    <a:pt x="659" y="427"/>
                  </a:moveTo>
                  <a:cubicBezTo>
                    <a:pt x="660" y="429"/>
                    <a:pt x="658" y="432"/>
                    <a:pt x="657" y="434"/>
                  </a:cubicBezTo>
                  <a:cubicBezTo>
                    <a:pt x="657" y="432"/>
                    <a:pt x="658" y="429"/>
                    <a:pt x="659" y="427"/>
                  </a:cubicBezTo>
                  <a:close/>
                  <a:moveTo>
                    <a:pt x="657" y="435"/>
                  </a:moveTo>
                  <a:cubicBezTo>
                    <a:pt x="657" y="435"/>
                    <a:pt x="657" y="438"/>
                    <a:pt x="655" y="438"/>
                  </a:cubicBezTo>
                  <a:cubicBezTo>
                    <a:pt x="655" y="437"/>
                    <a:pt x="656" y="436"/>
                    <a:pt x="657" y="435"/>
                  </a:cubicBezTo>
                  <a:close/>
                  <a:moveTo>
                    <a:pt x="652" y="328"/>
                  </a:moveTo>
                  <a:cubicBezTo>
                    <a:pt x="652" y="328"/>
                    <a:pt x="653" y="327"/>
                    <a:pt x="653" y="327"/>
                  </a:cubicBezTo>
                  <a:cubicBezTo>
                    <a:pt x="655" y="329"/>
                    <a:pt x="651" y="331"/>
                    <a:pt x="652" y="328"/>
                  </a:cubicBezTo>
                  <a:close/>
                  <a:moveTo>
                    <a:pt x="648" y="307"/>
                  </a:moveTo>
                  <a:cubicBezTo>
                    <a:pt x="653" y="304"/>
                    <a:pt x="650" y="313"/>
                    <a:pt x="649" y="313"/>
                  </a:cubicBezTo>
                  <a:cubicBezTo>
                    <a:pt x="647" y="313"/>
                    <a:pt x="647" y="308"/>
                    <a:pt x="648" y="307"/>
                  </a:cubicBezTo>
                  <a:close/>
                  <a:moveTo>
                    <a:pt x="645" y="296"/>
                  </a:moveTo>
                  <a:cubicBezTo>
                    <a:pt x="643" y="295"/>
                    <a:pt x="645" y="290"/>
                    <a:pt x="646" y="290"/>
                  </a:cubicBezTo>
                  <a:cubicBezTo>
                    <a:pt x="651" y="287"/>
                    <a:pt x="648" y="297"/>
                    <a:pt x="645" y="296"/>
                  </a:cubicBezTo>
                  <a:close/>
                  <a:moveTo>
                    <a:pt x="644" y="284"/>
                  </a:moveTo>
                  <a:cubicBezTo>
                    <a:pt x="644" y="285"/>
                    <a:pt x="645" y="283"/>
                    <a:pt x="644" y="284"/>
                  </a:cubicBezTo>
                  <a:close/>
                  <a:moveTo>
                    <a:pt x="642" y="284"/>
                  </a:moveTo>
                  <a:cubicBezTo>
                    <a:pt x="642" y="284"/>
                    <a:pt x="643" y="283"/>
                    <a:pt x="644" y="284"/>
                  </a:cubicBezTo>
                  <a:cubicBezTo>
                    <a:pt x="646" y="285"/>
                    <a:pt x="641" y="287"/>
                    <a:pt x="642" y="284"/>
                  </a:cubicBezTo>
                  <a:close/>
                  <a:moveTo>
                    <a:pt x="642" y="317"/>
                  </a:moveTo>
                  <a:cubicBezTo>
                    <a:pt x="642" y="318"/>
                    <a:pt x="641" y="317"/>
                    <a:pt x="642" y="317"/>
                  </a:cubicBezTo>
                  <a:close/>
                  <a:moveTo>
                    <a:pt x="642" y="399"/>
                  </a:moveTo>
                  <a:cubicBezTo>
                    <a:pt x="643" y="399"/>
                    <a:pt x="640" y="402"/>
                    <a:pt x="641" y="400"/>
                  </a:cubicBezTo>
                  <a:cubicBezTo>
                    <a:pt x="641" y="400"/>
                    <a:pt x="641" y="399"/>
                    <a:pt x="642" y="399"/>
                  </a:cubicBezTo>
                  <a:close/>
                  <a:moveTo>
                    <a:pt x="641" y="283"/>
                  </a:moveTo>
                  <a:cubicBezTo>
                    <a:pt x="642" y="282"/>
                    <a:pt x="639" y="285"/>
                    <a:pt x="641" y="283"/>
                  </a:cubicBezTo>
                  <a:close/>
                  <a:moveTo>
                    <a:pt x="640" y="331"/>
                  </a:moveTo>
                  <a:cubicBezTo>
                    <a:pt x="640" y="331"/>
                    <a:pt x="640" y="331"/>
                    <a:pt x="640" y="331"/>
                  </a:cubicBezTo>
                  <a:cubicBezTo>
                    <a:pt x="640" y="331"/>
                    <a:pt x="640" y="332"/>
                    <a:pt x="640" y="331"/>
                  </a:cubicBezTo>
                  <a:close/>
                  <a:moveTo>
                    <a:pt x="640" y="338"/>
                  </a:moveTo>
                  <a:cubicBezTo>
                    <a:pt x="641" y="339"/>
                    <a:pt x="639" y="341"/>
                    <a:pt x="639" y="342"/>
                  </a:cubicBezTo>
                  <a:cubicBezTo>
                    <a:pt x="638" y="341"/>
                    <a:pt x="640" y="339"/>
                    <a:pt x="640" y="338"/>
                  </a:cubicBezTo>
                  <a:close/>
                  <a:moveTo>
                    <a:pt x="638" y="310"/>
                  </a:moveTo>
                  <a:cubicBezTo>
                    <a:pt x="638" y="309"/>
                    <a:pt x="639" y="312"/>
                    <a:pt x="638" y="310"/>
                  </a:cubicBezTo>
                  <a:close/>
                  <a:moveTo>
                    <a:pt x="638" y="342"/>
                  </a:moveTo>
                  <a:cubicBezTo>
                    <a:pt x="639" y="343"/>
                    <a:pt x="639" y="344"/>
                    <a:pt x="638" y="344"/>
                  </a:cubicBezTo>
                  <a:cubicBezTo>
                    <a:pt x="638" y="343"/>
                    <a:pt x="639" y="343"/>
                    <a:pt x="638" y="342"/>
                  </a:cubicBezTo>
                  <a:close/>
                  <a:moveTo>
                    <a:pt x="637" y="288"/>
                  </a:moveTo>
                  <a:cubicBezTo>
                    <a:pt x="638" y="289"/>
                    <a:pt x="637" y="289"/>
                    <a:pt x="637" y="290"/>
                  </a:cubicBezTo>
                  <a:cubicBezTo>
                    <a:pt x="636" y="290"/>
                    <a:pt x="637" y="289"/>
                    <a:pt x="637" y="288"/>
                  </a:cubicBezTo>
                  <a:close/>
                  <a:moveTo>
                    <a:pt x="637" y="346"/>
                  </a:moveTo>
                  <a:cubicBezTo>
                    <a:pt x="638" y="345"/>
                    <a:pt x="637" y="347"/>
                    <a:pt x="637" y="347"/>
                  </a:cubicBezTo>
                  <a:cubicBezTo>
                    <a:pt x="636" y="346"/>
                    <a:pt x="637" y="346"/>
                    <a:pt x="637" y="346"/>
                  </a:cubicBezTo>
                  <a:close/>
                  <a:moveTo>
                    <a:pt x="665" y="224"/>
                  </a:moveTo>
                  <a:cubicBezTo>
                    <a:pt x="665" y="225"/>
                    <a:pt x="664" y="226"/>
                    <a:pt x="662" y="227"/>
                  </a:cubicBezTo>
                  <a:cubicBezTo>
                    <a:pt x="663" y="226"/>
                    <a:pt x="664" y="225"/>
                    <a:pt x="665" y="224"/>
                  </a:cubicBezTo>
                  <a:close/>
                  <a:moveTo>
                    <a:pt x="661" y="224"/>
                  </a:moveTo>
                  <a:cubicBezTo>
                    <a:pt x="662" y="222"/>
                    <a:pt x="660" y="225"/>
                    <a:pt x="661" y="224"/>
                  </a:cubicBezTo>
                  <a:close/>
                  <a:moveTo>
                    <a:pt x="649" y="222"/>
                  </a:moveTo>
                  <a:cubicBezTo>
                    <a:pt x="651" y="224"/>
                    <a:pt x="647" y="225"/>
                    <a:pt x="649" y="222"/>
                  </a:cubicBezTo>
                  <a:close/>
                  <a:moveTo>
                    <a:pt x="633" y="251"/>
                  </a:moveTo>
                  <a:cubicBezTo>
                    <a:pt x="632" y="252"/>
                    <a:pt x="633" y="249"/>
                    <a:pt x="633" y="251"/>
                  </a:cubicBezTo>
                  <a:close/>
                  <a:moveTo>
                    <a:pt x="639" y="244"/>
                  </a:moveTo>
                  <a:cubicBezTo>
                    <a:pt x="640" y="245"/>
                    <a:pt x="640" y="248"/>
                    <a:pt x="640" y="250"/>
                  </a:cubicBezTo>
                  <a:cubicBezTo>
                    <a:pt x="638" y="248"/>
                    <a:pt x="639" y="246"/>
                    <a:pt x="639" y="244"/>
                  </a:cubicBezTo>
                  <a:close/>
                  <a:moveTo>
                    <a:pt x="636" y="224"/>
                  </a:moveTo>
                  <a:cubicBezTo>
                    <a:pt x="639" y="227"/>
                    <a:pt x="634" y="229"/>
                    <a:pt x="633" y="230"/>
                  </a:cubicBezTo>
                  <a:cubicBezTo>
                    <a:pt x="631" y="228"/>
                    <a:pt x="634" y="221"/>
                    <a:pt x="636" y="224"/>
                  </a:cubicBezTo>
                  <a:close/>
                  <a:moveTo>
                    <a:pt x="584" y="184"/>
                  </a:moveTo>
                  <a:cubicBezTo>
                    <a:pt x="584" y="184"/>
                    <a:pt x="584" y="185"/>
                    <a:pt x="584" y="185"/>
                  </a:cubicBezTo>
                  <a:cubicBezTo>
                    <a:pt x="585" y="188"/>
                    <a:pt x="581" y="186"/>
                    <a:pt x="584" y="184"/>
                  </a:cubicBezTo>
                  <a:close/>
                  <a:moveTo>
                    <a:pt x="522" y="137"/>
                  </a:moveTo>
                  <a:cubicBezTo>
                    <a:pt x="522" y="138"/>
                    <a:pt x="520" y="138"/>
                    <a:pt x="520" y="138"/>
                  </a:cubicBezTo>
                  <a:cubicBezTo>
                    <a:pt x="520" y="137"/>
                    <a:pt x="521" y="137"/>
                    <a:pt x="522" y="137"/>
                  </a:cubicBezTo>
                  <a:close/>
                  <a:moveTo>
                    <a:pt x="518" y="129"/>
                  </a:moveTo>
                  <a:cubicBezTo>
                    <a:pt x="518" y="129"/>
                    <a:pt x="518" y="129"/>
                    <a:pt x="518" y="129"/>
                  </a:cubicBezTo>
                  <a:cubicBezTo>
                    <a:pt x="519" y="131"/>
                    <a:pt x="516" y="128"/>
                    <a:pt x="518" y="129"/>
                  </a:cubicBezTo>
                  <a:close/>
                  <a:moveTo>
                    <a:pt x="513" y="127"/>
                  </a:moveTo>
                  <a:cubicBezTo>
                    <a:pt x="513" y="128"/>
                    <a:pt x="511" y="128"/>
                    <a:pt x="511" y="127"/>
                  </a:cubicBezTo>
                  <a:cubicBezTo>
                    <a:pt x="511" y="127"/>
                    <a:pt x="513" y="126"/>
                    <a:pt x="513" y="127"/>
                  </a:cubicBezTo>
                  <a:close/>
                  <a:moveTo>
                    <a:pt x="509" y="137"/>
                  </a:moveTo>
                  <a:cubicBezTo>
                    <a:pt x="510" y="137"/>
                    <a:pt x="509" y="138"/>
                    <a:pt x="508" y="137"/>
                  </a:cubicBezTo>
                  <a:cubicBezTo>
                    <a:pt x="508" y="137"/>
                    <a:pt x="509" y="136"/>
                    <a:pt x="509" y="137"/>
                  </a:cubicBezTo>
                  <a:close/>
                  <a:moveTo>
                    <a:pt x="484" y="708"/>
                  </a:moveTo>
                  <a:cubicBezTo>
                    <a:pt x="483" y="705"/>
                    <a:pt x="489" y="705"/>
                    <a:pt x="490" y="705"/>
                  </a:cubicBezTo>
                  <a:cubicBezTo>
                    <a:pt x="490" y="705"/>
                    <a:pt x="485" y="709"/>
                    <a:pt x="484" y="708"/>
                  </a:cubicBezTo>
                  <a:close/>
                  <a:moveTo>
                    <a:pt x="486" y="289"/>
                  </a:moveTo>
                  <a:cubicBezTo>
                    <a:pt x="485" y="290"/>
                    <a:pt x="484" y="289"/>
                    <a:pt x="485" y="289"/>
                  </a:cubicBezTo>
                  <a:cubicBezTo>
                    <a:pt x="485" y="287"/>
                    <a:pt x="486" y="289"/>
                    <a:pt x="486" y="289"/>
                  </a:cubicBezTo>
                  <a:close/>
                  <a:moveTo>
                    <a:pt x="486" y="592"/>
                  </a:moveTo>
                  <a:cubicBezTo>
                    <a:pt x="486" y="590"/>
                    <a:pt x="488" y="591"/>
                    <a:pt x="486" y="592"/>
                  </a:cubicBezTo>
                  <a:close/>
                  <a:moveTo>
                    <a:pt x="484" y="157"/>
                  </a:moveTo>
                  <a:cubicBezTo>
                    <a:pt x="483" y="157"/>
                    <a:pt x="485" y="155"/>
                    <a:pt x="485" y="157"/>
                  </a:cubicBezTo>
                  <a:cubicBezTo>
                    <a:pt x="485" y="156"/>
                    <a:pt x="485" y="158"/>
                    <a:pt x="484" y="157"/>
                  </a:cubicBezTo>
                  <a:close/>
                  <a:moveTo>
                    <a:pt x="492" y="682"/>
                  </a:moveTo>
                  <a:cubicBezTo>
                    <a:pt x="489" y="683"/>
                    <a:pt x="487" y="685"/>
                    <a:pt x="485" y="685"/>
                  </a:cubicBezTo>
                  <a:cubicBezTo>
                    <a:pt x="482" y="685"/>
                    <a:pt x="487" y="682"/>
                    <a:pt x="487" y="682"/>
                  </a:cubicBezTo>
                  <a:cubicBezTo>
                    <a:pt x="489" y="682"/>
                    <a:pt x="490" y="682"/>
                    <a:pt x="492" y="682"/>
                  </a:cubicBezTo>
                  <a:cubicBezTo>
                    <a:pt x="492" y="682"/>
                    <a:pt x="493" y="682"/>
                    <a:pt x="494" y="682"/>
                  </a:cubicBezTo>
                  <a:cubicBezTo>
                    <a:pt x="493" y="682"/>
                    <a:pt x="492" y="682"/>
                    <a:pt x="492" y="682"/>
                  </a:cubicBezTo>
                  <a:close/>
                  <a:moveTo>
                    <a:pt x="488" y="242"/>
                  </a:moveTo>
                  <a:cubicBezTo>
                    <a:pt x="490" y="244"/>
                    <a:pt x="486" y="242"/>
                    <a:pt x="488" y="242"/>
                  </a:cubicBezTo>
                  <a:close/>
                  <a:moveTo>
                    <a:pt x="491" y="215"/>
                  </a:moveTo>
                  <a:cubicBezTo>
                    <a:pt x="491" y="215"/>
                    <a:pt x="493" y="214"/>
                    <a:pt x="492" y="215"/>
                  </a:cubicBezTo>
                  <a:cubicBezTo>
                    <a:pt x="492" y="216"/>
                    <a:pt x="491" y="215"/>
                    <a:pt x="491" y="215"/>
                  </a:cubicBezTo>
                  <a:close/>
                  <a:moveTo>
                    <a:pt x="492" y="262"/>
                  </a:moveTo>
                  <a:cubicBezTo>
                    <a:pt x="493" y="262"/>
                    <a:pt x="491" y="263"/>
                    <a:pt x="491" y="262"/>
                  </a:cubicBezTo>
                  <a:cubicBezTo>
                    <a:pt x="491" y="262"/>
                    <a:pt x="492" y="262"/>
                    <a:pt x="492" y="262"/>
                  </a:cubicBezTo>
                  <a:close/>
                  <a:moveTo>
                    <a:pt x="494" y="708"/>
                  </a:moveTo>
                  <a:cubicBezTo>
                    <a:pt x="494" y="708"/>
                    <a:pt x="494" y="708"/>
                    <a:pt x="495" y="709"/>
                  </a:cubicBezTo>
                  <a:cubicBezTo>
                    <a:pt x="495" y="709"/>
                    <a:pt x="495" y="709"/>
                    <a:pt x="494" y="708"/>
                  </a:cubicBezTo>
                  <a:close/>
                  <a:moveTo>
                    <a:pt x="492" y="616"/>
                  </a:moveTo>
                  <a:cubicBezTo>
                    <a:pt x="492" y="614"/>
                    <a:pt x="495" y="615"/>
                    <a:pt x="495" y="616"/>
                  </a:cubicBezTo>
                  <a:cubicBezTo>
                    <a:pt x="495" y="617"/>
                    <a:pt x="492" y="618"/>
                    <a:pt x="492" y="616"/>
                  </a:cubicBezTo>
                  <a:close/>
                  <a:moveTo>
                    <a:pt x="493" y="299"/>
                  </a:moveTo>
                  <a:cubicBezTo>
                    <a:pt x="493" y="299"/>
                    <a:pt x="494" y="298"/>
                    <a:pt x="494" y="298"/>
                  </a:cubicBezTo>
                  <a:cubicBezTo>
                    <a:pt x="494" y="298"/>
                    <a:pt x="493" y="300"/>
                    <a:pt x="493" y="299"/>
                  </a:cubicBezTo>
                  <a:close/>
                  <a:moveTo>
                    <a:pt x="498" y="330"/>
                  </a:moveTo>
                  <a:cubicBezTo>
                    <a:pt x="498" y="330"/>
                    <a:pt x="498" y="330"/>
                    <a:pt x="498" y="330"/>
                  </a:cubicBezTo>
                  <a:cubicBezTo>
                    <a:pt x="498" y="330"/>
                    <a:pt x="498" y="330"/>
                    <a:pt x="498" y="330"/>
                  </a:cubicBezTo>
                  <a:close/>
                  <a:moveTo>
                    <a:pt x="493" y="278"/>
                  </a:moveTo>
                  <a:cubicBezTo>
                    <a:pt x="494" y="274"/>
                    <a:pt x="496" y="270"/>
                    <a:pt x="498" y="267"/>
                  </a:cubicBezTo>
                  <a:cubicBezTo>
                    <a:pt x="498" y="269"/>
                    <a:pt x="495" y="276"/>
                    <a:pt x="493" y="278"/>
                  </a:cubicBezTo>
                  <a:close/>
                  <a:moveTo>
                    <a:pt x="493" y="238"/>
                  </a:moveTo>
                  <a:cubicBezTo>
                    <a:pt x="493" y="237"/>
                    <a:pt x="494" y="237"/>
                    <a:pt x="494" y="238"/>
                  </a:cubicBezTo>
                  <a:cubicBezTo>
                    <a:pt x="494" y="239"/>
                    <a:pt x="493" y="238"/>
                    <a:pt x="493" y="238"/>
                  </a:cubicBezTo>
                  <a:close/>
                  <a:moveTo>
                    <a:pt x="496" y="258"/>
                  </a:moveTo>
                  <a:cubicBezTo>
                    <a:pt x="499" y="254"/>
                    <a:pt x="498" y="251"/>
                    <a:pt x="501" y="248"/>
                  </a:cubicBezTo>
                  <a:cubicBezTo>
                    <a:pt x="500" y="251"/>
                    <a:pt x="499" y="257"/>
                    <a:pt x="496" y="258"/>
                  </a:cubicBezTo>
                  <a:close/>
                  <a:moveTo>
                    <a:pt x="500" y="217"/>
                  </a:moveTo>
                  <a:cubicBezTo>
                    <a:pt x="501" y="216"/>
                    <a:pt x="502" y="217"/>
                    <a:pt x="500" y="217"/>
                  </a:cubicBezTo>
                  <a:close/>
                  <a:moveTo>
                    <a:pt x="506" y="320"/>
                  </a:moveTo>
                  <a:cubicBezTo>
                    <a:pt x="506" y="322"/>
                    <a:pt x="507" y="319"/>
                    <a:pt x="506" y="320"/>
                  </a:cubicBezTo>
                  <a:close/>
                  <a:moveTo>
                    <a:pt x="511" y="216"/>
                  </a:moveTo>
                  <a:cubicBezTo>
                    <a:pt x="510" y="216"/>
                    <a:pt x="510" y="214"/>
                    <a:pt x="511" y="215"/>
                  </a:cubicBezTo>
                  <a:cubicBezTo>
                    <a:pt x="511" y="215"/>
                    <a:pt x="511" y="216"/>
                    <a:pt x="511" y="216"/>
                  </a:cubicBezTo>
                  <a:close/>
                  <a:moveTo>
                    <a:pt x="511" y="278"/>
                  </a:moveTo>
                  <a:cubicBezTo>
                    <a:pt x="512" y="275"/>
                    <a:pt x="514" y="275"/>
                    <a:pt x="511" y="278"/>
                  </a:cubicBezTo>
                  <a:close/>
                  <a:moveTo>
                    <a:pt x="511" y="668"/>
                  </a:moveTo>
                  <a:cubicBezTo>
                    <a:pt x="510" y="668"/>
                    <a:pt x="509" y="668"/>
                    <a:pt x="509" y="667"/>
                  </a:cubicBezTo>
                  <a:cubicBezTo>
                    <a:pt x="509" y="666"/>
                    <a:pt x="511" y="667"/>
                    <a:pt x="511" y="668"/>
                  </a:cubicBezTo>
                  <a:close/>
                  <a:moveTo>
                    <a:pt x="509" y="255"/>
                  </a:moveTo>
                  <a:cubicBezTo>
                    <a:pt x="509" y="255"/>
                    <a:pt x="509" y="254"/>
                    <a:pt x="509" y="254"/>
                  </a:cubicBezTo>
                  <a:cubicBezTo>
                    <a:pt x="511" y="255"/>
                    <a:pt x="508" y="256"/>
                    <a:pt x="509" y="255"/>
                  </a:cubicBezTo>
                  <a:close/>
                  <a:moveTo>
                    <a:pt x="507" y="244"/>
                  </a:moveTo>
                  <a:cubicBezTo>
                    <a:pt x="507" y="244"/>
                    <a:pt x="509" y="242"/>
                    <a:pt x="509" y="243"/>
                  </a:cubicBezTo>
                  <a:cubicBezTo>
                    <a:pt x="510" y="244"/>
                    <a:pt x="508" y="245"/>
                    <a:pt x="507" y="244"/>
                  </a:cubicBezTo>
                  <a:close/>
                  <a:moveTo>
                    <a:pt x="508" y="683"/>
                  </a:moveTo>
                  <a:cubicBezTo>
                    <a:pt x="508" y="682"/>
                    <a:pt x="512" y="682"/>
                    <a:pt x="512" y="683"/>
                  </a:cubicBezTo>
                  <a:cubicBezTo>
                    <a:pt x="511" y="685"/>
                    <a:pt x="509" y="684"/>
                    <a:pt x="508" y="683"/>
                  </a:cubicBezTo>
                  <a:close/>
                  <a:moveTo>
                    <a:pt x="508" y="677"/>
                  </a:moveTo>
                  <a:cubicBezTo>
                    <a:pt x="509" y="673"/>
                    <a:pt x="516" y="676"/>
                    <a:pt x="516" y="678"/>
                  </a:cubicBezTo>
                  <a:cubicBezTo>
                    <a:pt x="516" y="681"/>
                    <a:pt x="508" y="681"/>
                    <a:pt x="508" y="677"/>
                  </a:cubicBezTo>
                  <a:close/>
                  <a:moveTo>
                    <a:pt x="512" y="416"/>
                  </a:moveTo>
                  <a:cubicBezTo>
                    <a:pt x="513" y="414"/>
                    <a:pt x="515" y="411"/>
                    <a:pt x="518" y="409"/>
                  </a:cubicBezTo>
                  <a:cubicBezTo>
                    <a:pt x="516" y="412"/>
                    <a:pt x="514" y="415"/>
                    <a:pt x="512" y="416"/>
                  </a:cubicBezTo>
                  <a:close/>
                  <a:moveTo>
                    <a:pt x="513" y="311"/>
                  </a:moveTo>
                  <a:cubicBezTo>
                    <a:pt x="515" y="312"/>
                    <a:pt x="512" y="312"/>
                    <a:pt x="513" y="311"/>
                  </a:cubicBezTo>
                  <a:close/>
                  <a:moveTo>
                    <a:pt x="514" y="217"/>
                  </a:moveTo>
                  <a:cubicBezTo>
                    <a:pt x="515" y="218"/>
                    <a:pt x="514" y="219"/>
                    <a:pt x="513" y="219"/>
                  </a:cubicBezTo>
                  <a:cubicBezTo>
                    <a:pt x="513" y="219"/>
                    <a:pt x="514" y="218"/>
                    <a:pt x="514" y="217"/>
                  </a:cubicBezTo>
                  <a:close/>
                  <a:moveTo>
                    <a:pt x="515" y="326"/>
                  </a:moveTo>
                  <a:cubicBezTo>
                    <a:pt x="516" y="324"/>
                    <a:pt x="516" y="328"/>
                    <a:pt x="515" y="327"/>
                  </a:cubicBezTo>
                  <a:cubicBezTo>
                    <a:pt x="514" y="327"/>
                    <a:pt x="515" y="326"/>
                    <a:pt x="515" y="326"/>
                  </a:cubicBezTo>
                  <a:close/>
                  <a:moveTo>
                    <a:pt x="518" y="234"/>
                  </a:moveTo>
                  <a:cubicBezTo>
                    <a:pt x="520" y="232"/>
                    <a:pt x="516" y="235"/>
                    <a:pt x="518" y="234"/>
                  </a:cubicBezTo>
                  <a:close/>
                  <a:moveTo>
                    <a:pt x="518" y="278"/>
                  </a:moveTo>
                  <a:cubicBezTo>
                    <a:pt x="518" y="277"/>
                    <a:pt x="519" y="277"/>
                    <a:pt x="519" y="278"/>
                  </a:cubicBezTo>
                  <a:cubicBezTo>
                    <a:pt x="519" y="278"/>
                    <a:pt x="518" y="278"/>
                    <a:pt x="518" y="278"/>
                  </a:cubicBezTo>
                  <a:close/>
                  <a:moveTo>
                    <a:pt x="519" y="387"/>
                  </a:moveTo>
                  <a:cubicBezTo>
                    <a:pt x="517" y="386"/>
                    <a:pt x="519" y="383"/>
                    <a:pt x="520" y="383"/>
                  </a:cubicBezTo>
                  <a:cubicBezTo>
                    <a:pt x="524" y="381"/>
                    <a:pt x="521" y="388"/>
                    <a:pt x="519" y="387"/>
                  </a:cubicBezTo>
                  <a:close/>
                  <a:moveTo>
                    <a:pt x="520" y="232"/>
                  </a:moveTo>
                  <a:cubicBezTo>
                    <a:pt x="522" y="230"/>
                    <a:pt x="519" y="233"/>
                    <a:pt x="520" y="232"/>
                  </a:cubicBezTo>
                  <a:close/>
                  <a:moveTo>
                    <a:pt x="523" y="431"/>
                  </a:moveTo>
                  <a:cubicBezTo>
                    <a:pt x="522" y="432"/>
                    <a:pt x="524" y="429"/>
                    <a:pt x="523" y="431"/>
                  </a:cubicBezTo>
                  <a:close/>
                  <a:moveTo>
                    <a:pt x="523" y="374"/>
                  </a:moveTo>
                  <a:cubicBezTo>
                    <a:pt x="522" y="374"/>
                    <a:pt x="524" y="373"/>
                    <a:pt x="523" y="374"/>
                  </a:cubicBezTo>
                  <a:close/>
                  <a:moveTo>
                    <a:pt x="523" y="295"/>
                  </a:moveTo>
                  <a:cubicBezTo>
                    <a:pt x="523" y="295"/>
                    <a:pt x="523" y="294"/>
                    <a:pt x="523" y="294"/>
                  </a:cubicBezTo>
                  <a:cubicBezTo>
                    <a:pt x="523" y="294"/>
                    <a:pt x="523" y="294"/>
                    <a:pt x="523" y="294"/>
                  </a:cubicBezTo>
                  <a:cubicBezTo>
                    <a:pt x="523" y="295"/>
                    <a:pt x="523" y="295"/>
                    <a:pt x="523" y="295"/>
                  </a:cubicBezTo>
                  <a:close/>
                  <a:moveTo>
                    <a:pt x="524" y="296"/>
                  </a:moveTo>
                  <a:cubicBezTo>
                    <a:pt x="525" y="296"/>
                    <a:pt x="525" y="296"/>
                    <a:pt x="525" y="296"/>
                  </a:cubicBezTo>
                  <a:cubicBezTo>
                    <a:pt x="526" y="298"/>
                    <a:pt x="523" y="296"/>
                    <a:pt x="524" y="296"/>
                  </a:cubicBezTo>
                  <a:close/>
                  <a:moveTo>
                    <a:pt x="525" y="266"/>
                  </a:moveTo>
                  <a:cubicBezTo>
                    <a:pt x="525" y="264"/>
                    <a:pt x="531" y="263"/>
                    <a:pt x="530" y="267"/>
                  </a:cubicBezTo>
                  <a:cubicBezTo>
                    <a:pt x="529" y="269"/>
                    <a:pt x="525" y="268"/>
                    <a:pt x="525" y="266"/>
                  </a:cubicBezTo>
                  <a:close/>
                  <a:moveTo>
                    <a:pt x="527" y="276"/>
                  </a:moveTo>
                  <a:cubicBezTo>
                    <a:pt x="527" y="275"/>
                    <a:pt x="527" y="275"/>
                    <a:pt x="528" y="275"/>
                  </a:cubicBezTo>
                  <a:cubicBezTo>
                    <a:pt x="529" y="275"/>
                    <a:pt x="526" y="277"/>
                    <a:pt x="527" y="276"/>
                  </a:cubicBezTo>
                  <a:close/>
                  <a:moveTo>
                    <a:pt x="527" y="671"/>
                  </a:move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lose/>
                  <a:moveTo>
                    <a:pt x="527" y="391"/>
                  </a:moveTo>
                  <a:cubicBezTo>
                    <a:pt x="527" y="390"/>
                    <a:pt x="528" y="389"/>
                    <a:pt x="528" y="388"/>
                  </a:cubicBezTo>
                  <a:cubicBezTo>
                    <a:pt x="529" y="389"/>
                    <a:pt x="527" y="390"/>
                    <a:pt x="527" y="391"/>
                  </a:cubicBezTo>
                  <a:close/>
                  <a:moveTo>
                    <a:pt x="530" y="630"/>
                  </a:moveTo>
                  <a:cubicBezTo>
                    <a:pt x="531" y="629"/>
                    <a:pt x="534" y="629"/>
                    <a:pt x="536" y="628"/>
                  </a:cubicBezTo>
                  <a:cubicBezTo>
                    <a:pt x="535" y="630"/>
                    <a:pt x="532" y="630"/>
                    <a:pt x="530" y="630"/>
                  </a:cubicBezTo>
                  <a:close/>
                  <a:moveTo>
                    <a:pt x="531" y="370"/>
                  </a:moveTo>
                  <a:cubicBezTo>
                    <a:pt x="531" y="372"/>
                    <a:pt x="529" y="371"/>
                    <a:pt x="531" y="370"/>
                  </a:cubicBezTo>
                  <a:close/>
                  <a:moveTo>
                    <a:pt x="531" y="366"/>
                  </a:moveTo>
                  <a:cubicBezTo>
                    <a:pt x="531" y="366"/>
                    <a:pt x="531" y="366"/>
                    <a:pt x="531" y="366"/>
                  </a:cubicBezTo>
                  <a:cubicBezTo>
                    <a:pt x="533" y="366"/>
                    <a:pt x="530" y="368"/>
                    <a:pt x="531" y="366"/>
                  </a:cubicBezTo>
                  <a:close/>
                  <a:moveTo>
                    <a:pt x="534" y="304"/>
                  </a:moveTo>
                  <a:cubicBezTo>
                    <a:pt x="534" y="305"/>
                    <a:pt x="532" y="305"/>
                    <a:pt x="532" y="305"/>
                  </a:cubicBezTo>
                  <a:cubicBezTo>
                    <a:pt x="532" y="304"/>
                    <a:pt x="533" y="303"/>
                    <a:pt x="534" y="304"/>
                  </a:cubicBezTo>
                  <a:close/>
                  <a:moveTo>
                    <a:pt x="532" y="287"/>
                  </a:moveTo>
                  <a:cubicBezTo>
                    <a:pt x="532" y="287"/>
                    <a:pt x="533" y="287"/>
                    <a:pt x="533" y="287"/>
                  </a:cubicBezTo>
                  <a:cubicBezTo>
                    <a:pt x="534" y="287"/>
                    <a:pt x="532" y="288"/>
                    <a:pt x="532" y="287"/>
                  </a:cubicBezTo>
                  <a:close/>
                  <a:moveTo>
                    <a:pt x="540" y="437"/>
                  </a:moveTo>
                  <a:cubicBezTo>
                    <a:pt x="539" y="439"/>
                    <a:pt x="538" y="442"/>
                    <a:pt x="536" y="443"/>
                  </a:cubicBezTo>
                  <a:cubicBezTo>
                    <a:pt x="536" y="442"/>
                    <a:pt x="538" y="439"/>
                    <a:pt x="540" y="437"/>
                  </a:cubicBezTo>
                  <a:close/>
                  <a:moveTo>
                    <a:pt x="538" y="243"/>
                  </a:moveTo>
                  <a:cubicBezTo>
                    <a:pt x="538" y="243"/>
                    <a:pt x="537" y="243"/>
                    <a:pt x="537" y="243"/>
                  </a:cubicBezTo>
                  <a:cubicBezTo>
                    <a:pt x="537" y="243"/>
                    <a:pt x="538" y="243"/>
                    <a:pt x="538" y="243"/>
                  </a:cubicBezTo>
                  <a:cubicBezTo>
                    <a:pt x="538" y="243"/>
                    <a:pt x="538" y="243"/>
                    <a:pt x="538" y="243"/>
                  </a:cubicBezTo>
                  <a:close/>
                  <a:moveTo>
                    <a:pt x="538" y="341"/>
                  </a:moveTo>
                  <a:cubicBezTo>
                    <a:pt x="539" y="339"/>
                    <a:pt x="537" y="342"/>
                    <a:pt x="538" y="341"/>
                  </a:cubicBezTo>
                  <a:close/>
                  <a:moveTo>
                    <a:pt x="538" y="243"/>
                  </a:moveTo>
                  <a:cubicBezTo>
                    <a:pt x="539" y="242"/>
                    <a:pt x="539" y="243"/>
                    <a:pt x="538" y="243"/>
                  </a:cubicBezTo>
                  <a:close/>
                  <a:moveTo>
                    <a:pt x="538" y="651"/>
                  </a:moveTo>
                  <a:cubicBezTo>
                    <a:pt x="537" y="653"/>
                    <a:pt x="537" y="650"/>
                    <a:pt x="538" y="651"/>
                  </a:cubicBezTo>
                  <a:close/>
                  <a:moveTo>
                    <a:pt x="538" y="627"/>
                  </a:moveTo>
                  <a:cubicBezTo>
                    <a:pt x="541" y="625"/>
                    <a:pt x="541" y="628"/>
                    <a:pt x="538" y="627"/>
                  </a:cubicBezTo>
                  <a:close/>
                  <a:moveTo>
                    <a:pt x="540" y="436"/>
                  </a:move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5"/>
                    <a:pt x="540" y="435"/>
                  </a:cubicBezTo>
                  <a:cubicBezTo>
                    <a:pt x="540" y="435"/>
                    <a:pt x="540" y="435"/>
                    <a:pt x="540" y="436"/>
                  </a:cubicBezTo>
                  <a:close/>
                  <a:moveTo>
                    <a:pt x="541" y="360"/>
                  </a:moveTo>
                  <a:cubicBezTo>
                    <a:pt x="541" y="359"/>
                    <a:pt x="541" y="358"/>
                    <a:pt x="542" y="359"/>
                  </a:cubicBezTo>
                  <a:cubicBezTo>
                    <a:pt x="544" y="359"/>
                    <a:pt x="539" y="361"/>
                    <a:pt x="541" y="360"/>
                  </a:cubicBezTo>
                  <a:close/>
                  <a:moveTo>
                    <a:pt x="542" y="374"/>
                  </a:moveTo>
                  <a:cubicBezTo>
                    <a:pt x="542" y="375"/>
                    <a:pt x="542" y="376"/>
                    <a:pt x="540" y="376"/>
                  </a:cubicBezTo>
                  <a:cubicBezTo>
                    <a:pt x="541" y="375"/>
                    <a:pt x="541" y="375"/>
                    <a:pt x="542" y="374"/>
                  </a:cubicBezTo>
                  <a:close/>
                  <a:moveTo>
                    <a:pt x="541" y="481"/>
                  </a:moveTo>
                  <a:cubicBezTo>
                    <a:pt x="541" y="481"/>
                    <a:pt x="542" y="479"/>
                    <a:pt x="542" y="478"/>
                  </a:cubicBezTo>
                  <a:cubicBezTo>
                    <a:pt x="543" y="480"/>
                    <a:pt x="541" y="480"/>
                    <a:pt x="541" y="481"/>
                  </a:cubicBezTo>
                  <a:close/>
                  <a:moveTo>
                    <a:pt x="545" y="428"/>
                  </a:moveTo>
                  <a:cubicBezTo>
                    <a:pt x="545" y="429"/>
                    <a:pt x="543" y="432"/>
                    <a:pt x="541" y="434"/>
                  </a:cubicBezTo>
                  <a:cubicBezTo>
                    <a:pt x="542" y="431"/>
                    <a:pt x="547" y="424"/>
                    <a:pt x="545" y="428"/>
                  </a:cubicBezTo>
                  <a:close/>
                  <a:moveTo>
                    <a:pt x="543" y="373"/>
                  </a:moveTo>
                  <a:cubicBezTo>
                    <a:pt x="544" y="374"/>
                    <a:pt x="542" y="374"/>
                    <a:pt x="543" y="373"/>
                  </a:cubicBezTo>
                  <a:close/>
                  <a:moveTo>
                    <a:pt x="554" y="422"/>
                  </a:moveTo>
                  <a:cubicBezTo>
                    <a:pt x="555" y="421"/>
                    <a:pt x="555" y="420"/>
                    <a:pt x="555" y="420"/>
                  </a:cubicBezTo>
                  <a:cubicBezTo>
                    <a:pt x="555" y="421"/>
                    <a:pt x="555" y="421"/>
                    <a:pt x="554" y="422"/>
                  </a:cubicBezTo>
                  <a:close/>
                  <a:moveTo>
                    <a:pt x="556" y="397"/>
                  </a:moveTo>
                  <a:cubicBezTo>
                    <a:pt x="556" y="396"/>
                    <a:pt x="557" y="395"/>
                    <a:pt x="558" y="394"/>
                  </a:cubicBezTo>
                  <a:cubicBezTo>
                    <a:pt x="558" y="395"/>
                    <a:pt x="557" y="397"/>
                    <a:pt x="556" y="397"/>
                  </a:cubicBezTo>
                  <a:close/>
                  <a:moveTo>
                    <a:pt x="559" y="393"/>
                  </a:moveTo>
                  <a:cubicBezTo>
                    <a:pt x="558" y="392"/>
                    <a:pt x="560" y="391"/>
                    <a:pt x="559" y="393"/>
                  </a:cubicBezTo>
                  <a:close/>
                  <a:moveTo>
                    <a:pt x="556" y="329"/>
                  </a:moveTo>
                  <a:cubicBezTo>
                    <a:pt x="557" y="327"/>
                    <a:pt x="559" y="327"/>
                    <a:pt x="561" y="325"/>
                  </a:cubicBezTo>
                  <a:cubicBezTo>
                    <a:pt x="564" y="321"/>
                    <a:pt x="566" y="316"/>
                    <a:pt x="570" y="314"/>
                  </a:cubicBezTo>
                  <a:cubicBezTo>
                    <a:pt x="570" y="318"/>
                    <a:pt x="564" y="320"/>
                    <a:pt x="563" y="323"/>
                  </a:cubicBezTo>
                  <a:cubicBezTo>
                    <a:pt x="562" y="325"/>
                    <a:pt x="558" y="330"/>
                    <a:pt x="556" y="332"/>
                  </a:cubicBezTo>
                  <a:cubicBezTo>
                    <a:pt x="556" y="332"/>
                    <a:pt x="556" y="334"/>
                    <a:pt x="554" y="333"/>
                  </a:cubicBezTo>
                  <a:cubicBezTo>
                    <a:pt x="553" y="332"/>
                    <a:pt x="556" y="329"/>
                    <a:pt x="556" y="329"/>
                  </a:cubicBezTo>
                  <a:close/>
                  <a:moveTo>
                    <a:pt x="553" y="269"/>
                  </a:moveTo>
                  <a:cubicBezTo>
                    <a:pt x="552" y="268"/>
                    <a:pt x="553" y="267"/>
                    <a:pt x="554" y="267"/>
                  </a:cubicBezTo>
                  <a:cubicBezTo>
                    <a:pt x="556" y="265"/>
                    <a:pt x="555" y="270"/>
                    <a:pt x="553" y="269"/>
                  </a:cubicBezTo>
                  <a:close/>
                  <a:moveTo>
                    <a:pt x="559" y="305"/>
                  </a:moveTo>
                  <a:cubicBezTo>
                    <a:pt x="559" y="306"/>
                    <a:pt x="560" y="304"/>
                    <a:pt x="559" y="305"/>
                  </a:cubicBezTo>
                  <a:close/>
                  <a:moveTo>
                    <a:pt x="557" y="240"/>
                  </a:moveTo>
                  <a:cubicBezTo>
                    <a:pt x="557" y="239"/>
                    <a:pt x="559" y="238"/>
                    <a:pt x="560" y="239"/>
                  </a:cubicBezTo>
                  <a:cubicBezTo>
                    <a:pt x="560" y="241"/>
                    <a:pt x="558" y="240"/>
                    <a:pt x="557" y="240"/>
                  </a:cubicBezTo>
                  <a:close/>
                  <a:moveTo>
                    <a:pt x="562" y="297"/>
                  </a:moveTo>
                  <a:cubicBezTo>
                    <a:pt x="562" y="297"/>
                    <a:pt x="562" y="297"/>
                    <a:pt x="562" y="297"/>
                  </a:cubicBezTo>
                  <a:cubicBezTo>
                    <a:pt x="563" y="294"/>
                    <a:pt x="562" y="300"/>
                    <a:pt x="562" y="297"/>
                  </a:cubicBezTo>
                  <a:close/>
                  <a:moveTo>
                    <a:pt x="566" y="259"/>
                  </a:moveTo>
                  <a:cubicBezTo>
                    <a:pt x="566" y="259"/>
                    <a:pt x="565" y="260"/>
                    <a:pt x="564" y="260"/>
                  </a:cubicBezTo>
                  <a:cubicBezTo>
                    <a:pt x="564" y="259"/>
                    <a:pt x="565" y="259"/>
                    <a:pt x="566" y="259"/>
                  </a:cubicBezTo>
                  <a:close/>
                  <a:moveTo>
                    <a:pt x="565" y="234"/>
                  </a:moveTo>
                  <a:cubicBezTo>
                    <a:pt x="565" y="234"/>
                    <a:pt x="565" y="235"/>
                    <a:pt x="565" y="235"/>
                  </a:cubicBezTo>
                  <a:cubicBezTo>
                    <a:pt x="564" y="235"/>
                    <a:pt x="565" y="234"/>
                    <a:pt x="565" y="234"/>
                  </a:cubicBezTo>
                  <a:close/>
                  <a:moveTo>
                    <a:pt x="567" y="309"/>
                  </a:moveTo>
                  <a:cubicBezTo>
                    <a:pt x="567" y="309"/>
                    <a:pt x="567" y="308"/>
                    <a:pt x="567" y="308"/>
                  </a:cubicBezTo>
                  <a:cubicBezTo>
                    <a:pt x="568" y="306"/>
                    <a:pt x="567" y="311"/>
                    <a:pt x="567" y="309"/>
                  </a:cubicBezTo>
                  <a:close/>
                  <a:moveTo>
                    <a:pt x="567" y="294"/>
                  </a:moveTo>
                  <a:cubicBezTo>
                    <a:pt x="568" y="293"/>
                    <a:pt x="567" y="295"/>
                    <a:pt x="567" y="294"/>
                  </a:cubicBezTo>
                  <a:close/>
                  <a:moveTo>
                    <a:pt x="569" y="229"/>
                  </a:moveTo>
                  <a:cubicBezTo>
                    <a:pt x="568" y="228"/>
                    <a:pt x="573" y="224"/>
                    <a:pt x="573" y="224"/>
                  </a:cubicBezTo>
                  <a:cubicBezTo>
                    <a:pt x="578" y="222"/>
                    <a:pt x="570" y="230"/>
                    <a:pt x="569" y="229"/>
                  </a:cubicBezTo>
                  <a:close/>
                  <a:moveTo>
                    <a:pt x="572" y="359"/>
                  </a:moveTo>
                  <a:cubicBezTo>
                    <a:pt x="572" y="359"/>
                    <a:pt x="571" y="359"/>
                    <a:pt x="571" y="360"/>
                  </a:cubicBezTo>
                  <a:cubicBezTo>
                    <a:pt x="571" y="360"/>
                    <a:pt x="571" y="360"/>
                    <a:pt x="571" y="360"/>
                  </a:cubicBezTo>
                  <a:cubicBezTo>
                    <a:pt x="571" y="360"/>
                    <a:pt x="572" y="359"/>
                    <a:pt x="572" y="359"/>
                  </a:cubicBezTo>
                  <a:close/>
                  <a:moveTo>
                    <a:pt x="569" y="301"/>
                  </a:moveTo>
                  <a:cubicBezTo>
                    <a:pt x="569" y="302"/>
                    <a:pt x="570" y="299"/>
                    <a:pt x="569" y="301"/>
                  </a:cubicBezTo>
                  <a:close/>
                  <a:moveTo>
                    <a:pt x="570" y="335"/>
                  </a:moveTo>
                  <a:cubicBezTo>
                    <a:pt x="569" y="336"/>
                    <a:pt x="568" y="337"/>
                    <a:pt x="567" y="339"/>
                  </a:cubicBezTo>
                  <a:cubicBezTo>
                    <a:pt x="567" y="337"/>
                    <a:pt x="568" y="336"/>
                    <a:pt x="570" y="335"/>
                  </a:cubicBezTo>
                  <a:close/>
                  <a:moveTo>
                    <a:pt x="560" y="391"/>
                  </a:moveTo>
                  <a:cubicBezTo>
                    <a:pt x="560" y="390"/>
                    <a:pt x="560" y="390"/>
                    <a:pt x="561" y="389"/>
                  </a:cubicBezTo>
                  <a:cubicBezTo>
                    <a:pt x="561" y="390"/>
                    <a:pt x="561" y="391"/>
                    <a:pt x="560" y="391"/>
                  </a:cubicBezTo>
                  <a:close/>
                  <a:moveTo>
                    <a:pt x="559" y="346"/>
                  </a:moveTo>
                  <a:cubicBezTo>
                    <a:pt x="560" y="344"/>
                    <a:pt x="562" y="343"/>
                    <a:pt x="564" y="341"/>
                  </a:cubicBezTo>
                  <a:cubicBezTo>
                    <a:pt x="563" y="343"/>
                    <a:pt x="561" y="345"/>
                    <a:pt x="559" y="346"/>
                  </a:cubicBezTo>
                  <a:close/>
                  <a:moveTo>
                    <a:pt x="565" y="358"/>
                  </a:moveTo>
                  <a:cubicBezTo>
                    <a:pt x="565" y="359"/>
                    <a:pt x="564" y="360"/>
                    <a:pt x="563" y="360"/>
                  </a:cubicBezTo>
                  <a:cubicBezTo>
                    <a:pt x="564" y="360"/>
                    <a:pt x="565" y="359"/>
                    <a:pt x="565" y="358"/>
                  </a:cubicBezTo>
                  <a:close/>
                  <a:moveTo>
                    <a:pt x="564" y="552"/>
                  </a:moveTo>
                  <a:cubicBezTo>
                    <a:pt x="563" y="551"/>
                    <a:pt x="565" y="550"/>
                    <a:pt x="565" y="549"/>
                  </a:cubicBezTo>
                  <a:cubicBezTo>
                    <a:pt x="565" y="550"/>
                    <a:pt x="565" y="551"/>
                    <a:pt x="564" y="552"/>
                  </a:cubicBezTo>
                  <a:close/>
                  <a:moveTo>
                    <a:pt x="566" y="450"/>
                  </a:moveTo>
                  <a:cubicBezTo>
                    <a:pt x="568" y="448"/>
                    <a:pt x="567" y="453"/>
                    <a:pt x="566" y="453"/>
                  </a:cubicBezTo>
                  <a:cubicBezTo>
                    <a:pt x="565" y="452"/>
                    <a:pt x="566" y="450"/>
                    <a:pt x="566" y="450"/>
                  </a:cubicBezTo>
                  <a:close/>
                  <a:moveTo>
                    <a:pt x="566" y="570"/>
                  </a:moveTo>
                  <a:cubicBezTo>
                    <a:pt x="566" y="570"/>
                    <a:pt x="567" y="570"/>
                    <a:pt x="567" y="570"/>
                  </a:cubicBezTo>
                  <a:cubicBezTo>
                    <a:pt x="568" y="570"/>
                    <a:pt x="566" y="571"/>
                    <a:pt x="566" y="570"/>
                  </a:cubicBezTo>
                  <a:close/>
                  <a:moveTo>
                    <a:pt x="569" y="442"/>
                  </a:moveTo>
                  <a:cubicBezTo>
                    <a:pt x="570" y="441"/>
                    <a:pt x="567" y="444"/>
                    <a:pt x="569" y="442"/>
                  </a:cubicBezTo>
                  <a:close/>
                  <a:moveTo>
                    <a:pt x="567" y="349"/>
                  </a:moveTo>
                  <a:cubicBezTo>
                    <a:pt x="567" y="349"/>
                    <a:pt x="567" y="347"/>
                    <a:pt x="568" y="347"/>
                  </a:cubicBezTo>
                  <a:cubicBezTo>
                    <a:pt x="570" y="344"/>
                    <a:pt x="569" y="350"/>
                    <a:pt x="567" y="349"/>
                  </a:cubicBezTo>
                  <a:close/>
                  <a:moveTo>
                    <a:pt x="571" y="537"/>
                  </a:moveTo>
                  <a:cubicBezTo>
                    <a:pt x="572" y="538"/>
                    <a:pt x="570" y="540"/>
                    <a:pt x="569" y="542"/>
                  </a:cubicBezTo>
                  <a:cubicBezTo>
                    <a:pt x="569" y="541"/>
                    <a:pt x="571" y="539"/>
                    <a:pt x="571" y="537"/>
                  </a:cubicBezTo>
                  <a:close/>
                  <a:moveTo>
                    <a:pt x="570" y="574"/>
                  </a:moveTo>
                  <a:cubicBezTo>
                    <a:pt x="569" y="574"/>
                    <a:pt x="570" y="571"/>
                    <a:pt x="570" y="571"/>
                  </a:cubicBezTo>
                  <a:cubicBezTo>
                    <a:pt x="573" y="569"/>
                    <a:pt x="572" y="575"/>
                    <a:pt x="570" y="574"/>
                  </a:cubicBezTo>
                  <a:close/>
                  <a:moveTo>
                    <a:pt x="572" y="501"/>
                  </a:moveTo>
                  <a:cubicBezTo>
                    <a:pt x="573" y="500"/>
                    <a:pt x="571" y="503"/>
                    <a:pt x="572" y="501"/>
                  </a:cubicBezTo>
                  <a:close/>
                  <a:moveTo>
                    <a:pt x="572" y="232"/>
                  </a:moveTo>
                  <a:cubicBezTo>
                    <a:pt x="572" y="231"/>
                    <a:pt x="574" y="230"/>
                    <a:pt x="574" y="231"/>
                  </a:cubicBezTo>
                  <a:cubicBezTo>
                    <a:pt x="575" y="232"/>
                    <a:pt x="573" y="233"/>
                    <a:pt x="572" y="232"/>
                  </a:cubicBezTo>
                  <a:close/>
                  <a:moveTo>
                    <a:pt x="574" y="385"/>
                  </a:moveTo>
                  <a:cubicBezTo>
                    <a:pt x="574" y="385"/>
                    <a:pt x="573" y="385"/>
                    <a:pt x="573" y="384"/>
                  </a:cubicBezTo>
                  <a:cubicBezTo>
                    <a:pt x="573" y="383"/>
                    <a:pt x="575" y="385"/>
                    <a:pt x="574" y="385"/>
                  </a:cubicBezTo>
                  <a:close/>
                  <a:moveTo>
                    <a:pt x="574" y="252"/>
                  </a:moveTo>
                  <a:cubicBezTo>
                    <a:pt x="573" y="251"/>
                    <a:pt x="574" y="250"/>
                    <a:pt x="574" y="250"/>
                  </a:cubicBezTo>
                  <a:cubicBezTo>
                    <a:pt x="576" y="249"/>
                    <a:pt x="575" y="252"/>
                    <a:pt x="574" y="252"/>
                  </a:cubicBezTo>
                  <a:close/>
                  <a:moveTo>
                    <a:pt x="576" y="495"/>
                  </a:moveTo>
                  <a:cubicBezTo>
                    <a:pt x="576" y="496"/>
                    <a:pt x="575" y="496"/>
                    <a:pt x="575" y="497"/>
                  </a:cubicBezTo>
                  <a:cubicBezTo>
                    <a:pt x="574" y="497"/>
                    <a:pt x="575" y="496"/>
                    <a:pt x="576" y="495"/>
                  </a:cubicBezTo>
                  <a:close/>
                  <a:moveTo>
                    <a:pt x="576" y="533"/>
                  </a:moveTo>
                  <a:cubicBezTo>
                    <a:pt x="575" y="533"/>
                    <a:pt x="577" y="532"/>
                    <a:pt x="576" y="533"/>
                  </a:cubicBezTo>
                  <a:close/>
                  <a:moveTo>
                    <a:pt x="577" y="315"/>
                  </a:moveTo>
                  <a:cubicBezTo>
                    <a:pt x="578" y="316"/>
                    <a:pt x="576" y="316"/>
                    <a:pt x="576" y="315"/>
                  </a:cubicBezTo>
                  <a:cubicBezTo>
                    <a:pt x="576" y="315"/>
                    <a:pt x="577" y="314"/>
                    <a:pt x="577" y="315"/>
                  </a:cubicBezTo>
                  <a:close/>
                  <a:moveTo>
                    <a:pt x="577" y="253"/>
                  </a:moveTo>
                  <a:cubicBezTo>
                    <a:pt x="578" y="252"/>
                    <a:pt x="577" y="254"/>
                    <a:pt x="577" y="253"/>
                  </a:cubicBezTo>
                  <a:close/>
                  <a:moveTo>
                    <a:pt x="581" y="538"/>
                  </a:moveTo>
                  <a:cubicBezTo>
                    <a:pt x="582" y="540"/>
                    <a:pt x="579" y="540"/>
                    <a:pt x="581" y="538"/>
                  </a:cubicBezTo>
                  <a:close/>
                  <a:moveTo>
                    <a:pt x="576" y="423"/>
                  </a:moveTo>
                  <a:cubicBezTo>
                    <a:pt x="579" y="421"/>
                    <a:pt x="580" y="415"/>
                    <a:pt x="583" y="415"/>
                  </a:cubicBezTo>
                  <a:cubicBezTo>
                    <a:pt x="582" y="415"/>
                    <a:pt x="580" y="422"/>
                    <a:pt x="576" y="423"/>
                  </a:cubicBezTo>
                  <a:close/>
                  <a:moveTo>
                    <a:pt x="581" y="348"/>
                  </a:moveTo>
                  <a:cubicBezTo>
                    <a:pt x="582" y="347"/>
                    <a:pt x="581" y="351"/>
                    <a:pt x="582" y="349"/>
                  </a:cubicBezTo>
                  <a:cubicBezTo>
                    <a:pt x="582" y="349"/>
                    <a:pt x="581" y="349"/>
                    <a:pt x="581" y="348"/>
                  </a:cubicBezTo>
                  <a:close/>
                  <a:moveTo>
                    <a:pt x="583" y="310"/>
                  </a:moveTo>
                  <a:cubicBezTo>
                    <a:pt x="581" y="309"/>
                    <a:pt x="583" y="305"/>
                    <a:pt x="584" y="305"/>
                  </a:cubicBezTo>
                  <a:cubicBezTo>
                    <a:pt x="588" y="302"/>
                    <a:pt x="586" y="312"/>
                    <a:pt x="583" y="310"/>
                  </a:cubicBezTo>
                  <a:close/>
                  <a:moveTo>
                    <a:pt x="585" y="506"/>
                  </a:moveTo>
                  <a:cubicBezTo>
                    <a:pt x="585" y="507"/>
                    <a:pt x="585" y="506"/>
                    <a:pt x="586" y="506"/>
                  </a:cubicBezTo>
                  <a:cubicBezTo>
                    <a:pt x="586" y="506"/>
                    <a:pt x="586" y="506"/>
                    <a:pt x="585" y="506"/>
                  </a:cubicBezTo>
                  <a:close/>
                  <a:moveTo>
                    <a:pt x="586" y="505"/>
                  </a:moveTo>
                  <a:cubicBezTo>
                    <a:pt x="584" y="505"/>
                    <a:pt x="586" y="500"/>
                    <a:pt x="587" y="500"/>
                  </a:cubicBezTo>
                  <a:cubicBezTo>
                    <a:pt x="589" y="499"/>
                    <a:pt x="588" y="506"/>
                    <a:pt x="586" y="505"/>
                  </a:cubicBezTo>
                  <a:close/>
                  <a:moveTo>
                    <a:pt x="587" y="431"/>
                  </a:moveTo>
                  <a:cubicBezTo>
                    <a:pt x="587" y="431"/>
                    <a:pt x="587" y="431"/>
                    <a:pt x="587" y="430"/>
                  </a:cubicBezTo>
                  <a:cubicBezTo>
                    <a:pt x="588" y="429"/>
                    <a:pt x="587" y="430"/>
                    <a:pt x="587" y="431"/>
                  </a:cubicBezTo>
                  <a:close/>
                  <a:moveTo>
                    <a:pt x="584" y="371"/>
                  </a:moveTo>
                  <a:cubicBezTo>
                    <a:pt x="587" y="368"/>
                    <a:pt x="589" y="364"/>
                    <a:pt x="593" y="361"/>
                  </a:cubicBezTo>
                  <a:cubicBezTo>
                    <a:pt x="591" y="365"/>
                    <a:pt x="588" y="368"/>
                    <a:pt x="584" y="371"/>
                  </a:cubicBezTo>
                  <a:close/>
                  <a:moveTo>
                    <a:pt x="587" y="302"/>
                  </a:move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lose/>
                  <a:moveTo>
                    <a:pt x="588" y="262"/>
                  </a:moveTo>
                  <a:cubicBezTo>
                    <a:pt x="589" y="262"/>
                    <a:pt x="589" y="264"/>
                    <a:pt x="588" y="264"/>
                  </a:cubicBezTo>
                  <a:cubicBezTo>
                    <a:pt x="588" y="264"/>
                    <a:pt x="589" y="263"/>
                    <a:pt x="588" y="262"/>
                  </a:cubicBezTo>
                  <a:close/>
                  <a:moveTo>
                    <a:pt x="608" y="272"/>
                  </a:moveTo>
                  <a:cubicBezTo>
                    <a:pt x="604" y="277"/>
                    <a:pt x="599" y="281"/>
                    <a:pt x="593" y="285"/>
                  </a:cubicBezTo>
                  <a:cubicBezTo>
                    <a:pt x="598" y="280"/>
                    <a:pt x="602" y="276"/>
                    <a:pt x="608" y="272"/>
                  </a:cubicBezTo>
                  <a:close/>
                  <a:moveTo>
                    <a:pt x="602" y="270"/>
                  </a:moveTo>
                  <a:cubicBezTo>
                    <a:pt x="602" y="269"/>
                    <a:pt x="603" y="268"/>
                    <a:pt x="603" y="270"/>
                  </a:cubicBezTo>
                  <a:cubicBezTo>
                    <a:pt x="604" y="271"/>
                    <a:pt x="602" y="270"/>
                    <a:pt x="602" y="270"/>
                  </a:cubicBezTo>
                  <a:close/>
                  <a:moveTo>
                    <a:pt x="595" y="289"/>
                  </a:moveTo>
                  <a:cubicBezTo>
                    <a:pt x="596" y="288"/>
                    <a:pt x="597" y="288"/>
                    <a:pt x="597" y="288"/>
                  </a:cubicBezTo>
                  <a:cubicBezTo>
                    <a:pt x="598" y="288"/>
                    <a:pt x="591" y="297"/>
                    <a:pt x="589" y="296"/>
                  </a:cubicBezTo>
                  <a:cubicBezTo>
                    <a:pt x="588" y="296"/>
                    <a:pt x="595" y="289"/>
                    <a:pt x="595" y="289"/>
                  </a:cubicBezTo>
                  <a:close/>
                  <a:moveTo>
                    <a:pt x="595" y="391"/>
                  </a:moveTo>
                  <a:cubicBezTo>
                    <a:pt x="595" y="393"/>
                    <a:pt x="593" y="392"/>
                    <a:pt x="595" y="391"/>
                  </a:cubicBezTo>
                  <a:close/>
                  <a:moveTo>
                    <a:pt x="594" y="394"/>
                  </a:moveTo>
                  <a:cubicBezTo>
                    <a:pt x="595" y="393"/>
                    <a:pt x="594" y="395"/>
                    <a:pt x="594" y="394"/>
                  </a:cubicBezTo>
                  <a:close/>
                  <a:moveTo>
                    <a:pt x="591" y="396"/>
                  </a:moveTo>
                  <a:cubicBezTo>
                    <a:pt x="592" y="396"/>
                    <a:pt x="592" y="394"/>
                    <a:pt x="593" y="394"/>
                  </a:cubicBezTo>
                  <a:cubicBezTo>
                    <a:pt x="593" y="395"/>
                    <a:pt x="592" y="396"/>
                    <a:pt x="591" y="396"/>
                  </a:cubicBezTo>
                  <a:close/>
                  <a:moveTo>
                    <a:pt x="592" y="398"/>
                  </a:moveTo>
                  <a:cubicBezTo>
                    <a:pt x="593" y="398"/>
                    <a:pt x="590" y="400"/>
                    <a:pt x="592" y="398"/>
                  </a:cubicBezTo>
                  <a:close/>
                  <a:moveTo>
                    <a:pt x="593" y="300"/>
                  </a:moveTo>
                  <a:cubicBezTo>
                    <a:pt x="592" y="300"/>
                    <a:pt x="593" y="299"/>
                    <a:pt x="593" y="299"/>
                  </a:cubicBezTo>
                  <a:cubicBezTo>
                    <a:pt x="594" y="297"/>
                    <a:pt x="595" y="301"/>
                    <a:pt x="593" y="300"/>
                  </a:cubicBezTo>
                  <a:close/>
                  <a:moveTo>
                    <a:pt x="593" y="297"/>
                  </a:moveTo>
                  <a:cubicBezTo>
                    <a:pt x="593" y="296"/>
                    <a:pt x="594" y="296"/>
                    <a:pt x="595" y="295"/>
                  </a:cubicBezTo>
                  <a:cubicBezTo>
                    <a:pt x="595" y="296"/>
                    <a:pt x="594" y="297"/>
                    <a:pt x="593" y="297"/>
                  </a:cubicBezTo>
                  <a:close/>
                  <a:moveTo>
                    <a:pt x="592" y="298"/>
                  </a:moveTo>
                  <a:cubicBezTo>
                    <a:pt x="591" y="300"/>
                    <a:pt x="589" y="299"/>
                    <a:pt x="592" y="298"/>
                  </a:cubicBezTo>
                  <a:close/>
                  <a:moveTo>
                    <a:pt x="589" y="303"/>
                  </a:moveTo>
                  <a:cubicBezTo>
                    <a:pt x="589" y="303"/>
                    <a:pt x="589" y="302"/>
                    <a:pt x="589" y="302"/>
                  </a:cubicBezTo>
                  <a:cubicBezTo>
                    <a:pt x="591" y="300"/>
                    <a:pt x="590" y="304"/>
                    <a:pt x="589" y="303"/>
                  </a:cubicBezTo>
                  <a:close/>
                  <a:moveTo>
                    <a:pt x="590" y="320"/>
                  </a:moveTo>
                  <a:cubicBezTo>
                    <a:pt x="590" y="321"/>
                    <a:pt x="589" y="321"/>
                    <a:pt x="589" y="322"/>
                  </a:cubicBezTo>
                  <a:cubicBezTo>
                    <a:pt x="588" y="322"/>
                    <a:pt x="589" y="321"/>
                    <a:pt x="590" y="320"/>
                  </a:cubicBezTo>
                  <a:close/>
                  <a:moveTo>
                    <a:pt x="589" y="289"/>
                  </a:moveTo>
                  <a:cubicBezTo>
                    <a:pt x="588" y="287"/>
                    <a:pt x="591" y="287"/>
                    <a:pt x="592" y="285"/>
                  </a:cubicBezTo>
                  <a:cubicBezTo>
                    <a:pt x="593" y="286"/>
                    <a:pt x="590" y="288"/>
                    <a:pt x="589" y="289"/>
                  </a:cubicBezTo>
                  <a:close/>
                  <a:moveTo>
                    <a:pt x="588" y="267"/>
                  </a:moveTo>
                  <a:cubicBezTo>
                    <a:pt x="588" y="267"/>
                    <a:pt x="588" y="267"/>
                    <a:pt x="588" y="267"/>
                  </a:cubicBezTo>
                  <a:cubicBezTo>
                    <a:pt x="588" y="267"/>
                    <a:pt x="588" y="267"/>
                    <a:pt x="588" y="268"/>
                  </a:cubicBezTo>
                  <a:cubicBezTo>
                    <a:pt x="588" y="268"/>
                    <a:pt x="588" y="267"/>
                    <a:pt x="588" y="267"/>
                  </a:cubicBezTo>
                  <a:close/>
                  <a:moveTo>
                    <a:pt x="590" y="400"/>
                  </a:moveTo>
                  <a:cubicBezTo>
                    <a:pt x="590" y="401"/>
                    <a:pt x="591" y="398"/>
                    <a:pt x="590" y="400"/>
                  </a:cubicBezTo>
                  <a:close/>
                  <a:moveTo>
                    <a:pt x="590" y="437"/>
                  </a:moveTo>
                  <a:cubicBezTo>
                    <a:pt x="590" y="436"/>
                    <a:pt x="590" y="435"/>
                    <a:pt x="592" y="434"/>
                  </a:cubicBezTo>
                  <a:cubicBezTo>
                    <a:pt x="593" y="434"/>
                    <a:pt x="594" y="433"/>
                    <a:pt x="595" y="434"/>
                  </a:cubicBezTo>
                  <a:cubicBezTo>
                    <a:pt x="597" y="438"/>
                    <a:pt x="590" y="441"/>
                    <a:pt x="590" y="437"/>
                  </a:cubicBezTo>
                  <a:close/>
                  <a:moveTo>
                    <a:pt x="595" y="391"/>
                  </a:moveTo>
                  <a:cubicBezTo>
                    <a:pt x="595" y="390"/>
                    <a:pt x="595" y="390"/>
                    <a:pt x="596" y="389"/>
                  </a:cubicBezTo>
                  <a:cubicBezTo>
                    <a:pt x="596" y="390"/>
                    <a:pt x="596" y="391"/>
                    <a:pt x="595" y="391"/>
                  </a:cubicBezTo>
                  <a:close/>
                  <a:moveTo>
                    <a:pt x="596" y="565"/>
                  </a:move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lose/>
                  <a:moveTo>
                    <a:pt x="596" y="436"/>
                  </a:moveTo>
                  <a:cubicBezTo>
                    <a:pt x="598" y="435"/>
                    <a:pt x="595" y="438"/>
                    <a:pt x="596" y="436"/>
                  </a:cubicBezTo>
                  <a:close/>
                  <a:moveTo>
                    <a:pt x="596" y="392"/>
                  </a:moveTo>
                  <a:cubicBezTo>
                    <a:pt x="596" y="391"/>
                    <a:pt x="597" y="390"/>
                    <a:pt x="597" y="390"/>
                  </a:cubicBezTo>
                  <a:cubicBezTo>
                    <a:pt x="597" y="391"/>
                    <a:pt x="597" y="392"/>
                    <a:pt x="596" y="392"/>
                  </a:cubicBezTo>
                  <a:close/>
                  <a:moveTo>
                    <a:pt x="596" y="389"/>
                  </a:moveTo>
                  <a:cubicBezTo>
                    <a:pt x="597" y="388"/>
                    <a:pt x="597" y="388"/>
                    <a:pt x="598" y="387"/>
                  </a:cubicBezTo>
                  <a:cubicBezTo>
                    <a:pt x="598" y="388"/>
                    <a:pt x="597" y="389"/>
                    <a:pt x="596" y="389"/>
                  </a:cubicBezTo>
                  <a:close/>
                  <a:moveTo>
                    <a:pt x="597" y="541"/>
                  </a:moveTo>
                  <a:cubicBezTo>
                    <a:pt x="596" y="541"/>
                    <a:pt x="598" y="540"/>
                    <a:pt x="597" y="539"/>
                  </a:cubicBezTo>
                  <a:cubicBezTo>
                    <a:pt x="598" y="539"/>
                    <a:pt x="597" y="541"/>
                    <a:pt x="597" y="541"/>
                  </a:cubicBezTo>
                  <a:close/>
                  <a:moveTo>
                    <a:pt x="597" y="347"/>
                  </a:moveTo>
                  <a:cubicBezTo>
                    <a:pt x="597" y="347"/>
                    <a:pt x="597" y="346"/>
                    <a:pt x="597" y="346"/>
                  </a:cubicBezTo>
                  <a:cubicBezTo>
                    <a:pt x="598" y="344"/>
                    <a:pt x="598" y="348"/>
                    <a:pt x="597" y="347"/>
                  </a:cubicBezTo>
                  <a:close/>
                  <a:moveTo>
                    <a:pt x="598" y="386"/>
                  </a:moveTo>
                  <a:cubicBezTo>
                    <a:pt x="599" y="385"/>
                    <a:pt x="597" y="388"/>
                    <a:pt x="598" y="386"/>
                  </a:cubicBezTo>
                  <a:close/>
                  <a:moveTo>
                    <a:pt x="600" y="336"/>
                  </a:moveTo>
                  <a:cubicBezTo>
                    <a:pt x="598" y="339"/>
                    <a:pt x="603" y="335"/>
                    <a:pt x="600" y="336"/>
                  </a:cubicBezTo>
                  <a:close/>
                  <a:moveTo>
                    <a:pt x="601" y="360"/>
                  </a:moveTo>
                  <a:cubicBezTo>
                    <a:pt x="602" y="358"/>
                    <a:pt x="600" y="361"/>
                    <a:pt x="601" y="360"/>
                  </a:cubicBezTo>
                  <a:close/>
                  <a:moveTo>
                    <a:pt x="601" y="299"/>
                  </a:moveTo>
                  <a:cubicBezTo>
                    <a:pt x="600" y="298"/>
                    <a:pt x="602" y="296"/>
                    <a:pt x="602" y="298"/>
                  </a:cubicBezTo>
                  <a:cubicBezTo>
                    <a:pt x="603" y="298"/>
                    <a:pt x="602" y="299"/>
                    <a:pt x="601" y="299"/>
                  </a:cubicBezTo>
                  <a:close/>
                  <a:moveTo>
                    <a:pt x="602" y="291"/>
                  </a:moveTo>
                  <a:cubicBezTo>
                    <a:pt x="601" y="290"/>
                    <a:pt x="603" y="290"/>
                    <a:pt x="603" y="291"/>
                  </a:cubicBezTo>
                  <a:cubicBezTo>
                    <a:pt x="602" y="291"/>
                    <a:pt x="602" y="291"/>
                    <a:pt x="602" y="291"/>
                  </a:cubicBezTo>
                  <a:close/>
                  <a:moveTo>
                    <a:pt x="603" y="334"/>
                  </a:moveTo>
                  <a:cubicBezTo>
                    <a:pt x="603" y="333"/>
                    <a:pt x="604" y="332"/>
                    <a:pt x="605" y="331"/>
                  </a:cubicBezTo>
                  <a:cubicBezTo>
                    <a:pt x="605" y="333"/>
                    <a:pt x="604" y="333"/>
                    <a:pt x="603" y="334"/>
                  </a:cubicBezTo>
                  <a:close/>
                  <a:moveTo>
                    <a:pt x="605" y="302"/>
                  </a:moveTo>
                  <a:cubicBezTo>
                    <a:pt x="605" y="302"/>
                    <a:pt x="605" y="302"/>
                    <a:pt x="605" y="302"/>
                  </a:cubicBezTo>
                  <a:cubicBezTo>
                    <a:pt x="606" y="304"/>
                    <a:pt x="603" y="302"/>
                    <a:pt x="605" y="302"/>
                  </a:cubicBezTo>
                  <a:close/>
                  <a:moveTo>
                    <a:pt x="605" y="373"/>
                  </a:moveTo>
                  <a:cubicBezTo>
                    <a:pt x="605" y="373"/>
                    <a:pt x="606" y="373"/>
                    <a:pt x="606" y="373"/>
                  </a:cubicBezTo>
                  <a:cubicBezTo>
                    <a:pt x="606" y="374"/>
                    <a:pt x="605" y="373"/>
                    <a:pt x="605" y="373"/>
                  </a:cubicBezTo>
                  <a:close/>
                  <a:moveTo>
                    <a:pt x="606" y="568"/>
                  </a:moveTo>
                  <a:cubicBezTo>
                    <a:pt x="607" y="567"/>
                    <a:pt x="605" y="570"/>
                    <a:pt x="606" y="568"/>
                  </a:cubicBezTo>
                  <a:close/>
                  <a:moveTo>
                    <a:pt x="608" y="285"/>
                  </a:moveTo>
                  <a:cubicBezTo>
                    <a:pt x="608" y="285"/>
                    <a:pt x="609" y="284"/>
                    <a:pt x="609" y="284"/>
                  </a:cubicBezTo>
                  <a:cubicBezTo>
                    <a:pt x="610" y="286"/>
                    <a:pt x="607" y="286"/>
                    <a:pt x="608" y="285"/>
                  </a:cubicBezTo>
                  <a:close/>
                  <a:moveTo>
                    <a:pt x="609" y="319"/>
                  </a:moveTo>
                  <a:cubicBezTo>
                    <a:pt x="610" y="317"/>
                    <a:pt x="608" y="320"/>
                    <a:pt x="609" y="319"/>
                  </a:cubicBezTo>
                  <a:close/>
                  <a:moveTo>
                    <a:pt x="609" y="350"/>
                  </a:moveTo>
                  <a:cubicBezTo>
                    <a:pt x="610" y="349"/>
                    <a:pt x="607" y="351"/>
                    <a:pt x="609" y="350"/>
                  </a:cubicBezTo>
                  <a:close/>
                  <a:moveTo>
                    <a:pt x="609" y="376"/>
                  </a:moveTo>
                  <a:cubicBezTo>
                    <a:pt x="611" y="374"/>
                    <a:pt x="611" y="380"/>
                    <a:pt x="609" y="380"/>
                  </a:cubicBezTo>
                  <a:cubicBezTo>
                    <a:pt x="608" y="379"/>
                    <a:pt x="609" y="377"/>
                    <a:pt x="609" y="376"/>
                  </a:cubicBezTo>
                  <a:close/>
                  <a:moveTo>
                    <a:pt x="609" y="486"/>
                  </a:moveTo>
                  <a:cubicBezTo>
                    <a:pt x="608" y="486"/>
                    <a:pt x="608" y="485"/>
                    <a:pt x="609" y="485"/>
                  </a:cubicBezTo>
                  <a:cubicBezTo>
                    <a:pt x="609" y="483"/>
                    <a:pt x="610" y="487"/>
                    <a:pt x="609" y="486"/>
                  </a:cubicBezTo>
                  <a:close/>
                  <a:moveTo>
                    <a:pt x="610" y="419"/>
                  </a:moveTo>
                  <a:cubicBezTo>
                    <a:pt x="611" y="417"/>
                    <a:pt x="612" y="418"/>
                    <a:pt x="610" y="419"/>
                  </a:cubicBezTo>
                  <a:close/>
                  <a:moveTo>
                    <a:pt x="609" y="349"/>
                  </a:moveTo>
                  <a:cubicBezTo>
                    <a:pt x="610" y="347"/>
                    <a:pt x="611" y="345"/>
                    <a:pt x="613" y="344"/>
                  </a:cubicBezTo>
                  <a:cubicBezTo>
                    <a:pt x="613" y="344"/>
                    <a:pt x="611" y="348"/>
                    <a:pt x="609" y="349"/>
                  </a:cubicBezTo>
                  <a:close/>
                  <a:moveTo>
                    <a:pt x="614" y="312"/>
                  </a:moveTo>
                  <a:cubicBezTo>
                    <a:pt x="615" y="313"/>
                    <a:pt x="615" y="314"/>
                    <a:pt x="614" y="314"/>
                  </a:cubicBezTo>
                  <a:cubicBezTo>
                    <a:pt x="613" y="314"/>
                    <a:pt x="612" y="313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1" y="310"/>
                    <a:pt x="615" y="308"/>
                    <a:pt x="616" y="311"/>
                  </a:cubicBezTo>
                  <a:cubicBezTo>
                    <a:pt x="616" y="311"/>
                    <a:pt x="615" y="312"/>
                    <a:pt x="614" y="312"/>
                  </a:cubicBezTo>
                  <a:close/>
                  <a:moveTo>
                    <a:pt x="613" y="276"/>
                  </a:moveTo>
                  <a:cubicBezTo>
                    <a:pt x="613" y="277"/>
                    <a:pt x="614" y="275"/>
                    <a:pt x="613" y="276"/>
                  </a:cubicBezTo>
                  <a:close/>
                  <a:moveTo>
                    <a:pt x="613" y="259"/>
                  </a:moveTo>
                  <a:cubicBezTo>
                    <a:pt x="613" y="259"/>
                    <a:pt x="613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ubicBezTo>
                    <a:pt x="614" y="258"/>
                    <a:pt x="614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lose/>
                  <a:moveTo>
                    <a:pt x="615" y="309"/>
                  </a:moveTo>
                  <a:cubicBezTo>
                    <a:pt x="614" y="309"/>
                    <a:pt x="615" y="308"/>
                    <a:pt x="615" y="308"/>
                  </a:cubicBezTo>
                  <a:cubicBezTo>
                    <a:pt x="616" y="307"/>
                    <a:pt x="616" y="309"/>
                    <a:pt x="615" y="309"/>
                  </a:cubicBezTo>
                  <a:close/>
                  <a:moveTo>
                    <a:pt x="616" y="256"/>
                  </a:moveTo>
                  <a:cubicBezTo>
                    <a:pt x="616" y="258"/>
                    <a:pt x="614" y="257"/>
                    <a:pt x="616" y="256"/>
                  </a:cubicBezTo>
                  <a:close/>
                  <a:moveTo>
                    <a:pt x="616" y="260"/>
                  </a:moveTo>
                  <a:cubicBezTo>
                    <a:pt x="615" y="261"/>
                    <a:pt x="618" y="258"/>
                    <a:pt x="616" y="260"/>
                  </a:cubicBezTo>
                  <a:close/>
                  <a:moveTo>
                    <a:pt x="616" y="343"/>
                  </a:moveTo>
                  <a:cubicBezTo>
                    <a:pt x="616" y="342"/>
                    <a:pt x="618" y="340"/>
                    <a:pt x="619" y="339"/>
                  </a:cubicBezTo>
                  <a:cubicBezTo>
                    <a:pt x="619" y="341"/>
                    <a:pt x="618" y="342"/>
                    <a:pt x="616" y="343"/>
                  </a:cubicBezTo>
                  <a:close/>
                  <a:moveTo>
                    <a:pt x="617" y="301"/>
                  </a:moveTo>
                  <a:cubicBezTo>
                    <a:pt x="618" y="300"/>
                    <a:pt x="619" y="302"/>
                    <a:pt x="618" y="302"/>
                  </a:cubicBezTo>
                  <a:cubicBezTo>
                    <a:pt x="618" y="302"/>
                    <a:pt x="617" y="301"/>
                    <a:pt x="617" y="301"/>
                  </a:cubicBezTo>
                  <a:close/>
                  <a:moveTo>
                    <a:pt x="618" y="491"/>
                  </a:moveTo>
                  <a:cubicBezTo>
                    <a:pt x="618" y="490"/>
                    <a:pt x="619" y="490"/>
                    <a:pt x="619" y="490"/>
                  </a:cubicBezTo>
                  <a:cubicBezTo>
                    <a:pt x="620" y="490"/>
                    <a:pt x="618" y="492"/>
                    <a:pt x="618" y="491"/>
                  </a:cubicBezTo>
                  <a:close/>
                  <a:moveTo>
                    <a:pt x="622" y="396"/>
                  </a:moveTo>
                  <a:cubicBezTo>
                    <a:pt x="622" y="395"/>
                    <a:pt x="623" y="394"/>
                    <a:pt x="623" y="393"/>
                  </a:cubicBezTo>
                  <a:cubicBezTo>
                    <a:pt x="624" y="393"/>
                    <a:pt x="623" y="395"/>
                    <a:pt x="622" y="396"/>
                  </a:cubicBezTo>
                  <a:close/>
                  <a:moveTo>
                    <a:pt x="630" y="439"/>
                  </a:moveTo>
                  <a:cubicBezTo>
                    <a:pt x="630" y="441"/>
                    <a:pt x="627" y="440"/>
                    <a:pt x="630" y="439"/>
                  </a:cubicBezTo>
                  <a:close/>
                  <a:moveTo>
                    <a:pt x="631" y="548"/>
                  </a:moveTo>
                  <a:cubicBezTo>
                    <a:pt x="631" y="548"/>
                    <a:pt x="632" y="547"/>
                    <a:pt x="633" y="548"/>
                  </a:cubicBezTo>
                  <a:cubicBezTo>
                    <a:pt x="636" y="551"/>
                    <a:pt x="628" y="552"/>
                    <a:pt x="631" y="548"/>
                  </a:cubicBezTo>
                  <a:close/>
                  <a:moveTo>
                    <a:pt x="634" y="433"/>
                  </a:moveTo>
                  <a:cubicBezTo>
                    <a:pt x="632" y="433"/>
                    <a:pt x="633" y="431"/>
                    <a:pt x="633" y="431"/>
                  </a:cubicBezTo>
                  <a:cubicBezTo>
                    <a:pt x="635" y="429"/>
                    <a:pt x="635" y="433"/>
                    <a:pt x="634" y="433"/>
                  </a:cubicBezTo>
                  <a:close/>
                  <a:moveTo>
                    <a:pt x="635" y="495"/>
                  </a:moveTo>
                  <a:cubicBezTo>
                    <a:pt x="636" y="496"/>
                    <a:pt x="634" y="497"/>
                    <a:pt x="635" y="495"/>
                  </a:cubicBezTo>
                  <a:close/>
                  <a:moveTo>
                    <a:pt x="635" y="459"/>
                  </a:moveTo>
                  <a:cubicBezTo>
                    <a:pt x="634" y="458"/>
                    <a:pt x="636" y="459"/>
                    <a:pt x="635" y="459"/>
                  </a:cubicBezTo>
                  <a:close/>
                  <a:moveTo>
                    <a:pt x="631" y="298"/>
                  </a:moveTo>
                  <a:cubicBezTo>
                    <a:pt x="634" y="297"/>
                    <a:pt x="630" y="302"/>
                    <a:pt x="630" y="299"/>
                  </a:cubicBezTo>
                  <a:cubicBezTo>
                    <a:pt x="630" y="299"/>
                    <a:pt x="631" y="298"/>
                    <a:pt x="631" y="298"/>
                  </a:cubicBezTo>
                  <a:close/>
                  <a:moveTo>
                    <a:pt x="629" y="296"/>
                  </a:moveTo>
                  <a:cubicBezTo>
                    <a:pt x="629" y="295"/>
                    <a:pt x="628" y="297"/>
                    <a:pt x="629" y="296"/>
                  </a:cubicBezTo>
                  <a:close/>
                  <a:moveTo>
                    <a:pt x="635" y="314"/>
                  </a:moveTo>
                  <a:cubicBezTo>
                    <a:pt x="633" y="319"/>
                    <a:pt x="630" y="323"/>
                    <a:pt x="628" y="327"/>
                  </a:cubicBezTo>
                  <a:cubicBezTo>
                    <a:pt x="630" y="323"/>
                    <a:pt x="631" y="318"/>
                    <a:pt x="635" y="314"/>
                  </a:cubicBezTo>
                  <a:close/>
                  <a:moveTo>
                    <a:pt x="625" y="391"/>
                  </a:moveTo>
                  <a:cubicBezTo>
                    <a:pt x="624" y="390"/>
                    <a:pt x="626" y="387"/>
                    <a:pt x="627" y="386"/>
                  </a:cubicBezTo>
                  <a:cubicBezTo>
                    <a:pt x="627" y="387"/>
                    <a:pt x="625" y="389"/>
                    <a:pt x="625" y="391"/>
                  </a:cubicBezTo>
                  <a:close/>
                  <a:moveTo>
                    <a:pt x="623" y="307"/>
                  </a:moveTo>
                  <a:cubicBezTo>
                    <a:pt x="623" y="307"/>
                    <a:pt x="623" y="309"/>
                    <a:pt x="622" y="309"/>
                  </a:cubicBezTo>
                  <a:cubicBezTo>
                    <a:pt x="622" y="309"/>
                    <a:pt x="622" y="307"/>
                    <a:pt x="623" y="307"/>
                  </a:cubicBezTo>
                  <a:close/>
                  <a:moveTo>
                    <a:pt x="624" y="333"/>
                  </a:moveTo>
                  <a:cubicBezTo>
                    <a:pt x="624" y="333"/>
                    <a:pt x="627" y="328"/>
                    <a:pt x="627" y="330"/>
                  </a:cubicBezTo>
                  <a:cubicBezTo>
                    <a:pt x="626" y="332"/>
                    <a:pt x="622" y="336"/>
                    <a:pt x="620" y="338"/>
                  </a:cubicBezTo>
                  <a:cubicBezTo>
                    <a:pt x="621" y="337"/>
                    <a:pt x="623" y="335"/>
                    <a:pt x="624" y="333"/>
                  </a:cubicBezTo>
                  <a:close/>
                  <a:moveTo>
                    <a:pt x="620" y="269"/>
                  </a:moveTo>
                  <a:cubicBezTo>
                    <a:pt x="620" y="268"/>
                    <a:pt x="622" y="262"/>
                    <a:pt x="624" y="264"/>
                  </a:cubicBezTo>
                  <a:cubicBezTo>
                    <a:pt x="626" y="265"/>
                    <a:pt x="622" y="268"/>
                    <a:pt x="620" y="269"/>
                  </a:cubicBezTo>
                  <a:close/>
                  <a:moveTo>
                    <a:pt x="626" y="231"/>
                  </a:moveTo>
                  <a:cubicBezTo>
                    <a:pt x="626" y="232"/>
                    <a:pt x="627" y="230"/>
                    <a:pt x="626" y="231"/>
                  </a:cubicBezTo>
                  <a:close/>
                  <a:moveTo>
                    <a:pt x="628" y="249"/>
                  </a:moveTo>
                  <a:cubicBezTo>
                    <a:pt x="628" y="247"/>
                    <a:pt x="630" y="248"/>
                    <a:pt x="628" y="249"/>
                  </a:cubicBezTo>
                  <a:close/>
                  <a:moveTo>
                    <a:pt x="625" y="218"/>
                  </a:moveTo>
                  <a:cubicBezTo>
                    <a:pt x="627" y="217"/>
                    <a:pt x="628" y="217"/>
                    <a:pt x="629" y="218"/>
                  </a:cubicBezTo>
                  <a:cubicBezTo>
                    <a:pt x="631" y="221"/>
                    <a:pt x="626" y="226"/>
                    <a:pt x="624" y="225"/>
                  </a:cubicBezTo>
                  <a:cubicBezTo>
                    <a:pt x="621" y="223"/>
                    <a:pt x="624" y="219"/>
                    <a:pt x="625" y="218"/>
                  </a:cubicBezTo>
                  <a:close/>
                  <a:moveTo>
                    <a:pt x="621" y="229"/>
                  </a:moveTo>
                  <a:cubicBezTo>
                    <a:pt x="621" y="228"/>
                    <a:pt x="622" y="227"/>
                    <a:pt x="622" y="227"/>
                  </a:cubicBezTo>
                  <a:cubicBezTo>
                    <a:pt x="621" y="227"/>
                    <a:pt x="621" y="226"/>
                    <a:pt x="622" y="226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3" y="225"/>
                  </a:cubicBezTo>
                  <a:cubicBezTo>
                    <a:pt x="623" y="226"/>
                    <a:pt x="622" y="226"/>
                    <a:pt x="622" y="226"/>
                  </a:cubicBezTo>
                  <a:cubicBezTo>
                    <a:pt x="622" y="229"/>
                    <a:pt x="621" y="233"/>
                    <a:pt x="620" y="235"/>
                  </a:cubicBezTo>
                  <a:cubicBezTo>
                    <a:pt x="620" y="233"/>
                    <a:pt x="620" y="232"/>
                    <a:pt x="621" y="230"/>
                  </a:cubicBezTo>
                  <a:cubicBezTo>
                    <a:pt x="621" y="230"/>
                    <a:pt x="621" y="230"/>
                    <a:pt x="621" y="230"/>
                  </a:cubicBezTo>
                  <a:cubicBezTo>
                    <a:pt x="621" y="229"/>
                    <a:pt x="621" y="229"/>
                    <a:pt x="621" y="229"/>
                  </a:cubicBezTo>
                  <a:close/>
                  <a:moveTo>
                    <a:pt x="620" y="227"/>
                  </a:moveTo>
                  <a:cubicBezTo>
                    <a:pt x="620" y="229"/>
                    <a:pt x="618" y="228"/>
                    <a:pt x="620" y="227"/>
                  </a:cubicBezTo>
                  <a:close/>
                  <a:moveTo>
                    <a:pt x="623" y="246"/>
                  </a:moveTo>
                  <a:cubicBezTo>
                    <a:pt x="622" y="248"/>
                    <a:pt x="620" y="249"/>
                    <a:pt x="618" y="249"/>
                  </a:cubicBezTo>
                  <a:cubicBezTo>
                    <a:pt x="619" y="248"/>
                    <a:pt x="621" y="247"/>
                    <a:pt x="623" y="246"/>
                  </a:cubicBezTo>
                  <a:close/>
                  <a:moveTo>
                    <a:pt x="619" y="255"/>
                  </a:moveTo>
                  <a:cubicBezTo>
                    <a:pt x="619" y="256"/>
                    <a:pt x="618" y="258"/>
                    <a:pt x="617" y="259"/>
                  </a:cubicBezTo>
                  <a:cubicBezTo>
                    <a:pt x="617" y="257"/>
                    <a:pt x="619" y="256"/>
                    <a:pt x="619" y="255"/>
                  </a:cubicBezTo>
                  <a:close/>
                  <a:moveTo>
                    <a:pt x="615" y="229"/>
                  </a:moveTo>
                  <a:cubicBezTo>
                    <a:pt x="613" y="228"/>
                    <a:pt x="614" y="225"/>
                    <a:pt x="616" y="226"/>
                  </a:cubicBezTo>
                  <a:cubicBezTo>
                    <a:pt x="618" y="226"/>
                    <a:pt x="617" y="230"/>
                    <a:pt x="615" y="229"/>
                  </a:cubicBezTo>
                  <a:cubicBezTo>
                    <a:pt x="617" y="230"/>
                    <a:pt x="615" y="236"/>
                    <a:pt x="612" y="236"/>
                  </a:cubicBezTo>
                  <a:cubicBezTo>
                    <a:pt x="608" y="235"/>
                    <a:pt x="610" y="226"/>
                    <a:pt x="615" y="229"/>
                  </a:cubicBezTo>
                  <a:close/>
                  <a:moveTo>
                    <a:pt x="609" y="276"/>
                  </a:moveTo>
                  <a:cubicBezTo>
                    <a:pt x="608" y="280"/>
                    <a:pt x="603" y="284"/>
                    <a:pt x="599" y="286"/>
                  </a:cubicBezTo>
                  <a:cubicBezTo>
                    <a:pt x="602" y="283"/>
                    <a:pt x="604" y="279"/>
                    <a:pt x="609" y="276"/>
                  </a:cubicBezTo>
                  <a:close/>
                  <a:moveTo>
                    <a:pt x="608" y="229"/>
                  </a:moveTo>
                  <a:cubicBezTo>
                    <a:pt x="608" y="229"/>
                    <a:pt x="608" y="229"/>
                    <a:pt x="608" y="230"/>
                  </a:cubicBezTo>
                  <a:cubicBezTo>
                    <a:pt x="609" y="232"/>
                    <a:pt x="606" y="229"/>
                    <a:pt x="608" y="229"/>
                  </a:cubicBezTo>
                  <a:close/>
                  <a:moveTo>
                    <a:pt x="607" y="228"/>
                  </a:moveTo>
                  <a:cubicBezTo>
                    <a:pt x="608" y="228"/>
                    <a:pt x="607" y="230"/>
                    <a:pt x="606" y="230"/>
                  </a:cubicBezTo>
                  <a:cubicBezTo>
                    <a:pt x="605" y="229"/>
                    <a:pt x="606" y="229"/>
                    <a:pt x="607" y="228"/>
                  </a:cubicBezTo>
                  <a:close/>
                  <a:moveTo>
                    <a:pt x="606" y="253"/>
                  </a:moveTo>
                  <a:cubicBezTo>
                    <a:pt x="608" y="251"/>
                    <a:pt x="609" y="257"/>
                    <a:pt x="606" y="256"/>
                  </a:cubicBezTo>
                  <a:cubicBezTo>
                    <a:pt x="605" y="256"/>
                    <a:pt x="605" y="254"/>
                    <a:pt x="606" y="253"/>
                  </a:cubicBezTo>
                  <a:close/>
                  <a:moveTo>
                    <a:pt x="602" y="228"/>
                  </a:moveTo>
                  <a:cubicBezTo>
                    <a:pt x="602" y="227"/>
                    <a:pt x="603" y="227"/>
                    <a:pt x="604" y="227"/>
                  </a:cubicBezTo>
                  <a:cubicBezTo>
                    <a:pt x="605" y="229"/>
                    <a:pt x="601" y="230"/>
                    <a:pt x="602" y="228"/>
                  </a:cubicBezTo>
                  <a:close/>
                  <a:moveTo>
                    <a:pt x="602" y="225"/>
                  </a:moveTo>
                  <a:cubicBezTo>
                    <a:pt x="602" y="224"/>
                    <a:pt x="601" y="227"/>
                    <a:pt x="602" y="225"/>
                  </a:cubicBezTo>
                  <a:close/>
                  <a:moveTo>
                    <a:pt x="598" y="235"/>
                  </a:moveTo>
                  <a:cubicBezTo>
                    <a:pt x="599" y="233"/>
                    <a:pt x="601" y="238"/>
                    <a:pt x="598" y="237"/>
                  </a:cubicBezTo>
                  <a:cubicBezTo>
                    <a:pt x="597" y="237"/>
                    <a:pt x="597" y="236"/>
                    <a:pt x="598" y="235"/>
                  </a:cubicBezTo>
                  <a:close/>
                  <a:moveTo>
                    <a:pt x="600" y="263"/>
                  </a:moveTo>
                  <a:cubicBezTo>
                    <a:pt x="601" y="262"/>
                    <a:pt x="602" y="258"/>
                    <a:pt x="604" y="257"/>
                  </a:cubicBezTo>
                  <a:cubicBezTo>
                    <a:pt x="608" y="255"/>
                    <a:pt x="600" y="265"/>
                    <a:pt x="599" y="266"/>
                  </a:cubicBezTo>
                  <a:cubicBezTo>
                    <a:pt x="601" y="264"/>
                    <a:pt x="598" y="268"/>
                    <a:pt x="597" y="268"/>
                  </a:cubicBezTo>
                  <a:cubicBezTo>
                    <a:pt x="596" y="267"/>
                    <a:pt x="599" y="264"/>
                    <a:pt x="600" y="263"/>
                  </a:cubicBezTo>
                  <a:close/>
                  <a:moveTo>
                    <a:pt x="594" y="230"/>
                  </a:moveTo>
                  <a:cubicBezTo>
                    <a:pt x="594" y="232"/>
                    <a:pt x="593" y="230"/>
                    <a:pt x="594" y="230"/>
                  </a:cubicBezTo>
                  <a:close/>
                  <a:moveTo>
                    <a:pt x="593" y="249"/>
                  </a:moveTo>
                  <a:cubicBezTo>
                    <a:pt x="594" y="249"/>
                    <a:pt x="593" y="250"/>
                    <a:pt x="593" y="250"/>
                  </a:cubicBezTo>
                  <a:cubicBezTo>
                    <a:pt x="592" y="250"/>
                    <a:pt x="593" y="248"/>
                    <a:pt x="593" y="249"/>
                  </a:cubicBezTo>
                  <a:close/>
                  <a:moveTo>
                    <a:pt x="595" y="252"/>
                  </a:moveTo>
                  <a:cubicBezTo>
                    <a:pt x="594" y="254"/>
                    <a:pt x="591" y="256"/>
                    <a:pt x="589" y="258"/>
                  </a:cubicBezTo>
                  <a:cubicBezTo>
                    <a:pt x="590" y="256"/>
                    <a:pt x="592" y="253"/>
                    <a:pt x="595" y="252"/>
                  </a:cubicBezTo>
                  <a:close/>
                  <a:moveTo>
                    <a:pt x="590" y="221"/>
                  </a:moveTo>
                  <a:cubicBezTo>
                    <a:pt x="590" y="221"/>
                    <a:pt x="590" y="221"/>
                    <a:pt x="591" y="221"/>
                  </a:cubicBezTo>
                  <a:cubicBezTo>
                    <a:pt x="590" y="221"/>
                    <a:pt x="590" y="222"/>
                    <a:pt x="590" y="221"/>
                  </a:cubicBezTo>
                  <a:close/>
                  <a:moveTo>
                    <a:pt x="591" y="238"/>
                  </a:moveTo>
                  <a:cubicBezTo>
                    <a:pt x="591" y="239"/>
                    <a:pt x="588" y="240"/>
                    <a:pt x="588" y="239"/>
                  </a:cubicBezTo>
                  <a:cubicBezTo>
                    <a:pt x="588" y="238"/>
                    <a:pt x="591" y="236"/>
                    <a:pt x="591" y="238"/>
                  </a:cubicBezTo>
                  <a:close/>
                  <a:moveTo>
                    <a:pt x="588" y="289"/>
                  </a:moveTo>
                  <a:cubicBezTo>
                    <a:pt x="589" y="290"/>
                    <a:pt x="585" y="291"/>
                    <a:pt x="586" y="289"/>
                  </a:cubicBezTo>
                  <a:cubicBezTo>
                    <a:pt x="587" y="289"/>
                    <a:pt x="587" y="288"/>
                    <a:pt x="588" y="289"/>
                  </a:cubicBezTo>
                  <a:close/>
                  <a:moveTo>
                    <a:pt x="587" y="214"/>
                  </a:moveTo>
                  <a:cubicBezTo>
                    <a:pt x="588" y="216"/>
                    <a:pt x="584" y="216"/>
                    <a:pt x="584" y="215"/>
                  </a:cubicBezTo>
                  <a:cubicBezTo>
                    <a:pt x="584" y="213"/>
                    <a:pt x="586" y="213"/>
                    <a:pt x="587" y="214"/>
                  </a:cubicBezTo>
                  <a:close/>
                  <a:moveTo>
                    <a:pt x="583" y="217"/>
                  </a:moveTo>
                  <a:cubicBezTo>
                    <a:pt x="583" y="217"/>
                    <a:pt x="585" y="217"/>
                    <a:pt x="584" y="218"/>
                  </a:cubicBezTo>
                  <a:cubicBezTo>
                    <a:pt x="584" y="218"/>
                    <a:pt x="582" y="218"/>
                    <a:pt x="583" y="217"/>
                  </a:cubicBezTo>
                  <a:close/>
                  <a:moveTo>
                    <a:pt x="586" y="259"/>
                  </a:moveTo>
                  <a:cubicBezTo>
                    <a:pt x="586" y="259"/>
                    <a:pt x="584" y="263"/>
                    <a:pt x="582" y="263"/>
                  </a:cubicBezTo>
                  <a:cubicBezTo>
                    <a:pt x="583" y="262"/>
                    <a:pt x="585" y="260"/>
                    <a:pt x="586" y="259"/>
                  </a:cubicBezTo>
                  <a:close/>
                  <a:moveTo>
                    <a:pt x="583" y="250"/>
                  </a:moveTo>
                  <a:cubicBezTo>
                    <a:pt x="583" y="251"/>
                    <a:pt x="582" y="251"/>
                    <a:pt x="581" y="251"/>
                  </a:cubicBezTo>
                  <a:cubicBezTo>
                    <a:pt x="581" y="250"/>
                    <a:pt x="582" y="249"/>
                    <a:pt x="583" y="250"/>
                  </a:cubicBezTo>
                  <a:close/>
                  <a:moveTo>
                    <a:pt x="580" y="258"/>
                  </a:move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lose/>
                  <a:moveTo>
                    <a:pt x="582" y="276"/>
                  </a:moveTo>
                  <a:cubicBezTo>
                    <a:pt x="584" y="278"/>
                    <a:pt x="581" y="280"/>
                    <a:pt x="579" y="280"/>
                  </a:cubicBezTo>
                  <a:cubicBezTo>
                    <a:pt x="579" y="279"/>
                    <a:pt x="581" y="275"/>
                    <a:pt x="582" y="276"/>
                  </a:cubicBezTo>
                  <a:close/>
                  <a:moveTo>
                    <a:pt x="579" y="294"/>
                  </a:moveTo>
                  <a:cubicBezTo>
                    <a:pt x="580" y="294"/>
                    <a:pt x="578" y="295"/>
                    <a:pt x="578" y="294"/>
                  </a:cubicBezTo>
                  <a:cubicBezTo>
                    <a:pt x="578" y="294"/>
                    <a:pt x="579" y="294"/>
                    <a:pt x="579" y="294"/>
                  </a:cubicBezTo>
                  <a:close/>
                  <a:moveTo>
                    <a:pt x="575" y="180"/>
                  </a:moveTo>
                  <a:cubicBezTo>
                    <a:pt x="575" y="180"/>
                    <a:pt x="576" y="180"/>
                    <a:pt x="576" y="180"/>
                  </a:cubicBezTo>
                  <a:cubicBezTo>
                    <a:pt x="577" y="181"/>
                    <a:pt x="574" y="182"/>
                    <a:pt x="575" y="180"/>
                  </a:cubicBezTo>
                  <a:close/>
                  <a:moveTo>
                    <a:pt x="576" y="192"/>
                  </a:moveTo>
                  <a:cubicBezTo>
                    <a:pt x="579" y="190"/>
                    <a:pt x="578" y="196"/>
                    <a:pt x="576" y="195"/>
                  </a:cubicBezTo>
                  <a:cubicBezTo>
                    <a:pt x="574" y="195"/>
                    <a:pt x="575" y="193"/>
                    <a:pt x="576" y="192"/>
                  </a:cubicBezTo>
                  <a:close/>
                  <a:moveTo>
                    <a:pt x="571" y="222"/>
                  </a:moveTo>
                  <a:cubicBezTo>
                    <a:pt x="567" y="221"/>
                    <a:pt x="569" y="214"/>
                    <a:pt x="571" y="212"/>
                  </a:cubicBezTo>
                  <a:cubicBezTo>
                    <a:pt x="579" y="207"/>
                    <a:pt x="578" y="222"/>
                    <a:pt x="571" y="222"/>
                  </a:cubicBezTo>
                  <a:close/>
                  <a:moveTo>
                    <a:pt x="571" y="188"/>
                  </a:moveTo>
                  <a:cubicBezTo>
                    <a:pt x="571" y="188"/>
                    <a:pt x="572" y="186"/>
                    <a:pt x="573" y="188"/>
                  </a:cubicBezTo>
                  <a:cubicBezTo>
                    <a:pt x="573" y="188"/>
                    <a:pt x="572" y="189"/>
                    <a:pt x="571" y="188"/>
                  </a:cubicBezTo>
                  <a:close/>
                  <a:moveTo>
                    <a:pt x="569" y="186"/>
                  </a:moveTo>
                  <a:cubicBezTo>
                    <a:pt x="569" y="186"/>
                    <a:pt x="569" y="186"/>
                    <a:pt x="570" y="185"/>
                  </a:cubicBezTo>
                  <a:cubicBezTo>
                    <a:pt x="570" y="185"/>
                    <a:pt x="570" y="185"/>
                    <a:pt x="570" y="185"/>
                  </a:cubicBezTo>
                  <a:cubicBezTo>
                    <a:pt x="570" y="185"/>
                    <a:pt x="572" y="184"/>
                    <a:pt x="573" y="183"/>
                  </a:cubicBezTo>
                  <a:cubicBezTo>
                    <a:pt x="572" y="186"/>
                    <a:pt x="569" y="187"/>
                    <a:pt x="567" y="188"/>
                  </a:cubicBezTo>
                  <a:cubicBezTo>
                    <a:pt x="567" y="187"/>
                    <a:pt x="568" y="187"/>
                    <a:pt x="569" y="186"/>
                  </a:cubicBezTo>
                  <a:close/>
                  <a:moveTo>
                    <a:pt x="565" y="188"/>
                  </a:moveTo>
                  <a:cubicBezTo>
                    <a:pt x="565" y="188"/>
                    <a:pt x="566" y="187"/>
                    <a:pt x="567" y="188"/>
                  </a:cubicBezTo>
                  <a:cubicBezTo>
                    <a:pt x="567" y="189"/>
                    <a:pt x="563" y="190"/>
                    <a:pt x="565" y="188"/>
                  </a:cubicBezTo>
                  <a:close/>
                  <a:moveTo>
                    <a:pt x="562" y="209"/>
                  </a:moveTo>
                  <a:cubicBezTo>
                    <a:pt x="562" y="210"/>
                    <a:pt x="561" y="210"/>
                    <a:pt x="560" y="209"/>
                  </a:cubicBezTo>
                  <a:cubicBezTo>
                    <a:pt x="560" y="209"/>
                    <a:pt x="561" y="208"/>
                    <a:pt x="562" y="209"/>
                  </a:cubicBezTo>
                  <a:close/>
                  <a:moveTo>
                    <a:pt x="558" y="198"/>
                  </a:moveTo>
                  <a:cubicBezTo>
                    <a:pt x="560" y="196"/>
                    <a:pt x="560" y="199"/>
                    <a:pt x="558" y="199"/>
                  </a:cubicBezTo>
                  <a:cubicBezTo>
                    <a:pt x="558" y="199"/>
                    <a:pt x="558" y="198"/>
                    <a:pt x="558" y="198"/>
                  </a:cubicBezTo>
                  <a:close/>
                  <a:moveTo>
                    <a:pt x="558" y="215"/>
                  </a:moveTo>
                  <a:cubicBezTo>
                    <a:pt x="561" y="213"/>
                    <a:pt x="565" y="210"/>
                    <a:pt x="569" y="209"/>
                  </a:cubicBezTo>
                  <a:cubicBezTo>
                    <a:pt x="567" y="211"/>
                    <a:pt x="560" y="215"/>
                    <a:pt x="557" y="217"/>
                  </a:cubicBezTo>
                  <a:cubicBezTo>
                    <a:pt x="558" y="216"/>
                    <a:pt x="556" y="217"/>
                    <a:pt x="556" y="217"/>
                  </a:cubicBezTo>
                  <a:cubicBezTo>
                    <a:pt x="555" y="215"/>
                    <a:pt x="557" y="215"/>
                    <a:pt x="558" y="215"/>
                  </a:cubicBezTo>
                  <a:close/>
                  <a:moveTo>
                    <a:pt x="559" y="250"/>
                  </a:moveTo>
                  <a:cubicBezTo>
                    <a:pt x="559" y="252"/>
                    <a:pt x="554" y="254"/>
                    <a:pt x="553" y="252"/>
                  </a:cubicBezTo>
                  <a:cubicBezTo>
                    <a:pt x="552" y="249"/>
                    <a:pt x="559" y="246"/>
                    <a:pt x="559" y="250"/>
                  </a:cubicBezTo>
                  <a:close/>
                  <a:moveTo>
                    <a:pt x="551" y="188"/>
                  </a:moveTo>
                  <a:cubicBezTo>
                    <a:pt x="551" y="188"/>
                    <a:pt x="552" y="188"/>
                    <a:pt x="552" y="188"/>
                  </a:cubicBezTo>
                  <a:cubicBezTo>
                    <a:pt x="552" y="190"/>
                    <a:pt x="550" y="190"/>
                    <a:pt x="551" y="188"/>
                  </a:cubicBezTo>
                  <a:close/>
                  <a:moveTo>
                    <a:pt x="552" y="253"/>
                  </a:moveTo>
                  <a:cubicBezTo>
                    <a:pt x="552" y="254"/>
                    <a:pt x="554" y="255"/>
                    <a:pt x="554" y="256"/>
                  </a:cubicBezTo>
                  <a:cubicBezTo>
                    <a:pt x="554" y="258"/>
                    <a:pt x="552" y="256"/>
                    <a:pt x="552" y="258"/>
                  </a:cubicBezTo>
                  <a:cubicBezTo>
                    <a:pt x="549" y="260"/>
                    <a:pt x="550" y="265"/>
                    <a:pt x="548" y="267"/>
                  </a:cubicBezTo>
                  <a:cubicBezTo>
                    <a:pt x="548" y="263"/>
                    <a:pt x="550" y="258"/>
                    <a:pt x="552" y="253"/>
                  </a:cubicBezTo>
                  <a:close/>
                  <a:moveTo>
                    <a:pt x="549" y="270"/>
                  </a:moveTo>
                  <a:cubicBezTo>
                    <a:pt x="548" y="269"/>
                    <a:pt x="550" y="267"/>
                    <a:pt x="551" y="269"/>
                  </a:cubicBezTo>
                  <a:cubicBezTo>
                    <a:pt x="552" y="271"/>
                    <a:pt x="549" y="271"/>
                    <a:pt x="549" y="270"/>
                  </a:cubicBezTo>
                  <a:close/>
                  <a:moveTo>
                    <a:pt x="549" y="310"/>
                  </a:moveTo>
                  <a:cubicBezTo>
                    <a:pt x="548" y="310"/>
                    <a:pt x="549" y="310"/>
                    <a:pt x="549" y="310"/>
                  </a:cubicBezTo>
                  <a:cubicBezTo>
                    <a:pt x="550" y="310"/>
                    <a:pt x="549" y="310"/>
                    <a:pt x="549" y="310"/>
                  </a:cubicBezTo>
                  <a:close/>
                  <a:moveTo>
                    <a:pt x="550" y="302"/>
                  </a:moveTo>
                  <a:cubicBezTo>
                    <a:pt x="551" y="302"/>
                    <a:pt x="551" y="301"/>
                    <a:pt x="551" y="302"/>
                  </a:cubicBezTo>
                  <a:cubicBezTo>
                    <a:pt x="552" y="302"/>
                    <a:pt x="550" y="303"/>
                    <a:pt x="550" y="302"/>
                  </a:cubicBezTo>
                  <a:close/>
                  <a:moveTo>
                    <a:pt x="558" y="345"/>
                  </a:moveTo>
                  <a:cubicBezTo>
                    <a:pt x="556" y="349"/>
                    <a:pt x="551" y="352"/>
                    <a:pt x="547" y="356"/>
                  </a:cubicBezTo>
                  <a:cubicBezTo>
                    <a:pt x="549" y="352"/>
                    <a:pt x="555" y="349"/>
                    <a:pt x="558" y="345"/>
                  </a:cubicBezTo>
                  <a:close/>
                  <a:moveTo>
                    <a:pt x="546" y="192"/>
                  </a:moveTo>
                  <a:cubicBezTo>
                    <a:pt x="547" y="193"/>
                    <a:pt x="545" y="194"/>
                    <a:pt x="545" y="193"/>
                  </a:cubicBezTo>
                  <a:cubicBezTo>
                    <a:pt x="545" y="192"/>
                    <a:pt x="546" y="192"/>
                    <a:pt x="546" y="192"/>
                  </a:cubicBezTo>
                  <a:close/>
                  <a:moveTo>
                    <a:pt x="545" y="198"/>
                  </a:moveTo>
                  <a:cubicBezTo>
                    <a:pt x="546" y="197"/>
                    <a:pt x="546" y="200"/>
                    <a:pt x="545" y="199"/>
                  </a:cubicBezTo>
                  <a:cubicBezTo>
                    <a:pt x="544" y="199"/>
                    <a:pt x="545" y="198"/>
                    <a:pt x="545" y="198"/>
                  </a:cubicBezTo>
                  <a:close/>
                  <a:moveTo>
                    <a:pt x="544" y="232"/>
                  </a:moveTo>
                  <a:cubicBezTo>
                    <a:pt x="545" y="231"/>
                    <a:pt x="546" y="230"/>
                    <a:pt x="546" y="231"/>
                  </a:cubicBezTo>
                  <a:cubicBezTo>
                    <a:pt x="549" y="233"/>
                    <a:pt x="542" y="235"/>
                    <a:pt x="544" y="232"/>
                  </a:cubicBezTo>
                  <a:close/>
                  <a:moveTo>
                    <a:pt x="547" y="281"/>
                  </a:moveTo>
                  <a:cubicBezTo>
                    <a:pt x="546" y="282"/>
                    <a:pt x="545" y="281"/>
                    <a:pt x="547" y="281"/>
                  </a:cubicBezTo>
                  <a:close/>
                  <a:moveTo>
                    <a:pt x="547" y="355"/>
                  </a:moveTo>
                  <a:cubicBezTo>
                    <a:pt x="546" y="357"/>
                    <a:pt x="544" y="358"/>
                    <a:pt x="543" y="359"/>
                  </a:cubicBezTo>
                  <a:cubicBezTo>
                    <a:pt x="543" y="357"/>
                    <a:pt x="545" y="356"/>
                    <a:pt x="547" y="355"/>
                  </a:cubicBezTo>
                  <a:close/>
                  <a:moveTo>
                    <a:pt x="542" y="323"/>
                  </a:moveTo>
                  <a:cubicBezTo>
                    <a:pt x="542" y="323"/>
                    <a:pt x="542" y="322"/>
                    <a:pt x="543" y="323"/>
                  </a:cubicBezTo>
                  <a:cubicBezTo>
                    <a:pt x="545" y="323"/>
                    <a:pt x="541" y="326"/>
                    <a:pt x="542" y="323"/>
                  </a:cubicBezTo>
                  <a:close/>
                  <a:moveTo>
                    <a:pt x="542" y="261"/>
                  </a:moveTo>
                  <a:cubicBezTo>
                    <a:pt x="543" y="259"/>
                    <a:pt x="544" y="261"/>
                    <a:pt x="542" y="261"/>
                  </a:cubicBezTo>
                  <a:close/>
                  <a:moveTo>
                    <a:pt x="541" y="250"/>
                  </a:moveTo>
                  <a:cubicBezTo>
                    <a:pt x="541" y="250"/>
                    <a:pt x="541" y="249"/>
                    <a:pt x="542" y="248"/>
                  </a:cubicBezTo>
                  <a:cubicBezTo>
                    <a:pt x="544" y="247"/>
                    <a:pt x="543" y="252"/>
                    <a:pt x="541" y="250"/>
                  </a:cubicBezTo>
                  <a:close/>
                  <a:moveTo>
                    <a:pt x="543" y="227"/>
                  </a:moveTo>
                  <a:cubicBezTo>
                    <a:pt x="543" y="227"/>
                    <a:pt x="542" y="228"/>
                    <a:pt x="542" y="227"/>
                  </a:cubicBezTo>
                  <a:cubicBezTo>
                    <a:pt x="542" y="227"/>
                    <a:pt x="542" y="227"/>
                    <a:pt x="543" y="227"/>
                  </a:cubicBezTo>
                  <a:close/>
                  <a:moveTo>
                    <a:pt x="541" y="192"/>
                  </a:moveTo>
                  <a:cubicBezTo>
                    <a:pt x="542" y="190"/>
                    <a:pt x="542" y="193"/>
                    <a:pt x="541" y="192"/>
                  </a:cubicBezTo>
                  <a:close/>
                  <a:moveTo>
                    <a:pt x="542" y="240"/>
                  </a:moveTo>
                  <a:cubicBezTo>
                    <a:pt x="542" y="241"/>
                    <a:pt x="540" y="242"/>
                    <a:pt x="539" y="242"/>
                  </a:cubicBezTo>
                  <a:cubicBezTo>
                    <a:pt x="539" y="241"/>
                    <a:pt x="541" y="241"/>
                    <a:pt x="542" y="240"/>
                  </a:cubicBezTo>
                  <a:close/>
                  <a:moveTo>
                    <a:pt x="537" y="195"/>
                  </a:moveTo>
                  <a:cubicBezTo>
                    <a:pt x="538" y="195"/>
                    <a:pt x="536" y="196"/>
                    <a:pt x="536" y="197"/>
                  </a:cubicBezTo>
                  <a:cubicBezTo>
                    <a:pt x="535" y="196"/>
                    <a:pt x="537" y="195"/>
                    <a:pt x="537" y="195"/>
                  </a:cubicBezTo>
                  <a:close/>
                  <a:moveTo>
                    <a:pt x="539" y="194"/>
                  </a:moveTo>
                  <a:cubicBezTo>
                    <a:pt x="538" y="197"/>
                    <a:pt x="536" y="201"/>
                    <a:pt x="534" y="203"/>
                  </a:cubicBezTo>
                  <a:cubicBezTo>
                    <a:pt x="536" y="200"/>
                    <a:pt x="537" y="197"/>
                    <a:pt x="539" y="194"/>
                  </a:cubicBezTo>
                  <a:close/>
                  <a:moveTo>
                    <a:pt x="534" y="200"/>
                  </a:moveTo>
                  <a:cubicBezTo>
                    <a:pt x="534" y="200"/>
                    <a:pt x="534" y="200"/>
                    <a:pt x="534" y="200"/>
                  </a:cubicBezTo>
                  <a:cubicBezTo>
                    <a:pt x="535" y="198"/>
                    <a:pt x="534" y="202"/>
                    <a:pt x="534" y="200"/>
                  </a:cubicBezTo>
                  <a:close/>
                  <a:moveTo>
                    <a:pt x="537" y="244"/>
                  </a:moveTo>
                  <a:cubicBezTo>
                    <a:pt x="536" y="245"/>
                    <a:pt x="534" y="246"/>
                    <a:pt x="532" y="246"/>
                  </a:cubicBezTo>
                  <a:cubicBezTo>
                    <a:pt x="533" y="245"/>
                    <a:pt x="535" y="244"/>
                    <a:pt x="537" y="244"/>
                  </a:cubicBezTo>
                  <a:close/>
                  <a:moveTo>
                    <a:pt x="534" y="205"/>
                  </a:moveTo>
                  <a:cubicBezTo>
                    <a:pt x="534" y="205"/>
                    <a:pt x="533" y="207"/>
                    <a:pt x="533" y="208"/>
                  </a:cubicBezTo>
                  <a:cubicBezTo>
                    <a:pt x="532" y="207"/>
                    <a:pt x="533" y="205"/>
                    <a:pt x="534" y="205"/>
                  </a:cubicBezTo>
                  <a:close/>
                  <a:moveTo>
                    <a:pt x="533" y="224"/>
                  </a:moveTo>
                  <a:cubicBezTo>
                    <a:pt x="534" y="223"/>
                    <a:pt x="533" y="226"/>
                    <a:pt x="532" y="226"/>
                  </a:cubicBezTo>
                  <a:cubicBezTo>
                    <a:pt x="532" y="225"/>
                    <a:pt x="532" y="225"/>
                    <a:pt x="533" y="224"/>
                  </a:cubicBezTo>
                  <a:close/>
                  <a:moveTo>
                    <a:pt x="531" y="209"/>
                  </a:moveTo>
                  <a:cubicBezTo>
                    <a:pt x="532" y="207"/>
                    <a:pt x="533" y="209"/>
                    <a:pt x="531" y="209"/>
                  </a:cubicBezTo>
                  <a:close/>
                  <a:moveTo>
                    <a:pt x="529" y="302"/>
                  </a:moveTo>
                  <a:cubicBezTo>
                    <a:pt x="529" y="301"/>
                    <a:pt x="529" y="301"/>
                    <a:pt x="530" y="300"/>
                  </a:cubicBezTo>
                  <a:cubicBezTo>
                    <a:pt x="532" y="299"/>
                    <a:pt x="531" y="303"/>
                    <a:pt x="529" y="302"/>
                  </a:cubicBezTo>
                  <a:close/>
                  <a:moveTo>
                    <a:pt x="530" y="248"/>
                  </a:moveTo>
                  <a:cubicBezTo>
                    <a:pt x="529" y="248"/>
                    <a:pt x="529" y="248"/>
                    <a:pt x="529" y="248"/>
                  </a:cubicBezTo>
                  <a:cubicBezTo>
                    <a:pt x="529" y="248"/>
                    <a:pt x="533" y="246"/>
                    <a:pt x="530" y="248"/>
                  </a:cubicBezTo>
                  <a:close/>
                  <a:moveTo>
                    <a:pt x="527" y="222"/>
                  </a:moveTo>
                  <a:cubicBezTo>
                    <a:pt x="520" y="225"/>
                    <a:pt x="519" y="215"/>
                    <a:pt x="525" y="213"/>
                  </a:cubicBezTo>
                  <a:cubicBezTo>
                    <a:pt x="530" y="211"/>
                    <a:pt x="532" y="219"/>
                    <a:pt x="527" y="222"/>
                  </a:cubicBezTo>
                  <a:close/>
                  <a:moveTo>
                    <a:pt x="526" y="189"/>
                  </a:moveTo>
                  <a:cubicBezTo>
                    <a:pt x="526" y="187"/>
                    <a:pt x="528" y="189"/>
                    <a:pt x="526" y="189"/>
                  </a:cubicBezTo>
                  <a:close/>
                  <a:moveTo>
                    <a:pt x="526" y="180"/>
                  </a:moveTo>
                  <a:cubicBezTo>
                    <a:pt x="526" y="181"/>
                    <a:pt x="520" y="184"/>
                    <a:pt x="519" y="181"/>
                  </a:cubicBezTo>
                  <a:cubicBezTo>
                    <a:pt x="518" y="177"/>
                    <a:pt x="527" y="175"/>
                    <a:pt x="526" y="180"/>
                  </a:cubicBezTo>
                  <a:close/>
                  <a:moveTo>
                    <a:pt x="523" y="190"/>
                  </a:moveTo>
                  <a:cubicBezTo>
                    <a:pt x="524" y="190"/>
                    <a:pt x="524" y="190"/>
                    <a:pt x="524" y="190"/>
                  </a:cubicBezTo>
                  <a:cubicBezTo>
                    <a:pt x="524" y="192"/>
                    <a:pt x="521" y="189"/>
                    <a:pt x="523" y="190"/>
                  </a:cubicBezTo>
                  <a:close/>
                  <a:moveTo>
                    <a:pt x="520" y="185"/>
                  </a:moveTo>
                  <a:cubicBezTo>
                    <a:pt x="519" y="184"/>
                    <a:pt x="518" y="186"/>
                    <a:pt x="517" y="186"/>
                  </a:cubicBezTo>
                  <a:cubicBezTo>
                    <a:pt x="517" y="185"/>
                    <a:pt x="520" y="184"/>
                    <a:pt x="520" y="185"/>
                  </a:cubicBezTo>
                  <a:close/>
                  <a:moveTo>
                    <a:pt x="523" y="197"/>
                  </a:moveTo>
                  <a:cubicBezTo>
                    <a:pt x="526" y="200"/>
                    <a:pt x="524" y="205"/>
                    <a:pt x="522" y="207"/>
                  </a:cubicBezTo>
                  <a:cubicBezTo>
                    <a:pt x="520" y="208"/>
                    <a:pt x="517" y="208"/>
                    <a:pt x="515" y="208"/>
                  </a:cubicBezTo>
                  <a:cubicBezTo>
                    <a:pt x="512" y="209"/>
                    <a:pt x="514" y="209"/>
                    <a:pt x="512" y="207"/>
                  </a:cubicBezTo>
                  <a:cubicBezTo>
                    <a:pt x="509" y="204"/>
                    <a:pt x="509" y="200"/>
                    <a:pt x="513" y="200"/>
                  </a:cubicBezTo>
                  <a:cubicBezTo>
                    <a:pt x="512" y="206"/>
                    <a:pt x="514" y="198"/>
                    <a:pt x="515" y="197"/>
                  </a:cubicBezTo>
                  <a:cubicBezTo>
                    <a:pt x="516" y="197"/>
                    <a:pt x="521" y="196"/>
                    <a:pt x="523" y="197"/>
                  </a:cubicBezTo>
                  <a:close/>
                  <a:moveTo>
                    <a:pt x="511" y="195"/>
                  </a:moveTo>
                  <a:cubicBezTo>
                    <a:pt x="512" y="196"/>
                    <a:pt x="509" y="196"/>
                    <a:pt x="509" y="195"/>
                  </a:cubicBezTo>
                  <a:cubicBezTo>
                    <a:pt x="510" y="194"/>
                    <a:pt x="511" y="194"/>
                    <a:pt x="511" y="195"/>
                  </a:cubicBezTo>
                  <a:close/>
                  <a:moveTo>
                    <a:pt x="516" y="196"/>
                  </a:moveTo>
                  <a:cubicBezTo>
                    <a:pt x="515" y="196"/>
                    <a:pt x="509" y="201"/>
                    <a:pt x="508" y="199"/>
                  </a:cubicBezTo>
                  <a:cubicBezTo>
                    <a:pt x="508" y="198"/>
                    <a:pt x="514" y="195"/>
                    <a:pt x="516" y="196"/>
                  </a:cubicBezTo>
                  <a:close/>
                  <a:moveTo>
                    <a:pt x="509" y="183"/>
                  </a:moveTo>
                  <a:cubicBezTo>
                    <a:pt x="510" y="184"/>
                    <a:pt x="507" y="185"/>
                    <a:pt x="507" y="184"/>
                  </a:cubicBezTo>
                  <a:cubicBezTo>
                    <a:pt x="506" y="183"/>
                    <a:pt x="509" y="183"/>
                    <a:pt x="509" y="183"/>
                  </a:cubicBezTo>
                  <a:close/>
                  <a:moveTo>
                    <a:pt x="506" y="199"/>
                  </a:moveTo>
                  <a:cubicBezTo>
                    <a:pt x="509" y="197"/>
                    <a:pt x="509" y="203"/>
                    <a:pt x="506" y="202"/>
                  </a:cubicBezTo>
                  <a:cubicBezTo>
                    <a:pt x="505" y="201"/>
                    <a:pt x="506" y="199"/>
                    <a:pt x="506" y="199"/>
                  </a:cubicBezTo>
                  <a:close/>
                  <a:moveTo>
                    <a:pt x="506" y="261"/>
                  </a:moveTo>
                  <a:cubicBezTo>
                    <a:pt x="508" y="260"/>
                    <a:pt x="505" y="263"/>
                    <a:pt x="506" y="262"/>
                  </a:cubicBezTo>
                  <a:cubicBezTo>
                    <a:pt x="506" y="261"/>
                    <a:pt x="506" y="261"/>
                    <a:pt x="506" y="261"/>
                  </a:cubicBezTo>
                  <a:close/>
                  <a:moveTo>
                    <a:pt x="508" y="279"/>
                  </a:moveTo>
                  <a:cubicBezTo>
                    <a:pt x="508" y="281"/>
                    <a:pt x="504" y="283"/>
                    <a:pt x="503" y="281"/>
                  </a:cubicBezTo>
                  <a:cubicBezTo>
                    <a:pt x="502" y="280"/>
                    <a:pt x="507" y="277"/>
                    <a:pt x="508" y="279"/>
                  </a:cubicBezTo>
                  <a:close/>
                  <a:moveTo>
                    <a:pt x="502" y="609"/>
                  </a:moveTo>
                  <a:cubicBezTo>
                    <a:pt x="502" y="607"/>
                    <a:pt x="504" y="608"/>
                    <a:pt x="502" y="609"/>
                  </a:cubicBezTo>
                  <a:close/>
                  <a:moveTo>
                    <a:pt x="503" y="283"/>
                  </a:moveTo>
                  <a:cubicBezTo>
                    <a:pt x="503" y="282"/>
                    <a:pt x="502" y="284"/>
                    <a:pt x="503" y="283"/>
                  </a:cubicBezTo>
                  <a:close/>
                  <a:moveTo>
                    <a:pt x="502" y="173"/>
                  </a:moveTo>
                  <a:cubicBezTo>
                    <a:pt x="503" y="174"/>
                    <a:pt x="502" y="175"/>
                    <a:pt x="501" y="174"/>
                  </a:cubicBezTo>
                  <a:cubicBezTo>
                    <a:pt x="501" y="174"/>
                    <a:pt x="502" y="174"/>
                    <a:pt x="502" y="173"/>
                  </a:cubicBezTo>
                  <a:close/>
                  <a:moveTo>
                    <a:pt x="501" y="129"/>
                  </a:moveTo>
                  <a:cubicBezTo>
                    <a:pt x="501" y="129"/>
                    <a:pt x="501" y="129"/>
                    <a:pt x="501" y="129"/>
                  </a:cubicBezTo>
                  <a:cubicBezTo>
                    <a:pt x="502" y="131"/>
                    <a:pt x="499" y="127"/>
                    <a:pt x="501" y="129"/>
                  </a:cubicBezTo>
                  <a:close/>
                  <a:moveTo>
                    <a:pt x="503" y="177"/>
                  </a:moveTo>
                  <a:cubicBezTo>
                    <a:pt x="503" y="178"/>
                    <a:pt x="500" y="178"/>
                    <a:pt x="500" y="177"/>
                  </a:cubicBezTo>
                  <a:cubicBezTo>
                    <a:pt x="500" y="176"/>
                    <a:pt x="503" y="175"/>
                    <a:pt x="503" y="177"/>
                  </a:cubicBezTo>
                  <a:close/>
                  <a:moveTo>
                    <a:pt x="501" y="214"/>
                  </a:moveTo>
                  <a:cubicBezTo>
                    <a:pt x="502" y="214"/>
                    <a:pt x="500" y="216"/>
                    <a:pt x="500" y="216"/>
                  </a:cubicBezTo>
                  <a:cubicBezTo>
                    <a:pt x="499" y="215"/>
                    <a:pt x="500" y="213"/>
                    <a:pt x="501" y="214"/>
                  </a:cubicBezTo>
                  <a:close/>
                  <a:moveTo>
                    <a:pt x="499" y="175"/>
                  </a:moveTo>
                  <a:cubicBezTo>
                    <a:pt x="499" y="175"/>
                    <a:pt x="499" y="175"/>
                    <a:pt x="498" y="175"/>
                  </a:cubicBezTo>
                  <a:cubicBezTo>
                    <a:pt x="498" y="175"/>
                    <a:pt x="498" y="175"/>
                    <a:pt x="498" y="175"/>
                  </a:cubicBezTo>
                  <a:cubicBezTo>
                    <a:pt x="498" y="175"/>
                    <a:pt x="499" y="175"/>
                    <a:pt x="499" y="175"/>
                  </a:cubicBezTo>
                  <a:close/>
                  <a:moveTo>
                    <a:pt x="499" y="241"/>
                  </a:moveTo>
                  <a:cubicBezTo>
                    <a:pt x="500" y="241"/>
                    <a:pt x="498" y="242"/>
                    <a:pt x="498" y="241"/>
                  </a:cubicBezTo>
                  <a:cubicBezTo>
                    <a:pt x="498" y="240"/>
                    <a:pt x="499" y="241"/>
                    <a:pt x="499" y="241"/>
                  </a:cubicBezTo>
                  <a:close/>
                  <a:moveTo>
                    <a:pt x="498" y="123"/>
                  </a:moveTo>
                  <a:cubicBezTo>
                    <a:pt x="499" y="123"/>
                    <a:pt x="497" y="125"/>
                    <a:pt x="497" y="124"/>
                  </a:cubicBezTo>
                  <a:cubicBezTo>
                    <a:pt x="497" y="124"/>
                    <a:pt x="498" y="123"/>
                    <a:pt x="498" y="123"/>
                  </a:cubicBezTo>
                  <a:close/>
                  <a:moveTo>
                    <a:pt x="498" y="150"/>
                  </a:moveTo>
                  <a:cubicBezTo>
                    <a:pt x="498" y="151"/>
                    <a:pt x="497" y="152"/>
                    <a:pt x="496" y="151"/>
                  </a:cubicBezTo>
                  <a:cubicBezTo>
                    <a:pt x="496" y="150"/>
                    <a:pt x="498" y="150"/>
                    <a:pt x="498" y="150"/>
                  </a:cubicBezTo>
                  <a:close/>
                  <a:moveTo>
                    <a:pt x="498" y="170"/>
                  </a:moveTo>
                  <a:cubicBezTo>
                    <a:pt x="498" y="172"/>
                    <a:pt x="494" y="171"/>
                    <a:pt x="494" y="170"/>
                  </a:cubicBezTo>
                  <a:cubicBezTo>
                    <a:pt x="494" y="168"/>
                    <a:pt x="497" y="168"/>
                    <a:pt x="498" y="170"/>
                  </a:cubicBezTo>
                  <a:close/>
                  <a:moveTo>
                    <a:pt x="494" y="124"/>
                  </a:moveTo>
                  <a:cubicBezTo>
                    <a:pt x="494" y="124"/>
                    <a:pt x="493" y="125"/>
                    <a:pt x="492" y="125"/>
                  </a:cubicBezTo>
                  <a:cubicBezTo>
                    <a:pt x="492" y="124"/>
                    <a:pt x="493" y="124"/>
                    <a:pt x="494" y="124"/>
                  </a:cubicBezTo>
                  <a:close/>
                  <a:moveTo>
                    <a:pt x="493" y="162"/>
                  </a:moveTo>
                  <a:cubicBezTo>
                    <a:pt x="494" y="163"/>
                    <a:pt x="493" y="164"/>
                    <a:pt x="492" y="163"/>
                  </a:cubicBezTo>
                  <a:cubicBezTo>
                    <a:pt x="492" y="163"/>
                    <a:pt x="493" y="162"/>
                    <a:pt x="493" y="162"/>
                  </a:cubicBezTo>
                  <a:close/>
                  <a:moveTo>
                    <a:pt x="493" y="158"/>
                  </a:moveTo>
                  <a:cubicBezTo>
                    <a:pt x="494" y="160"/>
                    <a:pt x="493" y="157"/>
                    <a:pt x="493" y="158"/>
                  </a:cubicBezTo>
                  <a:close/>
                  <a:moveTo>
                    <a:pt x="493" y="168"/>
                  </a:moveTo>
                  <a:cubicBezTo>
                    <a:pt x="493" y="170"/>
                    <a:pt x="491" y="169"/>
                    <a:pt x="493" y="168"/>
                  </a:cubicBezTo>
                  <a:close/>
                  <a:moveTo>
                    <a:pt x="491" y="160"/>
                  </a:moveTo>
                  <a:cubicBezTo>
                    <a:pt x="492" y="161"/>
                    <a:pt x="490" y="162"/>
                    <a:pt x="490" y="161"/>
                  </a:cubicBezTo>
                  <a:cubicBezTo>
                    <a:pt x="491" y="160"/>
                    <a:pt x="491" y="160"/>
                    <a:pt x="491" y="160"/>
                  </a:cubicBezTo>
                  <a:close/>
                  <a:moveTo>
                    <a:pt x="491" y="132"/>
                  </a:moveTo>
                  <a:cubicBezTo>
                    <a:pt x="492" y="134"/>
                    <a:pt x="488" y="133"/>
                    <a:pt x="488" y="132"/>
                  </a:cubicBezTo>
                  <a:cubicBezTo>
                    <a:pt x="488" y="131"/>
                    <a:pt x="491" y="131"/>
                    <a:pt x="491" y="132"/>
                  </a:cubicBezTo>
                  <a:close/>
                  <a:moveTo>
                    <a:pt x="486" y="205"/>
                  </a:moveTo>
                  <a:cubicBezTo>
                    <a:pt x="487" y="204"/>
                    <a:pt x="488" y="204"/>
                    <a:pt x="488" y="205"/>
                  </a:cubicBezTo>
                  <a:cubicBezTo>
                    <a:pt x="488" y="205"/>
                    <a:pt x="489" y="205"/>
                    <a:pt x="490" y="205"/>
                  </a:cubicBezTo>
                  <a:cubicBezTo>
                    <a:pt x="491" y="204"/>
                    <a:pt x="496" y="198"/>
                    <a:pt x="497" y="199"/>
                  </a:cubicBezTo>
                  <a:cubicBezTo>
                    <a:pt x="499" y="201"/>
                    <a:pt x="490" y="206"/>
                    <a:pt x="489" y="206"/>
                  </a:cubicBezTo>
                  <a:cubicBezTo>
                    <a:pt x="488" y="207"/>
                    <a:pt x="487" y="208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5" y="206"/>
                    <a:pt x="486" y="205"/>
                    <a:pt x="486" y="205"/>
                  </a:cubicBezTo>
                  <a:close/>
                  <a:moveTo>
                    <a:pt x="486" y="209"/>
                  </a:moveTo>
                  <a:cubicBezTo>
                    <a:pt x="487" y="210"/>
                    <a:pt x="485" y="210"/>
                    <a:pt x="485" y="210"/>
                  </a:cubicBezTo>
                  <a:cubicBezTo>
                    <a:pt x="485" y="209"/>
                    <a:pt x="486" y="209"/>
                    <a:pt x="486" y="209"/>
                  </a:cubicBezTo>
                  <a:close/>
                  <a:moveTo>
                    <a:pt x="486" y="141"/>
                  </a:moveTo>
                  <a:cubicBezTo>
                    <a:pt x="486" y="142"/>
                    <a:pt x="483" y="142"/>
                    <a:pt x="483" y="141"/>
                  </a:cubicBezTo>
                  <a:cubicBezTo>
                    <a:pt x="483" y="141"/>
                    <a:pt x="485" y="140"/>
                    <a:pt x="486" y="141"/>
                  </a:cubicBezTo>
                  <a:close/>
                  <a:moveTo>
                    <a:pt x="484" y="149"/>
                  </a:moveTo>
                  <a:cubicBezTo>
                    <a:pt x="485" y="149"/>
                    <a:pt x="483" y="151"/>
                    <a:pt x="483" y="149"/>
                  </a:cubicBezTo>
                  <a:cubicBezTo>
                    <a:pt x="483" y="149"/>
                    <a:pt x="483" y="149"/>
                    <a:pt x="484" y="149"/>
                  </a:cubicBezTo>
                  <a:close/>
                  <a:moveTo>
                    <a:pt x="496" y="76"/>
                  </a:moveTo>
                  <a:cubicBezTo>
                    <a:pt x="496" y="76"/>
                    <a:pt x="496" y="76"/>
                    <a:pt x="496" y="76"/>
                  </a:cubicBezTo>
                  <a:cubicBezTo>
                    <a:pt x="496" y="77"/>
                    <a:pt x="496" y="77"/>
                    <a:pt x="496" y="76"/>
                  </a:cubicBezTo>
                  <a:close/>
                  <a:moveTo>
                    <a:pt x="496" y="76"/>
                  </a:moveTo>
                  <a:cubicBezTo>
                    <a:pt x="495" y="76"/>
                    <a:pt x="495" y="76"/>
                    <a:pt x="496" y="76"/>
                  </a:cubicBezTo>
                  <a:close/>
                  <a:moveTo>
                    <a:pt x="496" y="79"/>
                  </a:moveTo>
                  <a:cubicBezTo>
                    <a:pt x="496" y="79"/>
                    <a:pt x="495" y="79"/>
                    <a:pt x="494" y="79"/>
                  </a:cubicBezTo>
                  <a:cubicBezTo>
                    <a:pt x="494" y="79"/>
                    <a:pt x="495" y="78"/>
                    <a:pt x="496" y="79"/>
                  </a:cubicBezTo>
                  <a:close/>
                  <a:moveTo>
                    <a:pt x="493" y="77"/>
                  </a:moveTo>
                  <a:cubicBezTo>
                    <a:pt x="493" y="78"/>
                    <a:pt x="492" y="78"/>
                    <a:pt x="492" y="78"/>
                  </a:cubicBezTo>
                  <a:cubicBezTo>
                    <a:pt x="492" y="78"/>
                    <a:pt x="491" y="76"/>
                    <a:pt x="491" y="76"/>
                  </a:cubicBezTo>
                  <a:cubicBezTo>
                    <a:pt x="491" y="75"/>
                    <a:pt x="493" y="75"/>
                    <a:pt x="493" y="77"/>
                  </a:cubicBezTo>
                  <a:close/>
                  <a:moveTo>
                    <a:pt x="486" y="82"/>
                  </a:moveTo>
                  <a:cubicBezTo>
                    <a:pt x="487" y="83"/>
                    <a:pt x="485" y="83"/>
                    <a:pt x="485" y="82"/>
                  </a:cubicBezTo>
                  <a:cubicBezTo>
                    <a:pt x="485" y="82"/>
                    <a:pt x="486" y="82"/>
                    <a:pt x="486" y="82"/>
                  </a:cubicBezTo>
                  <a:close/>
                  <a:moveTo>
                    <a:pt x="486" y="85"/>
                  </a:moveTo>
                  <a:cubicBezTo>
                    <a:pt x="485" y="85"/>
                    <a:pt x="484" y="86"/>
                    <a:pt x="484" y="85"/>
                  </a:cubicBezTo>
                  <a:cubicBezTo>
                    <a:pt x="485" y="85"/>
                    <a:pt x="488" y="81"/>
                    <a:pt x="491" y="81"/>
                  </a:cubicBezTo>
                  <a:cubicBezTo>
                    <a:pt x="492" y="81"/>
                    <a:pt x="495" y="82"/>
                    <a:pt x="495" y="85"/>
                  </a:cubicBezTo>
                  <a:cubicBezTo>
                    <a:pt x="494" y="87"/>
                    <a:pt x="490" y="89"/>
                    <a:pt x="488" y="89"/>
                  </a:cubicBezTo>
                  <a:cubicBezTo>
                    <a:pt x="487" y="89"/>
                    <a:pt x="486" y="88"/>
                    <a:pt x="485" y="88"/>
                  </a:cubicBezTo>
                  <a:cubicBezTo>
                    <a:pt x="485" y="88"/>
                    <a:pt x="484" y="89"/>
                    <a:pt x="484" y="88"/>
                  </a:cubicBezTo>
                  <a:cubicBezTo>
                    <a:pt x="484" y="87"/>
                    <a:pt x="486" y="86"/>
                    <a:pt x="486" y="85"/>
                  </a:cubicBezTo>
                  <a:close/>
                  <a:moveTo>
                    <a:pt x="480" y="84"/>
                  </a:moveTo>
                  <a:cubicBezTo>
                    <a:pt x="481" y="85"/>
                    <a:pt x="479" y="83"/>
                    <a:pt x="480" y="84"/>
                  </a:cubicBezTo>
                  <a:close/>
                  <a:moveTo>
                    <a:pt x="481" y="85"/>
                  </a:moveTo>
                  <a:cubicBezTo>
                    <a:pt x="481" y="85"/>
                    <a:pt x="481" y="85"/>
                    <a:pt x="481" y="85"/>
                  </a:cubicBezTo>
                  <a:cubicBezTo>
                    <a:pt x="481" y="85"/>
                    <a:pt x="480" y="85"/>
                    <a:pt x="480" y="85"/>
                  </a:cubicBezTo>
                  <a:cubicBezTo>
                    <a:pt x="481" y="85"/>
                    <a:pt x="481" y="85"/>
                    <a:pt x="481" y="85"/>
                  </a:cubicBezTo>
                  <a:close/>
                  <a:moveTo>
                    <a:pt x="480" y="100"/>
                  </a:moveTo>
                  <a:cubicBezTo>
                    <a:pt x="479" y="100"/>
                    <a:pt x="481" y="99"/>
                    <a:pt x="482" y="99"/>
                  </a:cubicBezTo>
                  <a:cubicBezTo>
                    <a:pt x="482" y="100"/>
                    <a:pt x="480" y="100"/>
                    <a:pt x="480" y="100"/>
                  </a:cubicBezTo>
                  <a:close/>
                  <a:moveTo>
                    <a:pt x="481" y="72"/>
                  </a:moveTo>
                  <a:cubicBezTo>
                    <a:pt x="484" y="71"/>
                    <a:pt x="482" y="77"/>
                    <a:pt x="479" y="75"/>
                  </a:cubicBezTo>
                  <a:cubicBezTo>
                    <a:pt x="478" y="74"/>
                    <a:pt x="480" y="73"/>
                    <a:pt x="481" y="72"/>
                  </a:cubicBezTo>
                  <a:close/>
                  <a:moveTo>
                    <a:pt x="492" y="60"/>
                  </a:moveTo>
                  <a:cubicBezTo>
                    <a:pt x="491" y="62"/>
                    <a:pt x="490" y="60"/>
                    <a:pt x="492" y="60"/>
                  </a:cubicBezTo>
                  <a:close/>
                  <a:moveTo>
                    <a:pt x="487" y="59"/>
                  </a:moveTo>
                  <a:cubicBezTo>
                    <a:pt x="486" y="60"/>
                    <a:pt x="485" y="60"/>
                    <a:pt x="483" y="60"/>
                  </a:cubicBezTo>
                  <a:cubicBezTo>
                    <a:pt x="485" y="60"/>
                    <a:pt x="485" y="58"/>
                    <a:pt x="487" y="59"/>
                  </a:cubicBezTo>
                  <a:close/>
                  <a:moveTo>
                    <a:pt x="479" y="61"/>
                  </a:moveTo>
                  <a:cubicBezTo>
                    <a:pt x="480" y="61"/>
                    <a:pt x="478" y="62"/>
                    <a:pt x="477" y="61"/>
                  </a:cubicBezTo>
                  <a:cubicBezTo>
                    <a:pt x="477" y="61"/>
                    <a:pt x="479" y="61"/>
                    <a:pt x="479" y="61"/>
                  </a:cubicBezTo>
                  <a:close/>
                  <a:moveTo>
                    <a:pt x="477" y="61"/>
                  </a:moveTo>
                  <a:cubicBezTo>
                    <a:pt x="477" y="62"/>
                    <a:pt x="475" y="61"/>
                    <a:pt x="475" y="61"/>
                  </a:cubicBezTo>
                  <a:cubicBezTo>
                    <a:pt x="475" y="61"/>
                    <a:pt x="476" y="60"/>
                    <a:pt x="477" y="61"/>
                  </a:cubicBezTo>
                  <a:close/>
                  <a:moveTo>
                    <a:pt x="465" y="20"/>
                  </a:moveTo>
                  <a:cubicBezTo>
                    <a:pt x="465" y="20"/>
                    <a:pt x="464" y="21"/>
                    <a:pt x="463" y="20"/>
                  </a:cubicBezTo>
                  <a:cubicBezTo>
                    <a:pt x="463" y="20"/>
                    <a:pt x="464" y="19"/>
                    <a:pt x="465" y="20"/>
                  </a:cubicBezTo>
                  <a:close/>
                  <a:moveTo>
                    <a:pt x="465" y="23"/>
                  </a:moveTo>
                  <a:cubicBezTo>
                    <a:pt x="465" y="24"/>
                    <a:pt x="463" y="23"/>
                    <a:pt x="463" y="23"/>
                  </a:cubicBezTo>
                  <a:cubicBezTo>
                    <a:pt x="463" y="22"/>
                    <a:pt x="464" y="21"/>
                    <a:pt x="465" y="23"/>
                  </a:cubicBezTo>
                  <a:close/>
                  <a:moveTo>
                    <a:pt x="399" y="26"/>
                  </a:moveTo>
                  <a:cubicBezTo>
                    <a:pt x="399" y="26"/>
                    <a:pt x="399" y="26"/>
                    <a:pt x="399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399" y="27"/>
                    <a:pt x="399" y="26"/>
                    <a:pt x="399" y="26"/>
                  </a:cubicBezTo>
                  <a:close/>
                  <a:moveTo>
                    <a:pt x="257" y="435"/>
                  </a:moveTo>
                  <a:cubicBezTo>
                    <a:pt x="258" y="436"/>
                    <a:pt x="257" y="438"/>
                    <a:pt x="257" y="438"/>
                  </a:cubicBezTo>
                  <a:cubicBezTo>
                    <a:pt x="255" y="439"/>
                    <a:pt x="255" y="434"/>
                    <a:pt x="257" y="435"/>
                  </a:cubicBezTo>
                  <a:close/>
                  <a:moveTo>
                    <a:pt x="258" y="487"/>
                  </a:moveTo>
                  <a:cubicBezTo>
                    <a:pt x="256" y="488"/>
                    <a:pt x="257" y="484"/>
                    <a:pt x="258" y="485"/>
                  </a:cubicBezTo>
                  <a:cubicBezTo>
                    <a:pt x="259" y="485"/>
                    <a:pt x="258" y="486"/>
                    <a:pt x="258" y="487"/>
                  </a:cubicBezTo>
                  <a:close/>
                  <a:moveTo>
                    <a:pt x="256" y="404"/>
                  </a:moveTo>
                  <a:cubicBezTo>
                    <a:pt x="256" y="404"/>
                    <a:pt x="256" y="398"/>
                    <a:pt x="259" y="399"/>
                  </a:cubicBezTo>
                  <a:cubicBezTo>
                    <a:pt x="260" y="399"/>
                    <a:pt x="259" y="405"/>
                    <a:pt x="256" y="404"/>
                  </a:cubicBezTo>
                  <a:close/>
                  <a:moveTo>
                    <a:pt x="259" y="383"/>
                  </a:moveTo>
                  <a:cubicBezTo>
                    <a:pt x="258" y="384"/>
                    <a:pt x="260" y="381"/>
                    <a:pt x="259" y="383"/>
                  </a:cubicBezTo>
                  <a:close/>
                  <a:moveTo>
                    <a:pt x="261" y="493"/>
                  </a:moveTo>
                  <a:cubicBezTo>
                    <a:pt x="262" y="491"/>
                    <a:pt x="264" y="489"/>
                    <a:pt x="266" y="488"/>
                  </a:cubicBezTo>
                  <a:cubicBezTo>
                    <a:pt x="265" y="490"/>
                    <a:pt x="263" y="491"/>
                    <a:pt x="261" y="493"/>
                  </a:cubicBezTo>
                  <a:close/>
                  <a:moveTo>
                    <a:pt x="266" y="444"/>
                  </a:moveTo>
                  <a:cubicBezTo>
                    <a:pt x="265" y="443"/>
                    <a:pt x="267" y="443"/>
                    <a:pt x="266" y="444"/>
                  </a:cubicBezTo>
                  <a:close/>
                  <a:moveTo>
                    <a:pt x="267" y="501"/>
                  </a:moveTo>
                  <a:cubicBezTo>
                    <a:pt x="267" y="502"/>
                    <a:pt x="269" y="500"/>
                    <a:pt x="267" y="501"/>
                  </a:cubicBezTo>
                  <a:close/>
                  <a:moveTo>
                    <a:pt x="268" y="477"/>
                  </a:moveTo>
                  <a:cubicBezTo>
                    <a:pt x="267" y="476"/>
                    <a:pt x="270" y="476"/>
                    <a:pt x="268" y="477"/>
                  </a:cubicBezTo>
                  <a:close/>
                  <a:moveTo>
                    <a:pt x="269" y="453"/>
                  </a:move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lose/>
                  <a:moveTo>
                    <a:pt x="282" y="413"/>
                  </a:moveTo>
                  <a:cubicBezTo>
                    <a:pt x="281" y="414"/>
                    <a:pt x="282" y="410"/>
                    <a:pt x="283" y="411"/>
                  </a:cubicBezTo>
                  <a:cubicBezTo>
                    <a:pt x="284" y="412"/>
                    <a:pt x="283" y="413"/>
                    <a:pt x="282" y="413"/>
                  </a:cubicBezTo>
                  <a:close/>
                  <a:moveTo>
                    <a:pt x="287" y="477"/>
                  </a:moveTo>
                  <a:cubicBezTo>
                    <a:pt x="289" y="477"/>
                    <a:pt x="288" y="482"/>
                    <a:pt x="287" y="483"/>
                  </a:cubicBezTo>
                  <a:cubicBezTo>
                    <a:pt x="282" y="485"/>
                    <a:pt x="287" y="477"/>
                    <a:pt x="287" y="477"/>
                  </a:cubicBezTo>
                  <a:close/>
                  <a:moveTo>
                    <a:pt x="288" y="462"/>
                  </a:moveTo>
                  <a:cubicBezTo>
                    <a:pt x="288" y="462"/>
                    <a:pt x="287" y="462"/>
                    <a:pt x="287" y="462"/>
                  </a:cubicBezTo>
                  <a:cubicBezTo>
                    <a:pt x="285" y="460"/>
                    <a:pt x="290" y="460"/>
                    <a:pt x="288" y="462"/>
                  </a:cubicBezTo>
                  <a:close/>
                  <a:moveTo>
                    <a:pt x="285" y="506"/>
                  </a:moveTo>
                  <a:cubicBezTo>
                    <a:pt x="286" y="505"/>
                    <a:pt x="284" y="507"/>
                    <a:pt x="285" y="506"/>
                  </a:cubicBezTo>
                  <a:close/>
                  <a:moveTo>
                    <a:pt x="287" y="507"/>
                  </a:moveTo>
                  <a:cubicBezTo>
                    <a:pt x="287" y="507"/>
                    <a:pt x="286" y="507"/>
                    <a:pt x="286" y="507"/>
                  </a:cubicBezTo>
                  <a:cubicBezTo>
                    <a:pt x="284" y="505"/>
                    <a:pt x="289" y="504"/>
                    <a:pt x="287" y="507"/>
                  </a:cubicBezTo>
                  <a:close/>
                  <a:moveTo>
                    <a:pt x="285" y="500"/>
                  </a:moveTo>
                  <a:cubicBezTo>
                    <a:pt x="280" y="502"/>
                    <a:pt x="285" y="493"/>
                    <a:pt x="288" y="495"/>
                  </a:cubicBezTo>
                  <a:cubicBezTo>
                    <a:pt x="289" y="496"/>
                    <a:pt x="286" y="500"/>
                    <a:pt x="285" y="500"/>
                  </a:cubicBezTo>
                  <a:close/>
                  <a:moveTo>
                    <a:pt x="288" y="508"/>
                  </a:moveTo>
                  <a:cubicBezTo>
                    <a:pt x="287" y="509"/>
                    <a:pt x="291" y="507"/>
                    <a:pt x="288" y="508"/>
                  </a:cubicBezTo>
                  <a:close/>
                  <a:moveTo>
                    <a:pt x="288" y="493"/>
                  </a:moveTo>
                  <a:cubicBezTo>
                    <a:pt x="287" y="493"/>
                    <a:pt x="287" y="490"/>
                    <a:pt x="289" y="490"/>
                  </a:cubicBezTo>
                  <a:cubicBezTo>
                    <a:pt x="290" y="491"/>
                    <a:pt x="289" y="492"/>
                    <a:pt x="288" y="493"/>
                  </a:cubicBezTo>
                  <a:close/>
                  <a:moveTo>
                    <a:pt x="292" y="519"/>
                  </a:moveTo>
                  <a:cubicBezTo>
                    <a:pt x="291" y="518"/>
                    <a:pt x="293" y="517"/>
                    <a:pt x="292" y="519"/>
                  </a:cubicBezTo>
                  <a:close/>
                  <a:moveTo>
                    <a:pt x="293" y="504"/>
                  </a:moveTo>
                  <a:cubicBezTo>
                    <a:pt x="292" y="503"/>
                    <a:pt x="294" y="503"/>
                    <a:pt x="294" y="502"/>
                  </a:cubicBezTo>
                  <a:cubicBezTo>
                    <a:pt x="294" y="503"/>
                    <a:pt x="293" y="503"/>
                    <a:pt x="293" y="504"/>
                  </a:cubicBezTo>
                  <a:close/>
                  <a:moveTo>
                    <a:pt x="294" y="459"/>
                  </a:moveTo>
                  <a:cubicBezTo>
                    <a:pt x="293" y="460"/>
                    <a:pt x="294" y="457"/>
                    <a:pt x="295" y="458"/>
                  </a:cubicBezTo>
                  <a:cubicBezTo>
                    <a:pt x="295" y="459"/>
                    <a:pt x="294" y="459"/>
                    <a:pt x="294" y="459"/>
                  </a:cubicBezTo>
                  <a:close/>
                  <a:moveTo>
                    <a:pt x="295" y="475"/>
                  </a:moveTo>
                  <a:cubicBezTo>
                    <a:pt x="295" y="474"/>
                    <a:pt x="297" y="475"/>
                    <a:pt x="295" y="475"/>
                  </a:cubicBezTo>
                  <a:close/>
                  <a:moveTo>
                    <a:pt x="296" y="389"/>
                  </a:moveTo>
                  <a:cubicBezTo>
                    <a:pt x="295" y="387"/>
                    <a:pt x="298" y="387"/>
                    <a:pt x="296" y="389"/>
                  </a:cubicBezTo>
                  <a:close/>
                  <a:moveTo>
                    <a:pt x="297" y="482"/>
                  </a:moveTo>
                  <a:cubicBezTo>
                    <a:pt x="297" y="483"/>
                    <a:pt x="297" y="480"/>
                    <a:pt x="297" y="482"/>
                  </a:cubicBezTo>
                  <a:close/>
                  <a:moveTo>
                    <a:pt x="298" y="393"/>
                  </a:moveTo>
                  <a:cubicBezTo>
                    <a:pt x="298" y="393"/>
                    <a:pt x="298" y="392"/>
                    <a:pt x="298" y="393"/>
                  </a:cubicBezTo>
                  <a:close/>
                  <a:moveTo>
                    <a:pt x="300" y="448"/>
                  </a:moveTo>
                  <a:cubicBezTo>
                    <a:pt x="301" y="448"/>
                    <a:pt x="300" y="449"/>
                    <a:pt x="300" y="449"/>
                  </a:cubicBezTo>
                  <a:cubicBezTo>
                    <a:pt x="299" y="450"/>
                    <a:pt x="299" y="447"/>
                    <a:pt x="300" y="448"/>
                  </a:cubicBezTo>
                  <a:close/>
                  <a:moveTo>
                    <a:pt x="301" y="127"/>
                  </a:moveTo>
                  <a:cubicBezTo>
                    <a:pt x="300" y="127"/>
                    <a:pt x="300" y="127"/>
                    <a:pt x="300" y="127"/>
                  </a:cubicBezTo>
                  <a:cubicBezTo>
                    <a:pt x="299" y="127"/>
                    <a:pt x="301" y="126"/>
                    <a:pt x="301" y="127"/>
                  </a:cubicBezTo>
                  <a:close/>
                  <a:moveTo>
                    <a:pt x="300" y="462"/>
                  </a:moveTo>
                  <a:cubicBezTo>
                    <a:pt x="301" y="462"/>
                    <a:pt x="301" y="461"/>
                    <a:pt x="301" y="462"/>
                  </a:cubicBezTo>
                  <a:cubicBezTo>
                    <a:pt x="300" y="462"/>
                    <a:pt x="300" y="462"/>
                    <a:pt x="300" y="462"/>
                  </a:cubicBezTo>
                  <a:close/>
                  <a:moveTo>
                    <a:pt x="303" y="496"/>
                  </a:moveTo>
                  <a:cubicBezTo>
                    <a:pt x="303" y="496"/>
                    <a:pt x="302" y="496"/>
                    <a:pt x="302" y="496"/>
                  </a:cubicBezTo>
                  <a:cubicBezTo>
                    <a:pt x="298" y="496"/>
                    <a:pt x="304" y="492"/>
                    <a:pt x="303" y="496"/>
                  </a:cubicBezTo>
                  <a:close/>
                  <a:moveTo>
                    <a:pt x="303" y="498"/>
                  </a:moveTo>
                  <a:cubicBezTo>
                    <a:pt x="302" y="499"/>
                    <a:pt x="304" y="497"/>
                    <a:pt x="303" y="498"/>
                  </a:cubicBezTo>
                  <a:close/>
                  <a:moveTo>
                    <a:pt x="301" y="479"/>
                  </a:moveTo>
                  <a:cubicBezTo>
                    <a:pt x="304" y="475"/>
                    <a:pt x="308" y="472"/>
                    <a:pt x="312" y="469"/>
                  </a:cubicBezTo>
                  <a:cubicBezTo>
                    <a:pt x="309" y="472"/>
                    <a:pt x="306" y="477"/>
                    <a:pt x="301" y="479"/>
                  </a:cubicBezTo>
                  <a:close/>
                  <a:moveTo>
                    <a:pt x="313" y="159"/>
                  </a:moveTo>
                  <a:cubicBezTo>
                    <a:pt x="314" y="159"/>
                    <a:pt x="310" y="162"/>
                    <a:pt x="308" y="162"/>
                  </a:cubicBezTo>
                  <a:cubicBezTo>
                    <a:pt x="308" y="162"/>
                    <a:pt x="304" y="161"/>
                    <a:pt x="304" y="160"/>
                  </a:cubicBezTo>
                  <a:cubicBezTo>
                    <a:pt x="304" y="159"/>
                    <a:pt x="308" y="157"/>
                    <a:pt x="310" y="159"/>
                  </a:cubicBezTo>
                  <a:cubicBezTo>
                    <a:pt x="310" y="159"/>
                    <a:pt x="310" y="160"/>
                    <a:pt x="310" y="160"/>
                  </a:cubicBezTo>
                  <a:cubicBezTo>
                    <a:pt x="311" y="161"/>
                    <a:pt x="312" y="159"/>
                    <a:pt x="313" y="159"/>
                  </a:cubicBezTo>
                  <a:close/>
                  <a:moveTo>
                    <a:pt x="312" y="488"/>
                  </a:moveTo>
                  <a:cubicBezTo>
                    <a:pt x="313" y="487"/>
                    <a:pt x="312" y="489"/>
                    <a:pt x="311" y="489"/>
                  </a:cubicBezTo>
                  <a:cubicBezTo>
                    <a:pt x="311" y="489"/>
                    <a:pt x="311" y="488"/>
                    <a:pt x="312" y="488"/>
                  </a:cubicBezTo>
                  <a:close/>
                  <a:moveTo>
                    <a:pt x="312" y="354"/>
                  </a:moveTo>
                  <a:cubicBezTo>
                    <a:pt x="311" y="356"/>
                    <a:pt x="310" y="356"/>
                    <a:pt x="310" y="357"/>
                  </a:cubicBezTo>
                  <a:cubicBezTo>
                    <a:pt x="309" y="356"/>
                    <a:pt x="310" y="354"/>
                    <a:pt x="312" y="354"/>
                  </a:cubicBezTo>
                  <a:close/>
                  <a:moveTo>
                    <a:pt x="305" y="364"/>
                  </a:moveTo>
                  <a:cubicBezTo>
                    <a:pt x="305" y="362"/>
                    <a:pt x="307" y="359"/>
                    <a:pt x="309" y="358"/>
                  </a:cubicBezTo>
                  <a:cubicBezTo>
                    <a:pt x="308" y="360"/>
                    <a:pt x="307" y="362"/>
                    <a:pt x="305" y="364"/>
                  </a:cubicBezTo>
                  <a:close/>
                  <a:moveTo>
                    <a:pt x="307" y="448"/>
                  </a:moveTo>
                  <a:cubicBezTo>
                    <a:pt x="306" y="449"/>
                    <a:pt x="307" y="447"/>
                    <a:pt x="308" y="447"/>
                  </a:cubicBezTo>
                  <a:cubicBezTo>
                    <a:pt x="308" y="448"/>
                    <a:pt x="307" y="448"/>
                    <a:pt x="307" y="448"/>
                  </a:cubicBezTo>
                  <a:close/>
                  <a:moveTo>
                    <a:pt x="306" y="449"/>
                  </a:moveTo>
                  <a:cubicBezTo>
                    <a:pt x="306" y="450"/>
                    <a:pt x="305" y="450"/>
                    <a:pt x="305" y="451"/>
                  </a:cubicBezTo>
                  <a:cubicBezTo>
                    <a:pt x="304" y="451"/>
                    <a:pt x="305" y="449"/>
                    <a:pt x="306" y="449"/>
                  </a:cubicBezTo>
                  <a:close/>
                  <a:moveTo>
                    <a:pt x="304" y="204"/>
                  </a:moveTo>
                  <a:cubicBezTo>
                    <a:pt x="304" y="204"/>
                    <a:pt x="304" y="202"/>
                    <a:pt x="305" y="203"/>
                  </a:cubicBezTo>
                  <a:cubicBezTo>
                    <a:pt x="305" y="204"/>
                    <a:pt x="304" y="204"/>
                    <a:pt x="304" y="204"/>
                  </a:cubicBezTo>
                  <a:close/>
                  <a:moveTo>
                    <a:pt x="307" y="268"/>
                  </a:moveTo>
                  <a:cubicBezTo>
                    <a:pt x="305" y="270"/>
                    <a:pt x="306" y="265"/>
                    <a:pt x="307" y="266"/>
                  </a:cubicBezTo>
                  <a:cubicBezTo>
                    <a:pt x="307" y="267"/>
                    <a:pt x="307" y="267"/>
                    <a:pt x="307" y="268"/>
                  </a:cubicBezTo>
                  <a:close/>
                  <a:moveTo>
                    <a:pt x="307" y="343"/>
                  </a:moveTo>
                  <a:cubicBezTo>
                    <a:pt x="306" y="345"/>
                    <a:pt x="308" y="342"/>
                    <a:pt x="307" y="343"/>
                  </a:cubicBezTo>
                  <a:close/>
                  <a:moveTo>
                    <a:pt x="306" y="280"/>
                  </a:moveTo>
                  <a:cubicBezTo>
                    <a:pt x="305" y="282"/>
                    <a:pt x="305" y="279"/>
                    <a:pt x="306" y="279"/>
                  </a:cubicBezTo>
                  <a:cubicBezTo>
                    <a:pt x="307" y="279"/>
                    <a:pt x="306" y="280"/>
                    <a:pt x="306" y="280"/>
                  </a:cubicBezTo>
                  <a:close/>
                  <a:moveTo>
                    <a:pt x="302" y="455"/>
                  </a:moveTo>
                  <a:cubicBezTo>
                    <a:pt x="302" y="454"/>
                    <a:pt x="303" y="453"/>
                    <a:pt x="304" y="452"/>
                  </a:cubicBezTo>
                  <a:cubicBezTo>
                    <a:pt x="305" y="453"/>
                    <a:pt x="303" y="454"/>
                    <a:pt x="302" y="455"/>
                  </a:cubicBezTo>
                  <a:close/>
                  <a:moveTo>
                    <a:pt x="309" y="538"/>
                  </a:moveTo>
                  <a:cubicBezTo>
                    <a:pt x="309" y="538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ubicBezTo>
                    <a:pt x="308" y="539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lose/>
                  <a:moveTo>
                    <a:pt x="306" y="537"/>
                  </a:moveTo>
                  <a:cubicBezTo>
                    <a:pt x="308" y="536"/>
                    <a:pt x="305" y="538"/>
                    <a:pt x="306" y="537"/>
                  </a:cubicBezTo>
                  <a:close/>
                  <a:moveTo>
                    <a:pt x="306" y="537"/>
                  </a:moveTo>
                  <a:cubicBezTo>
                    <a:pt x="305" y="539"/>
                    <a:pt x="303" y="539"/>
                    <a:pt x="303" y="541"/>
                  </a:cubicBezTo>
                  <a:cubicBezTo>
                    <a:pt x="303" y="540"/>
                    <a:pt x="304" y="538"/>
                    <a:pt x="306" y="537"/>
                  </a:cubicBezTo>
                  <a:close/>
                  <a:moveTo>
                    <a:pt x="305" y="527"/>
                  </a:moveTo>
                  <a:cubicBezTo>
                    <a:pt x="305" y="528"/>
                    <a:pt x="301" y="533"/>
                    <a:pt x="300" y="531"/>
                  </a:cubicBezTo>
                  <a:cubicBezTo>
                    <a:pt x="298" y="529"/>
                    <a:pt x="303" y="527"/>
                    <a:pt x="305" y="527"/>
                  </a:cubicBezTo>
                  <a:close/>
                  <a:moveTo>
                    <a:pt x="290" y="562"/>
                  </a:moveTo>
                  <a:cubicBezTo>
                    <a:pt x="290" y="562"/>
                    <a:pt x="290" y="562"/>
                    <a:pt x="290" y="562"/>
                  </a:cubicBezTo>
                  <a:cubicBezTo>
                    <a:pt x="290" y="562"/>
                    <a:pt x="289" y="563"/>
                    <a:pt x="290" y="562"/>
                  </a:cubicBezTo>
                  <a:close/>
                  <a:moveTo>
                    <a:pt x="289" y="541"/>
                  </a:moveTo>
                  <a:cubicBezTo>
                    <a:pt x="289" y="540"/>
                    <a:pt x="287" y="543"/>
                    <a:pt x="289" y="541"/>
                  </a:cubicBezTo>
                  <a:close/>
                  <a:moveTo>
                    <a:pt x="288" y="575"/>
                  </a:moveTo>
                  <a:cubicBezTo>
                    <a:pt x="286" y="576"/>
                    <a:pt x="285" y="575"/>
                    <a:pt x="284" y="574"/>
                  </a:cubicBezTo>
                  <a:cubicBezTo>
                    <a:pt x="283" y="570"/>
                    <a:pt x="289" y="567"/>
                    <a:pt x="290" y="569"/>
                  </a:cubicBezTo>
                  <a:cubicBezTo>
                    <a:pt x="293" y="571"/>
                    <a:pt x="289" y="575"/>
                    <a:pt x="288" y="575"/>
                  </a:cubicBezTo>
                  <a:close/>
                  <a:moveTo>
                    <a:pt x="292" y="544"/>
                  </a:moveTo>
                  <a:cubicBezTo>
                    <a:pt x="292" y="546"/>
                    <a:pt x="290" y="545"/>
                    <a:pt x="292" y="544"/>
                  </a:cubicBezTo>
                  <a:close/>
                  <a:moveTo>
                    <a:pt x="295" y="567"/>
                  </a:moveTo>
                  <a:cubicBezTo>
                    <a:pt x="295" y="565"/>
                    <a:pt x="297" y="567"/>
                    <a:pt x="295" y="567"/>
                  </a:cubicBezTo>
                  <a:close/>
                  <a:moveTo>
                    <a:pt x="295" y="565"/>
                  </a:moveTo>
                  <a:cubicBezTo>
                    <a:pt x="295" y="565"/>
                    <a:pt x="295" y="565"/>
                    <a:pt x="295" y="565"/>
                  </a:cubicBezTo>
                  <a:cubicBezTo>
                    <a:pt x="295" y="565"/>
                    <a:pt x="294" y="565"/>
                    <a:pt x="294" y="565"/>
                  </a:cubicBezTo>
                  <a:cubicBezTo>
                    <a:pt x="294" y="566"/>
                    <a:pt x="293" y="567"/>
                    <a:pt x="293" y="568"/>
                  </a:cubicBezTo>
                  <a:cubicBezTo>
                    <a:pt x="293" y="568"/>
                    <a:pt x="294" y="568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9"/>
                    <a:pt x="292" y="569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8"/>
                    <a:pt x="292" y="568"/>
                    <a:pt x="293" y="568"/>
                  </a:cubicBezTo>
                  <a:cubicBezTo>
                    <a:pt x="293" y="565"/>
                    <a:pt x="295" y="562"/>
                    <a:pt x="297" y="560"/>
                  </a:cubicBezTo>
                  <a:cubicBezTo>
                    <a:pt x="296" y="561"/>
                    <a:pt x="296" y="563"/>
                    <a:pt x="295" y="565"/>
                  </a:cubicBezTo>
                  <a:close/>
                  <a:moveTo>
                    <a:pt x="302" y="546"/>
                  </a:moveTo>
                  <a:cubicBezTo>
                    <a:pt x="301" y="548"/>
                    <a:pt x="298" y="547"/>
                    <a:pt x="297" y="548"/>
                  </a:cubicBezTo>
                  <a:cubicBezTo>
                    <a:pt x="298" y="547"/>
                    <a:pt x="300" y="547"/>
                    <a:pt x="302" y="546"/>
                  </a:cubicBezTo>
                  <a:close/>
                  <a:moveTo>
                    <a:pt x="301" y="567"/>
                  </a:moveTo>
                  <a:cubicBezTo>
                    <a:pt x="302" y="568"/>
                    <a:pt x="300" y="571"/>
                    <a:pt x="299" y="570"/>
                  </a:cubicBezTo>
                  <a:cubicBezTo>
                    <a:pt x="297" y="569"/>
                    <a:pt x="299" y="565"/>
                    <a:pt x="301" y="567"/>
                  </a:cubicBezTo>
                  <a:cubicBezTo>
                    <a:pt x="299" y="565"/>
                    <a:pt x="302" y="560"/>
                    <a:pt x="305" y="561"/>
                  </a:cubicBezTo>
                  <a:cubicBezTo>
                    <a:pt x="308" y="562"/>
                    <a:pt x="304" y="570"/>
                    <a:pt x="301" y="567"/>
                  </a:cubicBezTo>
                  <a:close/>
                  <a:moveTo>
                    <a:pt x="306" y="540"/>
                  </a:moveTo>
                  <a:cubicBezTo>
                    <a:pt x="306" y="538"/>
                    <a:pt x="308" y="540"/>
                    <a:pt x="306" y="540"/>
                  </a:cubicBezTo>
                  <a:close/>
                  <a:moveTo>
                    <a:pt x="307" y="568"/>
                  </a:moveTo>
                  <a:cubicBezTo>
                    <a:pt x="307" y="568"/>
                    <a:pt x="307" y="568"/>
                    <a:pt x="307" y="568"/>
                  </a:cubicBezTo>
                  <a:cubicBezTo>
                    <a:pt x="307" y="566"/>
                    <a:pt x="309" y="569"/>
                    <a:pt x="307" y="568"/>
                  </a:cubicBezTo>
                  <a:close/>
                  <a:moveTo>
                    <a:pt x="308" y="569"/>
                  </a:moveTo>
                  <a:cubicBezTo>
                    <a:pt x="307" y="570"/>
                    <a:pt x="308" y="567"/>
                    <a:pt x="309" y="568"/>
                  </a:cubicBezTo>
                  <a:cubicBezTo>
                    <a:pt x="310" y="569"/>
                    <a:pt x="309" y="569"/>
                    <a:pt x="308" y="569"/>
                  </a:cubicBezTo>
                  <a:close/>
                  <a:moveTo>
                    <a:pt x="312" y="574"/>
                  </a:moveTo>
                  <a:cubicBezTo>
                    <a:pt x="311" y="575"/>
                    <a:pt x="313" y="572"/>
                    <a:pt x="312" y="574"/>
                  </a:cubicBezTo>
                  <a:close/>
                  <a:moveTo>
                    <a:pt x="312" y="571"/>
                  </a:moveTo>
                  <a:cubicBezTo>
                    <a:pt x="312" y="572"/>
                    <a:pt x="311" y="572"/>
                    <a:pt x="311" y="571"/>
                  </a:cubicBezTo>
                  <a:cubicBezTo>
                    <a:pt x="310" y="570"/>
                    <a:pt x="314" y="569"/>
                    <a:pt x="312" y="571"/>
                  </a:cubicBezTo>
                  <a:close/>
                  <a:moveTo>
                    <a:pt x="313" y="395"/>
                  </a:moveTo>
                  <a:cubicBezTo>
                    <a:pt x="314" y="394"/>
                    <a:pt x="312" y="396"/>
                    <a:pt x="313" y="395"/>
                  </a:cubicBezTo>
                  <a:close/>
                  <a:moveTo>
                    <a:pt x="313" y="287"/>
                  </a:moveTo>
                  <a:cubicBezTo>
                    <a:pt x="312" y="289"/>
                    <a:pt x="314" y="286"/>
                    <a:pt x="313" y="287"/>
                  </a:cubicBezTo>
                  <a:close/>
                  <a:moveTo>
                    <a:pt x="315" y="545"/>
                  </a:moveTo>
                  <a:cubicBezTo>
                    <a:pt x="312" y="547"/>
                    <a:pt x="313" y="541"/>
                    <a:pt x="316" y="543"/>
                  </a:cubicBezTo>
                  <a:cubicBezTo>
                    <a:pt x="317" y="543"/>
                    <a:pt x="316" y="545"/>
                    <a:pt x="315" y="545"/>
                  </a:cubicBezTo>
                  <a:close/>
                  <a:moveTo>
                    <a:pt x="313" y="521"/>
                  </a:moveTo>
                  <a:cubicBezTo>
                    <a:pt x="314" y="520"/>
                    <a:pt x="312" y="522"/>
                    <a:pt x="313" y="521"/>
                  </a:cubicBezTo>
                  <a:close/>
                  <a:moveTo>
                    <a:pt x="315" y="495"/>
                  </a:moveTo>
                  <a:cubicBezTo>
                    <a:pt x="315" y="495"/>
                    <a:pt x="315" y="496"/>
                    <a:pt x="315" y="496"/>
                  </a:cubicBezTo>
                  <a:cubicBezTo>
                    <a:pt x="315" y="498"/>
                    <a:pt x="314" y="495"/>
                    <a:pt x="315" y="495"/>
                  </a:cubicBezTo>
                  <a:close/>
                  <a:moveTo>
                    <a:pt x="313" y="466"/>
                  </a:moveTo>
                  <a:cubicBezTo>
                    <a:pt x="314" y="464"/>
                    <a:pt x="319" y="461"/>
                    <a:pt x="322" y="459"/>
                  </a:cubicBezTo>
                  <a:cubicBezTo>
                    <a:pt x="321" y="461"/>
                    <a:pt x="318" y="462"/>
                    <a:pt x="317" y="464"/>
                  </a:cubicBezTo>
                  <a:cubicBezTo>
                    <a:pt x="316" y="464"/>
                    <a:pt x="313" y="468"/>
                    <a:pt x="313" y="466"/>
                  </a:cubicBezTo>
                  <a:close/>
                  <a:moveTo>
                    <a:pt x="316" y="176"/>
                  </a:moveTo>
                  <a:cubicBezTo>
                    <a:pt x="316" y="176"/>
                    <a:pt x="317" y="175"/>
                    <a:pt x="317" y="175"/>
                  </a:cubicBezTo>
                  <a:cubicBezTo>
                    <a:pt x="317" y="176"/>
                    <a:pt x="316" y="176"/>
                    <a:pt x="316" y="176"/>
                  </a:cubicBezTo>
                  <a:close/>
                  <a:moveTo>
                    <a:pt x="318" y="385"/>
                  </a:moveTo>
                  <a:cubicBezTo>
                    <a:pt x="317" y="386"/>
                    <a:pt x="316" y="385"/>
                    <a:pt x="316" y="385"/>
                  </a:cubicBezTo>
                  <a:cubicBezTo>
                    <a:pt x="317" y="384"/>
                    <a:pt x="318" y="384"/>
                    <a:pt x="318" y="385"/>
                  </a:cubicBezTo>
                  <a:close/>
                  <a:moveTo>
                    <a:pt x="316" y="395"/>
                  </a:moveTo>
                  <a:cubicBezTo>
                    <a:pt x="316" y="395"/>
                    <a:pt x="316" y="396"/>
                    <a:pt x="315" y="395"/>
                  </a:cubicBezTo>
                  <a:cubicBezTo>
                    <a:pt x="315" y="395"/>
                    <a:pt x="318" y="393"/>
                    <a:pt x="316" y="395"/>
                  </a:cubicBezTo>
                  <a:close/>
                  <a:moveTo>
                    <a:pt x="321" y="296"/>
                  </a:moveTo>
                  <a:cubicBezTo>
                    <a:pt x="321" y="296"/>
                    <a:pt x="321" y="297"/>
                    <a:pt x="321" y="297"/>
                  </a:cubicBezTo>
                  <a:cubicBezTo>
                    <a:pt x="319" y="299"/>
                    <a:pt x="320" y="295"/>
                    <a:pt x="321" y="296"/>
                  </a:cubicBezTo>
                  <a:close/>
                  <a:moveTo>
                    <a:pt x="344" y="429"/>
                  </a:moveTo>
                  <a:cubicBezTo>
                    <a:pt x="344" y="429"/>
                    <a:pt x="345" y="429"/>
                    <a:pt x="345" y="429"/>
                  </a:cubicBezTo>
                  <a:cubicBezTo>
                    <a:pt x="345" y="430"/>
                    <a:pt x="343" y="430"/>
                    <a:pt x="344" y="429"/>
                  </a:cubicBezTo>
                  <a:close/>
                  <a:moveTo>
                    <a:pt x="345" y="186"/>
                  </a:moveTo>
                  <a:cubicBezTo>
                    <a:pt x="345" y="188"/>
                    <a:pt x="343" y="188"/>
                    <a:pt x="345" y="186"/>
                  </a:cubicBezTo>
                  <a:close/>
                  <a:moveTo>
                    <a:pt x="345" y="303"/>
                  </a:moveTo>
                  <a:cubicBezTo>
                    <a:pt x="344" y="303"/>
                    <a:pt x="347" y="302"/>
                    <a:pt x="345" y="303"/>
                  </a:cubicBezTo>
                  <a:close/>
                  <a:moveTo>
                    <a:pt x="346" y="185"/>
                  </a:moveTo>
                  <a:cubicBezTo>
                    <a:pt x="344" y="187"/>
                    <a:pt x="347" y="183"/>
                    <a:pt x="346" y="185"/>
                  </a:cubicBezTo>
                  <a:close/>
                  <a:moveTo>
                    <a:pt x="345" y="443"/>
                  </a:moveTo>
                  <a:cubicBezTo>
                    <a:pt x="344" y="445"/>
                    <a:pt x="346" y="442"/>
                    <a:pt x="345" y="443"/>
                  </a:cubicBezTo>
                  <a:close/>
                  <a:moveTo>
                    <a:pt x="346" y="457"/>
                  </a:moveTo>
                  <a:cubicBezTo>
                    <a:pt x="346" y="457"/>
                    <a:pt x="346" y="458"/>
                    <a:pt x="346" y="458"/>
                  </a:cubicBezTo>
                  <a:cubicBezTo>
                    <a:pt x="345" y="459"/>
                    <a:pt x="345" y="456"/>
                    <a:pt x="346" y="457"/>
                  </a:cubicBezTo>
                  <a:close/>
                  <a:moveTo>
                    <a:pt x="345" y="503"/>
                  </a:move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lose/>
                  <a:moveTo>
                    <a:pt x="348" y="526"/>
                  </a:moveTo>
                  <a:cubicBezTo>
                    <a:pt x="348" y="527"/>
                    <a:pt x="344" y="530"/>
                    <a:pt x="343" y="529"/>
                  </a:cubicBezTo>
                  <a:cubicBezTo>
                    <a:pt x="342" y="527"/>
                    <a:pt x="346" y="526"/>
                    <a:pt x="348" y="526"/>
                  </a:cubicBezTo>
                  <a:close/>
                  <a:moveTo>
                    <a:pt x="351" y="496"/>
                  </a:moveTo>
                  <a:cubicBezTo>
                    <a:pt x="352" y="497"/>
                    <a:pt x="349" y="500"/>
                    <a:pt x="349" y="500"/>
                  </a:cubicBezTo>
                  <a:cubicBezTo>
                    <a:pt x="344" y="502"/>
                    <a:pt x="348" y="494"/>
                    <a:pt x="351" y="496"/>
                  </a:cubicBezTo>
                  <a:close/>
                  <a:moveTo>
                    <a:pt x="351" y="384"/>
                  </a:moveTo>
                  <a:cubicBezTo>
                    <a:pt x="350" y="385"/>
                    <a:pt x="349" y="384"/>
                    <a:pt x="351" y="384"/>
                  </a:cubicBezTo>
                  <a:close/>
                  <a:moveTo>
                    <a:pt x="351" y="513"/>
                  </a:moveTo>
                  <a:cubicBezTo>
                    <a:pt x="350" y="512"/>
                    <a:pt x="352" y="512"/>
                    <a:pt x="351" y="512"/>
                  </a:cubicBezTo>
                  <a:cubicBezTo>
                    <a:pt x="351" y="512"/>
                    <a:pt x="351" y="513"/>
                    <a:pt x="351" y="513"/>
                  </a:cubicBezTo>
                  <a:close/>
                  <a:moveTo>
                    <a:pt x="350" y="574"/>
                  </a:moveTo>
                  <a:cubicBezTo>
                    <a:pt x="350" y="574"/>
                    <a:pt x="350" y="573"/>
                    <a:pt x="351" y="573"/>
                  </a:cubicBezTo>
                  <a:cubicBezTo>
                    <a:pt x="351" y="573"/>
                    <a:pt x="350" y="574"/>
                    <a:pt x="350" y="574"/>
                  </a:cubicBezTo>
                  <a:close/>
                  <a:moveTo>
                    <a:pt x="347" y="484"/>
                  </a:moveTo>
                  <a:cubicBezTo>
                    <a:pt x="347" y="483"/>
                    <a:pt x="348" y="483"/>
                    <a:pt x="348" y="483"/>
                  </a:cubicBezTo>
                  <a:cubicBezTo>
                    <a:pt x="349" y="483"/>
                    <a:pt x="348" y="484"/>
                    <a:pt x="347" y="484"/>
                  </a:cubicBezTo>
                  <a:close/>
                  <a:moveTo>
                    <a:pt x="325" y="549"/>
                  </a:moveTo>
                  <a:cubicBezTo>
                    <a:pt x="327" y="547"/>
                    <a:pt x="330" y="546"/>
                    <a:pt x="333" y="545"/>
                  </a:cubicBezTo>
                  <a:cubicBezTo>
                    <a:pt x="330" y="547"/>
                    <a:pt x="328" y="549"/>
                    <a:pt x="325" y="549"/>
                  </a:cubicBezTo>
                  <a:close/>
                  <a:moveTo>
                    <a:pt x="331" y="617"/>
                  </a:moveTo>
                  <a:cubicBezTo>
                    <a:pt x="331" y="616"/>
                    <a:pt x="332" y="616"/>
                    <a:pt x="333" y="617"/>
                  </a:cubicBezTo>
                  <a:cubicBezTo>
                    <a:pt x="333" y="617"/>
                    <a:pt x="331" y="619"/>
                    <a:pt x="331" y="617"/>
                  </a:cubicBezTo>
                  <a:close/>
                  <a:moveTo>
                    <a:pt x="326" y="553"/>
                  </a:moveTo>
                  <a:cubicBezTo>
                    <a:pt x="326" y="553"/>
                    <a:pt x="327" y="552"/>
                    <a:pt x="327" y="552"/>
                  </a:cubicBezTo>
                  <a:cubicBezTo>
                    <a:pt x="327" y="552"/>
                    <a:pt x="327" y="553"/>
                    <a:pt x="326" y="553"/>
                  </a:cubicBezTo>
                  <a:close/>
                  <a:moveTo>
                    <a:pt x="318" y="527"/>
                  </a:moveTo>
                  <a:cubicBezTo>
                    <a:pt x="323" y="523"/>
                    <a:pt x="328" y="520"/>
                    <a:pt x="335" y="518"/>
                  </a:cubicBezTo>
                  <a:cubicBezTo>
                    <a:pt x="329" y="521"/>
                    <a:pt x="324" y="524"/>
                    <a:pt x="318" y="527"/>
                  </a:cubicBezTo>
                  <a:close/>
                  <a:moveTo>
                    <a:pt x="323" y="530"/>
                  </a:moveTo>
                  <a:cubicBezTo>
                    <a:pt x="323" y="531"/>
                    <a:pt x="321" y="531"/>
                    <a:pt x="321" y="530"/>
                  </a:cubicBezTo>
                  <a:cubicBezTo>
                    <a:pt x="321" y="529"/>
                    <a:pt x="323" y="530"/>
                    <a:pt x="323" y="530"/>
                  </a:cubicBezTo>
                  <a:close/>
                  <a:moveTo>
                    <a:pt x="329" y="503"/>
                  </a:moveTo>
                  <a:cubicBezTo>
                    <a:pt x="329" y="503"/>
                    <a:pt x="330" y="502"/>
                    <a:pt x="330" y="502"/>
                  </a:cubicBezTo>
                  <a:cubicBezTo>
                    <a:pt x="332" y="503"/>
                    <a:pt x="329" y="505"/>
                    <a:pt x="329" y="503"/>
                  </a:cubicBezTo>
                  <a:close/>
                  <a:moveTo>
                    <a:pt x="334" y="541"/>
                  </a:moveTo>
                  <a:cubicBezTo>
                    <a:pt x="333" y="541"/>
                    <a:pt x="334" y="539"/>
                    <a:pt x="335" y="539"/>
                  </a:cubicBezTo>
                  <a:cubicBezTo>
                    <a:pt x="335" y="540"/>
                    <a:pt x="334" y="540"/>
                    <a:pt x="334" y="541"/>
                  </a:cubicBezTo>
                  <a:close/>
                  <a:moveTo>
                    <a:pt x="341" y="584"/>
                  </a:moveTo>
                  <a:cubicBezTo>
                    <a:pt x="345" y="586"/>
                    <a:pt x="341" y="593"/>
                    <a:pt x="339" y="594"/>
                  </a:cubicBezTo>
                  <a:cubicBezTo>
                    <a:pt x="330" y="597"/>
                    <a:pt x="335" y="582"/>
                    <a:pt x="341" y="584"/>
                  </a:cubicBezTo>
                  <a:close/>
                  <a:moveTo>
                    <a:pt x="341" y="541"/>
                  </a:moveTo>
                  <a:cubicBezTo>
                    <a:pt x="339" y="543"/>
                    <a:pt x="336" y="544"/>
                    <a:pt x="335" y="544"/>
                  </a:cubicBezTo>
                  <a:cubicBezTo>
                    <a:pt x="335" y="544"/>
                    <a:pt x="339" y="541"/>
                    <a:pt x="341" y="541"/>
                  </a:cubicBezTo>
                  <a:close/>
                  <a:moveTo>
                    <a:pt x="336" y="518"/>
                  </a:moveTo>
                  <a:cubicBezTo>
                    <a:pt x="336" y="516"/>
                    <a:pt x="339" y="516"/>
                    <a:pt x="340" y="515"/>
                  </a:cubicBezTo>
                  <a:cubicBezTo>
                    <a:pt x="340" y="517"/>
                    <a:pt x="337" y="516"/>
                    <a:pt x="336" y="518"/>
                  </a:cubicBezTo>
                  <a:close/>
                  <a:moveTo>
                    <a:pt x="343" y="515"/>
                  </a:moveTo>
                  <a:cubicBezTo>
                    <a:pt x="342" y="516"/>
                    <a:pt x="341" y="516"/>
                    <a:pt x="341" y="515"/>
                  </a:cubicBezTo>
                  <a:cubicBezTo>
                    <a:pt x="340" y="514"/>
                    <a:pt x="344" y="514"/>
                    <a:pt x="343" y="515"/>
                  </a:cubicBezTo>
                  <a:close/>
                  <a:moveTo>
                    <a:pt x="343" y="553"/>
                  </a:moveTo>
                  <a:cubicBezTo>
                    <a:pt x="341" y="554"/>
                    <a:pt x="343" y="552"/>
                    <a:pt x="343" y="553"/>
                  </a:cubicBezTo>
                  <a:close/>
                  <a:moveTo>
                    <a:pt x="341" y="547"/>
                  </a:move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lose/>
                  <a:moveTo>
                    <a:pt x="342" y="574"/>
                  </a:moveTo>
                  <a:cubicBezTo>
                    <a:pt x="343" y="575"/>
                    <a:pt x="340" y="576"/>
                    <a:pt x="340" y="574"/>
                  </a:cubicBezTo>
                  <a:cubicBezTo>
                    <a:pt x="340" y="573"/>
                    <a:pt x="342" y="573"/>
                    <a:pt x="342" y="574"/>
                  </a:cubicBezTo>
                  <a:close/>
                  <a:moveTo>
                    <a:pt x="338" y="554"/>
                  </a:moveTo>
                  <a:cubicBezTo>
                    <a:pt x="339" y="554"/>
                    <a:pt x="337" y="556"/>
                    <a:pt x="337" y="554"/>
                  </a:cubicBezTo>
                  <a:cubicBezTo>
                    <a:pt x="337" y="553"/>
                    <a:pt x="338" y="553"/>
                    <a:pt x="338" y="554"/>
                  </a:cubicBezTo>
                  <a:close/>
                  <a:moveTo>
                    <a:pt x="335" y="537"/>
                  </a:moveTo>
                  <a:cubicBezTo>
                    <a:pt x="335" y="537"/>
                    <a:pt x="335" y="537"/>
                    <a:pt x="336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6" y="536"/>
                    <a:pt x="335" y="537"/>
                    <a:pt x="335" y="537"/>
                  </a:cubicBezTo>
                  <a:close/>
                  <a:moveTo>
                    <a:pt x="339" y="582"/>
                  </a:moveTo>
                  <a:cubicBezTo>
                    <a:pt x="334" y="582"/>
                    <a:pt x="344" y="577"/>
                    <a:pt x="345" y="578"/>
                  </a:cubicBezTo>
                  <a:cubicBezTo>
                    <a:pt x="346" y="579"/>
                    <a:pt x="340" y="582"/>
                    <a:pt x="339" y="582"/>
                  </a:cubicBezTo>
                  <a:close/>
                  <a:moveTo>
                    <a:pt x="345" y="556"/>
                  </a:moveTo>
                  <a:cubicBezTo>
                    <a:pt x="343" y="557"/>
                    <a:pt x="345" y="554"/>
                    <a:pt x="345" y="555"/>
                  </a:cubicBezTo>
                  <a:cubicBezTo>
                    <a:pt x="346" y="555"/>
                    <a:pt x="345" y="556"/>
                    <a:pt x="345" y="556"/>
                  </a:cubicBezTo>
                  <a:close/>
                  <a:moveTo>
                    <a:pt x="343" y="503"/>
                  </a:moveTo>
                  <a:cubicBezTo>
                    <a:pt x="341" y="504"/>
                    <a:pt x="342" y="500"/>
                    <a:pt x="344" y="502"/>
                  </a:cubicBezTo>
                  <a:cubicBezTo>
                    <a:pt x="344" y="502"/>
                    <a:pt x="343" y="502"/>
                    <a:pt x="343" y="503"/>
                  </a:cubicBezTo>
                  <a:close/>
                  <a:moveTo>
                    <a:pt x="342" y="425"/>
                  </a:moveTo>
                  <a:cubicBezTo>
                    <a:pt x="339" y="426"/>
                    <a:pt x="340" y="421"/>
                    <a:pt x="342" y="422"/>
                  </a:cubicBezTo>
                  <a:cubicBezTo>
                    <a:pt x="343" y="423"/>
                    <a:pt x="342" y="425"/>
                    <a:pt x="342" y="425"/>
                  </a:cubicBezTo>
                  <a:close/>
                  <a:moveTo>
                    <a:pt x="340" y="466"/>
                  </a:moveTo>
                  <a:cubicBezTo>
                    <a:pt x="344" y="464"/>
                    <a:pt x="338" y="467"/>
                    <a:pt x="340" y="466"/>
                  </a:cubicBezTo>
                  <a:close/>
                  <a:moveTo>
                    <a:pt x="339" y="506"/>
                  </a:moveTo>
                  <a:cubicBezTo>
                    <a:pt x="340" y="504"/>
                    <a:pt x="343" y="506"/>
                    <a:pt x="339" y="506"/>
                  </a:cubicBezTo>
                  <a:close/>
                  <a:moveTo>
                    <a:pt x="341" y="508"/>
                  </a:moveTo>
                  <a:cubicBezTo>
                    <a:pt x="342" y="508"/>
                    <a:pt x="334" y="513"/>
                    <a:pt x="334" y="513"/>
                  </a:cubicBezTo>
                  <a:cubicBezTo>
                    <a:pt x="333" y="514"/>
                    <a:pt x="332" y="514"/>
                    <a:pt x="332" y="514"/>
                  </a:cubicBezTo>
                  <a:cubicBezTo>
                    <a:pt x="331" y="513"/>
                    <a:pt x="340" y="507"/>
                    <a:pt x="341" y="508"/>
                  </a:cubicBezTo>
                  <a:close/>
                  <a:moveTo>
                    <a:pt x="336" y="508"/>
                  </a:moveTo>
                  <a:cubicBezTo>
                    <a:pt x="336" y="507"/>
                    <a:pt x="337" y="506"/>
                    <a:pt x="338" y="506"/>
                  </a:cubicBezTo>
                  <a:cubicBezTo>
                    <a:pt x="338" y="507"/>
                    <a:pt x="337" y="507"/>
                    <a:pt x="336" y="508"/>
                  </a:cubicBezTo>
                  <a:close/>
                  <a:moveTo>
                    <a:pt x="339" y="504"/>
                  </a:moveTo>
                  <a:cubicBezTo>
                    <a:pt x="337" y="506"/>
                    <a:pt x="337" y="502"/>
                    <a:pt x="339" y="503"/>
                  </a:cubicBezTo>
                  <a:cubicBezTo>
                    <a:pt x="339" y="503"/>
                    <a:pt x="339" y="504"/>
                    <a:pt x="339" y="504"/>
                  </a:cubicBezTo>
                  <a:close/>
                  <a:moveTo>
                    <a:pt x="337" y="360"/>
                  </a:moveTo>
                  <a:cubicBezTo>
                    <a:pt x="337" y="357"/>
                    <a:pt x="339" y="359"/>
                    <a:pt x="337" y="360"/>
                  </a:cubicBezTo>
                  <a:close/>
                  <a:moveTo>
                    <a:pt x="337" y="339"/>
                  </a:moveTo>
                  <a:cubicBezTo>
                    <a:pt x="337" y="340"/>
                    <a:pt x="335" y="339"/>
                    <a:pt x="337" y="339"/>
                  </a:cubicBezTo>
                  <a:close/>
                  <a:moveTo>
                    <a:pt x="337" y="248"/>
                  </a:moveTo>
                  <a:cubicBezTo>
                    <a:pt x="335" y="250"/>
                    <a:pt x="336" y="245"/>
                    <a:pt x="337" y="246"/>
                  </a:cubicBezTo>
                  <a:cubicBezTo>
                    <a:pt x="338" y="246"/>
                    <a:pt x="337" y="248"/>
                    <a:pt x="337" y="248"/>
                  </a:cubicBezTo>
                  <a:close/>
                  <a:moveTo>
                    <a:pt x="336" y="451"/>
                  </a:moveTo>
                  <a:cubicBezTo>
                    <a:pt x="335" y="452"/>
                    <a:pt x="338" y="450"/>
                    <a:pt x="336" y="451"/>
                  </a:cubicBezTo>
                  <a:close/>
                  <a:moveTo>
                    <a:pt x="337" y="467"/>
                  </a:moveTo>
                  <a:cubicBezTo>
                    <a:pt x="337" y="469"/>
                    <a:pt x="336" y="469"/>
                    <a:pt x="334" y="470"/>
                  </a:cubicBezTo>
                  <a:cubicBezTo>
                    <a:pt x="335" y="469"/>
                    <a:pt x="336" y="468"/>
                    <a:pt x="337" y="467"/>
                  </a:cubicBezTo>
                  <a:close/>
                  <a:moveTo>
                    <a:pt x="330" y="456"/>
                  </a:moveTo>
                  <a:cubicBezTo>
                    <a:pt x="330" y="456"/>
                    <a:pt x="333" y="452"/>
                    <a:pt x="335" y="451"/>
                  </a:cubicBezTo>
                  <a:cubicBezTo>
                    <a:pt x="334" y="453"/>
                    <a:pt x="332" y="455"/>
                    <a:pt x="330" y="456"/>
                  </a:cubicBezTo>
                  <a:close/>
                  <a:moveTo>
                    <a:pt x="332" y="406"/>
                  </a:moveTo>
                  <a:cubicBezTo>
                    <a:pt x="331" y="405"/>
                    <a:pt x="332" y="403"/>
                    <a:pt x="334" y="403"/>
                  </a:cubicBezTo>
                  <a:cubicBezTo>
                    <a:pt x="333" y="404"/>
                    <a:pt x="332" y="405"/>
                    <a:pt x="332" y="406"/>
                  </a:cubicBezTo>
                  <a:close/>
                  <a:moveTo>
                    <a:pt x="331" y="366"/>
                  </a:moveTo>
                  <a:cubicBezTo>
                    <a:pt x="329" y="368"/>
                    <a:pt x="330" y="364"/>
                    <a:pt x="331" y="364"/>
                  </a:cubicBezTo>
                  <a:cubicBezTo>
                    <a:pt x="333" y="365"/>
                    <a:pt x="331" y="366"/>
                    <a:pt x="331" y="366"/>
                  </a:cubicBezTo>
                  <a:close/>
                  <a:moveTo>
                    <a:pt x="330" y="407"/>
                  </a:moveTo>
                  <a:cubicBezTo>
                    <a:pt x="330" y="409"/>
                    <a:pt x="328" y="410"/>
                    <a:pt x="326" y="412"/>
                  </a:cubicBezTo>
                  <a:cubicBezTo>
                    <a:pt x="327" y="411"/>
                    <a:pt x="329" y="409"/>
                    <a:pt x="330" y="407"/>
                  </a:cubicBezTo>
                  <a:close/>
                  <a:moveTo>
                    <a:pt x="327" y="499"/>
                  </a:moveTo>
                  <a:cubicBezTo>
                    <a:pt x="327" y="498"/>
                    <a:pt x="327" y="498"/>
                    <a:pt x="327" y="498"/>
                  </a:cubicBezTo>
                  <a:cubicBezTo>
                    <a:pt x="327" y="496"/>
                    <a:pt x="329" y="499"/>
                    <a:pt x="327" y="499"/>
                  </a:cubicBezTo>
                  <a:close/>
                  <a:moveTo>
                    <a:pt x="328" y="510"/>
                  </a:moveTo>
                  <a:cubicBezTo>
                    <a:pt x="328" y="511"/>
                    <a:pt x="327" y="511"/>
                    <a:pt x="327" y="510"/>
                  </a:cubicBezTo>
                  <a:cubicBezTo>
                    <a:pt x="327" y="510"/>
                    <a:pt x="328" y="510"/>
                    <a:pt x="328" y="510"/>
                  </a:cubicBezTo>
                  <a:close/>
                  <a:moveTo>
                    <a:pt x="328" y="481"/>
                  </a:moveTo>
                  <a:cubicBezTo>
                    <a:pt x="327" y="482"/>
                    <a:pt x="329" y="480"/>
                    <a:pt x="328" y="481"/>
                  </a:cubicBezTo>
                  <a:close/>
                  <a:moveTo>
                    <a:pt x="326" y="333"/>
                  </a:moveTo>
                  <a:cubicBezTo>
                    <a:pt x="326" y="333"/>
                    <a:pt x="326" y="333"/>
                    <a:pt x="325" y="333"/>
                  </a:cubicBezTo>
                  <a:cubicBezTo>
                    <a:pt x="325" y="332"/>
                    <a:pt x="327" y="332"/>
                    <a:pt x="326" y="333"/>
                  </a:cubicBezTo>
                  <a:close/>
                  <a:moveTo>
                    <a:pt x="326" y="456"/>
                  </a:moveTo>
                  <a:cubicBezTo>
                    <a:pt x="326" y="457"/>
                    <a:pt x="324" y="458"/>
                    <a:pt x="323" y="459"/>
                  </a:cubicBezTo>
                  <a:cubicBezTo>
                    <a:pt x="324" y="458"/>
                    <a:pt x="325" y="457"/>
                    <a:pt x="326" y="456"/>
                  </a:cubicBezTo>
                  <a:close/>
                  <a:moveTo>
                    <a:pt x="330" y="515"/>
                  </a:moveTo>
                  <a:cubicBezTo>
                    <a:pt x="326" y="518"/>
                    <a:pt x="323" y="521"/>
                    <a:pt x="317" y="522"/>
                  </a:cubicBezTo>
                  <a:cubicBezTo>
                    <a:pt x="320" y="519"/>
                    <a:pt x="325" y="516"/>
                    <a:pt x="330" y="515"/>
                  </a:cubicBezTo>
                  <a:close/>
                  <a:moveTo>
                    <a:pt x="319" y="490"/>
                  </a:moveTo>
                  <a:cubicBezTo>
                    <a:pt x="318" y="491"/>
                    <a:pt x="318" y="489"/>
                    <a:pt x="319" y="489"/>
                  </a:cubicBezTo>
                  <a:cubicBezTo>
                    <a:pt x="320" y="489"/>
                    <a:pt x="320" y="490"/>
                    <a:pt x="319" y="490"/>
                  </a:cubicBezTo>
                  <a:close/>
                  <a:moveTo>
                    <a:pt x="320" y="514"/>
                  </a:moveTo>
                  <a:cubicBezTo>
                    <a:pt x="320" y="514"/>
                    <a:pt x="319" y="515"/>
                    <a:pt x="319" y="514"/>
                  </a:cubicBezTo>
                  <a:cubicBezTo>
                    <a:pt x="319" y="513"/>
                    <a:pt x="322" y="513"/>
                    <a:pt x="320" y="514"/>
                  </a:cubicBezTo>
                  <a:close/>
                  <a:moveTo>
                    <a:pt x="322" y="487"/>
                  </a:moveTo>
                  <a:cubicBezTo>
                    <a:pt x="324" y="489"/>
                    <a:pt x="319" y="490"/>
                    <a:pt x="319" y="488"/>
                  </a:cubicBezTo>
                  <a:cubicBezTo>
                    <a:pt x="319" y="487"/>
                    <a:pt x="320" y="486"/>
                    <a:pt x="321" y="486"/>
                  </a:cubicBezTo>
                  <a:cubicBezTo>
                    <a:pt x="321" y="486"/>
                    <a:pt x="321" y="485"/>
                    <a:pt x="321" y="485"/>
                  </a:cubicBezTo>
                  <a:cubicBezTo>
                    <a:pt x="323" y="484"/>
                    <a:pt x="323" y="486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lose/>
                  <a:moveTo>
                    <a:pt x="319" y="565"/>
                  </a:moveTo>
                  <a:cubicBezTo>
                    <a:pt x="316" y="567"/>
                    <a:pt x="316" y="562"/>
                    <a:pt x="319" y="563"/>
                  </a:cubicBezTo>
                  <a:cubicBezTo>
                    <a:pt x="319" y="563"/>
                    <a:pt x="319" y="564"/>
                    <a:pt x="319" y="565"/>
                  </a:cubicBezTo>
                  <a:close/>
                  <a:moveTo>
                    <a:pt x="320" y="570"/>
                  </a:moveTo>
                  <a:cubicBezTo>
                    <a:pt x="321" y="569"/>
                    <a:pt x="322" y="571"/>
                    <a:pt x="320" y="570"/>
                  </a:cubicBezTo>
                  <a:close/>
                  <a:moveTo>
                    <a:pt x="322" y="580"/>
                  </a:moveTo>
                  <a:cubicBezTo>
                    <a:pt x="322" y="580"/>
                    <a:pt x="322" y="581"/>
                    <a:pt x="322" y="581"/>
                  </a:cubicBezTo>
                  <a:cubicBezTo>
                    <a:pt x="322" y="580"/>
                    <a:pt x="323" y="579"/>
                    <a:pt x="322" y="580"/>
                  </a:cubicBezTo>
                  <a:close/>
                  <a:moveTo>
                    <a:pt x="323" y="537"/>
                  </a:moveTo>
                  <a:cubicBezTo>
                    <a:pt x="322" y="538"/>
                    <a:pt x="320" y="542"/>
                    <a:pt x="318" y="542"/>
                  </a:cubicBezTo>
                  <a:cubicBezTo>
                    <a:pt x="313" y="543"/>
                    <a:pt x="324" y="535"/>
                    <a:pt x="325" y="534"/>
                  </a:cubicBezTo>
                  <a:cubicBezTo>
                    <a:pt x="322" y="537"/>
                    <a:pt x="326" y="533"/>
                    <a:pt x="327" y="534"/>
                  </a:cubicBezTo>
                  <a:cubicBezTo>
                    <a:pt x="328" y="535"/>
                    <a:pt x="324" y="537"/>
                    <a:pt x="323" y="537"/>
                  </a:cubicBezTo>
                  <a:close/>
                  <a:moveTo>
                    <a:pt x="327" y="588"/>
                  </a:moveTo>
                  <a:cubicBezTo>
                    <a:pt x="326" y="589"/>
                    <a:pt x="324" y="589"/>
                    <a:pt x="324" y="588"/>
                  </a:cubicBezTo>
                  <a:cubicBezTo>
                    <a:pt x="324" y="586"/>
                    <a:pt x="327" y="587"/>
                    <a:pt x="327" y="588"/>
                  </a:cubicBezTo>
                  <a:close/>
                  <a:moveTo>
                    <a:pt x="326" y="564"/>
                  </a:moveTo>
                  <a:cubicBezTo>
                    <a:pt x="326" y="563"/>
                    <a:pt x="329" y="562"/>
                    <a:pt x="329" y="564"/>
                  </a:cubicBezTo>
                  <a:cubicBezTo>
                    <a:pt x="329" y="565"/>
                    <a:pt x="325" y="566"/>
                    <a:pt x="326" y="564"/>
                  </a:cubicBezTo>
                  <a:close/>
                  <a:moveTo>
                    <a:pt x="327" y="585"/>
                  </a:moveTo>
                  <a:cubicBezTo>
                    <a:pt x="328" y="585"/>
                    <a:pt x="329" y="586"/>
                    <a:pt x="328" y="586"/>
                  </a:cubicBezTo>
                  <a:cubicBezTo>
                    <a:pt x="328" y="586"/>
                    <a:pt x="326" y="586"/>
                    <a:pt x="327" y="585"/>
                  </a:cubicBezTo>
                  <a:close/>
                  <a:moveTo>
                    <a:pt x="327" y="624"/>
                  </a:moveTo>
                  <a:cubicBezTo>
                    <a:pt x="327" y="624"/>
                    <a:pt x="326" y="624"/>
                    <a:pt x="326" y="624"/>
                  </a:cubicBezTo>
                  <a:cubicBezTo>
                    <a:pt x="326" y="623"/>
                    <a:pt x="328" y="622"/>
                    <a:pt x="327" y="624"/>
                  </a:cubicBezTo>
                  <a:close/>
                  <a:moveTo>
                    <a:pt x="329" y="612"/>
                  </a:moveTo>
                  <a:cubicBezTo>
                    <a:pt x="326" y="613"/>
                    <a:pt x="328" y="608"/>
                    <a:pt x="330" y="609"/>
                  </a:cubicBezTo>
                  <a:cubicBezTo>
                    <a:pt x="332" y="610"/>
                    <a:pt x="330" y="612"/>
                    <a:pt x="329" y="612"/>
                  </a:cubicBezTo>
                  <a:close/>
                  <a:moveTo>
                    <a:pt x="335" y="620"/>
                  </a:moveTo>
                  <a:cubicBezTo>
                    <a:pt x="335" y="620"/>
                    <a:pt x="335" y="620"/>
                    <a:pt x="334" y="620"/>
                  </a:cubicBezTo>
                  <a:cubicBezTo>
                    <a:pt x="334" y="620"/>
                    <a:pt x="334" y="620"/>
                    <a:pt x="334" y="620"/>
                  </a:cubicBezTo>
                  <a:cubicBezTo>
                    <a:pt x="333" y="620"/>
                    <a:pt x="332" y="621"/>
                    <a:pt x="330" y="621"/>
                  </a:cubicBezTo>
                  <a:cubicBezTo>
                    <a:pt x="332" y="619"/>
                    <a:pt x="334" y="619"/>
                    <a:pt x="337" y="618"/>
                  </a:cubicBezTo>
                  <a:cubicBezTo>
                    <a:pt x="336" y="619"/>
                    <a:pt x="336" y="619"/>
                    <a:pt x="335" y="620"/>
                  </a:cubicBezTo>
                  <a:close/>
                  <a:moveTo>
                    <a:pt x="339" y="618"/>
                  </a:moveTo>
                  <a:cubicBezTo>
                    <a:pt x="338" y="618"/>
                    <a:pt x="338" y="619"/>
                    <a:pt x="337" y="618"/>
                  </a:cubicBezTo>
                  <a:cubicBezTo>
                    <a:pt x="337" y="617"/>
                    <a:pt x="342" y="617"/>
                    <a:pt x="339" y="618"/>
                  </a:cubicBezTo>
                  <a:close/>
                  <a:moveTo>
                    <a:pt x="348" y="611"/>
                  </a:moveTo>
                  <a:cubicBezTo>
                    <a:pt x="346" y="612"/>
                    <a:pt x="346" y="609"/>
                    <a:pt x="348" y="609"/>
                  </a:cubicBezTo>
                  <a:cubicBezTo>
                    <a:pt x="349" y="610"/>
                    <a:pt x="348" y="611"/>
                    <a:pt x="348" y="611"/>
                  </a:cubicBezTo>
                  <a:close/>
                  <a:moveTo>
                    <a:pt x="347" y="599"/>
                  </a:moveTo>
                  <a:cubicBezTo>
                    <a:pt x="347" y="598"/>
                    <a:pt x="348" y="599"/>
                    <a:pt x="348" y="599"/>
                  </a:cubicBezTo>
                  <a:cubicBezTo>
                    <a:pt x="348" y="600"/>
                    <a:pt x="347" y="600"/>
                    <a:pt x="347" y="599"/>
                  </a:cubicBezTo>
                  <a:close/>
                  <a:moveTo>
                    <a:pt x="353" y="622"/>
                  </a:moveTo>
                  <a:cubicBezTo>
                    <a:pt x="352" y="622"/>
                    <a:pt x="352" y="622"/>
                    <a:pt x="352" y="622"/>
                  </a:cubicBezTo>
                  <a:cubicBezTo>
                    <a:pt x="351" y="620"/>
                    <a:pt x="354" y="621"/>
                    <a:pt x="353" y="622"/>
                  </a:cubicBezTo>
                  <a:close/>
                  <a:moveTo>
                    <a:pt x="352" y="594"/>
                  </a:moveTo>
                  <a:cubicBezTo>
                    <a:pt x="349" y="595"/>
                    <a:pt x="344" y="598"/>
                    <a:pt x="340" y="598"/>
                  </a:cubicBezTo>
                  <a:cubicBezTo>
                    <a:pt x="343" y="596"/>
                    <a:pt x="350" y="593"/>
                    <a:pt x="353" y="593"/>
                  </a:cubicBezTo>
                  <a:cubicBezTo>
                    <a:pt x="352" y="593"/>
                    <a:pt x="355" y="593"/>
                    <a:pt x="355" y="593"/>
                  </a:cubicBezTo>
                  <a:cubicBezTo>
                    <a:pt x="355" y="595"/>
                    <a:pt x="353" y="594"/>
                    <a:pt x="352" y="594"/>
                  </a:cubicBezTo>
                  <a:close/>
                  <a:moveTo>
                    <a:pt x="355" y="550"/>
                  </a:moveTo>
                  <a:cubicBezTo>
                    <a:pt x="355" y="549"/>
                    <a:pt x="356" y="549"/>
                    <a:pt x="358" y="549"/>
                  </a:cubicBezTo>
                  <a:cubicBezTo>
                    <a:pt x="357" y="550"/>
                    <a:pt x="356" y="550"/>
                    <a:pt x="355" y="550"/>
                  </a:cubicBezTo>
                  <a:close/>
                  <a:moveTo>
                    <a:pt x="358" y="493"/>
                  </a:moveTo>
                  <a:cubicBezTo>
                    <a:pt x="358" y="493"/>
                    <a:pt x="358" y="493"/>
                    <a:pt x="357" y="493"/>
                  </a:cubicBezTo>
                  <a:cubicBezTo>
                    <a:pt x="357" y="492"/>
                    <a:pt x="359" y="492"/>
                    <a:pt x="358" y="493"/>
                  </a:cubicBezTo>
                  <a:close/>
                  <a:moveTo>
                    <a:pt x="356" y="570"/>
                  </a:moveTo>
                  <a:cubicBezTo>
                    <a:pt x="357" y="569"/>
                    <a:pt x="359" y="570"/>
                    <a:pt x="359" y="570"/>
                  </a:cubicBezTo>
                  <a:cubicBezTo>
                    <a:pt x="359" y="571"/>
                    <a:pt x="356" y="572"/>
                    <a:pt x="356" y="570"/>
                  </a:cubicBezTo>
                  <a:close/>
                  <a:moveTo>
                    <a:pt x="358" y="619"/>
                  </a:moveTo>
                  <a:cubicBezTo>
                    <a:pt x="357" y="618"/>
                    <a:pt x="359" y="618"/>
                    <a:pt x="359" y="619"/>
                  </a:cubicBezTo>
                  <a:cubicBezTo>
                    <a:pt x="360" y="620"/>
                    <a:pt x="358" y="619"/>
                    <a:pt x="358" y="619"/>
                  </a:cubicBezTo>
                  <a:close/>
                  <a:moveTo>
                    <a:pt x="361" y="614"/>
                  </a:moveTo>
                  <a:cubicBezTo>
                    <a:pt x="359" y="615"/>
                    <a:pt x="360" y="612"/>
                    <a:pt x="361" y="613"/>
                  </a:cubicBezTo>
                  <a:cubicBezTo>
                    <a:pt x="362" y="613"/>
                    <a:pt x="361" y="614"/>
                    <a:pt x="361" y="614"/>
                  </a:cubicBezTo>
                  <a:close/>
                  <a:moveTo>
                    <a:pt x="363" y="621"/>
                  </a:moveTo>
                  <a:cubicBezTo>
                    <a:pt x="361" y="622"/>
                    <a:pt x="362" y="619"/>
                    <a:pt x="363" y="621"/>
                  </a:cubicBezTo>
                  <a:close/>
                  <a:moveTo>
                    <a:pt x="360" y="560"/>
                  </a:moveTo>
                  <a:cubicBezTo>
                    <a:pt x="360" y="558"/>
                    <a:pt x="365" y="557"/>
                    <a:pt x="366" y="560"/>
                  </a:cubicBezTo>
                  <a:cubicBezTo>
                    <a:pt x="366" y="563"/>
                    <a:pt x="359" y="564"/>
                    <a:pt x="360" y="560"/>
                  </a:cubicBezTo>
                  <a:close/>
                  <a:moveTo>
                    <a:pt x="362" y="459"/>
                  </a:moveTo>
                  <a:cubicBezTo>
                    <a:pt x="360" y="461"/>
                    <a:pt x="362" y="457"/>
                    <a:pt x="362" y="459"/>
                  </a:cubicBezTo>
                  <a:cubicBezTo>
                    <a:pt x="362" y="459"/>
                    <a:pt x="362" y="459"/>
                    <a:pt x="362" y="459"/>
                  </a:cubicBezTo>
                  <a:close/>
                  <a:moveTo>
                    <a:pt x="362" y="508"/>
                  </a:moveTo>
                  <a:cubicBezTo>
                    <a:pt x="363" y="507"/>
                    <a:pt x="361" y="510"/>
                    <a:pt x="362" y="508"/>
                  </a:cubicBezTo>
                  <a:close/>
                  <a:moveTo>
                    <a:pt x="362" y="515"/>
                  </a:moveTo>
                  <a:cubicBezTo>
                    <a:pt x="361" y="516"/>
                    <a:pt x="363" y="514"/>
                    <a:pt x="362" y="515"/>
                  </a:cubicBezTo>
                  <a:close/>
                  <a:moveTo>
                    <a:pt x="366" y="501"/>
                  </a:moveTo>
                  <a:cubicBezTo>
                    <a:pt x="366" y="501"/>
                    <a:pt x="366" y="501"/>
                    <a:pt x="366" y="501"/>
                  </a:cubicBezTo>
                  <a:cubicBezTo>
                    <a:pt x="365" y="503"/>
                    <a:pt x="367" y="499"/>
                    <a:pt x="366" y="501"/>
                  </a:cubicBezTo>
                  <a:close/>
                  <a:moveTo>
                    <a:pt x="368" y="619"/>
                  </a:moveTo>
                  <a:cubicBezTo>
                    <a:pt x="367" y="618"/>
                    <a:pt x="369" y="618"/>
                    <a:pt x="369" y="617"/>
                  </a:cubicBezTo>
                  <a:cubicBezTo>
                    <a:pt x="369" y="618"/>
                    <a:pt x="368" y="618"/>
                    <a:pt x="368" y="619"/>
                  </a:cubicBezTo>
                  <a:close/>
                  <a:moveTo>
                    <a:pt x="371" y="614"/>
                  </a:moveTo>
                  <a:cubicBezTo>
                    <a:pt x="371" y="614"/>
                    <a:pt x="372" y="615"/>
                    <a:pt x="372" y="615"/>
                  </a:cubicBezTo>
                  <a:cubicBezTo>
                    <a:pt x="370" y="616"/>
                    <a:pt x="372" y="612"/>
                    <a:pt x="371" y="614"/>
                  </a:cubicBezTo>
                  <a:close/>
                  <a:moveTo>
                    <a:pt x="366" y="619"/>
                  </a:moveTo>
                  <a:cubicBezTo>
                    <a:pt x="367" y="616"/>
                    <a:pt x="370" y="613"/>
                    <a:pt x="372" y="611"/>
                  </a:cubicBezTo>
                  <a:cubicBezTo>
                    <a:pt x="370" y="614"/>
                    <a:pt x="368" y="617"/>
                    <a:pt x="366" y="619"/>
                  </a:cubicBezTo>
                  <a:close/>
                  <a:moveTo>
                    <a:pt x="369" y="581"/>
                  </a:moveTo>
                  <a:cubicBezTo>
                    <a:pt x="369" y="582"/>
                    <a:pt x="368" y="582"/>
                    <a:pt x="367" y="582"/>
                  </a:cubicBezTo>
                  <a:cubicBezTo>
                    <a:pt x="365" y="579"/>
                    <a:pt x="372" y="579"/>
                    <a:pt x="369" y="581"/>
                  </a:cubicBezTo>
                  <a:close/>
                  <a:moveTo>
                    <a:pt x="371" y="586"/>
                  </a:moveTo>
                  <a:cubicBezTo>
                    <a:pt x="371" y="586"/>
                    <a:pt x="370" y="587"/>
                    <a:pt x="370" y="587"/>
                  </a:cubicBezTo>
                  <a:cubicBezTo>
                    <a:pt x="369" y="586"/>
                    <a:pt x="371" y="585"/>
                    <a:pt x="371" y="586"/>
                  </a:cubicBezTo>
                  <a:close/>
                  <a:moveTo>
                    <a:pt x="367" y="558"/>
                  </a:moveTo>
                  <a:cubicBezTo>
                    <a:pt x="368" y="557"/>
                    <a:pt x="365" y="556"/>
                    <a:pt x="366" y="555"/>
                  </a:cubicBezTo>
                  <a:cubicBezTo>
                    <a:pt x="367" y="553"/>
                    <a:pt x="368" y="555"/>
                    <a:pt x="369" y="554"/>
                  </a:cubicBezTo>
                  <a:cubicBezTo>
                    <a:pt x="371" y="552"/>
                    <a:pt x="372" y="548"/>
                    <a:pt x="375" y="546"/>
                  </a:cubicBezTo>
                  <a:cubicBezTo>
                    <a:pt x="373" y="550"/>
                    <a:pt x="370" y="554"/>
                    <a:pt x="367" y="558"/>
                  </a:cubicBezTo>
                  <a:close/>
                  <a:moveTo>
                    <a:pt x="369" y="514"/>
                  </a:moveTo>
                  <a:cubicBezTo>
                    <a:pt x="369" y="514"/>
                    <a:pt x="368" y="514"/>
                    <a:pt x="368" y="514"/>
                  </a:cubicBezTo>
                  <a:cubicBezTo>
                    <a:pt x="366" y="516"/>
                    <a:pt x="369" y="511"/>
                    <a:pt x="369" y="514"/>
                  </a:cubicBezTo>
                  <a:close/>
                  <a:moveTo>
                    <a:pt x="370" y="543"/>
                  </a:moveTo>
                  <a:cubicBezTo>
                    <a:pt x="371" y="544"/>
                    <a:pt x="369" y="545"/>
                    <a:pt x="369" y="545"/>
                  </a:cubicBezTo>
                  <a:cubicBezTo>
                    <a:pt x="366" y="546"/>
                    <a:pt x="368" y="541"/>
                    <a:pt x="370" y="543"/>
                  </a:cubicBezTo>
                  <a:close/>
                  <a:moveTo>
                    <a:pt x="375" y="543"/>
                  </a:moveTo>
                  <a:cubicBezTo>
                    <a:pt x="375" y="544"/>
                    <a:pt x="372" y="545"/>
                    <a:pt x="372" y="543"/>
                  </a:cubicBezTo>
                  <a:cubicBezTo>
                    <a:pt x="372" y="542"/>
                    <a:pt x="374" y="542"/>
                    <a:pt x="375" y="543"/>
                  </a:cubicBezTo>
                  <a:close/>
                  <a:moveTo>
                    <a:pt x="373" y="506"/>
                  </a:moveTo>
                  <a:cubicBezTo>
                    <a:pt x="373" y="505"/>
                    <a:pt x="372" y="507"/>
                    <a:pt x="373" y="506"/>
                  </a:cubicBezTo>
                  <a:close/>
                  <a:moveTo>
                    <a:pt x="377" y="627"/>
                  </a:moveTo>
                  <a:cubicBezTo>
                    <a:pt x="377" y="629"/>
                    <a:pt x="375" y="627"/>
                    <a:pt x="377" y="627"/>
                  </a:cubicBezTo>
                  <a:close/>
                  <a:moveTo>
                    <a:pt x="376" y="607"/>
                  </a:moveTo>
                  <a:cubicBezTo>
                    <a:pt x="376" y="608"/>
                    <a:pt x="375" y="606"/>
                    <a:pt x="376" y="607"/>
                  </a:cubicBezTo>
                  <a:close/>
                  <a:moveTo>
                    <a:pt x="373" y="574"/>
                  </a:moveTo>
                  <a:cubicBezTo>
                    <a:pt x="374" y="573"/>
                    <a:pt x="376" y="572"/>
                    <a:pt x="377" y="572"/>
                  </a:cubicBezTo>
                  <a:cubicBezTo>
                    <a:pt x="376" y="573"/>
                    <a:pt x="375" y="573"/>
                    <a:pt x="373" y="574"/>
                  </a:cubicBezTo>
                  <a:close/>
                  <a:moveTo>
                    <a:pt x="376" y="566"/>
                  </a:moveTo>
                  <a:cubicBezTo>
                    <a:pt x="373" y="566"/>
                    <a:pt x="376" y="562"/>
                    <a:pt x="377" y="564"/>
                  </a:cubicBezTo>
                  <a:cubicBezTo>
                    <a:pt x="377" y="565"/>
                    <a:pt x="376" y="565"/>
                    <a:pt x="376" y="566"/>
                  </a:cubicBezTo>
                  <a:close/>
                  <a:moveTo>
                    <a:pt x="373" y="610"/>
                  </a:moveTo>
                  <a:cubicBezTo>
                    <a:pt x="373" y="609"/>
                    <a:pt x="374" y="608"/>
                    <a:pt x="375" y="607"/>
                  </a:cubicBezTo>
                  <a:cubicBezTo>
                    <a:pt x="376" y="608"/>
                    <a:pt x="374" y="610"/>
                    <a:pt x="373" y="610"/>
                  </a:cubicBezTo>
                  <a:close/>
                  <a:moveTo>
                    <a:pt x="375" y="636"/>
                  </a:moveTo>
                  <a:cubicBezTo>
                    <a:pt x="375" y="635"/>
                    <a:pt x="382" y="634"/>
                    <a:pt x="382" y="637"/>
                  </a:cubicBezTo>
                  <a:cubicBezTo>
                    <a:pt x="382" y="641"/>
                    <a:pt x="373" y="640"/>
                    <a:pt x="375" y="636"/>
                  </a:cubicBezTo>
                  <a:close/>
                  <a:moveTo>
                    <a:pt x="378" y="554"/>
                  </a:moveTo>
                  <a:cubicBezTo>
                    <a:pt x="378" y="555"/>
                    <a:pt x="377" y="553"/>
                    <a:pt x="378" y="554"/>
                  </a:cubicBezTo>
                  <a:close/>
                  <a:moveTo>
                    <a:pt x="378" y="572"/>
                  </a:moveTo>
                  <a:cubicBezTo>
                    <a:pt x="378" y="572"/>
                    <a:pt x="377" y="572"/>
                    <a:pt x="378" y="572"/>
                  </a:cubicBezTo>
                  <a:close/>
                  <a:moveTo>
                    <a:pt x="385" y="570"/>
                  </a:moveTo>
                  <a:cubicBezTo>
                    <a:pt x="384" y="571"/>
                    <a:pt x="382" y="571"/>
                    <a:pt x="380" y="571"/>
                  </a:cubicBezTo>
                  <a:cubicBezTo>
                    <a:pt x="381" y="570"/>
                    <a:pt x="383" y="570"/>
                    <a:pt x="385" y="570"/>
                  </a:cubicBezTo>
                  <a:close/>
                  <a:moveTo>
                    <a:pt x="384" y="504"/>
                  </a:moveTo>
                  <a:cubicBezTo>
                    <a:pt x="385" y="504"/>
                    <a:pt x="384" y="505"/>
                    <a:pt x="384" y="504"/>
                  </a:cubicBezTo>
                  <a:cubicBezTo>
                    <a:pt x="383" y="504"/>
                    <a:pt x="384" y="504"/>
                    <a:pt x="384" y="504"/>
                  </a:cubicBezTo>
                  <a:close/>
                  <a:moveTo>
                    <a:pt x="383" y="466"/>
                  </a:moveTo>
                  <a:cubicBezTo>
                    <a:pt x="381" y="468"/>
                    <a:pt x="379" y="469"/>
                    <a:pt x="377" y="470"/>
                  </a:cubicBezTo>
                  <a:cubicBezTo>
                    <a:pt x="378" y="469"/>
                    <a:pt x="380" y="467"/>
                    <a:pt x="383" y="466"/>
                  </a:cubicBezTo>
                  <a:close/>
                  <a:moveTo>
                    <a:pt x="378" y="425"/>
                  </a:moveTo>
                  <a:cubicBezTo>
                    <a:pt x="378" y="425"/>
                    <a:pt x="378" y="426"/>
                    <a:pt x="378" y="426"/>
                  </a:cubicBezTo>
                  <a:cubicBezTo>
                    <a:pt x="378" y="427"/>
                    <a:pt x="377" y="425"/>
                    <a:pt x="378" y="425"/>
                  </a:cubicBezTo>
                  <a:close/>
                  <a:moveTo>
                    <a:pt x="380" y="453"/>
                  </a:moveTo>
                  <a:cubicBezTo>
                    <a:pt x="381" y="452"/>
                    <a:pt x="381" y="452"/>
                    <a:pt x="382" y="452"/>
                  </a:cubicBezTo>
                  <a:cubicBezTo>
                    <a:pt x="381" y="452"/>
                    <a:pt x="380" y="453"/>
                    <a:pt x="380" y="453"/>
                  </a:cubicBezTo>
                  <a:close/>
                  <a:moveTo>
                    <a:pt x="376" y="394"/>
                  </a:moveTo>
                  <a:cubicBezTo>
                    <a:pt x="377" y="394"/>
                    <a:pt x="381" y="388"/>
                    <a:pt x="384" y="388"/>
                  </a:cubicBezTo>
                  <a:cubicBezTo>
                    <a:pt x="381" y="389"/>
                    <a:pt x="379" y="394"/>
                    <a:pt x="376" y="394"/>
                  </a:cubicBezTo>
                  <a:close/>
                  <a:moveTo>
                    <a:pt x="397" y="460"/>
                  </a:moveTo>
                  <a:cubicBezTo>
                    <a:pt x="394" y="463"/>
                    <a:pt x="387" y="465"/>
                    <a:pt x="383" y="468"/>
                  </a:cubicBezTo>
                  <a:cubicBezTo>
                    <a:pt x="387" y="464"/>
                    <a:pt x="392" y="463"/>
                    <a:pt x="397" y="460"/>
                  </a:cubicBezTo>
                  <a:close/>
                  <a:moveTo>
                    <a:pt x="386" y="182"/>
                  </a:moveTo>
                  <a:cubicBezTo>
                    <a:pt x="386" y="181"/>
                    <a:pt x="388" y="181"/>
                    <a:pt x="388" y="182"/>
                  </a:cubicBezTo>
                  <a:cubicBezTo>
                    <a:pt x="389" y="183"/>
                    <a:pt x="386" y="183"/>
                    <a:pt x="386" y="182"/>
                  </a:cubicBezTo>
                  <a:close/>
                  <a:moveTo>
                    <a:pt x="398" y="418"/>
                  </a:moveTo>
                  <a:cubicBezTo>
                    <a:pt x="398" y="419"/>
                    <a:pt x="396" y="420"/>
                    <a:pt x="396" y="421"/>
                  </a:cubicBezTo>
                  <a:cubicBezTo>
                    <a:pt x="395" y="420"/>
                    <a:pt x="397" y="418"/>
                    <a:pt x="398" y="418"/>
                  </a:cubicBezTo>
                  <a:close/>
                  <a:moveTo>
                    <a:pt x="397" y="371"/>
                  </a:moveTo>
                  <a:cubicBezTo>
                    <a:pt x="395" y="372"/>
                    <a:pt x="398" y="370"/>
                    <a:pt x="397" y="371"/>
                  </a:cubicBezTo>
                  <a:close/>
                  <a:moveTo>
                    <a:pt x="403" y="137"/>
                  </a:moveTo>
                  <a:cubicBezTo>
                    <a:pt x="405" y="139"/>
                    <a:pt x="398" y="141"/>
                    <a:pt x="398" y="140"/>
                  </a:cubicBezTo>
                  <a:cubicBezTo>
                    <a:pt x="397" y="140"/>
                    <a:pt x="401" y="135"/>
                    <a:pt x="403" y="137"/>
                  </a:cubicBezTo>
                  <a:close/>
                  <a:moveTo>
                    <a:pt x="401" y="86"/>
                  </a:moveTo>
                  <a:cubicBezTo>
                    <a:pt x="402" y="84"/>
                    <a:pt x="404" y="89"/>
                    <a:pt x="401" y="88"/>
                  </a:cubicBezTo>
                  <a:cubicBezTo>
                    <a:pt x="400" y="88"/>
                    <a:pt x="400" y="87"/>
                    <a:pt x="401" y="86"/>
                  </a:cubicBezTo>
                  <a:close/>
                  <a:moveTo>
                    <a:pt x="440" y="59"/>
                  </a:moveTo>
                  <a:cubicBezTo>
                    <a:pt x="440" y="60"/>
                    <a:pt x="438" y="61"/>
                    <a:pt x="438" y="60"/>
                  </a:cubicBezTo>
                  <a:cubicBezTo>
                    <a:pt x="437" y="60"/>
                    <a:pt x="440" y="58"/>
                    <a:pt x="440" y="59"/>
                  </a:cubicBezTo>
                  <a:close/>
                  <a:moveTo>
                    <a:pt x="438" y="29"/>
                  </a:moveTo>
                  <a:cubicBezTo>
                    <a:pt x="438" y="28"/>
                    <a:pt x="440" y="29"/>
                    <a:pt x="440" y="29"/>
                  </a:cubicBezTo>
                  <a:cubicBezTo>
                    <a:pt x="441" y="30"/>
                    <a:pt x="438" y="30"/>
                    <a:pt x="438" y="29"/>
                  </a:cubicBezTo>
                  <a:close/>
                  <a:moveTo>
                    <a:pt x="437" y="51"/>
                  </a:moveTo>
                  <a:cubicBezTo>
                    <a:pt x="437" y="51"/>
                    <a:pt x="438" y="50"/>
                    <a:pt x="438" y="51"/>
                  </a:cubicBezTo>
                  <a:cubicBezTo>
                    <a:pt x="439" y="52"/>
                    <a:pt x="437" y="51"/>
                    <a:pt x="437" y="51"/>
                  </a:cubicBezTo>
                  <a:close/>
                  <a:moveTo>
                    <a:pt x="443" y="75"/>
                  </a:moveTo>
                  <a:cubicBezTo>
                    <a:pt x="442" y="77"/>
                    <a:pt x="431" y="76"/>
                    <a:pt x="432" y="75"/>
                  </a:cubicBezTo>
                  <a:cubicBezTo>
                    <a:pt x="432" y="74"/>
                    <a:pt x="440" y="76"/>
                    <a:pt x="443" y="75"/>
                  </a:cubicBezTo>
                  <a:close/>
                  <a:moveTo>
                    <a:pt x="450" y="40"/>
                  </a:moveTo>
                  <a:cubicBezTo>
                    <a:pt x="450" y="40"/>
                    <a:pt x="448" y="39"/>
                    <a:pt x="448" y="39"/>
                  </a:cubicBezTo>
                  <a:cubicBezTo>
                    <a:pt x="448" y="39"/>
                    <a:pt x="450" y="39"/>
                    <a:pt x="450" y="40"/>
                  </a:cubicBezTo>
                  <a:close/>
                  <a:moveTo>
                    <a:pt x="453" y="36"/>
                  </a:moveTo>
                  <a:cubicBezTo>
                    <a:pt x="449" y="39"/>
                    <a:pt x="447" y="36"/>
                    <a:pt x="453" y="36"/>
                  </a:cubicBezTo>
                  <a:close/>
                  <a:moveTo>
                    <a:pt x="446" y="83"/>
                  </a:moveTo>
                  <a:cubicBezTo>
                    <a:pt x="448" y="81"/>
                    <a:pt x="448" y="83"/>
                    <a:pt x="446" y="83"/>
                  </a:cubicBezTo>
                  <a:close/>
                  <a:moveTo>
                    <a:pt x="445" y="112"/>
                  </a:moveTo>
                  <a:cubicBezTo>
                    <a:pt x="446" y="111"/>
                    <a:pt x="446" y="112"/>
                    <a:pt x="447" y="111"/>
                  </a:cubicBezTo>
                  <a:cubicBezTo>
                    <a:pt x="447" y="111"/>
                    <a:pt x="446" y="112"/>
                    <a:pt x="445" y="112"/>
                  </a:cubicBezTo>
                  <a:close/>
                  <a:moveTo>
                    <a:pt x="449" y="53"/>
                  </a:moveTo>
                  <a:cubicBezTo>
                    <a:pt x="449" y="54"/>
                    <a:pt x="449" y="55"/>
                    <a:pt x="448" y="55"/>
                  </a:cubicBezTo>
                  <a:cubicBezTo>
                    <a:pt x="446" y="55"/>
                    <a:pt x="448" y="51"/>
                    <a:pt x="449" y="53"/>
                  </a:cubicBezTo>
                  <a:close/>
                  <a:moveTo>
                    <a:pt x="448" y="50"/>
                  </a:moveTo>
                  <a:cubicBezTo>
                    <a:pt x="447" y="51"/>
                    <a:pt x="446" y="51"/>
                    <a:pt x="445" y="52"/>
                  </a:cubicBezTo>
                  <a:cubicBezTo>
                    <a:pt x="445" y="51"/>
                    <a:pt x="447" y="50"/>
                    <a:pt x="448" y="50"/>
                  </a:cubicBezTo>
                  <a:close/>
                  <a:moveTo>
                    <a:pt x="444" y="51"/>
                  </a:moveTo>
                  <a:cubicBezTo>
                    <a:pt x="444" y="51"/>
                    <a:pt x="445" y="50"/>
                    <a:pt x="445" y="51"/>
                  </a:cubicBezTo>
                  <a:cubicBezTo>
                    <a:pt x="445" y="51"/>
                    <a:pt x="444" y="52"/>
                    <a:pt x="444" y="51"/>
                  </a:cubicBezTo>
                  <a:close/>
                  <a:moveTo>
                    <a:pt x="444" y="112"/>
                  </a:moveTo>
                  <a:cubicBezTo>
                    <a:pt x="444" y="112"/>
                    <a:pt x="445" y="112"/>
                    <a:pt x="445" y="112"/>
                  </a:cubicBezTo>
                  <a:cubicBezTo>
                    <a:pt x="445" y="114"/>
                    <a:pt x="442" y="111"/>
                    <a:pt x="444" y="112"/>
                  </a:cubicBezTo>
                  <a:close/>
                  <a:moveTo>
                    <a:pt x="443" y="52"/>
                  </a:moveTo>
                  <a:cubicBezTo>
                    <a:pt x="445" y="51"/>
                    <a:pt x="441" y="52"/>
                    <a:pt x="443" y="52"/>
                  </a:cubicBezTo>
                  <a:close/>
                  <a:moveTo>
                    <a:pt x="445" y="115"/>
                  </a:moveTo>
                  <a:cubicBezTo>
                    <a:pt x="453" y="112"/>
                    <a:pt x="454" y="123"/>
                    <a:pt x="446" y="122"/>
                  </a:cubicBezTo>
                  <a:cubicBezTo>
                    <a:pt x="445" y="122"/>
                    <a:pt x="442" y="121"/>
                    <a:pt x="442" y="118"/>
                  </a:cubicBezTo>
                  <a:cubicBezTo>
                    <a:pt x="443" y="119"/>
                    <a:pt x="444" y="116"/>
                    <a:pt x="445" y="115"/>
                  </a:cubicBezTo>
                  <a:close/>
                  <a:moveTo>
                    <a:pt x="450" y="112"/>
                  </a:moveTo>
                  <a:cubicBezTo>
                    <a:pt x="451" y="113"/>
                    <a:pt x="449" y="113"/>
                    <a:pt x="449" y="113"/>
                  </a:cubicBezTo>
                  <a:cubicBezTo>
                    <a:pt x="449" y="113"/>
                    <a:pt x="449" y="112"/>
                    <a:pt x="450" y="112"/>
                  </a:cubicBezTo>
                  <a:close/>
                  <a:moveTo>
                    <a:pt x="456" y="102"/>
                  </a:moveTo>
                  <a:cubicBezTo>
                    <a:pt x="456" y="104"/>
                    <a:pt x="453" y="105"/>
                    <a:pt x="452" y="103"/>
                  </a:cubicBezTo>
                  <a:cubicBezTo>
                    <a:pt x="450" y="102"/>
                    <a:pt x="456" y="100"/>
                    <a:pt x="456" y="102"/>
                  </a:cubicBezTo>
                  <a:close/>
                  <a:moveTo>
                    <a:pt x="452" y="90"/>
                  </a:moveTo>
                  <a:cubicBezTo>
                    <a:pt x="452" y="89"/>
                    <a:pt x="454" y="89"/>
                    <a:pt x="454" y="89"/>
                  </a:cubicBezTo>
                  <a:cubicBezTo>
                    <a:pt x="455" y="90"/>
                    <a:pt x="453" y="91"/>
                    <a:pt x="452" y="90"/>
                  </a:cubicBezTo>
                  <a:close/>
                  <a:moveTo>
                    <a:pt x="454" y="91"/>
                  </a:moveTo>
                  <a:cubicBezTo>
                    <a:pt x="455" y="89"/>
                    <a:pt x="456" y="92"/>
                    <a:pt x="454" y="91"/>
                  </a:cubicBezTo>
                  <a:close/>
                  <a:moveTo>
                    <a:pt x="456" y="169"/>
                  </a:moveTo>
                  <a:cubicBezTo>
                    <a:pt x="461" y="172"/>
                    <a:pt x="453" y="179"/>
                    <a:pt x="448" y="175"/>
                  </a:cubicBezTo>
                  <a:cubicBezTo>
                    <a:pt x="450" y="175"/>
                    <a:pt x="449" y="174"/>
                    <a:pt x="447" y="173"/>
                  </a:cubicBezTo>
                  <a:cubicBezTo>
                    <a:pt x="448" y="170"/>
                    <a:pt x="452" y="167"/>
                    <a:pt x="456" y="169"/>
                  </a:cubicBezTo>
                  <a:close/>
                  <a:moveTo>
                    <a:pt x="461" y="136"/>
                  </a:moveTo>
                  <a:cubicBezTo>
                    <a:pt x="465" y="134"/>
                    <a:pt x="460" y="140"/>
                    <a:pt x="457" y="139"/>
                  </a:cubicBezTo>
                  <a:cubicBezTo>
                    <a:pt x="458" y="138"/>
                    <a:pt x="460" y="136"/>
                    <a:pt x="461" y="136"/>
                  </a:cubicBezTo>
                  <a:close/>
                  <a:moveTo>
                    <a:pt x="459" y="124"/>
                  </a:moveTo>
                  <a:cubicBezTo>
                    <a:pt x="458" y="124"/>
                    <a:pt x="460" y="124"/>
                    <a:pt x="459" y="124"/>
                  </a:cubicBezTo>
                  <a:close/>
                  <a:moveTo>
                    <a:pt x="463" y="74"/>
                  </a:moveTo>
                  <a:cubicBezTo>
                    <a:pt x="462" y="74"/>
                    <a:pt x="463" y="73"/>
                    <a:pt x="464" y="74"/>
                  </a:cubicBezTo>
                  <a:cubicBezTo>
                    <a:pt x="464" y="74"/>
                    <a:pt x="463" y="75"/>
                    <a:pt x="463" y="74"/>
                  </a:cubicBezTo>
                  <a:close/>
                  <a:moveTo>
                    <a:pt x="463" y="76"/>
                  </a:moveTo>
                  <a:cubicBezTo>
                    <a:pt x="464" y="74"/>
                    <a:pt x="465" y="76"/>
                    <a:pt x="463" y="76"/>
                  </a:cubicBezTo>
                  <a:close/>
                  <a:moveTo>
                    <a:pt x="464" y="82"/>
                  </a:moveTo>
                  <a:cubicBezTo>
                    <a:pt x="464" y="84"/>
                    <a:pt x="459" y="84"/>
                    <a:pt x="460" y="81"/>
                  </a:cubicBezTo>
                  <a:cubicBezTo>
                    <a:pt x="460" y="80"/>
                    <a:pt x="464" y="81"/>
                    <a:pt x="464" y="82"/>
                  </a:cubicBezTo>
                  <a:close/>
                  <a:moveTo>
                    <a:pt x="462" y="133"/>
                  </a:moveTo>
                  <a:cubicBezTo>
                    <a:pt x="463" y="134"/>
                    <a:pt x="461" y="135"/>
                    <a:pt x="461" y="135"/>
                  </a:cubicBezTo>
                  <a:cubicBezTo>
                    <a:pt x="460" y="134"/>
                    <a:pt x="462" y="133"/>
                    <a:pt x="462" y="133"/>
                  </a:cubicBezTo>
                  <a:close/>
                  <a:moveTo>
                    <a:pt x="460" y="102"/>
                  </a:moveTo>
                  <a:cubicBezTo>
                    <a:pt x="460" y="102"/>
                    <a:pt x="461" y="102"/>
                    <a:pt x="461" y="102"/>
                  </a:cubicBezTo>
                  <a:cubicBezTo>
                    <a:pt x="463" y="99"/>
                    <a:pt x="462" y="103"/>
                    <a:pt x="460" y="102"/>
                  </a:cubicBezTo>
                  <a:close/>
                  <a:moveTo>
                    <a:pt x="460" y="130"/>
                  </a:moveTo>
                  <a:cubicBezTo>
                    <a:pt x="460" y="130"/>
                    <a:pt x="460" y="131"/>
                    <a:pt x="460" y="131"/>
                  </a:cubicBezTo>
                  <a:cubicBezTo>
                    <a:pt x="459" y="131"/>
                    <a:pt x="460" y="130"/>
                    <a:pt x="460" y="130"/>
                  </a:cubicBezTo>
                  <a:close/>
                  <a:moveTo>
                    <a:pt x="466" y="137"/>
                  </a:moveTo>
                  <a:cubicBezTo>
                    <a:pt x="466" y="138"/>
                    <a:pt x="464" y="138"/>
                    <a:pt x="464" y="138"/>
                  </a:cubicBezTo>
                  <a:cubicBezTo>
                    <a:pt x="464" y="137"/>
                    <a:pt x="466" y="136"/>
                    <a:pt x="466" y="137"/>
                  </a:cubicBezTo>
                  <a:close/>
                  <a:moveTo>
                    <a:pt x="465" y="123"/>
                  </a:moveTo>
                  <a:cubicBezTo>
                    <a:pt x="467" y="122"/>
                    <a:pt x="467" y="123"/>
                    <a:pt x="465" y="123"/>
                  </a:cubicBezTo>
                  <a:close/>
                  <a:moveTo>
                    <a:pt x="469" y="145"/>
                  </a:moveTo>
                  <a:cubicBezTo>
                    <a:pt x="469" y="145"/>
                    <a:pt x="468" y="147"/>
                    <a:pt x="468" y="147"/>
                  </a:cubicBezTo>
                  <a:cubicBezTo>
                    <a:pt x="467" y="148"/>
                    <a:pt x="467" y="149"/>
                    <a:pt x="465" y="148"/>
                  </a:cubicBezTo>
                  <a:cubicBezTo>
                    <a:pt x="465" y="148"/>
                    <a:pt x="465" y="147"/>
                    <a:pt x="465" y="147"/>
                  </a:cubicBezTo>
                  <a:cubicBezTo>
                    <a:pt x="465" y="147"/>
                    <a:pt x="462" y="146"/>
                    <a:pt x="462" y="145"/>
                  </a:cubicBezTo>
                  <a:cubicBezTo>
                    <a:pt x="462" y="142"/>
                    <a:pt x="469" y="144"/>
                    <a:pt x="469" y="145"/>
                  </a:cubicBezTo>
                  <a:close/>
                  <a:moveTo>
                    <a:pt x="476" y="189"/>
                  </a:moveTo>
                  <a:cubicBezTo>
                    <a:pt x="475" y="192"/>
                    <a:pt x="472" y="193"/>
                    <a:pt x="470" y="195"/>
                  </a:cubicBezTo>
                  <a:cubicBezTo>
                    <a:pt x="471" y="193"/>
                    <a:pt x="474" y="191"/>
                    <a:pt x="476" y="189"/>
                  </a:cubicBezTo>
                  <a:close/>
                  <a:moveTo>
                    <a:pt x="474" y="164"/>
                  </a:moveTo>
                  <a:cubicBezTo>
                    <a:pt x="476" y="162"/>
                    <a:pt x="475" y="166"/>
                    <a:pt x="473" y="165"/>
                  </a:cubicBezTo>
                  <a:cubicBezTo>
                    <a:pt x="473" y="165"/>
                    <a:pt x="474" y="164"/>
                    <a:pt x="474" y="164"/>
                  </a:cubicBezTo>
                  <a:close/>
                  <a:moveTo>
                    <a:pt x="478" y="618"/>
                  </a:moveTo>
                  <a:cubicBezTo>
                    <a:pt x="478" y="617"/>
                    <a:pt x="481" y="616"/>
                    <a:pt x="482" y="618"/>
                  </a:cubicBezTo>
                  <a:cubicBezTo>
                    <a:pt x="483" y="621"/>
                    <a:pt x="477" y="622"/>
                    <a:pt x="478" y="618"/>
                  </a:cubicBezTo>
                  <a:close/>
                  <a:moveTo>
                    <a:pt x="479" y="669"/>
                  </a:moveTo>
                  <a:cubicBezTo>
                    <a:pt x="479" y="669"/>
                    <a:pt x="477" y="670"/>
                    <a:pt x="477" y="669"/>
                  </a:cubicBezTo>
                  <a:cubicBezTo>
                    <a:pt x="476" y="667"/>
                    <a:pt x="479" y="668"/>
                    <a:pt x="479" y="669"/>
                  </a:cubicBezTo>
                  <a:close/>
                  <a:moveTo>
                    <a:pt x="477" y="598"/>
                  </a:moveTo>
                  <a:cubicBezTo>
                    <a:pt x="477" y="597"/>
                    <a:pt x="480" y="596"/>
                    <a:pt x="481" y="594"/>
                  </a:cubicBezTo>
                  <a:cubicBezTo>
                    <a:pt x="481" y="596"/>
                    <a:pt x="478" y="597"/>
                    <a:pt x="477" y="598"/>
                  </a:cubicBezTo>
                  <a:close/>
                  <a:moveTo>
                    <a:pt x="478" y="310"/>
                  </a:moveTo>
                  <a:cubicBezTo>
                    <a:pt x="480" y="308"/>
                    <a:pt x="480" y="313"/>
                    <a:pt x="478" y="312"/>
                  </a:cubicBezTo>
                  <a:cubicBezTo>
                    <a:pt x="477" y="311"/>
                    <a:pt x="478" y="310"/>
                    <a:pt x="478" y="310"/>
                  </a:cubicBezTo>
                  <a:close/>
                  <a:moveTo>
                    <a:pt x="478" y="226"/>
                  </a:moveTo>
                  <a:cubicBezTo>
                    <a:pt x="479" y="224"/>
                    <a:pt x="480" y="227"/>
                    <a:pt x="478" y="227"/>
                  </a:cubicBezTo>
                  <a:cubicBezTo>
                    <a:pt x="478" y="226"/>
                    <a:pt x="478" y="226"/>
                    <a:pt x="478" y="226"/>
                  </a:cubicBezTo>
                  <a:close/>
                  <a:moveTo>
                    <a:pt x="476" y="210"/>
                  </a:moveTo>
                  <a:cubicBezTo>
                    <a:pt x="475" y="208"/>
                    <a:pt x="480" y="205"/>
                    <a:pt x="480" y="209"/>
                  </a:cubicBezTo>
                  <a:cubicBezTo>
                    <a:pt x="481" y="210"/>
                    <a:pt x="476" y="211"/>
                    <a:pt x="476" y="210"/>
                  </a:cubicBezTo>
                  <a:close/>
                  <a:moveTo>
                    <a:pt x="473" y="217"/>
                  </a:moveTo>
                  <a:cubicBezTo>
                    <a:pt x="472" y="219"/>
                    <a:pt x="467" y="225"/>
                    <a:pt x="465" y="226"/>
                  </a:cubicBezTo>
                  <a:cubicBezTo>
                    <a:pt x="462" y="227"/>
                    <a:pt x="466" y="224"/>
                    <a:pt x="467" y="223"/>
                  </a:cubicBezTo>
                  <a:cubicBezTo>
                    <a:pt x="469" y="222"/>
                    <a:pt x="471" y="218"/>
                    <a:pt x="472" y="215"/>
                  </a:cubicBezTo>
                  <a:cubicBezTo>
                    <a:pt x="472" y="216"/>
                    <a:pt x="472" y="216"/>
                    <a:pt x="472" y="215"/>
                  </a:cubicBezTo>
                  <a:cubicBezTo>
                    <a:pt x="472" y="215"/>
                    <a:pt x="472" y="215"/>
                    <a:pt x="473" y="215"/>
                  </a:cubicBezTo>
                  <a:cubicBezTo>
                    <a:pt x="473" y="215"/>
                    <a:pt x="473" y="215"/>
                    <a:pt x="473" y="215"/>
                  </a:cubicBezTo>
                  <a:cubicBezTo>
                    <a:pt x="474" y="214"/>
                    <a:pt x="474" y="213"/>
                    <a:pt x="475" y="212"/>
                  </a:cubicBezTo>
                  <a:cubicBezTo>
                    <a:pt x="475" y="212"/>
                    <a:pt x="476" y="213"/>
                    <a:pt x="476" y="213"/>
                  </a:cubicBezTo>
                  <a:cubicBezTo>
                    <a:pt x="476" y="213"/>
                    <a:pt x="474" y="215"/>
                    <a:pt x="473" y="217"/>
                  </a:cubicBezTo>
                  <a:close/>
                  <a:moveTo>
                    <a:pt x="475" y="228"/>
                  </a:moveTo>
                  <a:cubicBezTo>
                    <a:pt x="474" y="227"/>
                    <a:pt x="475" y="227"/>
                    <a:pt x="475" y="227"/>
                  </a:cubicBezTo>
                  <a:cubicBezTo>
                    <a:pt x="476" y="227"/>
                    <a:pt x="475" y="229"/>
                    <a:pt x="475" y="228"/>
                  </a:cubicBezTo>
                  <a:close/>
                  <a:moveTo>
                    <a:pt x="473" y="638"/>
                  </a:moveTo>
                  <a:cubicBezTo>
                    <a:pt x="473" y="638"/>
                    <a:pt x="474" y="637"/>
                    <a:pt x="474" y="638"/>
                  </a:cubicBezTo>
                  <a:cubicBezTo>
                    <a:pt x="475" y="639"/>
                    <a:pt x="472" y="640"/>
                    <a:pt x="473" y="638"/>
                  </a:cubicBezTo>
                  <a:close/>
                  <a:moveTo>
                    <a:pt x="471" y="623"/>
                  </a:moveTo>
                  <a:cubicBezTo>
                    <a:pt x="471" y="622"/>
                    <a:pt x="473" y="622"/>
                    <a:pt x="473" y="623"/>
                  </a:cubicBezTo>
                  <a:cubicBezTo>
                    <a:pt x="473" y="624"/>
                    <a:pt x="471" y="624"/>
                    <a:pt x="471" y="623"/>
                  </a:cubicBezTo>
                  <a:close/>
                  <a:moveTo>
                    <a:pt x="469" y="613"/>
                  </a:moveTo>
                  <a:cubicBezTo>
                    <a:pt x="465" y="614"/>
                    <a:pt x="462" y="616"/>
                    <a:pt x="459" y="615"/>
                  </a:cubicBezTo>
                  <a:cubicBezTo>
                    <a:pt x="460" y="612"/>
                    <a:pt x="468" y="613"/>
                    <a:pt x="470" y="613"/>
                  </a:cubicBezTo>
                  <a:cubicBezTo>
                    <a:pt x="471" y="613"/>
                    <a:pt x="476" y="611"/>
                    <a:pt x="475" y="613"/>
                  </a:cubicBezTo>
                  <a:cubicBezTo>
                    <a:pt x="474" y="614"/>
                    <a:pt x="469" y="613"/>
                    <a:pt x="469" y="613"/>
                  </a:cubicBezTo>
                  <a:close/>
                  <a:moveTo>
                    <a:pt x="470" y="623"/>
                  </a:moveTo>
                  <a:cubicBezTo>
                    <a:pt x="470" y="623"/>
                    <a:pt x="469" y="623"/>
                    <a:pt x="469" y="623"/>
                  </a:cubicBezTo>
                  <a:cubicBezTo>
                    <a:pt x="469" y="623"/>
                    <a:pt x="470" y="622"/>
                    <a:pt x="470" y="623"/>
                  </a:cubicBezTo>
                  <a:close/>
                  <a:moveTo>
                    <a:pt x="467" y="625"/>
                  </a:moveTo>
                  <a:cubicBezTo>
                    <a:pt x="467" y="625"/>
                    <a:pt x="467" y="624"/>
                    <a:pt x="468" y="624"/>
                  </a:cubicBezTo>
                  <a:cubicBezTo>
                    <a:pt x="468" y="624"/>
                    <a:pt x="467" y="625"/>
                    <a:pt x="467" y="625"/>
                  </a:cubicBezTo>
                  <a:close/>
                  <a:moveTo>
                    <a:pt x="465" y="683"/>
                  </a:moveTo>
                  <a:cubicBezTo>
                    <a:pt x="465" y="682"/>
                    <a:pt x="469" y="682"/>
                    <a:pt x="469" y="684"/>
                  </a:cubicBezTo>
                  <a:cubicBezTo>
                    <a:pt x="469" y="686"/>
                    <a:pt x="464" y="686"/>
                    <a:pt x="465" y="683"/>
                  </a:cubicBezTo>
                  <a:close/>
                  <a:moveTo>
                    <a:pt x="468" y="686"/>
                  </a:moveTo>
                  <a:cubicBezTo>
                    <a:pt x="467" y="688"/>
                    <a:pt x="465" y="686"/>
                    <a:pt x="468" y="686"/>
                  </a:cubicBezTo>
                  <a:close/>
                  <a:moveTo>
                    <a:pt x="465" y="727"/>
                  </a:moveTo>
                  <a:cubicBezTo>
                    <a:pt x="464" y="728"/>
                    <a:pt x="464" y="727"/>
                    <a:pt x="464" y="727"/>
                  </a:cubicBezTo>
                  <a:cubicBezTo>
                    <a:pt x="464" y="727"/>
                    <a:pt x="466" y="727"/>
                    <a:pt x="465" y="727"/>
                  </a:cubicBezTo>
                  <a:close/>
                  <a:moveTo>
                    <a:pt x="459" y="730"/>
                  </a:moveTo>
                  <a:cubicBezTo>
                    <a:pt x="460" y="729"/>
                    <a:pt x="461" y="729"/>
                    <a:pt x="463" y="729"/>
                  </a:cubicBezTo>
                  <a:cubicBezTo>
                    <a:pt x="461" y="729"/>
                    <a:pt x="460" y="730"/>
                    <a:pt x="459" y="730"/>
                  </a:cubicBezTo>
                  <a:close/>
                  <a:moveTo>
                    <a:pt x="462" y="732"/>
                  </a:moveTo>
                  <a:cubicBezTo>
                    <a:pt x="461" y="733"/>
                    <a:pt x="460" y="733"/>
                    <a:pt x="459" y="733"/>
                  </a:cubicBezTo>
                  <a:cubicBezTo>
                    <a:pt x="459" y="732"/>
                    <a:pt x="461" y="732"/>
                    <a:pt x="462" y="732"/>
                  </a:cubicBezTo>
                  <a:close/>
                  <a:moveTo>
                    <a:pt x="459" y="679"/>
                  </a:moveTo>
                  <a:cubicBezTo>
                    <a:pt x="459" y="679"/>
                    <a:pt x="462" y="677"/>
                    <a:pt x="463" y="678"/>
                  </a:cubicBezTo>
                  <a:cubicBezTo>
                    <a:pt x="462" y="679"/>
                    <a:pt x="460" y="679"/>
                    <a:pt x="459" y="679"/>
                  </a:cubicBezTo>
                  <a:close/>
                  <a:moveTo>
                    <a:pt x="457" y="618"/>
                  </a:moveTo>
                  <a:cubicBezTo>
                    <a:pt x="457" y="618"/>
                    <a:pt x="456" y="618"/>
                    <a:pt x="456" y="618"/>
                  </a:cubicBezTo>
                  <a:cubicBezTo>
                    <a:pt x="454" y="616"/>
                    <a:pt x="460" y="616"/>
                    <a:pt x="457" y="618"/>
                  </a:cubicBezTo>
                  <a:close/>
                  <a:moveTo>
                    <a:pt x="457" y="670"/>
                  </a:moveTo>
                  <a:cubicBezTo>
                    <a:pt x="457" y="670"/>
                    <a:pt x="457" y="670"/>
                    <a:pt x="456" y="670"/>
                  </a:cubicBezTo>
                  <a:cubicBezTo>
                    <a:pt x="456" y="669"/>
                    <a:pt x="458" y="670"/>
                    <a:pt x="457" y="670"/>
                  </a:cubicBezTo>
                  <a:close/>
                  <a:moveTo>
                    <a:pt x="440" y="664"/>
                  </a:moveTo>
                  <a:cubicBezTo>
                    <a:pt x="436" y="659"/>
                    <a:pt x="445" y="655"/>
                    <a:pt x="449" y="659"/>
                  </a:cubicBezTo>
                  <a:cubicBezTo>
                    <a:pt x="448" y="660"/>
                    <a:pt x="448" y="661"/>
                    <a:pt x="449" y="661"/>
                  </a:cubicBezTo>
                  <a:cubicBezTo>
                    <a:pt x="448" y="664"/>
                    <a:pt x="443" y="666"/>
                    <a:pt x="440" y="664"/>
                  </a:cubicBezTo>
                  <a:close/>
                  <a:moveTo>
                    <a:pt x="447" y="703"/>
                  </a:moveTo>
                  <a:cubicBezTo>
                    <a:pt x="447" y="703"/>
                    <a:pt x="445" y="703"/>
                    <a:pt x="445" y="703"/>
                  </a:cubicBezTo>
                  <a:cubicBezTo>
                    <a:pt x="444" y="702"/>
                    <a:pt x="447" y="702"/>
                    <a:pt x="447" y="703"/>
                  </a:cubicBezTo>
                  <a:close/>
                  <a:moveTo>
                    <a:pt x="435" y="744"/>
                  </a:moveTo>
                  <a:cubicBezTo>
                    <a:pt x="435" y="743"/>
                    <a:pt x="435" y="743"/>
                    <a:pt x="436" y="742"/>
                  </a:cubicBezTo>
                  <a:cubicBezTo>
                    <a:pt x="436" y="739"/>
                    <a:pt x="440" y="739"/>
                    <a:pt x="441" y="741"/>
                  </a:cubicBezTo>
                  <a:cubicBezTo>
                    <a:pt x="441" y="741"/>
                    <a:pt x="441" y="741"/>
                    <a:pt x="441" y="741"/>
                  </a:cubicBezTo>
                  <a:cubicBezTo>
                    <a:pt x="441" y="741"/>
                    <a:pt x="441" y="741"/>
                    <a:pt x="442" y="741"/>
                  </a:cubicBezTo>
                  <a:cubicBezTo>
                    <a:pt x="445" y="742"/>
                    <a:pt x="439" y="750"/>
                    <a:pt x="435" y="744"/>
                  </a:cubicBezTo>
                  <a:close/>
                  <a:moveTo>
                    <a:pt x="437" y="748"/>
                  </a:moveTo>
                  <a:cubicBezTo>
                    <a:pt x="436" y="747"/>
                    <a:pt x="438" y="748"/>
                    <a:pt x="437" y="748"/>
                  </a:cubicBezTo>
                  <a:close/>
                  <a:moveTo>
                    <a:pt x="415" y="747"/>
                  </a:moveTo>
                  <a:cubicBezTo>
                    <a:pt x="415" y="748"/>
                    <a:pt x="411" y="747"/>
                    <a:pt x="411" y="746"/>
                  </a:cubicBezTo>
                  <a:cubicBezTo>
                    <a:pt x="412" y="744"/>
                    <a:pt x="417" y="745"/>
                    <a:pt x="415" y="747"/>
                  </a:cubicBezTo>
                  <a:close/>
                  <a:moveTo>
                    <a:pt x="412" y="734"/>
                  </a:moveTo>
                  <a:cubicBezTo>
                    <a:pt x="413" y="733"/>
                    <a:pt x="413" y="735"/>
                    <a:pt x="412" y="734"/>
                  </a:cubicBezTo>
                  <a:close/>
                  <a:moveTo>
                    <a:pt x="409" y="732"/>
                  </a:moveTo>
                  <a:cubicBezTo>
                    <a:pt x="407" y="731"/>
                    <a:pt x="406" y="729"/>
                    <a:pt x="409" y="727"/>
                  </a:cubicBezTo>
                  <a:cubicBezTo>
                    <a:pt x="410" y="726"/>
                    <a:pt x="412" y="726"/>
                    <a:pt x="413" y="727"/>
                  </a:cubicBezTo>
                  <a:cubicBezTo>
                    <a:pt x="415" y="727"/>
                    <a:pt x="417" y="727"/>
                    <a:pt x="417" y="727"/>
                  </a:cubicBezTo>
                  <a:cubicBezTo>
                    <a:pt x="417" y="727"/>
                    <a:pt x="416" y="728"/>
                    <a:pt x="416" y="728"/>
                  </a:cubicBezTo>
                  <a:cubicBezTo>
                    <a:pt x="416" y="728"/>
                    <a:pt x="417" y="728"/>
                    <a:pt x="417" y="728"/>
                  </a:cubicBezTo>
                  <a:cubicBezTo>
                    <a:pt x="417" y="728"/>
                    <a:pt x="417" y="728"/>
                    <a:pt x="417" y="728"/>
                  </a:cubicBezTo>
                  <a:cubicBezTo>
                    <a:pt x="418" y="730"/>
                    <a:pt x="411" y="733"/>
                    <a:pt x="409" y="732"/>
                  </a:cubicBezTo>
                  <a:close/>
                  <a:moveTo>
                    <a:pt x="411" y="754"/>
                  </a:moveTo>
                  <a:cubicBezTo>
                    <a:pt x="411" y="755"/>
                    <a:pt x="410" y="754"/>
                    <a:pt x="409" y="754"/>
                  </a:cubicBezTo>
                  <a:cubicBezTo>
                    <a:pt x="409" y="753"/>
                    <a:pt x="411" y="753"/>
                    <a:pt x="411" y="754"/>
                  </a:cubicBezTo>
                  <a:close/>
                  <a:moveTo>
                    <a:pt x="411" y="752"/>
                  </a:moveTo>
                  <a:cubicBezTo>
                    <a:pt x="409" y="753"/>
                    <a:pt x="409" y="751"/>
                    <a:pt x="411" y="752"/>
                  </a:cubicBezTo>
                  <a:close/>
                  <a:moveTo>
                    <a:pt x="408" y="748"/>
                  </a:moveTo>
                  <a:cubicBezTo>
                    <a:pt x="408" y="749"/>
                    <a:pt x="407" y="748"/>
                    <a:pt x="407" y="747"/>
                  </a:cubicBezTo>
                  <a:cubicBezTo>
                    <a:pt x="407" y="746"/>
                    <a:pt x="409" y="747"/>
                    <a:pt x="408" y="748"/>
                  </a:cubicBezTo>
                  <a:close/>
                  <a:moveTo>
                    <a:pt x="408" y="709"/>
                  </a:moveTo>
                  <a:cubicBezTo>
                    <a:pt x="409" y="709"/>
                    <a:pt x="408" y="710"/>
                    <a:pt x="408" y="710"/>
                  </a:cubicBezTo>
                  <a:cubicBezTo>
                    <a:pt x="407" y="709"/>
                    <a:pt x="408" y="709"/>
                    <a:pt x="408" y="709"/>
                  </a:cubicBezTo>
                  <a:close/>
                  <a:moveTo>
                    <a:pt x="412" y="720"/>
                  </a:moveTo>
                  <a:cubicBezTo>
                    <a:pt x="413" y="721"/>
                    <a:pt x="412" y="722"/>
                    <a:pt x="411" y="721"/>
                  </a:cubicBezTo>
                  <a:cubicBezTo>
                    <a:pt x="411" y="721"/>
                    <a:pt x="412" y="720"/>
                    <a:pt x="412" y="720"/>
                  </a:cubicBezTo>
                  <a:close/>
                  <a:moveTo>
                    <a:pt x="412" y="701"/>
                  </a:moveTo>
                  <a:cubicBezTo>
                    <a:pt x="413" y="700"/>
                    <a:pt x="415" y="699"/>
                    <a:pt x="417" y="700"/>
                  </a:cubicBezTo>
                  <a:cubicBezTo>
                    <a:pt x="417" y="699"/>
                    <a:pt x="416" y="699"/>
                    <a:pt x="417" y="698"/>
                  </a:cubicBezTo>
                  <a:cubicBezTo>
                    <a:pt x="417" y="697"/>
                    <a:pt x="420" y="698"/>
                    <a:pt x="420" y="698"/>
                  </a:cubicBezTo>
                  <a:cubicBezTo>
                    <a:pt x="420" y="699"/>
                    <a:pt x="419" y="700"/>
                    <a:pt x="418" y="700"/>
                  </a:cubicBezTo>
                  <a:cubicBezTo>
                    <a:pt x="418" y="700"/>
                    <a:pt x="418" y="700"/>
                    <a:pt x="418" y="700"/>
                  </a:cubicBezTo>
                  <a:cubicBezTo>
                    <a:pt x="416" y="701"/>
                    <a:pt x="414" y="700"/>
                    <a:pt x="412" y="701"/>
                  </a:cubicBezTo>
                  <a:close/>
                  <a:moveTo>
                    <a:pt x="419" y="727"/>
                  </a:moveTo>
                  <a:cubicBezTo>
                    <a:pt x="420" y="728"/>
                    <a:pt x="419" y="728"/>
                    <a:pt x="419" y="728"/>
                  </a:cubicBezTo>
                  <a:cubicBezTo>
                    <a:pt x="416" y="729"/>
                    <a:pt x="418" y="726"/>
                    <a:pt x="419" y="727"/>
                  </a:cubicBezTo>
                  <a:close/>
                  <a:moveTo>
                    <a:pt x="420" y="706"/>
                  </a:moveTo>
                  <a:cubicBezTo>
                    <a:pt x="418" y="707"/>
                    <a:pt x="419" y="705"/>
                    <a:pt x="420" y="706"/>
                  </a:cubicBezTo>
                  <a:close/>
                  <a:moveTo>
                    <a:pt x="415" y="681"/>
                  </a:moveTo>
                  <a:cubicBezTo>
                    <a:pt x="418" y="679"/>
                    <a:pt x="422" y="679"/>
                    <a:pt x="425" y="679"/>
                  </a:cubicBezTo>
                  <a:cubicBezTo>
                    <a:pt x="422" y="681"/>
                    <a:pt x="419" y="680"/>
                    <a:pt x="415" y="681"/>
                  </a:cubicBezTo>
                  <a:close/>
                  <a:moveTo>
                    <a:pt x="414" y="562"/>
                  </a:moveTo>
                  <a:cubicBezTo>
                    <a:pt x="412" y="562"/>
                    <a:pt x="415" y="560"/>
                    <a:pt x="414" y="562"/>
                  </a:cubicBezTo>
                  <a:cubicBezTo>
                    <a:pt x="414" y="562"/>
                    <a:pt x="414" y="562"/>
                    <a:pt x="414" y="562"/>
                  </a:cubicBezTo>
                  <a:close/>
                  <a:moveTo>
                    <a:pt x="413" y="170"/>
                  </a:moveTo>
                  <a:cubicBezTo>
                    <a:pt x="413" y="168"/>
                    <a:pt x="418" y="167"/>
                    <a:pt x="419" y="169"/>
                  </a:cubicBezTo>
                  <a:cubicBezTo>
                    <a:pt x="420" y="173"/>
                    <a:pt x="413" y="172"/>
                    <a:pt x="413" y="170"/>
                  </a:cubicBezTo>
                  <a:close/>
                  <a:moveTo>
                    <a:pt x="416" y="113"/>
                  </a:moveTo>
                  <a:cubicBezTo>
                    <a:pt x="417" y="112"/>
                    <a:pt x="418" y="113"/>
                    <a:pt x="417" y="113"/>
                  </a:cubicBezTo>
                  <a:cubicBezTo>
                    <a:pt x="417" y="114"/>
                    <a:pt x="416" y="114"/>
                    <a:pt x="416" y="113"/>
                  </a:cubicBezTo>
                  <a:close/>
                  <a:moveTo>
                    <a:pt x="414" y="113"/>
                  </a:moveTo>
                  <a:cubicBezTo>
                    <a:pt x="414" y="112"/>
                    <a:pt x="416" y="111"/>
                    <a:pt x="417" y="111"/>
                  </a:cubicBezTo>
                  <a:cubicBezTo>
                    <a:pt x="416" y="112"/>
                    <a:pt x="415" y="112"/>
                    <a:pt x="414" y="113"/>
                  </a:cubicBezTo>
                  <a:close/>
                  <a:moveTo>
                    <a:pt x="420" y="274"/>
                  </a:moveTo>
                  <a:cubicBezTo>
                    <a:pt x="421" y="276"/>
                    <a:pt x="418" y="277"/>
                    <a:pt x="417" y="278"/>
                  </a:cubicBezTo>
                  <a:cubicBezTo>
                    <a:pt x="417" y="277"/>
                    <a:pt x="419" y="276"/>
                    <a:pt x="420" y="274"/>
                  </a:cubicBezTo>
                  <a:close/>
                  <a:moveTo>
                    <a:pt x="420" y="122"/>
                  </a:moveTo>
                  <a:cubicBezTo>
                    <a:pt x="419" y="122"/>
                    <a:pt x="420" y="122"/>
                    <a:pt x="420" y="122"/>
                  </a:cubicBezTo>
                  <a:close/>
                  <a:moveTo>
                    <a:pt x="421" y="543"/>
                  </a:moveTo>
                  <a:cubicBezTo>
                    <a:pt x="422" y="545"/>
                    <a:pt x="417" y="547"/>
                    <a:pt x="417" y="544"/>
                  </a:cubicBezTo>
                  <a:cubicBezTo>
                    <a:pt x="416" y="542"/>
                    <a:pt x="421" y="541"/>
                    <a:pt x="421" y="543"/>
                  </a:cubicBezTo>
                  <a:close/>
                  <a:moveTo>
                    <a:pt x="416" y="450"/>
                  </a:moveTo>
                  <a:cubicBezTo>
                    <a:pt x="416" y="449"/>
                    <a:pt x="418" y="450"/>
                    <a:pt x="416" y="450"/>
                  </a:cubicBezTo>
                  <a:close/>
                  <a:moveTo>
                    <a:pt x="419" y="512"/>
                  </a:moveTo>
                  <a:cubicBezTo>
                    <a:pt x="418" y="511"/>
                    <a:pt x="420" y="511"/>
                    <a:pt x="419" y="512"/>
                  </a:cubicBezTo>
                  <a:close/>
                  <a:moveTo>
                    <a:pt x="421" y="496"/>
                  </a:moveTo>
                  <a:cubicBezTo>
                    <a:pt x="422" y="496"/>
                    <a:pt x="421" y="497"/>
                    <a:pt x="420" y="497"/>
                  </a:cubicBezTo>
                  <a:cubicBezTo>
                    <a:pt x="419" y="498"/>
                    <a:pt x="420" y="495"/>
                    <a:pt x="421" y="496"/>
                  </a:cubicBezTo>
                  <a:close/>
                  <a:moveTo>
                    <a:pt x="416" y="391"/>
                  </a:moveTo>
                  <a:cubicBezTo>
                    <a:pt x="416" y="390"/>
                    <a:pt x="419" y="387"/>
                    <a:pt x="421" y="386"/>
                  </a:cubicBezTo>
                  <a:cubicBezTo>
                    <a:pt x="420" y="388"/>
                    <a:pt x="414" y="394"/>
                    <a:pt x="416" y="391"/>
                  </a:cubicBezTo>
                  <a:close/>
                  <a:moveTo>
                    <a:pt x="414" y="228"/>
                  </a:moveTo>
                  <a:cubicBezTo>
                    <a:pt x="414" y="227"/>
                    <a:pt x="417" y="226"/>
                    <a:pt x="417" y="228"/>
                  </a:cubicBezTo>
                  <a:cubicBezTo>
                    <a:pt x="417" y="229"/>
                    <a:pt x="414" y="229"/>
                    <a:pt x="414" y="228"/>
                  </a:cubicBezTo>
                  <a:close/>
                  <a:moveTo>
                    <a:pt x="417" y="173"/>
                  </a:moveTo>
                  <a:cubicBezTo>
                    <a:pt x="417" y="173"/>
                    <a:pt x="418" y="172"/>
                    <a:pt x="419" y="173"/>
                  </a:cubicBezTo>
                  <a:cubicBezTo>
                    <a:pt x="420" y="174"/>
                    <a:pt x="417" y="174"/>
                    <a:pt x="417" y="173"/>
                  </a:cubicBezTo>
                  <a:close/>
                  <a:moveTo>
                    <a:pt x="417" y="151"/>
                  </a:moveTo>
                  <a:cubicBezTo>
                    <a:pt x="418" y="150"/>
                    <a:pt x="418" y="150"/>
                    <a:pt x="419" y="149"/>
                  </a:cubicBezTo>
                  <a:cubicBezTo>
                    <a:pt x="419" y="150"/>
                    <a:pt x="418" y="151"/>
                    <a:pt x="417" y="151"/>
                  </a:cubicBezTo>
                  <a:close/>
                  <a:moveTo>
                    <a:pt x="415" y="454"/>
                  </a:moveTo>
                  <a:cubicBezTo>
                    <a:pt x="415" y="454"/>
                    <a:pt x="415" y="455"/>
                    <a:pt x="414" y="454"/>
                  </a:cubicBezTo>
                  <a:cubicBezTo>
                    <a:pt x="413" y="453"/>
                    <a:pt x="417" y="452"/>
                    <a:pt x="415" y="454"/>
                  </a:cubicBezTo>
                  <a:close/>
                  <a:moveTo>
                    <a:pt x="417" y="583"/>
                  </a:moveTo>
                  <a:cubicBezTo>
                    <a:pt x="416" y="584"/>
                    <a:pt x="416" y="583"/>
                    <a:pt x="415" y="583"/>
                  </a:cubicBezTo>
                  <a:cubicBezTo>
                    <a:pt x="415" y="583"/>
                    <a:pt x="417" y="582"/>
                    <a:pt x="417" y="583"/>
                  </a:cubicBezTo>
                  <a:close/>
                  <a:moveTo>
                    <a:pt x="416" y="610"/>
                  </a:moveTo>
                  <a:cubicBezTo>
                    <a:pt x="416" y="610"/>
                    <a:pt x="417" y="610"/>
                    <a:pt x="417" y="610"/>
                  </a:cubicBezTo>
                  <a:cubicBezTo>
                    <a:pt x="417" y="611"/>
                    <a:pt x="415" y="610"/>
                    <a:pt x="416" y="610"/>
                  </a:cubicBezTo>
                  <a:close/>
                  <a:moveTo>
                    <a:pt x="416" y="575"/>
                  </a:moveTo>
                  <a:cubicBezTo>
                    <a:pt x="417" y="573"/>
                    <a:pt x="419" y="568"/>
                    <a:pt x="422" y="567"/>
                  </a:cubicBezTo>
                  <a:cubicBezTo>
                    <a:pt x="419" y="570"/>
                    <a:pt x="419" y="573"/>
                    <a:pt x="416" y="575"/>
                  </a:cubicBezTo>
                  <a:close/>
                  <a:moveTo>
                    <a:pt x="423" y="167"/>
                  </a:moveTo>
                  <a:cubicBezTo>
                    <a:pt x="423" y="167"/>
                    <a:pt x="422" y="168"/>
                    <a:pt x="422" y="167"/>
                  </a:cubicBezTo>
                  <a:cubicBezTo>
                    <a:pt x="421" y="166"/>
                    <a:pt x="423" y="165"/>
                    <a:pt x="423" y="167"/>
                  </a:cubicBezTo>
                  <a:close/>
                  <a:moveTo>
                    <a:pt x="422" y="155"/>
                  </a:moveTo>
                  <a:cubicBezTo>
                    <a:pt x="421" y="154"/>
                    <a:pt x="424" y="155"/>
                    <a:pt x="422" y="155"/>
                  </a:cubicBezTo>
                  <a:close/>
                  <a:moveTo>
                    <a:pt x="427" y="156"/>
                  </a:moveTo>
                  <a:cubicBezTo>
                    <a:pt x="427" y="157"/>
                    <a:pt x="423" y="158"/>
                    <a:pt x="423" y="156"/>
                  </a:cubicBezTo>
                  <a:cubicBezTo>
                    <a:pt x="422" y="154"/>
                    <a:pt x="427" y="153"/>
                    <a:pt x="427" y="156"/>
                  </a:cubicBezTo>
                  <a:close/>
                  <a:moveTo>
                    <a:pt x="424" y="154"/>
                  </a:moveTo>
                  <a:cubicBezTo>
                    <a:pt x="424" y="152"/>
                    <a:pt x="426" y="153"/>
                    <a:pt x="424" y="154"/>
                  </a:cubicBezTo>
                  <a:close/>
                  <a:moveTo>
                    <a:pt x="441" y="90"/>
                  </a:moveTo>
                  <a:cubicBezTo>
                    <a:pt x="442" y="90"/>
                    <a:pt x="441" y="91"/>
                    <a:pt x="441" y="92"/>
                  </a:cubicBezTo>
                  <a:cubicBezTo>
                    <a:pt x="441" y="95"/>
                    <a:pt x="437" y="95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2" y="94"/>
                    <a:pt x="437" y="85"/>
                    <a:pt x="441" y="90"/>
                  </a:cubicBezTo>
                  <a:close/>
                  <a:moveTo>
                    <a:pt x="439" y="86"/>
                  </a:moveTo>
                  <a:cubicBezTo>
                    <a:pt x="439" y="87"/>
                    <a:pt x="438" y="86"/>
                    <a:pt x="439" y="86"/>
                  </a:cubicBezTo>
                  <a:close/>
                  <a:moveTo>
                    <a:pt x="443" y="128"/>
                  </a:moveTo>
                  <a:cubicBezTo>
                    <a:pt x="443" y="127"/>
                    <a:pt x="445" y="126"/>
                    <a:pt x="446" y="128"/>
                  </a:cubicBezTo>
                  <a:cubicBezTo>
                    <a:pt x="447" y="130"/>
                    <a:pt x="443" y="129"/>
                    <a:pt x="443" y="128"/>
                  </a:cubicBezTo>
                  <a:close/>
                  <a:moveTo>
                    <a:pt x="447" y="192"/>
                  </a:moveTo>
                  <a:cubicBezTo>
                    <a:pt x="448" y="193"/>
                    <a:pt x="447" y="194"/>
                    <a:pt x="447" y="194"/>
                  </a:cubicBezTo>
                  <a:cubicBezTo>
                    <a:pt x="444" y="194"/>
                    <a:pt x="446" y="191"/>
                    <a:pt x="447" y="192"/>
                  </a:cubicBezTo>
                  <a:close/>
                  <a:moveTo>
                    <a:pt x="449" y="220"/>
                  </a:moveTo>
                  <a:cubicBezTo>
                    <a:pt x="449" y="223"/>
                    <a:pt x="441" y="225"/>
                    <a:pt x="439" y="225"/>
                  </a:cubicBezTo>
                  <a:cubicBezTo>
                    <a:pt x="438" y="225"/>
                    <a:pt x="434" y="228"/>
                    <a:pt x="434" y="226"/>
                  </a:cubicBezTo>
                  <a:cubicBezTo>
                    <a:pt x="434" y="225"/>
                    <a:pt x="440" y="225"/>
                    <a:pt x="440" y="225"/>
                  </a:cubicBezTo>
                  <a:cubicBezTo>
                    <a:pt x="443" y="223"/>
                    <a:pt x="446" y="220"/>
                    <a:pt x="449" y="220"/>
                  </a:cubicBezTo>
                  <a:close/>
                  <a:moveTo>
                    <a:pt x="448" y="177"/>
                  </a:moveTo>
                  <a:cubicBezTo>
                    <a:pt x="449" y="177"/>
                    <a:pt x="449" y="177"/>
                    <a:pt x="449" y="177"/>
                  </a:cubicBezTo>
                  <a:cubicBezTo>
                    <a:pt x="449" y="179"/>
                    <a:pt x="446" y="175"/>
                    <a:pt x="448" y="177"/>
                  </a:cubicBezTo>
                  <a:close/>
                  <a:moveTo>
                    <a:pt x="451" y="187"/>
                  </a:moveTo>
                  <a:cubicBezTo>
                    <a:pt x="452" y="188"/>
                    <a:pt x="450" y="189"/>
                    <a:pt x="449" y="188"/>
                  </a:cubicBezTo>
                  <a:cubicBezTo>
                    <a:pt x="448" y="187"/>
                    <a:pt x="451" y="185"/>
                    <a:pt x="451" y="187"/>
                  </a:cubicBezTo>
                  <a:close/>
                  <a:moveTo>
                    <a:pt x="442" y="608"/>
                  </a:moveTo>
                  <a:cubicBezTo>
                    <a:pt x="441" y="609"/>
                    <a:pt x="438" y="612"/>
                    <a:pt x="435" y="614"/>
                  </a:cubicBezTo>
                  <a:cubicBezTo>
                    <a:pt x="436" y="614"/>
                    <a:pt x="436" y="614"/>
                    <a:pt x="436" y="615"/>
                  </a:cubicBezTo>
                  <a:cubicBezTo>
                    <a:pt x="436" y="615"/>
                    <a:pt x="435" y="615"/>
                    <a:pt x="435" y="615"/>
                  </a:cubicBezTo>
                  <a:cubicBezTo>
                    <a:pt x="435" y="615"/>
                    <a:pt x="435" y="615"/>
                    <a:pt x="435" y="615"/>
                  </a:cubicBezTo>
                  <a:cubicBezTo>
                    <a:pt x="434" y="616"/>
                    <a:pt x="433" y="617"/>
                    <a:pt x="432" y="617"/>
                  </a:cubicBezTo>
                  <a:cubicBezTo>
                    <a:pt x="432" y="617"/>
                    <a:pt x="431" y="616"/>
                    <a:pt x="431" y="616"/>
                  </a:cubicBezTo>
                  <a:cubicBezTo>
                    <a:pt x="431" y="615"/>
                    <a:pt x="434" y="614"/>
                    <a:pt x="435" y="613"/>
                  </a:cubicBezTo>
                  <a:cubicBezTo>
                    <a:pt x="437" y="612"/>
                    <a:pt x="443" y="606"/>
                    <a:pt x="445" y="606"/>
                  </a:cubicBezTo>
                  <a:cubicBezTo>
                    <a:pt x="448" y="605"/>
                    <a:pt x="443" y="608"/>
                    <a:pt x="442" y="608"/>
                  </a:cubicBezTo>
                  <a:close/>
                  <a:moveTo>
                    <a:pt x="444" y="648"/>
                  </a:moveTo>
                  <a:cubicBezTo>
                    <a:pt x="444" y="648"/>
                    <a:pt x="442" y="648"/>
                    <a:pt x="442" y="648"/>
                  </a:cubicBezTo>
                  <a:cubicBezTo>
                    <a:pt x="442" y="647"/>
                    <a:pt x="444" y="647"/>
                    <a:pt x="444" y="648"/>
                  </a:cubicBezTo>
                  <a:close/>
                  <a:moveTo>
                    <a:pt x="442" y="648"/>
                  </a:moveTo>
                  <a:cubicBezTo>
                    <a:pt x="440" y="649"/>
                    <a:pt x="440" y="646"/>
                    <a:pt x="442" y="648"/>
                  </a:cubicBezTo>
                  <a:close/>
                  <a:moveTo>
                    <a:pt x="429" y="656"/>
                  </a:moveTo>
                  <a:cubicBezTo>
                    <a:pt x="429" y="655"/>
                    <a:pt x="431" y="655"/>
                    <a:pt x="431" y="656"/>
                  </a:cubicBezTo>
                  <a:cubicBezTo>
                    <a:pt x="431" y="657"/>
                    <a:pt x="430" y="657"/>
                    <a:pt x="429" y="656"/>
                  </a:cubicBezTo>
                  <a:close/>
                  <a:moveTo>
                    <a:pt x="430" y="686"/>
                  </a:moveTo>
                  <a:cubicBezTo>
                    <a:pt x="429" y="689"/>
                    <a:pt x="427" y="687"/>
                    <a:pt x="430" y="686"/>
                  </a:cubicBezTo>
                  <a:close/>
                  <a:moveTo>
                    <a:pt x="436" y="241"/>
                  </a:moveTo>
                  <a:cubicBezTo>
                    <a:pt x="436" y="242"/>
                    <a:pt x="434" y="244"/>
                    <a:pt x="432" y="246"/>
                  </a:cubicBezTo>
                  <a:cubicBezTo>
                    <a:pt x="433" y="244"/>
                    <a:pt x="435" y="242"/>
                    <a:pt x="436" y="241"/>
                  </a:cubicBezTo>
                  <a:close/>
                  <a:moveTo>
                    <a:pt x="434" y="216"/>
                  </a:moveTo>
                  <a:cubicBezTo>
                    <a:pt x="434" y="215"/>
                    <a:pt x="435" y="215"/>
                    <a:pt x="436" y="216"/>
                  </a:cubicBezTo>
                  <a:cubicBezTo>
                    <a:pt x="436" y="217"/>
                    <a:pt x="434" y="217"/>
                    <a:pt x="434" y="216"/>
                  </a:cubicBezTo>
                  <a:close/>
                  <a:moveTo>
                    <a:pt x="436" y="602"/>
                  </a:moveTo>
                  <a:cubicBezTo>
                    <a:pt x="436" y="602"/>
                    <a:pt x="436" y="602"/>
                    <a:pt x="435" y="602"/>
                  </a:cubicBezTo>
                  <a:cubicBezTo>
                    <a:pt x="435" y="602"/>
                    <a:pt x="436" y="601"/>
                    <a:pt x="436" y="602"/>
                  </a:cubicBezTo>
                  <a:close/>
                  <a:moveTo>
                    <a:pt x="435" y="529"/>
                  </a:moveTo>
                  <a:cubicBezTo>
                    <a:pt x="434" y="529"/>
                    <a:pt x="435" y="527"/>
                    <a:pt x="436" y="528"/>
                  </a:cubicBezTo>
                  <a:cubicBezTo>
                    <a:pt x="436" y="529"/>
                    <a:pt x="435" y="529"/>
                    <a:pt x="435" y="529"/>
                  </a:cubicBezTo>
                  <a:close/>
                  <a:moveTo>
                    <a:pt x="433" y="340"/>
                  </a:moveTo>
                  <a:cubicBezTo>
                    <a:pt x="433" y="341"/>
                    <a:pt x="432" y="342"/>
                    <a:pt x="431" y="342"/>
                  </a:cubicBezTo>
                  <a:cubicBezTo>
                    <a:pt x="431" y="341"/>
                    <a:pt x="432" y="341"/>
                    <a:pt x="433" y="340"/>
                  </a:cubicBezTo>
                  <a:close/>
                  <a:moveTo>
                    <a:pt x="432" y="603"/>
                  </a:moveTo>
                  <a:cubicBezTo>
                    <a:pt x="431" y="604"/>
                    <a:pt x="431" y="601"/>
                    <a:pt x="432" y="602"/>
                  </a:cubicBezTo>
                  <a:cubicBezTo>
                    <a:pt x="433" y="602"/>
                    <a:pt x="432" y="603"/>
                    <a:pt x="432" y="603"/>
                  </a:cubicBezTo>
                  <a:close/>
                  <a:moveTo>
                    <a:pt x="431" y="437"/>
                  </a:moveTo>
                  <a:cubicBezTo>
                    <a:pt x="433" y="438"/>
                    <a:pt x="430" y="440"/>
                    <a:pt x="429" y="441"/>
                  </a:cubicBezTo>
                  <a:cubicBezTo>
                    <a:pt x="426" y="442"/>
                    <a:pt x="430" y="435"/>
                    <a:pt x="431" y="437"/>
                  </a:cubicBezTo>
                  <a:close/>
                  <a:moveTo>
                    <a:pt x="428" y="504"/>
                  </a:moveTo>
                  <a:cubicBezTo>
                    <a:pt x="429" y="503"/>
                    <a:pt x="427" y="506"/>
                    <a:pt x="428" y="504"/>
                  </a:cubicBezTo>
                  <a:close/>
                  <a:moveTo>
                    <a:pt x="429" y="250"/>
                  </a:moveTo>
                  <a:cubicBezTo>
                    <a:pt x="429" y="252"/>
                    <a:pt x="427" y="251"/>
                    <a:pt x="429" y="250"/>
                  </a:cubicBezTo>
                  <a:close/>
                  <a:moveTo>
                    <a:pt x="430" y="247"/>
                  </a:moveTo>
                  <a:cubicBezTo>
                    <a:pt x="430" y="247"/>
                    <a:pt x="429" y="248"/>
                    <a:pt x="429" y="248"/>
                  </a:cubicBezTo>
                  <a:cubicBezTo>
                    <a:pt x="428" y="247"/>
                    <a:pt x="430" y="246"/>
                    <a:pt x="430" y="247"/>
                  </a:cubicBezTo>
                  <a:close/>
                  <a:moveTo>
                    <a:pt x="429" y="202"/>
                  </a:moveTo>
                  <a:cubicBezTo>
                    <a:pt x="428" y="201"/>
                    <a:pt x="430" y="200"/>
                    <a:pt x="431" y="202"/>
                  </a:cubicBezTo>
                  <a:cubicBezTo>
                    <a:pt x="431" y="202"/>
                    <a:pt x="430" y="203"/>
                    <a:pt x="429" y="202"/>
                  </a:cubicBezTo>
                  <a:close/>
                  <a:moveTo>
                    <a:pt x="430" y="222"/>
                  </a:moveTo>
                  <a:cubicBezTo>
                    <a:pt x="430" y="223"/>
                    <a:pt x="428" y="225"/>
                    <a:pt x="426" y="223"/>
                  </a:cubicBezTo>
                  <a:cubicBezTo>
                    <a:pt x="425" y="221"/>
                    <a:pt x="430" y="218"/>
                    <a:pt x="430" y="222"/>
                  </a:cubicBezTo>
                  <a:close/>
                  <a:moveTo>
                    <a:pt x="426" y="246"/>
                  </a:moveTo>
                  <a:cubicBezTo>
                    <a:pt x="423" y="248"/>
                    <a:pt x="426" y="241"/>
                    <a:pt x="427" y="243"/>
                  </a:cubicBezTo>
                  <a:cubicBezTo>
                    <a:pt x="428" y="243"/>
                    <a:pt x="426" y="246"/>
                    <a:pt x="426" y="246"/>
                  </a:cubicBezTo>
                  <a:close/>
                  <a:moveTo>
                    <a:pt x="426" y="268"/>
                  </a:moveTo>
                  <a:cubicBezTo>
                    <a:pt x="426" y="267"/>
                    <a:pt x="427" y="267"/>
                    <a:pt x="427" y="266"/>
                  </a:cubicBezTo>
                  <a:cubicBezTo>
                    <a:pt x="428" y="266"/>
                    <a:pt x="427" y="268"/>
                    <a:pt x="426" y="268"/>
                  </a:cubicBezTo>
                  <a:close/>
                  <a:moveTo>
                    <a:pt x="424" y="181"/>
                  </a:moveTo>
                  <a:cubicBezTo>
                    <a:pt x="424" y="180"/>
                    <a:pt x="426" y="180"/>
                    <a:pt x="426" y="180"/>
                  </a:cubicBezTo>
                  <a:cubicBezTo>
                    <a:pt x="426" y="180"/>
                    <a:pt x="425" y="182"/>
                    <a:pt x="424" y="181"/>
                  </a:cubicBezTo>
                  <a:close/>
                  <a:moveTo>
                    <a:pt x="428" y="378"/>
                  </a:moveTo>
                  <a:cubicBezTo>
                    <a:pt x="428" y="380"/>
                    <a:pt x="425" y="382"/>
                    <a:pt x="424" y="383"/>
                  </a:cubicBezTo>
                  <a:cubicBezTo>
                    <a:pt x="425" y="381"/>
                    <a:pt x="426" y="379"/>
                    <a:pt x="428" y="378"/>
                  </a:cubicBezTo>
                  <a:close/>
                  <a:moveTo>
                    <a:pt x="425" y="431"/>
                  </a:moveTo>
                  <a:cubicBezTo>
                    <a:pt x="425" y="432"/>
                    <a:pt x="423" y="432"/>
                    <a:pt x="423" y="433"/>
                  </a:cubicBezTo>
                  <a:cubicBezTo>
                    <a:pt x="422" y="432"/>
                    <a:pt x="424" y="432"/>
                    <a:pt x="425" y="431"/>
                  </a:cubicBezTo>
                  <a:close/>
                  <a:moveTo>
                    <a:pt x="424" y="448"/>
                  </a:moveTo>
                  <a:cubicBezTo>
                    <a:pt x="425" y="449"/>
                    <a:pt x="423" y="449"/>
                    <a:pt x="424" y="448"/>
                  </a:cubicBezTo>
                  <a:close/>
                  <a:moveTo>
                    <a:pt x="431" y="549"/>
                  </a:moveTo>
                  <a:cubicBezTo>
                    <a:pt x="428" y="552"/>
                    <a:pt x="425" y="556"/>
                    <a:pt x="423" y="558"/>
                  </a:cubicBezTo>
                  <a:cubicBezTo>
                    <a:pt x="424" y="556"/>
                    <a:pt x="428" y="550"/>
                    <a:pt x="431" y="549"/>
                  </a:cubicBezTo>
                  <a:close/>
                  <a:moveTo>
                    <a:pt x="426" y="585"/>
                  </a:moveTo>
                  <a:cubicBezTo>
                    <a:pt x="425" y="583"/>
                    <a:pt x="429" y="585"/>
                    <a:pt x="426" y="585"/>
                  </a:cubicBezTo>
                  <a:close/>
                  <a:moveTo>
                    <a:pt x="427" y="565"/>
                  </a:moveTo>
                  <a:cubicBezTo>
                    <a:pt x="427" y="564"/>
                    <a:pt x="428" y="564"/>
                    <a:pt x="428" y="564"/>
                  </a:cubicBezTo>
                  <a:cubicBezTo>
                    <a:pt x="428" y="564"/>
                    <a:pt x="427" y="565"/>
                    <a:pt x="427" y="565"/>
                  </a:cubicBezTo>
                  <a:close/>
                  <a:moveTo>
                    <a:pt x="431" y="619"/>
                  </a:moveTo>
                  <a:cubicBezTo>
                    <a:pt x="431" y="621"/>
                    <a:pt x="425" y="622"/>
                    <a:pt x="426" y="619"/>
                  </a:cubicBezTo>
                  <a:cubicBezTo>
                    <a:pt x="426" y="618"/>
                    <a:pt x="431" y="617"/>
                    <a:pt x="431" y="619"/>
                  </a:cubicBezTo>
                  <a:close/>
                  <a:moveTo>
                    <a:pt x="433" y="635"/>
                  </a:moveTo>
                  <a:cubicBezTo>
                    <a:pt x="431" y="637"/>
                    <a:pt x="428" y="638"/>
                    <a:pt x="425" y="639"/>
                  </a:cubicBezTo>
                  <a:cubicBezTo>
                    <a:pt x="427" y="637"/>
                    <a:pt x="431" y="636"/>
                    <a:pt x="433" y="635"/>
                  </a:cubicBezTo>
                  <a:close/>
                  <a:moveTo>
                    <a:pt x="432" y="642"/>
                  </a:moveTo>
                  <a:cubicBezTo>
                    <a:pt x="432" y="643"/>
                    <a:pt x="431" y="642"/>
                    <a:pt x="431" y="642"/>
                  </a:cubicBezTo>
                  <a:cubicBezTo>
                    <a:pt x="430" y="641"/>
                    <a:pt x="432" y="641"/>
                    <a:pt x="432" y="642"/>
                  </a:cubicBezTo>
                  <a:close/>
                  <a:moveTo>
                    <a:pt x="431" y="686"/>
                  </a:moveTo>
                  <a:cubicBezTo>
                    <a:pt x="431" y="686"/>
                    <a:pt x="431" y="686"/>
                    <a:pt x="431" y="686"/>
                  </a:cubicBezTo>
                  <a:cubicBezTo>
                    <a:pt x="430" y="686"/>
                    <a:pt x="431" y="685"/>
                    <a:pt x="431" y="686"/>
                  </a:cubicBezTo>
                  <a:close/>
                  <a:moveTo>
                    <a:pt x="431" y="678"/>
                  </a:moveTo>
                  <a:cubicBezTo>
                    <a:pt x="431" y="677"/>
                    <a:pt x="435" y="677"/>
                    <a:pt x="436" y="678"/>
                  </a:cubicBezTo>
                  <a:cubicBezTo>
                    <a:pt x="436" y="679"/>
                    <a:pt x="431" y="680"/>
                    <a:pt x="431" y="678"/>
                  </a:cubicBezTo>
                  <a:close/>
                  <a:moveTo>
                    <a:pt x="433" y="675"/>
                  </a:moveTo>
                  <a:cubicBezTo>
                    <a:pt x="432" y="677"/>
                    <a:pt x="434" y="674"/>
                    <a:pt x="433" y="675"/>
                  </a:cubicBezTo>
                  <a:close/>
                  <a:moveTo>
                    <a:pt x="431" y="649"/>
                  </a:moveTo>
                  <a:cubicBezTo>
                    <a:pt x="431" y="646"/>
                    <a:pt x="437" y="647"/>
                    <a:pt x="437" y="650"/>
                  </a:cubicBezTo>
                  <a:cubicBezTo>
                    <a:pt x="437" y="652"/>
                    <a:pt x="430" y="652"/>
                    <a:pt x="431" y="649"/>
                  </a:cubicBezTo>
                  <a:close/>
                  <a:moveTo>
                    <a:pt x="436" y="638"/>
                  </a:moveTo>
                  <a:cubicBezTo>
                    <a:pt x="437" y="639"/>
                    <a:pt x="436" y="640"/>
                    <a:pt x="435" y="640"/>
                  </a:cubicBezTo>
                  <a:cubicBezTo>
                    <a:pt x="433" y="642"/>
                    <a:pt x="435" y="636"/>
                    <a:pt x="436" y="638"/>
                  </a:cubicBezTo>
                  <a:close/>
                  <a:moveTo>
                    <a:pt x="433" y="635"/>
                  </a:moveTo>
                  <a:cubicBezTo>
                    <a:pt x="435" y="635"/>
                    <a:pt x="436" y="633"/>
                    <a:pt x="437" y="634"/>
                  </a:cubicBezTo>
                  <a:cubicBezTo>
                    <a:pt x="436" y="635"/>
                    <a:pt x="435" y="635"/>
                    <a:pt x="433" y="635"/>
                  </a:cubicBezTo>
                  <a:close/>
                  <a:moveTo>
                    <a:pt x="438" y="700"/>
                  </a:moveTo>
                  <a:cubicBezTo>
                    <a:pt x="438" y="701"/>
                    <a:pt x="437" y="700"/>
                    <a:pt x="437" y="700"/>
                  </a:cubicBezTo>
                  <a:cubicBezTo>
                    <a:pt x="437" y="699"/>
                    <a:pt x="438" y="700"/>
                    <a:pt x="438" y="700"/>
                  </a:cubicBezTo>
                  <a:close/>
                  <a:moveTo>
                    <a:pt x="446" y="410"/>
                  </a:moveTo>
                  <a:cubicBezTo>
                    <a:pt x="444" y="411"/>
                    <a:pt x="441" y="414"/>
                    <a:pt x="438" y="415"/>
                  </a:cubicBezTo>
                  <a:cubicBezTo>
                    <a:pt x="440" y="413"/>
                    <a:pt x="443" y="411"/>
                    <a:pt x="446" y="410"/>
                  </a:cubicBezTo>
                  <a:close/>
                  <a:moveTo>
                    <a:pt x="442" y="225"/>
                  </a:moveTo>
                  <a:cubicBezTo>
                    <a:pt x="442" y="225"/>
                    <a:pt x="444" y="224"/>
                    <a:pt x="445" y="224"/>
                  </a:cubicBezTo>
                  <a:cubicBezTo>
                    <a:pt x="445" y="225"/>
                    <a:pt x="443" y="226"/>
                    <a:pt x="442" y="225"/>
                  </a:cubicBezTo>
                  <a:close/>
                  <a:moveTo>
                    <a:pt x="446" y="565"/>
                  </a:move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6" y="565"/>
                  </a:cubicBezTo>
                  <a:close/>
                  <a:moveTo>
                    <a:pt x="442" y="577"/>
                  </a:moveTo>
                  <a:cubicBezTo>
                    <a:pt x="442" y="578"/>
                    <a:pt x="441" y="578"/>
                    <a:pt x="441" y="577"/>
                  </a:cubicBezTo>
                  <a:cubicBezTo>
                    <a:pt x="440" y="575"/>
                    <a:pt x="443" y="576"/>
                    <a:pt x="442" y="577"/>
                  </a:cubicBezTo>
                  <a:close/>
                  <a:moveTo>
                    <a:pt x="440" y="539"/>
                  </a:moveTo>
                  <a:cubicBezTo>
                    <a:pt x="441" y="539"/>
                    <a:pt x="442" y="540"/>
                    <a:pt x="441" y="540"/>
                  </a:cubicBezTo>
                  <a:cubicBezTo>
                    <a:pt x="440" y="541"/>
                    <a:pt x="440" y="540"/>
                    <a:pt x="440" y="539"/>
                  </a:cubicBezTo>
                  <a:close/>
                  <a:moveTo>
                    <a:pt x="438" y="393"/>
                  </a:moveTo>
                  <a:cubicBezTo>
                    <a:pt x="439" y="392"/>
                    <a:pt x="437" y="395"/>
                    <a:pt x="438" y="393"/>
                  </a:cubicBezTo>
                  <a:close/>
                  <a:moveTo>
                    <a:pt x="438" y="497"/>
                  </a:moveTo>
                  <a:cubicBezTo>
                    <a:pt x="438" y="497"/>
                    <a:pt x="438" y="497"/>
                    <a:pt x="438" y="497"/>
                  </a:cubicBezTo>
                  <a:cubicBezTo>
                    <a:pt x="438" y="497"/>
                    <a:pt x="438" y="497"/>
                    <a:pt x="438" y="497"/>
                  </a:cubicBezTo>
                  <a:close/>
                  <a:moveTo>
                    <a:pt x="437" y="241"/>
                  </a:moveTo>
                  <a:cubicBezTo>
                    <a:pt x="437" y="241"/>
                    <a:pt x="437" y="239"/>
                    <a:pt x="438" y="239"/>
                  </a:cubicBezTo>
                  <a:cubicBezTo>
                    <a:pt x="439" y="239"/>
                    <a:pt x="437" y="241"/>
                    <a:pt x="437" y="241"/>
                  </a:cubicBezTo>
                  <a:close/>
                  <a:moveTo>
                    <a:pt x="438" y="174"/>
                  </a:moveTo>
                  <a:cubicBezTo>
                    <a:pt x="439" y="175"/>
                    <a:pt x="437" y="175"/>
                    <a:pt x="437" y="175"/>
                  </a:cubicBezTo>
                  <a:cubicBezTo>
                    <a:pt x="436" y="174"/>
                    <a:pt x="438" y="174"/>
                    <a:pt x="438" y="174"/>
                  </a:cubicBezTo>
                  <a:close/>
                  <a:moveTo>
                    <a:pt x="435" y="167"/>
                  </a:moveTo>
                  <a:cubicBezTo>
                    <a:pt x="435" y="166"/>
                    <a:pt x="437" y="165"/>
                    <a:pt x="437" y="167"/>
                  </a:cubicBezTo>
                  <a:cubicBezTo>
                    <a:pt x="437" y="168"/>
                    <a:pt x="435" y="168"/>
                    <a:pt x="435" y="167"/>
                  </a:cubicBezTo>
                  <a:close/>
                  <a:moveTo>
                    <a:pt x="441" y="117"/>
                  </a:moveTo>
                  <a:cubicBezTo>
                    <a:pt x="441" y="118"/>
                    <a:pt x="437" y="119"/>
                    <a:pt x="437" y="117"/>
                  </a:cubicBezTo>
                  <a:cubicBezTo>
                    <a:pt x="437" y="117"/>
                    <a:pt x="441" y="115"/>
                    <a:pt x="441" y="117"/>
                  </a:cubicBezTo>
                  <a:close/>
                  <a:moveTo>
                    <a:pt x="439" y="97"/>
                  </a:moveTo>
                  <a:cubicBezTo>
                    <a:pt x="439" y="97"/>
                    <a:pt x="438" y="98"/>
                    <a:pt x="437" y="97"/>
                  </a:cubicBezTo>
                  <a:cubicBezTo>
                    <a:pt x="437" y="96"/>
                    <a:pt x="438" y="96"/>
                    <a:pt x="439" y="97"/>
                  </a:cubicBezTo>
                  <a:close/>
                  <a:moveTo>
                    <a:pt x="442" y="132"/>
                  </a:moveTo>
                  <a:cubicBezTo>
                    <a:pt x="442" y="132"/>
                    <a:pt x="440" y="133"/>
                    <a:pt x="440" y="133"/>
                  </a:cubicBezTo>
                  <a:cubicBezTo>
                    <a:pt x="440" y="132"/>
                    <a:pt x="442" y="132"/>
                    <a:pt x="442" y="132"/>
                  </a:cubicBezTo>
                  <a:close/>
                  <a:moveTo>
                    <a:pt x="439" y="214"/>
                  </a:moveTo>
                  <a:cubicBezTo>
                    <a:pt x="438" y="214"/>
                    <a:pt x="439" y="213"/>
                    <a:pt x="439" y="213"/>
                  </a:cubicBezTo>
                  <a:cubicBezTo>
                    <a:pt x="440" y="213"/>
                    <a:pt x="439" y="214"/>
                    <a:pt x="439" y="214"/>
                  </a:cubicBezTo>
                  <a:close/>
                  <a:moveTo>
                    <a:pt x="439" y="166"/>
                  </a:moveTo>
                  <a:cubicBezTo>
                    <a:pt x="439" y="167"/>
                    <a:pt x="437" y="167"/>
                    <a:pt x="438" y="166"/>
                  </a:cubicBezTo>
                  <a:cubicBezTo>
                    <a:pt x="438" y="166"/>
                    <a:pt x="438" y="166"/>
                    <a:pt x="439" y="166"/>
                  </a:cubicBezTo>
                  <a:close/>
                  <a:moveTo>
                    <a:pt x="437" y="216"/>
                  </a:moveTo>
                  <a:cubicBezTo>
                    <a:pt x="437" y="216"/>
                    <a:pt x="438" y="215"/>
                    <a:pt x="438" y="215"/>
                  </a:cubicBezTo>
                  <a:cubicBezTo>
                    <a:pt x="438" y="215"/>
                    <a:pt x="437" y="217"/>
                    <a:pt x="437" y="216"/>
                  </a:cubicBezTo>
                  <a:close/>
                  <a:moveTo>
                    <a:pt x="441" y="121"/>
                  </a:moveTo>
                  <a:cubicBezTo>
                    <a:pt x="441" y="121"/>
                    <a:pt x="442" y="121"/>
                    <a:pt x="442" y="121"/>
                  </a:cubicBezTo>
                  <a:cubicBezTo>
                    <a:pt x="443" y="122"/>
                    <a:pt x="441" y="122"/>
                    <a:pt x="441" y="121"/>
                  </a:cubicBezTo>
                  <a:close/>
                  <a:moveTo>
                    <a:pt x="442" y="79"/>
                  </a:moveTo>
                  <a:cubicBezTo>
                    <a:pt x="441" y="80"/>
                    <a:pt x="441" y="79"/>
                    <a:pt x="442" y="79"/>
                  </a:cubicBezTo>
                  <a:close/>
                  <a:moveTo>
                    <a:pt x="435" y="194"/>
                  </a:moveTo>
                  <a:cubicBezTo>
                    <a:pt x="435" y="194"/>
                    <a:pt x="437" y="193"/>
                    <a:pt x="436" y="194"/>
                  </a:cubicBezTo>
                  <a:cubicBezTo>
                    <a:pt x="434" y="197"/>
                    <a:pt x="430" y="199"/>
                    <a:pt x="426" y="200"/>
                  </a:cubicBezTo>
                  <a:cubicBezTo>
                    <a:pt x="429" y="198"/>
                    <a:pt x="433" y="195"/>
                    <a:pt x="435" y="194"/>
                  </a:cubicBezTo>
                  <a:close/>
                  <a:moveTo>
                    <a:pt x="430" y="161"/>
                  </a:moveTo>
                  <a:cubicBezTo>
                    <a:pt x="431" y="159"/>
                    <a:pt x="433" y="159"/>
                    <a:pt x="434" y="158"/>
                  </a:cubicBezTo>
                  <a:cubicBezTo>
                    <a:pt x="434" y="159"/>
                    <a:pt x="432" y="161"/>
                    <a:pt x="430" y="161"/>
                  </a:cubicBezTo>
                  <a:close/>
                  <a:moveTo>
                    <a:pt x="429" y="81"/>
                  </a:moveTo>
                  <a:cubicBezTo>
                    <a:pt x="431" y="80"/>
                    <a:pt x="432" y="79"/>
                    <a:pt x="434" y="78"/>
                  </a:cubicBezTo>
                  <a:cubicBezTo>
                    <a:pt x="434" y="80"/>
                    <a:pt x="431" y="81"/>
                    <a:pt x="429" y="81"/>
                  </a:cubicBezTo>
                  <a:close/>
                  <a:moveTo>
                    <a:pt x="428" y="135"/>
                  </a:moveTo>
                  <a:cubicBezTo>
                    <a:pt x="431" y="133"/>
                    <a:pt x="432" y="135"/>
                    <a:pt x="428" y="135"/>
                  </a:cubicBezTo>
                  <a:close/>
                  <a:moveTo>
                    <a:pt x="430" y="177"/>
                  </a:moveTo>
                  <a:cubicBezTo>
                    <a:pt x="430" y="178"/>
                    <a:pt x="428" y="179"/>
                    <a:pt x="427" y="179"/>
                  </a:cubicBezTo>
                  <a:cubicBezTo>
                    <a:pt x="428" y="178"/>
                    <a:pt x="429" y="178"/>
                    <a:pt x="430" y="177"/>
                  </a:cubicBezTo>
                  <a:close/>
                  <a:moveTo>
                    <a:pt x="422" y="541"/>
                  </a:moveTo>
                  <a:cubicBezTo>
                    <a:pt x="421" y="543"/>
                    <a:pt x="423" y="540"/>
                    <a:pt x="422" y="541"/>
                  </a:cubicBezTo>
                  <a:close/>
                  <a:moveTo>
                    <a:pt x="422" y="384"/>
                  </a:moveTo>
                  <a:cubicBezTo>
                    <a:pt x="422" y="384"/>
                    <a:pt x="422" y="384"/>
                    <a:pt x="422" y="384"/>
                  </a:cubicBezTo>
                  <a:cubicBezTo>
                    <a:pt x="422" y="384"/>
                    <a:pt x="423" y="384"/>
                    <a:pt x="423" y="384"/>
                  </a:cubicBezTo>
                  <a:cubicBezTo>
                    <a:pt x="422" y="384"/>
                    <a:pt x="422" y="384"/>
                    <a:pt x="422" y="384"/>
                  </a:cubicBezTo>
                  <a:close/>
                  <a:moveTo>
                    <a:pt x="422" y="617"/>
                  </a:moveTo>
                  <a:cubicBezTo>
                    <a:pt x="422" y="618"/>
                    <a:pt x="421" y="617"/>
                    <a:pt x="421" y="617"/>
                  </a:cubicBezTo>
                  <a:cubicBezTo>
                    <a:pt x="420" y="617"/>
                    <a:pt x="422" y="616"/>
                    <a:pt x="422" y="617"/>
                  </a:cubicBezTo>
                  <a:close/>
                  <a:moveTo>
                    <a:pt x="421" y="588"/>
                  </a:moveTo>
                  <a:cubicBezTo>
                    <a:pt x="420" y="588"/>
                    <a:pt x="419" y="589"/>
                    <a:pt x="420" y="587"/>
                  </a:cubicBezTo>
                  <a:cubicBezTo>
                    <a:pt x="420" y="587"/>
                    <a:pt x="421" y="587"/>
                    <a:pt x="421" y="588"/>
                  </a:cubicBezTo>
                  <a:close/>
                  <a:moveTo>
                    <a:pt x="422" y="663"/>
                  </a:moveTo>
                  <a:cubicBezTo>
                    <a:pt x="423" y="663"/>
                    <a:pt x="422" y="664"/>
                    <a:pt x="421" y="664"/>
                  </a:cubicBezTo>
                  <a:cubicBezTo>
                    <a:pt x="419" y="665"/>
                    <a:pt x="421" y="662"/>
                    <a:pt x="422" y="663"/>
                  </a:cubicBezTo>
                  <a:close/>
                  <a:moveTo>
                    <a:pt x="424" y="741"/>
                  </a:moveTo>
                  <a:cubicBezTo>
                    <a:pt x="424" y="742"/>
                    <a:pt x="423" y="742"/>
                    <a:pt x="423" y="741"/>
                  </a:cubicBezTo>
                  <a:cubicBezTo>
                    <a:pt x="422" y="740"/>
                    <a:pt x="424" y="740"/>
                    <a:pt x="424" y="741"/>
                  </a:cubicBezTo>
                  <a:close/>
                  <a:moveTo>
                    <a:pt x="423" y="739"/>
                  </a:moveTo>
                  <a:cubicBezTo>
                    <a:pt x="422" y="741"/>
                    <a:pt x="421" y="738"/>
                    <a:pt x="423" y="739"/>
                  </a:cubicBezTo>
                  <a:close/>
                  <a:moveTo>
                    <a:pt x="423" y="692"/>
                  </a:moveTo>
                  <a:cubicBezTo>
                    <a:pt x="422" y="691"/>
                    <a:pt x="425" y="691"/>
                    <a:pt x="425" y="692"/>
                  </a:cubicBezTo>
                  <a:cubicBezTo>
                    <a:pt x="425" y="692"/>
                    <a:pt x="423" y="693"/>
                    <a:pt x="423" y="692"/>
                  </a:cubicBezTo>
                  <a:close/>
                  <a:moveTo>
                    <a:pt x="422" y="683"/>
                  </a:moveTo>
                  <a:cubicBezTo>
                    <a:pt x="422" y="683"/>
                    <a:pt x="423" y="682"/>
                    <a:pt x="423" y="682"/>
                  </a:cubicBezTo>
                  <a:cubicBezTo>
                    <a:pt x="424" y="681"/>
                    <a:pt x="425" y="680"/>
                    <a:pt x="426" y="682"/>
                  </a:cubicBezTo>
                  <a:cubicBezTo>
                    <a:pt x="426" y="682"/>
                    <a:pt x="426" y="682"/>
                    <a:pt x="425" y="683"/>
                  </a:cubicBezTo>
                  <a:cubicBezTo>
                    <a:pt x="426" y="683"/>
                    <a:pt x="428" y="684"/>
                    <a:pt x="428" y="685"/>
                  </a:cubicBezTo>
                  <a:cubicBezTo>
                    <a:pt x="428" y="688"/>
                    <a:pt x="422" y="684"/>
                    <a:pt x="422" y="683"/>
                  </a:cubicBezTo>
                  <a:close/>
                  <a:moveTo>
                    <a:pt x="427" y="688"/>
                  </a:moveTo>
                  <a:cubicBezTo>
                    <a:pt x="428" y="689"/>
                    <a:pt x="426" y="688"/>
                    <a:pt x="426" y="689"/>
                  </a:cubicBezTo>
                  <a:cubicBezTo>
                    <a:pt x="425" y="688"/>
                    <a:pt x="427" y="688"/>
                    <a:pt x="427" y="688"/>
                  </a:cubicBezTo>
                  <a:close/>
                  <a:moveTo>
                    <a:pt x="427" y="696"/>
                  </a:moveTo>
                  <a:cubicBezTo>
                    <a:pt x="427" y="696"/>
                    <a:pt x="426" y="697"/>
                    <a:pt x="425" y="696"/>
                  </a:cubicBezTo>
                  <a:cubicBezTo>
                    <a:pt x="425" y="696"/>
                    <a:pt x="427" y="695"/>
                    <a:pt x="427" y="696"/>
                  </a:cubicBezTo>
                  <a:close/>
                  <a:moveTo>
                    <a:pt x="427" y="699"/>
                  </a:moveTo>
                  <a:cubicBezTo>
                    <a:pt x="428" y="700"/>
                    <a:pt x="427" y="700"/>
                    <a:pt x="427" y="700"/>
                  </a:cubicBezTo>
                  <a:cubicBezTo>
                    <a:pt x="426" y="700"/>
                    <a:pt x="427" y="699"/>
                    <a:pt x="427" y="699"/>
                  </a:cubicBezTo>
                  <a:close/>
                  <a:moveTo>
                    <a:pt x="426" y="706"/>
                  </a:moveTo>
                  <a:cubicBezTo>
                    <a:pt x="427" y="707"/>
                    <a:pt x="425" y="707"/>
                    <a:pt x="426" y="706"/>
                  </a:cubicBezTo>
                  <a:close/>
                  <a:moveTo>
                    <a:pt x="427" y="706"/>
                  </a:moveTo>
                  <a:cubicBezTo>
                    <a:pt x="430" y="703"/>
                    <a:pt x="428" y="709"/>
                    <a:pt x="426" y="708"/>
                  </a:cubicBezTo>
                  <a:cubicBezTo>
                    <a:pt x="426" y="708"/>
                    <a:pt x="427" y="707"/>
                    <a:pt x="427" y="706"/>
                  </a:cubicBezTo>
                  <a:close/>
                  <a:moveTo>
                    <a:pt x="427" y="695"/>
                  </a:moveTo>
                  <a:cubicBezTo>
                    <a:pt x="423" y="695"/>
                    <a:pt x="429" y="691"/>
                    <a:pt x="432" y="692"/>
                  </a:cubicBezTo>
                  <a:cubicBezTo>
                    <a:pt x="430" y="693"/>
                    <a:pt x="428" y="694"/>
                    <a:pt x="427" y="695"/>
                  </a:cubicBezTo>
                  <a:close/>
                  <a:moveTo>
                    <a:pt x="432" y="754"/>
                  </a:moveTo>
                  <a:cubicBezTo>
                    <a:pt x="433" y="753"/>
                    <a:pt x="433" y="755"/>
                    <a:pt x="432" y="754"/>
                  </a:cubicBezTo>
                  <a:close/>
                  <a:moveTo>
                    <a:pt x="432" y="720"/>
                  </a:moveTo>
                  <a:cubicBezTo>
                    <a:pt x="431" y="719"/>
                    <a:pt x="433" y="719"/>
                    <a:pt x="433" y="719"/>
                  </a:cubicBezTo>
                  <a:cubicBezTo>
                    <a:pt x="434" y="719"/>
                    <a:pt x="433" y="720"/>
                    <a:pt x="432" y="720"/>
                  </a:cubicBezTo>
                  <a:close/>
                  <a:moveTo>
                    <a:pt x="438" y="712"/>
                  </a:moveTo>
                  <a:cubicBezTo>
                    <a:pt x="440" y="712"/>
                    <a:pt x="442" y="714"/>
                    <a:pt x="442" y="717"/>
                  </a:cubicBezTo>
                  <a:cubicBezTo>
                    <a:pt x="441" y="715"/>
                    <a:pt x="439" y="718"/>
                    <a:pt x="438" y="718"/>
                  </a:cubicBezTo>
                  <a:cubicBezTo>
                    <a:pt x="429" y="720"/>
                    <a:pt x="431" y="709"/>
                    <a:pt x="438" y="712"/>
                  </a:cubicBezTo>
                  <a:close/>
                  <a:moveTo>
                    <a:pt x="441" y="738"/>
                  </a:moveTo>
                  <a:cubicBezTo>
                    <a:pt x="441" y="738"/>
                    <a:pt x="439" y="738"/>
                    <a:pt x="439" y="738"/>
                  </a:cubicBezTo>
                  <a:cubicBezTo>
                    <a:pt x="439" y="737"/>
                    <a:pt x="440" y="737"/>
                    <a:pt x="441" y="738"/>
                  </a:cubicBezTo>
                  <a:close/>
                  <a:moveTo>
                    <a:pt x="438" y="721"/>
                  </a:moveTo>
                  <a:cubicBezTo>
                    <a:pt x="438" y="721"/>
                    <a:pt x="437" y="721"/>
                    <a:pt x="437" y="721"/>
                  </a:cubicBezTo>
                  <a:cubicBezTo>
                    <a:pt x="437" y="719"/>
                    <a:pt x="439" y="723"/>
                    <a:pt x="438" y="721"/>
                  </a:cubicBezTo>
                  <a:close/>
                  <a:moveTo>
                    <a:pt x="437" y="722"/>
                  </a:moveTo>
                  <a:cubicBezTo>
                    <a:pt x="436" y="722"/>
                    <a:pt x="436" y="721"/>
                    <a:pt x="435" y="722"/>
                  </a:cubicBezTo>
                  <a:cubicBezTo>
                    <a:pt x="434" y="722"/>
                    <a:pt x="436" y="721"/>
                    <a:pt x="437" y="722"/>
                  </a:cubicBezTo>
                  <a:close/>
                  <a:moveTo>
                    <a:pt x="440" y="706"/>
                  </a:moveTo>
                  <a:cubicBezTo>
                    <a:pt x="440" y="704"/>
                    <a:pt x="443" y="705"/>
                    <a:pt x="443" y="706"/>
                  </a:cubicBezTo>
                  <a:cubicBezTo>
                    <a:pt x="443" y="708"/>
                    <a:pt x="440" y="707"/>
                    <a:pt x="440" y="706"/>
                  </a:cubicBezTo>
                  <a:close/>
                  <a:moveTo>
                    <a:pt x="443" y="713"/>
                  </a:moveTo>
                  <a:cubicBezTo>
                    <a:pt x="443" y="713"/>
                    <a:pt x="442" y="713"/>
                    <a:pt x="442" y="713"/>
                  </a:cubicBezTo>
                  <a:cubicBezTo>
                    <a:pt x="442" y="712"/>
                    <a:pt x="443" y="713"/>
                    <a:pt x="443" y="713"/>
                  </a:cubicBezTo>
                  <a:close/>
                  <a:moveTo>
                    <a:pt x="449" y="658"/>
                  </a:moveTo>
                  <a:cubicBezTo>
                    <a:pt x="449" y="658"/>
                    <a:pt x="449" y="658"/>
                    <a:pt x="449" y="658"/>
                  </a:cubicBezTo>
                  <a:cubicBezTo>
                    <a:pt x="449" y="655"/>
                    <a:pt x="451" y="660"/>
                    <a:pt x="449" y="658"/>
                  </a:cubicBezTo>
                  <a:close/>
                  <a:moveTo>
                    <a:pt x="446" y="653"/>
                  </a:moveTo>
                  <a:cubicBezTo>
                    <a:pt x="447" y="652"/>
                    <a:pt x="449" y="651"/>
                    <a:pt x="450" y="651"/>
                  </a:cubicBezTo>
                  <a:cubicBezTo>
                    <a:pt x="449" y="652"/>
                    <a:pt x="448" y="653"/>
                    <a:pt x="446" y="653"/>
                  </a:cubicBezTo>
                  <a:close/>
                  <a:moveTo>
                    <a:pt x="449" y="647"/>
                  </a:moveTo>
                  <a:cubicBezTo>
                    <a:pt x="449" y="646"/>
                    <a:pt x="451" y="645"/>
                    <a:pt x="451" y="646"/>
                  </a:cubicBezTo>
                  <a:cubicBezTo>
                    <a:pt x="452" y="647"/>
                    <a:pt x="449" y="649"/>
                    <a:pt x="449" y="647"/>
                  </a:cubicBezTo>
                  <a:close/>
                  <a:moveTo>
                    <a:pt x="451" y="217"/>
                  </a:moveTo>
                  <a:cubicBezTo>
                    <a:pt x="451" y="217"/>
                    <a:pt x="451" y="217"/>
                    <a:pt x="451" y="217"/>
                  </a:cubicBezTo>
                  <a:cubicBezTo>
                    <a:pt x="454" y="218"/>
                    <a:pt x="448" y="220"/>
                    <a:pt x="451" y="217"/>
                  </a:cubicBezTo>
                  <a:close/>
                  <a:moveTo>
                    <a:pt x="449" y="184"/>
                  </a:moveTo>
                  <a:cubicBezTo>
                    <a:pt x="450" y="182"/>
                    <a:pt x="451" y="181"/>
                    <a:pt x="453" y="181"/>
                  </a:cubicBezTo>
                  <a:cubicBezTo>
                    <a:pt x="452" y="182"/>
                    <a:pt x="451" y="183"/>
                    <a:pt x="449" y="184"/>
                  </a:cubicBezTo>
                  <a:close/>
                  <a:moveTo>
                    <a:pt x="459" y="243"/>
                  </a:moveTo>
                  <a:cubicBezTo>
                    <a:pt x="458" y="244"/>
                    <a:pt x="455" y="246"/>
                    <a:pt x="452" y="247"/>
                  </a:cubicBezTo>
                  <a:cubicBezTo>
                    <a:pt x="454" y="245"/>
                    <a:pt x="457" y="244"/>
                    <a:pt x="459" y="243"/>
                  </a:cubicBezTo>
                  <a:close/>
                  <a:moveTo>
                    <a:pt x="456" y="185"/>
                  </a:moveTo>
                  <a:cubicBezTo>
                    <a:pt x="456" y="185"/>
                    <a:pt x="458" y="184"/>
                    <a:pt x="458" y="185"/>
                  </a:cubicBezTo>
                  <a:cubicBezTo>
                    <a:pt x="458" y="185"/>
                    <a:pt x="456" y="186"/>
                    <a:pt x="456" y="185"/>
                  </a:cubicBezTo>
                  <a:close/>
                  <a:moveTo>
                    <a:pt x="457" y="243"/>
                  </a:moveTo>
                  <a:cubicBezTo>
                    <a:pt x="457" y="245"/>
                    <a:pt x="457" y="241"/>
                    <a:pt x="457" y="243"/>
                  </a:cubicBezTo>
                  <a:close/>
                  <a:moveTo>
                    <a:pt x="458" y="185"/>
                  </a:moveTo>
                  <a:cubicBezTo>
                    <a:pt x="459" y="183"/>
                    <a:pt x="460" y="185"/>
                    <a:pt x="458" y="185"/>
                  </a:cubicBezTo>
                  <a:close/>
                  <a:moveTo>
                    <a:pt x="460" y="254"/>
                  </a:moveTo>
                  <a:cubicBezTo>
                    <a:pt x="460" y="255"/>
                    <a:pt x="456" y="257"/>
                    <a:pt x="456" y="255"/>
                  </a:cubicBezTo>
                  <a:cubicBezTo>
                    <a:pt x="455" y="252"/>
                    <a:pt x="460" y="252"/>
                    <a:pt x="460" y="254"/>
                  </a:cubicBezTo>
                  <a:close/>
                  <a:moveTo>
                    <a:pt x="460" y="156"/>
                  </a:moveTo>
                  <a:cubicBezTo>
                    <a:pt x="461" y="154"/>
                    <a:pt x="459" y="157"/>
                    <a:pt x="460" y="156"/>
                  </a:cubicBezTo>
                  <a:close/>
                  <a:moveTo>
                    <a:pt x="461" y="243"/>
                  </a:moveTo>
                  <a:cubicBezTo>
                    <a:pt x="462" y="243"/>
                    <a:pt x="461" y="244"/>
                    <a:pt x="461" y="244"/>
                  </a:cubicBezTo>
                  <a:cubicBezTo>
                    <a:pt x="461" y="244"/>
                    <a:pt x="461" y="243"/>
                    <a:pt x="461" y="243"/>
                  </a:cubicBezTo>
                  <a:close/>
                  <a:moveTo>
                    <a:pt x="461" y="144"/>
                  </a:moveTo>
                  <a:cubicBezTo>
                    <a:pt x="461" y="142"/>
                    <a:pt x="463" y="143"/>
                    <a:pt x="461" y="144"/>
                  </a:cubicBezTo>
                  <a:close/>
                  <a:moveTo>
                    <a:pt x="460" y="266"/>
                  </a:moveTo>
                  <a:cubicBezTo>
                    <a:pt x="459" y="267"/>
                    <a:pt x="463" y="264"/>
                    <a:pt x="460" y="266"/>
                  </a:cubicBezTo>
                  <a:close/>
                  <a:moveTo>
                    <a:pt x="458" y="550"/>
                  </a:moveTo>
                  <a:cubicBezTo>
                    <a:pt x="457" y="550"/>
                    <a:pt x="459" y="549"/>
                    <a:pt x="458" y="550"/>
                  </a:cubicBezTo>
                  <a:cubicBezTo>
                    <a:pt x="458" y="550"/>
                    <a:pt x="458" y="550"/>
                    <a:pt x="458" y="550"/>
                  </a:cubicBezTo>
                  <a:close/>
                  <a:moveTo>
                    <a:pt x="459" y="569"/>
                  </a:moveTo>
                  <a:cubicBezTo>
                    <a:pt x="460" y="568"/>
                    <a:pt x="456" y="570"/>
                    <a:pt x="459" y="569"/>
                  </a:cubicBezTo>
                  <a:close/>
                  <a:moveTo>
                    <a:pt x="461" y="580"/>
                  </a:moveTo>
                  <a:cubicBezTo>
                    <a:pt x="461" y="583"/>
                    <a:pt x="456" y="582"/>
                    <a:pt x="456" y="580"/>
                  </a:cubicBezTo>
                  <a:cubicBezTo>
                    <a:pt x="456" y="579"/>
                    <a:pt x="461" y="578"/>
                    <a:pt x="461" y="580"/>
                  </a:cubicBezTo>
                  <a:close/>
                  <a:moveTo>
                    <a:pt x="462" y="589"/>
                  </a:moveTo>
                  <a:cubicBezTo>
                    <a:pt x="460" y="590"/>
                    <a:pt x="457" y="590"/>
                    <a:pt x="454" y="591"/>
                  </a:cubicBezTo>
                  <a:cubicBezTo>
                    <a:pt x="456" y="590"/>
                    <a:pt x="460" y="589"/>
                    <a:pt x="462" y="589"/>
                  </a:cubicBezTo>
                  <a:close/>
                  <a:moveTo>
                    <a:pt x="457" y="591"/>
                  </a:moveTo>
                  <a:cubicBezTo>
                    <a:pt x="457" y="590"/>
                    <a:pt x="456" y="593"/>
                    <a:pt x="457" y="591"/>
                  </a:cubicBezTo>
                  <a:close/>
                  <a:moveTo>
                    <a:pt x="460" y="671"/>
                  </a:moveTo>
                  <a:cubicBezTo>
                    <a:pt x="460" y="671"/>
                    <a:pt x="457" y="672"/>
                    <a:pt x="458" y="670"/>
                  </a:cubicBezTo>
                  <a:cubicBezTo>
                    <a:pt x="458" y="669"/>
                    <a:pt x="460" y="669"/>
                    <a:pt x="460" y="671"/>
                  </a:cubicBezTo>
                  <a:close/>
                  <a:moveTo>
                    <a:pt x="460" y="662"/>
                  </a:moveTo>
                  <a:cubicBezTo>
                    <a:pt x="460" y="663"/>
                    <a:pt x="459" y="663"/>
                    <a:pt x="459" y="663"/>
                  </a:cubicBezTo>
                  <a:cubicBezTo>
                    <a:pt x="458" y="662"/>
                    <a:pt x="460" y="662"/>
                    <a:pt x="460" y="662"/>
                  </a:cubicBezTo>
                  <a:close/>
                  <a:moveTo>
                    <a:pt x="467" y="612"/>
                  </a:moveTo>
                  <a:cubicBezTo>
                    <a:pt x="467" y="613"/>
                    <a:pt x="465" y="613"/>
                    <a:pt x="465" y="613"/>
                  </a:cubicBezTo>
                  <a:cubicBezTo>
                    <a:pt x="464" y="612"/>
                    <a:pt x="467" y="612"/>
                    <a:pt x="467" y="612"/>
                  </a:cubicBezTo>
                  <a:close/>
                  <a:moveTo>
                    <a:pt x="466" y="284"/>
                  </a:moveTo>
                  <a:cubicBezTo>
                    <a:pt x="466" y="284"/>
                    <a:pt x="466" y="283"/>
                    <a:pt x="466" y="283"/>
                  </a:cubicBezTo>
                  <a:cubicBezTo>
                    <a:pt x="467" y="284"/>
                    <a:pt x="466" y="285"/>
                    <a:pt x="466" y="284"/>
                  </a:cubicBezTo>
                  <a:close/>
                  <a:moveTo>
                    <a:pt x="474" y="600"/>
                  </a:moveTo>
                  <a:cubicBezTo>
                    <a:pt x="474" y="599"/>
                    <a:pt x="476" y="598"/>
                    <a:pt x="476" y="598"/>
                  </a:cubicBezTo>
                  <a:cubicBezTo>
                    <a:pt x="476" y="599"/>
                    <a:pt x="475" y="600"/>
                    <a:pt x="474" y="600"/>
                  </a:cubicBezTo>
                  <a:close/>
                  <a:moveTo>
                    <a:pt x="475" y="266"/>
                  </a:moveTo>
                  <a:cubicBezTo>
                    <a:pt x="475" y="266"/>
                    <a:pt x="474" y="266"/>
                    <a:pt x="474" y="266"/>
                  </a:cubicBezTo>
                  <a:cubicBezTo>
                    <a:pt x="475" y="266"/>
                    <a:pt x="475" y="265"/>
                    <a:pt x="475" y="265"/>
                  </a:cubicBezTo>
                  <a:cubicBezTo>
                    <a:pt x="475" y="265"/>
                    <a:pt x="475" y="265"/>
                    <a:pt x="475" y="266"/>
                  </a:cubicBezTo>
                  <a:close/>
                  <a:moveTo>
                    <a:pt x="466" y="190"/>
                  </a:moveTo>
                  <a:cubicBezTo>
                    <a:pt x="469" y="188"/>
                    <a:pt x="468" y="194"/>
                    <a:pt x="466" y="192"/>
                  </a:cubicBezTo>
                  <a:cubicBezTo>
                    <a:pt x="465" y="192"/>
                    <a:pt x="466" y="191"/>
                    <a:pt x="466" y="190"/>
                  </a:cubicBezTo>
                  <a:close/>
                  <a:moveTo>
                    <a:pt x="469" y="188"/>
                  </a:moveTo>
                  <a:cubicBezTo>
                    <a:pt x="468" y="187"/>
                    <a:pt x="470" y="187"/>
                    <a:pt x="470" y="188"/>
                  </a:cubicBezTo>
                  <a:cubicBezTo>
                    <a:pt x="471" y="188"/>
                    <a:pt x="469" y="189"/>
                    <a:pt x="469" y="188"/>
                  </a:cubicBezTo>
                  <a:close/>
                  <a:moveTo>
                    <a:pt x="469" y="195"/>
                  </a:moveTo>
                  <a:cubicBezTo>
                    <a:pt x="468" y="196"/>
                    <a:pt x="467" y="197"/>
                    <a:pt x="466" y="197"/>
                  </a:cubicBezTo>
                  <a:cubicBezTo>
                    <a:pt x="467" y="196"/>
                    <a:pt x="468" y="195"/>
                    <a:pt x="469" y="195"/>
                  </a:cubicBezTo>
                  <a:close/>
                  <a:moveTo>
                    <a:pt x="463" y="182"/>
                  </a:moveTo>
                  <a:cubicBezTo>
                    <a:pt x="462" y="180"/>
                    <a:pt x="468" y="178"/>
                    <a:pt x="469" y="181"/>
                  </a:cubicBezTo>
                  <a:cubicBezTo>
                    <a:pt x="469" y="184"/>
                    <a:pt x="463" y="184"/>
                    <a:pt x="463" y="182"/>
                  </a:cubicBezTo>
                  <a:close/>
                  <a:moveTo>
                    <a:pt x="466" y="174"/>
                  </a:moveTo>
                  <a:cubicBezTo>
                    <a:pt x="466" y="174"/>
                    <a:pt x="468" y="173"/>
                    <a:pt x="468" y="174"/>
                  </a:cubicBezTo>
                  <a:cubicBezTo>
                    <a:pt x="469" y="174"/>
                    <a:pt x="466" y="175"/>
                    <a:pt x="466" y="174"/>
                  </a:cubicBezTo>
                  <a:close/>
                  <a:moveTo>
                    <a:pt x="462" y="142"/>
                  </a:moveTo>
                  <a:cubicBezTo>
                    <a:pt x="462" y="141"/>
                    <a:pt x="464" y="141"/>
                    <a:pt x="464" y="141"/>
                  </a:cubicBezTo>
                  <a:cubicBezTo>
                    <a:pt x="464" y="141"/>
                    <a:pt x="463" y="142"/>
                    <a:pt x="462" y="142"/>
                  </a:cubicBezTo>
                  <a:close/>
                  <a:moveTo>
                    <a:pt x="459" y="145"/>
                  </a:moveTo>
                  <a:cubicBezTo>
                    <a:pt x="459" y="145"/>
                    <a:pt x="460" y="145"/>
                    <a:pt x="460" y="145"/>
                  </a:cubicBezTo>
                  <a:cubicBezTo>
                    <a:pt x="460" y="145"/>
                    <a:pt x="459" y="146"/>
                    <a:pt x="459" y="145"/>
                  </a:cubicBezTo>
                  <a:close/>
                  <a:moveTo>
                    <a:pt x="458" y="124"/>
                  </a:moveTo>
                  <a:cubicBezTo>
                    <a:pt x="456" y="128"/>
                    <a:pt x="457" y="122"/>
                    <a:pt x="459" y="122"/>
                  </a:cubicBezTo>
                  <a:cubicBezTo>
                    <a:pt x="459" y="123"/>
                    <a:pt x="459" y="124"/>
                    <a:pt x="458" y="124"/>
                  </a:cubicBezTo>
                  <a:close/>
                  <a:moveTo>
                    <a:pt x="461" y="153"/>
                  </a:moveTo>
                  <a:cubicBezTo>
                    <a:pt x="461" y="154"/>
                    <a:pt x="457" y="155"/>
                    <a:pt x="457" y="154"/>
                  </a:cubicBezTo>
                  <a:cubicBezTo>
                    <a:pt x="456" y="153"/>
                    <a:pt x="460" y="151"/>
                    <a:pt x="461" y="153"/>
                  </a:cubicBezTo>
                  <a:close/>
                  <a:moveTo>
                    <a:pt x="449" y="133"/>
                  </a:moveTo>
                  <a:cubicBezTo>
                    <a:pt x="448" y="132"/>
                    <a:pt x="450" y="133"/>
                    <a:pt x="450" y="133"/>
                  </a:cubicBezTo>
                  <a:cubicBezTo>
                    <a:pt x="451" y="133"/>
                    <a:pt x="449" y="133"/>
                    <a:pt x="449" y="133"/>
                  </a:cubicBezTo>
                  <a:close/>
                  <a:moveTo>
                    <a:pt x="434" y="47"/>
                  </a:moveTo>
                  <a:cubicBezTo>
                    <a:pt x="435" y="47"/>
                    <a:pt x="436" y="47"/>
                    <a:pt x="436" y="47"/>
                  </a:cubicBezTo>
                  <a:cubicBezTo>
                    <a:pt x="436" y="47"/>
                    <a:pt x="435" y="48"/>
                    <a:pt x="434" y="47"/>
                  </a:cubicBezTo>
                  <a:close/>
                  <a:moveTo>
                    <a:pt x="433" y="61"/>
                  </a:moveTo>
                  <a:cubicBezTo>
                    <a:pt x="434" y="60"/>
                    <a:pt x="435" y="62"/>
                    <a:pt x="433" y="61"/>
                  </a:cubicBezTo>
                  <a:close/>
                  <a:moveTo>
                    <a:pt x="432" y="54"/>
                  </a:moveTo>
                  <a:cubicBezTo>
                    <a:pt x="432" y="53"/>
                    <a:pt x="433" y="53"/>
                    <a:pt x="433" y="53"/>
                  </a:cubicBezTo>
                  <a:cubicBezTo>
                    <a:pt x="434" y="54"/>
                    <a:pt x="432" y="54"/>
                    <a:pt x="432" y="54"/>
                  </a:cubicBezTo>
                  <a:close/>
                  <a:moveTo>
                    <a:pt x="432" y="47"/>
                  </a:moveTo>
                  <a:cubicBezTo>
                    <a:pt x="431" y="47"/>
                    <a:pt x="432" y="46"/>
                    <a:pt x="432" y="46"/>
                  </a:cubicBezTo>
                  <a:cubicBezTo>
                    <a:pt x="433" y="47"/>
                    <a:pt x="432" y="47"/>
                    <a:pt x="432" y="47"/>
                  </a:cubicBezTo>
                  <a:close/>
                  <a:moveTo>
                    <a:pt x="435" y="69"/>
                  </a:moveTo>
                  <a:cubicBezTo>
                    <a:pt x="435" y="72"/>
                    <a:pt x="431" y="71"/>
                    <a:pt x="431" y="69"/>
                  </a:cubicBezTo>
                  <a:cubicBezTo>
                    <a:pt x="431" y="67"/>
                    <a:pt x="435" y="66"/>
                    <a:pt x="435" y="69"/>
                  </a:cubicBezTo>
                  <a:close/>
                  <a:moveTo>
                    <a:pt x="426" y="60"/>
                  </a:moveTo>
                  <a:cubicBezTo>
                    <a:pt x="425" y="58"/>
                    <a:pt x="430" y="57"/>
                    <a:pt x="431" y="59"/>
                  </a:cubicBezTo>
                  <a:cubicBezTo>
                    <a:pt x="432" y="62"/>
                    <a:pt x="427" y="61"/>
                    <a:pt x="426" y="60"/>
                  </a:cubicBezTo>
                  <a:close/>
                  <a:moveTo>
                    <a:pt x="426" y="47"/>
                  </a:moveTo>
                  <a:cubicBezTo>
                    <a:pt x="426" y="47"/>
                    <a:pt x="426" y="47"/>
                    <a:pt x="426" y="47"/>
                  </a:cubicBezTo>
                  <a:cubicBezTo>
                    <a:pt x="427" y="48"/>
                    <a:pt x="424" y="45"/>
                    <a:pt x="426" y="47"/>
                  </a:cubicBezTo>
                  <a:close/>
                  <a:moveTo>
                    <a:pt x="426" y="48"/>
                  </a:moveTo>
                  <a:cubicBezTo>
                    <a:pt x="426" y="50"/>
                    <a:pt x="424" y="49"/>
                    <a:pt x="424" y="49"/>
                  </a:cubicBezTo>
                  <a:cubicBezTo>
                    <a:pt x="424" y="48"/>
                    <a:pt x="425" y="48"/>
                    <a:pt x="426" y="48"/>
                  </a:cubicBezTo>
                  <a:close/>
                  <a:moveTo>
                    <a:pt x="428" y="81"/>
                  </a:moveTo>
                  <a:cubicBezTo>
                    <a:pt x="426" y="82"/>
                    <a:pt x="425" y="83"/>
                    <a:pt x="423" y="83"/>
                  </a:cubicBezTo>
                  <a:cubicBezTo>
                    <a:pt x="424" y="83"/>
                    <a:pt x="426" y="81"/>
                    <a:pt x="428" y="81"/>
                  </a:cubicBezTo>
                  <a:close/>
                  <a:moveTo>
                    <a:pt x="425" y="98"/>
                  </a:moveTo>
                  <a:cubicBezTo>
                    <a:pt x="424" y="101"/>
                    <a:pt x="421" y="99"/>
                    <a:pt x="425" y="98"/>
                  </a:cubicBezTo>
                  <a:close/>
                  <a:moveTo>
                    <a:pt x="424" y="146"/>
                  </a:moveTo>
                  <a:cubicBezTo>
                    <a:pt x="424" y="148"/>
                    <a:pt x="422" y="148"/>
                    <a:pt x="421" y="149"/>
                  </a:cubicBezTo>
                  <a:cubicBezTo>
                    <a:pt x="421" y="147"/>
                    <a:pt x="423" y="147"/>
                    <a:pt x="424" y="146"/>
                  </a:cubicBezTo>
                  <a:close/>
                  <a:moveTo>
                    <a:pt x="418" y="110"/>
                  </a:moveTo>
                  <a:cubicBezTo>
                    <a:pt x="419" y="110"/>
                    <a:pt x="420" y="109"/>
                    <a:pt x="422" y="109"/>
                  </a:cubicBezTo>
                  <a:cubicBezTo>
                    <a:pt x="421" y="110"/>
                    <a:pt x="419" y="111"/>
                    <a:pt x="418" y="110"/>
                  </a:cubicBezTo>
                  <a:close/>
                  <a:moveTo>
                    <a:pt x="418" y="108"/>
                  </a:moveTo>
                  <a:cubicBezTo>
                    <a:pt x="419" y="106"/>
                    <a:pt x="420" y="106"/>
                    <a:pt x="421" y="106"/>
                  </a:cubicBezTo>
                  <a:cubicBezTo>
                    <a:pt x="421" y="107"/>
                    <a:pt x="419" y="108"/>
                    <a:pt x="418" y="108"/>
                  </a:cubicBezTo>
                  <a:close/>
                  <a:moveTo>
                    <a:pt x="420" y="89"/>
                  </a:move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lose/>
                  <a:moveTo>
                    <a:pt x="421" y="89"/>
                  </a:moveTo>
                  <a:cubicBezTo>
                    <a:pt x="421" y="89"/>
                    <a:pt x="421" y="88"/>
                    <a:pt x="421" y="89"/>
                  </a:cubicBezTo>
                  <a:close/>
                  <a:moveTo>
                    <a:pt x="418" y="85"/>
                  </a:moveTo>
                  <a:cubicBezTo>
                    <a:pt x="418" y="84"/>
                    <a:pt x="420" y="84"/>
                    <a:pt x="421" y="84"/>
                  </a:cubicBezTo>
                  <a:cubicBezTo>
                    <a:pt x="421" y="85"/>
                    <a:pt x="418" y="86"/>
                    <a:pt x="418" y="85"/>
                  </a:cubicBezTo>
                  <a:close/>
                  <a:moveTo>
                    <a:pt x="416" y="78"/>
                  </a:moveTo>
                  <a:cubicBezTo>
                    <a:pt x="416" y="78"/>
                    <a:pt x="418" y="77"/>
                    <a:pt x="419" y="78"/>
                  </a:cubicBezTo>
                  <a:cubicBezTo>
                    <a:pt x="420" y="80"/>
                    <a:pt x="416" y="80"/>
                    <a:pt x="416" y="78"/>
                  </a:cubicBezTo>
                  <a:close/>
                  <a:moveTo>
                    <a:pt x="420" y="96"/>
                  </a:moveTo>
                  <a:cubicBezTo>
                    <a:pt x="420" y="98"/>
                    <a:pt x="417" y="99"/>
                    <a:pt x="415" y="98"/>
                  </a:cubicBezTo>
                  <a:cubicBezTo>
                    <a:pt x="411" y="95"/>
                    <a:pt x="420" y="92"/>
                    <a:pt x="420" y="96"/>
                  </a:cubicBezTo>
                  <a:close/>
                  <a:moveTo>
                    <a:pt x="415" y="101"/>
                  </a:moveTo>
                  <a:cubicBezTo>
                    <a:pt x="417" y="103"/>
                    <a:pt x="410" y="105"/>
                    <a:pt x="413" y="102"/>
                  </a:cubicBezTo>
                  <a:cubicBezTo>
                    <a:pt x="413" y="101"/>
                    <a:pt x="414" y="101"/>
                    <a:pt x="415" y="101"/>
                  </a:cubicBezTo>
                  <a:close/>
                  <a:moveTo>
                    <a:pt x="414" y="157"/>
                  </a:moveTo>
                  <a:cubicBezTo>
                    <a:pt x="414" y="158"/>
                    <a:pt x="412" y="159"/>
                    <a:pt x="410" y="159"/>
                  </a:cubicBezTo>
                  <a:cubicBezTo>
                    <a:pt x="411" y="158"/>
                    <a:pt x="413" y="158"/>
                    <a:pt x="414" y="157"/>
                  </a:cubicBezTo>
                  <a:close/>
                  <a:moveTo>
                    <a:pt x="413" y="544"/>
                  </a:moveTo>
                  <a:cubicBezTo>
                    <a:pt x="412" y="547"/>
                    <a:pt x="410" y="546"/>
                    <a:pt x="413" y="544"/>
                  </a:cubicBezTo>
                  <a:close/>
                  <a:moveTo>
                    <a:pt x="411" y="281"/>
                  </a:moveTo>
                  <a:cubicBezTo>
                    <a:pt x="413" y="282"/>
                    <a:pt x="410" y="282"/>
                    <a:pt x="411" y="281"/>
                  </a:cubicBezTo>
                  <a:close/>
                  <a:moveTo>
                    <a:pt x="417" y="620"/>
                  </a:moveTo>
                  <a:cubicBezTo>
                    <a:pt x="418" y="619"/>
                    <a:pt x="419" y="618"/>
                    <a:pt x="420" y="619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1" y="620"/>
                    <a:pt x="420" y="621"/>
                    <a:pt x="420" y="621"/>
                  </a:cubicBezTo>
                  <a:cubicBezTo>
                    <a:pt x="418" y="622"/>
                    <a:pt x="418" y="621"/>
                    <a:pt x="418" y="620"/>
                  </a:cubicBezTo>
                  <a:cubicBezTo>
                    <a:pt x="417" y="620"/>
                    <a:pt x="416" y="620"/>
                    <a:pt x="416" y="620"/>
                  </a:cubicBezTo>
                  <a:cubicBezTo>
                    <a:pt x="415" y="621"/>
                    <a:pt x="408" y="625"/>
                    <a:pt x="407" y="624"/>
                  </a:cubicBezTo>
                  <a:cubicBezTo>
                    <a:pt x="406" y="622"/>
                    <a:pt x="416" y="620"/>
                    <a:pt x="417" y="620"/>
                  </a:cubicBezTo>
                  <a:close/>
                  <a:moveTo>
                    <a:pt x="408" y="668"/>
                  </a:moveTo>
                  <a:cubicBezTo>
                    <a:pt x="408" y="669"/>
                    <a:pt x="410" y="667"/>
                    <a:pt x="410" y="668"/>
                  </a:cubicBezTo>
                  <a:cubicBezTo>
                    <a:pt x="410" y="669"/>
                    <a:pt x="408" y="670"/>
                    <a:pt x="408" y="668"/>
                  </a:cubicBezTo>
                  <a:close/>
                  <a:moveTo>
                    <a:pt x="409" y="676"/>
                  </a:moveTo>
                  <a:cubicBezTo>
                    <a:pt x="409" y="676"/>
                    <a:pt x="409" y="677"/>
                    <a:pt x="408" y="676"/>
                  </a:cubicBezTo>
                  <a:cubicBezTo>
                    <a:pt x="407" y="676"/>
                    <a:pt x="410" y="675"/>
                    <a:pt x="409" y="676"/>
                  </a:cubicBezTo>
                  <a:close/>
                  <a:moveTo>
                    <a:pt x="400" y="518"/>
                  </a:moveTo>
                  <a:cubicBezTo>
                    <a:pt x="397" y="519"/>
                    <a:pt x="400" y="515"/>
                    <a:pt x="401" y="517"/>
                  </a:cubicBezTo>
                  <a:cubicBezTo>
                    <a:pt x="401" y="518"/>
                    <a:pt x="401" y="518"/>
                    <a:pt x="400" y="518"/>
                  </a:cubicBezTo>
                  <a:close/>
                  <a:moveTo>
                    <a:pt x="400" y="648"/>
                  </a:move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8"/>
                  </a:cubicBezTo>
                  <a:close/>
                  <a:moveTo>
                    <a:pt x="392" y="551"/>
                  </a:moveTo>
                  <a:cubicBezTo>
                    <a:pt x="393" y="549"/>
                    <a:pt x="397" y="551"/>
                    <a:pt x="396" y="553"/>
                  </a:cubicBezTo>
                  <a:cubicBezTo>
                    <a:pt x="395" y="555"/>
                    <a:pt x="390" y="554"/>
                    <a:pt x="392" y="551"/>
                  </a:cubicBezTo>
                  <a:close/>
                  <a:moveTo>
                    <a:pt x="393" y="587"/>
                  </a:moveTo>
                  <a:cubicBezTo>
                    <a:pt x="390" y="588"/>
                    <a:pt x="394" y="586"/>
                    <a:pt x="393" y="587"/>
                  </a:cubicBezTo>
                  <a:close/>
                  <a:moveTo>
                    <a:pt x="394" y="493"/>
                  </a:moveTo>
                  <a:cubicBezTo>
                    <a:pt x="394" y="493"/>
                    <a:pt x="393" y="494"/>
                    <a:pt x="393" y="493"/>
                  </a:cubicBezTo>
                  <a:cubicBezTo>
                    <a:pt x="391" y="492"/>
                    <a:pt x="396" y="491"/>
                    <a:pt x="394" y="493"/>
                  </a:cubicBezTo>
                  <a:close/>
                  <a:moveTo>
                    <a:pt x="394" y="530"/>
                  </a:moveTo>
                  <a:cubicBezTo>
                    <a:pt x="394" y="530"/>
                    <a:pt x="394" y="531"/>
                    <a:pt x="394" y="530"/>
                  </a:cubicBezTo>
                  <a:cubicBezTo>
                    <a:pt x="393" y="530"/>
                    <a:pt x="395" y="529"/>
                    <a:pt x="394" y="530"/>
                  </a:cubicBezTo>
                  <a:close/>
                  <a:moveTo>
                    <a:pt x="397" y="543"/>
                  </a:moveTo>
                  <a:cubicBezTo>
                    <a:pt x="397" y="543"/>
                    <a:pt x="396" y="544"/>
                    <a:pt x="396" y="543"/>
                  </a:cubicBezTo>
                  <a:cubicBezTo>
                    <a:pt x="395" y="543"/>
                    <a:pt x="398" y="542"/>
                    <a:pt x="397" y="543"/>
                  </a:cubicBezTo>
                  <a:close/>
                  <a:moveTo>
                    <a:pt x="396" y="585"/>
                  </a:moveTo>
                  <a:cubicBezTo>
                    <a:pt x="396" y="586"/>
                    <a:pt x="396" y="586"/>
                    <a:pt x="396" y="586"/>
                  </a:cubicBezTo>
                  <a:cubicBezTo>
                    <a:pt x="394" y="587"/>
                    <a:pt x="396" y="586"/>
                    <a:pt x="396" y="585"/>
                  </a:cubicBezTo>
                  <a:close/>
                  <a:moveTo>
                    <a:pt x="396" y="601"/>
                  </a:moveTo>
                  <a:cubicBezTo>
                    <a:pt x="397" y="601"/>
                    <a:pt x="396" y="602"/>
                    <a:pt x="395" y="603"/>
                  </a:cubicBezTo>
                  <a:cubicBezTo>
                    <a:pt x="395" y="602"/>
                    <a:pt x="396" y="601"/>
                    <a:pt x="396" y="601"/>
                  </a:cubicBezTo>
                  <a:close/>
                  <a:moveTo>
                    <a:pt x="399" y="645"/>
                  </a:moveTo>
                  <a:cubicBezTo>
                    <a:pt x="399" y="646"/>
                    <a:pt x="396" y="647"/>
                    <a:pt x="397" y="645"/>
                  </a:cubicBezTo>
                  <a:cubicBezTo>
                    <a:pt x="397" y="643"/>
                    <a:pt x="399" y="644"/>
                    <a:pt x="399" y="645"/>
                  </a:cubicBezTo>
                  <a:close/>
                  <a:moveTo>
                    <a:pt x="398" y="622"/>
                  </a:moveTo>
                  <a:cubicBezTo>
                    <a:pt x="395" y="624"/>
                    <a:pt x="397" y="618"/>
                    <a:pt x="399" y="619"/>
                  </a:cubicBezTo>
                  <a:cubicBezTo>
                    <a:pt x="401" y="620"/>
                    <a:pt x="399" y="622"/>
                    <a:pt x="398" y="622"/>
                  </a:cubicBezTo>
                  <a:close/>
                  <a:moveTo>
                    <a:pt x="397" y="513"/>
                  </a:moveTo>
                  <a:cubicBezTo>
                    <a:pt x="397" y="513"/>
                    <a:pt x="399" y="513"/>
                    <a:pt x="399" y="513"/>
                  </a:cubicBezTo>
                  <a:cubicBezTo>
                    <a:pt x="399" y="514"/>
                    <a:pt x="397" y="514"/>
                    <a:pt x="397" y="513"/>
                  </a:cubicBezTo>
                  <a:close/>
                  <a:moveTo>
                    <a:pt x="397" y="606"/>
                  </a:moveTo>
                  <a:cubicBezTo>
                    <a:pt x="397" y="605"/>
                    <a:pt x="397" y="605"/>
                    <a:pt x="398" y="605"/>
                  </a:cubicBezTo>
                  <a:cubicBezTo>
                    <a:pt x="399" y="605"/>
                    <a:pt x="398" y="607"/>
                    <a:pt x="397" y="606"/>
                  </a:cubicBezTo>
                  <a:close/>
                  <a:moveTo>
                    <a:pt x="397" y="461"/>
                  </a:moveTo>
                  <a:cubicBezTo>
                    <a:pt x="398" y="459"/>
                    <a:pt x="400" y="459"/>
                    <a:pt x="402" y="458"/>
                  </a:cubicBezTo>
                  <a:cubicBezTo>
                    <a:pt x="401" y="460"/>
                    <a:pt x="399" y="460"/>
                    <a:pt x="397" y="461"/>
                  </a:cubicBezTo>
                  <a:close/>
                  <a:moveTo>
                    <a:pt x="401" y="364"/>
                  </a:moveTo>
                  <a:cubicBezTo>
                    <a:pt x="399" y="366"/>
                    <a:pt x="401" y="361"/>
                    <a:pt x="402" y="362"/>
                  </a:cubicBezTo>
                  <a:cubicBezTo>
                    <a:pt x="403" y="362"/>
                    <a:pt x="401" y="364"/>
                    <a:pt x="401" y="364"/>
                  </a:cubicBezTo>
                  <a:close/>
                  <a:moveTo>
                    <a:pt x="400" y="245"/>
                  </a:moveTo>
                  <a:cubicBezTo>
                    <a:pt x="401" y="244"/>
                    <a:pt x="399" y="246"/>
                    <a:pt x="400" y="245"/>
                  </a:cubicBezTo>
                  <a:close/>
                  <a:moveTo>
                    <a:pt x="402" y="477"/>
                  </a:moveTo>
                  <a:cubicBezTo>
                    <a:pt x="401" y="478"/>
                    <a:pt x="403" y="476"/>
                    <a:pt x="402" y="477"/>
                  </a:cubicBezTo>
                  <a:close/>
                  <a:moveTo>
                    <a:pt x="402" y="458"/>
                  </a:moveTo>
                  <a:cubicBezTo>
                    <a:pt x="401" y="457"/>
                    <a:pt x="406" y="457"/>
                    <a:pt x="404" y="458"/>
                  </a:cubicBezTo>
                  <a:cubicBezTo>
                    <a:pt x="403" y="458"/>
                    <a:pt x="403" y="459"/>
                    <a:pt x="402" y="458"/>
                  </a:cubicBezTo>
                  <a:close/>
                  <a:moveTo>
                    <a:pt x="406" y="578"/>
                  </a:moveTo>
                  <a:cubicBezTo>
                    <a:pt x="406" y="578"/>
                    <a:pt x="408" y="577"/>
                    <a:pt x="409" y="578"/>
                  </a:cubicBezTo>
                  <a:cubicBezTo>
                    <a:pt x="409" y="579"/>
                    <a:pt x="406" y="580"/>
                    <a:pt x="406" y="578"/>
                  </a:cubicBezTo>
                  <a:close/>
                  <a:moveTo>
                    <a:pt x="409" y="606"/>
                  </a:moveTo>
                  <a:cubicBezTo>
                    <a:pt x="408" y="607"/>
                    <a:pt x="407" y="606"/>
                    <a:pt x="409" y="606"/>
                  </a:cubicBezTo>
                  <a:close/>
                  <a:moveTo>
                    <a:pt x="408" y="313"/>
                  </a:moveTo>
                  <a:cubicBezTo>
                    <a:pt x="407" y="314"/>
                    <a:pt x="409" y="312"/>
                    <a:pt x="408" y="313"/>
                  </a:cubicBezTo>
                  <a:close/>
                  <a:moveTo>
                    <a:pt x="407" y="275"/>
                  </a:moveTo>
                  <a:cubicBezTo>
                    <a:pt x="407" y="273"/>
                    <a:pt x="410" y="273"/>
                    <a:pt x="407" y="275"/>
                  </a:cubicBezTo>
                  <a:close/>
                  <a:moveTo>
                    <a:pt x="408" y="442"/>
                  </a:moveTo>
                  <a:cubicBezTo>
                    <a:pt x="408" y="443"/>
                    <a:pt x="407" y="443"/>
                    <a:pt x="406" y="443"/>
                  </a:cubicBezTo>
                  <a:cubicBezTo>
                    <a:pt x="406" y="443"/>
                    <a:pt x="407" y="442"/>
                    <a:pt x="408" y="442"/>
                  </a:cubicBezTo>
                  <a:close/>
                  <a:moveTo>
                    <a:pt x="406" y="543"/>
                  </a:moveTo>
                  <a:cubicBezTo>
                    <a:pt x="406" y="544"/>
                    <a:pt x="405" y="543"/>
                    <a:pt x="405" y="543"/>
                  </a:cubicBezTo>
                  <a:cubicBezTo>
                    <a:pt x="406" y="542"/>
                    <a:pt x="406" y="543"/>
                    <a:pt x="406" y="543"/>
                  </a:cubicBezTo>
                  <a:close/>
                  <a:moveTo>
                    <a:pt x="405" y="445"/>
                  </a:moveTo>
                  <a:cubicBezTo>
                    <a:pt x="404" y="444"/>
                    <a:pt x="406" y="443"/>
                    <a:pt x="405" y="445"/>
                  </a:cubicBezTo>
                  <a:close/>
                  <a:moveTo>
                    <a:pt x="404" y="396"/>
                  </a:moveTo>
                  <a:cubicBezTo>
                    <a:pt x="404" y="395"/>
                    <a:pt x="405" y="395"/>
                    <a:pt x="406" y="395"/>
                  </a:cubicBezTo>
                  <a:cubicBezTo>
                    <a:pt x="405" y="395"/>
                    <a:pt x="405" y="396"/>
                    <a:pt x="404" y="396"/>
                  </a:cubicBezTo>
                  <a:close/>
                  <a:moveTo>
                    <a:pt x="403" y="318"/>
                  </a:moveTo>
                  <a:cubicBezTo>
                    <a:pt x="403" y="317"/>
                    <a:pt x="404" y="317"/>
                    <a:pt x="404" y="316"/>
                  </a:cubicBezTo>
                  <a:cubicBezTo>
                    <a:pt x="405" y="316"/>
                    <a:pt x="403" y="318"/>
                    <a:pt x="403" y="318"/>
                  </a:cubicBezTo>
                  <a:close/>
                  <a:moveTo>
                    <a:pt x="404" y="524"/>
                  </a:moveTo>
                  <a:cubicBezTo>
                    <a:pt x="404" y="524"/>
                    <a:pt x="404" y="523"/>
                    <a:pt x="404" y="523"/>
                  </a:cubicBezTo>
                  <a:cubicBezTo>
                    <a:pt x="404" y="521"/>
                    <a:pt x="406" y="524"/>
                    <a:pt x="404" y="524"/>
                  </a:cubicBezTo>
                  <a:close/>
                  <a:moveTo>
                    <a:pt x="405" y="525"/>
                  </a:moveTo>
                  <a:cubicBezTo>
                    <a:pt x="405" y="525"/>
                    <a:pt x="405" y="525"/>
                    <a:pt x="405" y="525"/>
                  </a:cubicBezTo>
                  <a:cubicBezTo>
                    <a:pt x="405" y="525"/>
                    <a:pt x="405" y="525"/>
                    <a:pt x="405" y="525"/>
                  </a:cubicBezTo>
                  <a:close/>
                  <a:moveTo>
                    <a:pt x="404" y="655"/>
                  </a:moveTo>
                  <a:cubicBezTo>
                    <a:pt x="405" y="653"/>
                    <a:pt x="407" y="655"/>
                    <a:pt x="404" y="655"/>
                  </a:cubicBezTo>
                  <a:close/>
                  <a:moveTo>
                    <a:pt x="407" y="684"/>
                  </a:moveTo>
                  <a:cubicBezTo>
                    <a:pt x="407" y="684"/>
                    <a:pt x="405" y="685"/>
                    <a:pt x="405" y="683"/>
                  </a:cubicBezTo>
                  <a:cubicBezTo>
                    <a:pt x="405" y="683"/>
                    <a:pt x="407" y="683"/>
                    <a:pt x="407" y="684"/>
                  </a:cubicBezTo>
                  <a:close/>
                  <a:moveTo>
                    <a:pt x="409" y="608"/>
                  </a:moveTo>
                  <a:cubicBezTo>
                    <a:pt x="410" y="608"/>
                    <a:pt x="408" y="610"/>
                    <a:pt x="407" y="609"/>
                  </a:cubicBezTo>
                  <a:cubicBezTo>
                    <a:pt x="407" y="609"/>
                    <a:pt x="409" y="608"/>
                    <a:pt x="409" y="608"/>
                  </a:cubicBezTo>
                  <a:close/>
                  <a:moveTo>
                    <a:pt x="410" y="568"/>
                  </a:moveTo>
                  <a:cubicBezTo>
                    <a:pt x="410" y="568"/>
                    <a:pt x="409" y="568"/>
                    <a:pt x="409" y="568"/>
                  </a:cubicBezTo>
                  <a:cubicBezTo>
                    <a:pt x="408" y="567"/>
                    <a:pt x="411" y="566"/>
                    <a:pt x="410" y="568"/>
                  </a:cubicBezTo>
                  <a:close/>
                  <a:moveTo>
                    <a:pt x="409" y="52"/>
                  </a:moveTo>
                  <a:cubicBezTo>
                    <a:pt x="410" y="51"/>
                    <a:pt x="412" y="49"/>
                    <a:pt x="414" y="50"/>
                  </a:cubicBezTo>
                  <a:cubicBezTo>
                    <a:pt x="416" y="51"/>
                    <a:pt x="411" y="53"/>
                    <a:pt x="409" y="52"/>
                  </a:cubicBezTo>
                  <a:close/>
                  <a:moveTo>
                    <a:pt x="409" y="237"/>
                  </a:moveTo>
                  <a:cubicBezTo>
                    <a:pt x="409" y="239"/>
                    <a:pt x="407" y="238"/>
                    <a:pt x="409" y="237"/>
                  </a:cubicBezTo>
                  <a:close/>
                  <a:moveTo>
                    <a:pt x="408" y="55"/>
                  </a:moveTo>
                  <a:cubicBezTo>
                    <a:pt x="408" y="55"/>
                    <a:pt x="408" y="55"/>
                    <a:pt x="409" y="55"/>
                  </a:cubicBezTo>
                  <a:cubicBezTo>
                    <a:pt x="409" y="57"/>
                    <a:pt x="406" y="53"/>
                    <a:pt x="408" y="55"/>
                  </a:cubicBezTo>
                  <a:close/>
                  <a:moveTo>
                    <a:pt x="406" y="162"/>
                  </a:moveTo>
                  <a:cubicBezTo>
                    <a:pt x="404" y="163"/>
                    <a:pt x="403" y="163"/>
                    <a:pt x="401" y="163"/>
                  </a:cubicBezTo>
                  <a:cubicBezTo>
                    <a:pt x="401" y="164"/>
                    <a:pt x="400" y="164"/>
                    <a:pt x="400" y="164"/>
                  </a:cubicBezTo>
                  <a:cubicBezTo>
                    <a:pt x="400" y="164"/>
                    <a:pt x="401" y="164"/>
                    <a:pt x="401" y="163"/>
                  </a:cubicBezTo>
                  <a:cubicBezTo>
                    <a:pt x="403" y="162"/>
                    <a:pt x="406" y="160"/>
                    <a:pt x="407" y="159"/>
                  </a:cubicBezTo>
                  <a:cubicBezTo>
                    <a:pt x="410" y="159"/>
                    <a:pt x="406" y="162"/>
                    <a:pt x="406" y="162"/>
                  </a:cubicBezTo>
                  <a:close/>
                  <a:moveTo>
                    <a:pt x="393" y="311"/>
                  </a:moveTo>
                  <a:cubicBezTo>
                    <a:pt x="391" y="311"/>
                    <a:pt x="394" y="305"/>
                    <a:pt x="395" y="306"/>
                  </a:cubicBezTo>
                  <a:cubicBezTo>
                    <a:pt x="397" y="307"/>
                    <a:pt x="394" y="311"/>
                    <a:pt x="393" y="311"/>
                  </a:cubicBezTo>
                  <a:close/>
                  <a:moveTo>
                    <a:pt x="396" y="305"/>
                  </a:moveTo>
                  <a:cubicBezTo>
                    <a:pt x="397" y="304"/>
                    <a:pt x="395" y="306"/>
                    <a:pt x="396" y="305"/>
                  </a:cubicBezTo>
                  <a:close/>
                  <a:moveTo>
                    <a:pt x="394" y="421"/>
                  </a:moveTo>
                  <a:cubicBezTo>
                    <a:pt x="395" y="422"/>
                    <a:pt x="393" y="423"/>
                    <a:pt x="394" y="421"/>
                  </a:cubicBezTo>
                  <a:close/>
                  <a:moveTo>
                    <a:pt x="393" y="423"/>
                  </a:moveTo>
                  <a:cubicBezTo>
                    <a:pt x="393" y="424"/>
                    <a:pt x="392" y="424"/>
                    <a:pt x="391" y="424"/>
                  </a:cubicBezTo>
                  <a:cubicBezTo>
                    <a:pt x="391" y="423"/>
                    <a:pt x="392" y="423"/>
                    <a:pt x="393" y="423"/>
                  </a:cubicBezTo>
                  <a:close/>
                  <a:moveTo>
                    <a:pt x="391" y="240"/>
                  </a:moveTo>
                  <a:cubicBezTo>
                    <a:pt x="390" y="240"/>
                    <a:pt x="392" y="238"/>
                    <a:pt x="391" y="240"/>
                  </a:cubicBezTo>
                  <a:close/>
                  <a:moveTo>
                    <a:pt x="392" y="270"/>
                  </a:moveTo>
                  <a:cubicBezTo>
                    <a:pt x="391" y="270"/>
                    <a:pt x="393" y="269"/>
                    <a:pt x="393" y="268"/>
                  </a:cubicBezTo>
                  <a:cubicBezTo>
                    <a:pt x="394" y="269"/>
                    <a:pt x="392" y="269"/>
                    <a:pt x="392" y="270"/>
                  </a:cubicBezTo>
                  <a:close/>
                  <a:moveTo>
                    <a:pt x="392" y="138"/>
                  </a:moveTo>
                  <a:cubicBezTo>
                    <a:pt x="394" y="139"/>
                    <a:pt x="391" y="137"/>
                    <a:pt x="392" y="138"/>
                  </a:cubicBezTo>
                  <a:close/>
                  <a:moveTo>
                    <a:pt x="390" y="132"/>
                  </a:moveTo>
                  <a:cubicBezTo>
                    <a:pt x="391" y="132"/>
                    <a:pt x="392" y="132"/>
                    <a:pt x="392" y="132"/>
                  </a:cubicBezTo>
                  <a:cubicBezTo>
                    <a:pt x="392" y="132"/>
                    <a:pt x="391" y="133"/>
                    <a:pt x="390" y="132"/>
                  </a:cubicBezTo>
                  <a:close/>
                  <a:moveTo>
                    <a:pt x="384" y="595"/>
                  </a:moveTo>
                  <a:cubicBezTo>
                    <a:pt x="392" y="593"/>
                    <a:pt x="390" y="603"/>
                    <a:pt x="384" y="604"/>
                  </a:cubicBezTo>
                  <a:cubicBezTo>
                    <a:pt x="378" y="604"/>
                    <a:pt x="379" y="597"/>
                    <a:pt x="384" y="595"/>
                  </a:cubicBezTo>
                  <a:close/>
                  <a:moveTo>
                    <a:pt x="380" y="627"/>
                  </a:moveTo>
                  <a:cubicBezTo>
                    <a:pt x="380" y="627"/>
                    <a:pt x="379" y="627"/>
                    <a:pt x="379" y="627"/>
                  </a:cubicBezTo>
                  <a:cubicBezTo>
                    <a:pt x="379" y="624"/>
                    <a:pt x="381" y="628"/>
                    <a:pt x="380" y="627"/>
                  </a:cubicBezTo>
                  <a:close/>
                  <a:moveTo>
                    <a:pt x="387" y="569"/>
                  </a:moveTo>
                  <a:cubicBezTo>
                    <a:pt x="387" y="569"/>
                    <a:pt x="387" y="569"/>
                    <a:pt x="387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8" y="569"/>
                    <a:pt x="389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7" y="569"/>
                    <a:pt x="387" y="569"/>
                  </a:cubicBezTo>
                  <a:close/>
                  <a:moveTo>
                    <a:pt x="380" y="511"/>
                  </a:moveTo>
                  <a:cubicBezTo>
                    <a:pt x="380" y="511"/>
                    <a:pt x="380" y="512"/>
                    <a:pt x="380" y="512"/>
                  </a:cubicBezTo>
                  <a:cubicBezTo>
                    <a:pt x="379" y="511"/>
                    <a:pt x="381" y="510"/>
                    <a:pt x="380" y="511"/>
                  </a:cubicBezTo>
                  <a:close/>
                  <a:moveTo>
                    <a:pt x="379" y="533"/>
                  </a:moveTo>
                  <a:cubicBezTo>
                    <a:pt x="380" y="532"/>
                    <a:pt x="381" y="533"/>
                    <a:pt x="379" y="533"/>
                  </a:cubicBezTo>
                  <a:close/>
                  <a:moveTo>
                    <a:pt x="379" y="572"/>
                  </a:move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lose/>
                  <a:moveTo>
                    <a:pt x="380" y="590"/>
                  </a:moveTo>
                  <a:cubicBezTo>
                    <a:pt x="380" y="590"/>
                    <a:pt x="379" y="591"/>
                    <a:pt x="379" y="591"/>
                  </a:cubicBezTo>
                  <a:cubicBezTo>
                    <a:pt x="378" y="592"/>
                    <a:pt x="379" y="589"/>
                    <a:pt x="380" y="590"/>
                  </a:cubicBezTo>
                  <a:close/>
                  <a:moveTo>
                    <a:pt x="381" y="633"/>
                  </a:moveTo>
                  <a:cubicBezTo>
                    <a:pt x="382" y="633"/>
                    <a:pt x="384" y="632"/>
                    <a:pt x="384" y="632"/>
                  </a:cubicBezTo>
                  <a:cubicBezTo>
                    <a:pt x="385" y="633"/>
                    <a:pt x="381" y="634"/>
                    <a:pt x="381" y="633"/>
                  </a:cubicBezTo>
                  <a:close/>
                  <a:moveTo>
                    <a:pt x="382" y="620"/>
                  </a:moveTo>
                  <a:cubicBezTo>
                    <a:pt x="379" y="617"/>
                    <a:pt x="382" y="612"/>
                    <a:pt x="386" y="611"/>
                  </a:cubicBezTo>
                  <a:cubicBezTo>
                    <a:pt x="387" y="610"/>
                    <a:pt x="390" y="611"/>
                    <a:pt x="392" y="611"/>
                  </a:cubicBezTo>
                  <a:cubicBezTo>
                    <a:pt x="395" y="611"/>
                    <a:pt x="393" y="611"/>
                    <a:pt x="395" y="613"/>
                  </a:cubicBezTo>
                  <a:cubicBezTo>
                    <a:pt x="397" y="616"/>
                    <a:pt x="396" y="621"/>
                    <a:pt x="392" y="620"/>
                  </a:cubicBezTo>
                  <a:cubicBezTo>
                    <a:pt x="394" y="614"/>
                    <a:pt x="391" y="621"/>
                    <a:pt x="389" y="622"/>
                  </a:cubicBezTo>
                  <a:cubicBezTo>
                    <a:pt x="388" y="622"/>
                    <a:pt x="383" y="621"/>
                    <a:pt x="382" y="620"/>
                  </a:cubicBezTo>
                  <a:close/>
                  <a:moveTo>
                    <a:pt x="388" y="623"/>
                  </a:moveTo>
                  <a:cubicBezTo>
                    <a:pt x="389" y="623"/>
                    <a:pt x="397" y="619"/>
                    <a:pt x="396" y="622"/>
                  </a:cubicBezTo>
                  <a:cubicBezTo>
                    <a:pt x="396" y="623"/>
                    <a:pt x="390" y="624"/>
                    <a:pt x="388" y="623"/>
                  </a:cubicBezTo>
                  <a:close/>
                  <a:moveTo>
                    <a:pt x="394" y="625"/>
                  </a:moveTo>
                  <a:cubicBezTo>
                    <a:pt x="394" y="626"/>
                    <a:pt x="393" y="626"/>
                    <a:pt x="392" y="625"/>
                  </a:cubicBezTo>
                  <a:cubicBezTo>
                    <a:pt x="392" y="624"/>
                    <a:pt x="395" y="625"/>
                    <a:pt x="394" y="625"/>
                  </a:cubicBezTo>
                  <a:close/>
                  <a:moveTo>
                    <a:pt x="392" y="698"/>
                  </a:moveTo>
                  <a:cubicBezTo>
                    <a:pt x="392" y="698"/>
                    <a:pt x="394" y="697"/>
                    <a:pt x="394" y="698"/>
                  </a:cubicBezTo>
                  <a:cubicBezTo>
                    <a:pt x="394" y="699"/>
                    <a:pt x="393" y="698"/>
                    <a:pt x="392" y="698"/>
                  </a:cubicBezTo>
                  <a:close/>
                  <a:moveTo>
                    <a:pt x="392" y="637"/>
                  </a:moveTo>
                  <a:cubicBezTo>
                    <a:pt x="392" y="636"/>
                    <a:pt x="394" y="636"/>
                    <a:pt x="394" y="637"/>
                  </a:cubicBezTo>
                  <a:cubicBezTo>
                    <a:pt x="395" y="638"/>
                    <a:pt x="392" y="637"/>
                    <a:pt x="392" y="637"/>
                  </a:cubicBezTo>
                  <a:close/>
                  <a:moveTo>
                    <a:pt x="395" y="671"/>
                  </a:moveTo>
                  <a:cubicBezTo>
                    <a:pt x="394" y="671"/>
                    <a:pt x="396" y="670"/>
                    <a:pt x="397" y="671"/>
                  </a:cubicBezTo>
                  <a:cubicBezTo>
                    <a:pt x="397" y="672"/>
                    <a:pt x="395" y="672"/>
                    <a:pt x="395" y="671"/>
                  </a:cubicBezTo>
                  <a:close/>
                  <a:moveTo>
                    <a:pt x="396" y="648"/>
                  </a:moveTo>
                  <a:cubicBezTo>
                    <a:pt x="396" y="647"/>
                    <a:pt x="397" y="647"/>
                    <a:pt x="398" y="648"/>
                  </a:cubicBezTo>
                  <a:cubicBezTo>
                    <a:pt x="397" y="648"/>
                    <a:pt x="397" y="648"/>
                    <a:pt x="396" y="648"/>
                  </a:cubicBezTo>
                  <a:close/>
                  <a:moveTo>
                    <a:pt x="400" y="692"/>
                  </a:moveTo>
                  <a:cubicBezTo>
                    <a:pt x="399" y="692"/>
                    <a:pt x="397" y="692"/>
                    <a:pt x="397" y="691"/>
                  </a:cubicBezTo>
                  <a:cubicBezTo>
                    <a:pt x="397" y="689"/>
                    <a:pt x="400" y="691"/>
                    <a:pt x="400" y="692"/>
                  </a:cubicBezTo>
                  <a:close/>
                  <a:moveTo>
                    <a:pt x="401" y="665"/>
                  </a:moveTo>
                  <a:cubicBezTo>
                    <a:pt x="401" y="663"/>
                    <a:pt x="401" y="666"/>
                    <a:pt x="401" y="665"/>
                  </a:cubicBezTo>
                  <a:close/>
                  <a:moveTo>
                    <a:pt x="400" y="653"/>
                  </a:moveTo>
                  <a:cubicBezTo>
                    <a:pt x="400" y="650"/>
                    <a:pt x="404" y="652"/>
                    <a:pt x="403" y="653"/>
                  </a:cubicBezTo>
                  <a:cubicBezTo>
                    <a:pt x="403" y="655"/>
                    <a:pt x="400" y="654"/>
                    <a:pt x="400" y="653"/>
                  </a:cubicBezTo>
                  <a:close/>
                  <a:moveTo>
                    <a:pt x="402" y="661"/>
                  </a:moveTo>
                  <a:cubicBezTo>
                    <a:pt x="401" y="660"/>
                    <a:pt x="403" y="660"/>
                    <a:pt x="403" y="660"/>
                  </a:cubicBezTo>
                  <a:cubicBezTo>
                    <a:pt x="403" y="661"/>
                    <a:pt x="402" y="661"/>
                    <a:pt x="402" y="661"/>
                  </a:cubicBezTo>
                  <a:close/>
                  <a:moveTo>
                    <a:pt x="405" y="663"/>
                  </a:moveTo>
                  <a:cubicBezTo>
                    <a:pt x="404" y="664"/>
                    <a:pt x="404" y="664"/>
                    <a:pt x="403" y="663"/>
                  </a:cubicBezTo>
                  <a:cubicBezTo>
                    <a:pt x="403" y="662"/>
                    <a:pt x="406" y="662"/>
                    <a:pt x="405" y="663"/>
                  </a:cubicBezTo>
                  <a:close/>
                  <a:moveTo>
                    <a:pt x="404" y="703"/>
                  </a:moveTo>
                  <a:cubicBezTo>
                    <a:pt x="405" y="701"/>
                    <a:pt x="409" y="701"/>
                    <a:pt x="411" y="701"/>
                  </a:cubicBezTo>
                  <a:cubicBezTo>
                    <a:pt x="409" y="702"/>
                    <a:pt x="406" y="702"/>
                    <a:pt x="404" y="703"/>
                  </a:cubicBezTo>
                  <a:close/>
                  <a:moveTo>
                    <a:pt x="407" y="752"/>
                  </a:moveTo>
                  <a:cubicBezTo>
                    <a:pt x="407" y="753"/>
                    <a:pt x="406" y="751"/>
                    <a:pt x="406" y="751"/>
                  </a:cubicBezTo>
                  <a:cubicBezTo>
                    <a:pt x="406" y="750"/>
                    <a:pt x="409" y="751"/>
                    <a:pt x="407" y="752"/>
                  </a:cubicBezTo>
                  <a:close/>
                  <a:moveTo>
                    <a:pt x="404" y="753"/>
                  </a:moveTo>
                  <a:cubicBezTo>
                    <a:pt x="405" y="752"/>
                    <a:pt x="406" y="753"/>
                    <a:pt x="407" y="753"/>
                  </a:cubicBezTo>
                  <a:cubicBezTo>
                    <a:pt x="406" y="754"/>
                    <a:pt x="405" y="753"/>
                    <a:pt x="404" y="753"/>
                  </a:cubicBezTo>
                  <a:close/>
                  <a:moveTo>
                    <a:pt x="413" y="782"/>
                  </a:moveTo>
                  <a:cubicBezTo>
                    <a:pt x="412" y="781"/>
                    <a:pt x="415" y="781"/>
                    <a:pt x="415" y="782"/>
                  </a:cubicBezTo>
                  <a:cubicBezTo>
                    <a:pt x="415" y="782"/>
                    <a:pt x="413" y="783"/>
                    <a:pt x="413" y="782"/>
                  </a:cubicBezTo>
                  <a:close/>
                  <a:moveTo>
                    <a:pt x="415" y="790"/>
                  </a:moveTo>
                  <a:cubicBezTo>
                    <a:pt x="415" y="790"/>
                    <a:pt x="416" y="791"/>
                    <a:pt x="416" y="791"/>
                  </a:cubicBezTo>
                  <a:cubicBezTo>
                    <a:pt x="416" y="792"/>
                    <a:pt x="414" y="791"/>
                    <a:pt x="415" y="790"/>
                  </a:cubicBezTo>
                  <a:close/>
                  <a:moveTo>
                    <a:pt x="416" y="769"/>
                  </a:moveTo>
                  <a:cubicBezTo>
                    <a:pt x="415" y="771"/>
                    <a:pt x="412" y="767"/>
                    <a:pt x="409" y="767"/>
                  </a:cubicBezTo>
                  <a:cubicBezTo>
                    <a:pt x="408" y="767"/>
                    <a:pt x="403" y="768"/>
                    <a:pt x="402" y="766"/>
                  </a:cubicBezTo>
                  <a:cubicBezTo>
                    <a:pt x="402" y="764"/>
                    <a:pt x="408" y="766"/>
                    <a:pt x="409" y="765"/>
                  </a:cubicBezTo>
                  <a:cubicBezTo>
                    <a:pt x="409" y="765"/>
                    <a:pt x="407" y="761"/>
                    <a:pt x="407" y="760"/>
                  </a:cubicBezTo>
                  <a:cubicBezTo>
                    <a:pt x="407" y="752"/>
                    <a:pt x="419" y="758"/>
                    <a:pt x="422" y="761"/>
                  </a:cubicBezTo>
                  <a:cubicBezTo>
                    <a:pt x="426" y="765"/>
                    <a:pt x="417" y="761"/>
                    <a:pt x="419" y="766"/>
                  </a:cubicBezTo>
                  <a:cubicBezTo>
                    <a:pt x="416" y="764"/>
                    <a:pt x="417" y="769"/>
                    <a:pt x="416" y="769"/>
                  </a:cubicBezTo>
                  <a:close/>
                  <a:moveTo>
                    <a:pt x="420" y="776"/>
                  </a:moveTo>
                  <a:cubicBezTo>
                    <a:pt x="422" y="777"/>
                    <a:pt x="419" y="780"/>
                    <a:pt x="419" y="777"/>
                  </a:cubicBezTo>
                  <a:cubicBezTo>
                    <a:pt x="419" y="777"/>
                    <a:pt x="419" y="776"/>
                    <a:pt x="420" y="776"/>
                  </a:cubicBezTo>
                  <a:close/>
                  <a:moveTo>
                    <a:pt x="419" y="781"/>
                  </a:moveTo>
                  <a:cubicBezTo>
                    <a:pt x="420" y="780"/>
                    <a:pt x="421" y="780"/>
                    <a:pt x="423" y="780"/>
                  </a:cubicBezTo>
                  <a:cubicBezTo>
                    <a:pt x="422" y="781"/>
                    <a:pt x="420" y="781"/>
                    <a:pt x="419" y="781"/>
                  </a:cubicBezTo>
                  <a:close/>
                  <a:moveTo>
                    <a:pt x="422" y="781"/>
                  </a:moveTo>
                  <a:cubicBezTo>
                    <a:pt x="422" y="780"/>
                    <a:pt x="423" y="780"/>
                    <a:pt x="423" y="781"/>
                  </a:cubicBezTo>
                  <a:cubicBezTo>
                    <a:pt x="423" y="781"/>
                    <a:pt x="422" y="782"/>
                    <a:pt x="422" y="781"/>
                  </a:cubicBezTo>
                  <a:close/>
                  <a:moveTo>
                    <a:pt x="424" y="780"/>
                  </a:moveTo>
                  <a:cubicBezTo>
                    <a:pt x="423" y="780"/>
                    <a:pt x="426" y="781"/>
                    <a:pt x="424" y="780"/>
                  </a:cubicBezTo>
                  <a:close/>
                  <a:moveTo>
                    <a:pt x="428" y="750"/>
                  </a:moveTo>
                  <a:cubicBezTo>
                    <a:pt x="427" y="750"/>
                    <a:pt x="427" y="749"/>
                    <a:pt x="428" y="750"/>
                  </a:cubicBezTo>
                  <a:close/>
                  <a:moveTo>
                    <a:pt x="424" y="728"/>
                  </a:moveTo>
                  <a:cubicBezTo>
                    <a:pt x="424" y="727"/>
                    <a:pt x="428" y="726"/>
                    <a:pt x="428" y="728"/>
                  </a:cubicBezTo>
                  <a:cubicBezTo>
                    <a:pt x="429" y="730"/>
                    <a:pt x="424" y="731"/>
                    <a:pt x="424" y="728"/>
                  </a:cubicBezTo>
                  <a:close/>
                  <a:moveTo>
                    <a:pt x="429" y="774"/>
                  </a:moveTo>
                  <a:cubicBezTo>
                    <a:pt x="429" y="773"/>
                    <a:pt x="431" y="773"/>
                    <a:pt x="431" y="773"/>
                  </a:cubicBezTo>
                  <a:cubicBezTo>
                    <a:pt x="432" y="774"/>
                    <a:pt x="429" y="775"/>
                    <a:pt x="429" y="774"/>
                  </a:cubicBezTo>
                  <a:close/>
                  <a:moveTo>
                    <a:pt x="436" y="765"/>
                  </a:moveTo>
                  <a:cubicBezTo>
                    <a:pt x="437" y="763"/>
                    <a:pt x="441" y="765"/>
                    <a:pt x="441" y="767"/>
                  </a:cubicBezTo>
                  <a:cubicBezTo>
                    <a:pt x="440" y="769"/>
                    <a:pt x="435" y="768"/>
                    <a:pt x="436" y="765"/>
                  </a:cubicBezTo>
                  <a:close/>
                  <a:moveTo>
                    <a:pt x="430" y="758"/>
                  </a:moveTo>
                  <a:cubicBezTo>
                    <a:pt x="432" y="757"/>
                    <a:pt x="442" y="760"/>
                    <a:pt x="441" y="760"/>
                  </a:cubicBezTo>
                  <a:cubicBezTo>
                    <a:pt x="440" y="761"/>
                    <a:pt x="433" y="758"/>
                    <a:pt x="430" y="758"/>
                  </a:cubicBezTo>
                  <a:close/>
                  <a:moveTo>
                    <a:pt x="439" y="757"/>
                  </a:moveTo>
                  <a:cubicBezTo>
                    <a:pt x="440" y="755"/>
                    <a:pt x="443" y="755"/>
                    <a:pt x="445" y="756"/>
                  </a:cubicBezTo>
                  <a:cubicBezTo>
                    <a:pt x="443" y="756"/>
                    <a:pt x="441" y="757"/>
                    <a:pt x="439" y="757"/>
                  </a:cubicBezTo>
                  <a:close/>
                  <a:moveTo>
                    <a:pt x="442" y="718"/>
                  </a:moveTo>
                  <a:cubicBezTo>
                    <a:pt x="442" y="716"/>
                    <a:pt x="446" y="716"/>
                    <a:pt x="446" y="718"/>
                  </a:cubicBezTo>
                  <a:cubicBezTo>
                    <a:pt x="446" y="718"/>
                    <a:pt x="442" y="720"/>
                    <a:pt x="442" y="718"/>
                  </a:cubicBezTo>
                  <a:close/>
                  <a:moveTo>
                    <a:pt x="446" y="755"/>
                  </a:moveTo>
                  <a:cubicBezTo>
                    <a:pt x="448" y="755"/>
                    <a:pt x="450" y="754"/>
                    <a:pt x="452" y="755"/>
                  </a:cubicBezTo>
                  <a:cubicBezTo>
                    <a:pt x="450" y="755"/>
                    <a:pt x="448" y="756"/>
                    <a:pt x="446" y="755"/>
                  </a:cubicBezTo>
                  <a:close/>
                  <a:moveTo>
                    <a:pt x="453" y="520"/>
                  </a:moveTo>
                  <a:cubicBezTo>
                    <a:pt x="454" y="520"/>
                    <a:pt x="453" y="521"/>
                    <a:pt x="453" y="521"/>
                  </a:cubicBezTo>
                  <a:cubicBezTo>
                    <a:pt x="450" y="523"/>
                    <a:pt x="452" y="518"/>
                    <a:pt x="453" y="520"/>
                  </a:cubicBezTo>
                  <a:close/>
                  <a:moveTo>
                    <a:pt x="453" y="590"/>
                  </a:moveTo>
                  <a:cubicBezTo>
                    <a:pt x="452" y="590"/>
                    <a:pt x="453" y="590"/>
                    <a:pt x="453" y="590"/>
                  </a:cubicBezTo>
                  <a:cubicBezTo>
                    <a:pt x="454" y="590"/>
                    <a:pt x="453" y="590"/>
                    <a:pt x="453" y="590"/>
                  </a:cubicBezTo>
                  <a:close/>
                  <a:moveTo>
                    <a:pt x="455" y="750"/>
                  </a:moveTo>
                  <a:cubicBezTo>
                    <a:pt x="455" y="750"/>
                    <a:pt x="454" y="750"/>
                    <a:pt x="455" y="750"/>
                  </a:cubicBezTo>
                  <a:close/>
                  <a:moveTo>
                    <a:pt x="455" y="750"/>
                  </a:move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lose/>
                  <a:moveTo>
                    <a:pt x="453" y="740"/>
                  </a:moveTo>
                  <a:cubicBezTo>
                    <a:pt x="455" y="737"/>
                    <a:pt x="457" y="739"/>
                    <a:pt x="453" y="740"/>
                  </a:cubicBezTo>
                  <a:close/>
                  <a:moveTo>
                    <a:pt x="454" y="643"/>
                  </a:moveTo>
                  <a:cubicBezTo>
                    <a:pt x="454" y="642"/>
                    <a:pt x="455" y="641"/>
                    <a:pt x="455" y="641"/>
                  </a:cubicBezTo>
                  <a:cubicBezTo>
                    <a:pt x="458" y="642"/>
                    <a:pt x="455" y="645"/>
                    <a:pt x="454" y="643"/>
                  </a:cubicBezTo>
                  <a:close/>
                  <a:moveTo>
                    <a:pt x="459" y="703"/>
                  </a:moveTo>
                  <a:cubicBezTo>
                    <a:pt x="456" y="704"/>
                    <a:pt x="455" y="702"/>
                    <a:pt x="459" y="703"/>
                  </a:cubicBezTo>
                  <a:close/>
                  <a:moveTo>
                    <a:pt x="457" y="743"/>
                  </a:moveTo>
                  <a:cubicBezTo>
                    <a:pt x="458" y="741"/>
                    <a:pt x="461" y="740"/>
                    <a:pt x="462" y="742"/>
                  </a:cubicBezTo>
                  <a:cubicBezTo>
                    <a:pt x="465" y="746"/>
                    <a:pt x="457" y="747"/>
                    <a:pt x="457" y="743"/>
                  </a:cubicBezTo>
                  <a:close/>
                  <a:moveTo>
                    <a:pt x="464" y="717"/>
                  </a:moveTo>
                  <a:cubicBezTo>
                    <a:pt x="463" y="717"/>
                    <a:pt x="463" y="717"/>
                    <a:pt x="464" y="717"/>
                  </a:cubicBezTo>
                  <a:close/>
                  <a:moveTo>
                    <a:pt x="466" y="739"/>
                  </a:moveTo>
                  <a:cubicBezTo>
                    <a:pt x="465" y="739"/>
                    <a:pt x="464" y="740"/>
                    <a:pt x="464" y="739"/>
                  </a:cubicBezTo>
                  <a:cubicBezTo>
                    <a:pt x="462" y="736"/>
                    <a:pt x="469" y="737"/>
                    <a:pt x="466" y="739"/>
                  </a:cubicBezTo>
                  <a:close/>
                  <a:moveTo>
                    <a:pt x="464" y="729"/>
                  </a:moveTo>
                  <a:cubicBezTo>
                    <a:pt x="465" y="728"/>
                    <a:pt x="466" y="728"/>
                    <a:pt x="467" y="728"/>
                  </a:cubicBezTo>
                  <a:cubicBezTo>
                    <a:pt x="467" y="729"/>
                    <a:pt x="465" y="729"/>
                    <a:pt x="464" y="729"/>
                  </a:cubicBezTo>
                  <a:close/>
                  <a:moveTo>
                    <a:pt x="465" y="693"/>
                  </a:moveTo>
                  <a:cubicBezTo>
                    <a:pt x="466" y="692"/>
                    <a:pt x="468" y="692"/>
                    <a:pt x="469" y="692"/>
                  </a:cubicBezTo>
                  <a:cubicBezTo>
                    <a:pt x="469" y="693"/>
                    <a:pt x="466" y="692"/>
                    <a:pt x="465" y="693"/>
                  </a:cubicBezTo>
                  <a:close/>
                  <a:moveTo>
                    <a:pt x="470" y="685"/>
                  </a:moveTo>
                  <a:cubicBezTo>
                    <a:pt x="470" y="686"/>
                    <a:pt x="468" y="685"/>
                    <a:pt x="470" y="685"/>
                  </a:cubicBezTo>
                  <a:close/>
                  <a:moveTo>
                    <a:pt x="467" y="662"/>
                  </a:moveTo>
                  <a:cubicBezTo>
                    <a:pt x="468" y="661"/>
                    <a:pt x="470" y="660"/>
                    <a:pt x="471" y="661"/>
                  </a:cubicBezTo>
                  <a:cubicBezTo>
                    <a:pt x="470" y="661"/>
                    <a:pt x="468" y="662"/>
                    <a:pt x="467" y="662"/>
                  </a:cubicBezTo>
                  <a:close/>
                  <a:moveTo>
                    <a:pt x="471" y="692"/>
                  </a:moveTo>
                  <a:cubicBezTo>
                    <a:pt x="471" y="691"/>
                    <a:pt x="473" y="690"/>
                    <a:pt x="473" y="691"/>
                  </a:cubicBezTo>
                  <a:cubicBezTo>
                    <a:pt x="473" y="691"/>
                    <a:pt x="472" y="691"/>
                    <a:pt x="471" y="692"/>
                  </a:cubicBezTo>
                  <a:close/>
                  <a:moveTo>
                    <a:pt x="472" y="674"/>
                  </a:moveTo>
                  <a:cubicBezTo>
                    <a:pt x="472" y="673"/>
                    <a:pt x="472" y="673"/>
                    <a:pt x="473" y="674"/>
                  </a:cubicBezTo>
                  <a:cubicBezTo>
                    <a:pt x="474" y="674"/>
                    <a:pt x="471" y="676"/>
                    <a:pt x="472" y="674"/>
                  </a:cubicBezTo>
                  <a:close/>
                  <a:moveTo>
                    <a:pt x="472" y="660"/>
                  </a:moveTo>
                  <a:cubicBezTo>
                    <a:pt x="472" y="660"/>
                    <a:pt x="473" y="659"/>
                    <a:pt x="474" y="660"/>
                  </a:cubicBezTo>
                  <a:cubicBezTo>
                    <a:pt x="474" y="660"/>
                    <a:pt x="472" y="660"/>
                    <a:pt x="472" y="660"/>
                  </a:cubicBezTo>
                  <a:close/>
                  <a:moveTo>
                    <a:pt x="466" y="644"/>
                  </a:moveTo>
                  <a:cubicBezTo>
                    <a:pt x="466" y="644"/>
                    <a:pt x="464" y="645"/>
                    <a:pt x="465" y="644"/>
                  </a:cubicBezTo>
                  <a:cubicBezTo>
                    <a:pt x="468" y="641"/>
                    <a:pt x="473" y="641"/>
                    <a:pt x="476" y="640"/>
                  </a:cubicBezTo>
                  <a:cubicBezTo>
                    <a:pt x="473" y="642"/>
                    <a:pt x="468" y="644"/>
                    <a:pt x="466" y="644"/>
                  </a:cubicBezTo>
                  <a:close/>
                  <a:moveTo>
                    <a:pt x="475" y="253"/>
                  </a:moveTo>
                  <a:cubicBezTo>
                    <a:pt x="475" y="253"/>
                    <a:pt x="476" y="252"/>
                    <a:pt x="476" y="253"/>
                  </a:cubicBezTo>
                  <a:cubicBezTo>
                    <a:pt x="477" y="255"/>
                    <a:pt x="474" y="255"/>
                    <a:pt x="475" y="253"/>
                  </a:cubicBezTo>
                  <a:close/>
                  <a:moveTo>
                    <a:pt x="478" y="685"/>
                  </a:moveTo>
                  <a:cubicBezTo>
                    <a:pt x="478" y="684"/>
                    <a:pt x="481" y="684"/>
                    <a:pt x="482" y="684"/>
                  </a:cubicBezTo>
                  <a:cubicBezTo>
                    <a:pt x="482" y="685"/>
                    <a:pt x="479" y="685"/>
                    <a:pt x="478" y="685"/>
                  </a:cubicBezTo>
                  <a:close/>
                  <a:moveTo>
                    <a:pt x="476" y="672"/>
                  </a:moveTo>
                  <a:cubicBezTo>
                    <a:pt x="476" y="668"/>
                    <a:pt x="483" y="671"/>
                    <a:pt x="482" y="673"/>
                  </a:cubicBezTo>
                  <a:cubicBezTo>
                    <a:pt x="482" y="675"/>
                    <a:pt x="476" y="675"/>
                    <a:pt x="476" y="672"/>
                  </a:cubicBezTo>
                  <a:close/>
                  <a:moveTo>
                    <a:pt x="484" y="112"/>
                  </a:moveTo>
                  <a:cubicBezTo>
                    <a:pt x="484" y="111"/>
                    <a:pt x="486" y="111"/>
                    <a:pt x="486" y="111"/>
                  </a:cubicBezTo>
                  <a:cubicBezTo>
                    <a:pt x="488" y="111"/>
                    <a:pt x="489" y="111"/>
                    <a:pt x="489" y="113"/>
                  </a:cubicBezTo>
                  <a:cubicBezTo>
                    <a:pt x="489" y="114"/>
                    <a:pt x="484" y="115"/>
                    <a:pt x="483" y="114"/>
                  </a:cubicBezTo>
                  <a:cubicBezTo>
                    <a:pt x="483" y="113"/>
                    <a:pt x="484" y="113"/>
                    <a:pt x="484" y="112"/>
                  </a:cubicBezTo>
                  <a:cubicBezTo>
                    <a:pt x="484" y="112"/>
                    <a:pt x="484" y="112"/>
                    <a:pt x="484" y="112"/>
                  </a:cubicBezTo>
                  <a:close/>
                  <a:moveTo>
                    <a:pt x="483" y="110"/>
                  </a:moveTo>
                  <a:cubicBezTo>
                    <a:pt x="483" y="111"/>
                    <a:pt x="482" y="111"/>
                    <a:pt x="481" y="111"/>
                  </a:cubicBezTo>
                  <a:cubicBezTo>
                    <a:pt x="481" y="110"/>
                    <a:pt x="483" y="111"/>
                    <a:pt x="483" y="110"/>
                  </a:cubicBezTo>
                  <a:close/>
                  <a:moveTo>
                    <a:pt x="476" y="116"/>
                  </a:moveTo>
                  <a:cubicBezTo>
                    <a:pt x="477" y="116"/>
                    <a:pt x="476" y="117"/>
                    <a:pt x="476" y="117"/>
                  </a:cubicBezTo>
                  <a:cubicBezTo>
                    <a:pt x="475" y="117"/>
                    <a:pt x="476" y="116"/>
                    <a:pt x="476" y="116"/>
                  </a:cubicBezTo>
                  <a:close/>
                  <a:moveTo>
                    <a:pt x="482" y="122"/>
                  </a:moveTo>
                  <a:cubicBezTo>
                    <a:pt x="481" y="124"/>
                    <a:pt x="477" y="125"/>
                    <a:pt x="475" y="126"/>
                  </a:cubicBezTo>
                  <a:cubicBezTo>
                    <a:pt x="477" y="124"/>
                    <a:pt x="479" y="123"/>
                    <a:pt x="482" y="122"/>
                  </a:cubicBezTo>
                  <a:close/>
                  <a:moveTo>
                    <a:pt x="476" y="146"/>
                  </a:moveTo>
                  <a:cubicBezTo>
                    <a:pt x="474" y="149"/>
                    <a:pt x="470" y="149"/>
                    <a:pt x="467" y="150"/>
                  </a:cubicBezTo>
                  <a:cubicBezTo>
                    <a:pt x="469" y="148"/>
                    <a:pt x="473" y="148"/>
                    <a:pt x="476" y="146"/>
                  </a:cubicBezTo>
                  <a:close/>
                  <a:moveTo>
                    <a:pt x="474" y="126"/>
                  </a:moveTo>
                  <a:cubicBezTo>
                    <a:pt x="473" y="127"/>
                    <a:pt x="471" y="128"/>
                    <a:pt x="469" y="128"/>
                  </a:cubicBezTo>
                  <a:cubicBezTo>
                    <a:pt x="470" y="128"/>
                    <a:pt x="471" y="129"/>
                    <a:pt x="470" y="130"/>
                  </a:cubicBezTo>
                  <a:cubicBezTo>
                    <a:pt x="470" y="131"/>
                    <a:pt x="467" y="131"/>
                    <a:pt x="467" y="130"/>
                  </a:cubicBezTo>
                  <a:cubicBezTo>
                    <a:pt x="467" y="129"/>
                    <a:pt x="468" y="129"/>
                    <a:pt x="469" y="128"/>
                  </a:cubicBezTo>
                  <a:cubicBezTo>
                    <a:pt x="469" y="128"/>
                    <a:pt x="468" y="128"/>
                    <a:pt x="468" y="128"/>
                  </a:cubicBezTo>
                  <a:cubicBezTo>
                    <a:pt x="470" y="127"/>
                    <a:pt x="472" y="127"/>
                    <a:pt x="474" y="126"/>
                  </a:cubicBezTo>
                  <a:close/>
                  <a:moveTo>
                    <a:pt x="470" y="106"/>
                  </a:moveTo>
                  <a:cubicBezTo>
                    <a:pt x="470" y="106"/>
                    <a:pt x="470" y="107"/>
                    <a:pt x="469" y="107"/>
                  </a:cubicBezTo>
                  <a:cubicBezTo>
                    <a:pt x="469" y="107"/>
                    <a:pt x="469" y="106"/>
                    <a:pt x="470" y="106"/>
                  </a:cubicBezTo>
                  <a:close/>
                  <a:moveTo>
                    <a:pt x="469" y="74"/>
                  </a:moveTo>
                  <a:cubicBezTo>
                    <a:pt x="468" y="74"/>
                    <a:pt x="467" y="74"/>
                    <a:pt x="466" y="74"/>
                  </a:cubicBezTo>
                  <a:cubicBezTo>
                    <a:pt x="467" y="73"/>
                    <a:pt x="468" y="73"/>
                    <a:pt x="469" y="74"/>
                  </a:cubicBezTo>
                  <a:close/>
                  <a:moveTo>
                    <a:pt x="466" y="75"/>
                  </a:moveTo>
                  <a:cubicBezTo>
                    <a:pt x="466" y="75"/>
                    <a:pt x="468" y="76"/>
                    <a:pt x="468" y="75"/>
                  </a:cubicBezTo>
                  <a:cubicBezTo>
                    <a:pt x="468" y="77"/>
                    <a:pt x="465" y="76"/>
                    <a:pt x="466" y="75"/>
                  </a:cubicBezTo>
                  <a:close/>
                  <a:moveTo>
                    <a:pt x="468" y="80"/>
                  </a:moveTo>
                  <a:cubicBezTo>
                    <a:pt x="468" y="81"/>
                    <a:pt x="466" y="81"/>
                    <a:pt x="466" y="79"/>
                  </a:cubicBezTo>
                  <a:cubicBezTo>
                    <a:pt x="467" y="79"/>
                    <a:pt x="468" y="79"/>
                    <a:pt x="468" y="80"/>
                  </a:cubicBezTo>
                  <a:close/>
                  <a:moveTo>
                    <a:pt x="466" y="93"/>
                  </a:moveTo>
                  <a:cubicBezTo>
                    <a:pt x="466" y="95"/>
                    <a:pt x="465" y="93"/>
                    <a:pt x="466" y="93"/>
                  </a:cubicBezTo>
                  <a:close/>
                  <a:moveTo>
                    <a:pt x="470" y="95"/>
                  </a:moveTo>
                  <a:cubicBezTo>
                    <a:pt x="472" y="95"/>
                    <a:pt x="473" y="98"/>
                    <a:pt x="471" y="100"/>
                  </a:cubicBezTo>
                  <a:cubicBezTo>
                    <a:pt x="470" y="101"/>
                    <a:pt x="468" y="101"/>
                    <a:pt x="467" y="101"/>
                  </a:cubicBezTo>
                  <a:cubicBezTo>
                    <a:pt x="465" y="101"/>
                    <a:pt x="463" y="102"/>
                    <a:pt x="463" y="101"/>
                  </a:cubicBezTo>
                  <a:cubicBezTo>
                    <a:pt x="463" y="101"/>
                    <a:pt x="463" y="101"/>
                    <a:pt x="464" y="101"/>
                  </a:cubicBezTo>
                  <a:cubicBezTo>
                    <a:pt x="463" y="101"/>
                    <a:pt x="463" y="101"/>
                    <a:pt x="463" y="101"/>
                  </a:cubicBezTo>
                  <a:cubicBezTo>
                    <a:pt x="463" y="101"/>
                    <a:pt x="462" y="100"/>
                    <a:pt x="462" y="101"/>
                  </a:cubicBezTo>
                  <a:cubicBezTo>
                    <a:pt x="461" y="99"/>
                    <a:pt x="467" y="94"/>
                    <a:pt x="470" y="95"/>
                  </a:cubicBezTo>
                  <a:close/>
                  <a:moveTo>
                    <a:pt x="470" y="59"/>
                  </a:moveTo>
                  <a:cubicBezTo>
                    <a:pt x="470" y="59"/>
                    <a:pt x="470" y="60"/>
                    <a:pt x="470" y="59"/>
                  </a:cubicBezTo>
                  <a:cubicBezTo>
                    <a:pt x="469" y="59"/>
                    <a:pt x="470" y="58"/>
                    <a:pt x="470" y="59"/>
                  </a:cubicBezTo>
                  <a:close/>
                  <a:moveTo>
                    <a:pt x="453" y="60"/>
                  </a:moveTo>
                  <a:cubicBezTo>
                    <a:pt x="455" y="59"/>
                    <a:pt x="458" y="61"/>
                    <a:pt x="461" y="61"/>
                  </a:cubicBezTo>
                  <a:cubicBezTo>
                    <a:pt x="462" y="61"/>
                    <a:pt x="467" y="59"/>
                    <a:pt x="468" y="61"/>
                  </a:cubicBezTo>
                  <a:cubicBezTo>
                    <a:pt x="468" y="62"/>
                    <a:pt x="462" y="62"/>
                    <a:pt x="462" y="62"/>
                  </a:cubicBezTo>
                  <a:cubicBezTo>
                    <a:pt x="462" y="63"/>
                    <a:pt x="465" y="66"/>
                    <a:pt x="465" y="67"/>
                  </a:cubicBezTo>
                  <a:cubicBezTo>
                    <a:pt x="467" y="75"/>
                    <a:pt x="454" y="72"/>
                    <a:pt x="450" y="70"/>
                  </a:cubicBezTo>
                  <a:cubicBezTo>
                    <a:pt x="445" y="67"/>
                    <a:pt x="455" y="69"/>
                    <a:pt x="451" y="64"/>
                  </a:cubicBezTo>
                  <a:cubicBezTo>
                    <a:pt x="455" y="66"/>
                    <a:pt x="453" y="61"/>
                    <a:pt x="453" y="60"/>
                  </a:cubicBezTo>
                  <a:close/>
                  <a:moveTo>
                    <a:pt x="454" y="47"/>
                  </a:moveTo>
                  <a:cubicBezTo>
                    <a:pt x="455" y="48"/>
                    <a:pt x="452" y="49"/>
                    <a:pt x="452" y="48"/>
                  </a:cubicBezTo>
                  <a:cubicBezTo>
                    <a:pt x="452" y="47"/>
                    <a:pt x="454" y="47"/>
                    <a:pt x="454" y="47"/>
                  </a:cubicBezTo>
                  <a:close/>
                  <a:moveTo>
                    <a:pt x="455" y="21"/>
                  </a:moveTo>
                  <a:cubicBezTo>
                    <a:pt x="456" y="22"/>
                    <a:pt x="453" y="22"/>
                    <a:pt x="453" y="21"/>
                  </a:cubicBezTo>
                  <a:cubicBezTo>
                    <a:pt x="453" y="20"/>
                    <a:pt x="455" y="20"/>
                    <a:pt x="455" y="21"/>
                  </a:cubicBezTo>
                  <a:close/>
                  <a:moveTo>
                    <a:pt x="454" y="23"/>
                  </a:moveTo>
                  <a:cubicBezTo>
                    <a:pt x="454" y="25"/>
                    <a:pt x="450" y="24"/>
                    <a:pt x="450" y="23"/>
                  </a:cubicBezTo>
                  <a:cubicBezTo>
                    <a:pt x="450" y="22"/>
                    <a:pt x="454" y="21"/>
                    <a:pt x="454" y="23"/>
                  </a:cubicBezTo>
                  <a:close/>
                  <a:moveTo>
                    <a:pt x="447" y="8"/>
                  </a:moveTo>
                  <a:cubicBezTo>
                    <a:pt x="448" y="9"/>
                    <a:pt x="446" y="9"/>
                    <a:pt x="446" y="9"/>
                  </a:cubicBezTo>
                  <a:cubicBezTo>
                    <a:pt x="446" y="8"/>
                    <a:pt x="447" y="8"/>
                    <a:pt x="447" y="8"/>
                  </a:cubicBezTo>
                  <a:close/>
                  <a:moveTo>
                    <a:pt x="446" y="11"/>
                  </a:moveTo>
                  <a:cubicBezTo>
                    <a:pt x="447" y="11"/>
                    <a:pt x="450" y="8"/>
                    <a:pt x="451" y="10"/>
                  </a:cubicBezTo>
                  <a:cubicBezTo>
                    <a:pt x="453" y="14"/>
                    <a:pt x="448" y="13"/>
                    <a:pt x="447" y="13"/>
                  </a:cubicBezTo>
                  <a:cubicBezTo>
                    <a:pt x="447" y="13"/>
                    <a:pt x="447" y="13"/>
                    <a:pt x="446" y="13"/>
                  </a:cubicBezTo>
                  <a:cubicBezTo>
                    <a:pt x="446" y="14"/>
                    <a:pt x="444" y="14"/>
                    <a:pt x="444" y="13"/>
                  </a:cubicBezTo>
                  <a:cubicBezTo>
                    <a:pt x="444" y="13"/>
                    <a:pt x="444" y="13"/>
                    <a:pt x="444" y="13"/>
                  </a:cubicBezTo>
                  <a:cubicBezTo>
                    <a:pt x="444" y="12"/>
                    <a:pt x="444" y="12"/>
                    <a:pt x="444" y="12"/>
                  </a:cubicBezTo>
                  <a:cubicBezTo>
                    <a:pt x="444" y="12"/>
                    <a:pt x="444" y="11"/>
                    <a:pt x="444" y="12"/>
                  </a:cubicBezTo>
                  <a:cubicBezTo>
                    <a:pt x="444" y="11"/>
                    <a:pt x="445" y="11"/>
                    <a:pt x="445" y="11"/>
                  </a:cubicBezTo>
                  <a:cubicBezTo>
                    <a:pt x="446" y="11"/>
                    <a:pt x="446" y="11"/>
                    <a:pt x="446" y="11"/>
                  </a:cubicBezTo>
                  <a:close/>
                  <a:moveTo>
                    <a:pt x="442" y="4"/>
                  </a:moveTo>
                  <a:cubicBezTo>
                    <a:pt x="444" y="3"/>
                    <a:pt x="444" y="5"/>
                    <a:pt x="442" y="4"/>
                  </a:cubicBezTo>
                  <a:close/>
                  <a:moveTo>
                    <a:pt x="442" y="6"/>
                  </a:moveTo>
                  <a:cubicBezTo>
                    <a:pt x="442" y="6"/>
                    <a:pt x="443" y="7"/>
                    <a:pt x="443" y="7"/>
                  </a:cubicBezTo>
                  <a:cubicBezTo>
                    <a:pt x="444" y="9"/>
                    <a:pt x="440" y="7"/>
                    <a:pt x="442" y="6"/>
                  </a:cubicBezTo>
                  <a:close/>
                  <a:moveTo>
                    <a:pt x="442" y="12"/>
                  </a:moveTo>
                  <a:cubicBezTo>
                    <a:pt x="441" y="12"/>
                    <a:pt x="442" y="11"/>
                    <a:pt x="442" y="12"/>
                  </a:cubicBezTo>
                  <a:cubicBezTo>
                    <a:pt x="443" y="12"/>
                    <a:pt x="442" y="12"/>
                    <a:pt x="442" y="12"/>
                  </a:cubicBezTo>
                  <a:close/>
                  <a:moveTo>
                    <a:pt x="442" y="23"/>
                  </a:moveTo>
                  <a:cubicBezTo>
                    <a:pt x="442" y="23"/>
                    <a:pt x="441" y="24"/>
                    <a:pt x="441" y="23"/>
                  </a:cubicBezTo>
                  <a:cubicBezTo>
                    <a:pt x="441" y="23"/>
                    <a:pt x="442" y="23"/>
                    <a:pt x="442" y="23"/>
                  </a:cubicBezTo>
                  <a:close/>
                  <a:moveTo>
                    <a:pt x="440" y="7"/>
                  </a:moveTo>
                  <a:cubicBezTo>
                    <a:pt x="441" y="7"/>
                    <a:pt x="439" y="7"/>
                    <a:pt x="439" y="7"/>
                  </a:cubicBezTo>
                  <a:cubicBezTo>
                    <a:pt x="439" y="6"/>
                    <a:pt x="440" y="6"/>
                    <a:pt x="440" y="7"/>
                  </a:cubicBezTo>
                  <a:close/>
                  <a:moveTo>
                    <a:pt x="441" y="16"/>
                  </a:moveTo>
                  <a:cubicBezTo>
                    <a:pt x="441" y="17"/>
                    <a:pt x="438" y="17"/>
                    <a:pt x="439" y="16"/>
                  </a:cubicBezTo>
                  <a:cubicBezTo>
                    <a:pt x="439" y="15"/>
                    <a:pt x="440" y="16"/>
                    <a:pt x="441" y="16"/>
                  </a:cubicBezTo>
                  <a:close/>
                  <a:moveTo>
                    <a:pt x="439" y="25"/>
                  </a:moveTo>
                  <a:cubicBezTo>
                    <a:pt x="440" y="26"/>
                    <a:pt x="437" y="27"/>
                    <a:pt x="437" y="26"/>
                  </a:cubicBezTo>
                  <a:cubicBezTo>
                    <a:pt x="436" y="25"/>
                    <a:pt x="439" y="25"/>
                    <a:pt x="439" y="25"/>
                  </a:cubicBezTo>
                  <a:close/>
                  <a:moveTo>
                    <a:pt x="436" y="30"/>
                  </a:moveTo>
                  <a:cubicBezTo>
                    <a:pt x="437" y="29"/>
                    <a:pt x="438" y="31"/>
                    <a:pt x="436" y="30"/>
                  </a:cubicBezTo>
                  <a:close/>
                  <a:moveTo>
                    <a:pt x="434" y="10"/>
                  </a:moveTo>
                  <a:cubicBezTo>
                    <a:pt x="435" y="11"/>
                    <a:pt x="433" y="11"/>
                    <a:pt x="433" y="11"/>
                  </a:cubicBezTo>
                  <a:cubicBezTo>
                    <a:pt x="432" y="11"/>
                    <a:pt x="434" y="10"/>
                    <a:pt x="434" y="10"/>
                  </a:cubicBezTo>
                  <a:close/>
                  <a:moveTo>
                    <a:pt x="432" y="13"/>
                  </a:moveTo>
                  <a:cubicBezTo>
                    <a:pt x="433" y="14"/>
                    <a:pt x="429" y="15"/>
                    <a:pt x="430" y="13"/>
                  </a:cubicBezTo>
                  <a:cubicBezTo>
                    <a:pt x="430" y="13"/>
                    <a:pt x="431" y="12"/>
                    <a:pt x="432" y="13"/>
                  </a:cubicBezTo>
                  <a:close/>
                  <a:moveTo>
                    <a:pt x="430" y="16"/>
                  </a:moveTo>
                  <a:cubicBezTo>
                    <a:pt x="430" y="16"/>
                    <a:pt x="431" y="15"/>
                    <a:pt x="432" y="16"/>
                  </a:cubicBezTo>
                  <a:cubicBezTo>
                    <a:pt x="432" y="17"/>
                    <a:pt x="430" y="17"/>
                    <a:pt x="430" y="16"/>
                  </a:cubicBezTo>
                  <a:close/>
                  <a:moveTo>
                    <a:pt x="432" y="26"/>
                  </a:moveTo>
                  <a:cubicBezTo>
                    <a:pt x="431" y="26"/>
                    <a:pt x="430" y="27"/>
                    <a:pt x="429" y="26"/>
                  </a:cubicBezTo>
                  <a:cubicBezTo>
                    <a:pt x="430" y="25"/>
                    <a:pt x="431" y="25"/>
                    <a:pt x="432" y="26"/>
                  </a:cubicBezTo>
                  <a:close/>
                  <a:moveTo>
                    <a:pt x="428" y="27"/>
                  </a:moveTo>
                  <a:cubicBezTo>
                    <a:pt x="428" y="27"/>
                    <a:pt x="427" y="28"/>
                    <a:pt x="426" y="27"/>
                  </a:cubicBezTo>
                  <a:cubicBezTo>
                    <a:pt x="426" y="26"/>
                    <a:pt x="427" y="26"/>
                    <a:pt x="428" y="27"/>
                  </a:cubicBezTo>
                  <a:close/>
                  <a:moveTo>
                    <a:pt x="426" y="23"/>
                  </a:moveTo>
                  <a:cubicBezTo>
                    <a:pt x="425" y="22"/>
                    <a:pt x="428" y="23"/>
                    <a:pt x="426" y="23"/>
                  </a:cubicBezTo>
                  <a:close/>
                  <a:moveTo>
                    <a:pt x="426" y="37"/>
                  </a:moveTo>
                  <a:cubicBezTo>
                    <a:pt x="428" y="33"/>
                    <a:pt x="436" y="29"/>
                    <a:pt x="439" y="33"/>
                  </a:cubicBezTo>
                  <a:cubicBezTo>
                    <a:pt x="440" y="35"/>
                    <a:pt x="438" y="39"/>
                    <a:pt x="437" y="39"/>
                  </a:cubicBezTo>
                  <a:cubicBezTo>
                    <a:pt x="436" y="39"/>
                    <a:pt x="435" y="39"/>
                    <a:pt x="434" y="39"/>
                  </a:cubicBezTo>
                  <a:cubicBezTo>
                    <a:pt x="433" y="39"/>
                    <a:pt x="433" y="40"/>
                    <a:pt x="433" y="40"/>
                  </a:cubicBezTo>
                  <a:cubicBezTo>
                    <a:pt x="431" y="41"/>
                    <a:pt x="429" y="40"/>
                    <a:pt x="427" y="40"/>
                  </a:cubicBezTo>
                  <a:cubicBezTo>
                    <a:pt x="426" y="39"/>
                    <a:pt x="426" y="40"/>
                    <a:pt x="425" y="40"/>
                  </a:cubicBezTo>
                  <a:cubicBezTo>
                    <a:pt x="425" y="39"/>
                    <a:pt x="426" y="37"/>
                    <a:pt x="426" y="37"/>
                  </a:cubicBezTo>
                  <a:close/>
                  <a:moveTo>
                    <a:pt x="426" y="42"/>
                  </a:moveTo>
                  <a:cubicBezTo>
                    <a:pt x="426" y="43"/>
                    <a:pt x="423" y="43"/>
                    <a:pt x="423" y="43"/>
                  </a:cubicBezTo>
                  <a:cubicBezTo>
                    <a:pt x="422" y="41"/>
                    <a:pt x="425" y="41"/>
                    <a:pt x="426" y="42"/>
                  </a:cubicBezTo>
                  <a:close/>
                  <a:moveTo>
                    <a:pt x="421" y="63"/>
                  </a:moveTo>
                  <a:cubicBezTo>
                    <a:pt x="418" y="65"/>
                    <a:pt x="413" y="66"/>
                    <a:pt x="411" y="64"/>
                  </a:cubicBezTo>
                  <a:cubicBezTo>
                    <a:pt x="410" y="64"/>
                    <a:pt x="410" y="61"/>
                    <a:pt x="412" y="62"/>
                  </a:cubicBezTo>
                  <a:cubicBezTo>
                    <a:pt x="413" y="62"/>
                    <a:pt x="413" y="64"/>
                    <a:pt x="413" y="64"/>
                  </a:cubicBezTo>
                  <a:cubicBezTo>
                    <a:pt x="414" y="64"/>
                    <a:pt x="415" y="62"/>
                    <a:pt x="415" y="62"/>
                  </a:cubicBezTo>
                  <a:cubicBezTo>
                    <a:pt x="415" y="61"/>
                    <a:pt x="413" y="61"/>
                    <a:pt x="414" y="60"/>
                  </a:cubicBezTo>
                  <a:cubicBezTo>
                    <a:pt x="413" y="61"/>
                    <a:pt x="412" y="60"/>
                    <a:pt x="414" y="60"/>
                  </a:cubicBezTo>
                  <a:cubicBezTo>
                    <a:pt x="414" y="59"/>
                    <a:pt x="415" y="60"/>
                    <a:pt x="416" y="60"/>
                  </a:cubicBezTo>
                  <a:cubicBezTo>
                    <a:pt x="417" y="59"/>
                    <a:pt x="417" y="59"/>
                    <a:pt x="419" y="59"/>
                  </a:cubicBezTo>
                  <a:cubicBezTo>
                    <a:pt x="420" y="59"/>
                    <a:pt x="424" y="62"/>
                    <a:pt x="421" y="63"/>
                  </a:cubicBezTo>
                  <a:close/>
                  <a:moveTo>
                    <a:pt x="422" y="29"/>
                  </a:moveTo>
                  <a:cubicBezTo>
                    <a:pt x="422" y="31"/>
                    <a:pt x="418" y="31"/>
                    <a:pt x="417" y="30"/>
                  </a:cubicBezTo>
                  <a:cubicBezTo>
                    <a:pt x="416" y="29"/>
                    <a:pt x="421" y="27"/>
                    <a:pt x="422" y="29"/>
                  </a:cubicBezTo>
                  <a:close/>
                  <a:moveTo>
                    <a:pt x="416" y="12"/>
                  </a:moveTo>
                  <a:cubicBezTo>
                    <a:pt x="415" y="12"/>
                    <a:pt x="417" y="13"/>
                    <a:pt x="416" y="12"/>
                  </a:cubicBezTo>
                  <a:close/>
                  <a:moveTo>
                    <a:pt x="414" y="18"/>
                  </a:moveTo>
                  <a:cubicBezTo>
                    <a:pt x="414" y="19"/>
                    <a:pt x="413" y="19"/>
                    <a:pt x="412" y="18"/>
                  </a:cubicBezTo>
                  <a:cubicBezTo>
                    <a:pt x="411" y="18"/>
                    <a:pt x="414" y="17"/>
                    <a:pt x="414" y="18"/>
                  </a:cubicBezTo>
                  <a:close/>
                  <a:moveTo>
                    <a:pt x="410" y="17"/>
                  </a:moveTo>
                  <a:cubicBezTo>
                    <a:pt x="412" y="16"/>
                    <a:pt x="413" y="18"/>
                    <a:pt x="410" y="17"/>
                  </a:cubicBezTo>
                  <a:close/>
                  <a:moveTo>
                    <a:pt x="409" y="31"/>
                  </a:moveTo>
                  <a:cubicBezTo>
                    <a:pt x="411" y="29"/>
                    <a:pt x="412" y="33"/>
                    <a:pt x="409" y="31"/>
                  </a:cubicBezTo>
                  <a:close/>
                  <a:moveTo>
                    <a:pt x="410" y="38"/>
                  </a:moveTo>
                  <a:cubicBezTo>
                    <a:pt x="409" y="37"/>
                    <a:pt x="411" y="38"/>
                    <a:pt x="410" y="38"/>
                  </a:cubicBezTo>
                  <a:close/>
                  <a:moveTo>
                    <a:pt x="410" y="14"/>
                  </a:moveTo>
                  <a:cubicBezTo>
                    <a:pt x="410" y="15"/>
                    <a:pt x="410" y="15"/>
                    <a:pt x="409" y="15"/>
                  </a:cubicBezTo>
                  <a:cubicBezTo>
                    <a:pt x="407" y="16"/>
                    <a:pt x="409" y="12"/>
                    <a:pt x="410" y="14"/>
                  </a:cubicBezTo>
                  <a:close/>
                  <a:moveTo>
                    <a:pt x="410" y="23"/>
                  </a:moveTo>
                  <a:cubicBezTo>
                    <a:pt x="411" y="24"/>
                    <a:pt x="408" y="25"/>
                    <a:pt x="408" y="24"/>
                  </a:cubicBezTo>
                  <a:cubicBezTo>
                    <a:pt x="407" y="23"/>
                    <a:pt x="410" y="22"/>
                    <a:pt x="410" y="23"/>
                  </a:cubicBezTo>
                  <a:close/>
                  <a:moveTo>
                    <a:pt x="406" y="35"/>
                  </a:moveTo>
                  <a:cubicBezTo>
                    <a:pt x="405" y="35"/>
                    <a:pt x="404" y="34"/>
                    <a:pt x="404" y="34"/>
                  </a:cubicBezTo>
                  <a:cubicBezTo>
                    <a:pt x="402" y="31"/>
                    <a:pt x="411" y="34"/>
                    <a:pt x="406" y="35"/>
                  </a:cubicBezTo>
                  <a:close/>
                  <a:moveTo>
                    <a:pt x="406" y="37"/>
                  </a:moveTo>
                  <a:cubicBezTo>
                    <a:pt x="405" y="36"/>
                    <a:pt x="406" y="37"/>
                    <a:pt x="407" y="36"/>
                  </a:cubicBezTo>
                  <a:cubicBezTo>
                    <a:pt x="407" y="37"/>
                    <a:pt x="406" y="37"/>
                    <a:pt x="406" y="37"/>
                  </a:cubicBezTo>
                  <a:close/>
                  <a:moveTo>
                    <a:pt x="394" y="46"/>
                  </a:moveTo>
                  <a:cubicBezTo>
                    <a:pt x="400" y="45"/>
                    <a:pt x="404" y="44"/>
                    <a:pt x="409" y="43"/>
                  </a:cubicBezTo>
                  <a:cubicBezTo>
                    <a:pt x="411" y="43"/>
                    <a:pt x="417" y="42"/>
                    <a:pt x="418" y="43"/>
                  </a:cubicBezTo>
                  <a:cubicBezTo>
                    <a:pt x="419" y="44"/>
                    <a:pt x="410" y="45"/>
                    <a:pt x="407" y="45"/>
                  </a:cubicBezTo>
                  <a:cubicBezTo>
                    <a:pt x="403" y="46"/>
                    <a:pt x="401" y="46"/>
                    <a:pt x="398" y="47"/>
                  </a:cubicBezTo>
                  <a:cubicBezTo>
                    <a:pt x="400" y="47"/>
                    <a:pt x="403" y="48"/>
                    <a:pt x="402" y="51"/>
                  </a:cubicBezTo>
                  <a:cubicBezTo>
                    <a:pt x="402" y="56"/>
                    <a:pt x="394" y="55"/>
                    <a:pt x="390" y="53"/>
                  </a:cubicBezTo>
                  <a:cubicBezTo>
                    <a:pt x="390" y="53"/>
                    <a:pt x="390" y="52"/>
                    <a:pt x="390" y="52"/>
                  </a:cubicBezTo>
                  <a:cubicBezTo>
                    <a:pt x="389" y="51"/>
                    <a:pt x="392" y="48"/>
                    <a:pt x="394" y="47"/>
                  </a:cubicBezTo>
                  <a:cubicBezTo>
                    <a:pt x="393" y="48"/>
                    <a:pt x="391" y="48"/>
                    <a:pt x="390" y="48"/>
                  </a:cubicBezTo>
                  <a:cubicBezTo>
                    <a:pt x="385" y="48"/>
                    <a:pt x="394" y="46"/>
                    <a:pt x="394" y="46"/>
                  </a:cubicBezTo>
                  <a:close/>
                  <a:moveTo>
                    <a:pt x="393" y="64"/>
                  </a:moveTo>
                  <a:cubicBezTo>
                    <a:pt x="392" y="65"/>
                    <a:pt x="389" y="66"/>
                    <a:pt x="387" y="66"/>
                  </a:cubicBezTo>
                  <a:cubicBezTo>
                    <a:pt x="389" y="64"/>
                    <a:pt x="391" y="65"/>
                    <a:pt x="393" y="64"/>
                  </a:cubicBezTo>
                  <a:close/>
                  <a:moveTo>
                    <a:pt x="388" y="66"/>
                  </a:moveTo>
                  <a:cubicBezTo>
                    <a:pt x="389" y="66"/>
                    <a:pt x="387" y="68"/>
                    <a:pt x="387" y="67"/>
                  </a:cubicBezTo>
                  <a:cubicBezTo>
                    <a:pt x="387" y="66"/>
                    <a:pt x="388" y="66"/>
                    <a:pt x="388" y="66"/>
                  </a:cubicBezTo>
                  <a:close/>
                  <a:moveTo>
                    <a:pt x="387" y="116"/>
                  </a:moveTo>
                  <a:cubicBezTo>
                    <a:pt x="387" y="116"/>
                    <a:pt x="387" y="116"/>
                    <a:pt x="387" y="116"/>
                  </a:cubicBezTo>
                  <a:cubicBezTo>
                    <a:pt x="388" y="116"/>
                    <a:pt x="387" y="116"/>
                    <a:pt x="387" y="116"/>
                  </a:cubicBezTo>
                  <a:close/>
                  <a:moveTo>
                    <a:pt x="388" y="136"/>
                  </a:moveTo>
                  <a:cubicBezTo>
                    <a:pt x="387" y="137"/>
                    <a:pt x="386" y="135"/>
                    <a:pt x="388" y="136"/>
                  </a:cubicBezTo>
                  <a:close/>
                  <a:moveTo>
                    <a:pt x="386" y="125"/>
                  </a:moveTo>
                  <a:cubicBezTo>
                    <a:pt x="385" y="126"/>
                    <a:pt x="381" y="127"/>
                    <a:pt x="381" y="126"/>
                  </a:cubicBezTo>
                  <a:cubicBezTo>
                    <a:pt x="383" y="126"/>
                    <a:pt x="384" y="124"/>
                    <a:pt x="386" y="125"/>
                  </a:cubicBezTo>
                  <a:close/>
                  <a:moveTo>
                    <a:pt x="382" y="167"/>
                  </a:moveTo>
                  <a:cubicBezTo>
                    <a:pt x="382" y="165"/>
                    <a:pt x="384" y="165"/>
                    <a:pt x="385" y="166"/>
                  </a:cubicBezTo>
                  <a:cubicBezTo>
                    <a:pt x="385" y="168"/>
                    <a:pt x="382" y="168"/>
                    <a:pt x="382" y="167"/>
                  </a:cubicBezTo>
                  <a:close/>
                  <a:moveTo>
                    <a:pt x="384" y="66"/>
                  </a:moveTo>
                  <a:cubicBezTo>
                    <a:pt x="385" y="65"/>
                    <a:pt x="386" y="67"/>
                    <a:pt x="384" y="66"/>
                  </a:cubicBezTo>
                  <a:close/>
                  <a:moveTo>
                    <a:pt x="383" y="67"/>
                  </a:moveTo>
                  <a:cubicBezTo>
                    <a:pt x="382" y="67"/>
                    <a:pt x="381" y="68"/>
                    <a:pt x="380" y="68"/>
                  </a:cubicBezTo>
                  <a:cubicBezTo>
                    <a:pt x="380" y="66"/>
                    <a:pt x="382" y="67"/>
                    <a:pt x="383" y="67"/>
                  </a:cubicBezTo>
                  <a:close/>
                  <a:moveTo>
                    <a:pt x="386" y="172"/>
                  </a:moveTo>
                  <a:cubicBezTo>
                    <a:pt x="387" y="176"/>
                    <a:pt x="379" y="176"/>
                    <a:pt x="379" y="173"/>
                  </a:cubicBezTo>
                  <a:cubicBezTo>
                    <a:pt x="378" y="170"/>
                    <a:pt x="386" y="168"/>
                    <a:pt x="386" y="172"/>
                  </a:cubicBezTo>
                  <a:close/>
                  <a:moveTo>
                    <a:pt x="379" y="127"/>
                  </a:moveTo>
                  <a:cubicBezTo>
                    <a:pt x="380" y="127"/>
                    <a:pt x="377" y="128"/>
                    <a:pt x="377" y="128"/>
                  </a:cubicBezTo>
                  <a:cubicBezTo>
                    <a:pt x="377" y="128"/>
                    <a:pt x="378" y="127"/>
                    <a:pt x="379" y="127"/>
                  </a:cubicBezTo>
                  <a:close/>
                  <a:moveTo>
                    <a:pt x="377" y="223"/>
                  </a:moveTo>
                  <a:cubicBezTo>
                    <a:pt x="376" y="224"/>
                    <a:pt x="373" y="225"/>
                    <a:pt x="372" y="227"/>
                  </a:cubicBezTo>
                  <a:cubicBezTo>
                    <a:pt x="372" y="225"/>
                    <a:pt x="375" y="224"/>
                    <a:pt x="377" y="223"/>
                  </a:cubicBezTo>
                  <a:close/>
                  <a:moveTo>
                    <a:pt x="376" y="378"/>
                  </a:moveTo>
                  <a:cubicBezTo>
                    <a:pt x="376" y="378"/>
                    <a:pt x="375" y="379"/>
                    <a:pt x="376" y="378"/>
                  </a:cubicBezTo>
                  <a:cubicBezTo>
                    <a:pt x="376" y="378"/>
                    <a:pt x="376" y="378"/>
                    <a:pt x="376" y="378"/>
                  </a:cubicBezTo>
                  <a:close/>
                  <a:moveTo>
                    <a:pt x="375" y="462"/>
                  </a:moveTo>
                  <a:cubicBezTo>
                    <a:pt x="376" y="462"/>
                    <a:pt x="375" y="464"/>
                    <a:pt x="375" y="464"/>
                  </a:cubicBezTo>
                  <a:cubicBezTo>
                    <a:pt x="372" y="466"/>
                    <a:pt x="374" y="460"/>
                    <a:pt x="375" y="462"/>
                  </a:cubicBezTo>
                  <a:close/>
                  <a:moveTo>
                    <a:pt x="374" y="451"/>
                  </a:moveTo>
                  <a:cubicBezTo>
                    <a:pt x="374" y="451"/>
                    <a:pt x="374" y="451"/>
                    <a:pt x="374" y="451"/>
                  </a:cubicBezTo>
                  <a:cubicBezTo>
                    <a:pt x="373" y="451"/>
                    <a:pt x="374" y="451"/>
                    <a:pt x="374" y="451"/>
                  </a:cubicBezTo>
                  <a:close/>
                  <a:moveTo>
                    <a:pt x="369" y="182"/>
                  </a:move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lose/>
                  <a:moveTo>
                    <a:pt x="375" y="371"/>
                  </a:moveTo>
                  <a:cubicBezTo>
                    <a:pt x="375" y="372"/>
                    <a:pt x="374" y="373"/>
                    <a:pt x="372" y="373"/>
                  </a:cubicBezTo>
                  <a:cubicBezTo>
                    <a:pt x="371" y="374"/>
                    <a:pt x="370" y="374"/>
                    <a:pt x="370" y="372"/>
                  </a:cubicBezTo>
                  <a:cubicBezTo>
                    <a:pt x="368" y="368"/>
                    <a:pt x="375" y="367"/>
                    <a:pt x="375" y="371"/>
                  </a:cubicBezTo>
                  <a:close/>
                  <a:moveTo>
                    <a:pt x="374" y="472"/>
                  </a:moveTo>
                  <a:cubicBezTo>
                    <a:pt x="373" y="473"/>
                    <a:pt x="371" y="475"/>
                    <a:pt x="369" y="475"/>
                  </a:cubicBezTo>
                  <a:cubicBezTo>
                    <a:pt x="370" y="474"/>
                    <a:pt x="372" y="473"/>
                    <a:pt x="374" y="472"/>
                  </a:cubicBezTo>
                  <a:close/>
                  <a:moveTo>
                    <a:pt x="369" y="228"/>
                  </a:moveTo>
                  <a:cubicBezTo>
                    <a:pt x="367" y="231"/>
                    <a:pt x="366" y="228"/>
                    <a:pt x="369" y="228"/>
                  </a:cubicBezTo>
                  <a:close/>
                  <a:moveTo>
                    <a:pt x="368" y="370"/>
                  </a:moveTo>
                  <a:cubicBezTo>
                    <a:pt x="367" y="371"/>
                    <a:pt x="370" y="369"/>
                    <a:pt x="368" y="370"/>
                  </a:cubicBezTo>
                  <a:close/>
                  <a:moveTo>
                    <a:pt x="368" y="319"/>
                  </a:moveTo>
                  <a:cubicBezTo>
                    <a:pt x="369" y="319"/>
                    <a:pt x="368" y="320"/>
                    <a:pt x="368" y="320"/>
                  </a:cubicBezTo>
                  <a:cubicBezTo>
                    <a:pt x="367" y="322"/>
                    <a:pt x="367" y="318"/>
                    <a:pt x="368" y="319"/>
                  </a:cubicBezTo>
                  <a:close/>
                  <a:moveTo>
                    <a:pt x="367" y="94"/>
                  </a:moveTo>
                  <a:cubicBezTo>
                    <a:pt x="366" y="92"/>
                    <a:pt x="368" y="94"/>
                    <a:pt x="367" y="94"/>
                  </a:cubicBezTo>
                  <a:close/>
                  <a:moveTo>
                    <a:pt x="374" y="488"/>
                  </a:moveTo>
                  <a:cubicBezTo>
                    <a:pt x="375" y="486"/>
                    <a:pt x="380" y="483"/>
                    <a:pt x="383" y="481"/>
                  </a:cubicBezTo>
                  <a:cubicBezTo>
                    <a:pt x="383" y="481"/>
                    <a:pt x="383" y="479"/>
                    <a:pt x="384" y="480"/>
                  </a:cubicBezTo>
                  <a:cubicBezTo>
                    <a:pt x="385" y="481"/>
                    <a:pt x="382" y="484"/>
                    <a:pt x="382" y="484"/>
                  </a:cubicBezTo>
                  <a:cubicBezTo>
                    <a:pt x="380" y="485"/>
                    <a:pt x="378" y="486"/>
                    <a:pt x="376" y="487"/>
                  </a:cubicBezTo>
                  <a:cubicBezTo>
                    <a:pt x="372" y="489"/>
                    <a:pt x="369" y="494"/>
                    <a:pt x="365" y="496"/>
                  </a:cubicBezTo>
                  <a:cubicBezTo>
                    <a:pt x="365" y="492"/>
                    <a:pt x="372" y="491"/>
                    <a:pt x="374" y="488"/>
                  </a:cubicBezTo>
                  <a:close/>
                  <a:moveTo>
                    <a:pt x="365" y="407"/>
                  </a:moveTo>
                  <a:cubicBezTo>
                    <a:pt x="366" y="406"/>
                    <a:pt x="364" y="408"/>
                    <a:pt x="365" y="407"/>
                  </a:cubicBezTo>
                  <a:close/>
                  <a:moveTo>
                    <a:pt x="354" y="444"/>
                  </a:moveTo>
                  <a:cubicBezTo>
                    <a:pt x="356" y="441"/>
                    <a:pt x="360" y="438"/>
                    <a:pt x="365" y="437"/>
                  </a:cubicBezTo>
                  <a:cubicBezTo>
                    <a:pt x="361" y="439"/>
                    <a:pt x="358" y="442"/>
                    <a:pt x="354" y="444"/>
                  </a:cubicBezTo>
                  <a:close/>
                  <a:moveTo>
                    <a:pt x="354" y="419"/>
                  </a:moveTo>
                  <a:cubicBezTo>
                    <a:pt x="353" y="419"/>
                    <a:pt x="356" y="417"/>
                    <a:pt x="354" y="419"/>
                  </a:cubicBezTo>
                  <a:close/>
                  <a:moveTo>
                    <a:pt x="358" y="413"/>
                  </a:moveTo>
                  <a:cubicBezTo>
                    <a:pt x="358" y="414"/>
                    <a:pt x="357" y="415"/>
                    <a:pt x="356" y="415"/>
                  </a:cubicBezTo>
                  <a:cubicBezTo>
                    <a:pt x="356" y="414"/>
                    <a:pt x="357" y="414"/>
                    <a:pt x="358" y="413"/>
                  </a:cubicBezTo>
                  <a:close/>
                  <a:moveTo>
                    <a:pt x="358" y="130"/>
                  </a:moveTo>
                  <a:cubicBezTo>
                    <a:pt x="357" y="129"/>
                    <a:pt x="358" y="132"/>
                    <a:pt x="358" y="130"/>
                  </a:cubicBezTo>
                  <a:close/>
                  <a:moveTo>
                    <a:pt x="359" y="414"/>
                  </a:moveTo>
                  <a:cubicBezTo>
                    <a:pt x="358" y="415"/>
                    <a:pt x="358" y="416"/>
                    <a:pt x="357" y="416"/>
                  </a:cubicBezTo>
                  <a:cubicBezTo>
                    <a:pt x="358" y="415"/>
                    <a:pt x="358" y="414"/>
                    <a:pt x="359" y="414"/>
                  </a:cubicBezTo>
                  <a:close/>
                  <a:moveTo>
                    <a:pt x="357" y="416"/>
                  </a:moveTo>
                  <a:cubicBezTo>
                    <a:pt x="357" y="417"/>
                    <a:pt x="356" y="417"/>
                    <a:pt x="355" y="418"/>
                  </a:cubicBezTo>
                  <a:cubicBezTo>
                    <a:pt x="355" y="417"/>
                    <a:pt x="356" y="416"/>
                    <a:pt x="357" y="416"/>
                  </a:cubicBezTo>
                  <a:close/>
                  <a:moveTo>
                    <a:pt x="360" y="312"/>
                  </a:moveTo>
                  <a:cubicBezTo>
                    <a:pt x="360" y="312"/>
                    <a:pt x="360" y="313"/>
                    <a:pt x="359" y="313"/>
                  </a:cubicBezTo>
                  <a:cubicBezTo>
                    <a:pt x="359" y="312"/>
                    <a:pt x="361" y="311"/>
                    <a:pt x="360" y="312"/>
                  </a:cubicBezTo>
                  <a:close/>
                  <a:moveTo>
                    <a:pt x="360" y="411"/>
                  </a:moveTo>
                  <a:cubicBezTo>
                    <a:pt x="359" y="413"/>
                    <a:pt x="361" y="411"/>
                    <a:pt x="360" y="411"/>
                  </a:cubicBezTo>
                  <a:close/>
                  <a:moveTo>
                    <a:pt x="359" y="414"/>
                  </a:moveTo>
                  <a:cubicBezTo>
                    <a:pt x="360" y="412"/>
                    <a:pt x="361" y="414"/>
                    <a:pt x="359" y="414"/>
                  </a:cubicBezTo>
                  <a:close/>
                  <a:moveTo>
                    <a:pt x="361" y="412"/>
                  </a:moveTo>
                  <a:cubicBezTo>
                    <a:pt x="362" y="411"/>
                    <a:pt x="362" y="410"/>
                    <a:pt x="364" y="410"/>
                  </a:cubicBezTo>
                  <a:cubicBezTo>
                    <a:pt x="363" y="411"/>
                    <a:pt x="363" y="412"/>
                    <a:pt x="361" y="412"/>
                  </a:cubicBezTo>
                  <a:close/>
                  <a:moveTo>
                    <a:pt x="364" y="204"/>
                  </a:moveTo>
                  <a:cubicBezTo>
                    <a:pt x="364" y="203"/>
                    <a:pt x="365" y="205"/>
                    <a:pt x="364" y="204"/>
                  </a:cubicBezTo>
                  <a:close/>
                  <a:moveTo>
                    <a:pt x="363" y="409"/>
                  </a:moveTo>
                  <a:cubicBezTo>
                    <a:pt x="362" y="409"/>
                    <a:pt x="366" y="407"/>
                    <a:pt x="363" y="409"/>
                  </a:cubicBezTo>
                  <a:close/>
                  <a:moveTo>
                    <a:pt x="362" y="253"/>
                  </a:moveTo>
                  <a:cubicBezTo>
                    <a:pt x="361" y="253"/>
                    <a:pt x="361" y="254"/>
                    <a:pt x="360" y="253"/>
                  </a:cubicBezTo>
                  <a:cubicBezTo>
                    <a:pt x="358" y="249"/>
                    <a:pt x="366" y="251"/>
                    <a:pt x="362" y="253"/>
                  </a:cubicBezTo>
                  <a:close/>
                  <a:moveTo>
                    <a:pt x="362" y="67"/>
                  </a:moveTo>
                  <a:cubicBezTo>
                    <a:pt x="362" y="68"/>
                    <a:pt x="361" y="68"/>
                    <a:pt x="360" y="68"/>
                  </a:cubicBezTo>
                  <a:cubicBezTo>
                    <a:pt x="360" y="67"/>
                    <a:pt x="362" y="67"/>
                    <a:pt x="362" y="67"/>
                  </a:cubicBezTo>
                  <a:close/>
                  <a:moveTo>
                    <a:pt x="363" y="73"/>
                  </a:moveTo>
                  <a:cubicBezTo>
                    <a:pt x="363" y="73"/>
                    <a:pt x="360" y="73"/>
                    <a:pt x="359" y="73"/>
                  </a:cubicBezTo>
                  <a:cubicBezTo>
                    <a:pt x="359" y="72"/>
                    <a:pt x="363" y="70"/>
                    <a:pt x="363" y="73"/>
                  </a:cubicBezTo>
                  <a:close/>
                  <a:moveTo>
                    <a:pt x="359" y="40"/>
                  </a:moveTo>
                  <a:cubicBezTo>
                    <a:pt x="360" y="40"/>
                    <a:pt x="359" y="41"/>
                    <a:pt x="358" y="40"/>
                  </a:cubicBezTo>
                  <a:cubicBezTo>
                    <a:pt x="358" y="40"/>
                    <a:pt x="358" y="39"/>
                    <a:pt x="359" y="40"/>
                  </a:cubicBezTo>
                  <a:close/>
                  <a:moveTo>
                    <a:pt x="359" y="47"/>
                  </a:moveTo>
                  <a:cubicBezTo>
                    <a:pt x="359" y="47"/>
                    <a:pt x="357" y="47"/>
                    <a:pt x="357" y="46"/>
                  </a:cubicBezTo>
                  <a:cubicBezTo>
                    <a:pt x="357" y="46"/>
                    <a:pt x="358" y="46"/>
                    <a:pt x="359" y="47"/>
                  </a:cubicBezTo>
                  <a:close/>
                  <a:moveTo>
                    <a:pt x="350" y="49"/>
                  </a:moveTo>
                  <a:cubicBezTo>
                    <a:pt x="350" y="49"/>
                    <a:pt x="350" y="50"/>
                    <a:pt x="349" y="50"/>
                  </a:cubicBezTo>
                  <a:cubicBezTo>
                    <a:pt x="348" y="49"/>
                    <a:pt x="350" y="48"/>
                    <a:pt x="350" y="49"/>
                  </a:cubicBezTo>
                  <a:close/>
                  <a:moveTo>
                    <a:pt x="347" y="81"/>
                  </a:moveTo>
                  <a:cubicBezTo>
                    <a:pt x="347" y="82"/>
                    <a:pt x="346" y="82"/>
                    <a:pt x="346" y="82"/>
                  </a:cubicBezTo>
                  <a:cubicBezTo>
                    <a:pt x="345" y="81"/>
                    <a:pt x="347" y="80"/>
                    <a:pt x="347" y="81"/>
                  </a:cubicBezTo>
                  <a:close/>
                  <a:moveTo>
                    <a:pt x="346" y="127"/>
                  </a:moveTo>
                  <a:cubicBezTo>
                    <a:pt x="348" y="124"/>
                    <a:pt x="357" y="125"/>
                    <a:pt x="357" y="129"/>
                  </a:cubicBezTo>
                  <a:cubicBezTo>
                    <a:pt x="356" y="136"/>
                    <a:pt x="342" y="134"/>
                    <a:pt x="346" y="127"/>
                  </a:cubicBezTo>
                  <a:close/>
                  <a:moveTo>
                    <a:pt x="353" y="149"/>
                  </a:moveTo>
                  <a:cubicBezTo>
                    <a:pt x="354" y="147"/>
                    <a:pt x="357" y="148"/>
                    <a:pt x="353" y="149"/>
                  </a:cubicBezTo>
                  <a:close/>
                  <a:moveTo>
                    <a:pt x="345" y="114"/>
                  </a:moveTo>
                  <a:cubicBezTo>
                    <a:pt x="345" y="115"/>
                    <a:pt x="343" y="114"/>
                    <a:pt x="345" y="114"/>
                  </a:cubicBezTo>
                  <a:close/>
                  <a:moveTo>
                    <a:pt x="344" y="85"/>
                  </a:moveTo>
                  <a:cubicBezTo>
                    <a:pt x="343" y="85"/>
                    <a:pt x="343" y="84"/>
                    <a:pt x="343" y="84"/>
                  </a:cubicBezTo>
                  <a:cubicBezTo>
                    <a:pt x="342" y="82"/>
                    <a:pt x="345" y="84"/>
                    <a:pt x="344" y="85"/>
                  </a:cubicBezTo>
                  <a:close/>
                  <a:moveTo>
                    <a:pt x="347" y="145"/>
                  </a:moveTo>
                  <a:cubicBezTo>
                    <a:pt x="345" y="147"/>
                    <a:pt x="341" y="149"/>
                    <a:pt x="338" y="149"/>
                  </a:cubicBezTo>
                  <a:cubicBezTo>
                    <a:pt x="340" y="148"/>
                    <a:pt x="344" y="147"/>
                    <a:pt x="347" y="145"/>
                  </a:cubicBezTo>
                  <a:close/>
                  <a:moveTo>
                    <a:pt x="339" y="111"/>
                  </a:moveTo>
                  <a:cubicBezTo>
                    <a:pt x="339" y="111"/>
                    <a:pt x="338" y="112"/>
                    <a:pt x="338" y="112"/>
                  </a:cubicBezTo>
                  <a:cubicBezTo>
                    <a:pt x="337" y="111"/>
                    <a:pt x="338" y="111"/>
                    <a:pt x="339" y="111"/>
                  </a:cubicBezTo>
                  <a:close/>
                  <a:moveTo>
                    <a:pt x="340" y="58"/>
                  </a:moveTo>
                  <a:cubicBezTo>
                    <a:pt x="340" y="58"/>
                    <a:pt x="338" y="59"/>
                    <a:pt x="338" y="58"/>
                  </a:cubicBezTo>
                  <a:cubicBezTo>
                    <a:pt x="338" y="58"/>
                    <a:pt x="340" y="57"/>
                    <a:pt x="340" y="58"/>
                  </a:cubicBezTo>
                  <a:close/>
                  <a:moveTo>
                    <a:pt x="338" y="85"/>
                  </a:moveTo>
                  <a:cubicBezTo>
                    <a:pt x="337" y="85"/>
                    <a:pt x="337" y="86"/>
                    <a:pt x="336" y="85"/>
                  </a:cubicBezTo>
                  <a:cubicBezTo>
                    <a:pt x="336" y="85"/>
                    <a:pt x="337" y="85"/>
                    <a:pt x="338" y="85"/>
                  </a:cubicBezTo>
                  <a:close/>
                  <a:moveTo>
                    <a:pt x="336" y="151"/>
                  </a:moveTo>
                  <a:cubicBezTo>
                    <a:pt x="336" y="151"/>
                    <a:pt x="336" y="150"/>
                    <a:pt x="337" y="150"/>
                  </a:cubicBezTo>
                  <a:cubicBezTo>
                    <a:pt x="337" y="150"/>
                    <a:pt x="336" y="151"/>
                    <a:pt x="336" y="151"/>
                  </a:cubicBezTo>
                  <a:close/>
                  <a:moveTo>
                    <a:pt x="337" y="161"/>
                  </a:moveTo>
                  <a:cubicBezTo>
                    <a:pt x="337" y="162"/>
                    <a:pt x="335" y="163"/>
                    <a:pt x="335" y="161"/>
                  </a:cubicBezTo>
                  <a:cubicBezTo>
                    <a:pt x="335" y="160"/>
                    <a:pt x="337" y="161"/>
                    <a:pt x="337" y="161"/>
                  </a:cubicBezTo>
                  <a:close/>
                  <a:moveTo>
                    <a:pt x="335" y="151"/>
                  </a:moveTo>
                  <a:cubicBezTo>
                    <a:pt x="336" y="151"/>
                    <a:pt x="333" y="153"/>
                    <a:pt x="333" y="152"/>
                  </a:cubicBezTo>
                  <a:cubicBezTo>
                    <a:pt x="333" y="151"/>
                    <a:pt x="335" y="151"/>
                    <a:pt x="335" y="151"/>
                  </a:cubicBezTo>
                  <a:close/>
                  <a:moveTo>
                    <a:pt x="334" y="65"/>
                  </a:moveTo>
                  <a:cubicBezTo>
                    <a:pt x="333" y="65"/>
                    <a:pt x="333" y="65"/>
                    <a:pt x="332" y="65"/>
                  </a:cubicBezTo>
                  <a:cubicBezTo>
                    <a:pt x="332" y="65"/>
                    <a:pt x="333" y="64"/>
                    <a:pt x="334" y="65"/>
                  </a:cubicBezTo>
                  <a:close/>
                  <a:moveTo>
                    <a:pt x="356" y="172"/>
                  </a:moveTo>
                  <a:cubicBezTo>
                    <a:pt x="348" y="177"/>
                    <a:pt x="339" y="182"/>
                    <a:pt x="329" y="187"/>
                  </a:cubicBezTo>
                  <a:cubicBezTo>
                    <a:pt x="329" y="187"/>
                    <a:pt x="327" y="189"/>
                    <a:pt x="326" y="188"/>
                  </a:cubicBezTo>
                  <a:cubicBezTo>
                    <a:pt x="325" y="187"/>
                    <a:pt x="329" y="186"/>
                    <a:pt x="327" y="187"/>
                  </a:cubicBezTo>
                  <a:cubicBezTo>
                    <a:pt x="336" y="181"/>
                    <a:pt x="347" y="175"/>
                    <a:pt x="356" y="172"/>
                  </a:cubicBezTo>
                  <a:close/>
                  <a:moveTo>
                    <a:pt x="331" y="92"/>
                  </a:moveTo>
                  <a:cubicBezTo>
                    <a:pt x="331" y="94"/>
                    <a:pt x="328" y="93"/>
                    <a:pt x="328" y="92"/>
                  </a:cubicBezTo>
                  <a:cubicBezTo>
                    <a:pt x="329" y="91"/>
                    <a:pt x="330" y="91"/>
                    <a:pt x="331" y="92"/>
                  </a:cubicBezTo>
                  <a:close/>
                  <a:moveTo>
                    <a:pt x="326" y="66"/>
                  </a:moveTo>
                  <a:cubicBezTo>
                    <a:pt x="325" y="67"/>
                    <a:pt x="324" y="66"/>
                    <a:pt x="323" y="66"/>
                  </a:cubicBezTo>
                  <a:cubicBezTo>
                    <a:pt x="323" y="65"/>
                    <a:pt x="325" y="66"/>
                    <a:pt x="326" y="66"/>
                  </a:cubicBezTo>
                  <a:close/>
                  <a:moveTo>
                    <a:pt x="323" y="101"/>
                  </a:moveTo>
                  <a:cubicBezTo>
                    <a:pt x="323" y="101"/>
                    <a:pt x="325" y="99"/>
                    <a:pt x="325" y="101"/>
                  </a:cubicBezTo>
                  <a:cubicBezTo>
                    <a:pt x="326" y="102"/>
                    <a:pt x="322" y="103"/>
                    <a:pt x="323" y="101"/>
                  </a:cubicBezTo>
                  <a:close/>
                  <a:moveTo>
                    <a:pt x="320" y="102"/>
                  </a:moveTo>
                  <a:cubicBezTo>
                    <a:pt x="321" y="100"/>
                    <a:pt x="323" y="102"/>
                    <a:pt x="320" y="102"/>
                  </a:cubicBezTo>
                  <a:close/>
                  <a:moveTo>
                    <a:pt x="313" y="98"/>
                  </a:moveTo>
                  <a:cubicBezTo>
                    <a:pt x="313" y="98"/>
                    <a:pt x="316" y="96"/>
                    <a:pt x="317" y="98"/>
                  </a:cubicBezTo>
                  <a:cubicBezTo>
                    <a:pt x="317" y="99"/>
                    <a:pt x="313" y="99"/>
                    <a:pt x="313" y="98"/>
                  </a:cubicBezTo>
                  <a:close/>
                  <a:moveTo>
                    <a:pt x="316" y="67"/>
                  </a:moveTo>
                  <a:cubicBezTo>
                    <a:pt x="317" y="67"/>
                    <a:pt x="315" y="68"/>
                    <a:pt x="314" y="68"/>
                  </a:cubicBezTo>
                  <a:cubicBezTo>
                    <a:pt x="315" y="67"/>
                    <a:pt x="315" y="67"/>
                    <a:pt x="316" y="67"/>
                  </a:cubicBezTo>
                  <a:close/>
                  <a:moveTo>
                    <a:pt x="313" y="68"/>
                  </a:moveTo>
                  <a:cubicBezTo>
                    <a:pt x="313" y="68"/>
                    <a:pt x="312" y="68"/>
                    <a:pt x="311" y="68"/>
                  </a:cubicBezTo>
                  <a:cubicBezTo>
                    <a:pt x="311" y="68"/>
                    <a:pt x="313" y="67"/>
                    <a:pt x="313" y="68"/>
                  </a:cubicBezTo>
                  <a:close/>
                  <a:moveTo>
                    <a:pt x="300" y="82"/>
                  </a:moveTo>
                  <a:cubicBezTo>
                    <a:pt x="298" y="83"/>
                    <a:pt x="298" y="82"/>
                    <a:pt x="300" y="82"/>
                  </a:cubicBezTo>
                  <a:close/>
                  <a:moveTo>
                    <a:pt x="299" y="99"/>
                  </a:moveTo>
                  <a:cubicBezTo>
                    <a:pt x="298" y="100"/>
                    <a:pt x="294" y="100"/>
                    <a:pt x="294" y="100"/>
                  </a:cubicBezTo>
                  <a:cubicBezTo>
                    <a:pt x="293" y="100"/>
                    <a:pt x="293" y="99"/>
                    <a:pt x="293" y="99"/>
                  </a:cubicBezTo>
                  <a:cubicBezTo>
                    <a:pt x="293" y="99"/>
                    <a:pt x="291" y="101"/>
                    <a:pt x="291" y="99"/>
                  </a:cubicBezTo>
                  <a:cubicBezTo>
                    <a:pt x="290" y="98"/>
                    <a:pt x="300" y="95"/>
                    <a:pt x="299" y="99"/>
                  </a:cubicBezTo>
                  <a:close/>
                  <a:moveTo>
                    <a:pt x="293" y="116"/>
                  </a:moveTo>
                  <a:cubicBezTo>
                    <a:pt x="299" y="113"/>
                    <a:pt x="305" y="113"/>
                    <a:pt x="311" y="110"/>
                  </a:cubicBezTo>
                  <a:cubicBezTo>
                    <a:pt x="316" y="108"/>
                    <a:pt x="321" y="105"/>
                    <a:pt x="327" y="105"/>
                  </a:cubicBezTo>
                  <a:cubicBezTo>
                    <a:pt x="327" y="105"/>
                    <a:pt x="328" y="105"/>
                    <a:pt x="328" y="106"/>
                  </a:cubicBezTo>
                  <a:cubicBezTo>
                    <a:pt x="328" y="107"/>
                    <a:pt x="318" y="110"/>
                    <a:pt x="315" y="111"/>
                  </a:cubicBezTo>
                  <a:cubicBezTo>
                    <a:pt x="310" y="112"/>
                    <a:pt x="306" y="113"/>
                    <a:pt x="301" y="114"/>
                  </a:cubicBezTo>
                  <a:cubicBezTo>
                    <a:pt x="299" y="115"/>
                    <a:pt x="294" y="118"/>
                    <a:pt x="292" y="118"/>
                  </a:cubicBezTo>
                  <a:cubicBezTo>
                    <a:pt x="288" y="118"/>
                    <a:pt x="293" y="116"/>
                    <a:pt x="293" y="116"/>
                  </a:cubicBezTo>
                  <a:close/>
                  <a:moveTo>
                    <a:pt x="294" y="382"/>
                  </a:moveTo>
                  <a:cubicBezTo>
                    <a:pt x="294" y="382"/>
                    <a:pt x="293" y="382"/>
                    <a:pt x="292" y="384"/>
                  </a:cubicBezTo>
                  <a:cubicBezTo>
                    <a:pt x="289" y="386"/>
                    <a:pt x="286" y="391"/>
                    <a:pt x="283" y="396"/>
                  </a:cubicBezTo>
                  <a:cubicBezTo>
                    <a:pt x="281" y="399"/>
                    <a:pt x="280" y="403"/>
                    <a:pt x="278" y="405"/>
                  </a:cubicBezTo>
                  <a:cubicBezTo>
                    <a:pt x="278" y="406"/>
                    <a:pt x="277" y="406"/>
                    <a:pt x="277" y="406"/>
                  </a:cubicBezTo>
                  <a:cubicBezTo>
                    <a:pt x="276" y="406"/>
                    <a:pt x="280" y="399"/>
                    <a:pt x="281" y="398"/>
                  </a:cubicBezTo>
                  <a:cubicBezTo>
                    <a:pt x="283" y="395"/>
                    <a:pt x="284" y="392"/>
                    <a:pt x="286" y="390"/>
                  </a:cubicBezTo>
                  <a:cubicBezTo>
                    <a:pt x="287" y="388"/>
                    <a:pt x="291" y="385"/>
                    <a:pt x="291" y="382"/>
                  </a:cubicBezTo>
                  <a:cubicBezTo>
                    <a:pt x="291" y="382"/>
                    <a:pt x="290" y="380"/>
                    <a:pt x="290" y="379"/>
                  </a:cubicBezTo>
                  <a:cubicBezTo>
                    <a:pt x="290" y="375"/>
                    <a:pt x="298" y="376"/>
                    <a:pt x="294" y="382"/>
                  </a:cubicBezTo>
                  <a:close/>
                  <a:moveTo>
                    <a:pt x="286" y="197"/>
                  </a:moveTo>
                  <a:cubicBezTo>
                    <a:pt x="286" y="197"/>
                    <a:pt x="286" y="198"/>
                    <a:pt x="286" y="198"/>
                  </a:cubicBezTo>
                  <a:cubicBezTo>
                    <a:pt x="285" y="198"/>
                    <a:pt x="285" y="196"/>
                    <a:pt x="286" y="197"/>
                  </a:cubicBezTo>
                  <a:close/>
                  <a:moveTo>
                    <a:pt x="286" y="346"/>
                  </a:moveTo>
                  <a:cubicBezTo>
                    <a:pt x="287" y="346"/>
                    <a:pt x="286" y="347"/>
                    <a:pt x="286" y="348"/>
                  </a:cubicBezTo>
                  <a:cubicBezTo>
                    <a:pt x="284" y="350"/>
                    <a:pt x="284" y="344"/>
                    <a:pt x="286" y="346"/>
                  </a:cubicBezTo>
                  <a:close/>
                  <a:moveTo>
                    <a:pt x="284" y="385"/>
                  </a:moveTo>
                  <a:cubicBezTo>
                    <a:pt x="284" y="386"/>
                    <a:pt x="283" y="386"/>
                    <a:pt x="283" y="386"/>
                  </a:cubicBezTo>
                  <a:cubicBezTo>
                    <a:pt x="282" y="386"/>
                    <a:pt x="284" y="385"/>
                    <a:pt x="284" y="385"/>
                  </a:cubicBezTo>
                  <a:close/>
                  <a:moveTo>
                    <a:pt x="281" y="387"/>
                  </a:moveTo>
                  <a:cubicBezTo>
                    <a:pt x="283" y="388"/>
                    <a:pt x="280" y="390"/>
                    <a:pt x="279" y="391"/>
                  </a:cubicBezTo>
                  <a:cubicBezTo>
                    <a:pt x="280" y="389"/>
                    <a:pt x="281" y="388"/>
                    <a:pt x="281" y="387"/>
                  </a:cubicBezTo>
                  <a:close/>
                  <a:moveTo>
                    <a:pt x="278" y="392"/>
                  </a:moveTo>
                  <a:cubicBezTo>
                    <a:pt x="278" y="393"/>
                    <a:pt x="277" y="393"/>
                    <a:pt x="277" y="394"/>
                  </a:cubicBezTo>
                  <a:cubicBezTo>
                    <a:pt x="276" y="394"/>
                    <a:pt x="277" y="392"/>
                    <a:pt x="278" y="392"/>
                  </a:cubicBezTo>
                  <a:close/>
                  <a:moveTo>
                    <a:pt x="275" y="342"/>
                  </a:moveTo>
                  <a:cubicBezTo>
                    <a:pt x="274" y="343"/>
                    <a:pt x="274" y="343"/>
                    <a:pt x="273" y="344"/>
                  </a:cubicBezTo>
                  <a:cubicBezTo>
                    <a:pt x="273" y="344"/>
                    <a:pt x="274" y="342"/>
                    <a:pt x="275" y="342"/>
                  </a:cubicBezTo>
                  <a:close/>
                  <a:moveTo>
                    <a:pt x="273" y="119"/>
                  </a:moveTo>
                  <a:cubicBezTo>
                    <a:pt x="273" y="120"/>
                    <a:pt x="272" y="119"/>
                    <a:pt x="271" y="120"/>
                  </a:cubicBezTo>
                  <a:cubicBezTo>
                    <a:pt x="271" y="119"/>
                    <a:pt x="273" y="119"/>
                    <a:pt x="273" y="119"/>
                  </a:cubicBezTo>
                  <a:close/>
                  <a:moveTo>
                    <a:pt x="272" y="481"/>
                  </a:moveTo>
                  <a:cubicBezTo>
                    <a:pt x="273" y="482"/>
                    <a:pt x="271" y="483"/>
                    <a:pt x="271" y="483"/>
                  </a:cubicBezTo>
                  <a:cubicBezTo>
                    <a:pt x="269" y="483"/>
                    <a:pt x="271" y="480"/>
                    <a:pt x="272" y="481"/>
                  </a:cubicBezTo>
                  <a:close/>
                  <a:moveTo>
                    <a:pt x="270" y="120"/>
                  </a:moveTo>
                  <a:cubicBezTo>
                    <a:pt x="269" y="119"/>
                    <a:pt x="271" y="121"/>
                    <a:pt x="270" y="120"/>
                  </a:cubicBezTo>
                  <a:close/>
                  <a:moveTo>
                    <a:pt x="270" y="409"/>
                  </a:moveTo>
                  <a:cubicBezTo>
                    <a:pt x="270" y="410"/>
                    <a:pt x="269" y="410"/>
                    <a:pt x="269" y="411"/>
                  </a:cubicBezTo>
                  <a:cubicBezTo>
                    <a:pt x="268" y="410"/>
                    <a:pt x="270" y="409"/>
                    <a:pt x="270" y="409"/>
                  </a:cubicBezTo>
                  <a:close/>
                  <a:moveTo>
                    <a:pt x="269" y="378"/>
                  </a:moveTo>
                  <a:cubicBezTo>
                    <a:pt x="269" y="380"/>
                    <a:pt x="267" y="379"/>
                    <a:pt x="266" y="380"/>
                  </a:cubicBezTo>
                  <a:cubicBezTo>
                    <a:pt x="266" y="379"/>
                    <a:pt x="268" y="379"/>
                    <a:pt x="269" y="378"/>
                  </a:cubicBezTo>
                  <a:close/>
                  <a:moveTo>
                    <a:pt x="267" y="407"/>
                  </a:moveTo>
                  <a:cubicBezTo>
                    <a:pt x="269" y="408"/>
                    <a:pt x="267" y="411"/>
                    <a:pt x="266" y="411"/>
                  </a:cubicBezTo>
                  <a:cubicBezTo>
                    <a:pt x="263" y="412"/>
                    <a:pt x="265" y="406"/>
                    <a:pt x="267" y="407"/>
                  </a:cubicBezTo>
                  <a:close/>
                  <a:moveTo>
                    <a:pt x="264" y="422"/>
                  </a:moveTo>
                  <a:cubicBezTo>
                    <a:pt x="265" y="423"/>
                    <a:pt x="264" y="423"/>
                    <a:pt x="264" y="423"/>
                  </a:cubicBezTo>
                  <a:cubicBezTo>
                    <a:pt x="263" y="424"/>
                    <a:pt x="264" y="422"/>
                    <a:pt x="264" y="422"/>
                  </a:cubicBezTo>
                  <a:close/>
                  <a:moveTo>
                    <a:pt x="264" y="455"/>
                  </a:moveTo>
                  <a:cubicBezTo>
                    <a:pt x="266" y="456"/>
                    <a:pt x="265" y="457"/>
                    <a:pt x="264" y="458"/>
                  </a:cubicBezTo>
                  <a:cubicBezTo>
                    <a:pt x="262" y="459"/>
                    <a:pt x="262" y="454"/>
                    <a:pt x="264" y="455"/>
                  </a:cubicBezTo>
                  <a:close/>
                  <a:moveTo>
                    <a:pt x="262" y="487"/>
                  </a:moveTo>
                  <a:cubicBezTo>
                    <a:pt x="263" y="486"/>
                    <a:pt x="262" y="487"/>
                    <a:pt x="262" y="487"/>
                  </a:cubicBezTo>
                  <a:cubicBezTo>
                    <a:pt x="262" y="487"/>
                    <a:pt x="262" y="487"/>
                    <a:pt x="262" y="487"/>
                  </a:cubicBezTo>
                  <a:close/>
                  <a:moveTo>
                    <a:pt x="262" y="390"/>
                  </a:moveTo>
                  <a:cubicBezTo>
                    <a:pt x="262" y="390"/>
                    <a:pt x="261" y="391"/>
                    <a:pt x="261" y="391"/>
                  </a:cubicBezTo>
                  <a:cubicBezTo>
                    <a:pt x="260" y="392"/>
                    <a:pt x="261" y="389"/>
                    <a:pt x="262" y="390"/>
                  </a:cubicBezTo>
                  <a:close/>
                  <a:moveTo>
                    <a:pt x="261" y="409"/>
                  </a:moveTo>
                  <a:cubicBezTo>
                    <a:pt x="262" y="410"/>
                    <a:pt x="261" y="412"/>
                    <a:pt x="261" y="412"/>
                  </a:cubicBezTo>
                  <a:cubicBezTo>
                    <a:pt x="258" y="415"/>
                    <a:pt x="259" y="408"/>
                    <a:pt x="261" y="409"/>
                  </a:cubicBezTo>
                  <a:close/>
                  <a:moveTo>
                    <a:pt x="260" y="161"/>
                  </a:moveTo>
                  <a:cubicBezTo>
                    <a:pt x="259" y="162"/>
                    <a:pt x="258" y="162"/>
                    <a:pt x="257" y="162"/>
                  </a:cubicBezTo>
                  <a:cubicBezTo>
                    <a:pt x="258" y="161"/>
                    <a:pt x="259" y="161"/>
                    <a:pt x="260" y="161"/>
                  </a:cubicBezTo>
                  <a:close/>
                  <a:moveTo>
                    <a:pt x="256" y="236"/>
                  </a:moveTo>
                  <a:cubicBezTo>
                    <a:pt x="257" y="236"/>
                    <a:pt x="257" y="237"/>
                    <a:pt x="257" y="237"/>
                  </a:cubicBezTo>
                  <a:cubicBezTo>
                    <a:pt x="255" y="239"/>
                    <a:pt x="255" y="235"/>
                    <a:pt x="256" y="236"/>
                  </a:cubicBezTo>
                  <a:close/>
                  <a:moveTo>
                    <a:pt x="220" y="484"/>
                  </a:moveTo>
                  <a:cubicBezTo>
                    <a:pt x="219" y="485"/>
                    <a:pt x="219" y="482"/>
                    <a:pt x="220" y="482"/>
                  </a:cubicBezTo>
                  <a:cubicBezTo>
                    <a:pt x="220" y="483"/>
                    <a:pt x="220" y="483"/>
                    <a:pt x="220" y="484"/>
                  </a:cubicBezTo>
                  <a:close/>
                  <a:moveTo>
                    <a:pt x="219" y="482"/>
                  </a:moveTo>
                  <a:cubicBezTo>
                    <a:pt x="218" y="481"/>
                    <a:pt x="220" y="479"/>
                    <a:pt x="220" y="480"/>
                  </a:cubicBezTo>
                  <a:cubicBezTo>
                    <a:pt x="221" y="482"/>
                    <a:pt x="219" y="483"/>
                    <a:pt x="219" y="482"/>
                  </a:cubicBezTo>
                  <a:close/>
                  <a:moveTo>
                    <a:pt x="223" y="478"/>
                  </a:moveTo>
                  <a:cubicBezTo>
                    <a:pt x="219" y="481"/>
                    <a:pt x="218" y="471"/>
                    <a:pt x="222" y="470"/>
                  </a:cubicBezTo>
                  <a:cubicBezTo>
                    <a:pt x="220" y="474"/>
                    <a:pt x="224" y="473"/>
                    <a:pt x="224" y="475"/>
                  </a:cubicBezTo>
                  <a:cubicBezTo>
                    <a:pt x="224" y="475"/>
                    <a:pt x="223" y="477"/>
                    <a:pt x="223" y="478"/>
                  </a:cubicBezTo>
                  <a:close/>
                  <a:moveTo>
                    <a:pt x="226" y="519"/>
                  </a:moveTo>
                  <a:cubicBezTo>
                    <a:pt x="226" y="519"/>
                    <a:pt x="226" y="519"/>
                    <a:pt x="226" y="519"/>
                  </a:cubicBezTo>
                  <a:cubicBezTo>
                    <a:pt x="226" y="518"/>
                    <a:pt x="227" y="518"/>
                    <a:pt x="227" y="518"/>
                  </a:cubicBezTo>
                  <a:cubicBezTo>
                    <a:pt x="226" y="518"/>
                    <a:pt x="226" y="519"/>
                    <a:pt x="226" y="519"/>
                  </a:cubicBezTo>
                  <a:close/>
                  <a:moveTo>
                    <a:pt x="231" y="488"/>
                  </a:moveTo>
                  <a:cubicBezTo>
                    <a:pt x="232" y="486"/>
                    <a:pt x="234" y="487"/>
                    <a:pt x="231" y="488"/>
                  </a:cubicBezTo>
                  <a:close/>
                  <a:moveTo>
                    <a:pt x="236" y="473"/>
                  </a:moveTo>
                  <a:cubicBezTo>
                    <a:pt x="236" y="474"/>
                    <a:pt x="238" y="474"/>
                    <a:pt x="236" y="476"/>
                  </a:cubicBezTo>
                  <a:cubicBezTo>
                    <a:pt x="237" y="475"/>
                    <a:pt x="234" y="476"/>
                    <a:pt x="234" y="476"/>
                  </a:cubicBezTo>
                  <a:cubicBezTo>
                    <a:pt x="233" y="475"/>
                    <a:pt x="233" y="474"/>
                    <a:pt x="235" y="473"/>
                  </a:cubicBezTo>
                  <a:cubicBezTo>
                    <a:pt x="233" y="473"/>
                    <a:pt x="231" y="472"/>
                    <a:pt x="231" y="470"/>
                  </a:cubicBezTo>
                  <a:cubicBezTo>
                    <a:pt x="231" y="467"/>
                    <a:pt x="233" y="465"/>
                    <a:pt x="236" y="464"/>
                  </a:cubicBezTo>
                  <a:cubicBezTo>
                    <a:pt x="236" y="464"/>
                    <a:pt x="236" y="464"/>
                    <a:pt x="236" y="464"/>
                  </a:cubicBezTo>
                  <a:cubicBezTo>
                    <a:pt x="237" y="464"/>
                    <a:pt x="238" y="466"/>
                    <a:pt x="238" y="466"/>
                  </a:cubicBezTo>
                  <a:cubicBezTo>
                    <a:pt x="240" y="467"/>
                    <a:pt x="239" y="462"/>
                    <a:pt x="241" y="463"/>
                  </a:cubicBezTo>
                  <a:cubicBezTo>
                    <a:pt x="244" y="463"/>
                    <a:pt x="241" y="465"/>
                    <a:pt x="241" y="466"/>
                  </a:cubicBezTo>
                  <a:cubicBezTo>
                    <a:pt x="240" y="468"/>
                    <a:pt x="242" y="468"/>
                    <a:pt x="239" y="470"/>
                  </a:cubicBezTo>
                  <a:cubicBezTo>
                    <a:pt x="238" y="470"/>
                    <a:pt x="236" y="473"/>
                    <a:pt x="236" y="473"/>
                  </a:cubicBezTo>
                  <a:close/>
                  <a:moveTo>
                    <a:pt x="232" y="444"/>
                  </a:moveTo>
                  <a:cubicBezTo>
                    <a:pt x="233" y="444"/>
                    <a:pt x="233" y="443"/>
                    <a:pt x="233" y="444"/>
                  </a:cubicBezTo>
                  <a:cubicBezTo>
                    <a:pt x="232" y="444"/>
                    <a:pt x="232" y="444"/>
                    <a:pt x="232" y="444"/>
                  </a:cubicBezTo>
                  <a:close/>
                  <a:moveTo>
                    <a:pt x="237" y="453"/>
                  </a:moveTo>
                  <a:cubicBezTo>
                    <a:pt x="239" y="450"/>
                    <a:pt x="241" y="447"/>
                    <a:pt x="243" y="445"/>
                  </a:cubicBezTo>
                  <a:cubicBezTo>
                    <a:pt x="242" y="448"/>
                    <a:pt x="240" y="450"/>
                    <a:pt x="237" y="453"/>
                  </a:cubicBezTo>
                  <a:close/>
                  <a:moveTo>
                    <a:pt x="243" y="461"/>
                  </a:moveTo>
                  <a:cubicBezTo>
                    <a:pt x="242" y="462"/>
                    <a:pt x="243" y="460"/>
                    <a:pt x="243" y="460"/>
                  </a:cubicBezTo>
                  <a:cubicBezTo>
                    <a:pt x="244" y="460"/>
                    <a:pt x="244" y="461"/>
                    <a:pt x="243" y="461"/>
                  </a:cubicBezTo>
                  <a:close/>
                  <a:moveTo>
                    <a:pt x="238" y="463"/>
                  </a:moveTo>
                  <a:cubicBezTo>
                    <a:pt x="237" y="462"/>
                    <a:pt x="239" y="461"/>
                    <a:pt x="239" y="462"/>
                  </a:cubicBezTo>
                  <a:cubicBezTo>
                    <a:pt x="241" y="463"/>
                    <a:pt x="238" y="465"/>
                    <a:pt x="238" y="463"/>
                  </a:cubicBezTo>
                  <a:close/>
                  <a:moveTo>
                    <a:pt x="237" y="446"/>
                  </a:moveTo>
                  <a:cubicBezTo>
                    <a:pt x="234" y="447"/>
                    <a:pt x="235" y="441"/>
                    <a:pt x="238" y="443"/>
                  </a:cubicBezTo>
                  <a:cubicBezTo>
                    <a:pt x="239" y="443"/>
                    <a:pt x="237" y="445"/>
                    <a:pt x="237" y="446"/>
                  </a:cubicBezTo>
                  <a:close/>
                  <a:moveTo>
                    <a:pt x="236" y="453"/>
                  </a:moveTo>
                  <a:cubicBezTo>
                    <a:pt x="236" y="455"/>
                    <a:pt x="234" y="458"/>
                    <a:pt x="233" y="458"/>
                  </a:cubicBezTo>
                  <a:cubicBezTo>
                    <a:pt x="233" y="458"/>
                    <a:pt x="235" y="454"/>
                    <a:pt x="236" y="453"/>
                  </a:cubicBezTo>
                  <a:close/>
                  <a:moveTo>
                    <a:pt x="234" y="464"/>
                  </a:moveTo>
                  <a:cubicBezTo>
                    <a:pt x="235" y="462"/>
                    <a:pt x="233" y="465"/>
                    <a:pt x="234" y="464"/>
                  </a:cubicBezTo>
                  <a:close/>
                  <a:moveTo>
                    <a:pt x="241" y="500"/>
                  </a:moveTo>
                  <a:cubicBezTo>
                    <a:pt x="240" y="501"/>
                    <a:pt x="241" y="499"/>
                    <a:pt x="241" y="499"/>
                  </a:cubicBezTo>
                  <a:cubicBezTo>
                    <a:pt x="242" y="499"/>
                    <a:pt x="242" y="500"/>
                    <a:pt x="241" y="500"/>
                  </a:cubicBezTo>
                  <a:close/>
                  <a:moveTo>
                    <a:pt x="243" y="497"/>
                  </a:moveTo>
                  <a:cubicBezTo>
                    <a:pt x="241" y="498"/>
                    <a:pt x="243" y="494"/>
                    <a:pt x="244" y="496"/>
                  </a:cubicBezTo>
                  <a:cubicBezTo>
                    <a:pt x="244" y="496"/>
                    <a:pt x="243" y="497"/>
                    <a:pt x="243" y="497"/>
                  </a:cubicBezTo>
                  <a:close/>
                  <a:moveTo>
                    <a:pt x="245" y="513"/>
                  </a:moveTo>
                  <a:cubicBezTo>
                    <a:pt x="246" y="513"/>
                    <a:pt x="244" y="514"/>
                    <a:pt x="245" y="513"/>
                  </a:cubicBezTo>
                  <a:close/>
                  <a:moveTo>
                    <a:pt x="244" y="494"/>
                  </a:moveTo>
                  <a:cubicBezTo>
                    <a:pt x="245" y="492"/>
                    <a:pt x="249" y="492"/>
                    <a:pt x="248" y="495"/>
                  </a:cubicBezTo>
                  <a:cubicBezTo>
                    <a:pt x="248" y="497"/>
                    <a:pt x="242" y="497"/>
                    <a:pt x="244" y="494"/>
                  </a:cubicBezTo>
                  <a:close/>
                  <a:moveTo>
                    <a:pt x="248" y="489"/>
                  </a:moveTo>
                  <a:cubicBezTo>
                    <a:pt x="247" y="488"/>
                    <a:pt x="249" y="488"/>
                    <a:pt x="248" y="489"/>
                  </a:cubicBezTo>
                  <a:close/>
                  <a:moveTo>
                    <a:pt x="249" y="485"/>
                  </a:moveTo>
                  <a:cubicBezTo>
                    <a:pt x="248" y="486"/>
                    <a:pt x="249" y="483"/>
                    <a:pt x="249" y="484"/>
                  </a:cubicBezTo>
                  <a:cubicBezTo>
                    <a:pt x="250" y="484"/>
                    <a:pt x="249" y="485"/>
                    <a:pt x="249" y="485"/>
                  </a:cubicBezTo>
                  <a:close/>
                  <a:moveTo>
                    <a:pt x="251" y="501"/>
                  </a:moveTo>
                  <a:cubicBezTo>
                    <a:pt x="251" y="501"/>
                    <a:pt x="251" y="501"/>
                    <a:pt x="251" y="501"/>
                  </a:cubicBezTo>
                  <a:cubicBezTo>
                    <a:pt x="251" y="499"/>
                    <a:pt x="252" y="503"/>
                    <a:pt x="251" y="501"/>
                  </a:cubicBezTo>
                  <a:close/>
                  <a:moveTo>
                    <a:pt x="252" y="488"/>
                  </a:moveTo>
                  <a:cubicBezTo>
                    <a:pt x="252" y="488"/>
                    <a:pt x="251" y="489"/>
                    <a:pt x="251" y="488"/>
                  </a:cubicBezTo>
                  <a:cubicBezTo>
                    <a:pt x="248" y="485"/>
                    <a:pt x="256" y="486"/>
                    <a:pt x="252" y="488"/>
                  </a:cubicBezTo>
                  <a:close/>
                  <a:moveTo>
                    <a:pt x="252" y="480"/>
                  </a:moveTo>
                  <a:cubicBezTo>
                    <a:pt x="251" y="480"/>
                    <a:pt x="251" y="480"/>
                    <a:pt x="251" y="480"/>
                  </a:cubicBezTo>
                  <a:cubicBezTo>
                    <a:pt x="250" y="480"/>
                    <a:pt x="252" y="479"/>
                    <a:pt x="252" y="480"/>
                  </a:cubicBezTo>
                  <a:close/>
                  <a:moveTo>
                    <a:pt x="250" y="475"/>
                  </a:moveTo>
                  <a:cubicBezTo>
                    <a:pt x="248" y="477"/>
                    <a:pt x="245" y="480"/>
                    <a:pt x="244" y="481"/>
                  </a:cubicBezTo>
                  <a:cubicBezTo>
                    <a:pt x="242" y="482"/>
                    <a:pt x="241" y="485"/>
                    <a:pt x="239" y="485"/>
                  </a:cubicBezTo>
                  <a:cubicBezTo>
                    <a:pt x="243" y="480"/>
                    <a:pt x="249" y="474"/>
                    <a:pt x="253" y="470"/>
                  </a:cubicBezTo>
                  <a:cubicBezTo>
                    <a:pt x="256" y="466"/>
                    <a:pt x="251" y="474"/>
                    <a:pt x="250" y="475"/>
                  </a:cubicBezTo>
                  <a:close/>
                  <a:moveTo>
                    <a:pt x="251" y="410"/>
                  </a:moveTo>
                  <a:cubicBezTo>
                    <a:pt x="252" y="411"/>
                    <a:pt x="251" y="412"/>
                    <a:pt x="250" y="412"/>
                  </a:cubicBezTo>
                  <a:cubicBezTo>
                    <a:pt x="248" y="414"/>
                    <a:pt x="248" y="409"/>
                    <a:pt x="251" y="410"/>
                  </a:cubicBezTo>
                  <a:close/>
                  <a:moveTo>
                    <a:pt x="249" y="314"/>
                  </a:moveTo>
                  <a:cubicBezTo>
                    <a:pt x="250" y="313"/>
                    <a:pt x="251" y="314"/>
                    <a:pt x="251" y="314"/>
                  </a:cubicBezTo>
                  <a:cubicBezTo>
                    <a:pt x="250" y="315"/>
                    <a:pt x="249" y="314"/>
                    <a:pt x="249" y="314"/>
                  </a:cubicBezTo>
                  <a:close/>
                  <a:moveTo>
                    <a:pt x="250" y="459"/>
                  </a:moveTo>
                  <a:cubicBezTo>
                    <a:pt x="251" y="458"/>
                    <a:pt x="248" y="460"/>
                    <a:pt x="250" y="459"/>
                  </a:cubicBezTo>
                  <a:close/>
                  <a:moveTo>
                    <a:pt x="254" y="448"/>
                  </a:moveTo>
                  <a:cubicBezTo>
                    <a:pt x="254" y="447"/>
                    <a:pt x="254" y="450"/>
                    <a:pt x="254" y="448"/>
                  </a:cubicBezTo>
                  <a:close/>
                  <a:moveTo>
                    <a:pt x="254" y="252"/>
                  </a:moveTo>
                  <a:cubicBezTo>
                    <a:pt x="255" y="252"/>
                    <a:pt x="254" y="253"/>
                    <a:pt x="254" y="254"/>
                  </a:cubicBezTo>
                  <a:cubicBezTo>
                    <a:pt x="253" y="255"/>
                    <a:pt x="253" y="252"/>
                    <a:pt x="254" y="252"/>
                  </a:cubicBezTo>
                  <a:close/>
                  <a:moveTo>
                    <a:pt x="253" y="418"/>
                  </a:moveTo>
                  <a:cubicBezTo>
                    <a:pt x="254" y="416"/>
                    <a:pt x="255" y="417"/>
                    <a:pt x="253" y="418"/>
                  </a:cubicBezTo>
                  <a:close/>
                  <a:moveTo>
                    <a:pt x="253" y="419"/>
                  </a:moveTo>
                  <a:cubicBezTo>
                    <a:pt x="253" y="421"/>
                    <a:pt x="252" y="419"/>
                    <a:pt x="253" y="419"/>
                  </a:cubicBezTo>
                  <a:close/>
                  <a:moveTo>
                    <a:pt x="251" y="212"/>
                  </a:moveTo>
                  <a:cubicBezTo>
                    <a:pt x="252" y="213"/>
                    <a:pt x="251" y="213"/>
                    <a:pt x="251" y="214"/>
                  </a:cubicBezTo>
                  <a:cubicBezTo>
                    <a:pt x="250" y="214"/>
                    <a:pt x="251" y="213"/>
                    <a:pt x="251" y="212"/>
                  </a:cubicBezTo>
                  <a:close/>
                  <a:moveTo>
                    <a:pt x="250" y="272"/>
                  </a:moveTo>
                  <a:cubicBezTo>
                    <a:pt x="250" y="273"/>
                    <a:pt x="250" y="273"/>
                    <a:pt x="249" y="274"/>
                  </a:cubicBezTo>
                  <a:cubicBezTo>
                    <a:pt x="248" y="275"/>
                    <a:pt x="250" y="272"/>
                    <a:pt x="250" y="272"/>
                  </a:cubicBezTo>
                  <a:close/>
                  <a:moveTo>
                    <a:pt x="249" y="219"/>
                  </a:moveTo>
                  <a:cubicBezTo>
                    <a:pt x="248" y="218"/>
                    <a:pt x="250" y="217"/>
                    <a:pt x="249" y="219"/>
                  </a:cubicBezTo>
                  <a:close/>
                  <a:moveTo>
                    <a:pt x="250" y="374"/>
                  </a:moveTo>
                  <a:cubicBezTo>
                    <a:pt x="250" y="374"/>
                    <a:pt x="250" y="376"/>
                    <a:pt x="249" y="376"/>
                  </a:cubicBezTo>
                  <a:cubicBezTo>
                    <a:pt x="248" y="377"/>
                    <a:pt x="248" y="374"/>
                    <a:pt x="250" y="374"/>
                  </a:cubicBezTo>
                  <a:close/>
                  <a:moveTo>
                    <a:pt x="245" y="428"/>
                  </a:moveTo>
                  <a:cubicBezTo>
                    <a:pt x="246" y="428"/>
                    <a:pt x="245" y="428"/>
                    <a:pt x="245" y="429"/>
                  </a:cubicBezTo>
                  <a:cubicBezTo>
                    <a:pt x="244" y="430"/>
                    <a:pt x="244" y="427"/>
                    <a:pt x="245" y="428"/>
                  </a:cubicBezTo>
                  <a:close/>
                  <a:moveTo>
                    <a:pt x="244" y="378"/>
                  </a:moveTo>
                  <a:cubicBezTo>
                    <a:pt x="245" y="378"/>
                    <a:pt x="244" y="379"/>
                    <a:pt x="243" y="379"/>
                  </a:cubicBezTo>
                  <a:cubicBezTo>
                    <a:pt x="243" y="378"/>
                    <a:pt x="244" y="378"/>
                    <a:pt x="244" y="378"/>
                  </a:cubicBezTo>
                  <a:close/>
                  <a:moveTo>
                    <a:pt x="243" y="406"/>
                  </a:moveTo>
                  <a:cubicBezTo>
                    <a:pt x="246" y="408"/>
                    <a:pt x="243" y="412"/>
                    <a:pt x="242" y="413"/>
                  </a:cubicBezTo>
                  <a:cubicBezTo>
                    <a:pt x="237" y="414"/>
                    <a:pt x="239" y="404"/>
                    <a:pt x="243" y="406"/>
                  </a:cubicBezTo>
                  <a:close/>
                  <a:moveTo>
                    <a:pt x="236" y="275"/>
                  </a:moveTo>
                  <a:cubicBezTo>
                    <a:pt x="237" y="275"/>
                    <a:pt x="237" y="277"/>
                    <a:pt x="236" y="278"/>
                  </a:cubicBezTo>
                  <a:cubicBezTo>
                    <a:pt x="235" y="279"/>
                    <a:pt x="235" y="275"/>
                    <a:pt x="236" y="275"/>
                  </a:cubicBezTo>
                  <a:close/>
                  <a:moveTo>
                    <a:pt x="236" y="430"/>
                  </a:moveTo>
                  <a:cubicBezTo>
                    <a:pt x="235" y="431"/>
                    <a:pt x="235" y="429"/>
                    <a:pt x="236" y="429"/>
                  </a:cubicBezTo>
                  <a:cubicBezTo>
                    <a:pt x="237" y="429"/>
                    <a:pt x="236" y="430"/>
                    <a:pt x="236" y="430"/>
                  </a:cubicBezTo>
                  <a:close/>
                  <a:moveTo>
                    <a:pt x="236" y="371"/>
                  </a:moveTo>
                  <a:cubicBezTo>
                    <a:pt x="237" y="370"/>
                    <a:pt x="235" y="372"/>
                    <a:pt x="236" y="371"/>
                  </a:cubicBezTo>
                  <a:close/>
                  <a:moveTo>
                    <a:pt x="236" y="412"/>
                  </a:moveTo>
                  <a:cubicBezTo>
                    <a:pt x="237" y="413"/>
                    <a:pt x="235" y="414"/>
                    <a:pt x="235" y="415"/>
                  </a:cubicBezTo>
                  <a:cubicBezTo>
                    <a:pt x="234" y="416"/>
                    <a:pt x="235" y="411"/>
                    <a:pt x="236" y="412"/>
                  </a:cubicBezTo>
                  <a:close/>
                  <a:moveTo>
                    <a:pt x="236" y="431"/>
                  </a:moveTo>
                  <a:cubicBezTo>
                    <a:pt x="240" y="431"/>
                    <a:pt x="238" y="437"/>
                    <a:pt x="234" y="438"/>
                  </a:cubicBezTo>
                  <a:cubicBezTo>
                    <a:pt x="233" y="438"/>
                    <a:pt x="230" y="438"/>
                    <a:pt x="231" y="435"/>
                  </a:cubicBezTo>
                  <a:cubicBezTo>
                    <a:pt x="231" y="433"/>
                    <a:pt x="232" y="434"/>
                    <a:pt x="234" y="433"/>
                  </a:cubicBezTo>
                  <a:cubicBezTo>
                    <a:pt x="234" y="432"/>
                    <a:pt x="234" y="431"/>
                    <a:pt x="236" y="431"/>
                  </a:cubicBezTo>
                  <a:close/>
                  <a:moveTo>
                    <a:pt x="234" y="353"/>
                  </a:moveTo>
                  <a:cubicBezTo>
                    <a:pt x="232" y="355"/>
                    <a:pt x="235" y="352"/>
                    <a:pt x="234" y="353"/>
                  </a:cubicBezTo>
                  <a:close/>
                  <a:moveTo>
                    <a:pt x="233" y="336"/>
                  </a:moveTo>
                  <a:cubicBezTo>
                    <a:pt x="233" y="336"/>
                    <a:pt x="233" y="337"/>
                    <a:pt x="232" y="337"/>
                  </a:cubicBezTo>
                  <a:cubicBezTo>
                    <a:pt x="231" y="338"/>
                    <a:pt x="232" y="335"/>
                    <a:pt x="233" y="336"/>
                  </a:cubicBezTo>
                  <a:close/>
                  <a:moveTo>
                    <a:pt x="232" y="409"/>
                  </a:moveTo>
                  <a:cubicBezTo>
                    <a:pt x="232" y="409"/>
                    <a:pt x="232" y="409"/>
                    <a:pt x="232" y="409"/>
                  </a:cubicBezTo>
                  <a:cubicBezTo>
                    <a:pt x="230" y="410"/>
                    <a:pt x="233" y="407"/>
                    <a:pt x="232" y="409"/>
                  </a:cubicBezTo>
                  <a:close/>
                  <a:moveTo>
                    <a:pt x="230" y="395"/>
                  </a:moveTo>
                  <a:cubicBezTo>
                    <a:pt x="231" y="394"/>
                    <a:pt x="231" y="395"/>
                    <a:pt x="231" y="395"/>
                  </a:cubicBezTo>
                  <a:cubicBezTo>
                    <a:pt x="231" y="395"/>
                    <a:pt x="230" y="395"/>
                    <a:pt x="230" y="395"/>
                  </a:cubicBezTo>
                  <a:close/>
                  <a:moveTo>
                    <a:pt x="230" y="490"/>
                  </a:moveTo>
                  <a:cubicBezTo>
                    <a:pt x="230" y="490"/>
                    <a:pt x="230" y="490"/>
                    <a:pt x="230" y="490"/>
                  </a:cubicBezTo>
                  <a:cubicBezTo>
                    <a:pt x="230" y="490"/>
                    <a:pt x="231" y="489"/>
                    <a:pt x="230" y="490"/>
                  </a:cubicBezTo>
                  <a:close/>
                  <a:moveTo>
                    <a:pt x="230" y="495"/>
                  </a:moveTo>
                  <a:cubicBezTo>
                    <a:pt x="230" y="498"/>
                    <a:pt x="226" y="498"/>
                    <a:pt x="225" y="501"/>
                  </a:cubicBezTo>
                  <a:cubicBezTo>
                    <a:pt x="225" y="498"/>
                    <a:pt x="228" y="496"/>
                    <a:pt x="230" y="495"/>
                  </a:cubicBezTo>
                  <a:close/>
                  <a:moveTo>
                    <a:pt x="225" y="486"/>
                  </a:moveTo>
                  <a:cubicBezTo>
                    <a:pt x="226" y="485"/>
                    <a:pt x="227" y="487"/>
                    <a:pt x="225" y="486"/>
                  </a:cubicBezTo>
                  <a:close/>
                  <a:moveTo>
                    <a:pt x="223" y="437"/>
                  </a:moveTo>
                  <a:cubicBezTo>
                    <a:pt x="222" y="438"/>
                    <a:pt x="223" y="435"/>
                    <a:pt x="223" y="435"/>
                  </a:cubicBezTo>
                  <a:cubicBezTo>
                    <a:pt x="224" y="436"/>
                    <a:pt x="223" y="437"/>
                    <a:pt x="223" y="437"/>
                  </a:cubicBezTo>
                  <a:close/>
                  <a:moveTo>
                    <a:pt x="223" y="313"/>
                  </a:moveTo>
                  <a:cubicBezTo>
                    <a:pt x="224" y="313"/>
                    <a:pt x="223" y="315"/>
                    <a:pt x="223" y="316"/>
                  </a:cubicBezTo>
                  <a:cubicBezTo>
                    <a:pt x="219" y="317"/>
                    <a:pt x="220" y="312"/>
                    <a:pt x="223" y="313"/>
                  </a:cubicBezTo>
                  <a:close/>
                  <a:moveTo>
                    <a:pt x="219" y="387"/>
                  </a:moveTo>
                  <a:cubicBezTo>
                    <a:pt x="219" y="389"/>
                    <a:pt x="220" y="388"/>
                    <a:pt x="220" y="389"/>
                  </a:cubicBezTo>
                  <a:cubicBezTo>
                    <a:pt x="222" y="391"/>
                    <a:pt x="219" y="394"/>
                    <a:pt x="218" y="392"/>
                  </a:cubicBezTo>
                  <a:cubicBezTo>
                    <a:pt x="216" y="391"/>
                    <a:pt x="218" y="389"/>
                    <a:pt x="219" y="387"/>
                  </a:cubicBezTo>
                  <a:close/>
                  <a:moveTo>
                    <a:pt x="213" y="346"/>
                  </a:moveTo>
                  <a:cubicBezTo>
                    <a:pt x="213" y="348"/>
                    <a:pt x="211" y="346"/>
                    <a:pt x="213" y="346"/>
                  </a:cubicBezTo>
                  <a:close/>
                  <a:moveTo>
                    <a:pt x="216" y="395"/>
                  </a:moveTo>
                  <a:cubicBezTo>
                    <a:pt x="215" y="395"/>
                    <a:pt x="215" y="396"/>
                    <a:pt x="215" y="396"/>
                  </a:cubicBezTo>
                  <a:cubicBezTo>
                    <a:pt x="214" y="396"/>
                    <a:pt x="215" y="394"/>
                    <a:pt x="216" y="395"/>
                  </a:cubicBezTo>
                  <a:close/>
                  <a:moveTo>
                    <a:pt x="214" y="449"/>
                  </a:moveTo>
                  <a:cubicBezTo>
                    <a:pt x="214" y="450"/>
                    <a:pt x="215" y="447"/>
                    <a:pt x="214" y="449"/>
                  </a:cubicBezTo>
                  <a:close/>
                  <a:moveTo>
                    <a:pt x="214" y="417"/>
                  </a:moveTo>
                  <a:cubicBezTo>
                    <a:pt x="215" y="418"/>
                    <a:pt x="213" y="419"/>
                    <a:pt x="214" y="417"/>
                  </a:cubicBezTo>
                  <a:close/>
                  <a:moveTo>
                    <a:pt x="213" y="341"/>
                  </a:moveTo>
                  <a:cubicBezTo>
                    <a:pt x="213" y="343"/>
                    <a:pt x="211" y="341"/>
                    <a:pt x="213" y="341"/>
                  </a:cubicBezTo>
                  <a:close/>
                  <a:moveTo>
                    <a:pt x="211" y="453"/>
                  </a:moveTo>
                  <a:cubicBezTo>
                    <a:pt x="211" y="454"/>
                    <a:pt x="210" y="451"/>
                    <a:pt x="211" y="451"/>
                  </a:cubicBezTo>
                  <a:cubicBezTo>
                    <a:pt x="211" y="451"/>
                    <a:pt x="212" y="452"/>
                    <a:pt x="211" y="453"/>
                  </a:cubicBezTo>
                  <a:close/>
                  <a:moveTo>
                    <a:pt x="211" y="238"/>
                  </a:moveTo>
                  <a:cubicBezTo>
                    <a:pt x="211" y="238"/>
                    <a:pt x="211" y="238"/>
                    <a:pt x="211" y="238"/>
                  </a:cubicBezTo>
                  <a:cubicBezTo>
                    <a:pt x="211" y="238"/>
                    <a:pt x="212" y="237"/>
                    <a:pt x="211" y="238"/>
                  </a:cubicBezTo>
                  <a:close/>
                  <a:moveTo>
                    <a:pt x="211" y="409"/>
                  </a:moveTo>
                  <a:cubicBezTo>
                    <a:pt x="210" y="408"/>
                    <a:pt x="212" y="408"/>
                    <a:pt x="211" y="409"/>
                  </a:cubicBezTo>
                  <a:close/>
                  <a:moveTo>
                    <a:pt x="210" y="299"/>
                  </a:moveTo>
                  <a:cubicBezTo>
                    <a:pt x="210" y="299"/>
                    <a:pt x="210" y="299"/>
                    <a:pt x="210" y="298"/>
                  </a:cubicBezTo>
                  <a:cubicBezTo>
                    <a:pt x="210" y="299"/>
                    <a:pt x="209" y="299"/>
                    <a:pt x="209" y="299"/>
                  </a:cubicBezTo>
                  <a:cubicBezTo>
                    <a:pt x="209" y="299"/>
                    <a:pt x="210" y="299"/>
                    <a:pt x="210" y="299"/>
                  </a:cubicBezTo>
                  <a:close/>
                  <a:moveTo>
                    <a:pt x="209" y="464"/>
                  </a:moveTo>
                  <a:cubicBezTo>
                    <a:pt x="209" y="465"/>
                    <a:pt x="209" y="462"/>
                    <a:pt x="209" y="464"/>
                  </a:cubicBezTo>
                  <a:close/>
                  <a:moveTo>
                    <a:pt x="201" y="445"/>
                  </a:moveTo>
                  <a:cubicBezTo>
                    <a:pt x="200" y="446"/>
                    <a:pt x="200" y="443"/>
                    <a:pt x="201" y="443"/>
                  </a:cubicBezTo>
                  <a:cubicBezTo>
                    <a:pt x="202" y="443"/>
                    <a:pt x="201" y="444"/>
                    <a:pt x="201" y="445"/>
                  </a:cubicBezTo>
                  <a:close/>
                  <a:moveTo>
                    <a:pt x="202" y="438"/>
                  </a:moveTo>
                  <a:cubicBezTo>
                    <a:pt x="201" y="438"/>
                    <a:pt x="202" y="437"/>
                    <a:pt x="203" y="437"/>
                  </a:cubicBezTo>
                  <a:cubicBezTo>
                    <a:pt x="203" y="437"/>
                    <a:pt x="203" y="438"/>
                    <a:pt x="202" y="438"/>
                  </a:cubicBezTo>
                  <a:close/>
                  <a:moveTo>
                    <a:pt x="201" y="428"/>
                  </a:moveTo>
                  <a:cubicBezTo>
                    <a:pt x="201" y="430"/>
                    <a:pt x="201" y="435"/>
                    <a:pt x="199" y="435"/>
                  </a:cubicBezTo>
                  <a:cubicBezTo>
                    <a:pt x="198" y="436"/>
                    <a:pt x="197" y="436"/>
                    <a:pt x="197" y="434"/>
                  </a:cubicBezTo>
                  <a:cubicBezTo>
                    <a:pt x="198" y="432"/>
                    <a:pt x="203" y="423"/>
                    <a:pt x="203" y="423"/>
                  </a:cubicBezTo>
                  <a:cubicBezTo>
                    <a:pt x="205" y="424"/>
                    <a:pt x="202" y="427"/>
                    <a:pt x="201" y="428"/>
                  </a:cubicBezTo>
                  <a:close/>
                  <a:moveTo>
                    <a:pt x="204" y="400"/>
                  </a:moveTo>
                  <a:cubicBezTo>
                    <a:pt x="202" y="401"/>
                    <a:pt x="203" y="398"/>
                    <a:pt x="204" y="399"/>
                  </a:cubicBezTo>
                  <a:cubicBezTo>
                    <a:pt x="204" y="399"/>
                    <a:pt x="204" y="400"/>
                    <a:pt x="204" y="400"/>
                  </a:cubicBezTo>
                  <a:close/>
                  <a:moveTo>
                    <a:pt x="204" y="455"/>
                  </a:moveTo>
                  <a:cubicBezTo>
                    <a:pt x="204" y="455"/>
                    <a:pt x="206" y="455"/>
                    <a:pt x="205" y="456"/>
                  </a:cubicBezTo>
                  <a:cubicBezTo>
                    <a:pt x="205" y="457"/>
                    <a:pt x="204" y="456"/>
                    <a:pt x="204" y="455"/>
                  </a:cubicBezTo>
                  <a:close/>
                  <a:moveTo>
                    <a:pt x="205" y="428"/>
                  </a:moveTo>
                  <a:cubicBezTo>
                    <a:pt x="206" y="428"/>
                    <a:pt x="206" y="429"/>
                    <a:pt x="205" y="430"/>
                  </a:cubicBezTo>
                  <a:cubicBezTo>
                    <a:pt x="204" y="430"/>
                    <a:pt x="205" y="428"/>
                    <a:pt x="205" y="428"/>
                  </a:cubicBezTo>
                  <a:close/>
                  <a:moveTo>
                    <a:pt x="206" y="456"/>
                  </a:moveTo>
                  <a:cubicBezTo>
                    <a:pt x="207" y="456"/>
                    <a:pt x="206" y="457"/>
                    <a:pt x="206" y="457"/>
                  </a:cubicBezTo>
                  <a:cubicBezTo>
                    <a:pt x="205" y="457"/>
                    <a:pt x="206" y="456"/>
                    <a:pt x="206" y="456"/>
                  </a:cubicBezTo>
                  <a:close/>
                  <a:moveTo>
                    <a:pt x="206" y="467"/>
                  </a:moveTo>
                  <a:cubicBezTo>
                    <a:pt x="207" y="468"/>
                    <a:pt x="205" y="469"/>
                    <a:pt x="206" y="467"/>
                  </a:cubicBezTo>
                  <a:close/>
                  <a:moveTo>
                    <a:pt x="206" y="465"/>
                  </a:moveTo>
                  <a:cubicBezTo>
                    <a:pt x="206" y="465"/>
                    <a:pt x="208" y="465"/>
                    <a:pt x="208" y="465"/>
                  </a:cubicBezTo>
                  <a:cubicBezTo>
                    <a:pt x="208" y="466"/>
                    <a:pt x="205" y="466"/>
                    <a:pt x="206" y="465"/>
                  </a:cubicBezTo>
                  <a:close/>
                  <a:moveTo>
                    <a:pt x="207" y="448"/>
                  </a:moveTo>
                  <a:cubicBezTo>
                    <a:pt x="208" y="447"/>
                    <a:pt x="208" y="448"/>
                    <a:pt x="208" y="449"/>
                  </a:cubicBezTo>
                  <a:cubicBezTo>
                    <a:pt x="208" y="450"/>
                    <a:pt x="207" y="448"/>
                    <a:pt x="207" y="448"/>
                  </a:cubicBezTo>
                  <a:close/>
                  <a:moveTo>
                    <a:pt x="206" y="415"/>
                  </a:moveTo>
                  <a:cubicBezTo>
                    <a:pt x="205" y="416"/>
                    <a:pt x="207" y="413"/>
                    <a:pt x="206" y="415"/>
                  </a:cubicBezTo>
                  <a:close/>
                  <a:moveTo>
                    <a:pt x="204" y="380"/>
                  </a:moveTo>
                  <a:cubicBezTo>
                    <a:pt x="206" y="379"/>
                    <a:pt x="207" y="384"/>
                    <a:pt x="205" y="385"/>
                  </a:cubicBezTo>
                  <a:cubicBezTo>
                    <a:pt x="202" y="386"/>
                    <a:pt x="202" y="381"/>
                    <a:pt x="204" y="380"/>
                  </a:cubicBezTo>
                  <a:close/>
                  <a:moveTo>
                    <a:pt x="203" y="416"/>
                  </a:moveTo>
                  <a:cubicBezTo>
                    <a:pt x="203" y="417"/>
                    <a:pt x="203" y="417"/>
                    <a:pt x="202" y="418"/>
                  </a:cubicBezTo>
                  <a:cubicBezTo>
                    <a:pt x="201" y="419"/>
                    <a:pt x="202" y="416"/>
                    <a:pt x="203" y="416"/>
                  </a:cubicBezTo>
                  <a:close/>
                  <a:moveTo>
                    <a:pt x="202" y="401"/>
                  </a:moveTo>
                  <a:cubicBezTo>
                    <a:pt x="202" y="402"/>
                    <a:pt x="201" y="403"/>
                    <a:pt x="201" y="403"/>
                  </a:cubicBezTo>
                  <a:cubicBezTo>
                    <a:pt x="200" y="404"/>
                    <a:pt x="201" y="401"/>
                    <a:pt x="202" y="401"/>
                  </a:cubicBezTo>
                  <a:close/>
                  <a:moveTo>
                    <a:pt x="200" y="405"/>
                  </a:moveTo>
                  <a:cubicBezTo>
                    <a:pt x="200" y="406"/>
                    <a:pt x="200" y="406"/>
                    <a:pt x="199" y="407"/>
                  </a:cubicBezTo>
                  <a:cubicBezTo>
                    <a:pt x="199" y="407"/>
                    <a:pt x="199" y="405"/>
                    <a:pt x="200" y="405"/>
                  </a:cubicBezTo>
                  <a:close/>
                  <a:moveTo>
                    <a:pt x="198" y="419"/>
                  </a:moveTo>
                  <a:cubicBezTo>
                    <a:pt x="197" y="421"/>
                    <a:pt x="198" y="418"/>
                    <a:pt x="198" y="418"/>
                  </a:cubicBezTo>
                  <a:cubicBezTo>
                    <a:pt x="198" y="418"/>
                    <a:pt x="198" y="419"/>
                    <a:pt x="198" y="419"/>
                  </a:cubicBezTo>
                  <a:close/>
                  <a:moveTo>
                    <a:pt x="198" y="411"/>
                  </a:moveTo>
                  <a:cubicBezTo>
                    <a:pt x="198" y="413"/>
                    <a:pt x="197" y="415"/>
                    <a:pt x="196" y="416"/>
                  </a:cubicBezTo>
                  <a:cubicBezTo>
                    <a:pt x="195" y="415"/>
                    <a:pt x="197" y="412"/>
                    <a:pt x="198" y="411"/>
                  </a:cubicBezTo>
                  <a:close/>
                  <a:moveTo>
                    <a:pt x="196" y="426"/>
                  </a:moveTo>
                  <a:cubicBezTo>
                    <a:pt x="196" y="426"/>
                    <a:pt x="196" y="427"/>
                    <a:pt x="195" y="427"/>
                  </a:cubicBezTo>
                  <a:cubicBezTo>
                    <a:pt x="194" y="428"/>
                    <a:pt x="195" y="426"/>
                    <a:pt x="196" y="426"/>
                  </a:cubicBezTo>
                  <a:close/>
                  <a:moveTo>
                    <a:pt x="75" y="451"/>
                  </a:moveTo>
                  <a:cubicBezTo>
                    <a:pt x="74" y="451"/>
                    <a:pt x="74" y="449"/>
                    <a:pt x="75" y="449"/>
                  </a:cubicBezTo>
                  <a:cubicBezTo>
                    <a:pt x="75" y="450"/>
                    <a:pt x="75" y="450"/>
                    <a:pt x="75" y="451"/>
                  </a:cubicBezTo>
                  <a:close/>
                  <a:moveTo>
                    <a:pt x="84" y="417"/>
                  </a:moveTo>
                  <a:cubicBezTo>
                    <a:pt x="86" y="416"/>
                    <a:pt x="89" y="422"/>
                    <a:pt x="86" y="423"/>
                  </a:cubicBezTo>
                  <a:cubicBezTo>
                    <a:pt x="82" y="425"/>
                    <a:pt x="82" y="417"/>
                    <a:pt x="84" y="417"/>
                  </a:cubicBezTo>
                  <a:close/>
                  <a:moveTo>
                    <a:pt x="82" y="401"/>
                  </a:moveTo>
                  <a:cubicBezTo>
                    <a:pt x="82" y="402"/>
                    <a:pt x="83" y="398"/>
                    <a:pt x="82" y="401"/>
                  </a:cubicBezTo>
                  <a:close/>
                  <a:moveTo>
                    <a:pt x="88" y="429"/>
                  </a:moveTo>
                  <a:cubicBezTo>
                    <a:pt x="88" y="428"/>
                    <a:pt x="88" y="428"/>
                    <a:pt x="88" y="427"/>
                  </a:cubicBezTo>
                  <a:cubicBezTo>
                    <a:pt x="87" y="427"/>
                    <a:pt x="86" y="427"/>
                    <a:pt x="87" y="426"/>
                  </a:cubicBezTo>
                  <a:cubicBezTo>
                    <a:pt x="87" y="426"/>
                    <a:pt x="87" y="426"/>
                    <a:pt x="88" y="426"/>
                  </a:cubicBezTo>
                  <a:cubicBezTo>
                    <a:pt x="88" y="423"/>
                    <a:pt x="90" y="418"/>
                    <a:pt x="90" y="418"/>
                  </a:cubicBezTo>
                  <a:cubicBezTo>
                    <a:pt x="91" y="419"/>
                    <a:pt x="88" y="426"/>
                    <a:pt x="88" y="429"/>
                  </a:cubicBezTo>
                  <a:close/>
                  <a:moveTo>
                    <a:pt x="88" y="449"/>
                  </a:moveTo>
                  <a:cubicBezTo>
                    <a:pt x="87" y="449"/>
                    <a:pt x="89" y="448"/>
                    <a:pt x="88" y="449"/>
                  </a:cubicBezTo>
                  <a:close/>
                  <a:moveTo>
                    <a:pt x="85" y="448"/>
                  </a:moveTo>
                  <a:cubicBezTo>
                    <a:pt x="84" y="450"/>
                    <a:pt x="84" y="446"/>
                    <a:pt x="85" y="446"/>
                  </a:cubicBezTo>
                  <a:cubicBezTo>
                    <a:pt x="86" y="447"/>
                    <a:pt x="86" y="448"/>
                    <a:pt x="85" y="448"/>
                  </a:cubicBezTo>
                  <a:close/>
                  <a:moveTo>
                    <a:pt x="86" y="437"/>
                  </a:moveTo>
                  <a:cubicBezTo>
                    <a:pt x="83" y="434"/>
                    <a:pt x="90" y="436"/>
                    <a:pt x="86" y="437"/>
                  </a:cubicBezTo>
                  <a:cubicBezTo>
                    <a:pt x="86" y="437"/>
                    <a:pt x="86" y="438"/>
                    <a:pt x="86" y="437"/>
                  </a:cubicBezTo>
                  <a:close/>
                  <a:moveTo>
                    <a:pt x="88" y="451"/>
                  </a:moveTo>
                  <a:cubicBezTo>
                    <a:pt x="88" y="451"/>
                    <a:pt x="88" y="452"/>
                    <a:pt x="88" y="452"/>
                  </a:cubicBezTo>
                  <a:cubicBezTo>
                    <a:pt x="87" y="453"/>
                    <a:pt x="87" y="451"/>
                    <a:pt x="88" y="451"/>
                  </a:cubicBezTo>
                  <a:close/>
                  <a:moveTo>
                    <a:pt x="88" y="462"/>
                  </a:moveTo>
                  <a:cubicBezTo>
                    <a:pt x="88" y="460"/>
                    <a:pt x="86" y="457"/>
                    <a:pt x="89" y="457"/>
                  </a:cubicBezTo>
                  <a:cubicBezTo>
                    <a:pt x="93" y="456"/>
                    <a:pt x="88" y="463"/>
                    <a:pt x="88" y="462"/>
                  </a:cubicBezTo>
                  <a:close/>
                  <a:moveTo>
                    <a:pt x="91" y="450"/>
                  </a:moveTo>
                  <a:cubicBezTo>
                    <a:pt x="90" y="451"/>
                    <a:pt x="90" y="450"/>
                    <a:pt x="90" y="449"/>
                  </a:cubicBezTo>
                  <a:cubicBezTo>
                    <a:pt x="90" y="449"/>
                    <a:pt x="91" y="450"/>
                    <a:pt x="91" y="450"/>
                  </a:cubicBezTo>
                  <a:close/>
                  <a:moveTo>
                    <a:pt x="92" y="442"/>
                  </a:moveTo>
                  <a:cubicBezTo>
                    <a:pt x="91" y="443"/>
                    <a:pt x="89" y="440"/>
                    <a:pt x="90" y="440"/>
                  </a:cubicBezTo>
                  <a:cubicBezTo>
                    <a:pt x="91" y="439"/>
                    <a:pt x="93" y="441"/>
                    <a:pt x="92" y="442"/>
                  </a:cubicBezTo>
                  <a:close/>
                  <a:moveTo>
                    <a:pt x="92" y="428"/>
                  </a:moveTo>
                  <a:cubicBezTo>
                    <a:pt x="93" y="429"/>
                    <a:pt x="93" y="430"/>
                    <a:pt x="93" y="431"/>
                  </a:cubicBezTo>
                  <a:cubicBezTo>
                    <a:pt x="91" y="432"/>
                    <a:pt x="91" y="428"/>
                    <a:pt x="92" y="428"/>
                  </a:cubicBezTo>
                  <a:close/>
                  <a:moveTo>
                    <a:pt x="92" y="416"/>
                  </a:moveTo>
                  <a:cubicBezTo>
                    <a:pt x="93" y="416"/>
                    <a:pt x="93" y="417"/>
                    <a:pt x="93" y="417"/>
                  </a:cubicBezTo>
                  <a:cubicBezTo>
                    <a:pt x="92" y="418"/>
                    <a:pt x="92" y="416"/>
                    <a:pt x="92" y="416"/>
                  </a:cubicBezTo>
                  <a:close/>
                  <a:moveTo>
                    <a:pt x="97" y="465"/>
                  </a:moveTo>
                  <a:cubicBezTo>
                    <a:pt x="96" y="466"/>
                    <a:pt x="96" y="463"/>
                    <a:pt x="97" y="463"/>
                  </a:cubicBezTo>
                  <a:cubicBezTo>
                    <a:pt x="98" y="463"/>
                    <a:pt x="98" y="465"/>
                    <a:pt x="97" y="465"/>
                  </a:cubicBezTo>
                  <a:close/>
                  <a:moveTo>
                    <a:pt x="95" y="461"/>
                  </a:moveTo>
                  <a:cubicBezTo>
                    <a:pt x="96" y="462"/>
                    <a:pt x="99" y="462"/>
                    <a:pt x="96" y="463"/>
                  </a:cubicBezTo>
                  <a:cubicBezTo>
                    <a:pt x="95" y="463"/>
                    <a:pt x="94" y="463"/>
                    <a:pt x="93" y="462"/>
                  </a:cubicBezTo>
                  <a:cubicBezTo>
                    <a:pt x="93" y="462"/>
                    <a:pt x="94" y="459"/>
                    <a:pt x="94" y="460"/>
                  </a:cubicBezTo>
                  <a:cubicBezTo>
                    <a:pt x="96" y="458"/>
                    <a:pt x="95" y="461"/>
                    <a:pt x="95" y="461"/>
                  </a:cubicBezTo>
                  <a:close/>
                  <a:moveTo>
                    <a:pt x="103" y="430"/>
                  </a:moveTo>
                  <a:cubicBezTo>
                    <a:pt x="104" y="431"/>
                    <a:pt x="101" y="432"/>
                    <a:pt x="103" y="430"/>
                  </a:cubicBezTo>
                  <a:close/>
                  <a:moveTo>
                    <a:pt x="107" y="428"/>
                  </a:moveTo>
                  <a:cubicBezTo>
                    <a:pt x="106" y="429"/>
                    <a:pt x="105" y="426"/>
                    <a:pt x="107" y="427"/>
                  </a:cubicBezTo>
                  <a:cubicBezTo>
                    <a:pt x="108" y="427"/>
                    <a:pt x="107" y="428"/>
                    <a:pt x="107" y="428"/>
                  </a:cubicBezTo>
                  <a:close/>
                  <a:moveTo>
                    <a:pt x="112" y="444"/>
                  </a:moveTo>
                  <a:cubicBezTo>
                    <a:pt x="111" y="442"/>
                    <a:pt x="112" y="441"/>
                    <a:pt x="112" y="444"/>
                  </a:cubicBezTo>
                  <a:close/>
                  <a:moveTo>
                    <a:pt x="113" y="428"/>
                  </a:moveTo>
                  <a:cubicBezTo>
                    <a:pt x="112" y="429"/>
                    <a:pt x="112" y="426"/>
                    <a:pt x="113" y="427"/>
                  </a:cubicBezTo>
                  <a:cubicBezTo>
                    <a:pt x="113" y="427"/>
                    <a:pt x="113" y="428"/>
                    <a:pt x="113" y="428"/>
                  </a:cubicBezTo>
                  <a:close/>
                  <a:moveTo>
                    <a:pt x="114" y="420"/>
                  </a:moveTo>
                  <a:cubicBezTo>
                    <a:pt x="112" y="420"/>
                    <a:pt x="113" y="419"/>
                    <a:pt x="112" y="418"/>
                  </a:cubicBezTo>
                  <a:cubicBezTo>
                    <a:pt x="111" y="418"/>
                    <a:pt x="111" y="419"/>
                    <a:pt x="110" y="419"/>
                  </a:cubicBezTo>
                  <a:cubicBezTo>
                    <a:pt x="109" y="417"/>
                    <a:pt x="108" y="407"/>
                    <a:pt x="111" y="406"/>
                  </a:cubicBezTo>
                  <a:cubicBezTo>
                    <a:pt x="111" y="406"/>
                    <a:pt x="113" y="408"/>
                    <a:pt x="114" y="406"/>
                  </a:cubicBezTo>
                  <a:cubicBezTo>
                    <a:pt x="114" y="404"/>
                    <a:pt x="117" y="415"/>
                    <a:pt x="117" y="418"/>
                  </a:cubicBezTo>
                  <a:cubicBezTo>
                    <a:pt x="115" y="416"/>
                    <a:pt x="114" y="420"/>
                    <a:pt x="114" y="420"/>
                  </a:cubicBezTo>
                  <a:close/>
                  <a:moveTo>
                    <a:pt x="108" y="393"/>
                  </a:moveTo>
                  <a:cubicBezTo>
                    <a:pt x="110" y="393"/>
                    <a:pt x="112" y="398"/>
                    <a:pt x="109" y="399"/>
                  </a:cubicBezTo>
                  <a:cubicBezTo>
                    <a:pt x="106" y="401"/>
                    <a:pt x="106" y="394"/>
                    <a:pt x="108" y="393"/>
                  </a:cubicBezTo>
                  <a:close/>
                  <a:moveTo>
                    <a:pt x="113" y="402"/>
                  </a:moveTo>
                  <a:cubicBezTo>
                    <a:pt x="112" y="403"/>
                    <a:pt x="112" y="405"/>
                    <a:pt x="111" y="406"/>
                  </a:cubicBezTo>
                  <a:cubicBezTo>
                    <a:pt x="110" y="405"/>
                    <a:pt x="111" y="402"/>
                    <a:pt x="113" y="402"/>
                  </a:cubicBezTo>
                  <a:close/>
                  <a:moveTo>
                    <a:pt x="112" y="359"/>
                  </a:moveTo>
                  <a:cubicBezTo>
                    <a:pt x="110" y="359"/>
                    <a:pt x="113" y="358"/>
                    <a:pt x="112" y="359"/>
                  </a:cubicBezTo>
                  <a:close/>
                  <a:moveTo>
                    <a:pt x="115" y="382"/>
                  </a:moveTo>
                  <a:cubicBezTo>
                    <a:pt x="115" y="382"/>
                    <a:pt x="117" y="385"/>
                    <a:pt x="116" y="386"/>
                  </a:cubicBezTo>
                  <a:cubicBezTo>
                    <a:pt x="116" y="389"/>
                    <a:pt x="113" y="387"/>
                    <a:pt x="114" y="390"/>
                  </a:cubicBezTo>
                  <a:cubicBezTo>
                    <a:pt x="113" y="390"/>
                    <a:pt x="113" y="390"/>
                    <a:pt x="113" y="390"/>
                  </a:cubicBezTo>
                  <a:cubicBezTo>
                    <a:pt x="113" y="387"/>
                    <a:pt x="111" y="381"/>
                    <a:pt x="115" y="382"/>
                  </a:cubicBezTo>
                  <a:close/>
                  <a:moveTo>
                    <a:pt x="113" y="361"/>
                  </a:moveTo>
                  <a:cubicBezTo>
                    <a:pt x="114" y="362"/>
                    <a:pt x="112" y="363"/>
                    <a:pt x="113" y="361"/>
                  </a:cubicBezTo>
                  <a:close/>
                  <a:moveTo>
                    <a:pt x="117" y="394"/>
                  </a:moveTo>
                  <a:cubicBezTo>
                    <a:pt x="116" y="395"/>
                    <a:pt x="116" y="393"/>
                    <a:pt x="116" y="393"/>
                  </a:cubicBezTo>
                  <a:cubicBezTo>
                    <a:pt x="117" y="392"/>
                    <a:pt x="117" y="394"/>
                    <a:pt x="117" y="394"/>
                  </a:cubicBezTo>
                  <a:close/>
                  <a:moveTo>
                    <a:pt x="115" y="440"/>
                  </a:moveTo>
                  <a:cubicBezTo>
                    <a:pt x="114" y="439"/>
                    <a:pt x="116" y="439"/>
                    <a:pt x="115" y="440"/>
                  </a:cubicBezTo>
                  <a:close/>
                  <a:moveTo>
                    <a:pt x="117" y="429"/>
                  </a:moveTo>
                  <a:cubicBezTo>
                    <a:pt x="116" y="430"/>
                    <a:pt x="115" y="424"/>
                    <a:pt x="116" y="423"/>
                  </a:cubicBezTo>
                  <a:cubicBezTo>
                    <a:pt x="117" y="424"/>
                    <a:pt x="118" y="429"/>
                    <a:pt x="117" y="429"/>
                  </a:cubicBezTo>
                  <a:close/>
                  <a:moveTo>
                    <a:pt x="122" y="437"/>
                  </a:moveTo>
                  <a:cubicBezTo>
                    <a:pt x="121" y="438"/>
                    <a:pt x="123" y="435"/>
                    <a:pt x="122" y="437"/>
                  </a:cubicBezTo>
                  <a:close/>
                  <a:moveTo>
                    <a:pt x="121" y="400"/>
                  </a:moveTo>
                  <a:cubicBezTo>
                    <a:pt x="122" y="400"/>
                    <a:pt x="123" y="405"/>
                    <a:pt x="122" y="406"/>
                  </a:cubicBezTo>
                  <a:cubicBezTo>
                    <a:pt x="119" y="407"/>
                    <a:pt x="121" y="400"/>
                    <a:pt x="121" y="400"/>
                  </a:cubicBezTo>
                  <a:close/>
                  <a:moveTo>
                    <a:pt x="124" y="434"/>
                  </a:moveTo>
                  <a:cubicBezTo>
                    <a:pt x="124" y="432"/>
                    <a:pt x="124" y="436"/>
                    <a:pt x="124" y="434"/>
                  </a:cubicBezTo>
                  <a:close/>
                  <a:moveTo>
                    <a:pt x="124" y="420"/>
                  </a:moveTo>
                  <a:cubicBezTo>
                    <a:pt x="123" y="418"/>
                    <a:pt x="124" y="417"/>
                    <a:pt x="122" y="417"/>
                  </a:cubicBezTo>
                  <a:cubicBezTo>
                    <a:pt x="124" y="417"/>
                    <a:pt x="124" y="408"/>
                    <a:pt x="127" y="412"/>
                  </a:cubicBezTo>
                  <a:cubicBezTo>
                    <a:pt x="128" y="413"/>
                    <a:pt x="128" y="416"/>
                    <a:pt x="127" y="416"/>
                  </a:cubicBezTo>
                  <a:cubicBezTo>
                    <a:pt x="125" y="417"/>
                    <a:pt x="124" y="415"/>
                    <a:pt x="124" y="420"/>
                  </a:cubicBezTo>
                  <a:close/>
                  <a:moveTo>
                    <a:pt x="125" y="428"/>
                  </a:moveTo>
                  <a:cubicBezTo>
                    <a:pt x="125" y="430"/>
                    <a:pt x="124" y="426"/>
                    <a:pt x="125" y="427"/>
                  </a:cubicBezTo>
                  <a:cubicBezTo>
                    <a:pt x="125" y="427"/>
                    <a:pt x="125" y="428"/>
                    <a:pt x="125" y="428"/>
                  </a:cubicBezTo>
                  <a:close/>
                  <a:moveTo>
                    <a:pt x="128" y="431"/>
                  </a:moveTo>
                  <a:cubicBezTo>
                    <a:pt x="127" y="433"/>
                    <a:pt x="128" y="440"/>
                    <a:pt x="126" y="440"/>
                  </a:cubicBezTo>
                  <a:cubicBezTo>
                    <a:pt x="127" y="437"/>
                    <a:pt x="126" y="433"/>
                    <a:pt x="127" y="429"/>
                  </a:cubicBezTo>
                  <a:cubicBezTo>
                    <a:pt x="128" y="425"/>
                    <a:pt x="128" y="429"/>
                    <a:pt x="128" y="431"/>
                  </a:cubicBezTo>
                  <a:close/>
                  <a:moveTo>
                    <a:pt x="128" y="426"/>
                  </a:moveTo>
                  <a:cubicBezTo>
                    <a:pt x="129" y="425"/>
                    <a:pt x="128" y="422"/>
                    <a:pt x="129" y="421"/>
                  </a:cubicBezTo>
                  <a:cubicBezTo>
                    <a:pt x="129" y="423"/>
                    <a:pt x="129" y="425"/>
                    <a:pt x="128" y="426"/>
                  </a:cubicBezTo>
                  <a:close/>
                  <a:moveTo>
                    <a:pt x="129" y="421"/>
                  </a:moveTo>
                  <a:cubicBezTo>
                    <a:pt x="128" y="420"/>
                    <a:pt x="129" y="418"/>
                    <a:pt x="130" y="417"/>
                  </a:cubicBezTo>
                  <a:cubicBezTo>
                    <a:pt x="130" y="418"/>
                    <a:pt x="129" y="420"/>
                    <a:pt x="129" y="421"/>
                  </a:cubicBezTo>
                  <a:close/>
                  <a:moveTo>
                    <a:pt x="130" y="416"/>
                  </a:moveTo>
                  <a:cubicBezTo>
                    <a:pt x="130" y="417"/>
                    <a:pt x="129" y="415"/>
                    <a:pt x="130" y="415"/>
                  </a:cubicBezTo>
                  <a:cubicBezTo>
                    <a:pt x="130" y="414"/>
                    <a:pt x="131" y="415"/>
                    <a:pt x="130" y="416"/>
                  </a:cubicBezTo>
                  <a:close/>
                  <a:moveTo>
                    <a:pt x="129" y="392"/>
                  </a:moveTo>
                  <a:cubicBezTo>
                    <a:pt x="127" y="393"/>
                    <a:pt x="127" y="398"/>
                    <a:pt x="126" y="400"/>
                  </a:cubicBezTo>
                  <a:cubicBezTo>
                    <a:pt x="125" y="404"/>
                    <a:pt x="124" y="407"/>
                    <a:pt x="122" y="410"/>
                  </a:cubicBezTo>
                  <a:cubicBezTo>
                    <a:pt x="121" y="405"/>
                    <a:pt x="128" y="396"/>
                    <a:pt x="128" y="391"/>
                  </a:cubicBezTo>
                  <a:cubicBezTo>
                    <a:pt x="128" y="387"/>
                    <a:pt x="126" y="384"/>
                    <a:pt x="132" y="383"/>
                  </a:cubicBezTo>
                  <a:cubicBezTo>
                    <a:pt x="131" y="386"/>
                    <a:pt x="135" y="390"/>
                    <a:pt x="131" y="392"/>
                  </a:cubicBezTo>
                  <a:cubicBezTo>
                    <a:pt x="131" y="392"/>
                    <a:pt x="129" y="391"/>
                    <a:pt x="129" y="392"/>
                  </a:cubicBezTo>
                  <a:close/>
                  <a:moveTo>
                    <a:pt x="124" y="396"/>
                  </a:moveTo>
                  <a:cubicBezTo>
                    <a:pt x="125" y="396"/>
                    <a:pt x="124" y="398"/>
                    <a:pt x="124" y="398"/>
                  </a:cubicBezTo>
                  <a:cubicBezTo>
                    <a:pt x="124" y="398"/>
                    <a:pt x="124" y="397"/>
                    <a:pt x="124" y="396"/>
                  </a:cubicBezTo>
                  <a:close/>
                  <a:moveTo>
                    <a:pt x="125" y="394"/>
                  </a:moveTo>
                  <a:cubicBezTo>
                    <a:pt x="125" y="395"/>
                    <a:pt x="125" y="395"/>
                    <a:pt x="125" y="395"/>
                  </a:cubicBezTo>
                  <a:cubicBezTo>
                    <a:pt x="125" y="396"/>
                    <a:pt x="125" y="395"/>
                    <a:pt x="125" y="394"/>
                  </a:cubicBezTo>
                  <a:close/>
                  <a:moveTo>
                    <a:pt x="132" y="409"/>
                  </a:moveTo>
                  <a:cubicBezTo>
                    <a:pt x="133" y="408"/>
                    <a:pt x="136" y="412"/>
                    <a:pt x="133" y="412"/>
                  </a:cubicBezTo>
                  <a:cubicBezTo>
                    <a:pt x="132" y="413"/>
                    <a:pt x="130" y="410"/>
                    <a:pt x="132" y="409"/>
                  </a:cubicBezTo>
                  <a:close/>
                  <a:moveTo>
                    <a:pt x="133" y="420"/>
                  </a:moveTo>
                  <a:cubicBezTo>
                    <a:pt x="134" y="422"/>
                    <a:pt x="131" y="422"/>
                    <a:pt x="133" y="420"/>
                  </a:cubicBezTo>
                  <a:close/>
                  <a:moveTo>
                    <a:pt x="133" y="456"/>
                  </a:moveTo>
                  <a:cubicBezTo>
                    <a:pt x="134" y="455"/>
                    <a:pt x="135" y="459"/>
                    <a:pt x="135" y="460"/>
                  </a:cubicBezTo>
                  <a:cubicBezTo>
                    <a:pt x="134" y="461"/>
                    <a:pt x="132" y="456"/>
                    <a:pt x="133" y="456"/>
                  </a:cubicBezTo>
                  <a:close/>
                  <a:moveTo>
                    <a:pt x="135" y="433"/>
                  </a:moveTo>
                  <a:cubicBezTo>
                    <a:pt x="135" y="433"/>
                    <a:pt x="136" y="433"/>
                    <a:pt x="135" y="433"/>
                  </a:cubicBezTo>
                  <a:cubicBezTo>
                    <a:pt x="133" y="433"/>
                    <a:pt x="137" y="431"/>
                    <a:pt x="135" y="433"/>
                  </a:cubicBezTo>
                  <a:close/>
                  <a:moveTo>
                    <a:pt x="136" y="461"/>
                  </a:moveTo>
                  <a:cubicBezTo>
                    <a:pt x="134" y="461"/>
                    <a:pt x="137" y="460"/>
                    <a:pt x="136" y="461"/>
                  </a:cubicBezTo>
                  <a:close/>
                  <a:moveTo>
                    <a:pt x="140" y="485"/>
                  </a:moveTo>
                  <a:cubicBezTo>
                    <a:pt x="138" y="486"/>
                    <a:pt x="139" y="481"/>
                    <a:pt x="141" y="482"/>
                  </a:cubicBezTo>
                  <a:cubicBezTo>
                    <a:pt x="141" y="483"/>
                    <a:pt x="141" y="484"/>
                    <a:pt x="140" y="485"/>
                  </a:cubicBezTo>
                  <a:close/>
                  <a:moveTo>
                    <a:pt x="139" y="447"/>
                  </a:moveTo>
                  <a:cubicBezTo>
                    <a:pt x="140" y="447"/>
                    <a:pt x="140" y="447"/>
                    <a:pt x="140" y="447"/>
                  </a:cubicBezTo>
                  <a:cubicBezTo>
                    <a:pt x="141" y="448"/>
                    <a:pt x="139" y="448"/>
                    <a:pt x="139" y="447"/>
                  </a:cubicBezTo>
                  <a:close/>
                  <a:moveTo>
                    <a:pt x="143" y="469"/>
                  </a:moveTo>
                  <a:cubicBezTo>
                    <a:pt x="143" y="469"/>
                    <a:pt x="142" y="470"/>
                    <a:pt x="142" y="470"/>
                  </a:cubicBezTo>
                  <a:cubicBezTo>
                    <a:pt x="141" y="469"/>
                    <a:pt x="143" y="469"/>
                    <a:pt x="143" y="469"/>
                  </a:cubicBezTo>
                  <a:close/>
                  <a:moveTo>
                    <a:pt x="143" y="464"/>
                  </a:moveTo>
                  <a:cubicBezTo>
                    <a:pt x="141" y="466"/>
                    <a:pt x="140" y="460"/>
                    <a:pt x="142" y="461"/>
                  </a:cubicBezTo>
                  <a:cubicBezTo>
                    <a:pt x="144" y="461"/>
                    <a:pt x="143" y="464"/>
                    <a:pt x="143" y="464"/>
                  </a:cubicBezTo>
                  <a:close/>
                  <a:moveTo>
                    <a:pt x="145" y="481"/>
                  </a:moveTo>
                  <a:cubicBezTo>
                    <a:pt x="144" y="483"/>
                    <a:pt x="143" y="479"/>
                    <a:pt x="144" y="479"/>
                  </a:cubicBezTo>
                  <a:cubicBezTo>
                    <a:pt x="144" y="479"/>
                    <a:pt x="145" y="479"/>
                    <a:pt x="145" y="481"/>
                  </a:cubicBezTo>
                  <a:close/>
                  <a:moveTo>
                    <a:pt x="147" y="486"/>
                  </a:move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lose/>
                  <a:moveTo>
                    <a:pt x="147" y="483"/>
                  </a:moveTo>
                  <a:cubicBezTo>
                    <a:pt x="145" y="484"/>
                    <a:pt x="145" y="480"/>
                    <a:pt x="147" y="481"/>
                  </a:cubicBezTo>
                  <a:cubicBezTo>
                    <a:pt x="148" y="481"/>
                    <a:pt x="147" y="483"/>
                    <a:pt x="147" y="483"/>
                  </a:cubicBezTo>
                  <a:close/>
                  <a:moveTo>
                    <a:pt x="148" y="479"/>
                  </a:moveTo>
                  <a:cubicBezTo>
                    <a:pt x="147" y="480"/>
                    <a:pt x="146" y="478"/>
                    <a:pt x="147" y="478"/>
                  </a:cubicBezTo>
                  <a:cubicBezTo>
                    <a:pt x="147" y="478"/>
                    <a:pt x="148" y="479"/>
                    <a:pt x="148" y="479"/>
                  </a:cubicBezTo>
                  <a:close/>
                  <a:moveTo>
                    <a:pt x="151" y="479"/>
                  </a:moveTo>
                  <a:cubicBezTo>
                    <a:pt x="151" y="479"/>
                    <a:pt x="148" y="478"/>
                    <a:pt x="147" y="478"/>
                  </a:cubicBezTo>
                  <a:cubicBezTo>
                    <a:pt x="146" y="473"/>
                    <a:pt x="153" y="476"/>
                    <a:pt x="151" y="479"/>
                  </a:cubicBezTo>
                  <a:close/>
                  <a:moveTo>
                    <a:pt x="149" y="487"/>
                  </a:moveTo>
                  <a:cubicBezTo>
                    <a:pt x="148" y="486"/>
                    <a:pt x="147" y="482"/>
                    <a:pt x="150" y="484"/>
                  </a:cubicBezTo>
                  <a:cubicBezTo>
                    <a:pt x="148" y="481"/>
                    <a:pt x="152" y="481"/>
                    <a:pt x="151" y="484"/>
                  </a:cubicBezTo>
                  <a:cubicBezTo>
                    <a:pt x="151" y="484"/>
                    <a:pt x="149" y="487"/>
                    <a:pt x="149" y="487"/>
                  </a:cubicBezTo>
                  <a:close/>
                  <a:moveTo>
                    <a:pt x="151" y="488"/>
                  </a:moveTo>
                  <a:cubicBezTo>
                    <a:pt x="151" y="488"/>
                    <a:pt x="151" y="488"/>
                    <a:pt x="151" y="488"/>
                  </a:cubicBezTo>
                  <a:cubicBezTo>
                    <a:pt x="151" y="488"/>
                    <a:pt x="151" y="488"/>
                    <a:pt x="152" y="487"/>
                  </a:cubicBezTo>
                  <a:cubicBezTo>
                    <a:pt x="152" y="487"/>
                    <a:pt x="152" y="487"/>
                    <a:pt x="151" y="488"/>
                  </a:cubicBezTo>
                  <a:close/>
                  <a:moveTo>
                    <a:pt x="153" y="489"/>
                  </a:moveTo>
                  <a:cubicBezTo>
                    <a:pt x="153" y="489"/>
                    <a:pt x="153" y="488"/>
                    <a:pt x="153" y="488"/>
                  </a:cubicBezTo>
                  <a:cubicBezTo>
                    <a:pt x="153" y="489"/>
                    <a:pt x="152" y="489"/>
                    <a:pt x="153" y="489"/>
                  </a:cubicBezTo>
                  <a:close/>
                  <a:moveTo>
                    <a:pt x="153" y="459"/>
                  </a:moveTo>
                  <a:cubicBezTo>
                    <a:pt x="152" y="459"/>
                    <a:pt x="144" y="455"/>
                    <a:pt x="145" y="452"/>
                  </a:cubicBezTo>
                  <a:cubicBezTo>
                    <a:pt x="145" y="451"/>
                    <a:pt x="146" y="452"/>
                    <a:pt x="146" y="451"/>
                  </a:cubicBezTo>
                  <a:cubicBezTo>
                    <a:pt x="147" y="449"/>
                    <a:pt x="145" y="449"/>
                    <a:pt x="145" y="447"/>
                  </a:cubicBezTo>
                  <a:cubicBezTo>
                    <a:pt x="149" y="452"/>
                    <a:pt x="148" y="440"/>
                    <a:pt x="152" y="443"/>
                  </a:cubicBezTo>
                  <a:cubicBezTo>
                    <a:pt x="154" y="444"/>
                    <a:pt x="152" y="448"/>
                    <a:pt x="155" y="446"/>
                  </a:cubicBezTo>
                  <a:cubicBezTo>
                    <a:pt x="152" y="448"/>
                    <a:pt x="158" y="450"/>
                    <a:pt x="157" y="454"/>
                  </a:cubicBezTo>
                  <a:cubicBezTo>
                    <a:pt x="157" y="457"/>
                    <a:pt x="155" y="459"/>
                    <a:pt x="153" y="459"/>
                  </a:cubicBezTo>
                  <a:close/>
                  <a:moveTo>
                    <a:pt x="152" y="394"/>
                  </a:moveTo>
                  <a:cubicBezTo>
                    <a:pt x="150" y="396"/>
                    <a:pt x="150" y="391"/>
                    <a:pt x="151" y="391"/>
                  </a:cubicBezTo>
                  <a:cubicBezTo>
                    <a:pt x="152" y="391"/>
                    <a:pt x="152" y="394"/>
                    <a:pt x="152" y="394"/>
                  </a:cubicBezTo>
                  <a:close/>
                  <a:moveTo>
                    <a:pt x="153" y="410"/>
                  </a:moveTo>
                  <a:cubicBezTo>
                    <a:pt x="153" y="411"/>
                    <a:pt x="153" y="411"/>
                    <a:pt x="153" y="411"/>
                  </a:cubicBezTo>
                  <a:cubicBezTo>
                    <a:pt x="151" y="412"/>
                    <a:pt x="152" y="410"/>
                    <a:pt x="153" y="410"/>
                  </a:cubicBezTo>
                  <a:close/>
                  <a:moveTo>
                    <a:pt x="151" y="434"/>
                  </a:moveTo>
                  <a:cubicBezTo>
                    <a:pt x="150" y="435"/>
                    <a:pt x="148" y="434"/>
                    <a:pt x="149" y="432"/>
                  </a:cubicBezTo>
                  <a:cubicBezTo>
                    <a:pt x="150" y="432"/>
                    <a:pt x="153" y="433"/>
                    <a:pt x="151" y="434"/>
                  </a:cubicBezTo>
                  <a:close/>
                  <a:moveTo>
                    <a:pt x="149" y="411"/>
                  </a:moveTo>
                  <a:cubicBezTo>
                    <a:pt x="148" y="413"/>
                    <a:pt x="148" y="428"/>
                    <a:pt x="146" y="429"/>
                  </a:cubicBezTo>
                  <a:cubicBezTo>
                    <a:pt x="144" y="430"/>
                    <a:pt x="145" y="425"/>
                    <a:pt x="145" y="424"/>
                  </a:cubicBezTo>
                  <a:cubicBezTo>
                    <a:pt x="146" y="422"/>
                    <a:pt x="148" y="407"/>
                    <a:pt x="149" y="406"/>
                  </a:cubicBezTo>
                  <a:cubicBezTo>
                    <a:pt x="151" y="405"/>
                    <a:pt x="149" y="411"/>
                    <a:pt x="149" y="411"/>
                  </a:cubicBezTo>
                  <a:close/>
                  <a:moveTo>
                    <a:pt x="154" y="385"/>
                  </a:moveTo>
                  <a:cubicBezTo>
                    <a:pt x="153" y="386"/>
                    <a:pt x="153" y="385"/>
                    <a:pt x="154" y="384"/>
                  </a:cubicBezTo>
                  <a:cubicBezTo>
                    <a:pt x="154" y="384"/>
                    <a:pt x="154" y="385"/>
                    <a:pt x="154" y="385"/>
                  </a:cubicBezTo>
                  <a:close/>
                  <a:moveTo>
                    <a:pt x="155" y="440"/>
                  </a:moveTo>
                  <a:cubicBezTo>
                    <a:pt x="156" y="441"/>
                    <a:pt x="155" y="441"/>
                    <a:pt x="155" y="442"/>
                  </a:cubicBezTo>
                  <a:cubicBezTo>
                    <a:pt x="153" y="443"/>
                    <a:pt x="154" y="439"/>
                    <a:pt x="155" y="440"/>
                  </a:cubicBezTo>
                  <a:close/>
                  <a:moveTo>
                    <a:pt x="160" y="417"/>
                  </a:moveTo>
                  <a:cubicBezTo>
                    <a:pt x="160" y="417"/>
                    <a:pt x="158" y="417"/>
                    <a:pt x="159" y="415"/>
                  </a:cubicBezTo>
                  <a:cubicBezTo>
                    <a:pt x="161" y="419"/>
                    <a:pt x="164" y="409"/>
                    <a:pt x="165" y="414"/>
                  </a:cubicBezTo>
                  <a:cubicBezTo>
                    <a:pt x="166" y="416"/>
                    <a:pt x="168" y="419"/>
                    <a:pt x="167" y="421"/>
                  </a:cubicBezTo>
                  <a:cubicBezTo>
                    <a:pt x="166" y="422"/>
                    <a:pt x="163" y="423"/>
                    <a:pt x="163" y="423"/>
                  </a:cubicBezTo>
                  <a:cubicBezTo>
                    <a:pt x="163" y="425"/>
                    <a:pt x="165" y="427"/>
                    <a:pt x="163" y="428"/>
                  </a:cubicBezTo>
                  <a:cubicBezTo>
                    <a:pt x="160" y="430"/>
                    <a:pt x="158" y="427"/>
                    <a:pt x="158" y="427"/>
                  </a:cubicBezTo>
                  <a:cubicBezTo>
                    <a:pt x="157" y="424"/>
                    <a:pt x="162" y="421"/>
                    <a:pt x="160" y="417"/>
                  </a:cubicBezTo>
                  <a:close/>
                  <a:moveTo>
                    <a:pt x="160" y="402"/>
                  </a:moveTo>
                  <a:cubicBezTo>
                    <a:pt x="161" y="406"/>
                    <a:pt x="158" y="404"/>
                    <a:pt x="160" y="402"/>
                  </a:cubicBezTo>
                  <a:close/>
                  <a:moveTo>
                    <a:pt x="161" y="383"/>
                  </a:moveTo>
                  <a:cubicBezTo>
                    <a:pt x="162" y="384"/>
                    <a:pt x="161" y="387"/>
                    <a:pt x="160" y="387"/>
                  </a:cubicBezTo>
                  <a:cubicBezTo>
                    <a:pt x="159" y="388"/>
                    <a:pt x="160" y="383"/>
                    <a:pt x="161" y="383"/>
                  </a:cubicBezTo>
                  <a:close/>
                  <a:moveTo>
                    <a:pt x="166" y="387"/>
                  </a:moveTo>
                  <a:cubicBezTo>
                    <a:pt x="166" y="387"/>
                    <a:pt x="165" y="387"/>
                    <a:pt x="165" y="387"/>
                  </a:cubicBezTo>
                  <a:cubicBezTo>
                    <a:pt x="164" y="386"/>
                    <a:pt x="166" y="386"/>
                    <a:pt x="166" y="387"/>
                  </a:cubicBezTo>
                  <a:close/>
                  <a:moveTo>
                    <a:pt x="167" y="395"/>
                  </a:moveTo>
                  <a:cubicBezTo>
                    <a:pt x="169" y="395"/>
                    <a:pt x="168" y="398"/>
                    <a:pt x="167" y="398"/>
                  </a:cubicBezTo>
                  <a:cubicBezTo>
                    <a:pt x="166" y="399"/>
                    <a:pt x="166" y="395"/>
                    <a:pt x="167" y="395"/>
                  </a:cubicBezTo>
                  <a:close/>
                  <a:moveTo>
                    <a:pt x="168" y="392"/>
                  </a:moveTo>
                  <a:cubicBezTo>
                    <a:pt x="169" y="392"/>
                    <a:pt x="170" y="393"/>
                    <a:pt x="168" y="393"/>
                  </a:cubicBezTo>
                  <a:cubicBezTo>
                    <a:pt x="166" y="394"/>
                    <a:pt x="166" y="392"/>
                    <a:pt x="168" y="392"/>
                  </a:cubicBezTo>
                  <a:close/>
                  <a:moveTo>
                    <a:pt x="167" y="413"/>
                  </a:moveTo>
                  <a:cubicBezTo>
                    <a:pt x="167" y="415"/>
                    <a:pt x="166" y="411"/>
                    <a:pt x="167" y="412"/>
                  </a:cubicBezTo>
                  <a:cubicBezTo>
                    <a:pt x="167" y="412"/>
                    <a:pt x="167" y="413"/>
                    <a:pt x="167" y="413"/>
                  </a:cubicBezTo>
                  <a:close/>
                  <a:moveTo>
                    <a:pt x="163" y="443"/>
                  </a:moveTo>
                  <a:cubicBezTo>
                    <a:pt x="162" y="444"/>
                    <a:pt x="161" y="442"/>
                    <a:pt x="162" y="441"/>
                  </a:cubicBezTo>
                  <a:cubicBezTo>
                    <a:pt x="162" y="442"/>
                    <a:pt x="163" y="442"/>
                    <a:pt x="163" y="443"/>
                  </a:cubicBezTo>
                  <a:close/>
                  <a:moveTo>
                    <a:pt x="160" y="459"/>
                  </a:moveTo>
                  <a:cubicBezTo>
                    <a:pt x="159" y="460"/>
                    <a:pt x="159" y="458"/>
                    <a:pt x="160" y="457"/>
                  </a:cubicBezTo>
                  <a:cubicBezTo>
                    <a:pt x="160" y="457"/>
                    <a:pt x="161" y="458"/>
                    <a:pt x="160" y="459"/>
                  </a:cubicBezTo>
                  <a:close/>
                  <a:moveTo>
                    <a:pt x="157" y="404"/>
                  </a:moveTo>
                  <a:cubicBezTo>
                    <a:pt x="155" y="406"/>
                    <a:pt x="156" y="399"/>
                    <a:pt x="158" y="401"/>
                  </a:cubicBezTo>
                  <a:cubicBezTo>
                    <a:pt x="159" y="402"/>
                    <a:pt x="157" y="404"/>
                    <a:pt x="157" y="404"/>
                  </a:cubicBezTo>
                  <a:close/>
                  <a:moveTo>
                    <a:pt x="154" y="466"/>
                  </a:moveTo>
                  <a:cubicBezTo>
                    <a:pt x="155" y="466"/>
                    <a:pt x="156" y="467"/>
                    <a:pt x="155" y="468"/>
                  </a:cubicBezTo>
                  <a:cubicBezTo>
                    <a:pt x="154" y="468"/>
                    <a:pt x="154" y="467"/>
                    <a:pt x="154" y="466"/>
                  </a:cubicBezTo>
                  <a:close/>
                  <a:moveTo>
                    <a:pt x="155" y="476"/>
                  </a:moveTo>
                  <a:cubicBezTo>
                    <a:pt x="154" y="476"/>
                    <a:pt x="158" y="472"/>
                    <a:pt x="157" y="471"/>
                  </a:cubicBezTo>
                  <a:cubicBezTo>
                    <a:pt x="159" y="473"/>
                    <a:pt x="156" y="477"/>
                    <a:pt x="155" y="476"/>
                  </a:cubicBezTo>
                  <a:close/>
                  <a:moveTo>
                    <a:pt x="158" y="470"/>
                  </a:moveTo>
                  <a:cubicBezTo>
                    <a:pt x="156" y="466"/>
                    <a:pt x="160" y="467"/>
                    <a:pt x="158" y="470"/>
                  </a:cubicBezTo>
                  <a:close/>
                  <a:moveTo>
                    <a:pt x="159" y="461"/>
                  </a:moveTo>
                  <a:cubicBezTo>
                    <a:pt x="159" y="461"/>
                    <a:pt x="159" y="462"/>
                    <a:pt x="159" y="462"/>
                  </a:cubicBezTo>
                  <a:cubicBezTo>
                    <a:pt x="157" y="464"/>
                    <a:pt x="158" y="460"/>
                    <a:pt x="159" y="461"/>
                  </a:cubicBezTo>
                  <a:close/>
                  <a:moveTo>
                    <a:pt x="159" y="490"/>
                  </a:moveTo>
                  <a:cubicBezTo>
                    <a:pt x="159" y="489"/>
                    <a:pt x="160" y="488"/>
                    <a:pt x="160" y="488"/>
                  </a:cubicBezTo>
                  <a:cubicBezTo>
                    <a:pt x="160" y="489"/>
                    <a:pt x="160" y="489"/>
                    <a:pt x="159" y="490"/>
                  </a:cubicBezTo>
                  <a:close/>
                  <a:moveTo>
                    <a:pt x="160" y="486"/>
                  </a:moveTo>
                  <a:cubicBezTo>
                    <a:pt x="160" y="487"/>
                    <a:pt x="159" y="484"/>
                    <a:pt x="160" y="484"/>
                  </a:cubicBezTo>
                  <a:cubicBezTo>
                    <a:pt x="160" y="484"/>
                    <a:pt x="161" y="485"/>
                    <a:pt x="160" y="486"/>
                  </a:cubicBezTo>
                  <a:close/>
                  <a:moveTo>
                    <a:pt x="161" y="468"/>
                  </a:moveTo>
                  <a:cubicBezTo>
                    <a:pt x="162" y="470"/>
                    <a:pt x="159" y="470"/>
                    <a:pt x="161" y="468"/>
                  </a:cubicBezTo>
                  <a:close/>
                  <a:moveTo>
                    <a:pt x="162" y="461"/>
                  </a:moveTo>
                  <a:cubicBezTo>
                    <a:pt x="163" y="462"/>
                    <a:pt x="163" y="462"/>
                    <a:pt x="162" y="463"/>
                  </a:cubicBezTo>
                  <a:cubicBezTo>
                    <a:pt x="161" y="465"/>
                    <a:pt x="161" y="460"/>
                    <a:pt x="162" y="461"/>
                  </a:cubicBezTo>
                  <a:close/>
                  <a:moveTo>
                    <a:pt x="162" y="497"/>
                  </a:moveTo>
                  <a:cubicBezTo>
                    <a:pt x="164" y="497"/>
                    <a:pt x="161" y="499"/>
                    <a:pt x="162" y="497"/>
                  </a:cubicBezTo>
                  <a:close/>
                  <a:moveTo>
                    <a:pt x="163" y="483"/>
                  </a:moveTo>
                  <a:cubicBezTo>
                    <a:pt x="162" y="485"/>
                    <a:pt x="162" y="481"/>
                    <a:pt x="163" y="483"/>
                  </a:cubicBezTo>
                  <a:cubicBezTo>
                    <a:pt x="163" y="483"/>
                    <a:pt x="164" y="483"/>
                    <a:pt x="163" y="483"/>
                  </a:cubicBezTo>
                  <a:close/>
                  <a:moveTo>
                    <a:pt x="164" y="472"/>
                  </a:moveTo>
                  <a:cubicBezTo>
                    <a:pt x="163" y="474"/>
                    <a:pt x="163" y="471"/>
                    <a:pt x="164" y="472"/>
                  </a:cubicBezTo>
                  <a:cubicBezTo>
                    <a:pt x="164" y="472"/>
                    <a:pt x="164" y="472"/>
                    <a:pt x="164" y="472"/>
                  </a:cubicBezTo>
                  <a:close/>
                  <a:moveTo>
                    <a:pt x="166" y="461"/>
                  </a:moveTo>
                  <a:cubicBezTo>
                    <a:pt x="160" y="465"/>
                    <a:pt x="163" y="449"/>
                    <a:pt x="168" y="453"/>
                  </a:cubicBezTo>
                  <a:cubicBezTo>
                    <a:pt x="167" y="452"/>
                    <a:pt x="168" y="456"/>
                    <a:pt x="168" y="455"/>
                  </a:cubicBezTo>
                  <a:cubicBezTo>
                    <a:pt x="168" y="456"/>
                    <a:pt x="166" y="461"/>
                    <a:pt x="166" y="461"/>
                  </a:cubicBezTo>
                  <a:close/>
                  <a:moveTo>
                    <a:pt x="168" y="450"/>
                  </a:moveTo>
                  <a:cubicBezTo>
                    <a:pt x="167" y="450"/>
                    <a:pt x="167" y="448"/>
                    <a:pt x="168" y="448"/>
                  </a:cubicBezTo>
                  <a:cubicBezTo>
                    <a:pt x="168" y="448"/>
                    <a:pt x="169" y="449"/>
                    <a:pt x="168" y="450"/>
                  </a:cubicBezTo>
                  <a:close/>
                  <a:moveTo>
                    <a:pt x="168" y="433"/>
                  </a:moveTo>
                  <a:cubicBezTo>
                    <a:pt x="168" y="431"/>
                    <a:pt x="168" y="434"/>
                    <a:pt x="168" y="433"/>
                  </a:cubicBezTo>
                  <a:close/>
                  <a:moveTo>
                    <a:pt x="169" y="454"/>
                  </a:moveTo>
                  <a:cubicBezTo>
                    <a:pt x="169" y="455"/>
                    <a:pt x="169" y="452"/>
                    <a:pt x="169" y="454"/>
                  </a:cubicBezTo>
                  <a:close/>
                  <a:moveTo>
                    <a:pt x="171" y="467"/>
                  </a:moveTo>
                  <a:cubicBezTo>
                    <a:pt x="170" y="463"/>
                    <a:pt x="174" y="463"/>
                    <a:pt x="171" y="467"/>
                  </a:cubicBezTo>
                  <a:close/>
                  <a:moveTo>
                    <a:pt x="173" y="473"/>
                  </a:moveTo>
                  <a:cubicBezTo>
                    <a:pt x="172" y="474"/>
                    <a:pt x="172" y="469"/>
                    <a:pt x="173" y="470"/>
                  </a:cubicBezTo>
                  <a:cubicBezTo>
                    <a:pt x="174" y="471"/>
                    <a:pt x="173" y="472"/>
                    <a:pt x="173" y="473"/>
                  </a:cubicBezTo>
                  <a:close/>
                  <a:moveTo>
                    <a:pt x="173" y="462"/>
                  </a:moveTo>
                  <a:cubicBezTo>
                    <a:pt x="172" y="463"/>
                    <a:pt x="173" y="461"/>
                    <a:pt x="173" y="460"/>
                  </a:cubicBezTo>
                  <a:cubicBezTo>
                    <a:pt x="174" y="460"/>
                    <a:pt x="174" y="462"/>
                    <a:pt x="173" y="462"/>
                  </a:cubicBezTo>
                  <a:close/>
                  <a:moveTo>
                    <a:pt x="173" y="460"/>
                  </a:moveTo>
                  <a:cubicBezTo>
                    <a:pt x="172" y="460"/>
                    <a:pt x="170" y="460"/>
                    <a:pt x="170" y="458"/>
                  </a:cubicBezTo>
                  <a:cubicBezTo>
                    <a:pt x="171" y="457"/>
                    <a:pt x="176" y="458"/>
                    <a:pt x="173" y="460"/>
                  </a:cubicBezTo>
                  <a:close/>
                  <a:moveTo>
                    <a:pt x="173" y="418"/>
                  </a:moveTo>
                  <a:cubicBezTo>
                    <a:pt x="174" y="418"/>
                    <a:pt x="174" y="418"/>
                    <a:pt x="173" y="419"/>
                  </a:cubicBezTo>
                  <a:cubicBezTo>
                    <a:pt x="172" y="420"/>
                    <a:pt x="172" y="417"/>
                    <a:pt x="173" y="418"/>
                  </a:cubicBezTo>
                  <a:close/>
                  <a:moveTo>
                    <a:pt x="174" y="409"/>
                  </a:moveTo>
                  <a:cubicBezTo>
                    <a:pt x="175" y="409"/>
                    <a:pt x="174" y="409"/>
                    <a:pt x="174" y="410"/>
                  </a:cubicBezTo>
                  <a:cubicBezTo>
                    <a:pt x="173" y="410"/>
                    <a:pt x="173" y="408"/>
                    <a:pt x="174" y="409"/>
                  </a:cubicBezTo>
                  <a:close/>
                  <a:moveTo>
                    <a:pt x="175" y="414"/>
                  </a:moveTo>
                  <a:cubicBezTo>
                    <a:pt x="177" y="414"/>
                    <a:pt x="177" y="418"/>
                    <a:pt x="176" y="419"/>
                  </a:cubicBezTo>
                  <a:cubicBezTo>
                    <a:pt x="173" y="420"/>
                    <a:pt x="175" y="414"/>
                    <a:pt x="175" y="414"/>
                  </a:cubicBezTo>
                  <a:close/>
                  <a:moveTo>
                    <a:pt x="176" y="430"/>
                  </a:moveTo>
                  <a:cubicBezTo>
                    <a:pt x="175" y="431"/>
                    <a:pt x="175" y="428"/>
                    <a:pt x="176" y="428"/>
                  </a:cubicBezTo>
                  <a:cubicBezTo>
                    <a:pt x="177" y="428"/>
                    <a:pt x="177" y="429"/>
                    <a:pt x="176" y="430"/>
                  </a:cubicBezTo>
                  <a:close/>
                  <a:moveTo>
                    <a:pt x="177" y="433"/>
                  </a:moveTo>
                  <a:cubicBezTo>
                    <a:pt x="178" y="434"/>
                    <a:pt x="178" y="436"/>
                    <a:pt x="177" y="436"/>
                  </a:cubicBezTo>
                  <a:cubicBezTo>
                    <a:pt x="175" y="439"/>
                    <a:pt x="175" y="431"/>
                    <a:pt x="177" y="433"/>
                  </a:cubicBezTo>
                  <a:close/>
                  <a:moveTo>
                    <a:pt x="178" y="429"/>
                  </a:moveTo>
                  <a:cubicBezTo>
                    <a:pt x="177" y="428"/>
                    <a:pt x="178" y="426"/>
                    <a:pt x="179" y="426"/>
                  </a:cubicBezTo>
                  <a:cubicBezTo>
                    <a:pt x="178" y="427"/>
                    <a:pt x="178" y="428"/>
                    <a:pt x="178" y="429"/>
                  </a:cubicBezTo>
                  <a:close/>
                  <a:moveTo>
                    <a:pt x="178" y="432"/>
                  </a:moveTo>
                  <a:cubicBezTo>
                    <a:pt x="177" y="433"/>
                    <a:pt x="178" y="431"/>
                    <a:pt x="178" y="430"/>
                  </a:cubicBezTo>
                  <a:cubicBezTo>
                    <a:pt x="179" y="430"/>
                    <a:pt x="179" y="431"/>
                    <a:pt x="178" y="432"/>
                  </a:cubicBezTo>
                  <a:close/>
                  <a:moveTo>
                    <a:pt x="179" y="411"/>
                  </a:moveTo>
                  <a:cubicBezTo>
                    <a:pt x="176" y="413"/>
                    <a:pt x="176" y="406"/>
                    <a:pt x="178" y="408"/>
                  </a:cubicBezTo>
                  <a:cubicBezTo>
                    <a:pt x="179" y="408"/>
                    <a:pt x="179" y="410"/>
                    <a:pt x="179" y="411"/>
                  </a:cubicBezTo>
                  <a:close/>
                  <a:moveTo>
                    <a:pt x="178" y="467"/>
                  </a:moveTo>
                  <a:cubicBezTo>
                    <a:pt x="176" y="466"/>
                    <a:pt x="179" y="464"/>
                    <a:pt x="179" y="462"/>
                  </a:cubicBezTo>
                  <a:cubicBezTo>
                    <a:pt x="180" y="463"/>
                    <a:pt x="179" y="468"/>
                    <a:pt x="178" y="467"/>
                  </a:cubicBezTo>
                  <a:close/>
                  <a:moveTo>
                    <a:pt x="182" y="477"/>
                  </a:moveTo>
                  <a:cubicBezTo>
                    <a:pt x="182" y="477"/>
                    <a:pt x="179" y="477"/>
                    <a:pt x="180" y="476"/>
                  </a:cubicBezTo>
                  <a:cubicBezTo>
                    <a:pt x="181" y="475"/>
                    <a:pt x="184" y="477"/>
                    <a:pt x="182" y="477"/>
                  </a:cubicBezTo>
                  <a:close/>
                  <a:moveTo>
                    <a:pt x="180" y="459"/>
                  </a:moveTo>
                  <a:cubicBezTo>
                    <a:pt x="181" y="457"/>
                    <a:pt x="182" y="456"/>
                    <a:pt x="182" y="455"/>
                  </a:cubicBezTo>
                  <a:cubicBezTo>
                    <a:pt x="182" y="456"/>
                    <a:pt x="182" y="458"/>
                    <a:pt x="180" y="459"/>
                  </a:cubicBezTo>
                  <a:close/>
                  <a:moveTo>
                    <a:pt x="183" y="432"/>
                  </a:moveTo>
                  <a:cubicBezTo>
                    <a:pt x="182" y="433"/>
                    <a:pt x="182" y="430"/>
                    <a:pt x="183" y="431"/>
                  </a:cubicBezTo>
                  <a:cubicBezTo>
                    <a:pt x="183" y="431"/>
                    <a:pt x="183" y="432"/>
                    <a:pt x="183" y="432"/>
                  </a:cubicBezTo>
                  <a:close/>
                  <a:moveTo>
                    <a:pt x="184" y="458"/>
                  </a:moveTo>
                  <a:cubicBezTo>
                    <a:pt x="183" y="456"/>
                    <a:pt x="186" y="456"/>
                    <a:pt x="184" y="458"/>
                  </a:cubicBezTo>
                  <a:close/>
                  <a:moveTo>
                    <a:pt x="184" y="423"/>
                  </a:moveTo>
                  <a:cubicBezTo>
                    <a:pt x="184" y="423"/>
                    <a:pt x="184" y="423"/>
                    <a:pt x="184" y="423"/>
                  </a:cubicBezTo>
                  <a:cubicBezTo>
                    <a:pt x="185" y="422"/>
                    <a:pt x="185" y="422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lose/>
                  <a:moveTo>
                    <a:pt x="184" y="452"/>
                  </a:moveTo>
                  <a:cubicBezTo>
                    <a:pt x="182" y="449"/>
                    <a:pt x="186" y="449"/>
                    <a:pt x="184" y="452"/>
                  </a:cubicBezTo>
                  <a:close/>
                  <a:moveTo>
                    <a:pt x="184" y="464"/>
                  </a:moveTo>
                  <a:cubicBezTo>
                    <a:pt x="185" y="466"/>
                    <a:pt x="182" y="465"/>
                    <a:pt x="184" y="464"/>
                  </a:cubicBezTo>
                  <a:close/>
                  <a:moveTo>
                    <a:pt x="185" y="467"/>
                  </a:moveTo>
                  <a:cubicBezTo>
                    <a:pt x="186" y="471"/>
                    <a:pt x="182" y="470"/>
                    <a:pt x="185" y="467"/>
                  </a:cubicBezTo>
                  <a:close/>
                  <a:moveTo>
                    <a:pt x="190" y="491"/>
                  </a:moveTo>
                  <a:cubicBezTo>
                    <a:pt x="189" y="492"/>
                    <a:pt x="189" y="488"/>
                    <a:pt x="190" y="489"/>
                  </a:cubicBezTo>
                  <a:cubicBezTo>
                    <a:pt x="191" y="490"/>
                    <a:pt x="190" y="491"/>
                    <a:pt x="190" y="491"/>
                  </a:cubicBezTo>
                  <a:close/>
                  <a:moveTo>
                    <a:pt x="194" y="474"/>
                  </a:moveTo>
                  <a:cubicBezTo>
                    <a:pt x="195" y="475"/>
                    <a:pt x="194" y="475"/>
                    <a:pt x="194" y="475"/>
                  </a:cubicBezTo>
                  <a:cubicBezTo>
                    <a:pt x="193" y="476"/>
                    <a:pt x="193" y="473"/>
                    <a:pt x="194" y="474"/>
                  </a:cubicBezTo>
                  <a:close/>
                  <a:moveTo>
                    <a:pt x="195" y="474"/>
                  </a:moveTo>
                  <a:cubicBezTo>
                    <a:pt x="197" y="475"/>
                    <a:pt x="194" y="476"/>
                    <a:pt x="195" y="474"/>
                  </a:cubicBezTo>
                  <a:close/>
                  <a:moveTo>
                    <a:pt x="195" y="490"/>
                  </a:moveTo>
                  <a:cubicBezTo>
                    <a:pt x="195" y="490"/>
                    <a:pt x="195" y="491"/>
                    <a:pt x="195" y="491"/>
                  </a:cubicBezTo>
                  <a:cubicBezTo>
                    <a:pt x="194" y="493"/>
                    <a:pt x="194" y="489"/>
                    <a:pt x="195" y="490"/>
                  </a:cubicBezTo>
                  <a:close/>
                  <a:moveTo>
                    <a:pt x="194" y="384"/>
                  </a:moveTo>
                  <a:cubicBezTo>
                    <a:pt x="193" y="385"/>
                    <a:pt x="194" y="382"/>
                    <a:pt x="195" y="383"/>
                  </a:cubicBezTo>
                  <a:cubicBezTo>
                    <a:pt x="195" y="383"/>
                    <a:pt x="194" y="384"/>
                    <a:pt x="194" y="384"/>
                  </a:cubicBezTo>
                  <a:close/>
                  <a:moveTo>
                    <a:pt x="194" y="321"/>
                  </a:moveTo>
                  <a:cubicBezTo>
                    <a:pt x="195" y="321"/>
                    <a:pt x="194" y="322"/>
                    <a:pt x="194" y="322"/>
                  </a:cubicBezTo>
                  <a:cubicBezTo>
                    <a:pt x="192" y="324"/>
                    <a:pt x="193" y="321"/>
                    <a:pt x="194" y="321"/>
                  </a:cubicBezTo>
                  <a:close/>
                  <a:moveTo>
                    <a:pt x="192" y="489"/>
                  </a:moveTo>
                  <a:cubicBezTo>
                    <a:pt x="191" y="491"/>
                    <a:pt x="192" y="487"/>
                    <a:pt x="193" y="488"/>
                  </a:cubicBezTo>
                  <a:cubicBezTo>
                    <a:pt x="194" y="489"/>
                    <a:pt x="193" y="489"/>
                    <a:pt x="192" y="489"/>
                  </a:cubicBezTo>
                  <a:close/>
                  <a:moveTo>
                    <a:pt x="192" y="466"/>
                  </a:moveTo>
                  <a:cubicBezTo>
                    <a:pt x="190" y="466"/>
                    <a:pt x="191" y="463"/>
                    <a:pt x="192" y="464"/>
                  </a:cubicBezTo>
                  <a:cubicBezTo>
                    <a:pt x="193" y="465"/>
                    <a:pt x="192" y="465"/>
                    <a:pt x="192" y="466"/>
                  </a:cubicBezTo>
                  <a:close/>
                  <a:moveTo>
                    <a:pt x="191" y="461"/>
                  </a:moveTo>
                  <a:cubicBezTo>
                    <a:pt x="192" y="460"/>
                    <a:pt x="193" y="460"/>
                    <a:pt x="191" y="461"/>
                  </a:cubicBezTo>
                  <a:close/>
                  <a:moveTo>
                    <a:pt x="191" y="403"/>
                  </a:moveTo>
                  <a:cubicBezTo>
                    <a:pt x="189" y="404"/>
                    <a:pt x="190" y="400"/>
                    <a:pt x="191" y="400"/>
                  </a:cubicBezTo>
                  <a:cubicBezTo>
                    <a:pt x="192" y="400"/>
                    <a:pt x="193" y="403"/>
                    <a:pt x="191" y="403"/>
                  </a:cubicBezTo>
                  <a:close/>
                  <a:moveTo>
                    <a:pt x="191" y="311"/>
                  </a:moveTo>
                  <a:cubicBezTo>
                    <a:pt x="192" y="310"/>
                    <a:pt x="192" y="311"/>
                    <a:pt x="192" y="312"/>
                  </a:cubicBezTo>
                  <a:cubicBezTo>
                    <a:pt x="191" y="313"/>
                    <a:pt x="191" y="311"/>
                    <a:pt x="191" y="311"/>
                  </a:cubicBezTo>
                  <a:close/>
                  <a:moveTo>
                    <a:pt x="190" y="343"/>
                  </a:moveTo>
                  <a:cubicBezTo>
                    <a:pt x="190" y="340"/>
                    <a:pt x="192" y="342"/>
                    <a:pt x="190" y="343"/>
                  </a:cubicBezTo>
                  <a:close/>
                  <a:moveTo>
                    <a:pt x="191" y="480"/>
                  </a:moveTo>
                  <a:cubicBezTo>
                    <a:pt x="191" y="481"/>
                    <a:pt x="189" y="483"/>
                    <a:pt x="188" y="483"/>
                  </a:cubicBezTo>
                  <a:cubicBezTo>
                    <a:pt x="183" y="484"/>
                    <a:pt x="190" y="478"/>
                    <a:pt x="191" y="480"/>
                  </a:cubicBezTo>
                  <a:close/>
                  <a:moveTo>
                    <a:pt x="188" y="475"/>
                  </a:moveTo>
                  <a:cubicBezTo>
                    <a:pt x="187" y="476"/>
                    <a:pt x="188" y="473"/>
                    <a:pt x="189" y="474"/>
                  </a:cubicBezTo>
                  <a:cubicBezTo>
                    <a:pt x="189" y="474"/>
                    <a:pt x="189" y="475"/>
                    <a:pt x="188" y="475"/>
                  </a:cubicBezTo>
                  <a:close/>
                  <a:moveTo>
                    <a:pt x="189" y="478"/>
                  </a:move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9" y="478"/>
                    <a:pt x="189" y="478"/>
                  </a:cubicBezTo>
                  <a:close/>
                  <a:moveTo>
                    <a:pt x="189" y="439"/>
                  </a:moveTo>
                  <a:cubicBezTo>
                    <a:pt x="188" y="441"/>
                    <a:pt x="189" y="438"/>
                    <a:pt x="189" y="439"/>
                  </a:cubicBezTo>
                  <a:close/>
                  <a:moveTo>
                    <a:pt x="188" y="458"/>
                  </a:moveTo>
                  <a:cubicBezTo>
                    <a:pt x="190" y="459"/>
                    <a:pt x="190" y="462"/>
                    <a:pt x="189" y="462"/>
                  </a:cubicBezTo>
                  <a:cubicBezTo>
                    <a:pt x="186" y="464"/>
                    <a:pt x="186" y="458"/>
                    <a:pt x="188" y="458"/>
                  </a:cubicBezTo>
                  <a:close/>
                  <a:moveTo>
                    <a:pt x="187" y="458"/>
                  </a:moveTo>
                  <a:cubicBezTo>
                    <a:pt x="186" y="459"/>
                    <a:pt x="188" y="457"/>
                    <a:pt x="187" y="458"/>
                  </a:cubicBezTo>
                  <a:close/>
                  <a:moveTo>
                    <a:pt x="187" y="433"/>
                  </a:moveTo>
                  <a:cubicBezTo>
                    <a:pt x="185" y="434"/>
                    <a:pt x="185" y="430"/>
                    <a:pt x="187" y="431"/>
                  </a:cubicBezTo>
                  <a:cubicBezTo>
                    <a:pt x="188" y="432"/>
                    <a:pt x="187" y="433"/>
                    <a:pt x="187" y="433"/>
                  </a:cubicBezTo>
                  <a:close/>
                  <a:moveTo>
                    <a:pt x="187" y="298"/>
                  </a:moveTo>
                  <a:cubicBezTo>
                    <a:pt x="187" y="299"/>
                    <a:pt x="186" y="300"/>
                    <a:pt x="186" y="301"/>
                  </a:cubicBezTo>
                  <a:cubicBezTo>
                    <a:pt x="185" y="302"/>
                    <a:pt x="186" y="298"/>
                    <a:pt x="187" y="298"/>
                  </a:cubicBezTo>
                  <a:close/>
                  <a:moveTo>
                    <a:pt x="185" y="303"/>
                  </a:moveTo>
                  <a:cubicBezTo>
                    <a:pt x="186" y="304"/>
                    <a:pt x="185" y="306"/>
                    <a:pt x="185" y="308"/>
                  </a:cubicBezTo>
                  <a:cubicBezTo>
                    <a:pt x="183" y="307"/>
                    <a:pt x="185" y="304"/>
                    <a:pt x="185" y="303"/>
                  </a:cubicBezTo>
                  <a:close/>
                  <a:moveTo>
                    <a:pt x="185" y="380"/>
                  </a:moveTo>
                  <a:cubicBezTo>
                    <a:pt x="187" y="380"/>
                    <a:pt x="186" y="386"/>
                    <a:pt x="184" y="386"/>
                  </a:cubicBezTo>
                  <a:cubicBezTo>
                    <a:pt x="181" y="387"/>
                    <a:pt x="182" y="380"/>
                    <a:pt x="185" y="380"/>
                  </a:cubicBezTo>
                  <a:close/>
                  <a:moveTo>
                    <a:pt x="185" y="400"/>
                  </a:moveTo>
                  <a:cubicBezTo>
                    <a:pt x="184" y="400"/>
                    <a:pt x="185" y="397"/>
                    <a:pt x="186" y="398"/>
                  </a:cubicBezTo>
                  <a:cubicBezTo>
                    <a:pt x="186" y="399"/>
                    <a:pt x="186" y="400"/>
                    <a:pt x="185" y="400"/>
                  </a:cubicBezTo>
                  <a:close/>
                  <a:moveTo>
                    <a:pt x="183" y="360"/>
                  </a:moveTo>
                  <a:cubicBezTo>
                    <a:pt x="182" y="361"/>
                    <a:pt x="184" y="358"/>
                    <a:pt x="183" y="360"/>
                  </a:cubicBezTo>
                  <a:close/>
                  <a:moveTo>
                    <a:pt x="183" y="311"/>
                  </a:moveTo>
                  <a:cubicBezTo>
                    <a:pt x="184" y="312"/>
                    <a:pt x="183" y="313"/>
                    <a:pt x="182" y="314"/>
                  </a:cubicBezTo>
                  <a:cubicBezTo>
                    <a:pt x="181" y="315"/>
                    <a:pt x="181" y="310"/>
                    <a:pt x="183" y="311"/>
                  </a:cubicBezTo>
                  <a:close/>
                  <a:moveTo>
                    <a:pt x="184" y="408"/>
                  </a:moveTo>
                  <a:cubicBezTo>
                    <a:pt x="185" y="409"/>
                    <a:pt x="185" y="411"/>
                    <a:pt x="186" y="411"/>
                  </a:cubicBezTo>
                  <a:cubicBezTo>
                    <a:pt x="188" y="412"/>
                    <a:pt x="187" y="416"/>
                    <a:pt x="185" y="417"/>
                  </a:cubicBezTo>
                  <a:cubicBezTo>
                    <a:pt x="181" y="418"/>
                    <a:pt x="182" y="416"/>
                    <a:pt x="181" y="414"/>
                  </a:cubicBezTo>
                  <a:cubicBezTo>
                    <a:pt x="181" y="414"/>
                    <a:pt x="180" y="413"/>
                    <a:pt x="180" y="413"/>
                  </a:cubicBezTo>
                  <a:cubicBezTo>
                    <a:pt x="180" y="411"/>
                    <a:pt x="182" y="408"/>
                    <a:pt x="184" y="408"/>
                  </a:cubicBezTo>
                  <a:close/>
                  <a:moveTo>
                    <a:pt x="180" y="440"/>
                  </a:moveTo>
                  <a:cubicBezTo>
                    <a:pt x="181" y="440"/>
                    <a:pt x="180" y="441"/>
                    <a:pt x="180" y="441"/>
                  </a:cubicBezTo>
                  <a:cubicBezTo>
                    <a:pt x="179" y="441"/>
                    <a:pt x="180" y="440"/>
                    <a:pt x="180" y="440"/>
                  </a:cubicBezTo>
                  <a:close/>
                  <a:moveTo>
                    <a:pt x="179" y="443"/>
                  </a:moveTo>
                  <a:cubicBezTo>
                    <a:pt x="178" y="441"/>
                    <a:pt x="181" y="441"/>
                    <a:pt x="179" y="443"/>
                  </a:cubicBezTo>
                  <a:close/>
                  <a:moveTo>
                    <a:pt x="179" y="317"/>
                  </a:moveTo>
                  <a:cubicBezTo>
                    <a:pt x="180" y="320"/>
                    <a:pt x="177" y="318"/>
                    <a:pt x="179" y="317"/>
                  </a:cubicBezTo>
                  <a:close/>
                  <a:moveTo>
                    <a:pt x="178" y="324"/>
                  </a:moveTo>
                  <a:cubicBezTo>
                    <a:pt x="176" y="323"/>
                    <a:pt x="178" y="321"/>
                    <a:pt x="178" y="320"/>
                  </a:cubicBezTo>
                  <a:cubicBezTo>
                    <a:pt x="179" y="321"/>
                    <a:pt x="178" y="323"/>
                    <a:pt x="178" y="324"/>
                  </a:cubicBezTo>
                  <a:close/>
                  <a:moveTo>
                    <a:pt x="178" y="296"/>
                  </a:moveTo>
                  <a:cubicBezTo>
                    <a:pt x="179" y="297"/>
                    <a:pt x="177" y="298"/>
                    <a:pt x="177" y="298"/>
                  </a:cubicBezTo>
                  <a:cubicBezTo>
                    <a:pt x="176" y="299"/>
                    <a:pt x="177" y="295"/>
                    <a:pt x="178" y="296"/>
                  </a:cubicBezTo>
                  <a:close/>
                  <a:moveTo>
                    <a:pt x="174" y="309"/>
                  </a:moveTo>
                  <a:cubicBezTo>
                    <a:pt x="175" y="310"/>
                    <a:pt x="173" y="310"/>
                    <a:pt x="174" y="309"/>
                  </a:cubicBezTo>
                  <a:close/>
                  <a:moveTo>
                    <a:pt x="175" y="357"/>
                  </a:moveTo>
                  <a:cubicBezTo>
                    <a:pt x="175" y="359"/>
                    <a:pt x="173" y="358"/>
                    <a:pt x="175" y="357"/>
                  </a:cubicBezTo>
                  <a:close/>
                  <a:moveTo>
                    <a:pt x="174" y="377"/>
                  </a:moveTo>
                  <a:cubicBezTo>
                    <a:pt x="175" y="378"/>
                    <a:pt x="174" y="379"/>
                    <a:pt x="173" y="380"/>
                  </a:cubicBezTo>
                  <a:cubicBezTo>
                    <a:pt x="173" y="379"/>
                    <a:pt x="174" y="378"/>
                    <a:pt x="174" y="377"/>
                  </a:cubicBezTo>
                  <a:close/>
                  <a:moveTo>
                    <a:pt x="172" y="391"/>
                  </a:moveTo>
                  <a:cubicBezTo>
                    <a:pt x="172" y="390"/>
                    <a:pt x="175" y="392"/>
                    <a:pt x="176" y="391"/>
                  </a:cubicBezTo>
                  <a:cubicBezTo>
                    <a:pt x="176" y="390"/>
                    <a:pt x="174" y="389"/>
                    <a:pt x="175" y="388"/>
                  </a:cubicBezTo>
                  <a:cubicBezTo>
                    <a:pt x="178" y="385"/>
                    <a:pt x="181" y="394"/>
                    <a:pt x="178" y="396"/>
                  </a:cubicBezTo>
                  <a:cubicBezTo>
                    <a:pt x="176" y="397"/>
                    <a:pt x="174" y="397"/>
                    <a:pt x="173" y="396"/>
                  </a:cubicBezTo>
                  <a:cubicBezTo>
                    <a:pt x="173" y="396"/>
                    <a:pt x="172" y="392"/>
                    <a:pt x="172" y="391"/>
                  </a:cubicBezTo>
                  <a:close/>
                  <a:moveTo>
                    <a:pt x="172" y="439"/>
                  </a:moveTo>
                  <a:cubicBezTo>
                    <a:pt x="173" y="439"/>
                    <a:pt x="173" y="441"/>
                    <a:pt x="172" y="441"/>
                  </a:cubicBezTo>
                  <a:cubicBezTo>
                    <a:pt x="170" y="443"/>
                    <a:pt x="170" y="437"/>
                    <a:pt x="172" y="439"/>
                  </a:cubicBezTo>
                  <a:close/>
                  <a:moveTo>
                    <a:pt x="169" y="427"/>
                  </a:moveTo>
                  <a:cubicBezTo>
                    <a:pt x="166" y="428"/>
                    <a:pt x="167" y="422"/>
                    <a:pt x="169" y="422"/>
                  </a:cubicBezTo>
                  <a:cubicBezTo>
                    <a:pt x="171" y="422"/>
                    <a:pt x="171" y="426"/>
                    <a:pt x="169" y="427"/>
                  </a:cubicBezTo>
                  <a:close/>
                  <a:moveTo>
                    <a:pt x="165" y="288"/>
                  </a:moveTo>
                  <a:cubicBezTo>
                    <a:pt x="166" y="288"/>
                    <a:pt x="166" y="289"/>
                    <a:pt x="166" y="290"/>
                  </a:cubicBezTo>
                  <a:cubicBezTo>
                    <a:pt x="165" y="291"/>
                    <a:pt x="164" y="288"/>
                    <a:pt x="165" y="288"/>
                  </a:cubicBezTo>
                  <a:close/>
                  <a:moveTo>
                    <a:pt x="163" y="282"/>
                  </a:moveTo>
                  <a:cubicBezTo>
                    <a:pt x="164" y="282"/>
                    <a:pt x="164" y="284"/>
                    <a:pt x="163" y="284"/>
                  </a:cubicBezTo>
                  <a:cubicBezTo>
                    <a:pt x="162" y="286"/>
                    <a:pt x="161" y="282"/>
                    <a:pt x="163" y="282"/>
                  </a:cubicBezTo>
                  <a:close/>
                  <a:moveTo>
                    <a:pt x="161" y="324"/>
                  </a:moveTo>
                  <a:cubicBezTo>
                    <a:pt x="161" y="324"/>
                    <a:pt x="162" y="322"/>
                    <a:pt x="162" y="321"/>
                  </a:cubicBezTo>
                  <a:cubicBezTo>
                    <a:pt x="162" y="322"/>
                    <a:pt x="166" y="321"/>
                    <a:pt x="166" y="321"/>
                  </a:cubicBezTo>
                  <a:cubicBezTo>
                    <a:pt x="166" y="321"/>
                    <a:pt x="166" y="322"/>
                    <a:pt x="166" y="322"/>
                  </a:cubicBezTo>
                  <a:cubicBezTo>
                    <a:pt x="167" y="323"/>
                    <a:pt x="168" y="322"/>
                    <a:pt x="168" y="323"/>
                  </a:cubicBezTo>
                  <a:cubicBezTo>
                    <a:pt x="171" y="328"/>
                    <a:pt x="168" y="335"/>
                    <a:pt x="165" y="336"/>
                  </a:cubicBezTo>
                  <a:cubicBezTo>
                    <a:pt x="163" y="337"/>
                    <a:pt x="160" y="335"/>
                    <a:pt x="160" y="334"/>
                  </a:cubicBezTo>
                  <a:cubicBezTo>
                    <a:pt x="160" y="334"/>
                    <a:pt x="160" y="332"/>
                    <a:pt x="160" y="333"/>
                  </a:cubicBezTo>
                  <a:cubicBezTo>
                    <a:pt x="160" y="331"/>
                    <a:pt x="158" y="332"/>
                    <a:pt x="158" y="330"/>
                  </a:cubicBezTo>
                  <a:cubicBezTo>
                    <a:pt x="156" y="327"/>
                    <a:pt x="159" y="326"/>
                    <a:pt x="161" y="324"/>
                  </a:cubicBezTo>
                  <a:close/>
                  <a:moveTo>
                    <a:pt x="157" y="351"/>
                  </a:moveTo>
                  <a:cubicBezTo>
                    <a:pt x="159" y="352"/>
                    <a:pt x="156" y="353"/>
                    <a:pt x="157" y="351"/>
                  </a:cubicBezTo>
                  <a:close/>
                  <a:moveTo>
                    <a:pt x="157" y="367"/>
                  </a:moveTo>
                  <a:cubicBezTo>
                    <a:pt x="157" y="366"/>
                    <a:pt x="158" y="367"/>
                    <a:pt x="158" y="367"/>
                  </a:cubicBezTo>
                  <a:cubicBezTo>
                    <a:pt x="159" y="366"/>
                    <a:pt x="157" y="364"/>
                    <a:pt x="159" y="364"/>
                  </a:cubicBezTo>
                  <a:cubicBezTo>
                    <a:pt x="162" y="364"/>
                    <a:pt x="159" y="373"/>
                    <a:pt x="159" y="374"/>
                  </a:cubicBezTo>
                  <a:cubicBezTo>
                    <a:pt x="159" y="372"/>
                    <a:pt x="154" y="369"/>
                    <a:pt x="157" y="367"/>
                  </a:cubicBezTo>
                  <a:close/>
                  <a:moveTo>
                    <a:pt x="157" y="386"/>
                  </a:moveTo>
                  <a:cubicBezTo>
                    <a:pt x="158" y="386"/>
                    <a:pt x="157" y="388"/>
                    <a:pt x="156" y="389"/>
                  </a:cubicBezTo>
                  <a:cubicBezTo>
                    <a:pt x="155" y="389"/>
                    <a:pt x="155" y="385"/>
                    <a:pt x="157" y="386"/>
                  </a:cubicBezTo>
                  <a:close/>
                  <a:moveTo>
                    <a:pt x="155" y="373"/>
                  </a:moveTo>
                  <a:cubicBezTo>
                    <a:pt x="154" y="374"/>
                    <a:pt x="154" y="372"/>
                    <a:pt x="155" y="371"/>
                  </a:cubicBezTo>
                  <a:cubicBezTo>
                    <a:pt x="156" y="371"/>
                    <a:pt x="156" y="373"/>
                    <a:pt x="155" y="373"/>
                  </a:cubicBezTo>
                  <a:close/>
                  <a:moveTo>
                    <a:pt x="153" y="242"/>
                  </a:moveTo>
                  <a:cubicBezTo>
                    <a:pt x="153" y="242"/>
                    <a:pt x="154" y="237"/>
                    <a:pt x="155" y="238"/>
                  </a:cubicBezTo>
                  <a:cubicBezTo>
                    <a:pt x="156" y="238"/>
                    <a:pt x="154" y="243"/>
                    <a:pt x="154" y="241"/>
                  </a:cubicBezTo>
                  <a:cubicBezTo>
                    <a:pt x="153" y="247"/>
                    <a:pt x="153" y="255"/>
                    <a:pt x="152" y="262"/>
                  </a:cubicBezTo>
                  <a:cubicBezTo>
                    <a:pt x="152" y="262"/>
                    <a:pt x="151" y="264"/>
                    <a:pt x="151" y="264"/>
                  </a:cubicBezTo>
                  <a:cubicBezTo>
                    <a:pt x="149" y="265"/>
                    <a:pt x="152" y="246"/>
                    <a:pt x="153" y="242"/>
                  </a:cubicBezTo>
                  <a:close/>
                  <a:moveTo>
                    <a:pt x="150" y="352"/>
                  </a:moveTo>
                  <a:cubicBezTo>
                    <a:pt x="151" y="351"/>
                    <a:pt x="155" y="357"/>
                    <a:pt x="155" y="359"/>
                  </a:cubicBezTo>
                  <a:cubicBezTo>
                    <a:pt x="155" y="360"/>
                    <a:pt x="154" y="362"/>
                    <a:pt x="152" y="363"/>
                  </a:cubicBezTo>
                  <a:cubicBezTo>
                    <a:pt x="147" y="365"/>
                    <a:pt x="149" y="352"/>
                    <a:pt x="150" y="352"/>
                  </a:cubicBezTo>
                  <a:close/>
                  <a:moveTo>
                    <a:pt x="148" y="397"/>
                  </a:moveTo>
                  <a:cubicBezTo>
                    <a:pt x="148" y="397"/>
                    <a:pt x="148" y="398"/>
                    <a:pt x="148" y="398"/>
                  </a:cubicBezTo>
                  <a:cubicBezTo>
                    <a:pt x="146" y="396"/>
                    <a:pt x="149" y="396"/>
                    <a:pt x="148" y="397"/>
                  </a:cubicBezTo>
                  <a:close/>
                  <a:moveTo>
                    <a:pt x="147" y="373"/>
                  </a:moveTo>
                  <a:cubicBezTo>
                    <a:pt x="148" y="377"/>
                    <a:pt x="145" y="374"/>
                    <a:pt x="147" y="373"/>
                  </a:cubicBezTo>
                  <a:close/>
                  <a:moveTo>
                    <a:pt x="145" y="340"/>
                  </a:moveTo>
                  <a:cubicBezTo>
                    <a:pt x="148" y="342"/>
                    <a:pt x="144" y="344"/>
                    <a:pt x="145" y="340"/>
                  </a:cubicBezTo>
                  <a:close/>
                  <a:moveTo>
                    <a:pt x="145" y="351"/>
                  </a:moveTo>
                  <a:cubicBezTo>
                    <a:pt x="145" y="351"/>
                    <a:pt x="145" y="352"/>
                    <a:pt x="145" y="352"/>
                  </a:cubicBezTo>
                  <a:cubicBezTo>
                    <a:pt x="143" y="354"/>
                    <a:pt x="143" y="350"/>
                    <a:pt x="145" y="351"/>
                  </a:cubicBezTo>
                  <a:close/>
                  <a:moveTo>
                    <a:pt x="143" y="299"/>
                  </a:moveTo>
                  <a:cubicBezTo>
                    <a:pt x="143" y="299"/>
                    <a:pt x="144" y="301"/>
                    <a:pt x="143" y="301"/>
                  </a:cubicBezTo>
                  <a:cubicBezTo>
                    <a:pt x="142" y="303"/>
                    <a:pt x="142" y="298"/>
                    <a:pt x="143" y="299"/>
                  </a:cubicBezTo>
                  <a:close/>
                  <a:moveTo>
                    <a:pt x="143" y="429"/>
                  </a:moveTo>
                  <a:cubicBezTo>
                    <a:pt x="145" y="430"/>
                    <a:pt x="143" y="430"/>
                    <a:pt x="144" y="431"/>
                  </a:cubicBezTo>
                  <a:cubicBezTo>
                    <a:pt x="145" y="433"/>
                    <a:pt x="146" y="433"/>
                    <a:pt x="146" y="433"/>
                  </a:cubicBezTo>
                  <a:cubicBezTo>
                    <a:pt x="147" y="435"/>
                    <a:pt x="146" y="438"/>
                    <a:pt x="145" y="439"/>
                  </a:cubicBezTo>
                  <a:cubicBezTo>
                    <a:pt x="142" y="440"/>
                    <a:pt x="140" y="438"/>
                    <a:pt x="140" y="435"/>
                  </a:cubicBezTo>
                  <a:cubicBezTo>
                    <a:pt x="141" y="433"/>
                    <a:pt x="143" y="433"/>
                    <a:pt x="143" y="432"/>
                  </a:cubicBezTo>
                  <a:cubicBezTo>
                    <a:pt x="143" y="431"/>
                    <a:pt x="141" y="429"/>
                    <a:pt x="143" y="429"/>
                  </a:cubicBezTo>
                  <a:close/>
                  <a:moveTo>
                    <a:pt x="142" y="354"/>
                  </a:moveTo>
                  <a:cubicBezTo>
                    <a:pt x="143" y="355"/>
                    <a:pt x="140" y="357"/>
                    <a:pt x="142" y="354"/>
                  </a:cubicBezTo>
                  <a:close/>
                  <a:moveTo>
                    <a:pt x="141" y="298"/>
                  </a:moveTo>
                  <a:cubicBezTo>
                    <a:pt x="142" y="301"/>
                    <a:pt x="139" y="299"/>
                    <a:pt x="141" y="298"/>
                  </a:cubicBezTo>
                  <a:close/>
                  <a:moveTo>
                    <a:pt x="140" y="375"/>
                  </a:moveTo>
                  <a:cubicBezTo>
                    <a:pt x="141" y="375"/>
                    <a:pt x="142" y="377"/>
                    <a:pt x="141" y="378"/>
                  </a:cubicBezTo>
                  <a:cubicBezTo>
                    <a:pt x="140" y="380"/>
                    <a:pt x="139" y="375"/>
                    <a:pt x="140" y="375"/>
                  </a:cubicBezTo>
                  <a:close/>
                  <a:moveTo>
                    <a:pt x="142" y="405"/>
                  </a:moveTo>
                  <a:cubicBezTo>
                    <a:pt x="141" y="406"/>
                    <a:pt x="141" y="406"/>
                    <a:pt x="141" y="406"/>
                  </a:cubicBezTo>
                  <a:cubicBezTo>
                    <a:pt x="141" y="406"/>
                    <a:pt x="141" y="406"/>
                    <a:pt x="142" y="405"/>
                  </a:cubicBezTo>
                  <a:close/>
                  <a:moveTo>
                    <a:pt x="141" y="417"/>
                  </a:moveTo>
                  <a:cubicBezTo>
                    <a:pt x="142" y="418"/>
                    <a:pt x="141" y="420"/>
                    <a:pt x="141" y="420"/>
                  </a:cubicBezTo>
                  <a:cubicBezTo>
                    <a:pt x="139" y="422"/>
                    <a:pt x="139" y="417"/>
                    <a:pt x="141" y="417"/>
                  </a:cubicBezTo>
                  <a:close/>
                  <a:moveTo>
                    <a:pt x="137" y="465"/>
                  </a:moveTo>
                  <a:cubicBezTo>
                    <a:pt x="135" y="470"/>
                    <a:pt x="131" y="464"/>
                    <a:pt x="136" y="463"/>
                  </a:cubicBezTo>
                  <a:cubicBezTo>
                    <a:pt x="136" y="463"/>
                    <a:pt x="139" y="463"/>
                    <a:pt x="139" y="463"/>
                  </a:cubicBezTo>
                  <a:cubicBezTo>
                    <a:pt x="142" y="466"/>
                    <a:pt x="137" y="469"/>
                    <a:pt x="137" y="465"/>
                  </a:cubicBezTo>
                  <a:close/>
                  <a:moveTo>
                    <a:pt x="138" y="439"/>
                  </a:moveTo>
                  <a:cubicBezTo>
                    <a:pt x="139" y="439"/>
                    <a:pt x="139" y="440"/>
                    <a:pt x="139" y="441"/>
                  </a:cubicBezTo>
                  <a:cubicBezTo>
                    <a:pt x="138" y="441"/>
                    <a:pt x="138" y="439"/>
                    <a:pt x="138" y="439"/>
                  </a:cubicBezTo>
                  <a:close/>
                  <a:moveTo>
                    <a:pt x="138" y="452"/>
                  </a:moveTo>
                  <a:cubicBezTo>
                    <a:pt x="137" y="454"/>
                    <a:pt x="136" y="451"/>
                    <a:pt x="137" y="451"/>
                  </a:cubicBezTo>
                  <a:cubicBezTo>
                    <a:pt x="138" y="451"/>
                    <a:pt x="138" y="452"/>
                    <a:pt x="138" y="452"/>
                  </a:cubicBezTo>
                  <a:close/>
                  <a:moveTo>
                    <a:pt x="137" y="363"/>
                  </a:moveTo>
                  <a:cubicBezTo>
                    <a:pt x="137" y="363"/>
                    <a:pt x="135" y="363"/>
                    <a:pt x="135" y="364"/>
                  </a:cubicBezTo>
                  <a:cubicBezTo>
                    <a:pt x="133" y="367"/>
                    <a:pt x="138" y="377"/>
                    <a:pt x="134" y="379"/>
                  </a:cubicBezTo>
                  <a:cubicBezTo>
                    <a:pt x="132" y="380"/>
                    <a:pt x="133" y="366"/>
                    <a:pt x="134" y="364"/>
                  </a:cubicBezTo>
                  <a:cubicBezTo>
                    <a:pt x="134" y="360"/>
                    <a:pt x="134" y="356"/>
                    <a:pt x="134" y="353"/>
                  </a:cubicBezTo>
                  <a:cubicBezTo>
                    <a:pt x="134" y="353"/>
                    <a:pt x="135" y="352"/>
                    <a:pt x="135" y="352"/>
                  </a:cubicBezTo>
                  <a:cubicBezTo>
                    <a:pt x="137" y="353"/>
                    <a:pt x="135" y="355"/>
                    <a:pt x="135" y="357"/>
                  </a:cubicBezTo>
                  <a:cubicBezTo>
                    <a:pt x="135" y="360"/>
                    <a:pt x="138" y="360"/>
                    <a:pt x="137" y="363"/>
                  </a:cubicBezTo>
                  <a:close/>
                  <a:moveTo>
                    <a:pt x="133" y="337"/>
                  </a:moveTo>
                  <a:cubicBezTo>
                    <a:pt x="134" y="338"/>
                    <a:pt x="132" y="339"/>
                    <a:pt x="133" y="337"/>
                  </a:cubicBezTo>
                  <a:close/>
                  <a:moveTo>
                    <a:pt x="136" y="331"/>
                  </a:moveTo>
                  <a:cubicBezTo>
                    <a:pt x="137" y="332"/>
                    <a:pt x="136" y="334"/>
                    <a:pt x="136" y="334"/>
                  </a:cubicBezTo>
                  <a:cubicBezTo>
                    <a:pt x="135" y="335"/>
                    <a:pt x="135" y="331"/>
                    <a:pt x="136" y="331"/>
                  </a:cubicBezTo>
                  <a:close/>
                  <a:moveTo>
                    <a:pt x="133" y="322"/>
                  </a:moveTo>
                  <a:cubicBezTo>
                    <a:pt x="134" y="322"/>
                    <a:pt x="135" y="323"/>
                    <a:pt x="134" y="324"/>
                  </a:cubicBezTo>
                  <a:cubicBezTo>
                    <a:pt x="133" y="325"/>
                    <a:pt x="132" y="322"/>
                    <a:pt x="133" y="322"/>
                  </a:cubicBezTo>
                  <a:close/>
                  <a:moveTo>
                    <a:pt x="133" y="325"/>
                  </a:moveTo>
                  <a:cubicBezTo>
                    <a:pt x="135" y="324"/>
                    <a:pt x="136" y="328"/>
                    <a:pt x="134" y="329"/>
                  </a:cubicBezTo>
                  <a:cubicBezTo>
                    <a:pt x="132" y="331"/>
                    <a:pt x="132" y="325"/>
                    <a:pt x="133" y="325"/>
                  </a:cubicBezTo>
                  <a:close/>
                  <a:moveTo>
                    <a:pt x="132" y="371"/>
                  </a:moveTo>
                  <a:cubicBezTo>
                    <a:pt x="132" y="371"/>
                    <a:pt x="131" y="371"/>
                    <a:pt x="131" y="371"/>
                  </a:cubicBezTo>
                  <a:cubicBezTo>
                    <a:pt x="131" y="370"/>
                    <a:pt x="133" y="370"/>
                    <a:pt x="132" y="371"/>
                  </a:cubicBezTo>
                  <a:close/>
                  <a:moveTo>
                    <a:pt x="129" y="374"/>
                  </a:moveTo>
                  <a:cubicBezTo>
                    <a:pt x="129" y="376"/>
                    <a:pt x="127" y="374"/>
                    <a:pt x="129" y="374"/>
                  </a:cubicBezTo>
                  <a:close/>
                  <a:moveTo>
                    <a:pt x="128" y="318"/>
                  </a:moveTo>
                  <a:cubicBezTo>
                    <a:pt x="128" y="319"/>
                    <a:pt x="127" y="319"/>
                    <a:pt x="127" y="320"/>
                  </a:cubicBezTo>
                  <a:cubicBezTo>
                    <a:pt x="127" y="320"/>
                    <a:pt x="127" y="318"/>
                    <a:pt x="128" y="318"/>
                  </a:cubicBezTo>
                  <a:close/>
                  <a:moveTo>
                    <a:pt x="126" y="325"/>
                  </a:moveTo>
                  <a:cubicBezTo>
                    <a:pt x="127" y="326"/>
                    <a:pt x="126" y="328"/>
                    <a:pt x="126" y="329"/>
                  </a:cubicBezTo>
                  <a:cubicBezTo>
                    <a:pt x="124" y="329"/>
                    <a:pt x="126" y="326"/>
                    <a:pt x="126" y="325"/>
                  </a:cubicBezTo>
                  <a:close/>
                  <a:moveTo>
                    <a:pt x="124" y="375"/>
                  </a:moveTo>
                  <a:cubicBezTo>
                    <a:pt x="124" y="374"/>
                    <a:pt x="125" y="375"/>
                    <a:pt x="125" y="375"/>
                  </a:cubicBezTo>
                  <a:cubicBezTo>
                    <a:pt x="125" y="375"/>
                    <a:pt x="124" y="375"/>
                    <a:pt x="124" y="375"/>
                  </a:cubicBezTo>
                  <a:close/>
                  <a:moveTo>
                    <a:pt x="120" y="352"/>
                  </a:moveTo>
                  <a:cubicBezTo>
                    <a:pt x="121" y="352"/>
                    <a:pt x="122" y="353"/>
                    <a:pt x="121" y="354"/>
                  </a:cubicBezTo>
                  <a:cubicBezTo>
                    <a:pt x="120" y="356"/>
                    <a:pt x="119" y="352"/>
                    <a:pt x="120" y="352"/>
                  </a:cubicBezTo>
                  <a:close/>
                  <a:moveTo>
                    <a:pt x="124" y="362"/>
                  </a:moveTo>
                  <a:cubicBezTo>
                    <a:pt x="126" y="364"/>
                    <a:pt x="124" y="368"/>
                    <a:pt x="121" y="367"/>
                  </a:cubicBezTo>
                  <a:cubicBezTo>
                    <a:pt x="120" y="367"/>
                    <a:pt x="121" y="364"/>
                    <a:pt x="120" y="362"/>
                  </a:cubicBezTo>
                  <a:cubicBezTo>
                    <a:pt x="121" y="365"/>
                    <a:pt x="124" y="362"/>
                    <a:pt x="124" y="362"/>
                  </a:cubicBezTo>
                  <a:close/>
                  <a:moveTo>
                    <a:pt x="121" y="425"/>
                  </a:moveTo>
                  <a:cubicBezTo>
                    <a:pt x="121" y="425"/>
                    <a:pt x="120" y="425"/>
                    <a:pt x="120" y="425"/>
                  </a:cubicBezTo>
                  <a:cubicBezTo>
                    <a:pt x="118" y="423"/>
                    <a:pt x="123" y="422"/>
                    <a:pt x="121" y="425"/>
                  </a:cubicBezTo>
                  <a:close/>
                  <a:moveTo>
                    <a:pt x="119" y="435"/>
                  </a:moveTo>
                  <a:cubicBezTo>
                    <a:pt x="118" y="435"/>
                    <a:pt x="119" y="435"/>
                    <a:pt x="119" y="434"/>
                  </a:cubicBezTo>
                  <a:cubicBezTo>
                    <a:pt x="119" y="434"/>
                    <a:pt x="119" y="435"/>
                    <a:pt x="119" y="435"/>
                  </a:cubicBezTo>
                  <a:close/>
                  <a:moveTo>
                    <a:pt x="112" y="346"/>
                  </a:moveTo>
                  <a:cubicBezTo>
                    <a:pt x="112" y="346"/>
                    <a:pt x="114" y="344"/>
                    <a:pt x="116" y="345"/>
                  </a:cubicBezTo>
                  <a:cubicBezTo>
                    <a:pt x="118" y="345"/>
                    <a:pt x="119" y="348"/>
                    <a:pt x="119" y="351"/>
                  </a:cubicBezTo>
                  <a:cubicBezTo>
                    <a:pt x="118" y="352"/>
                    <a:pt x="117" y="355"/>
                    <a:pt x="117" y="355"/>
                  </a:cubicBezTo>
                  <a:cubicBezTo>
                    <a:pt x="117" y="355"/>
                    <a:pt x="113" y="354"/>
                    <a:pt x="112" y="352"/>
                  </a:cubicBezTo>
                  <a:cubicBezTo>
                    <a:pt x="112" y="352"/>
                    <a:pt x="111" y="347"/>
                    <a:pt x="112" y="346"/>
                  </a:cubicBezTo>
                  <a:close/>
                  <a:moveTo>
                    <a:pt x="111" y="354"/>
                  </a:moveTo>
                  <a:cubicBezTo>
                    <a:pt x="112" y="354"/>
                    <a:pt x="111" y="355"/>
                    <a:pt x="111" y="355"/>
                  </a:cubicBezTo>
                  <a:cubicBezTo>
                    <a:pt x="110" y="356"/>
                    <a:pt x="110" y="353"/>
                    <a:pt x="111" y="354"/>
                  </a:cubicBezTo>
                  <a:close/>
                  <a:moveTo>
                    <a:pt x="110" y="283"/>
                  </a:moveTo>
                  <a:cubicBezTo>
                    <a:pt x="110" y="283"/>
                    <a:pt x="110" y="284"/>
                    <a:pt x="110" y="284"/>
                  </a:cubicBezTo>
                  <a:cubicBezTo>
                    <a:pt x="109" y="286"/>
                    <a:pt x="109" y="282"/>
                    <a:pt x="110" y="283"/>
                  </a:cubicBezTo>
                  <a:close/>
                  <a:moveTo>
                    <a:pt x="108" y="299"/>
                  </a:moveTo>
                  <a:cubicBezTo>
                    <a:pt x="109" y="299"/>
                    <a:pt x="109" y="300"/>
                    <a:pt x="109" y="301"/>
                  </a:cubicBezTo>
                  <a:cubicBezTo>
                    <a:pt x="108" y="302"/>
                    <a:pt x="107" y="299"/>
                    <a:pt x="108" y="299"/>
                  </a:cubicBezTo>
                  <a:close/>
                  <a:moveTo>
                    <a:pt x="109" y="347"/>
                  </a:moveTo>
                  <a:cubicBezTo>
                    <a:pt x="111" y="348"/>
                    <a:pt x="110" y="352"/>
                    <a:pt x="109" y="353"/>
                  </a:cubicBezTo>
                  <a:cubicBezTo>
                    <a:pt x="106" y="355"/>
                    <a:pt x="106" y="346"/>
                    <a:pt x="109" y="347"/>
                  </a:cubicBezTo>
                  <a:close/>
                  <a:moveTo>
                    <a:pt x="108" y="421"/>
                  </a:moveTo>
                  <a:cubicBezTo>
                    <a:pt x="109" y="422"/>
                    <a:pt x="107" y="425"/>
                    <a:pt x="107" y="425"/>
                  </a:cubicBezTo>
                  <a:cubicBezTo>
                    <a:pt x="104" y="426"/>
                    <a:pt x="106" y="420"/>
                    <a:pt x="108" y="421"/>
                  </a:cubicBezTo>
                  <a:close/>
                  <a:moveTo>
                    <a:pt x="105" y="283"/>
                  </a:moveTo>
                  <a:cubicBezTo>
                    <a:pt x="106" y="283"/>
                    <a:pt x="107" y="285"/>
                    <a:pt x="106" y="286"/>
                  </a:cubicBezTo>
                  <a:cubicBezTo>
                    <a:pt x="104" y="287"/>
                    <a:pt x="104" y="284"/>
                    <a:pt x="105" y="283"/>
                  </a:cubicBezTo>
                  <a:close/>
                  <a:moveTo>
                    <a:pt x="105" y="425"/>
                  </a:moveTo>
                  <a:cubicBezTo>
                    <a:pt x="105" y="423"/>
                    <a:pt x="104" y="426"/>
                    <a:pt x="105" y="425"/>
                  </a:cubicBezTo>
                  <a:close/>
                  <a:moveTo>
                    <a:pt x="104" y="301"/>
                  </a:moveTo>
                  <a:cubicBezTo>
                    <a:pt x="106" y="302"/>
                    <a:pt x="103" y="304"/>
                    <a:pt x="104" y="301"/>
                  </a:cubicBezTo>
                  <a:close/>
                  <a:moveTo>
                    <a:pt x="104" y="370"/>
                  </a:moveTo>
                  <a:cubicBezTo>
                    <a:pt x="104" y="370"/>
                    <a:pt x="104" y="372"/>
                    <a:pt x="104" y="372"/>
                  </a:cubicBezTo>
                  <a:cubicBezTo>
                    <a:pt x="103" y="373"/>
                    <a:pt x="103" y="370"/>
                    <a:pt x="104" y="370"/>
                  </a:cubicBezTo>
                  <a:close/>
                  <a:moveTo>
                    <a:pt x="102" y="425"/>
                  </a:moveTo>
                  <a:cubicBezTo>
                    <a:pt x="103" y="426"/>
                    <a:pt x="103" y="426"/>
                    <a:pt x="103" y="426"/>
                  </a:cubicBezTo>
                  <a:cubicBezTo>
                    <a:pt x="104" y="426"/>
                    <a:pt x="106" y="426"/>
                    <a:pt x="104" y="428"/>
                  </a:cubicBezTo>
                  <a:cubicBezTo>
                    <a:pt x="104" y="428"/>
                    <a:pt x="104" y="428"/>
                    <a:pt x="103" y="428"/>
                  </a:cubicBezTo>
                  <a:cubicBezTo>
                    <a:pt x="103" y="428"/>
                    <a:pt x="103" y="428"/>
                    <a:pt x="103" y="427"/>
                  </a:cubicBezTo>
                  <a:cubicBezTo>
                    <a:pt x="102" y="428"/>
                    <a:pt x="102" y="428"/>
                    <a:pt x="102" y="428"/>
                  </a:cubicBezTo>
                  <a:cubicBezTo>
                    <a:pt x="100" y="429"/>
                    <a:pt x="100" y="424"/>
                    <a:pt x="102" y="425"/>
                  </a:cubicBezTo>
                  <a:close/>
                  <a:moveTo>
                    <a:pt x="101" y="363"/>
                  </a:moveTo>
                  <a:cubicBezTo>
                    <a:pt x="99" y="362"/>
                    <a:pt x="101" y="362"/>
                    <a:pt x="101" y="363"/>
                  </a:cubicBezTo>
                  <a:close/>
                  <a:moveTo>
                    <a:pt x="100" y="315"/>
                  </a:moveTo>
                  <a:cubicBezTo>
                    <a:pt x="100" y="318"/>
                    <a:pt x="98" y="316"/>
                    <a:pt x="100" y="315"/>
                  </a:cubicBezTo>
                  <a:close/>
                  <a:moveTo>
                    <a:pt x="99" y="422"/>
                  </a:moveTo>
                  <a:cubicBezTo>
                    <a:pt x="99" y="422"/>
                    <a:pt x="100" y="423"/>
                    <a:pt x="99" y="424"/>
                  </a:cubicBezTo>
                  <a:cubicBezTo>
                    <a:pt x="98" y="426"/>
                    <a:pt x="98" y="421"/>
                    <a:pt x="99" y="422"/>
                  </a:cubicBezTo>
                  <a:close/>
                  <a:moveTo>
                    <a:pt x="96" y="297"/>
                  </a:moveTo>
                  <a:cubicBezTo>
                    <a:pt x="97" y="298"/>
                    <a:pt x="95" y="298"/>
                    <a:pt x="96" y="297"/>
                  </a:cubicBezTo>
                  <a:cubicBezTo>
                    <a:pt x="96" y="297"/>
                    <a:pt x="96" y="297"/>
                    <a:pt x="96" y="297"/>
                  </a:cubicBezTo>
                  <a:close/>
                  <a:moveTo>
                    <a:pt x="96" y="305"/>
                  </a:moveTo>
                  <a:cubicBezTo>
                    <a:pt x="96" y="305"/>
                    <a:pt x="96" y="304"/>
                    <a:pt x="96" y="303"/>
                  </a:cubicBezTo>
                  <a:cubicBezTo>
                    <a:pt x="96" y="303"/>
                    <a:pt x="97" y="304"/>
                    <a:pt x="96" y="305"/>
                  </a:cubicBezTo>
                  <a:close/>
                  <a:moveTo>
                    <a:pt x="96" y="380"/>
                  </a:moveTo>
                  <a:cubicBezTo>
                    <a:pt x="97" y="380"/>
                    <a:pt x="97" y="383"/>
                    <a:pt x="96" y="384"/>
                  </a:cubicBezTo>
                  <a:cubicBezTo>
                    <a:pt x="93" y="385"/>
                    <a:pt x="94" y="379"/>
                    <a:pt x="96" y="380"/>
                  </a:cubicBezTo>
                  <a:close/>
                  <a:moveTo>
                    <a:pt x="95" y="393"/>
                  </a:moveTo>
                  <a:cubicBezTo>
                    <a:pt x="94" y="391"/>
                    <a:pt x="97" y="391"/>
                    <a:pt x="95" y="393"/>
                  </a:cubicBezTo>
                  <a:close/>
                  <a:moveTo>
                    <a:pt x="97" y="431"/>
                  </a:moveTo>
                  <a:cubicBezTo>
                    <a:pt x="97" y="432"/>
                    <a:pt x="95" y="434"/>
                    <a:pt x="94" y="434"/>
                  </a:cubicBezTo>
                  <a:cubicBezTo>
                    <a:pt x="95" y="434"/>
                    <a:pt x="94" y="436"/>
                    <a:pt x="93" y="436"/>
                  </a:cubicBezTo>
                  <a:cubicBezTo>
                    <a:pt x="93" y="435"/>
                    <a:pt x="93" y="433"/>
                    <a:pt x="94" y="434"/>
                  </a:cubicBezTo>
                  <a:cubicBezTo>
                    <a:pt x="93" y="433"/>
                    <a:pt x="93" y="430"/>
                    <a:pt x="94" y="430"/>
                  </a:cubicBezTo>
                  <a:cubicBezTo>
                    <a:pt x="95" y="430"/>
                    <a:pt x="97" y="431"/>
                    <a:pt x="97" y="431"/>
                  </a:cubicBezTo>
                  <a:close/>
                  <a:moveTo>
                    <a:pt x="93" y="359"/>
                  </a:moveTo>
                  <a:cubicBezTo>
                    <a:pt x="94" y="362"/>
                    <a:pt x="91" y="360"/>
                    <a:pt x="93" y="359"/>
                  </a:cubicBezTo>
                  <a:close/>
                  <a:moveTo>
                    <a:pt x="93" y="379"/>
                  </a:moveTo>
                  <a:cubicBezTo>
                    <a:pt x="94" y="382"/>
                    <a:pt x="91" y="380"/>
                    <a:pt x="93" y="379"/>
                  </a:cubicBezTo>
                  <a:close/>
                  <a:moveTo>
                    <a:pt x="92" y="391"/>
                  </a:moveTo>
                  <a:cubicBezTo>
                    <a:pt x="92" y="393"/>
                    <a:pt x="91" y="393"/>
                    <a:pt x="91" y="391"/>
                  </a:cubicBezTo>
                  <a:cubicBezTo>
                    <a:pt x="91" y="391"/>
                    <a:pt x="92" y="391"/>
                    <a:pt x="92" y="391"/>
                  </a:cubicBezTo>
                  <a:close/>
                  <a:moveTo>
                    <a:pt x="89" y="352"/>
                  </a:moveTo>
                  <a:cubicBezTo>
                    <a:pt x="90" y="354"/>
                    <a:pt x="88" y="354"/>
                    <a:pt x="89" y="352"/>
                  </a:cubicBezTo>
                  <a:close/>
                  <a:moveTo>
                    <a:pt x="89" y="400"/>
                  </a:moveTo>
                  <a:cubicBezTo>
                    <a:pt x="88" y="401"/>
                    <a:pt x="90" y="399"/>
                    <a:pt x="89" y="400"/>
                  </a:cubicBezTo>
                  <a:close/>
                  <a:moveTo>
                    <a:pt x="87" y="362"/>
                  </a:moveTo>
                  <a:cubicBezTo>
                    <a:pt x="88" y="361"/>
                    <a:pt x="89" y="364"/>
                    <a:pt x="88" y="364"/>
                  </a:cubicBezTo>
                  <a:cubicBezTo>
                    <a:pt x="87" y="365"/>
                    <a:pt x="86" y="362"/>
                    <a:pt x="87" y="362"/>
                  </a:cubicBezTo>
                  <a:close/>
                  <a:moveTo>
                    <a:pt x="85" y="385"/>
                  </a:moveTo>
                  <a:cubicBezTo>
                    <a:pt x="86" y="384"/>
                    <a:pt x="87" y="385"/>
                    <a:pt x="87" y="385"/>
                  </a:cubicBezTo>
                  <a:cubicBezTo>
                    <a:pt x="89" y="388"/>
                    <a:pt x="84" y="388"/>
                    <a:pt x="85" y="385"/>
                  </a:cubicBezTo>
                  <a:close/>
                  <a:moveTo>
                    <a:pt x="86" y="398"/>
                  </a:moveTo>
                  <a:cubicBezTo>
                    <a:pt x="86" y="398"/>
                    <a:pt x="85" y="398"/>
                    <a:pt x="85" y="398"/>
                  </a:cubicBezTo>
                  <a:cubicBezTo>
                    <a:pt x="85" y="397"/>
                    <a:pt x="86" y="398"/>
                    <a:pt x="86" y="398"/>
                  </a:cubicBezTo>
                  <a:close/>
                  <a:moveTo>
                    <a:pt x="87" y="400"/>
                  </a:moveTo>
                  <a:cubicBezTo>
                    <a:pt x="88" y="400"/>
                    <a:pt x="87" y="402"/>
                    <a:pt x="88" y="402"/>
                  </a:cubicBezTo>
                  <a:cubicBezTo>
                    <a:pt x="88" y="403"/>
                    <a:pt x="91" y="402"/>
                    <a:pt x="92" y="402"/>
                  </a:cubicBezTo>
                  <a:cubicBezTo>
                    <a:pt x="92" y="402"/>
                    <a:pt x="94" y="405"/>
                    <a:pt x="94" y="405"/>
                  </a:cubicBezTo>
                  <a:cubicBezTo>
                    <a:pt x="96" y="408"/>
                    <a:pt x="92" y="411"/>
                    <a:pt x="92" y="414"/>
                  </a:cubicBezTo>
                  <a:cubicBezTo>
                    <a:pt x="90" y="412"/>
                    <a:pt x="86" y="411"/>
                    <a:pt x="86" y="407"/>
                  </a:cubicBezTo>
                  <a:cubicBezTo>
                    <a:pt x="83" y="412"/>
                    <a:pt x="83" y="400"/>
                    <a:pt x="87" y="400"/>
                  </a:cubicBezTo>
                  <a:close/>
                  <a:moveTo>
                    <a:pt x="84" y="412"/>
                  </a:moveTo>
                  <a:cubicBezTo>
                    <a:pt x="84" y="412"/>
                    <a:pt x="84" y="413"/>
                    <a:pt x="84" y="413"/>
                  </a:cubicBezTo>
                  <a:cubicBezTo>
                    <a:pt x="83" y="414"/>
                    <a:pt x="83" y="412"/>
                    <a:pt x="84" y="412"/>
                  </a:cubicBezTo>
                  <a:close/>
                  <a:moveTo>
                    <a:pt x="82" y="395"/>
                  </a:moveTo>
                  <a:cubicBezTo>
                    <a:pt x="83" y="395"/>
                    <a:pt x="84" y="397"/>
                    <a:pt x="83" y="398"/>
                  </a:cubicBezTo>
                  <a:cubicBezTo>
                    <a:pt x="81" y="398"/>
                    <a:pt x="81" y="396"/>
                    <a:pt x="82" y="395"/>
                  </a:cubicBezTo>
                  <a:close/>
                  <a:moveTo>
                    <a:pt x="81" y="405"/>
                  </a:moveTo>
                  <a:cubicBezTo>
                    <a:pt x="81" y="405"/>
                    <a:pt x="81" y="405"/>
                    <a:pt x="81" y="405"/>
                  </a:cubicBezTo>
                  <a:cubicBezTo>
                    <a:pt x="79" y="406"/>
                    <a:pt x="83" y="403"/>
                    <a:pt x="81" y="405"/>
                  </a:cubicBezTo>
                  <a:close/>
                  <a:moveTo>
                    <a:pt x="80" y="427"/>
                  </a:moveTo>
                  <a:cubicBezTo>
                    <a:pt x="80" y="425"/>
                    <a:pt x="82" y="427"/>
                    <a:pt x="80" y="427"/>
                  </a:cubicBezTo>
                  <a:close/>
                  <a:moveTo>
                    <a:pt x="79" y="403"/>
                  </a:moveTo>
                  <a:cubicBezTo>
                    <a:pt x="80" y="402"/>
                    <a:pt x="80" y="403"/>
                    <a:pt x="80" y="403"/>
                  </a:cubicBezTo>
                  <a:cubicBezTo>
                    <a:pt x="80" y="403"/>
                    <a:pt x="79" y="403"/>
                    <a:pt x="79" y="403"/>
                  </a:cubicBezTo>
                  <a:close/>
                  <a:moveTo>
                    <a:pt x="79" y="352"/>
                  </a:moveTo>
                  <a:cubicBezTo>
                    <a:pt x="79" y="355"/>
                    <a:pt x="78" y="357"/>
                    <a:pt x="79" y="361"/>
                  </a:cubicBezTo>
                  <a:cubicBezTo>
                    <a:pt x="77" y="359"/>
                    <a:pt x="77" y="353"/>
                    <a:pt x="79" y="352"/>
                  </a:cubicBezTo>
                  <a:close/>
                  <a:moveTo>
                    <a:pt x="79" y="363"/>
                  </a:moveTo>
                  <a:cubicBezTo>
                    <a:pt x="78" y="366"/>
                    <a:pt x="80" y="370"/>
                    <a:pt x="79" y="372"/>
                  </a:cubicBezTo>
                  <a:cubicBezTo>
                    <a:pt x="78" y="375"/>
                    <a:pt x="76" y="365"/>
                    <a:pt x="79" y="363"/>
                  </a:cubicBezTo>
                  <a:close/>
                  <a:moveTo>
                    <a:pt x="77" y="429"/>
                  </a:moveTo>
                  <a:cubicBezTo>
                    <a:pt x="79" y="430"/>
                    <a:pt x="78" y="431"/>
                    <a:pt x="78" y="432"/>
                  </a:cubicBezTo>
                  <a:cubicBezTo>
                    <a:pt x="80" y="429"/>
                    <a:pt x="81" y="434"/>
                    <a:pt x="83" y="433"/>
                  </a:cubicBezTo>
                  <a:cubicBezTo>
                    <a:pt x="82" y="436"/>
                    <a:pt x="84" y="439"/>
                    <a:pt x="82" y="441"/>
                  </a:cubicBezTo>
                  <a:cubicBezTo>
                    <a:pt x="81" y="442"/>
                    <a:pt x="79" y="442"/>
                    <a:pt x="78" y="441"/>
                  </a:cubicBezTo>
                  <a:cubicBezTo>
                    <a:pt x="76" y="440"/>
                    <a:pt x="75" y="433"/>
                    <a:pt x="75" y="432"/>
                  </a:cubicBezTo>
                  <a:cubicBezTo>
                    <a:pt x="75" y="433"/>
                    <a:pt x="78" y="431"/>
                    <a:pt x="77" y="429"/>
                  </a:cubicBezTo>
                  <a:close/>
                  <a:moveTo>
                    <a:pt x="76" y="420"/>
                  </a:move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lose/>
                  <a:moveTo>
                    <a:pt x="76" y="370"/>
                  </a:moveTo>
                  <a:cubicBezTo>
                    <a:pt x="78" y="371"/>
                    <a:pt x="76" y="374"/>
                    <a:pt x="76" y="370"/>
                  </a:cubicBezTo>
                  <a:close/>
                  <a:moveTo>
                    <a:pt x="75" y="384"/>
                  </a:moveTo>
                  <a:cubicBezTo>
                    <a:pt x="76" y="386"/>
                    <a:pt x="74" y="386"/>
                    <a:pt x="75" y="384"/>
                  </a:cubicBezTo>
                  <a:close/>
                  <a:moveTo>
                    <a:pt x="75" y="426"/>
                  </a:moveTo>
                  <a:cubicBezTo>
                    <a:pt x="74" y="426"/>
                    <a:pt x="75" y="424"/>
                    <a:pt x="75" y="426"/>
                  </a:cubicBezTo>
                  <a:close/>
                  <a:moveTo>
                    <a:pt x="74" y="369"/>
                  </a:moveTo>
                  <a:cubicBezTo>
                    <a:pt x="74" y="371"/>
                    <a:pt x="74" y="367"/>
                    <a:pt x="74" y="369"/>
                  </a:cubicBezTo>
                  <a:close/>
                  <a:moveTo>
                    <a:pt x="57" y="427"/>
                  </a:moveTo>
                  <a:cubicBezTo>
                    <a:pt x="55" y="426"/>
                    <a:pt x="55" y="426"/>
                    <a:pt x="56" y="423"/>
                  </a:cubicBezTo>
                  <a:cubicBezTo>
                    <a:pt x="57" y="424"/>
                    <a:pt x="60" y="430"/>
                    <a:pt x="57" y="427"/>
                  </a:cubicBezTo>
                  <a:close/>
                  <a:moveTo>
                    <a:pt x="58" y="394"/>
                  </a:moveTo>
                  <a:cubicBezTo>
                    <a:pt x="58" y="395"/>
                    <a:pt x="57" y="395"/>
                    <a:pt x="57" y="395"/>
                  </a:cubicBezTo>
                  <a:cubicBezTo>
                    <a:pt x="57" y="395"/>
                    <a:pt x="57" y="393"/>
                    <a:pt x="58" y="394"/>
                  </a:cubicBezTo>
                  <a:close/>
                  <a:moveTo>
                    <a:pt x="60" y="383"/>
                  </a:moveTo>
                  <a:cubicBezTo>
                    <a:pt x="60" y="384"/>
                    <a:pt x="59" y="382"/>
                    <a:pt x="59" y="382"/>
                  </a:cubicBezTo>
                  <a:cubicBezTo>
                    <a:pt x="60" y="381"/>
                    <a:pt x="60" y="382"/>
                    <a:pt x="60" y="383"/>
                  </a:cubicBezTo>
                  <a:close/>
                  <a:moveTo>
                    <a:pt x="62" y="438"/>
                  </a:moveTo>
                  <a:cubicBezTo>
                    <a:pt x="61" y="439"/>
                    <a:pt x="61" y="436"/>
                    <a:pt x="61" y="436"/>
                  </a:cubicBezTo>
                  <a:cubicBezTo>
                    <a:pt x="62" y="435"/>
                    <a:pt x="63" y="437"/>
                    <a:pt x="62" y="438"/>
                  </a:cubicBezTo>
                  <a:close/>
                  <a:moveTo>
                    <a:pt x="63" y="434"/>
                  </a:moveTo>
                  <a:cubicBezTo>
                    <a:pt x="64" y="434"/>
                    <a:pt x="64" y="435"/>
                    <a:pt x="64" y="435"/>
                  </a:cubicBezTo>
                  <a:cubicBezTo>
                    <a:pt x="63" y="436"/>
                    <a:pt x="62" y="433"/>
                    <a:pt x="63" y="434"/>
                  </a:cubicBezTo>
                  <a:close/>
                  <a:moveTo>
                    <a:pt x="63" y="409"/>
                  </a:moveTo>
                  <a:cubicBezTo>
                    <a:pt x="62" y="410"/>
                    <a:pt x="62" y="407"/>
                    <a:pt x="63" y="409"/>
                  </a:cubicBezTo>
                  <a:close/>
                  <a:moveTo>
                    <a:pt x="64" y="436"/>
                  </a:moveTo>
                  <a:cubicBezTo>
                    <a:pt x="65" y="437"/>
                    <a:pt x="63" y="438"/>
                    <a:pt x="64" y="436"/>
                  </a:cubicBezTo>
                  <a:close/>
                  <a:moveTo>
                    <a:pt x="66" y="438"/>
                  </a:moveTo>
                  <a:cubicBezTo>
                    <a:pt x="66" y="439"/>
                    <a:pt x="65" y="437"/>
                    <a:pt x="65" y="437"/>
                  </a:cubicBezTo>
                  <a:cubicBezTo>
                    <a:pt x="66" y="437"/>
                    <a:pt x="66" y="437"/>
                    <a:pt x="66" y="438"/>
                  </a:cubicBezTo>
                  <a:close/>
                  <a:moveTo>
                    <a:pt x="67" y="426"/>
                  </a:moveTo>
                  <a:cubicBezTo>
                    <a:pt x="68" y="426"/>
                    <a:pt x="68" y="427"/>
                    <a:pt x="68" y="428"/>
                  </a:cubicBezTo>
                  <a:cubicBezTo>
                    <a:pt x="67" y="428"/>
                    <a:pt x="67" y="426"/>
                    <a:pt x="67" y="426"/>
                  </a:cubicBezTo>
                  <a:close/>
                  <a:moveTo>
                    <a:pt x="68" y="438"/>
                  </a:moveTo>
                  <a:cubicBezTo>
                    <a:pt x="67" y="439"/>
                    <a:pt x="70" y="438"/>
                    <a:pt x="68" y="438"/>
                  </a:cubicBezTo>
                  <a:close/>
                  <a:moveTo>
                    <a:pt x="69" y="428"/>
                  </a:moveTo>
                  <a:cubicBezTo>
                    <a:pt x="70" y="428"/>
                    <a:pt x="70" y="429"/>
                    <a:pt x="70" y="430"/>
                  </a:cubicBezTo>
                  <a:cubicBezTo>
                    <a:pt x="70" y="431"/>
                    <a:pt x="69" y="429"/>
                    <a:pt x="69" y="428"/>
                  </a:cubicBezTo>
                  <a:close/>
                  <a:moveTo>
                    <a:pt x="70" y="403"/>
                  </a:moveTo>
                  <a:cubicBezTo>
                    <a:pt x="70" y="401"/>
                    <a:pt x="70" y="404"/>
                    <a:pt x="70" y="403"/>
                  </a:cubicBezTo>
                  <a:close/>
                  <a:moveTo>
                    <a:pt x="72" y="435"/>
                  </a:moveTo>
                  <a:cubicBezTo>
                    <a:pt x="70" y="436"/>
                    <a:pt x="70" y="433"/>
                    <a:pt x="71" y="433"/>
                  </a:cubicBezTo>
                  <a:cubicBezTo>
                    <a:pt x="72" y="432"/>
                    <a:pt x="73" y="434"/>
                    <a:pt x="72" y="435"/>
                  </a:cubicBezTo>
                  <a:close/>
                  <a:moveTo>
                    <a:pt x="72" y="432"/>
                  </a:moveTo>
                  <a:cubicBezTo>
                    <a:pt x="71" y="431"/>
                    <a:pt x="71" y="430"/>
                    <a:pt x="70" y="429"/>
                  </a:cubicBezTo>
                  <a:cubicBezTo>
                    <a:pt x="71" y="430"/>
                    <a:pt x="72" y="431"/>
                    <a:pt x="72" y="432"/>
                  </a:cubicBezTo>
                  <a:close/>
                  <a:moveTo>
                    <a:pt x="70" y="364"/>
                  </a:moveTo>
                  <a:cubicBezTo>
                    <a:pt x="68" y="366"/>
                    <a:pt x="67" y="361"/>
                    <a:pt x="69" y="360"/>
                  </a:cubicBezTo>
                  <a:cubicBezTo>
                    <a:pt x="70" y="360"/>
                    <a:pt x="71" y="363"/>
                    <a:pt x="70" y="364"/>
                  </a:cubicBezTo>
                  <a:close/>
                  <a:moveTo>
                    <a:pt x="68" y="340"/>
                  </a:moveTo>
                  <a:cubicBezTo>
                    <a:pt x="71" y="345"/>
                    <a:pt x="67" y="346"/>
                    <a:pt x="68" y="340"/>
                  </a:cubicBezTo>
                  <a:close/>
                  <a:moveTo>
                    <a:pt x="69" y="393"/>
                  </a:moveTo>
                  <a:cubicBezTo>
                    <a:pt x="70" y="394"/>
                    <a:pt x="70" y="395"/>
                    <a:pt x="69" y="395"/>
                  </a:cubicBezTo>
                  <a:cubicBezTo>
                    <a:pt x="67" y="397"/>
                    <a:pt x="67" y="390"/>
                    <a:pt x="69" y="393"/>
                  </a:cubicBezTo>
                  <a:close/>
                  <a:moveTo>
                    <a:pt x="66" y="377"/>
                  </a:moveTo>
                  <a:cubicBezTo>
                    <a:pt x="67" y="377"/>
                    <a:pt x="68" y="378"/>
                    <a:pt x="67" y="379"/>
                  </a:cubicBezTo>
                  <a:cubicBezTo>
                    <a:pt x="66" y="380"/>
                    <a:pt x="65" y="377"/>
                    <a:pt x="66" y="377"/>
                  </a:cubicBezTo>
                  <a:close/>
                  <a:moveTo>
                    <a:pt x="65" y="423"/>
                  </a:moveTo>
                  <a:cubicBezTo>
                    <a:pt x="65" y="424"/>
                    <a:pt x="64" y="420"/>
                    <a:pt x="65" y="420"/>
                  </a:cubicBezTo>
                  <a:cubicBezTo>
                    <a:pt x="66" y="420"/>
                    <a:pt x="66" y="422"/>
                    <a:pt x="65" y="423"/>
                  </a:cubicBezTo>
                  <a:close/>
                  <a:moveTo>
                    <a:pt x="65" y="406"/>
                  </a:moveTo>
                  <a:cubicBezTo>
                    <a:pt x="65" y="407"/>
                    <a:pt x="65" y="405"/>
                    <a:pt x="64" y="404"/>
                  </a:cubicBezTo>
                  <a:cubicBezTo>
                    <a:pt x="66" y="404"/>
                    <a:pt x="65" y="406"/>
                    <a:pt x="65" y="406"/>
                  </a:cubicBezTo>
                  <a:close/>
                  <a:moveTo>
                    <a:pt x="65" y="377"/>
                  </a:moveTo>
                  <a:cubicBezTo>
                    <a:pt x="65" y="377"/>
                    <a:pt x="65" y="378"/>
                    <a:pt x="65" y="378"/>
                  </a:cubicBezTo>
                  <a:cubicBezTo>
                    <a:pt x="64" y="380"/>
                    <a:pt x="63" y="376"/>
                    <a:pt x="65" y="377"/>
                  </a:cubicBezTo>
                  <a:close/>
                  <a:moveTo>
                    <a:pt x="62" y="377"/>
                  </a:moveTo>
                  <a:cubicBezTo>
                    <a:pt x="64" y="376"/>
                    <a:pt x="65" y="381"/>
                    <a:pt x="63" y="382"/>
                  </a:cubicBezTo>
                  <a:cubicBezTo>
                    <a:pt x="61" y="384"/>
                    <a:pt x="61" y="378"/>
                    <a:pt x="62" y="377"/>
                  </a:cubicBezTo>
                  <a:close/>
                  <a:moveTo>
                    <a:pt x="61" y="384"/>
                  </a:moveTo>
                  <a:cubicBezTo>
                    <a:pt x="61" y="384"/>
                    <a:pt x="62" y="386"/>
                    <a:pt x="62" y="387"/>
                  </a:cubicBezTo>
                  <a:cubicBezTo>
                    <a:pt x="61" y="388"/>
                    <a:pt x="60" y="384"/>
                    <a:pt x="61" y="384"/>
                  </a:cubicBezTo>
                  <a:close/>
                  <a:moveTo>
                    <a:pt x="59" y="359"/>
                  </a:moveTo>
                  <a:cubicBezTo>
                    <a:pt x="60" y="358"/>
                    <a:pt x="61" y="362"/>
                    <a:pt x="60" y="362"/>
                  </a:cubicBezTo>
                  <a:cubicBezTo>
                    <a:pt x="58" y="363"/>
                    <a:pt x="58" y="359"/>
                    <a:pt x="59" y="359"/>
                  </a:cubicBezTo>
                  <a:close/>
                  <a:moveTo>
                    <a:pt x="57" y="368"/>
                  </a:moveTo>
                  <a:cubicBezTo>
                    <a:pt x="58" y="368"/>
                    <a:pt x="58" y="370"/>
                    <a:pt x="57" y="370"/>
                  </a:cubicBezTo>
                  <a:cubicBezTo>
                    <a:pt x="56" y="371"/>
                    <a:pt x="56" y="367"/>
                    <a:pt x="57" y="368"/>
                  </a:cubicBezTo>
                  <a:close/>
                  <a:moveTo>
                    <a:pt x="57" y="352"/>
                  </a:moveTo>
                  <a:cubicBezTo>
                    <a:pt x="57" y="354"/>
                    <a:pt x="56" y="354"/>
                    <a:pt x="56" y="352"/>
                  </a:cubicBezTo>
                  <a:cubicBezTo>
                    <a:pt x="56" y="352"/>
                    <a:pt x="56" y="352"/>
                    <a:pt x="57" y="352"/>
                  </a:cubicBezTo>
                  <a:close/>
                  <a:moveTo>
                    <a:pt x="57" y="422"/>
                  </a:moveTo>
                  <a:cubicBezTo>
                    <a:pt x="56" y="423"/>
                    <a:pt x="55" y="421"/>
                    <a:pt x="56" y="421"/>
                  </a:cubicBezTo>
                  <a:cubicBezTo>
                    <a:pt x="56" y="420"/>
                    <a:pt x="57" y="421"/>
                    <a:pt x="57" y="422"/>
                  </a:cubicBezTo>
                  <a:close/>
                  <a:moveTo>
                    <a:pt x="55" y="396"/>
                  </a:moveTo>
                  <a:cubicBezTo>
                    <a:pt x="55" y="396"/>
                    <a:pt x="56" y="397"/>
                    <a:pt x="56" y="398"/>
                  </a:cubicBezTo>
                  <a:cubicBezTo>
                    <a:pt x="55" y="399"/>
                    <a:pt x="54" y="397"/>
                    <a:pt x="55" y="396"/>
                  </a:cubicBezTo>
                  <a:close/>
                  <a:moveTo>
                    <a:pt x="53" y="387"/>
                  </a:moveTo>
                  <a:cubicBezTo>
                    <a:pt x="53" y="387"/>
                    <a:pt x="54" y="388"/>
                    <a:pt x="53" y="389"/>
                  </a:cubicBezTo>
                  <a:cubicBezTo>
                    <a:pt x="52" y="390"/>
                    <a:pt x="51" y="387"/>
                    <a:pt x="53" y="387"/>
                  </a:cubicBezTo>
                  <a:close/>
                  <a:moveTo>
                    <a:pt x="13" y="370"/>
                  </a:moveTo>
                  <a:cubicBezTo>
                    <a:pt x="14" y="371"/>
                    <a:pt x="12" y="371"/>
                    <a:pt x="13" y="370"/>
                  </a:cubicBezTo>
                  <a:close/>
                  <a:moveTo>
                    <a:pt x="49" y="418"/>
                  </a:moveTo>
                  <a:cubicBezTo>
                    <a:pt x="51" y="418"/>
                    <a:pt x="49" y="420"/>
                    <a:pt x="49" y="418"/>
                  </a:cubicBezTo>
                  <a:close/>
                  <a:moveTo>
                    <a:pt x="51" y="423"/>
                  </a:moveTo>
                  <a:cubicBezTo>
                    <a:pt x="50" y="424"/>
                    <a:pt x="51" y="419"/>
                    <a:pt x="51" y="423"/>
                  </a:cubicBezTo>
                  <a:cubicBezTo>
                    <a:pt x="51" y="423"/>
                    <a:pt x="51" y="423"/>
                    <a:pt x="51" y="423"/>
                  </a:cubicBezTo>
                  <a:close/>
                  <a:moveTo>
                    <a:pt x="51" y="402"/>
                  </a:moveTo>
                  <a:cubicBezTo>
                    <a:pt x="50" y="402"/>
                    <a:pt x="50" y="401"/>
                    <a:pt x="50" y="401"/>
                  </a:cubicBezTo>
                  <a:cubicBezTo>
                    <a:pt x="51" y="401"/>
                    <a:pt x="51" y="401"/>
                    <a:pt x="51" y="402"/>
                  </a:cubicBezTo>
                  <a:close/>
                  <a:moveTo>
                    <a:pt x="50" y="364"/>
                  </a:moveTo>
                  <a:cubicBezTo>
                    <a:pt x="49" y="365"/>
                    <a:pt x="49" y="361"/>
                    <a:pt x="50" y="361"/>
                  </a:cubicBezTo>
                  <a:cubicBezTo>
                    <a:pt x="50" y="360"/>
                    <a:pt x="51" y="363"/>
                    <a:pt x="50" y="364"/>
                  </a:cubicBezTo>
                  <a:close/>
                  <a:moveTo>
                    <a:pt x="50" y="340"/>
                  </a:moveTo>
                  <a:cubicBezTo>
                    <a:pt x="50" y="340"/>
                    <a:pt x="51" y="341"/>
                    <a:pt x="50" y="342"/>
                  </a:cubicBezTo>
                  <a:cubicBezTo>
                    <a:pt x="50" y="343"/>
                    <a:pt x="50" y="341"/>
                    <a:pt x="50" y="340"/>
                  </a:cubicBezTo>
                  <a:close/>
                  <a:moveTo>
                    <a:pt x="45" y="343"/>
                  </a:moveTo>
                  <a:cubicBezTo>
                    <a:pt x="43" y="342"/>
                    <a:pt x="45" y="340"/>
                    <a:pt x="45" y="343"/>
                  </a:cubicBezTo>
                  <a:close/>
                  <a:moveTo>
                    <a:pt x="33" y="345"/>
                  </a:moveTo>
                  <a:cubicBezTo>
                    <a:pt x="33" y="345"/>
                    <a:pt x="33" y="346"/>
                    <a:pt x="33" y="346"/>
                  </a:cubicBezTo>
                  <a:cubicBezTo>
                    <a:pt x="31" y="346"/>
                    <a:pt x="35" y="343"/>
                    <a:pt x="33" y="345"/>
                  </a:cubicBezTo>
                  <a:close/>
                  <a:moveTo>
                    <a:pt x="32" y="346"/>
                  </a:moveTo>
                  <a:cubicBezTo>
                    <a:pt x="31" y="347"/>
                    <a:pt x="35" y="345"/>
                    <a:pt x="34" y="345"/>
                  </a:cubicBezTo>
                  <a:cubicBezTo>
                    <a:pt x="35" y="345"/>
                    <a:pt x="38" y="351"/>
                    <a:pt x="37" y="355"/>
                  </a:cubicBezTo>
                  <a:cubicBezTo>
                    <a:pt x="37" y="354"/>
                    <a:pt x="34" y="356"/>
                    <a:pt x="34" y="357"/>
                  </a:cubicBezTo>
                  <a:cubicBezTo>
                    <a:pt x="33" y="356"/>
                    <a:pt x="30" y="349"/>
                    <a:pt x="32" y="346"/>
                  </a:cubicBezTo>
                  <a:close/>
                  <a:moveTo>
                    <a:pt x="31" y="370"/>
                  </a:moveTo>
                  <a:cubicBezTo>
                    <a:pt x="32" y="370"/>
                    <a:pt x="32" y="371"/>
                    <a:pt x="32" y="372"/>
                  </a:cubicBezTo>
                  <a:cubicBezTo>
                    <a:pt x="32" y="373"/>
                    <a:pt x="30" y="370"/>
                    <a:pt x="31" y="370"/>
                  </a:cubicBezTo>
                  <a:close/>
                  <a:moveTo>
                    <a:pt x="16" y="392"/>
                  </a:moveTo>
                  <a:cubicBezTo>
                    <a:pt x="15" y="391"/>
                    <a:pt x="14" y="386"/>
                    <a:pt x="14" y="383"/>
                  </a:cubicBezTo>
                  <a:cubicBezTo>
                    <a:pt x="14" y="383"/>
                    <a:pt x="14" y="384"/>
                    <a:pt x="14" y="384"/>
                  </a:cubicBezTo>
                  <a:cubicBezTo>
                    <a:pt x="15" y="387"/>
                    <a:pt x="17" y="389"/>
                    <a:pt x="16" y="392"/>
                  </a:cubicBezTo>
                  <a:close/>
                  <a:moveTo>
                    <a:pt x="20" y="381"/>
                  </a:moveTo>
                  <a:cubicBezTo>
                    <a:pt x="15" y="383"/>
                    <a:pt x="12" y="373"/>
                    <a:pt x="15" y="371"/>
                  </a:cubicBezTo>
                  <a:cubicBezTo>
                    <a:pt x="18" y="370"/>
                    <a:pt x="25" y="379"/>
                    <a:pt x="20" y="381"/>
                  </a:cubicBezTo>
                  <a:close/>
                  <a:moveTo>
                    <a:pt x="21" y="396"/>
                  </a:moveTo>
                  <a:cubicBezTo>
                    <a:pt x="23" y="396"/>
                    <a:pt x="21" y="398"/>
                    <a:pt x="21" y="396"/>
                  </a:cubicBezTo>
                  <a:close/>
                  <a:moveTo>
                    <a:pt x="22" y="368"/>
                  </a:moveTo>
                  <a:cubicBezTo>
                    <a:pt x="20" y="369"/>
                    <a:pt x="17" y="364"/>
                    <a:pt x="19" y="363"/>
                  </a:cubicBezTo>
                  <a:cubicBezTo>
                    <a:pt x="19" y="363"/>
                    <a:pt x="20" y="362"/>
                    <a:pt x="20" y="362"/>
                  </a:cubicBezTo>
                  <a:cubicBezTo>
                    <a:pt x="23" y="361"/>
                    <a:pt x="24" y="367"/>
                    <a:pt x="22" y="368"/>
                  </a:cubicBezTo>
                  <a:close/>
                  <a:moveTo>
                    <a:pt x="23" y="397"/>
                  </a:moveTo>
                  <a:cubicBezTo>
                    <a:pt x="24" y="398"/>
                    <a:pt x="23" y="401"/>
                    <a:pt x="23" y="397"/>
                  </a:cubicBezTo>
                  <a:close/>
                  <a:moveTo>
                    <a:pt x="27" y="376"/>
                  </a:moveTo>
                  <a:cubicBezTo>
                    <a:pt x="28" y="375"/>
                    <a:pt x="31" y="380"/>
                    <a:pt x="29" y="381"/>
                  </a:cubicBezTo>
                  <a:cubicBezTo>
                    <a:pt x="27" y="382"/>
                    <a:pt x="26" y="377"/>
                    <a:pt x="27" y="376"/>
                  </a:cubicBezTo>
                  <a:close/>
                  <a:moveTo>
                    <a:pt x="26" y="382"/>
                  </a:moveTo>
                  <a:cubicBezTo>
                    <a:pt x="26" y="382"/>
                    <a:pt x="27" y="382"/>
                    <a:pt x="27" y="383"/>
                  </a:cubicBezTo>
                  <a:cubicBezTo>
                    <a:pt x="27" y="383"/>
                    <a:pt x="26" y="383"/>
                    <a:pt x="26" y="382"/>
                  </a:cubicBezTo>
                  <a:close/>
                  <a:moveTo>
                    <a:pt x="33" y="400"/>
                  </a:moveTo>
                  <a:cubicBezTo>
                    <a:pt x="34" y="403"/>
                    <a:pt x="32" y="404"/>
                    <a:pt x="33" y="400"/>
                  </a:cubicBezTo>
                  <a:close/>
                  <a:moveTo>
                    <a:pt x="34" y="395"/>
                  </a:moveTo>
                  <a:cubicBezTo>
                    <a:pt x="32" y="396"/>
                    <a:pt x="29" y="395"/>
                    <a:pt x="28" y="393"/>
                  </a:cubicBezTo>
                  <a:cubicBezTo>
                    <a:pt x="28" y="393"/>
                    <a:pt x="29" y="392"/>
                    <a:pt x="29" y="391"/>
                  </a:cubicBezTo>
                  <a:cubicBezTo>
                    <a:pt x="28" y="389"/>
                    <a:pt x="26" y="390"/>
                    <a:pt x="28" y="388"/>
                  </a:cubicBezTo>
                  <a:cubicBezTo>
                    <a:pt x="30" y="387"/>
                    <a:pt x="27" y="387"/>
                    <a:pt x="29" y="386"/>
                  </a:cubicBezTo>
                  <a:cubicBezTo>
                    <a:pt x="30" y="386"/>
                    <a:pt x="31" y="382"/>
                    <a:pt x="33" y="382"/>
                  </a:cubicBezTo>
                  <a:cubicBezTo>
                    <a:pt x="34" y="382"/>
                    <a:pt x="34" y="385"/>
                    <a:pt x="35" y="385"/>
                  </a:cubicBezTo>
                  <a:cubicBezTo>
                    <a:pt x="38" y="386"/>
                    <a:pt x="35" y="385"/>
                    <a:pt x="36" y="387"/>
                  </a:cubicBezTo>
                  <a:cubicBezTo>
                    <a:pt x="36" y="387"/>
                    <a:pt x="38" y="388"/>
                    <a:pt x="38" y="388"/>
                  </a:cubicBezTo>
                  <a:cubicBezTo>
                    <a:pt x="38" y="390"/>
                    <a:pt x="36" y="395"/>
                    <a:pt x="34" y="395"/>
                  </a:cubicBezTo>
                  <a:close/>
                  <a:moveTo>
                    <a:pt x="39" y="373"/>
                  </a:moveTo>
                  <a:cubicBezTo>
                    <a:pt x="40" y="374"/>
                    <a:pt x="40" y="375"/>
                    <a:pt x="40" y="376"/>
                  </a:cubicBezTo>
                  <a:cubicBezTo>
                    <a:pt x="38" y="377"/>
                    <a:pt x="37" y="373"/>
                    <a:pt x="39" y="373"/>
                  </a:cubicBezTo>
                  <a:close/>
                  <a:moveTo>
                    <a:pt x="39" y="406"/>
                  </a:moveTo>
                  <a:cubicBezTo>
                    <a:pt x="40" y="406"/>
                    <a:pt x="38" y="408"/>
                    <a:pt x="39" y="406"/>
                  </a:cubicBezTo>
                  <a:close/>
                  <a:moveTo>
                    <a:pt x="40" y="384"/>
                  </a:moveTo>
                  <a:cubicBezTo>
                    <a:pt x="40" y="384"/>
                    <a:pt x="41" y="385"/>
                    <a:pt x="40" y="386"/>
                  </a:cubicBezTo>
                  <a:cubicBezTo>
                    <a:pt x="40" y="386"/>
                    <a:pt x="39" y="385"/>
                    <a:pt x="40" y="384"/>
                  </a:cubicBezTo>
                  <a:close/>
                  <a:moveTo>
                    <a:pt x="42" y="412"/>
                  </a:moveTo>
                  <a:cubicBezTo>
                    <a:pt x="41" y="414"/>
                    <a:pt x="40" y="411"/>
                    <a:pt x="41" y="411"/>
                  </a:cubicBezTo>
                  <a:cubicBezTo>
                    <a:pt x="41" y="411"/>
                    <a:pt x="42" y="411"/>
                    <a:pt x="42" y="412"/>
                  </a:cubicBezTo>
                  <a:close/>
                  <a:moveTo>
                    <a:pt x="43" y="354"/>
                  </a:moveTo>
                  <a:cubicBezTo>
                    <a:pt x="43" y="355"/>
                    <a:pt x="42" y="353"/>
                    <a:pt x="43" y="353"/>
                  </a:cubicBezTo>
                  <a:cubicBezTo>
                    <a:pt x="43" y="353"/>
                    <a:pt x="44" y="354"/>
                    <a:pt x="43" y="354"/>
                  </a:cubicBezTo>
                  <a:close/>
                  <a:moveTo>
                    <a:pt x="45" y="344"/>
                  </a:moveTo>
                  <a:cubicBezTo>
                    <a:pt x="45" y="344"/>
                    <a:pt x="47" y="345"/>
                    <a:pt x="48" y="344"/>
                  </a:cubicBezTo>
                  <a:cubicBezTo>
                    <a:pt x="46" y="345"/>
                    <a:pt x="50" y="347"/>
                    <a:pt x="50" y="348"/>
                  </a:cubicBezTo>
                  <a:cubicBezTo>
                    <a:pt x="50" y="349"/>
                    <a:pt x="50" y="355"/>
                    <a:pt x="46" y="354"/>
                  </a:cubicBezTo>
                  <a:cubicBezTo>
                    <a:pt x="43" y="353"/>
                    <a:pt x="43" y="346"/>
                    <a:pt x="45" y="344"/>
                  </a:cubicBezTo>
                  <a:close/>
                  <a:moveTo>
                    <a:pt x="48" y="390"/>
                  </a:moveTo>
                  <a:cubicBezTo>
                    <a:pt x="49" y="390"/>
                    <a:pt x="47" y="392"/>
                    <a:pt x="48" y="390"/>
                  </a:cubicBezTo>
                  <a:close/>
                  <a:moveTo>
                    <a:pt x="48" y="406"/>
                  </a:moveTo>
                  <a:cubicBezTo>
                    <a:pt x="47" y="407"/>
                    <a:pt x="47" y="405"/>
                    <a:pt x="48" y="404"/>
                  </a:cubicBezTo>
                  <a:cubicBezTo>
                    <a:pt x="48" y="404"/>
                    <a:pt x="48" y="405"/>
                    <a:pt x="48" y="406"/>
                  </a:cubicBezTo>
                  <a:close/>
                  <a:moveTo>
                    <a:pt x="46" y="416"/>
                  </a:moveTo>
                  <a:cubicBezTo>
                    <a:pt x="47" y="417"/>
                    <a:pt x="47" y="418"/>
                    <a:pt x="48" y="419"/>
                  </a:cubicBezTo>
                  <a:cubicBezTo>
                    <a:pt x="46" y="419"/>
                    <a:pt x="47" y="417"/>
                    <a:pt x="46" y="416"/>
                  </a:cubicBezTo>
                  <a:close/>
                  <a:moveTo>
                    <a:pt x="45" y="412"/>
                  </a:moveTo>
                  <a:cubicBezTo>
                    <a:pt x="46" y="411"/>
                    <a:pt x="45" y="410"/>
                    <a:pt x="45" y="410"/>
                  </a:cubicBezTo>
                  <a:cubicBezTo>
                    <a:pt x="47" y="409"/>
                    <a:pt x="46" y="411"/>
                    <a:pt x="48" y="412"/>
                  </a:cubicBezTo>
                  <a:cubicBezTo>
                    <a:pt x="48" y="412"/>
                    <a:pt x="49" y="412"/>
                    <a:pt x="49" y="412"/>
                  </a:cubicBezTo>
                  <a:cubicBezTo>
                    <a:pt x="50" y="414"/>
                    <a:pt x="49" y="416"/>
                    <a:pt x="48" y="416"/>
                  </a:cubicBezTo>
                  <a:cubicBezTo>
                    <a:pt x="45" y="417"/>
                    <a:pt x="44" y="414"/>
                    <a:pt x="45" y="41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53A215-AF6E-B551-51A5-4652CD1CAE30}"/>
                </a:ext>
              </a:extLst>
            </p:cNvPr>
            <p:cNvSpPr/>
            <p:nvPr/>
          </p:nvSpPr>
          <p:spPr>
            <a:xfrm>
              <a:off x="625595" y="3812875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" name="Freeform 247">
              <a:extLst>
                <a:ext uri="{FF2B5EF4-FFF2-40B4-BE49-F238E27FC236}">
                  <a16:creationId xmlns:a16="http://schemas.microsoft.com/office/drawing/2014/main" id="{88F61068-8DDE-5982-513A-D3737E0365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9493" y="2435158"/>
              <a:ext cx="381333" cy="476007"/>
            </a:xfrm>
            <a:custGeom>
              <a:avLst/>
              <a:gdLst>
                <a:gd name="T0" fmla="*/ 632 w 723"/>
                <a:gd name="T1" fmla="*/ 765 h 904"/>
                <a:gd name="T2" fmla="*/ 625 w 723"/>
                <a:gd name="T3" fmla="*/ 756 h 904"/>
                <a:gd name="T4" fmla="*/ 497 w 723"/>
                <a:gd name="T5" fmla="*/ 753 h 904"/>
                <a:gd name="T6" fmla="*/ 486 w 723"/>
                <a:gd name="T7" fmla="*/ 757 h 904"/>
                <a:gd name="T8" fmla="*/ 482 w 723"/>
                <a:gd name="T9" fmla="*/ 768 h 904"/>
                <a:gd name="T10" fmla="*/ 421 w 723"/>
                <a:gd name="T11" fmla="*/ 343 h 904"/>
                <a:gd name="T12" fmla="*/ 415 w 723"/>
                <a:gd name="T13" fmla="*/ 335 h 904"/>
                <a:gd name="T14" fmla="*/ 331 w 723"/>
                <a:gd name="T15" fmla="*/ 331 h 904"/>
                <a:gd name="T16" fmla="*/ 442 w 723"/>
                <a:gd name="T17" fmla="*/ 300 h 904"/>
                <a:gd name="T18" fmla="*/ 450 w 723"/>
                <a:gd name="T19" fmla="*/ 293 h 904"/>
                <a:gd name="T20" fmla="*/ 450 w 723"/>
                <a:gd name="T21" fmla="*/ 281 h 904"/>
                <a:gd name="T22" fmla="*/ 442 w 723"/>
                <a:gd name="T23" fmla="*/ 272 h 904"/>
                <a:gd name="T24" fmla="*/ 331 w 723"/>
                <a:gd name="T25" fmla="*/ 211 h 904"/>
                <a:gd name="T26" fmla="*/ 505 w 723"/>
                <a:gd name="T27" fmla="*/ 209 h 904"/>
                <a:gd name="T28" fmla="*/ 512 w 723"/>
                <a:gd name="T29" fmla="*/ 199 h 904"/>
                <a:gd name="T30" fmla="*/ 509 w 723"/>
                <a:gd name="T31" fmla="*/ 188 h 904"/>
                <a:gd name="T32" fmla="*/ 500 w 723"/>
                <a:gd name="T33" fmla="*/ 181 h 904"/>
                <a:gd name="T34" fmla="*/ 557 w 723"/>
                <a:gd name="T35" fmla="*/ 121 h 904"/>
                <a:gd name="T36" fmla="*/ 567 w 723"/>
                <a:gd name="T37" fmla="*/ 117 h 904"/>
                <a:gd name="T38" fmla="*/ 572 w 723"/>
                <a:gd name="T39" fmla="*/ 106 h 904"/>
                <a:gd name="T40" fmla="*/ 567 w 723"/>
                <a:gd name="T41" fmla="*/ 95 h 904"/>
                <a:gd name="T42" fmla="*/ 557 w 723"/>
                <a:gd name="T43" fmla="*/ 91 h 904"/>
                <a:gd name="T44" fmla="*/ 693 w 723"/>
                <a:gd name="T45" fmla="*/ 873 h 904"/>
                <a:gd name="T46" fmla="*/ 602 w 723"/>
                <a:gd name="T47" fmla="*/ 873 h 904"/>
                <a:gd name="T48" fmla="*/ 210 w 723"/>
                <a:gd name="T49" fmla="*/ 783 h 904"/>
                <a:gd name="T50" fmla="*/ 105 w 723"/>
                <a:gd name="T51" fmla="*/ 633 h 904"/>
                <a:gd name="T52" fmla="*/ 116 w 723"/>
                <a:gd name="T53" fmla="*/ 629 h 904"/>
                <a:gd name="T54" fmla="*/ 120 w 723"/>
                <a:gd name="T55" fmla="*/ 618 h 904"/>
                <a:gd name="T56" fmla="*/ 116 w 723"/>
                <a:gd name="T57" fmla="*/ 607 h 904"/>
                <a:gd name="T58" fmla="*/ 105 w 723"/>
                <a:gd name="T59" fmla="*/ 603 h 904"/>
                <a:gd name="T60" fmla="*/ 168 w 723"/>
                <a:gd name="T61" fmla="*/ 542 h 904"/>
                <a:gd name="T62" fmla="*/ 178 w 723"/>
                <a:gd name="T63" fmla="*/ 536 h 904"/>
                <a:gd name="T64" fmla="*/ 180 w 723"/>
                <a:gd name="T65" fmla="*/ 525 h 904"/>
                <a:gd name="T66" fmla="*/ 174 w 723"/>
                <a:gd name="T67" fmla="*/ 515 h 904"/>
                <a:gd name="T68" fmla="*/ 30 w 723"/>
                <a:gd name="T69" fmla="*/ 513 h 904"/>
                <a:gd name="T70" fmla="*/ 202 w 723"/>
                <a:gd name="T71" fmla="*/ 451 h 904"/>
                <a:gd name="T72" fmla="*/ 209 w 723"/>
                <a:gd name="T73" fmla="*/ 443 h 904"/>
                <a:gd name="T74" fmla="*/ 209 w 723"/>
                <a:gd name="T75" fmla="*/ 431 h 904"/>
                <a:gd name="T76" fmla="*/ 202 w 723"/>
                <a:gd name="T77" fmla="*/ 424 h 904"/>
                <a:gd name="T78" fmla="*/ 30 w 723"/>
                <a:gd name="T79" fmla="*/ 361 h 904"/>
                <a:gd name="T80" fmla="*/ 241 w 723"/>
                <a:gd name="T81" fmla="*/ 768 h 904"/>
                <a:gd name="T82" fmla="*/ 236 w 723"/>
                <a:gd name="T83" fmla="*/ 757 h 904"/>
                <a:gd name="T84" fmla="*/ 225 w 723"/>
                <a:gd name="T85" fmla="*/ 753 h 904"/>
                <a:gd name="T86" fmla="*/ 97 w 723"/>
                <a:gd name="T87" fmla="*/ 756 h 904"/>
                <a:gd name="T88" fmla="*/ 90 w 723"/>
                <a:gd name="T89" fmla="*/ 765 h 904"/>
                <a:gd name="T90" fmla="*/ 30 w 723"/>
                <a:gd name="T91" fmla="*/ 633 h 904"/>
                <a:gd name="T92" fmla="*/ 310 w 723"/>
                <a:gd name="T93" fmla="*/ 2 h 904"/>
                <a:gd name="T94" fmla="*/ 302 w 723"/>
                <a:gd name="T95" fmla="*/ 10 h 904"/>
                <a:gd name="T96" fmla="*/ 15 w 723"/>
                <a:gd name="T97" fmla="*/ 331 h 904"/>
                <a:gd name="T98" fmla="*/ 4 w 723"/>
                <a:gd name="T99" fmla="*/ 336 h 904"/>
                <a:gd name="T100" fmla="*/ 0 w 723"/>
                <a:gd name="T101" fmla="*/ 346 h 904"/>
                <a:gd name="T102" fmla="*/ 2 w 723"/>
                <a:gd name="T103" fmla="*/ 897 h 904"/>
                <a:gd name="T104" fmla="*/ 12 w 723"/>
                <a:gd name="T105" fmla="*/ 903 h 904"/>
                <a:gd name="T106" fmla="*/ 406 w 723"/>
                <a:gd name="T107" fmla="*/ 903 h 904"/>
                <a:gd name="T108" fmla="*/ 710 w 723"/>
                <a:gd name="T109" fmla="*/ 903 h 904"/>
                <a:gd name="T110" fmla="*/ 720 w 723"/>
                <a:gd name="T111" fmla="*/ 897 h 904"/>
                <a:gd name="T112" fmla="*/ 723 w 723"/>
                <a:gd name="T113" fmla="*/ 15 h 904"/>
                <a:gd name="T114" fmla="*/ 719 w 723"/>
                <a:gd name="T115" fmla="*/ 5 h 904"/>
                <a:gd name="T116" fmla="*/ 708 w 723"/>
                <a:gd name="T117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23" h="904">
                  <a:moveTo>
                    <a:pt x="693" y="873"/>
                  </a:moveTo>
                  <a:lnTo>
                    <a:pt x="632" y="873"/>
                  </a:lnTo>
                  <a:lnTo>
                    <a:pt x="632" y="768"/>
                  </a:lnTo>
                  <a:lnTo>
                    <a:pt x="632" y="765"/>
                  </a:lnTo>
                  <a:lnTo>
                    <a:pt x="631" y="763"/>
                  </a:lnTo>
                  <a:lnTo>
                    <a:pt x="630" y="760"/>
                  </a:lnTo>
                  <a:lnTo>
                    <a:pt x="627" y="757"/>
                  </a:lnTo>
                  <a:lnTo>
                    <a:pt x="625" y="756"/>
                  </a:lnTo>
                  <a:lnTo>
                    <a:pt x="623" y="754"/>
                  </a:lnTo>
                  <a:lnTo>
                    <a:pt x="620" y="754"/>
                  </a:lnTo>
                  <a:lnTo>
                    <a:pt x="617" y="753"/>
                  </a:lnTo>
                  <a:lnTo>
                    <a:pt x="497" y="753"/>
                  </a:lnTo>
                  <a:lnTo>
                    <a:pt x="493" y="753"/>
                  </a:lnTo>
                  <a:lnTo>
                    <a:pt x="491" y="754"/>
                  </a:lnTo>
                  <a:lnTo>
                    <a:pt x="488" y="756"/>
                  </a:lnTo>
                  <a:lnTo>
                    <a:pt x="486" y="757"/>
                  </a:lnTo>
                  <a:lnTo>
                    <a:pt x="484" y="760"/>
                  </a:lnTo>
                  <a:lnTo>
                    <a:pt x="483" y="763"/>
                  </a:lnTo>
                  <a:lnTo>
                    <a:pt x="482" y="765"/>
                  </a:lnTo>
                  <a:lnTo>
                    <a:pt x="482" y="768"/>
                  </a:lnTo>
                  <a:lnTo>
                    <a:pt x="482" y="873"/>
                  </a:lnTo>
                  <a:lnTo>
                    <a:pt x="421" y="873"/>
                  </a:lnTo>
                  <a:lnTo>
                    <a:pt x="421" y="346"/>
                  </a:lnTo>
                  <a:lnTo>
                    <a:pt x="421" y="343"/>
                  </a:lnTo>
                  <a:lnTo>
                    <a:pt x="420" y="341"/>
                  </a:lnTo>
                  <a:lnTo>
                    <a:pt x="419" y="338"/>
                  </a:lnTo>
                  <a:lnTo>
                    <a:pt x="417" y="336"/>
                  </a:lnTo>
                  <a:lnTo>
                    <a:pt x="415" y="335"/>
                  </a:lnTo>
                  <a:lnTo>
                    <a:pt x="412" y="333"/>
                  </a:lnTo>
                  <a:lnTo>
                    <a:pt x="410" y="333"/>
                  </a:lnTo>
                  <a:lnTo>
                    <a:pt x="406" y="331"/>
                  </a:lnTo>
                  <a:lnTo>
                    <a:pt x="331" y="331"/>
                  </a:lnTo>
                  <a:lnTo>
                    <a:pt x="331" y="301"/>
                  </a:lnTo>
                  <a:lnTo>
                    <a:pt x="436" y="301"/>
                  </a:lnTo>
                  <a:lnTo>
                    <a:pt x="440" y="301"/>
                  </a:lnTo>
                  <a:lnTo>
                    <a:pt x="442" y="300"/>
                  </a:lnTo>
                  <a:lnTo>
                    <a:pt x="445" y="299"/>
                  </a:lnTo>
                  <a:lnTo>
                    <a:pt x="447" y="297"/>
                  </a:lnTo>
                  <a:lnTo>
                    <a:pt x="449" y="295"/>
                  </a:lnTo>
                  <a:lnTo>
                    <a:pt x="450" y="293"/>
                  </a:lnTo>
                  <a:lnTo>
                    <a:pt x="452" y="290"/>
                  </a:lnTo>
                  <a:lnTo>
                    <a:pt x="452" y="286"/>
                  </a:lnTo>
                  <a:lnTo>
                    <a:pt x="452" y="283"/>
                  </a:lnTo>
                  <a:lnTo>
                    <a:pt x="450" y="281"/>
                  </a:lnTo>
                  <a:lnTo>
                    <a:pt x="449" y="278"/>
                  </a:lnTo>
                  <a:lnTo>
                    <a:pt x="447" y="276"/>
                  </a:lnTo>
                  <a:lnTo>
                    <a:pt x="445" y="275"/>
                  </a:lnTo>
                  <a:lnTo>
                    <a:pt x="442" y="272"/>
                  </a:lnTo>
                  <a:lnTo>
                    <a:pt x="440" y="271"/>
                  </a:lnTo>
                  <a:lnTo>
                    <a:pt x="436" y="271"/>
                  </a:lnTo>
                  <a:lnTo>
                    <a:pt x="331" y="271"/>
                  </a:lnTo>
                  <a:lnTo>
                    <a:pt x="331" y="211"/>
                  </a:lnTo>
                  <a:lnTo>
                    <a:pt x="497" y="211"/>
                  </a:lnTo>
                  <a:lnTo>
                    <a:pt x="500" y="211"/>
                  </a:lnTo>
                  <a:lnTo>
                    <a:pt x="503" y="210"/>
                  </a:lnTo>
                  <a:lnTo>
                    <a:pt x="505" y="209"/>
                  </a:lnTo>
                  <a:lnTo>
                    <a:pt x="507" y="207"/>
                  </a:lnTo>
                  <a:lnTo>
                    <a:pt x="509" y="205"/>
                  </a:lnTo>
                  <a:lnTo>
                    <a:pt x="510" y="202"/>
                  </a:lnTo>
                  <a:lnTo>
                    <a:pt x="512" y="199"/>
                  </a:lnTo>
                  <a:lnTo>
                    <a:pt x="512" y="196"/>
                  </a:lnTo>
                  <a:lnTo>
                    <a:pt x="512" y="193"/>
                  </a:lnTo>
                  <a:lnTo>
                    <a:pt x="510" y="190"/>
                  </a:lnTo>
                  <a:lnTo>
                    <a:pt x="509" y="188"/>
                  </a:lnTo>
                  <a:lnTo>
                    <a:pt x="507" y="186"/>
                  </a:lnTo>
                  <a:lnTo>
                    <a:pt x="505" y="183"/>
                  </a:lnTo>
                  <a:lnTo>
                    <a:pt x="503" y="182"/>
                  </a:lnTo>
                  <a:lnTo>
                    <a:pt x="500" y="181"/>
                  </a:lnTo>
                  <a:lnTo>
                    <a:pt x="497" y="181"/>
                  </a:lnTo>
                  <a:lnTo>
                    <a:pt x="331" y="181"/>
                  </a:lnTo>
                  <a:lnTo>
                    <a:pt x="331" y="121"/>
                  </a:lnTo>
                  <a:lnTo>
                    <a:pt x="557" y="121"/>
                  </a:lnTo>
                  <a:lnTo>
                    <a:pt x="560" y="120"/>
                  </a:lnTo>
                  <a:lnTo>
                    <a:pt x="563" y="120"/>
                  </a:lnTo>
                  <a:lnTo>
                    <a:pt x="565" y="118"/>
                  </a:lnTo>
                  <a:lnTo>
                    <a:pt x="567" y="117"/>
                  </a:lnTo>
                  <a:lnTo>
                    <a:pt x="569" y="115"/>
                  </a:lnTo>
                  <a:lnTo>
                    <a:pt x="571" y="112"/>
                  </a:lnTo>
                  <a:lnTo>
                    <a:pt x="572" y="109"/>
                  </a:lnTo>
                  <a:lnTo>
                    <a:pt x="572" y="106"/>
                  </a:lnTo>
                  <a:lnTo>
                    <a:pt x="572" y="103"/>
                  </a:lnTo>
                  <a:lnTo>
                    <a:pt x="571" y="100"/>
                  </a:lnTo>
                  <a:lnTo>
                    <a:pt x="569" y="98"/>
                  </a:lnTo>
                  <a:lnTo>
                    <a:pt x="567" y="95"/>
                  </a:lnTo>
                  <a:lnTo>
                    <a:pt x="565" y="93"/>
                  </a:lnTo>
                  <a:lnTo>
                    <a:pt x="563" y="92"/>
                  </a:lnTo>
                  <a:lnTo>
                    <a:pt x="560" y="91"/>
                  </a:lnTo>
                  <a:lnTo>
                    <a:pt x="557" y="91"/>
                  </a:lnTo>
                  <a:lnTo>
                    <a:pt x="331" y="91"/>
                  </a:lnTo>
                  <a:lnTo>
                    <a:pt x="331" y="31"/>
                  </a:lnTo>
                  <a:lnTo>
                    <a:pt x="693" y="31"/>
                  </a:lnTo>
                  <a:lnTo>
                    <a:pt x="693" y="873"/>
                  </a:lnTo>
                  <a:close/>
                  <a:moveTo>
                    <a:pt x="512" y="873"/>
                  </a:moveTo>
                  <a:lnTo>
                    <a:pt x="512" y="783"/>
                  </a:lnTo>
                  <a:lnTo>
                    <a:pt x="602" y="783"/>
                  </a:lnTo>
                  <a:lnTo>
                    <a:pt x="602" y="873"/>
                  </a:lnTo>
                  <a:lnTo>
                    <a:pt x="512" y="873"/>
                  </a:lnTo>
                  <a:close/>
                  <a:moveTo>
                    <a:pt x="120" y="873"/>
                  </a:moveTo>
                  <a:lnTo>
                    <a:pt x="120" y="783"/>
                  </a:lnTo>
                  <a:lnTo>
                    <a:pt x="210" y="783"/>
                  </a:lnTo>
                  <a:lnTo>
                    <a:pt x="210" y="873"/>
                  </a:lnTo>
                  <a:lnTo>
                    <a:pt x="120" y="873"/>
                  </a:lnTo>
                  <a:close/>
                  <a:moveTo>
                    <a:pt x="30" y="633"/>
                  </a:moveTo>
                  <a:lnTo>
                    <a:pt x="105" y="633"/>
                  </a:lnTo>
                  <a:lnTo>
                    <a:pt x="108" y="633"/>
                  </a:lnTo>
                  <a:lnTo>
                    <a:pt x="112" y="632"/>
                  </a:lnTo>
                  <a:lnTo>
                    <a:pt x="114" y="630"/>
                  </a:lnTo>
                  <a:lnTo>
                    <a:pt x="116" y="629"/>
                  </a:lnTo>
                  <a:lnTo>
                    <a:pt x="118" y="627"/>
                  </a:lnTo>
                  <a:lnTo>
                    <a:pt x="119" y="623"/>
                  </a:lnTo>
                  <a:lnTo>
                    <a:pt x="120" y="621"/>
                  </a:lnTo>
                  <a:lnTo>
                    <a:pt x="120" y="618"/>
                  </a:lnTo>
                  <a:lnTo>
                    <a:pt x="120" y="615"/>
                  </a:lnTo>
                  <a:lnTo>
                    <a:pt x="119" y="611"/>
                  </a:lnTo>
                  <a:lnTo>
                    <a:pt x="118" y="609"/>
                  </a:lnTo>
                  <a:lnTo>
                    <a:pt x="116" y="607"/>
                  </a:lnTo>
                  <a:lnTo>
                    <a:pt x="114" y="605"/>
                  </a:lnTo>
                  <a:lnTo>
                    <a:pt x="112" y="604"/>
                  </a:lnTo>
                  <a:lnTo>
                    <a:pt x="108" y="603"/>
                  </a:lnTo>
                  <a:lnTo>
                    <a:pt x="105" y="603"/>
                  </a:lnTo>
                  <a:lnTo>
                    <a:pt x="30" y="603"/>
                  </a:lnTo>
                  <a:lnTo>
                    <a:pt x="30" y="543"/>
                  </a:lnTo>
                  <a:lnTo>
                    <a:pt x="165" y="543"/>
                  </a:lnTo>
                  <a:lnTo>
                    <a:pt x="168" y="542"/>
                  </a:lnTo>
                  <a:lnTo>
                    <a:pt x="172" y="542"/>
                  </a:lnTo>
                  <a:lnTo>
                    <a:pt x="174" y="540"/>
                  </a:lnTo>
                  <a:lnTo>
                    <a:pt x="176" y="539"/>
                  </a:lnTo>
                  <a:lnTo>
                    <a:pt x="178" y="536"/>
                  </a:lnTo>
                  <a:lnTo>
                    <a:pt x="179" y="533"/>
                  </a:lnTo>
                  <a:lnTo>
                    <a:pt x="180" y="531"/>
                  </a:lnTo>
                  <a:lnTo>
                    <a:pt x="180" y="528"/>
                  </a:lnTo>
                  <a:lnTo>
                    <a:pt x="180" y="525"/>
                  </a:lnTo>
                  <a:lnTo>
                    <a:pt x="179" y="521"/>
                  </a:lnTo>
                  <a:lnTo>
                    <a:pt x="178" y="519"/>
                  </a:lnTo>
                  <a:lnTo>
                    <a:pt x="176" y="517"/>
                  </a:lnTo>
                  <a:lnTo>
                    <a:pt x="174" y="515"/>
                  </a:lnTo>
                  <a:lnTo>
                    <a:pt x="172" y="514"/>
                  </a:lnTo>
                  <a:lnTo>
                    <a:pt x="168" y="513"/>
                  </a:lnTo>
                  <a:lnTo>
                    <a:pt x="165" y="513"/>
                  </a:lnTo>
                  <a:lnTo>
                    <a:pt x="30" y="513"/>
                  </a:lnTo>
                  <a:lnTo>
                    <a:pt x="30" y="452"/>
                  </a:lnTo>
                  <a:lnTo>
                    <a:pt x="195" y="452"/>
                  </a:lnTo>
                  <a:lnTo>
                    <a:pt x="198" y="452"/>
                  </a:lnTo>
                  <a:lnTo>
                    <a:pt x="202" y="451"/>
                  </a:lnTo>
                  <a:lnTo>
                    <a:pt x="204" y="449"/>
                  </a:lnTo>
                  <a:lnTo>
                    <a:pt x="206" y="447"/>
                  </a:lnTo>
                  <a:lnTo>
                    <a:pt x="208" y="445"/>
                  </a:lnTo>
                  <a:lnTo>
                    <a:pt x="209" y="443"/>
                  </a:lnTo>
                  <a:lnTo>
                    <a:pt x="210" y="440"/>
                  </a:lnTo>
                  <a:lnTo>
                    <a:pt x="210" y="438"/>
                  </a:lnTo>
                  <a:lnTo>
                    <a:pt x="210" y="434"/>
                  </a:lnTo>
                  <a:lnTo>
                    <a:pt x="209" y="431"/>
                  </a:lnTo>
                  <a:lnTo>
                    <a:pt x="208" y="429"/>
                  </a:lnTo>
                  <a:lnTo>
                    <a:pt x="206" y="427"/>
                  </a:lnTo>
                  <a:lnTo>
                    <a:pt x="204" y="425"/>
                  </a:lnTo>
                  <a:lnTo>
                    <a:pt x="202" y="424"/>
                  </a:lnTo>
                  <a:lnTo>
                    <a:pt x="198" y="423"/>
                  </a:lnTo>
                  <a:lnTo>
                    <a:pt x="195" y="422"/>
                  </a:lnTo>
                  <a:lnTo>
                    <a:pt x="30" y="422"/>
                  </a:lnTo>
                  <a:lnTo>
                    <a:pt x="30" y="361"/>
                  </a:lnTo>
                  <a:lnTo>
                    <a:pt x="391" y="361"/>
                  </a:lnTo>
                  <a:lnTo>
                    <a:pt x="391" y="873"/>
                  </a:lnTo>
                  <a:lnTo>
                    <a:pt x="241" y="873"/>
                  </a:lnTo>
                  <a:lnTo>
                    <a:pt x="241" y="768"/>
                  </a:lnTo>
                  <a:lnTo>
                    <a:pt x="240" y="765"/>
                  </a:lnTo>
                  <a:lnTo>
                    <a:pt x="239" y="763"/>
                  </a:lnTo>
                  <a:lnTo>
                    <a:pt x="238" y="760"/>
                  </a:lnTo>
                  <a:lnTo>
                    <a:pt x="236" y="757"/>
                  </a:lnTo>
                  <a:lnTo>
                    <a:pt x="234" y="756"/>
                  </a:lnTo>
                  <a:lnTo>
                    <a:pt x="232" y="754"/>
                  </a:lnTo>
                  <a:lnTo>
                    <a:pt x="228" y="754"/>
                  </a:lnTo>
                  <a:lnTo>
                    <a:pt x="225" y="753"/>
                  </a:lnTo>
                  <a:lnTo>
                    <a:pt x="105" y="753"/>
                  </a:lnTo>
                  <a:lnTo>
                    <a:pt x="102" y="753"/>
                  </a:lnTo>
                  <a:lnTo>
                    <a:pt x="100" y="754"/>
                  </a:lnTo>
                  <a:lnTo>
                    <a:pt x="97" y="756"/>
                  </a:lnTo>
                  <a:lnTo>
                    <a:pt x="94" y="757"/>
                  </a:lnTo>
                  <a:lnTo>
                    <a:pt x="93" y="760"/>
                  </a:lnTo>
                  <a:lnTo>
                    <a:pt x="91" y="763"/>
                  </a:lnTo>
                  <a:lnTo>
                    <a:pt x="90" y="765"/>
                  </a:lnTo>
                  <a:lnTo>
                    <a:pt x="90" y="768"/>
                  </a:lnTo>
                  <a:lnTo>
                    <a:pt x="90" y="873"/>
                  </a:lnTo>
                  <a:lnTo>
                    <a:pt x="30" y="873"/>
                  </a:lnTo>
                  <a:lnTo>
                    <a:pt x="30" y="633"/>
                  </a:lnTo>
                  <a:close/>
                  <a:moveTo>
                    <a:pt x="708" y="0"/>
                  </a:moveTo>
                  <a:lnTo>
                    <a:pt x="316" y="0"/>
                  </a:lnTo>
                  <a:lnTo>
                    <a:pt x="313" y="1"/>
                  </a:lnTo>
                  <a:lnTo>
                    <a:pt x="310" y="2"/>
                  </a:lnTo>
                  <a:lnTo>
                    <a:pt x="308" y="3"/>
                  </a:lnTo>
                  <a:lnTo>
                    <a:pt x="306" y="5"/>
                  </a:lnTo>
                  <a:lnTo>
                    <a:pt x="304" y="7"/>
                  </a:lnTo>
                  <a:lnTo>
                    <a:pt x="302" y="10"/>
                  </a:lnTo>
                  <a:lnTo>
                    <a:pt x="301" y="13"/>
                  </a:lnTo>
                  <a:lnTo>
                    <a:pt x="301" y="16"/>
                  </a:lnTo>
                  <a:lnTo>
                    <a:pt x="301" y="331"/>
                  </a:lnTo>
                  <a:lnTo>
                    <a:pt x="15" y="331"/>
                  </a:lnTo>
                  <a:lnTo>
                    <a:pt x="12" y="331"/>
                  </a:lnTo>
                  <a:lnTo>
                    <a:pt x="10" y="333"/>
                  </a:lnTo>
                  <a:lnTo>
                    <a:pt x="6" y="335"/>
                  </a:lnTo>
                  <a:lnTo>
                    <a:pt x="4" y="336"/>
                  </a:lnTo>
                  <a:lnTo>
                    <a:pt x="2" y="338"/>
                  </a:lnTo>
                  <a:lnTo>
                    <a:pt x="1" y="341"/>
                  </a:lnTo>
                  <a:lnTo>
                    <a:pt x="0" y="343"/>
                  </a:lnTo>
                  <a:lnTo>
                    <a:pt x="0" y="346"/>
                  </a:lnTo>
                  <a:lnTo>
                    <a:pt x="0" y="888"/>
                  </a:lnTo>
                  <a:lnTo>
                    <a:pt x="0" y="892"/>
                  </a:lnTo>
                  <a:lnTo>
                    <a:pt x="1" y="895"/>
                  </a:lnTo>
                  <a:lnTo>
                    <a:pt x="2" y="897"/>
                  </a:lnTo>
                  <a:lnTo>
                    <a:pt x="4" y="899"/>
                  </a:lnTo>
                  <a:lnTo>
                    <a:pt x="6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4"/>
                  </a:lnTo>
                  <a:lnTo>
                    <a:pt x="105" y="903"/>
                  </a:lnTo>
                  <a:lnTo>
                    <a:pt x="225" y="903"/>
                  </a:lnTo>
                  <a:lnTo>
                    <a:pt x="406" y="903"/>
                  </a:lnTo>
                  <a:lnTo>
                    <a:pt x="497" y="903"/>
                  </a:lnTo>
                  <a:lnTo>
                    <a:pt x="617" y="903"/>
                  </a:lnTo>
                  <a:lnTo>
                    <a:pt x="708" y="903"/>
                  </a:lnTo>
                  <a:lnTo>
                    <a:pt x="710" y="903"/>
                  </a:lnTo>
                  <a:lnTo>
                    <a:pt x="713" y="902"/>
                  </a:lnTo>
                  <a:lnTo>
                    <a:pt x="715" y="901"/>
                  </a:lnTo>
                  <a:lnTo>
                    <a:pt x="719" y="899"/>
                  </a:lnTo>
                  <a:lnTo>
                    <a:pt x="720" y="897"/>
                  </a:lnTo>
                  <a:lnTo>
                    <a:pt x="722" y="895"/>
                  </a:lnTo>
                  <a:lnTo>
                    <a:pt x="722" y="892"/>
                  </a:lnTo>
                  <a:lnTo>
                    <a:pt x="723" y="889"/>
                  </a:lnTo>
                  <a:lnTo>
                    <a:pt x="723" y="15"/>
                  </a:lnTo>
                  <a:lnTo>
                    <a:pt x="722" y="13"/>
                  </a:lnTo>
                  <a:lnTo>
                    <a:pt x="722" y="10"/>
                  </a:lnTo>
                  <a:lnTo>
                    <a:pt x="720" y="7"/>
                  </a:lnTo>
                  <a:lnTo>
                    <a:pt x="719" y="5"/>
                  </a:lnTo>
                  <a:lnTo>
                    <a:pt x="715" y="3"/>
                  </a:lnTo>
                  <a:lnTo>
                    <a:pt x="713" y="2"/>
                  </a:lnTo>
                  <a:lnTo>
                    <a:pt x="710" y="1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140">
              <a:extLst>
                <a:ext uri="{FF2B5EF4-FFF2-40B4-BE49-F238E27FC236}">
                  <a16:creationId xmlns:a16="http://schemas.microsoft.com/office/drawing/2014/main" id="{5817D21D-925F-EAEB-A89E-D128983FB7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96157" y="1707772"/>
              <a:ext cx="2029127" cy="1930777"/>
            </a:xfrm>
            <a:custGeom>
              <a:avLst/>
              <a:gdLst>
                <a:gd name="T0" fmla="*/ 138 w 832"/>
                <a:gd name="T1" fmla="*/ 476 h 793"/>
                <a:gd name="T2" fmla="*/ 201 w 832"/>
                <a:gd name="T3" fmla="*/ 469 h 793"/>
                <a:gd name="T4" fmla="*/ 181 w 832"/>
                <a:gd name="T5" fmla="*/ 508 h 793"/>
                <a:gd name="T6" fmla="*/ 228 w 832"/>
                <a:gd name="T7" fmla="*/ 531 h 793"/>
                <a:gd name="T8" fmla="*/ 299 w 832"/>
                <a:gd name="T9" fmla="*/ 524 h 793"/>
                <a:gd name="T10" fmla="*/ 313 w 832"/>
                <a:gd name="T11" fmla="*/ 582 h 793"/>
                <a:gd name="T12" fmla="*/ 386 w 832"/>
                <a:gd name="T13" fmla="*/ 657 h 793"/>
                <a:gd name="T14" fmla="*/ 377 w 832"/>
                <a:gd name="T15" fmla="*/ 733 h 793"/>
                <a:gd name="T16" fmla="*/ 730 w 832"/>
                <a:gd name="T17" fmla="*/ 282 h 793"/>
                <a:gd name="T18" fmla="*/ 710 w 832"/>
                <a:gd name="T19" fmla="*/ 255 h 793"/>
                <a:gd name="T20" fmla="*/ 636 w 832"/>
                <a:gd name="T21" fmla="*/ 285 h 793"/>
                <a:gd name="T22" fmla="*/ 609 w 832"/>
                <a:gd name="T23" fmla="*/ 220 h 793"/>
                <a:gd name="T24" fmla="*/ 513 w 832"/>
                <a:gd name="T25" fmla="*/ 163 h 793"/>
                <a:gd name="T26" fmla="*/ 489 w 832"/>
                <a:gd name="T27" fmla="*/ 92 h 793"/>
                <a:gd name="T28" fmla="*/ 475 w 832"/>
                <a:gd name="T29" fmla="*/ 43 h 793"/>
                <a:gd name="T30" fmla="*/ 354 w 832"/>
                <a:gd name="T31" fmla="*/ 39 h 793"/>
                <a:gd name="T32" fmla="*/ 277 w 832"/>
                <a:gd name="T33" fmla="*/ 496 h 793"/>
                <a:gd name="T34" fmla="*/ 815 w 832"/>
                <a:gd name="T35" fmla="*/ 374 h 793"/>
                <a:gd name="T36" fmla="*/ 776 w 832"/>
                <a:gd name="T37" fmla="*/ 327 h 793"/>
                <a:gd name="T38" fmla="*/ 741 w 832"/>
                <a:gd name="T39" fmla="*/ 324 h 793"/>
                <a:gd name="T40" fmla="*/ 695 w 832"/>
                <a:gd name="T41" fmla="*/ 438 h 793"/>
                <a:gd name="T42" fmla="*/ 691 w 832"/>
                <a:gd name="T43" fmla="*/ 299 h 793"/>
                <a:gd name="T44" fmla="*/ 644 w 832"/>
                <a:gd name="T45" fmla="*/ 398 h 793"/>
                <a:gd name="T46" fmla="*/ 484 w 832"/>
                <a:gd name="T47" fmla="*/ 157 h 793"/>
                <a:gd name="T48" fmla="*/ 527 w 832"/>
                <a:gd name="T49" fmla="*/ 671 h 793"/>
                <a:gd name="T50" fmla="*/ 570 w 832"/>
                <a:gd name="T51" fmla="*/ 335 h 793"/>
                <a:gd name="T52" fmla="*/ 591 w 832"/>
                <a:gd name="T53" fmla="*/ 396 h 793"/>
                <a:gd name="T54" fmla="*/ 613 w 832"/>
                <a:gd name="T55" fmla="*/ 276 h 793"/>
                <a:gd name="T56" fmla="*/ 607 w 832"/>
                <a:gd name="T57" fmla="*/ 228 h 793"/>
                <a:gd name="T58" fmla="*/ 549 w 832"/>
                <a:gd name="T59" fmla="*/ 270 h 793"/>
                <a:gd name="T60" fmla="*/ 506 w 832"/>
                <a:gd name="T61" fmla="*/ 202 h 793"/>
                <a:gd name="T62" fmla="*/ 481 w 832"/>
                <a:gd name="T63" fmla="*/ 85 h 793"/>
                <a:gd name="T64" fmla="*/ 300 w 832"/>
                <a:gd name="T65" fmla="*/ 462 h 793"/>
                <a:gd name="T66" fmla="*/ 312 w 832"/>
                <a:gd name="T67" fmla="*/ 574 h 793"/>
                <a:gd name="T68" fmla="*/ 341 w 832"/>
                <a:gd name="T69" fmla="*/ 515 h 793"/>
                <a:gd name="T70" fmla="*/ 319 w 832"/>
                <a:gd name="T71" fmla="*/ 563 h 793"/>
                <a:gd name="T72" fmla="*/ 367 w 832"/>
                <a:gd name="T73" fmla="*/ 558 h 793"/>
                <a:gd name="T74" fmla="*/ 445 w 832"/>
                <a:gd name="T75" fmla="*/ 112 h 793"/>
                <a:gd name="T76" fmla="*/ 469 w 832"/>
                <a:gd name="T77" fmla="*/ 613 h 793"/>
                <a:gd name="T78" fmla="*/ 416 w 832"/>
                <a:gd name="T79" fmla="*/ 113 h 793"/>
                <a:gd name="T80" fmla="*/ 432 w 832"/>
                <a:gd name="T81" fmla="*/ 246 h 793"/>
                <a:gd name="T82" fmla="*/ 442 w 832"/>
                <a:gd name="T83" fmla="*/ 577 h 793"/>
                <a:gd name="T84" fmla="*/ 427 w 832"/>
                <a:gd name="T85" fmla="*/ 695 h 793"/>
                <a:gd name="T86" fmla="*/ 469 w 832"/>
                <a:gd name="T87" fmla="*/ 188 h 793"/>
                <a:gd name="T88" fmla="*/ 410 w 832"/>
                <a:gd name="T89" fmla="*/ 668 h 793"/>
                <a:gd name="T90" fmla="*/ 409 w 832"/>
                <a:gd name="T91" fmla="*/ 52 h 793"/>
                <a:gd name="T92" fmla="*/ 411 w 832"/>
                <a:gd name="T93" fmla="*/ 701 h 793"/>
                <a:gd name="T94" fmla="*/ 472 w 832"/>
                <a:gd name="T95" fmla="*/ 674 h 793"/>
                <a:gd name="T96" fmla="*/ 442 w 832"/>
                <a:gd name="T97" fmla="*/ 6 h 793"/>
                <a:gd name="T98" fmla="*/ 387 w 832"/>
                <a:gd name="T99" fmla="*/ 67 h 793"/>
                <a:gd name="T100" fmla="*/ 360 w 832"/>
                <a:gd name="T101" fmla="*/ 68 h 793"/>
                <a:gd name="T102" fmla="*/ 290 w 832"/>
                <a:gd name="T103" fmla="*/ 379 h 793"/>
                <a:gd name="T104" fmla="*/ 238 w 832"/>
                <a:gd name="T105" fmla="*/ 443 h 793"/>
                <a:gd name="T106" fmla="*/ 231 w 832"/>
                <a:gd name="T107" fmla="*/ 395 h 793"/>
                <a:gd name="T108" fmla="*/ 75 w 832"/>
                <a:gd name="T109" fmla="*/ 451 h 793"/>
                <a:gd name="T110" fmla="*/ 124 w 832"/>
                <a:gd name="T111" fmla="*/ 420 h 793"/>
                <a:gd name="T112" fmla="*/ 149 w 832"/>
                <a:gd name="T113" fmla="*/ 411 h 793"/>
                <a:gd name="T114" fmla="*/ 173 w 832"/>
                <a:gd name="T115" fmla="*/ 418 h 793"/>
                <a:gd name="T116" fmla="*/ 187 w 832"/>
                <a:gd name="T117" fmla="*/ 433 h 793"/>
                <a:gd name="T118" fmla="*/ 147 w 832"/>
                <a:gd name="T119" fmla="*/ 373 h 793"/>
                <a:gd name="T120" fmla="*/ 108 w 832"/>
                <a:gd name="T121" fmla="*/ 299 h 793"/>
                <a:gd name="T122" fmla="*/ 78 w 832"/>
                <a:gd name="T123" fmla="*/ 441 h 793"/>
                <a:gd name="T124" fmla="*/ 49 w 832"/>
                <a:gd name="T125" fmla="*/ 418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32" h="793">
                  <a:moveTo>
                    <a:pt x="49" y="426"/>
                  </a:moveTo>
                  <a:cubicBezTo>
                    <a:pt x="70" y="447"/>
                    <a:pt x="70" y="447"/>
                    <a:pt x="70" y="447"/>
                  </a:cubicBezTo>
                  <a:cubicBezTo>
                    <a:pt x="71" y="445"/>
                    <a:pt x="72" y="443"/>
                    <a:pt x="73" y="446"/>
                  </a:cubicBezTo>
                  <a:cubicBezTo>
                    <a:pt x="73" y="446"/>
                    <a:pt x="74" y="448"/>
                    <a:pt x="72" y="449"/>
                  </a:cubicBezTo>
                  <a:cubicBezTo>
                    <a:pt x="72" y="449"/>
                    <a:pt x="72" y="449"/>
                    <a:pt x="72" y="449"/>
                  </a:cubicBezTo>
                  <a:cubicBezTo>
                    <a:pt x="76" y="453"/>
                    <a:pt x="76" y="453"/>
                    <a:pt x="76" y="453"/>
                  </a:cubicBezTo>
                  <a:cubicBezTo>
                    <a:pt x="76" y="451"/>
                    <a:pt x="76" y="449"/>
                    <a:pt x="76" y="449"/>
                  </a:cubicBezTo>
                  <a:cubicBezTo>
                    <a:pt x="77" y="449"/>
                    <a:pt x="78" y="450"/>
                    <a:pt x="78" y="451"/>
                  </a:cubicBezTo>
                  <a:cubicBezTo>
                    <a:pt x="78" y="451"/>
                    <a:pt x="78" y="451"/>
                    <a:pt x="78" y="451"/>
                  </a:cubicBezTo>
                  <a:cubicBezTo>
                    <a:pt x="79" y="452"/>
                    <a:pt x="78" y="454"/>
                    <a:pt x="78" y="455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1" y="458"/>
                    <a:pt x="83" y="459"/>
                    <a:pt x="83" y="460"/>
                  </a:cubicBezTo>
                  <a:cubicBezTo>
                    <a:pt x="83" y="460"/>
                    <a:pt x="84" y="460"/>
                    <a:pt x="84" y="460"/>
                  </a:cubicBezTo>
                  <a:cubicBezTo>
                    <a:pt x="88" y="465"/>
                    <a:pt x="88" y="465"/>
                    <a:pt x="88" y="465"/>
                  </a:cubicBezTo>
                  <a:cubicBezTo>
                    <a:pt x="88" y="464"/>
                    <a:pt x="88" y="463"/>
                    <a:pt x="88" y="463"/>
                  </a:cubicBezTo>
                  <a:cubicBezTo>
                    <a:pt x="88" y="464"/>
                    <a:pt x="88" y="464"/>
                    <a:pt x="88" y="465"/>
                  </a:cubicBezTo>
                  <a:cubicBezTo>
                    <a:pt x="90" y="467"/>
                    <a:pt x="90" y="467"/>
                    <a:pt x="90" y="467"/>
                  </a:cubicBezTo>
                  <a:cubicBezTo>
                    <a:pt x="90" y="463"/>
                    <a:pt x="97" y="464"/>
                    <a:pt x="96" y="468"/>
                  </a:cubicBezTo>
                  <a:cubicBezTo>
                    <a:pt x="96" y="468"/>
                    <a:pt x="95" y="469"/>
                    <a:pt x="95" y="469"/>
                  </a:cubicBezTo>
                  <a:cubicBezTo>
                    <a:pt x="95" y="470"/>
                    <a:pt x="96" y="472"/>
                    <a:pt x="96" y="473"/>
                  </a:cubicBezTo>
                  <a:cubicBezTo>
                    <a:pt x="98" y="475"/>
                    <a:pt x="98" y="475"/>
                    <a:pt x="98" y="475"/>
                  </a:cubicBezTo>
                  <a:cubicBezTo>
                    <a:pt x="98" y="473"/>
                    <a:pt x="98" y="471"/>
                    <a:pt x="99" y="471"/>
                  </a:cubicBezTo>
                  <a:cubicBezTo>
                    <a:pt x="99" y="471"/>
                    <a:pt x="100" y="472"/>
                    <a:pt x="101" y="471"/>
                  </a:cubicBezTo>
                  <a:cubicBezTo>
                    <a:pt x="102" y="471"/>
                    <a:pt x="101" y="469"/>
                    <a:pt x="102" y="466"/>
                  </a:cubicBezTo>
                  <a:cubicBezTo>
                    <a:pt x="102" y="465"/>
                    <a:pt x="104" y="464"/>
                    <a:pt x="103" y="463"/>
                  </a:cubicBezTo>
                  <a:cubicBezTo>
                    <a:pt x="104" y="462"/>
                    <a:pt x="104" y="463"/>
                    <a:pt x="105" y="463"/>
                  </a:cubicBezTo>
                  <a:cubicBezTo>
                    <a:pt x="104" y="462"/>
                    <a:pt x="104" y="462"/>
                    <a:pt x="104" y="461"/>
                  </a:cubicBezTo>
                  <a:cubicBezTo>
                    <a:pt x="104" y="461"/>
                    <a:pt x="104" y="461"/>
                    <a:pt x="103" y="461"/>
                  </a:cubicBezTo>
                  <a:cubicBezTo>
                    <a:pt x="101" y="464"/>
                    <a:pt x="99" y="462"/>
                    <a:pt x="97" y="459"/>
                  </a:cubicBezTo>
                  <a:cubicBezTo>
                    <a:pt x="96" y="459"/>
                    <a:pt x="96" y="458"/>
                    <a:pt x="96" y="458"/>
                  </a:cubicBezTo>
                  <a:cubicBezTo>
                    <a:pt x="96" y="457"/>
                    <a:pt x="96" y="456"/>
                    <a:pt x="96" y="455"/>
                  </a:cubicBezTo>
                  <a:cubicBezTo>
                    <a:pt x="97" y="457"/>
                    <a:pt x="97" y="456"/>
                    <a:pt x="97" y="456"/>
                  </a:cubicBezTo>
                  <a:cubicBezTo>
                    <a:pt x="95" y="457"/>
                    <a:pt x="98" y="448"/>
                    <a:pt x="97" y="446"/>
                  </a:cubicBezTo>
                  <a:cubicBezTo>
                    <a:pt x="96" y="445"/>
                    <a:pt x="95" y="445"/>
                    <a:pt x="95" y="445"/>
                  </a:cubicBezTo>
                  <a:cubicBezTo>
                    <a:pt x="95" y="444"/>
                    <a:pt x="95" y="437"/>
                    <a:pt x="96" y="436"/>
                  </a:cubicBezTo>
                  <a:cubicBezTo>
                    <a:pt x="96" y="436"/>
                    <a:pt x="98" y="434"/>
                    <a:pt x="98" y="434"/>
                  </a:cubicBezTo>
                  <a:cubicBezTo>
                    <a:pt x="98" y="434"/>
                    <a:pt x="98" y="433"/>
                    <a:pt x="99" y="433"/>
                  </a:cubicBezTo>
                  <a:cubicBezTo>
                    <a:pt x="100" y="432"/>
                    <a:pt x="102" y="436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4" y="440"/>
                    <a:pt x="104" y="441"/>
                    <a:pt x="104" y="442"/>
                  </a:cubicBezTo>
                  <a:cubicBezTo>
                    <a:pt x="105" y="444"/>
                    <a:pt x="107" y="445"/>
                    <a:pt x="108" y="443"/>
                  </a:cubicBezTo>
                  <a:cubicBezTo>
                    <a:pt x="107" y="444"/>
                    <a:pt x="106" y="440"/>
                    <a:pt x="107" y="440"/>
                  </a:cubicBezTo>
                  <a:cubicBezTo>
                    <a:pt x="108" y="440"/>
                    <a:pt x="110" y="446"/>
                    <a:pt x="112" y="445"/>
                  </a:cubicBezTo>
                  <a:cubicBezTo>
                    <a:pt x="111" y="445"/>
                    <a:pt x="113" y="442"/>
                    <a:pt x="113" y="442"/>
                  </a:cubicBezTo>
                  <a:cubicBezTo>
                    <a:pt x="114" y="442"/>
                    <a:pt x="114" y="445"/>
                    <a:pt x="115" y="446"/>
                  </a:cubicBezTo>
                  <a:cubicBezTo>
                    <a:pt x="116" y="446"/>
                    <a:pt x="116" y="446"/>
                    <a:pt x="116" y="446"/>
                  </a:cubicBezTo>
                  <a:cubicBezTo>
                    <a:pt x="117" y="446"/>
                    <a:pt x="117" y="446"/>
                    <a:pt x="118" y="446"/>
                  </a:cubicBezTo>
                  <a:cubicBezTo>
                    <a:pt x="118" y="445"/>
                    <a:pt x="117" y="444"/>
                    <a:pt x="119" y="444"/>
                  </a:cubicBezTo>
                  <a:cubicBezTo>
                    <a:pt x="117" y="443"/>
                    <a:pt x="117" y="442"/>
                    <a:pt x="116" y="440"/>
                  </a:cubicBezTo>
                  <a:cubicBezTo>
                    <a:pt x="117" y="442"/>
                    <a:pt x="119" y="442"/>
                    <a:pt x="119" y="443"/>
                  </a:cubicBezTo>
                  <a:cubicBezTo>
                    <a:pt x="120" y="445"/>
                    <a:pt x="119" y="443"/>
                    <a:pt x="121" y="440"/>
                  </a:cubicBezTo>
                  <a:cubicBezTo>
                    <a:pt x="120" y="440"/>
                    <a:pt x="120" y="441"/>
                    <a:pt x="119" y="441"/>
                  </a:cubicBezTo>
                  <a:cubicBezTo>
                    <a:pt x="114" y="441"/>
                    <a:pt x="118" y="433"/>
                    <a:pt x="121" y="436"/>
                  </a:cubicBezTo>
                  <a:cubicBezTo>
                    <a:pt x="122" y="436"/>
                    <a:pt x="121" y="440"/>
                    <a:pt x="121" y="440"/>
                  </a:cubicBezTo>
                  <a:cubicBezTo>
                    <a:pt x="122" y="442"/>
                    <a:pt x="123" y="441"/>
                    <a:pt x="125" y="441"/>
                  </a:cubicBezTo>
                  <a:cubicBezTo>
                    <a:pt x="125" y="442"/>
                    <a:pt x="124" y="443"/>
                    <a:pt x="125" y="444"/>
                  </a:cubicBezTo>
                  <a:cubicBezTo>
                    <a:pt x="125" y="445"/>
                    <a:pt x="126" y="444"/>
                    <a:pt x="126" y="444"/>
                  </a:cubicBezTo>
                  <a:cubicBezTo>
                    <a:pt x="128" y="445"/>
                    <a:pt x="128" y="451"/>
                    <a:pt x="129" y="450"/>
                  </a:cubicBezTo>
                  <a:cubicBezTo>
                    <a:pt x="129" y="450"/>
                    <a:pt x="129" y="450"/>
                    <a:pt x="129" y="451"/>
                  </a:cubicBezTo>
                  <a:cubicBezTo>
                    <a:pt x="129" y="451"/>
                    <a:pt x="129" y="451"/>
                    <a:pt x="130" y="451"/>
                  </a:cubicBezTo>
                  <a:cubicBezTo>
                    <a:pt x="130" y="451"/>
                    <a:pt x="130" y="451"/>
                    <a:pt x="130" y="451"/>
                  </a:cubicBezTo>
                  <a:cubicBezTo>
                    <a:pt x="130" y="451"/>
                    <a:pt x="129" y="451"/>
                    <a:pt x="129" y="451"/>
                  </a:cubicBezTo>
                  <a:cubicBezTo>
                    <a:pt x="128" y="452"/>
                    <a:pt x="126" y="454"/>
                    <a:pt x="124" y="455"/>
                  </a:cubicBezTo>
                  <a:cubicBezTo>
                    <a:pt x="124" y="456"/>
                    <a:pt x="124" y="457"/>
                    <a:pt x="123" y="457"/>
                  </a:cubicBezTo>
                  <a:cubicBezTo>
                    <a:pt x="121" y="456"/>
                    <a:pt x="123" y="453"/>
                    <a:pt x="121" y="454"/>
                  </a:cubicBezTo>
                  <a:cubicBezTo>
                    <a:pt x="117" y="455"/>
                    <a:pt x="122" y="462"/>
                    <a:pt x="126" y="460"/>
                  </a:cubicBezTo>
                  <a:cubicBezTo>
                    <a:pt x="126" y="462"/>
                    <a:pt x="125" y="464"/>
                    <a:pt x="123" y="465"/>
                  </a:cubicBezTo>
                  <a:cubicBezTo>
                    <a:pt x="124" y="465"/>
                    <a:pt x="125" y="466"/>
                    <a:pt x="124" y="467"/>
                  </a:cubicBezTo>
                  <a:cubicBezTo>
                    <a:pt x="123" y="468"/>
                    <a:pt x="122" y="466"/>
                    <a:pt x="123" y="466"/>
                  </a:cubicBezTo>
                  <a:cubicBezTo>
                    <a:pt x="122" y="466"/>
                    <a:pt x="122" y="466"/>
                    <a:pt x="121" y="467"/>
                  </a:cubicBezTo>
                  <a:cubicBezTo>
                    <a:pt x="122" y="467"/>
                    <a:pt x="122" y="467"/>
                    <a:pt x="122" y="468"/>
                  </a:cubicBezTo>
                  <a:cubicBezTo>
                    <a:pt x="121" y="468"/>
                    <a:pt x="121" y="467"/>
                    <a:pt x="121" y="467"/>
                  </a:cubicBezTo>
                  <a:cubicBezTo>
                    <a:pt x="121" y="467"/>
                    <a:pt x="120" y="467"/>
                    <a:pt x="120" y="467"/>
                  </a:cubicBezTo>
                  <a:cubicBezTo>
                    <a:pt x="121" y="467"/>
                    <a:pt x="121" y="469"/>
                    <a:pt x="121" y="471"/>
                  </a:cubicBezTo>
                  <a:cubicBezTo>
                    <a:pt x="121" y="471"/>
                    <a:pt x="121" y="471"/>
                    <a:pt x="121" y="471"/>
                  </a:cubicBezTo>
                  <a:cubicBezTo>
                    <a:pt x="122" y="471"/>
                    <a:pt x="122" y="472"/>
                    <a:pt x="122" y="472"/>
                  </a:cubicBezTo>
                  <a:cubicBezTo>
                    <a:pt x="122" y="472"/>
                    <a:pt x="122" y="472"/>
                    <a:pt x="122" y="472"/>
                  </a:cubicBezTo>
                  <a:cubicBezTo>
                    <a:pt x="122" y="472"/>
                    <a:pt x="122" y="473"/>
                    <a:pt x="122" y="473"/>
                  </a:cubicBezTo>
                  <a:cubicBezTo>
                    <a:pt x="123" y="474"/>
                    <a:pt x="123" y="473"/>
                    <a:pt x="123" y="472"/>
                  </a:cubicBezTo>
                  <a:cubicBezTo>
                    <a:pt x="124" y="471"/>
                    <a:pt x="124" y="476"/>
                    <a:pt x="123" y="476"/>
                  </a:cubicBezTo>
                  <a:cubicBezTo>
                    <a:pt x="124" y="476"/>
                    <a:pt x="125" y="475"/>
                    <a:pt x="125" y="474"/>
                  </a:cubicBezTo>
                  <a:cubicBezTo>
                    <a:pt x="124" y="474"/>
                    <a:pt x="124" y="470"/>
                    <a:pt x="125" y="471"/>
                  </a:cubicBezTo>
                  <a:cubicBezTo>
                    <a:pt x="125" y="472"/>
                    <a:pt x="125" y="472"/>
                    <a:pt x="125" y="472"/>
                  </a:cubicBezTo>
                  <a:cubicBezTo>
                    <a:pt x="125" y="472"/>
                    <a:pt x="126" y="472"/>
                    <a:pt x="126" y="472"/>
                  </a:cubicBezTo>
                  <a:cubicBezTo>
                    <a:pt x="125" y="472"/>
                    <a:pt x="127" y="473"/>
                    <a:pt x="126" y="474"/>
                  </a:cubicBezTo>
                  <a:cubicBezTo>
                    <a:pt x="128" y="473"/>
                    <a:pt x="127" y="470"/>
                    <a:pt x="128" y="470"/>
                  </a:cubicBezTo>
                  <a:cubicBezTo>
                    <a:pt x="131" y="472"/>
                    <a:pt x="127" y="476"/>
                    <a:pt x="127" y="477"/>
                  </a:cubicBezTo>
                  <a:cubicBezTo>
                    <a:pt x="127" y="477"/>
                    <a:pt x="128" y="478"/>
                    <a:pt x="128" y="478"/>
                  </a:cubicBezTo>
                  <a:cubicBezTo>
                    <a:pt x="128" y="478"/>
                    <a:pt x="128" y="477"/>
                    <a:pt x="128" y="477"/>
                  </a:cubicBezTo>
                  <a:cubicBezTo>
                    <a:pt x="129" y="475"/>
                    <a:pt x="130" y="471"/>
                    <a:pt x="132" y="473"/>
                  </a:cubicBezTo>
                  <a:cubicBezTo>
                    <a:pt x="131" y="473"/>
                    <a:pt x="131" y="472"/>
                    <a:pt x="132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4" y="470"/>
                    <a:pt x="136" y="471"/>
                    <a:pt x="135" y="472"/>
                  </a:cubicBezTo>
                  <a:cubicBezTo>
                    <a:pt x="136" y="475"/>
                    <a:pt x="136" y="481"/>
                    <a:pt x="138" y="476"/>
                  </a:cubicBezTo>
                  <a:cubicBezTo>
                    <a:pt x="137" y="478"/>
                    <a:pt x="141" y="480"/>
                    <a:pt x="139" y="482"/>
                  </a:cubicBezTo>
                  <a:cubicBezTo>
                    <a:pt x="139" y="482"/>
                    <a:pt x="138" y="482"/>
                    <a:pt x="138" y="482"/>
                  </a:cubicBezTo>
                  <a:cubicBezTo>
                    <a:pt x="138" y="483"/>
                    <a:pt x="141" y="489"/>
                    <a:pt x="142" y="489"/>
                  </a:cubicBezTo>
                  <a:cubicBezTo>
                    <a:pt x="143" y="489"/>
                    <a:pt x="144" y="483"/>
                    <a:pt x="146" y="486"/>
                  </a:cubicBezTo>
                  <a:cubicBezTo>
                    <a:pt x="146" y="487"/>
                    <a:pt x="145" y="490"/>
                    <a:pt x="145" y="490"/>
                  </a:cubicBezTo>
                  <a:cubicBezTo>
                    <a:pt x="141" y="491"/>
                    <a:pt x="146" y="492"/>
                    <a:pt x="147" y="492"/>
                  </a:cubicBezTo>
                  <a:cubicBezTo>
                    <a:pt x="148" y="492"/>
                    <a:pt x="147" y="490"/>
                    <a:pt x="148" y="490"/>
                  </a:cubicBezTo>
                  <a:cubicBezTo>
                    <a:pt x="148" y="490"/>
                    <a:pt x="151" y="493"/>
                    <a:pt x="151" y="492"/>
                  </a:cubicBezTo>
                  <a:cubicBezTo>
                    <a:pt x="152" y="493"/>
                    <a:pt x="153" y="492"/>
                    <a:pt x="152" y="495"/>
                  </a:cubicBezTo>
                  <a:cubicBezTo>
                    <a:pt x="153" y="495"/>
                    <a:pt x="153" y="493"/>
                    <a:pt x="154" y="492"/>
                  </a:cubicBezTo>
                  <a:cubicBezTo>
                    <a:pt x="154" y="491"/>
                    <a:pt x="155" y="490"/>
                    <a:pt x="156" y="491"/>
                  </a:cubicBezTo>
                  <a:cubicBezTo>
                    <a:pt x="156" y="491"/>
                    <a:pt x="157" y="491"/>
                    <a:pt x="157" y="491"/>
                  </a:cubicBezTo>
                  <a:cubicBezTo>
                    <a:pt x="157" y="492"/>
                    <a:pt x="157" y="492"/>
                    <a:pt x="157" y="492"/>
                  </a:cubicBezTo>
                  <a:cubicBezTo>
                    <a:pt x="157" y="493"/>
                    <a:pt x="156" y="494"/>
                    <a:pt x="156" y="494"/>
                  </a:cubicBezTo>
                  <a:cubicBezTo>
                    <a:pt x="156" y="494"/>
                    <a:pt x="156" y="495"/>
                    <a:pt x="155" y="495"/>
                  </a:cubicBezTo>
                  <a:cubicBezTo>
                    <a:pt x="156" y="495"/>
                    <a:pt x="156" y="495"/>
                    <a:pt x="157" y="496"/>
                  </a:cubicBezTo>
                  <a:cubicBezTo>
                    <a:pt x="157" y="495"/>
                    <a:pt x="158" y="495"/>
                    <a:pt x="158" y="495"/>
                  </a:cubicBezTo>
                  <a:cubicBezTo>
                    <a:pt x="160" y="495"/>
                    <a:pt x="161" y="498"/>
                    <a:pt x="160" y="499"/>
                  </a:cubicBezTo>
                  <a:cubicBezTo>
                    <a:pt x="160" y="500"/>
                    <a:pt x="160" y="500"/>
                    <a:pt x="161" y="500"/>
                  </a:cubicBezTo>
                  <a:cubicBezTo>
                    <a:pt x="160" y="501"/>
                    <a:pt x="158" y="503"/>
                    <a:pt x="158" y="504"/>
                  </a:cubicBezTo>
                  <a:cubicBezTo>
                    <a:pt x="158" y="504"/>
                    <a:pt x="158" y="504"/>
                    <a:pt x="158" y="504"/>
                  </a:cubicBezTo>
                  <a:cubicBezTo>
                    <a:pt x="158" y="504"/>
                    <a:pt x="157" y="504"/>
                    <a:pt x="157" y="504"/>
                  </a:cubicBezTo>
                  <a:cubicBezTo>
                    <a:pt x="157" y="504"/>
                    <a:pt x="157" y="505"/>
                    <a:pt x="157" y="505"/>
                  </a:cubicBezTo>
                  <a:cubicBezTo>
                    <a:pt x="157" y="507"/>
                    <a:pt x="161" y="504"/>
                    <a:pt x="162" y="507"/>
                  </a:cubicBezTo>
                  <a:cubicBezTo>
                    <a:pt x="161" y="505"/>
                    <a:pt x="162" y="504"/>
                    <a:pt x="163" y="503"/>
                  </a:cubicBezTo>
                  <a:cubicBezTo>
                    <a:pt x="162" y="502"/>
                    <a:pt x="163" y="499"/>
                    <a:pt x="165" y="500"/>
                  </a:cubicBezTo>
                  <a:cubicBezTo>
                    <a:pt x="164" y="498"/>
                    <a:pt x="163" y="495"/>
                    <a:pt x="166" y="496"/>
                  </a:cubicBezTo>
                  <a:cubicBezTo>
                    <a:pt x="166" y="495"/>
                    <a:pt x="166" y="495"/>
                    <a:pt x="166" y="494"/>
                  </a:cubicBezTo>
                  <a:cubicBezTo>
                    <a:pt x="165" y="497"/>
                    <a:pt x="164" y="494"/>
                    <a:pt x="165" y="493"/>
                  </a:cubicBezTo>
                  <a:cubicBezTo>
                    <a:pt x="165" y="492"/>
                    <a:pt x="166" y="493"/>
                    <a:pt x="166" y="493"/>
                  </a:cubicBezTo>
                  <a:cubicBezTo>
                    <a:pt x="167" y="493"/>
                    <a:pt x="166" y="491"/>
                    <a:pt x="167" y="490"/>
                  </a:cubicBezTo>
                  <a:cubicBezTo>
                    <a:pt x="169" y="488"/>
                    <a:pt x="170" y="489"/>
                    <a:pt x="170" y="486"/>
                  </a:cubicBezTo>
                  <a:cubicBezTo>
                    <a:pt x="169" y="483"/>
                    <a:pt x="172" y="482"/>
                    <a:pt x="171" y="480"/>
                  </a:cubicBezTo>
                  <a:cubicBezTo>
                    <a:pt x="170" y="479"/>
                    <a:pt x="164" y="481"/>
                    <a:pt x="165" y="477"/>
                  </a:cubicBezTo>
                  <a:cubicBezTo>
                    <a:pt x="165" y="476"/>
                    <a:pt x="166" y="477"/>
                    <a:pt x="166" y="475"/>
                  </a:cubicBezTo>
                  <a:cubicBezTo>
                    <a:pt x="165" y="474"/>
                    <a:pt x="167" y="467"/>
                    <a:pt x="169" y="473"/>
                  </a:cubicBezTo>
                  <a:cubicBezTo>
                    <a:pt x="169" y="473"/>
                    <a:pt x="168" y="475"/>
                    <a:pt x="168" y="475"/>
                  </a:cubicBezTo>
                  <a:cubicBezTo>
                    <a:pt x="168" y="477"/>
                    <a:pt x="171" y="477"/>
                    <a:pt x="171" y="478"/>
                  </a:cubicBezTo>
                  <a:cubicBezTo>
                    <a:pt x="172" y="478"/>
                    <a:pt x="170" y="480"/>
                    <a:pt x="171" y="480"/>
                  </a:cubicBezTo>
                  <a:cubicBezTo>
                    <a:pt x="173" y="480"/>
                    <a:pt x="173" y="477"/>
                    <a:pt x="174" y="477"/>
                  </a:cubicBezTo>
                  <a:cubicBezTo>
                    <a:pt x="173" y="476"/>
                    <a:pt x="170" y="476"/>
                    <a:pt x="172" y="475"/>
                  </a:cubicBezTo>
                  <a:cubicBezTo>
                    <a:pt x="172" y="474"/>
                    <a:pt x="176" y="476"/>
                    <a:pt x="176" y="476"/>
                  </a:cubicBezTo>
                  <a:cubicBezTo>
                    <a:pt x="179" y="476"/>
                    <a:pt x="179" y="475"/>
                    <a:pt x="180" y="478"/>
                  </a:cubicBezTo>
                  <a:cubicBezTo>
                    <a:pt x="180" y="480"/>
                    <a:pt x="179" y="483"/>
                    <a:pt x="178" y="484"/>
                  </a:cubicBezTo>
                  <a:cubicBezTo>
                    <a:pt x="176" y="486"/>
                    <a:pt x="178" y="484"/>
                    <a:pt x="180" y="485"/>
                  </a:cubicBezTo>
                  <a:cubicBezTo>
                    <a:pt x="181" y="486"/>
                    <a:pt x="182" y="488"/>
                    <a:pt x="182" y="490"/>
                  </a:cubicBezTo>
                  <a:cubicBezTo>
                    <a:pt x="183" y="489"/>
                    <a:pt x="185" y="488"/>
                    <a:pt x="185" y="490"/>
                  </a:cubicBezTo>
                  <a:cubicBezTo>
                    <a:pt x="185" y="489"/>
                    <a:pt x="185" y="489"/>
                    <a:pt x="185" y="489"/>
                  </a:cubicBezTo>
                  <a:cubicBezTo>
                    <a:pt x="186" y="490"/>
                    <a:pt x="185" y="490"/>
                    <a:pt x="185" y="490"/>
                  </a:cubicBezTo>
                  <a:cubicBezTo>
                    <a:pt x="185" y="490"/>
                    <a:pt x="185" y="490"/>
                    <a:pt x="185" y="491"/>
                  </a:cubicBezTo>
                  <a:cubicBezTo>
                    <a:pt x="185" y="487"/>
                    <a:pt x="190" y="497"/>
                    <a:pt x="191" y="494"/>
                  </a:cubicBezTo>
                  <a:cubicBezTo>
                    <a:pt x="192" y="494"/>
                    <a:pt x="192" y="493"/>
                    <a:pt x="192" y="493"/>
                  </a:cubicBezTo>
                  <a:cubicBezTo>
                    <a:pt x="192" y="493"/>
                    <a:pt x="192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4" y="493"/>
                    <a:pt x="195" y="492"/>
                    <a:pt x="196" y="492"/>
                  </a:cubicBezTo>
                  <a:cubicBezTo>
                    <a:pt x="196" y="491"/>
                    <a:pt x="197" y="491"/>
                    <a:pt x="197" y="491"/>
                  </a:cubicBezTo>
                  <a:cubicBezTo>
                    <a:pt x="198" y="491"/>
                    <a:pt x="199" y="491"/>
                    <a:pt x="200" y="493"/>
                  </a:cubicBezTo>
                  <a:cubicBezTo>
                    <a:pt x="202" y="496"/>
                    <a:pt x="201" y="491"/>
                    <a:pt x="200" y="491"/>
                  </a:cubicBezTo>
                  <a:cubicBezTo>
                    <a:pt x="200" y="491"/>
                    <a:pt x="200" y="490"/>
                    <a:pt x="200" y="489"/>
                  </a:cubicBezTo>
                  <a:cubicBezTo>
                    <a:pt x="199" y="489"/>
                    <a:pt x="199" y="489"/>
                    <a:pt x="199" y="489"/>
                  </a:cubicBezTo>
                  <a:cubicBezTo>
                    <a:pt x="199" y="487"/>
                    <a:pt x="199" y="484"/>
                    <a:pt x="200" y="483"/>
                  </a:cubicBezTo>
                  <a:cubicBezTo>
                    <a:pt x="200" y="485"/>
                    <a:pt x="200" y="486"/>
                    <a:pt x="201" y="488"/>
                  </a:cubicBezTo>
                  <a:cubicBezTo>
                    <a:pt x="201" y="487"/>
                    <a:pt x="202" y="487"/>
                    <a:pt x="202" y="488"/>
                  </a:cubicBezTo>
                  <a:cubicBezTo>
                    <a:pt x="202" y="488"/>
                    <a:pt x="202" y="489"/>
                    <a:pt x="201" y="489"/>
                  </a:cubicBezTo>
                  <a:cubicBezTo>
                    <a:pt x="201" y="489"/>
                    <a:pt x="201" y="490"/>
                    <a:pt x="201" y="490"/>
                  </a:cubicBezTo>
                  <a:cubicBezTo>
                    <a:pt x="202" y="489"/>
                    <a:pt x="202" y="488"/>
                    <a:pt x="203" y="487"/>
                  </a:cubicBezTo>
                  <a:cubicBezTo>
                    <a:pt x="202" y="488"/>
                    <a:pt x="203" y="490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5" y="491"/>
                    <a:pt x="205" y="491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8"/>
                    <a:pt x="206" y="487"/>
                    <a:pt x="206" y="487"/>
                  </a:cubicBezTo>
                  <a:cubicBezTo>
                    <a:pt x="205" y="486"/>
                    <a:pt x="204" y="486"/>
                    <a:pt x="203" y="486"/>
                  </a:cubicBezTo>
                  <a:cubicBezTo>
                    <a:pt x="203" y="487"/>
                    <a:pt x="202" y="487"/>
                    <a:pt x="202" y="487"/>
                  </a:cubicBezTo>
                  <a:cubicBezTo>
                    <a:pt x="201" y="487"/>
                    <a:pt x="201" y="486"/>
                    <a:pt x="202" y="486"/>
                  </a:cubicBezTo>
                  <a:cubicBezTo>
                    <a:pt x="202" y="486"/>
                    <a:pt x="201" y="486"/>
                    <a:pt x="201" y="486"/>
                  </a:cubicBezTo>
                  <a:cubicBezTo>
                    <a:pt x="201" y="485"/>
                    <a:pt x="201" y="483"/>
                    <a:pt x="202" y="481"/>
                  </a:cubicBezTo>
                  <a:cubicBezTo>
                    <a:pt x="200" y="482"/>
                    <a:pt x="199" y="481"/>
                    <a:pt x="199" y="478"/>
                  </a:cubicBezTo>
                  <a:cubicBezTo>
                    <a:pt x="199" y="478"/>
                    <a:pt x="199" y="478"/>
                    <a:pt x="199" y="478"/>
                  </a:cubicBezTo>
                  <a:cubicBezTo>
                    <a:pt x="199" y="479"/>
                    <a:pt x="197" y="484"/>
                    <a:pt x="197" y="485"/>
                  </a:cubicBezTo>
                  <a:cubicBezTo>
                    <a:pt x="197" y="485"/>
                    <a:pt x="198" y="490"/>
                    <a:pt x="196" y="487"/>
                  </a:cubicBezTo>
                  <a:cubicBezTo>
                    <a:pt x="194" y="486"/>
                    <a:pt x="198" y="481"/>
                    <a:pt x="198" y="478"/>
                  </a:cubicBezTo>
                  <a:cubicBezTo>
                    <a:pt x="197" y="478"/>
                    <a:pt x="197" y="477"/>
                    <a:pt x="197" y="477"/>
                  </a:cubicBezTo>
                  <a:cubicBezTo>
                    <a:pt x="197" y="476"/>
                    <a:pt x="197" y="475"/>
                    <a:pt x="198" y="475"/>
                  </a:cubicBezTo>
                  <a:cubicBezTo>
                    <a:pt x="198" y="474"/>
                    <a:pt x="198" y="474"/>
                    <a:pt x="198" y="473"/>
                  </a:cubicBezTo>
                  <a:cubicBezTo>
                    <a:pt x="198" y="472"/>
                    <a:pt x="197" y="473"/>
                    <a:pt x="196" y="473"/>
                  </a:cubicBezTo>
                  <a:cubicBezTo>
                    <a:pt x="196" y="472"/>
                    <a:pt x="195" y="470"/>
                    <a:pt x="195" y="470"/>
                  </a:cubicBezTo>
                  <a:cubicBezTo>
                    <a:pt x="195" y="468"/>
                    <a:pt x="198" y="469"/>
                    <a:pt x="199" y="470"/>
                  </a:cubicBezTo>
                  <a:cubicBezTo>
                    <a:pt x="198" y="469"/>
                    <a:pt x="200" y="470"/>
                    <a:pt x="201" y="469"/>
                  </a:cubicBezTo>
                  <a:cubicBezTo>
                    <a:pt x="200" y="470"/>
                    <a:pt x="202" y="464"/>
                    <a:pt x="204" y="464"/>
                  </a:cubicBezTo>
                  <a:cubicBezTo>
                    <a:pt x="204" y="465"/>
                    <a:pt x="203" y="468"/>
                    <a:pt x="203" y="469"/>
                  </a:cubicBezTo>
                  <a:cubicBezTo>
                    <a:pt x="203" y="469"/>
                    <a:pt x="203" y="469"/>
                    <a:pt x="203" y="469"/>
                  </a:cubicBezTo>
                  <a:cubicBezTo>
                    <a:pt x="203" y="469"/>
                    <a:pt x="204" y="468"/>
                    <a:pt x="204" y="469"/>
                  </a:cubicBezTo>
                  <a:cubicBezTo>
                    <a:pt x="205" y="469"/>
                    <a:pt x="205" y="470"/>
                    <a:pt x="205" y="471"/>
                  </a:cubicBezTo>
                  <a:cubicBezTo>
                    <a:pt x="205" y="471"/>
                    <a:pt x="205" y="471"/>
                    <a:pt x="205" y="471"/>
                  </a:cubicBezTo>
                  <a:cubicBezTo>
                    <a:pt x="205" y="471"/>
                    <a:pt x="205" y="472"/>
                    <a:pt x="203" y="472"/>
                  </a:cubicBezTo>
                  <a:cubicBezTo>
                    <a:pt x="201" y="472"/>
                    <a:pt x="203" y="473"/>
                    <a:pt x="204" y="474"/>
                  </a:cubicBezTo>
                  <a:cubicBezTo>
                    <a:pt x="204" y="474"/>
                    <a:pt x="204" y="474"/>
                    <a:pt x="204" y="474"/>
                  </a:cubicBezTo>
                  <a:cubicBezTo>
                    <a:pt x="205" y="474"/>
                    <a:pt x="205" y="474"/>
                    <a:pt x="205" y="474"/>
                  </a:cubicBezTo>
                  <a:cubicBezTo>
                    <a:pt x="206" y="475"/>
                    <a:pt x="206" y="476"/>
                    <a:pt x="205" y="476"/>
                  </a:cubicBezTo>
                  <a:cubicBezTo>
                    <a:pt x="206" y="477"/>
                    <a:pt x="207" y="476"/>
                    <a:pt x="208" y="476"/>
                  </a:cubicBezTo>
                  <a:cubicBezTo>
                    <a:pt x="209" y="476"/>
                    <a:pt x="208" y="477"/>
                    <a:pt x="209" y="478"/>
                  </a:cubicBezTo>
                  <a:cubicBezTo>
                    <a:pt x="209" y="478"/>
                    <a:pt x="209" y="478"/>
                    <a:pt x="209" y="478"/>
                  </a:cubicBezTo>
                  <a:cubicBezTo>
                    <a:pt x="212" y="475"/>
                    <a:pt x="215" y="470"/>
                    <a:pt x="211" y="471"/>
                  </a:cubicBezTo>
                  <a:cubicBezTo>
                    <a:pt x="214" y="469"/>
                    <a:pt x="210" y="467"/>
                    <a:pt x="209" y="466"/>
                  </a:cubicBezTo>
                  <a:cubicBezTo>
                    <a:pt x="208" y="464"/>
                    <a:pt x="210" y="467"/>
                    <a:pt x="210" y="466"/>
                  </a:cubicBezTo>
                  <a:cubicBezTo>
                    <a:pt x="212" y="465"/>
                    <a:pt x="209" y="463"/>
                    <a:pt x="210" y="460"/>
                  </a:cubicBezTo>
                  <a:cubicBezTo>
                    <a:pt x="210" y="460"/>
                    <a:pt x="212" y="458"/>
                    <a:pt x="212" y="458"/>
                  </a:cubicBezTo>
                  <a:cubicBezTo>
                    <a:pt x="213" y="456"/>
                    <a:pt x="210" y="457"/>
                    <a:pt x="213" y="456"/>
                  </a:cubicBezTo>
                  <a:cubicBezTo>
                    <a:pt x="215" y="456"/>
                    <a:pt x="216" y="452"/>
                    <a:pt x="217" y="451"/>
                  </a:cubicBezTo>
                  <a:cubicBezTo>
                    <a:pt x="217" y="451"/>
                    <a:pt x="221" y="451"/>
                    <a:pt x="221" y="449"/>
                  </a:cubicBezTo>
                  <a:cubicBezTo>
                    <a:pt x="217" y="452"/>
                    <a:pt x="215" y="447"/>
                    <a:pt x="217" y="446"/>
                  </a:cubicBezTo>
                  <a:cubicBezTo>
                    <a:pt x="217" y="446"/>
                    <a:pt x="216" y="443"/>
                    <a:pt x="219" y="443"/>
                  </a:cubicBezTo>
                  <a:cubicBezTo>
                    <a:pt x="221" y="442"/>
                    <a:pt x="220" y="443"/>
                    <a:pt x="222" y="441"/>
                  </a:cubicBezTo>
                  <a:cubicBezTo>
                    <a:pt x="224" y="440"/>
                    <a:pt x="222" y="448"/>
                    <a:pt x="222" y="449"/>
                  </a:cubicBezTo>
                  <a:cubicBezTo>
                    <a:pt x="223" y="451"/>
                    <a:pt x="224" y="448"/>
                    <a:pt x="224" y="451"/>
                  </a:cubicBezTo>
                  <a:cubicBezTo>
                    <a:pt x="225" y="457"/>
                    <a:pt x="228" y="468"/>
                    <a:pt x="219" y="471"/>
                  </a:cubicBezTo>
                  <a:cubicBezTo>
                    <a:pt x="217" y="471"/>
                    <a:pt x="216" y="470"/>
                    <a:pt x="215" y="471"/>
                  </a:cubicBezTo>
                  <a:cubicBezTo>
                    <a:pt x="213" y="473"/>
                    <a:pt x="212" y="475"/>
                    <a:pt x="211" y="478"/>
                  </a:cubicBezTo>
                  <a:cubicBezTo>
                    <a:pt x="211" y="478"/>
                    <a:pt x="211" y="478"/>
                    <a:pt x="211" y="478"/>
                  </a:cubicBezTo>
                  <a:cubicBezTo>
                    <a:pt x="212" y="478"/>
                    <a:pt x="211" y="480"/>
                    <a:pt x="211" y="480"/>
                  </a:cubicBezTo>
                  <a:cubicBezTo>
                    <a:pt x="212" y="480"/>
                    <a:pt x="213" y="480"/>
                    <a:pt x="213" y="480"/>
                  </a:cubicBezTo>
                  <a:cubicBezTo>
                    <a:pt x="214" y="480"/>
                    <a:pt x="214" y="479"/>
                    <a:pt x="215" y="479"/>
                  </a:cubicBezTo>
                  <a:cubicBezTo>
                    <a:pt x="215" y="480"/>
                    <a:pt x="215" y="480"/>
                    <a:pt x="215" y="480"/>
                  </a:cubicBezTo>
                  <a:cubicBezTo>
                    <a:pt x="215" y="480"/>
                    <a:pt x="216" y="480"/>
                    <a:pt x="216" y="481"/>
                  </a:cubicBezTo>
                  <a:cubicBezTo>
                    <a:pt x="216" y="482"/>
                    <a:pt x="215" y="484"/>
                    <a:pt x="217" y="483"/>
                  </a:cubicBezTo>
                  <a:cubicBezTo>
                    <a:pt x="216" y="484"/>
                    <a:pt x="216" y="486"/>
                    <a:pt x="216" y="487"/>
                  </a:cubicBezTo>
                  <a:cubicBezTo>
                    <a:pt x="216" y="487"/>
                    <a:pt x="216" y="487"/>
                    <a:pt x="216" y="487"/>
                  </a:cubicBezTo>
                  <a:cubicBezTo>
                    <a:pt x="217" y="487"/>
                    <a:pt x="219" y="486"/>
                    <a:pt x="219" y="486"/>
                  </a:cubicBezTo>
                  <a:cubicBezTo>
                    <a:pt x="220" y="486"/>
                    <a:pt x="219" y="489"/>
                    <a:pt x="217" y="490"/>
                  </a:cubicBezTo>
                  <a:cubicBezTo>
                    <a:pt x="217" y="491"/>
                    <a:pt x="217" y="492"/>
                    <a:pt x="217" y="492"/>
                  </a:cubicBezTo>
                  <a:cubicBezTo>
                    <a:pt x="217" y="492"/>
                    <a:pt x="221" y="486"/>
                    <a:pt x="222" y="489"/>
                  </a:cubicBezTo>
                  <a:cubicBezTo>
                    <a:pt x="222" y="489"/>
                    <a:pt x="222" y="489"/>
                    <a:pt x="222" y="489"/>
                  </a:cubicBezTo>
                  <a:cubicBezTo>
                    <a:pt x="222" y="489"/>
                    <a:pt x="225" y="487"/>
                    <a:pt x="225" y="487"/>
                  </a:cubicBezTo>
                  <a:cubicBezTo>
                    <a:pt x="227" y="489"/>
                    <a:pt x="224" y="492"/>
                    <a:pt x="223" y="494"/>
                  </a:cubicBezTo>
                  <a:cubicBezTo>
                    <a:pt x="225" y="494"/>
                    <a:pt x="226" y="495"/>
                    <a:pt x="225" y="496"/>
                  </a:cubicBezTo>
                  <a:cubicBezTo>
                    <a:pt x="225" y="497"/>
                    <a:pt x="225" y="497"/>
                    <a:pt x="224" y="497"/>
                  </a:cubicBezTo>
                  <a:cubicBezTo>
                    <a:pt x="225" y="498"/>
                    <a:pt x="225" y="498"/>
                    <a:pt x="223" y="499"/>
                  </a:cubicBezTo>
                  <a:cubicBezTo>
                    <a:pt x="223" y="499"/>
                    <a:pt x="223" y="500"/>
                    <a:pt x="222" y="499"/>
                  </a:cubicBezTo>
                  <a:cubicBezTo>
                    <a:pt x="221" y="499"/>
                    <a:pt x="221" y="498"/>
                    <a:pt x="222" y="498"/>
                  </a:cubicBezTo>
                  <a:cubicBezTo>
                    <a:pt x="222" y="498"/>
                    <a:pt x="222" y="498"/>
                    <a:pt x="221" y="498"/>
                  </a:cubicBezTo>
                  <a:cubicBezTo>
                    <a:pt x="221" y="500"/>
                    <a:pt x="221" y="502"/>
                    <a:pt x="219" y="503"/>
                  </a:cubicBezTo>
                  <a:cubicBezTo>
                    <a:pt x="219" y="504"/>
                    <a:pt x="219" y="504"/>
                    <a:pt x="220" y="505"/>
                  </a:cubicBezTo>
                  <a:cubicBezTo>
                    <a:pt x="220" y="505"/>
                    <a:pt x="220" y="505"/>
                    <a:pt x="220" y="505"/>
                  </a:cubicBezTo>
                  <a:cubicBezTo>
                    <a:pt x="221" y="504"/>
                    <a:pt x="222" y="503"/>
                    <a:pt x="223" y="502"/>
                  </a:cubicBezTo>
                  <a:cubicBezTo>
                    <a:pt x="223" y="504"/>
                    <a:pt x="222" y="505"/>
                    <a:pt x="220" y="506"/>
                  </a:cubicBezTo>
                  <a:cubicBezTo>
                    <a:pt x="220" y="507"/>
                    <a:pt x="220" y="507"/>
                    <a:pt x="220" y="507"/>
                  </a:cubicBezTo>
                  <a:cubicBezTo>
                    <a:pt x="221" y="506"/>
                    <a:pt x="221" y="506"/>
                    <a:pt x="221" y="506"/>
                  </a:cubicBezTo>
                  <a:cubicBezTo>
                    <a:pt x="222" y="507"/>
                    <a:pt x="221" y="507"/>
                    <a:pt x="220" y="507"/>
                  </a:cubicBezTo>
                  <a:cubicBezTo>
                    <a:pt x="219" y="509"/>
                    <a:pt x="216" y="511"/>
                    <a:pt x="215" y="512"/>
                  </a:cubicBezTo>
                  <a:cubicBezTo>
                    <a:pt x="216" y="512"/>
                    <a:pt x="216" y="512"/>
                    <a:pt x="216" y="512"/>
                  </a:cubicBezTo>
                  <a:cubicBezTo>
                    <a:pt x="217" y="512"/>
                    <a:pt x="217" y="513"/>
                    <a:pt x="217" y="514"/>
                  </a:cubicBezTo>
                  <a:cubicBezTo>
                    <a:pt x="217" y="515"/>
                    <a:pt x="217" y="515"/>
                    <a:pt x="217" y="515"/>
                  </a:cubicBezTo>
                  <a:cubicBezTo>
                    <a:pt x="217" y="516"/>
                    <a:pt x="215" y="519"/>
                    <a:pt x="214" y="518"/>
                  </a:cubicBezTo>
                  <a:cubicBezTo>
                    <a:pt x="214" y="518"/>
                    <a:pt x="214" y="518"/>
                    <a:pt x="214" y="517"/>
                  </a:cubicBezTo>
                  <a:cubicBezTo>
                    <a:pt x="214" y="518"/>
                    <a:pt x="214" y="518"/>
                    <a:pt x="214" y="518"/>
                  </a:cubicBezTo>
                  <a:cubicBezTo>
                    <a:pt x="214" y="518"/>
                    <a:pt x="213" y="518"/>
                    <a:pt x="213" y="518"/>
                  </a:cubicBezTo>
                  <a:cubicBezTo>
                    <a:pt x="211" y="517"/>
                    <a:pt x="213" y="516"/>
                    <a:pt x="214" y="517"/>
                  </a:cubicBezTo>
                  <a:cubicBezTo>
                    <a:pt x="214" y="516"/>
                    <a:pt x="214" y="516"/>
                    <a:pt x="214" y="515"/>
                  </a:cubicBezTo>
                  <a:cubicBezTo>
                    <a:pt x="213" y="516"/>
                    <a:pt x="213" y="516"/>
                    <a:pt x="213" y="516"/>
                  </a:cubicBezTo>
                  <a:cubicBezTo>
                    <a:pt x="212" y="517"/>
                    <a:pt x="211" y="516"/>
                    <a:pt x="212" y="515"/>
                  </a:cubicBezTo>
                  <a:cubicBezTo>
                    <a:pt x="209" y="515"/>
                    <a:pt x="203" y="515"/>
                    <a:pt x="204" y="515"/>
                  </a:cubicBezTo>
                  <a:cubicBezTo>
                    <a:pt x="203" y="515"/>
                    <a:pt x="200" y="523"/>
                    <a:pt x="200" y="518"/>
                  </a:cubicBezTo>
                  <a:cubicBezTo>
                    <a:pt x="200" y="519"/>
                    <a:pt x="200" y="519"/>
                    <a:pt x="200" y="519"/>
                  </a:cubicBezTo>
                  <a:cubicBezTo>
                    <a:pt x="200" y="519"/>
                    <a:pt x="200" y="519"/>
                    <a:pt x="199" y="519"/>
                  </a:cubicBezTo>
                  <a:cubicBezTo>
                    <a:pt x="199" y="520"/>
                    <a:pt x="199" y="520"/>
                    <a:pt x="198" y="519"/>
                  </a:cubicBezTo>
                  <a:cubicBezTo>
                    <a:pt x="198" y="520"/>
                    <a:pt x="198" y="520"/>
                    <a:pt x="198" y="520"/>
                  </a:cubicBezTo>
                  <a:cubicBezTo>
                    <a:pt x="197" y="521"/>
                    <a:pt x="197" y="519"/>
                    <a:pt x="197" y="519"/>
                  </a:cubicBezTo>
                  <a:cubicBezTo>
                    <a:pt x="196" y="518"/>
                    <a:pt x="196" y="517"/>
                    <a:pt x="195" y="517"/>
                  </a:cubicBezTo>
                  <a:cubicBezTo>
                    <a:pt x="195" y="517"/>
                    <a:pt x="193" y="516"/>
                    <a:pt x="193" y="517"/>
                  </a:cubicBezTo>
                  <a:cubicBezTo>
                    <a:pt x="192" y="515"/>
                    <a:pt x="194" y="514"/>
                    <a:pt x="194" y="513"/>
                  </a:cubicBezTo>
                  <a:cubicBezTo>
                    <a:pt x="194" y="512"/>
                    <a:pt x="194" y="512"/>
                    <a:pt x="194" y="511"/>
                  </a:cubicBezTo>
                  <a:cubicBezTo>
                    <a:pt x="194" y="513"/>
                    <a:pt x="193" y="514"/>
                    <a:pt x="192" y="513"/>
                  </a:cubicBezTo>
                  <a:cubicBezTo>
                    <a:pt x="191" y="513"/>
                    <a:pt x="191" y="513"/>
                    <a:pt x="191" y="512"/>
                  </a:cubicBezTo>
                  <a:cubicBezTo>
                    <a:pt x="190" y="512"/>
                    <a:pt x="189" y="511"/>
                    <a:pt x="189" y="510"/>
                  </a:cubicBezTo>
                  <a:cubicBezTo>
                    <a:pt x="190" y="509"/>
                    <a:pt x="190" y="509"/>
                    <a:pt x="191" y="509"/>
                  </a:cubicBezTo>
                  <a:cubicBezTo>
                    <a:pt x="191" y="508"/>
                    <a:pt x="192" y="507"/>
                    <a:pt x="193" y="507"/>
                  </a:cubicBezTo>
                  <a:cubicBezTo>
                    <a:pt x="193" y="507"/>
                    <a:pt x="194" y="508"/>
                    <a:pt x="194" y="508"/>
                  </a:cubicBezTo>
                  <a:cubicBezTo>
                    <a:pt x="196" y="507"/>
                    <a:pt x="193" y="505"/>
                    <a:pt x="197" y="505"/>
                  </a:cubicBezTo>
                  <a:cubicBezTo>
                    <a:pt x="194" y="505"/>
                    <a:pt x="194" y="501"/>
                    <a:pt x="191" y="501"/>
                  </a:cubicBezTo>
                  <a:cubicBezTo>
                    <a:pt x="190" y="501"/>
                    <a:pt x="185" y="504"/>
                    <a:pt x="185" y="505"/>
                  </a:cubicBezTo>
                  <a:cubicBezTo>
                    <a:pt x="185" y="505"/>
                    <a:pt x="186" y="505"/>
                    <a:pt x="185" y="506"/>
                  </a:cubicBezTo>
                  <a:cubicBezTo>
                    <a:pt x="186" y="506"/>
                    <a:pt x="186" y="506"/>
                    <a:pt x="186" y="506"/>
                  </a:cubicBezTo>
                  <a:cubicBezTo>
                    <a:pt x="186" y="506"/>
                    <a:pt x="186" y="506"/>
                    <a:pt x="185" y="506"/>
                  </a:cubicBezTo>
                  <a:cubicBezTo>
                    <a:pt x="185" y="506"/>
                    <a:pt x="185" y="506"/>
                    <a:pt x="185" y="506"/>
                  </a:cubicBezTo>
                  <a:cubicBezTo>
                    <a:pt x="185" y="507"/>
                    <a:pt x="182" y="505"/>
                    <a:pt x="180" y="507"/>
                  </a:cubicBezTo>
                  <a:cubicBezTo>
                    <a:pt x="181" y="506"/>
                    <a:pt x="179" y="508"/>
                    <a:pt x="180" y="508"/>
                  </a:cubicBezTo>
                  <a:cubicBezTo>
                    <a:pt x="180" y="509"/>
                    <a:pt x="181" y="508"/>
                    <a:pt x="181" y="508"/>
                  </a:cubicBezTo>
                  <a:cubicBezTo>
                    <a:pt x="181" y="507"/>
                    <a:pt x="181" y="506"/>
                    <a:pt x="182" y="506"/>
                  </a:cubicBezTo>
                  <a:cubicBezTo>
                    <a:pt x="183" y="507"/>
                    <a:pt x="182" y="508"/>
                    <a:pt x="182" y="508"/>
                  </a:cubicBezTo>
                  <a:cubicBezTo>
                    <a:pt x="183" y="509"/>
                    <a:pt x="181" y="511"/>
                    <a:pt x="182" y="512"/>
                  </a:cubicBezTo>
                  <a:cubicBezTo>
                    <a:pt x="182" y="514"/>
                    <a:pt x="183" y="512"/>
                    <a:pt x="184" y="514"/>
                  </a:cubicBezTo>
                  <a:cubicBezTo>
                    <a:pt x="181" y="513"/>
                    <a:pt x="182" y="514"/>
                    <a:pt x="182" y="515"/>
                  </a:cubicBezTo>
                  <a:cubicBezTo>
                    <a:pt x="182" y="515"/>
                    <a:pt x="182" y="515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7"/>
                    <a:pt x="182" y="517"/>
                  </a:cubicBezTo>
                  <a:cubicBezTo>
                    <a:pt x="182" y="519"/>
                    <a:pt x="180" y="520"/>
                    <a:pt x="180" y="522"/>
                  </a:cubicBezTo>
                  <a:cubicBezTo>
                    <a:pt x="180" y="522"/>
                    <a:pt x="181" y="523"/>
                    <a:pt x="181" y="523"/>
                  </a:cubicBezTo>
                  <a:cubicBezTo>
                    <a:pt x="181" y="523"/>
                    <a:pt x="180" y="523"/>
                    <a:pt x="180" y="523"/>
                  </a:cubicBezTo>
                  <a:cubicBezTo>
                    <a:pt x="180" y="523"/>
                    <a:pt x="180" y="524"/>
                    <a:pt x="180" y="524"/>
                  </a:cubicBezTo>
                  <a:cubicBezTo>
                    <a:pt x="180" y="524"/>
                    <a:pt x="182" y="523"/>
                    <a:pt x="183" y="524"/>
                  </a:cubicBezTo>
                  <a:cubicBezTo>
                    <a:pt x="185" y="525"/>
                    <a:pt x="183" y="527"/>
                    <a:pt x="184" y="528"/>
                  </a:cubicBezTo>
                  <a:cubicBezTo>
                    <a:pt x="184" y="528"/>
                    <a:pt x="186" y="529"/>
                    <a:pt x="186" y="530"/>
                  </a:cubicBezTo>
                  <a:cubicBezTo>
                    <a:pt x="187" y="529"/>
                    <a:pt x="188" y="528"/>
                    <a:pt x="190" y="528"/>
                  </a:cubicBezTo>
                  <a:cubicBezTo>
                    <a:pt x="191" y="529"/>
                    <a:pt x="188" y="530"/>
                    <a:pt x="189" y="530"/>
                  </a:cubicBezTo>
                  <a:cubicBezTo>
                    <a:pt x="189" y="530"/>
                    <a:pt x="189" y="530"/>
                    <a:pt x="189" y="531"/>
                  </a:cubicBezTo>
                  <a:cubicBezTo>
                    <a:pt x="189" y="531"/>
                    <a:pt x="189" y="531"/>
                    <a:pt x="189" y="530"/>
                  </a:cubicBezTo>
                  <a:cubicBezTo>
                    <a:pt x="190" y="530"/>
                    <a:pt x="190" y="528"/>
                    <a:pt x="191" y="529"/>
                  </a:cubicBezTo>
                  <a:cubicBezTo>
                    <a:pt x="192" y="529"/>
                    <a:pt x="192" y="530"/>
                    <a:pt x="192" y="531"/>
                  </a:cubicBezTo>
                  <a:cubicBezTo>
                    <a:pt x="193" y="531"/>
                    <a:pt x="193" y="532"/>
                    <a:pt x="192" y="534"/>
                  </a:cubicBezTo>
                  <a:cubicBezTo>
                    <a:pt x="192" y="534"/>
                    <a:pt x="192" y="534"/>
                    <a:pt x="191" y="535"/>
                  </a:cubicBezTo>
                  <a:cubicBezTo>
                    <a:pt x="191" y="535"/>
                    <a:pt x="190" y="535"/>
                    <a:pt x="189" y="535"/>
                  </a:cubicBezTo>
                  <a:cubicBezTo>
                    <a:pt x="188" y="535"/>
                    <a:pt x="188" y="535"/>
                    <a:pt x="187" y="537"/>
                  </a:cubicBezTo>
                  <a:cubicBezTo>
                    <a:pt x="187" y="536"/>
                    <a:pt x="187" y="535"/>
                    <a:pt x="187" y="535"/>
                  </a:cubicBezTo>
                  <a:cubicBezTo>
                    <a:pt x="187" y="535"/>
                    <a:pt x="187" y="535"/>
                    <a:pt x="187" y="535"/>
                  </a:cubicBezTo>
                  <a:cubicBezTo>
                    <a:pt x="187" y="536"/>
                    <a:pt x="186" y="538"/>
                    <a:pt x="186" y="539"/>
                  </a:cubicBezTo>
                  <a:cubicBezTo>
                    <a:pt x="186" y="539"/>
                    <a:pt x="185" y="538"/>
                    <a:pt x="185" y="538"/>
                  </a:cubicBezTo>
                  <a:cubicBezTo>
                    <a:pt x="185" y="538"/>
                    <a:pt x="185" y="539"/>
                    <a:pt x="185" y="539"/>
                  </a:cubicBezTo>
                  <a:cubicBezTo>
                    <a:pt x="184" y="540"/>
                    <a:pt x="182" y="542"/>
                    <a:pt x="185" y="541"/>
                  </a:cubicBezTo>
                  <a:cubicBezTo>
                    <a:pt x="186" y="540"/>
                    <a:pt x="184" y="544"/>
                    <a:pt x="185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7" y="541"/>
                    <a:pt x="184" y="539"/>
                    <a:pt x="187" y="538"/>
                  </a:cubicBezTo>
                  <a:cubicBezTo>
                    <a:pt x="187" y="538"/>
                    <a:pt x="187" y="539"/>
                    <a:pt x="187" y="539"/>
                  </a:cubicBezTo>
                  <a:cubicBezTo>
                    <a:pt x="189" y="540"/>
                    <a:pt x="191" y="538"/>
                    <a:pt x="192" y="540"/>
                  </a:cubicBezTo>
                  <a:cubicBezTo>
                    <a:pt x="192" y="541"/>
                    <a:pt x="190" y="540"/>
                    <a:pt x="190" y="542"/>
                  </a:cubicBezTo>
                  <a:cubicBezTo>
                    <a:pt x="190" y="543"/>
                    <a:pt x="194" y="542"/>
                    <a:pt x="195" y="540"/>
                  </a:cubicBezTo>
                  <a:cubicBezTo>
                    <a:pt x="194" y="540"/>
                    <a:pt x="194" y="539"/>
                    <a:pt x="194" y="538"/>
                  </a:cubicBezTo>
                  <a:cubicBezTo>
                    <a:pt x="194" y="538"/>
                    <a:pt x="194" y="538"/>
                    <a:pt x="194" y="537"/>
                  </a:cubicBezTo>
                  <a:cubicBezTo>
                    <a:pt x="194" y="538"/>
                    <a:pt x="194" y="538"/>
                    <a:pt x="194" y="538"/>
                  </a:cubicBezTo>
                  <a:cubicBezTo>
                    <a:pt x="195" y="537"/>
                    <a:pt x="195" y="537"/>
                    <a:pt x="195" y="537"/>
                  </a:cubicBezTo>
                  <a:cubicBezTo>
                    <a:pt x="195" y="537"/>
                    <a:pt x="197" y="538"/>
                    <a:pt x="197" y="538"/>
                  </a:cubicBezTo>
                  <a:cubicBezTo>
                    <a:pt x="198" y="538"/>
                    <a:pt x="199" y="537"/>
                    <a:pt x="199" y="536"/>
                  </a:cubicBezTo>
                  <a:cubicBezTo>
                    <a:pt x="198" y="536"/>
                    <a:pt x="197" y="535"/>
                    <a:pt x="197" y="534"/>
                  </a:cubicBezTo>
                  <a:cubicBezTo>
                    <a:pt x="197" y="534"/>
                    <a:pt x="196" y="534"/>
                    <a:pt x="196" y="534"/>
                  </a:cubicBezTo>
                  <a:cubicBezTo>
                    <a:pt x="196" y="534"/>
                    <a:pt x="196" y="533"/>
                    <a:pt x="196" y="533"/>
                  </a:cubicBezTo>
                  <a:cubicBezTo>
                    <a:pt x="196" y="533"/>
                    <a:pt x="196" y="533"/>
                    <a:pt x="196" y="532"/>
                  </a:cubicBezTo>
                  <a:cubicBezTo>
                    <a:pt x="196" y="532"/>
                    <a:pt x="196" y="532"/>
                    <a:pt x="196" y="532"/>
                  </a:cubicBezTo>
                  <a:cubicBezTo>
                    <a:pt x="195" y="533"/>
                    <a:pt x="195" y="532"/>
                    <a:pt x="195" y="532"/>
                  </a:cubicBezTo>
                  <a:cubicBezTo>
                    <a:pt x="195" y="531"/>
                    <a:pt x="195" y="531"/>
                    <a:pt x="196" y="531"/>
                  </a:cubicBezTo>
                  <a:cubicBezTo>
                    <a:pt x="195" y="529"/>
                    <a:pt x="196" y="527"/>
                    <a:pt x="198" y="526"/>
                  </a:cubicBezTo>
                  <a:cubicBezTo>
                    <a:pt x="198" y="525"/>
                    <a:pt x="199" y="524"/>
                    <a:pt x="200" y="524"/>
                  </a:cubicBezTo>
                  <a:cubicBezTo>
                    <a:pt x="200" y="523"/>
                    <a:pt x="201" y="520"/>
                    <a:pt x="202" y="521"/>
                  </a:cubicBezTo>
                  <a:cubicBezTo>
                    <a:pt x="203" y="522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5" y="523"/>
                    <a:pt x="207" y="524"/>
                    <a:pt x="208" y="525"/>
                  </a:cubicBezTo>
                  <a:cubicBezTo>
                    <a:pt x="208" y="525"/>
                    <a:pt x="209" y="525"/>
                    <a:pt x="209" y="525"/>
                  </a:cubicBezTo>
                  <a:cubicBezTo>
                    <a:pt x="209" y="525"/>
                    <a:pt x="209" y="525"/>
                    <a:pt x="209" y="526"/>
                  </a:cubicBezTo>
                  <a:cubicBezTo>
                    <a:pt x="209" y="526"/>
                    <a:pt x="209" y="526"/>
                    <a:pt x="209" y="526"/>
                  </a:cubicBezTo>
                  <a:cubicBezTo>
                    <a:pt x="211" y="528"/>
                    <a:pt x="212" y="531"/>
                    <a:pt x="211" y="533"/>
                  </a:cubicBezTo>
                  <a:cubicBezTo>
                    <a:pt x="211" y="533"/>
                    <a:pt x="210" y="536"/>
                    <a:pt x="209" y="536"/>
                  </a:cubicBezTo>
                  <a:cubicBezTo>
                    <a:pt x="209" y="536"/>
                    <a:pt x="208" y="535"/>
                    <a:pt x="208" y="535"/>
                  </a:cubicBezTo>
                  <a:cubicBezTo>
                    <a:pt x="208" y="535"/>
                    <a:pt x="208" y="535"/>
                    <a:pt x="208" y="535"/>
                  </a:cubicBezTo>
                  <a:cubicBezTo>
                    <a:pt x="207" y="536"/>
                    <a:pt x="207" y="537"/>
                    <a:pt x="206" y="537"/>
                  </a:cubicBezTo>
                  <a:cubicBezTo>
                    <a:pt x="207" y="537"/>
                    <a:pt x="207" y="537"/>
                    <a:pt x="208" y="538"/>
                  </a:cubicBezTo>
                  <a:cubicBezTo>
                    <a:pt x="208" y="538"/>
                    <a:pt x="206" y="539"/>
                    <a:pt x="206" y="538"/>
                  </a:cubicBezTo>
                  <a:cubicBezTo>
                    <a:pt x="206" y="538"/>
                    <a:pt x="206" y="538"/>
                    <a:pt x="206" y="538"/>
                  </a:cubicBezTo>
                  <a:cubicBezTo>
                    <a:pt x="205" y="539"/>
                    <a:pt x="205" y="540"/>
                    <a:pt x="206" y="541"/>
                  </a:cubicBezTo>
                  <a:cubicBezTo>
                    <a:pt x="206" y="541"/>
                    <a:pt x="209" y="539"/>
                    <a:pt x="209" y="542"/>
                  </a:cubicBezTo>
                  <a:cubicBezTo>
                    <a:pt x="206" y="541"/>
                    <a:pt x="208" y="542"/>
                    <a:pt x="208" y="545"/>
                  </a:cubicBezTo>
                  <a:cubicBezTo>
                    <a:pt x="207" y="549"/>
                    <a:pt x="207" y="547"/>
                    <a:pt x="209" y="545"/>
                  </a:cubicBezTo>
                  <a:cubicBezTo>
                    <a:pt x="211" y="543"/>
                    <a:pt x="211" y="545"/>
                    <a:pt x="212" y="543"/>
                  </a:cubicBezTo>
                  <a:cubicBezTo>
                    <a:pt x="212" y="543"/>
                    <a:pt x="213" y="541"/>
                    <a:pt x="213" y="539"/>
                  </a:cubicBezTo>
                  <a:cubicBezTo>
                    <a:pt x="213" y="539"/>
                    <a:pt x="213" y="539"/>
                    <a:pt x="213" y="538"/>
                  </a:cubicBezTo>
                  <a:cubicBezTo>
                    <a:pt x="213" y="538"/>
                    <a:pt x="213" y="537"/>
                    <a:pt x="213" y="537"/>
                  </a:cubicBezTo>
                  <a:cubicBezTo>
                    <a:pt x="213" y="538"/>
                    <a:pt x="209" y="536"/>
                    <a:pt x="211" y="535"/>
                  </a:cubicBezTo>
                  <a:cubicBezTo>
                    <a:pt x="211" y="535"/>
                    <a:pt x="212" y="535"/>
                    <a:pt x="212" y="535"/>
                  </a:cubicBezTo>
                  <a:cubicBezTo>
                    <a:pt x="212" y="533"/>
                    <a:pt x="214" y="530"/>
                    <a:pt x="214" y="529"/>
                  </a:cubicBezTo>
                  <a:cubicBezTo>
                    <a:pt x="216" y="526"/>
                    <a:pt x="216" y="526"/>
                    <a:pt x="215" y="529"/>
                  </a:cubicBezTo>
                  <a:cubicBezTo>
                    <a:pt x="214" y="531"/>
                    <a:pt x="214" y="533"/>
                    <a:pt x="214" y="534"/>
                  </a:cubicBezTo>
                  <a:cubicBezTo>
                    <a:pt x="215" y="534"/>
                    <a:pt x="214" y="532"/>
                    <a:pt x="215" y="531"/>
                  </a:cubicBezTo>
                  <a:cubicBezTo>
                    <a:pt x="215" y="530"/>
                    <a:pt x="217" y="530"/>
                    <a:pt x="218" y="529"/>
                  </a:cubicBezTo>
                  <a:cubicBezTo>
                    <a:pt x="218" y="528"/>
                    <a:pt x="219" y="528"/>
                    <a:pt x="219" y="528"/>
                  </a:cubicBezTo>
                  <a:cubicBezTo>
                    <a:pt x="219" y="528"/>
                    <a:pt x="219" y="528"/>
                    <a:pt x="220" y="528"/>
                  </a:cubicBezTo>
                  <a:cubicBezTo>
                    <a:pt x="220" y="528"/>
                    <a:pt x="220" y="528"/>
                    <a:pt x="220" y="528"/>
                  </a:cubicBezTo>
                  <a:cubicBezTo>
                    <a:pt x="219" y="526"/>
                    <a:pt x="222" y="526"/>
                    <a:pt x="222" y="527"/>
                  </a:cubicBezTo>
                  <a:cubicBezTo>
                    <a:pt x="222" y="527"/>
                    <a:pt x="223" y="527"/>
                    <a:pt x="223" y="527"/>
                  </a:cubicBezTo>
                  <a:cubicBezTo>
                    <a:pt x="223" y="527"/>
                    <a:pt x="223" y="527"/>
                    <a:pt x="223" y="528"/>
                  </a:cubicBezTo>
                  <a:cubicBezTo>
                    <a:pt x="223" y="528"/>
                    <a:pt x="223" y="528"/>
                    <a:pt x="223" y="528"/>
                  </a:cubicBezTo>
                  <a:cubicBezTo>
                    <a:pt x="223" y="528"/>
                    <a:pt x="224" y="530"/>
                    <a:pt x="225" y="532"/>
                  </a:cubicBezTo>
                  <a:cubicBezTo>
                    <a:pt x="225" y="531"/>
                    <a:pt x="227" y="531"/>
                    <a:pt x="227" y="532"/>
                  </a:cubicBezTo>
                  <a:cubicBezTo>
                    <a:pt x="227" y="532"/>
                    <a:pt x="226" y="532"/>
                    <a:pt x="226" y="532"/>
                  </a:cubicBezTo>
                  <a:cubicBezTo>
                    <a:pt x="227" y="533"/>
                    <a:pt x="227" y="533"/>
                    <a:pt x="228" y="531"/>
                  </a:cubicBezTo>
                  <a:cubicBezTo>
                    <a:pt x="228" y="531"/>
                    <a:pt x="228" y="531"/>
                    <a:pt x="228" y="531"/>
                  </a:cubicBezTo>
                  <a:cubicBezTo>
                    <a:pt x="229" y="531"/>
                    <a:pt x="236" y="530"/>
                    <a:pt x="233" y="528"/>
                  </a:cubicBezTo>
                  <a:cubicBezTo>
                    <a:pt x="232" y="527"/>
                    <a:pt x="232" y="529"/>
                    <a:pt x="232" y="529"/>
                  </a:cubicBezTo>
                  <a:cubicBezTo>
                    <a:pt x="231" y="529"/>
                    <a:pt x="232" y="528"/>
                    <a:pt x="231" y="528"/>
                  </a:cubicBezTo>
                  <a:cubicBezTo>
                    <a:pt x="230" y="527"/>
                    <a:pt x="229" y="530"/>
                    <a:pt x="227" y="529"/>
                  </a:cubicBezTo>
                  <a:cubicBezTo>
                    <a:pt x="230" y="529"/>
                    <a:pt x="228" y="525"/>
                    <a:pt x="230" y="525"/>
                  </a:cubicBezTo>
                  <a:cubicBezTo>
                    <a:pt x="231" y="524"/>
                    <a:pt x="234" y="528"/>
                    <a:pt x="235" y="528"/>
                  </a:cubicBezTo>
                  <a:cubicBezTo>
                    <a:pt x="238" y="528"/>
                    <a:pt x="239" y="526"/>
                    <a:pt x="241" y="523"/>
                  </a:cubicBezTo>
                  <a:cubicBezTo>
                    <a:pt x="239" y="524"/>
                    <a:pt x="238" y="524"/>
                    <a:pt x="236" y="523"/>
                  </a:cubicBezTo>
                  <a:cubicBezTo>
                    <a:pt x="235" y="524"/>
                    <a:pt x="234" y="525"/>
                    <a:pt x="233" y="522"/>
                  </a:cubicBezTo>
                  <a:cubicBezTo>
                    <a:pt x="232" y="521"/>
                    <a:pt x="229" y="517"/>
                    <a:pt x="231" y="515"/>
                  </a:cubicBezTo>
                  <a:cubicBezTo>
                    <a:pt x="235" y="512"/>
                    <a:pt x="241" y="508"/>
                    <a:pt x="242" y="503"/>
                  </a:cubicBezTo>
                  <a:cubicBezTo>
                    <a:pt x="237" y="508"/>
                    <a:pt x="237" y="501"/>
                    <a:pt x="243" y="501"/>
                  </a:cubicBezTo>
                  <a:cubicBezTo>
                    <a:pt x="241" y="503"/>
                    <a:pt x="244" y="501"/>
                    <a:pt x="244" y="503"/>
                  </a:cubicBezTo>
                  <a:cubicBezTo>
                    <a:pt x="244" y="503"/>
                    <a:pt x="244" y="503"/>
                    <a:pt x="244" y="504"/>
                  </a:cubicBezTo>
                  <a:cubicBezTo>
                    <a:pt x="244" y="504"/>
                    <a:pt x="244" y="504"/>
                    <a:pt x="244" y="504"/>
                  </a:cubicBezTo>
                  <a:cubicBezTo>
                    <a:pt x="247" y="504"/>
                    <a:pt x="242" y="508"/>
                    <a:pt x="243" y="505"/>
                  </a:cubicBezTo>
                  <a:cubicBezTo>
                    <a:pt x="243" y="505"/>
                    <a:pt x="243" y="505"/>
                    <a:pt x="243" y="505"/>
                  </a:cubicBezTo>
                  <a:cubicBezTo>
                    <a:pt x="243" y="505"/>
                    <a:pt x="242" y="506"/>
                    <a:pt x="242" y="507"/>
                  </a:cubicBezTo>
                  <a:cubicBezTo>
                    <a:pt x="241" y="510"/>
                    <a:pt x="241" y="514"/>
                    <a:pt x="242" y="517"/>
                  </a:cubicBezTo>
                  <a:cubicBezTo>
                    <a:pt x="243" y="517"/>
                    <a:pt x="243" y="518"/>
                    <a:pt x="243" y="518"/>
                  </a:cubicBezTo>
                  <a:cubicBezTo>
                    <a:pt x="243" y="519"/>
                    <a:pt x="243" y="519"/>
                    <a:pt x="243" y="519"/>
                  </a:cubicBezTo>
                  <a:cubicBezTo>
                    <a:pt x="244" y="520"/>
                    <a:pt x="246" y="520"/>
                    <a:pt x="248" y="516"/>
                  </a:cubicBezTo>
                  <a:cubicBezTo>
                    <a:pt x="248" y="523"/>
                    <a:pt x="254" y="514"/>
                    <a:pt x="253" y="512"/>
                  </a:cubicBezTo>
                  <a:cubicBezTo>
                    <a:pt x="253" y="512"/>
                    <a:pt x="251" y="511"/>
                    <a:pt x="251" y="511"/>
                  </a:cubicBezTo>
                  <a:cubicBezTo>
                    <a:pt x="250" y="510"/>
                    <a:pt x="251" y="507"/>
                    <a:pt x="252" y="506"/>
                  </a:cubicBezTo>
                  <a:cubicBezTo>
                    <a:pt x="253" y="505"/>
                    <a:pt x="257" y="499"/>
                    <a:pt x="255" y="503"/>
                  </a:cubicBezTo>
                  <a:cubicBezTo>
                    <a:pt x="255" y="505"/>
                    <a:pt x="255" y="507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4" y="510"/>
                    <a:pt x="254" y="511"/>
                    <a:pt x="254" y="513"/>
                  </a:cubicBezTo>
                  <a:cubicBezTo>
                    <a:pt x="254" y="515"/>
                    <a:pt x="252" y="517"/>
                    <a:pt x="252" y="518"/>
                  </a:cubicBezTo>
                  <a:cubicBezTo>
                    <a:pt x="252" y="517"/>
                    <a:pt x="252" y="517"/>
                    <a:pt x="253" y="518"/>
                  </a:cubicBezTo>
                  <a:cubicBezTo>
                    <a:pt x="253" y="519"/>
                    <a:pt x="254" y="519"/>
                    <a:pt x="254" y="519"/>
                  </a:cubicBezTo>
                  <a:cubicBezTo>
                    <a:pt x="253" y="520"/>
                    <a:pt x="253" y="520"/>
                    <a:pt x="253" y="520"/>
                  </a:cubicBezTo>
                  <a:cubicBezTo>
                    <a:pt x="253" y="520"/>
                    <a:pt x="253" y="521"/>
                    <a:pt x="254" y="521"/>
                  </a:cubicBezTo>
                  <a:cubicBezTo>
                    <a:pt x="256" y="521"/>
                    <a:pt x="256" y="513"/>
                    <a:pt x="257" y="510"/>
                  </a:cubicBezTo>
                  <a:cubicBezTo>
                    <a:pt x="256" y="510"/>
                    <a:pt x="256" y="510"/>
                    <a:pt x="256" y="510"/>
                  </a:cubicBezTo>
                  <a:cubicBezTo>
                    <a:pt x="255" y="509"/>
                    <a:pt x="256" y="509"/>
                    <a:pt x="257" y="509"/>
                  </a:cubicBezTo>
                  <a:cubicBezTo>
                    <a:pt x="257" y="509"/>
                    <a:pt x="257" y="509"/>
                    <a:pt x="257" y="509"/>
                  </a:cubicBezTo>
                  <a:cubicBezTo>
                    <a:pt x="257" y="508"/>
                    <a:pt x="257" y="507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8" y="504"/>
                    <a:pt x="259" y="501"/>
                    <a:pt x="259" y="501"/>
                  </a:cubicBezTo>
                  <a:cubicBezTo>
                    <a:pt x="262" y="499"/>
                    <a:pt x="256" y="514"/>
                    <a:pt x="262" y="510"/>
                  </a:cubicBezTo>
                  <a:cubicBezTo>
                    <a:pt x="262" y="510"/>
                    <a:pt x="267" y="506"/>
                    <a:pt x="267" y="505"/>
                  </a:cubicBezTo>
                  <a:cubicBezTo>
                    <a:pt x="267" y="504"/>
                    <a:pt x="265" y="505"/>
                    <a:pt x="264" y="505"/>
                  </a:cubicBezTo>
                  <a:cubicBezTo>
                    <a:pt x="263" y="504"/>
                    <a:pt x="264" y="501"/>
                    <a:pt x="265" y="500"/>
                  </a:cubicBezTo>
                  <a:cubicBezTo>
                    <a:pt x="267" y="500"/>
                    <a:pt x="267" y="502"/>
                    <a:pt x="267" y="502"/>
                  </a:cubicBezTo>
                  <a:cubicBezTo>
                    <a:pt x="269" y="502"/>
                    <a:pt x="270" y="500"/>
                    <a:pt x="271" y="498"/>
                  </a:cubicBezTo>
                  <a:cubicBezTo>
                    <a:pt x="271" y="498"/>
                    <a:pt x="271" y="498"/>
                    <a:pt x="270" y="498"/>
                  </a:cubicBezTo>
                  <a:cubicBezTo>
                    <a:pt x="271" y="497"/>
                    <a:pt x="271" y="497"/>
                    <a:pt x="271" y="497"/>
                  </a:cubicBezTo>
                  <a:cubicBezTo>
                    <a:pt x="272" y="495"/>
                    <a:pt x="273" y="494"/>
                    <a:pt x="274" y="493"/>
                  </a:cubicBezTo>
                  <a:cubicBezTo>
                    <a:pt x="276" y="490"/>
                    <a:pt x="277" y="487"/>
                    <a:pt x="278" y="487"/>
                  </a:cubicBezTo>
                  <a:cubicBezTo>
                    <a:pt x="278" y="486"/>
                    <a:pt x="280" y="489"/>
                    <a:pt x="282" y="489"/>
                  </a:cubicBezTo>
                  <a:cubicBezTo>
                    <a:pt x="284" y="489"/>
                    <a:pt x="284" y="486"/>
                    <a:pt x="284" y="489"/>
                  </a:cubicBezTo>
                  <a:cubicBezTo>
                    <a:pt x="284" y="491"/>
                    <a:pt x="285" y="489"/>
                    <a:pt x="285" y="492"/>
                  </a:cubicBezTo>
                  <a:cubicBezTo>
                    <a:pt x="285" y="493"/>
                    <a:pt x="281" y="498"/>
                    <a:pt x="278" y="496"/>
                  </a:cubicBezTo>
                  <a:cubicBezTo>
                    <a:pt x="277" y="496"/>
                    <a:pt x="277" y="493"/>
                    <a:pt x="275" y="495"/>
                  </a:cubicBezTo>
                  <a:cubicBezTo>
                    <a:pt x="275" y="496"/>
                    <a:pt x="275" y="498"/>
                    <a:pt x="274" y="499"/>
                  </a:cubicBezTo>
                  <a:cubicBezTo>
                    <a:pt x="273" y="502"/>
                    <a:pt x="268" y="505"/>
                    <a:pt x="267" y="508"/>
                  </a:cubicBezTo>
                  <a:cubicBezTo>
                    <a:pt x="266" y="510"/>
                    <a:pt x="266" y="513"/>
                    <a:pt x="264" y="516"/>
                  </a:cubicBezTo>
                  <a:cubicBezTo>
                    <a:pt x="263" y="518"/>
                    <a:pt x="257" y="521"/>
                    <a:pt x="257" y="523"/>
                  </a:cubicBezTo>
                  <a:cubicBezTo>
                    <a:pt x="257" y="523"/>
                    <a:pt x="258" y="524"/>
                    <a:pt x="258" y="525"/>
                  </a:cubicBezTo>
                  <a:cubicBezTo>
                    <a:pt x="258" y="525"/>
                    <a:pt x="259" y="525"/>
                    <a:pt x="259" y="525"/>
                  </a:cubicBezTo>
                  <a:cubicBezTo>
                    <a:pt x="259" y="525"/>
                    <a:pt x="259" y="525"/>
                    <a:pt x="259" y="525"/>
                  </a:cubicBezTo>
                  <a:cubicBezTo>
                    <a:pt x="261" y="527"/>
                    <a:pt x="265" y="529"/>
                    <a:pt x="267" y="528"/>
                  </a:cubicBezTo>
                  <a:cubicBezTo>
                    <a:pt x="268" y="528"/>
                    <a:pt x="268" y="528"/>
                    <a:pt x="268" y="528"/>
                  </a:cubicBezTo>
                  <a:cubicBezTo>
                    <a:pt x="268" y="527"/>
                    <a:pt x="268" y="526"/>
                    <a:pt x="268" y="525"/>
                  </a:cubicBezTo>
                  <a:cubicBezTo>
                    <a:pt x="270" y="521"/>
                    <a:pt x="278" y="518"/>
                    <a:pt x="282" y="521"/>
                  </a:cubicBezTo>
                  <a:cubicBezTo>
                    <a:pt x="282" y="521"/>
                    <a:pt x="282" y="521"/>
                    <a:pt x="282" y="522"/>
                  </a:cubicBezTo>
                  <a:cubicBezTo>
                    <a:pt x="282" y="522"/>
                    <a:pt x="282" y="522"/>
                    <a:pt x="282" y="521"/>
                  </a:cubicBezTo>
                  <a:cubicBezTo>
                    <a:pt x="283" y="520"/>
                    <a:pt x="282" y="521"/>
                    <a:pt x="282" y="522"/>
                  </a:cubicBezTo>
                  <a:cubicBezTo>
                    <a:pt x="282" y="522"/>
                    <a:pt x="282" y="522"/>
                    <a:pt x="283" y="523"/>
                  </a:cubicBezTo>
                  <a:cubicBezTo>
                    <a:pt x="284" y="522"/>
                    <a:pt x="285" y="522"/>
                    <a:pt x="285" y="521"/>
                  </a:cubicBezTo>
                  <a:cubicBezTo>
                    <a:pt x="286" y="523"/>
                    <a:pt x="287" y="519"/>
                    <a:pt x="289" y="519"/>
                  </a:cubicBezTo>
                  <a:cubicBezTo>
                    <a:pt x="290" y="519"/>
                    <a:pt x="292" y="521"/>
                    <a:pt x="292" y="519"/>
                  </a:cubicBezTo>
                  <a:cubicBezTo>
                    <a:pt x="292" y="524"/>
                    <a:pt x="301" y="516"/>
                    <a:pt x="302" y="515"/>
                  </a:cubicBezTo>
                  <a:cubicBezTo>
                    <a:pt x="301" y="515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4" y="515"/>
                    <a:pt x="293" y="515"/>
                    <a:pt x="293" y="515"/>
                  </a:cubicBezTo>
                  <a:cubicBezTo>
                    <a:pt x="292" y="513"/>
                    <a:pt x="294" y="514"/>
                    <a:pt x="295" y="512"/>
                  </a:cubicBezTo>
                  <a:cubicBezTo>
                    <a:pt x="295" y="512"/>
                    <a:pt x="295" y="512"/>
                    <a:pt x="295" y="512"/>
                  </a:cubicBezTo>
                  <a:cubicBezTo>
                    <a:pt x="294" y="512"/>
                    <a:pt x="293" y="511"/>
                    <a:pt x="294" y="510"/>
                  </a:cubicBezTo>
                  <a:cubicBezTo>
                    <a:pt x="294" y="510"/>
                    <a:pt x="294" y="510"/>
                    <a:pt x="294" y="510"/>
                  </a:cubicBezTo>
                  <a:cubicBezTo>
                    <a:pt x="293" y="509"/>
                    <a:pt x="293" y="508"/>
                    <a:pt x="293" y="507"/>
                  </a:cubicBezTo>
                  <a:cubicBezTo>
                    <a:pt x="293" y="507"/>
                    <a:pt x="296" y="504"/>
                    <a:pt x="297" y="504"/>
                  </a:cubicBezTo>
                  <a:cubicBezTo>
                    <a:pt x="298" y="504"/>
                    <a:pt x="300" y="499"/>
                    <a:pt x="302" y="499"/>
                  </a:cubicBezTo>
                  <a:cubicBezTo>
                    <a:pt x="303" y="500"/>
                    <a:pt x="300" y="501"/>
                    <a:pt x="301" y="503"/>
                  </a:cubicBezTo>
                  <a:cubicBezTo>
                    <a:pt x="302" y="503"/>
                    <a:pt x="304" y="502"/>
                    <a:pt x="305" y="503"/>
                  </a:cubicBezTo>
                  <a:cubicBezTo>
                    <a:pt x="305" y="503"/>
                    <a:pt x="304" y="505"/>
                    <a:pt x="305" y="506"/>
                  </a:cubicBezTo>
                  <a:cubicBezTo>
                    <a:pt x="305" y="505"/>
                    <a:pt x="308" y="505"/>
                    <a:pt x="308" y="506"/>
                  </a:cubicBezTo>
                  <a:cubicBezTo>
                    <a:pt x="309" y="508"/>
                    <a:pt x="306" y="507"/>
                    <a:pt x="306" y="508"/>
                  </a:cubicBezTo>
                  <a:cubicBezTo>
                    <a:pt x="305" y="509"/>
                    <a:pt x="306" y="509"/>
                    <a:pt x="306" y="510"/>
                  </a:cubicBezTo>
                  <a:cubicBezTo>
                    <a:pt x="306" y="511"/>
                    <a:pt x="305" y="511"/>
                    <a:pt x="304" y="513"/>
                  </a:cubicBezTo>
                  <a:cubicBezTo>
                    <a:pt x="304" y="513"/>
                    <a:pt x="304" y="514"/>
                    <a:pt x="304" y="514"/>
                  </a:cubicBezTo>
                  <a:cubicBezTo>
                    <a:pt x="302" y="517"/>
                    <a:pt x="296" y="519"/>
                    <a:pt x="297" y="524"/>
                  </a:cubicBezTo>
                  <a:cubicBezTo>
                    <a:pt x="297" y="525"/>
                    <a:pt x="298" y="525"/>
                    <a:pt x="299" y="524"/>
                  </a:cubicBezTo>
                  <a:cubicBezTo>
                    <a:pt x="298" y="527"/>
                    <a:pt x="295" y="535"/>
                    <a:pt x="289" y="536"/>
                  </a:cubicBezTo>
                  <a:cubicBezTo>
                    <a:pt x="289" y="536"/>
                    <a:pt x="286" y="535"/>
                    <a:pt x="285" y="534"/>
                  </a:cubicBezTo>
                  <a:cubicBezTo>
                    <a:pt x="285" y="534"/>
                    <a:pt x="284" y="533"/>
                    <a:pt x="283" y="532"/>
                  </a:cubicBezTo>
                  <a:cubicBezTo>
                    <a:pt x="283" y="532"/>
                    <a:pt x="283" y="532"/>
                    <a:pt x="283" y="531"/>
                  </a:cubicBezTo>
                  <a:cubicBezTo>
                    <a:pt x="283" y="531"/>
                    <a:pt x="283" y="531"/>
                    <a:pt x="283" y="531"/>
                  </a:cubicBezTo>
                  <a:cubicBezTo>
                    <a:pt x="282" y="531"/>
                    <a:pt x="282" y="530"/>
                    <a:pt x="282" y="530"/>
                  </a:cubicBezTo>
                  <a:cubicBezTo>
                    <a:pt x="280" y="531"/>
                    <a:pt x="278" y="533"/>
                    <a:pt x="277" y="533"/>
                  </a:cubicBezTo>
                  <a:cubicBezTo>
                    <a:pt x="278" y="535"/>
                    <a:pt x="280" y="534"/>
                    <a:pt x="281" y="534"/>
                  </a:cubicBezTo>
                  <a:cubicBezTo>
                    <a:pt x="281" y="534"/>
                    <a:pt x="280" y="534"/>
                    <a:pt x="280" y="535"/>
                  </a:cubicBezTo>
                  <a:cubicBezTo>
                    <a:pt x="281" y="535"/>
                    <a:pt x="282" y="535"/>
                    <a:pt x="282" y="536"/>
                  </a:cubicBezTo>
                  <a:cubicBezTo>
                    <a:pt x="283" y="537"/>
                    <a:pt x="281" y="536"/>
                    <a:pt x="281" y="537"/>
                  </a:cubicBezTo>
                  <a:cubicBezTo>
                    <a:pt x="280" y="538"/>
                    <a:pt x="282" y="537"/>
                    <a:pt x="280" y="539"/>
                  </a:cubicBezTo>
                  <a:cubicBezTo>
                    <a:pt x="279" y="541"/>
                    <a:pt x="276" y="540"/>
                    <a:pt x="275" y="541"/>
                  </a:cubicBezTo>
                  <a:cubicBezTo>
                    <a:pt x="275" y="541"/>
                    <a:pt x="275" y="541"/>
                    <a:pt x="275" y="542"/>
                  </a:cubicBezTo>
                  <a:cubicBezTo>
                    <a:pt x="276" y="542"/>
                    <a:pt x="276" y="543"/>
                    <a:pt x="277" y="543"/>
                  </a:cubicBezTo>
                  <a:cubicBezTo>
                    <a:pt x="277" y="543"/>
                    <a:pt x="275" y="544"/>
                    <a:pt x="276" y="546"/>
                  </a:cubicBezTo>
                  <a:cubicBezTo>
                    <a:pt x="276" y="547"/>
                    <a:pt x="277" y="546"/>
                    <a:pt x="277" y="546"/>
                  </a:cubicBezTo>
                  <a:cubicBezTo>
                    <a:pt x="277" y="547"/>
                    <a:pt x="277" y="551"/>
                    <a:pt x="277" y="551"/>
                  </a:cubicBezTo>
                  <a:cubicBezTo>
                    <a:pt x="276" y="552"/>
                    <a:pt x="274" y="550"/>
                    <a:pt x="272" y="551"/>
                  </a:cubicBezTo>
                  <a:cubicBezTo>
                    <a:pt x="273" y="551"/>
                    <a:pt x="269" y="553"/>
                    <a:pt x="269" y="553"/>
                  </a:cubicBezTo>
                  <a:cubicBezTo>
                    <a:pt x="269" y="554"/>
                    <a:pt x="270" y="555"/>
                    <a:pt x="270" y="556"/>
                  </a:cubicBezTo>
                  <a:cubicBezTo>
                    <a:pt x="269" y="558"/>
                    <a:pt x="267" y="558"/>
                    <a:pt x="267" y="560"/>
                  </a:cubicBezTo>
                  <a:cubicBezTo>
                    <a:pt x="267" y="561"/>
                    <a:pt x="264" y="565"/>
                    <a:pt x="262" y="565"/>
                  </a:cubicBezTo>
                  <a:cubicBezTo>
                    <a:pt x="257" y="564"/>
                    <a:pt x="260" y="557"/>
                    <a:pt x="254" y="558"/>
                  </a:cubicBezTo>
                  <a:cubicBezTo>
                    <a:pt x="254" y="552"/>
                    <a:pt x="248" y="563"/>
                    <a:pt x="247" y="562"/>
                  </a:cubicBezTo>
                  <a:cubicBezTo>
                    <a:pt x="246" y="562"/>
                    <a:pt x="246" y="562"/>
                    <a:pt x="246" y="562"/>
                  </a:cubicBezTo>
                  <a:cubicBezTo>
                    <a:pt x="246" y="563"/>
                    <a:pt x="246" y="563"/>
                    <a:pt x="246" y="563"/>
                  </a:cubicBezTo>
                  <a:cubicBezTo>
                    <a:pt x="245" y="563"/>
                    <a:pt x="246" y="562"/>
                    <a:pt x="246" y="562"/>
                  </a:cubicBezTo>
                  <a:cubicBezTo>
                    <a:pt x="245" y="561"/>
                    <a:pt x="246" y="561"/>
                    <a:pt x="246" y="562"/>
                  </a:cubicBezTo>
                  <a:cubicBezTo>
                    <a:pt x="247" y="560"/>
                    <a:pt x="251" y="555"/>
                    <a:pt x="246" y="557"/>
                  </a:cubicBezTo>
                  <a:cubicBezTo>
                    <a:pt x="245" y="558"/>
                    <a:pt x="246" y="561"/>
                    <a:pt x="245" y="561"/>
                  </a:cubicBezTo>
                  <a:cubicBezTo>
                    <a:pt x="244" y="562"/>
                    <a:pt x="241" y="560"/>
                    <a:pt x="239" y="561"/>
                  </a:cubicBezTo>
                  <a:cubicBezTo>
                    <a:pt x="239" y="561"/>
                    <a:pt x="237" y="564"/>
                    <a:pt x="238" y="565"/>
                  </a:cubicBezTo>
                  <a:cubicBezTo>
                    <a:pt x="238" y="567"/>
                    <a:pt x="240" y="566"/>
                    <a:pt x="238" y="568"/>
                  </a:cubicBezTo>
                  <a:cubicBezTo>
                    <a:pt x="238" y="569"/>
                    <a:pt x="239" y="568"/>
                    <a:pt x="239" y="568"/>
                  </a:cubicBezTo>
                  <a:cubicBezTo>
                    <a:pt x="238" y="569"/>
                    <a:pt x="239" y="570"/>
                    <a:pt x="241" y="570"/>
                  </a:cubicBezTo>
                  <a:cubicBezTo>
                    <a:pt x="238" y="572"/>
                    <a:pt x="235" y="572"/>
                    <a:pt x="237" y="575"/>
                  </a:cubicBezTo>
                  <a:cubicBezTo>
                    <a:pt x="237" y="575"/>
                    <a:pt x="242" y="578"/>
                    <a:pt x="242" y="579"/>
                  </a:cubicBezTo>
                  <a:cubicBezTo>
                    <a:pt x="245" y="577"/>
                    <a:pt x="240" y="574"/>
                    <a:pt x="241" y="571"/>
                  </a:cubicBezTo>
                  <a:cubicBezTo>
                    <a:pt x="243" y="569"/>
                    <a:pt x="244" y="576"/>
                    <a:pt x="245" y="576"/>
                  </a:cubicBezTo>
                  <a:cubicBezTo>
                    <a:pt x="246" y="577"/>
                    <a:pt x="245" y="575"/>
                    <a:pt x="246" y="576"/>
                  </a:cubicBezTo>
                  <a:cubicBezTo>
                    <a:pt x="248" y="576"/>
                    <a:pt x="249" y="578"/>
                    <a:pt x="250" y="577"/>
                  </a:cubicBezTo>
                  <a:cubicBezTo>
                    <a:pt x="250" y="576"/>
                    <a:pt x="247" y="576"/>
                    <a:pt x="248" y="574"/>
                  </a:cubicBezTo>
                  <a:cubicBezTo>
                    <a:pt x="249" y="573"/>
                    <a:pt x="252" y="575"/>
                    <a:pt x="251" y="576"/>
                  </a:cubicBezTo>
                  <a:cubicBezTo>
                    <a:pt x="252" y="576"/>
                    <a:pt x="253" y="576"/>
                    <a:pt x="254" y="577"/>
                  </a:cubicBezTo>
                  <a:cubicBezTo>
                    <a:pt x="254" y="576"/>
                    <a:pt x="254" y="576"/>
                    <a:pt x="255" y="576"/>
                  </a:cubicBezTo>
                  <a:cubicBezTo>
                    <a:pt x="255" y="576"/>
                    <a:pt x="255" y="577"/>
                    <a:pt x="254" y="578"/>
                  </a:cubicBezTo>
                  <a:cubicBezTo>
                    <a:pt x="255" y="580"/>
                    <a:pt x="254" y="582"/>
                    <a:pt x="253" y="583"/>
                  </a:cubicBezTo>
                  <a:cubicBezTo>
                    <a:pt x="253" y="583"/>
                    <a:pt x="253" y="583"/>
                    <a:pt x="253" y="583"/>
                  </a:cubicBezTo>
                  <a:cubicBezTo>
                    <a:pt x="255" y="584"/>
                    <a:pt x="254" y="582"/>
                    <a:pt x="255" y="583"/>
                  </a:cubicBezTo>
                  <a:cubicBezTo>
                    <a:pt x="255" y="583"/>
                    <a:pt x="256" y="583"/>
                    <a:pt x="256" y="583"/>
                  </a:cubicBezTo>
                  <a:cubicBezTo>
                    <a:pt x="257" y="581"/>
                    <a:pt x="258" y="578"/>
                    <a:pt x="259" y="578"/>
                  </a:cubicBezTo>
                  <a:cubicBezTo>
                    <a:pt x="260" y="577"/>
                    <a:pt x="262" y="580"/>
                    <a:pt x="262" y="578"/>
                  </a:cubicBezTo>
                  <a:cubicBezTo>
                    <a:pt x="263" y="577"/>
                    <a:pt x="261" y="575"/>
                    <a:pt x="260" y="575"/>
                  </a:cubicBezTo>
                  <a:cubicBezTo>
                    <a:pt x="261" y="575"/>
                    <a:pt x="261" y="572"/>
                    <a:pt x="261" y="572"/>
                  </a:cubicBezTo>
                  <a:cubicBezTo>
                    <a:pt x="259" y="572"/>
                    <a:pt x="257" y="574"/>
                    <a:pt x="256" y="573"/>
                  </a:cubicBezTo>
                  <a:cubicBezTo>
                    <a:pt x="255" y="573"/>
                    <a:pt x="258" y="571"/>
                    <a:pt x="258" y="570"/>
                  </a:cubicBezTo>
                  <a:cubicBezTo>
                    <a:pt x="258" y="573"/>
                    <a:pt x="261" y="569"/>
                    <a:pt x="263" y="568"/>
                  </a:cubicBezTo>
                  <a:cubicBezTo>
                    <a:pt x="264" y="568"/>
                    <a:pt x="266" y="568"/>
                    <a:pt x="267" y="568"/>
                  </a:cubicBezTo>
                  <a:cubicBezTo>
                    <a:pt x="268" y="567"/>
                    <a:pt x="266" y="565"/>
                    <a:pt x="269" y="564"/>
                  </a:cubicBezTo>
                  <a:cubicBezTo>
                    <a:pt x="269" y="564"/>
                    <a:pt x="268" y="566"/>
                    <a:pt x="269" y="566"/>
                  </a:cubicBezTo>
                  <a:cubicBezTo>
                    <a:pt x="269" y="567"/>
                    <a:pt x="271" y="564"/>
                    <a:pt x="273" y="566"/>
                  </a:cubicBezTo>
                  <a:cubicBezTo>
                    <a:pt x="273" y="566"/>
                    <a:pt x="272" y="568"/>
                    <a:pt x="272" y="570"/>
                  </a:cubicBezTo>
                  <a:cubicBezTo>
                    <a:pt x="272" y="570"/>
                    <a:pt x="272" y="571"/>
                    <a:pt x="272" y="572"/>
                  </a:cubicBezTo>
                  <a:cubicBezTo>
                    <a:pt x="274" y="572"/>
                    <a:pt x="279" y="573"/>
                    <a:pt x="280" y="573"/>
                  </a:cubicBezTo>
                  <a:cubicBezTo>
                    <a:pt x="281" y="574"/>
                    <a:pt x="279" y="576"/>
                    <a:pt x="282" y="576"/>
                  </a:cubicBezTo>
                  <a:cubicBezTo>
                    <a:pt x="279" y="578"/>
                    <a:pt x="284" y="579"/>
                    <a:pt x="283" y="581"/>
                  </a:cubicBezTo>
                  <a:cubicBezTo>
                    <a:pt x="283" y="581"/>
                    <a:pt x="281" y="581"/>
                    <a:pt x="281" y="582"/>
                  </a:cubicBezTo>
                  <a:cubicBezTo>
                    <a:pt x="281" y="582"/>
                    <a:pt x="282" y="583"/>
                    <a:pt x="281" y="584"/>
                  </a:cubicBezTo>
                  <a:cubicBezTo>
                    <a:pt x="281" y="584"/>
                    <a:pt x="281" y="584"/>
                    <a:pt x="281" y="584"/>
                  </a:cubicBezTo>
                  <a:cubicBezTo>
                    <a:pt x="282" y="585"/>
                    <a:pt x="283" y="587"/>
                    <a:pt x="282" y="588"/>
                  </a:cubicBezTo>
                  <a:cubicBezTo>
                    <a:pt x="283" y="588"/>
                    <a:pt x="283" y="588"/>
                    <a:pt x="284" y="588"/>
                  </a:cubicBezTo>
                  <a:cubicBezTo>
                    <a:pt x="283" y="588"/>
                    <a:pt x="283" y="587"/>
                    <a:pt x="283" y="586"/>
                  </a:cubicBezTo>
                  <a:cubicBezTo>
                    <a:pt x="283" y="585"/>
                    <a:pt x="284" y="585"/>
                    <a:pt x="285" y="584"/>
                  </a:cubicBezTo>
                  <a:cubicBezTo>
                    <a:pt x="285" y="584"/>
                    <a:pt x="285" y="583"/>
                    <a:pt x="286" y="582"/>
                  </a:cubicBezTo>
                  <a:cubicBezTo>
                    <a:pt x="286" y="582"/>
                    <a:pt x="286" y="582"/>
                    <a:pt x="286" y="582"/>
                  </a:cubicBezTo>
                  <a:cubicBezTo>
                    <a:pt x="286" y="582"/>
                    <a:pt x="287" y="582"/>
                    <a:pt x="287" y="582"/>
                  </a:cubicBezTo>
                  <a:cubicBezTo>
                    <a:pt x="288" y="581"/>
                    <a:pt x="290" y="580"/>
                    <a:pt x="291" y="578"/>
                  </a:cubicBezTo>
                  <a:cubicBezTo>
                    <a:pt x="289" y="581"/>
                    <a:pt x="293" y="581"/>
                    <a:pt x="293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3" y="581"/>
                    <a:pt x="293" y="580"/>
                    <a:pt x="293" y="580"/>
                  </a:cubicBezTo>
                  <a:cubicBezTo>
                    <a:pt x="292" y="579"/>
                    <a:pt x="293" y="574"/>
                    <a:pt x="294" y="574"/>
                  </a:cubicBezTo>
                  <a:cubicBezTo>
                    <a:pt x="295" y="573"/>
                    <a:pt x="295" y="574"/>
                    <a:pt x="295" y="574"/>
                  </a:cubicBezTo>
                  <a:cubicBezTo>
                    <a:pt x="297" y="574"/>
                    <a:pt x="299" y="572"/>
                    <a:pt x="302" y="573"/>
                  </a:cubicBezTo>
                  <a:cubicBezTo>
                    <a:pt x="301" y="574"/>
                    <a:pt x="299" y="573"/>
                    <a:pt x="299" y="575"/>
                  </a:cubicBezTo>
                  <a:cubicBezTo>
                    <a:pt x="298" y="576"/>
                    <a:pt x="300" y="575"/>
                    <a:pt x="300" y="576"/>
                  </a:cubicBezTo>
                  <a:cubicBezTo>
                    <a:pt x="301" y="577"/>
                    <a:pt x="298" y="581"/>
                    <a:pt x="295" y="581"/>
                  </a:cubicBezTo>
                  <a:cubicBezTo>
                    <a:pt x="295" y="582"/>
                    <a:pt x="294" y="583"/>
                    <a:pt x="294" y="584"/>
                  </a:cubicBezTo>
                  <a:cubicBezTo>
                    <a:pt x="294" y="584"/>
                    <a:pt x="295" y="584"/>
                    <a:pt x="295" y="584"/>
                  </a:cubicBezTo>
                  <a:cubicBezTo>
                    <a:pt x="296" y="583"/>
                    <a:pt x="299" y="582"/>
                    <a:pt x="300" y="580"/>
                  </a:cubicBezTo>
                  <a:cubicBezTo>
                    <a:pt x="301" y="580"/>
                    <a:pt x="300" y="578"/>
                    <a:pt x="301" y="578"/>
                  </a:cubicBezTo>
                  <a:cubicBezTo>
                    <a:pt x="301" y="577"/>
                    <a:pt x="302" y="577"/>
                    <a:pt x="302" y="576"/>
                  </a:cubicBezTo>
                  <a:cubicBezTo>
                    <a:pt x="302" y="575"/>
                    <a:pt x="301" y="576"/>
                    <a:pt x="301" y="574"/>
                  </a:cubicBezTo>
                  <a:cubicBezTo>
                    <a:pt x="302" y="573"/>
                    <a:pt x="303" y="573"/>
                    <a:pt x="304" y="573"/>
                  </a:cubicBezTo>
                  <a:cubicBezTo>
                    <a:pt x="304" y="574"/>
                    <a:pt x="303" y="576"/>
                    <a:pt x="304" y="578"/>
                  </a:cubicBezTo>
                  <a:cubicBezTo>
                    <a:pt x="304" y="578"/>
                    <a:pt x="306" y="578"/>
                    <a:pt x="307" y="579"/>
                  </a:cubicBezTo>
                  <a:cubicBezTo>
                    <a:pt x="308" y="580"/>
                    <a:pt x="308" y="581"/>
                    <a:pt x="311" y="579"/>
                  </a:cubicBezTo>
                  <a:cubicBezTo>
                    <a:pt x="307" y="583"/>
                    <a:pt x="312" y="581"/>
                    <a:pt x="313" y="582"/>
                  </a:cubicBezTo>
                  <a:cubicBezTo>
                    <a:pt x="312" y="582"/>
                    <a:pt x="312" y="589"/>
                    <a:pt x="312" y="589"/>
                  </a:cubicBezTo>
                  <a:cubicBezTo>
                    <a:pt x="312" y="590"/>
                    <a:pt x="310" y="593"/>
                    <a:pt x="310" y="595"/>
                  </a:cubicBezTo>
                  <a:cubicBezTo>
                    <a:pt x="310" y="594"/>
                    <a:pt x="310" y="594"/>
                    <a:pt x="311" y="594"/>
                  </a:cubicBezTo>
                  <a:cubicBezTo>
                    <a:pt x="311" y="595"/>
                    <a:pt x="310" y="595"/>
                    <a:pt x="310" y="596"/>
                  </a:cubicBezTo>
                  <a:cubicBezTo>
                    <a:pt x="310" y="596"/>
                    <a:pt x="310" y="596"/>
                    <a:pt x="310" y="596"/>
                  </a:cubicBezTo>
                  <a:cubicBezTo>
                    <a:pt x="310" y="596"/>
                    <a:pt x="310" y="596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4" y="594"/>
                    <a:pt x="320" y="594"/>
                    <a:pt x="324" y="595"/>
                  </a:cubicBezTo>
                  <a:cubicBezTo>
                    <a:pt x="324" y="594"/>
                    <a:pt x="324" y="593"/>
                    <a:pt x="324" y="593"/>
                  </a:cubicBezTo>
                  <a:cubicBezTo>
                    <a:pt x="325" y="593"/>
                    <a:pt x="325" y="594"/>
                    <a:pt x="325" y="595"/>
                  </a:cubicBezTo>
                  <a:cubicBezTo>
                    <a:pt x="326" y="595"/>
                    <a:pt x="326" y="596"/>
                    <a:pt x="326" y="596"/>
                  </a:cubicBezTo>
                  <a:cubicBezTo>
                    <a:pt x="326" y="597"/>
                    <a:pt x="325" y="597"/>
                    <a:pt x="323" y="598"/>
                  </a:cubicBezTo>
                  <a:cubicBezTo>
                    <a:pt x="324" y="598"/>
                    <a:pt x="324" y="598"/>
                    <a:pt x="324" y="599"/>
                  </a:cubicBezTo>
                  <a:cubicBezTo>
                    <a:pt x="324" y="600"/>
                    <a:pt x="323" y="601"/>
                    <a:pt x="322" y="601"/>
                  </a:cubicBezTo>
                  <a:cubicBezTo>
                    <a:pt x="323" y="602"/>
                    <a:pt x="322" y="603"/>
                    <a:pt x="321" y="604"/>
                  </a:cubicBezTo>
                  <a:cubicBezTo>
                    <a:pt x="321" y="604"/>
                    <a:pt x="320" y="604"/>
                    <a:pt x="319" y="604"/>
                  </a:cubicBezTo>
                  <a:cubicBezTo>
                    <a:pt x="319" y="605"/>
                    <a:pt x="320" y="605"/>
                    <a:pt x="321" y="605"/>
                  </a:cubicBezTo>
                  <a:cubicBezTo>
                    <a:pt x="323" y="604"/>
                    <a:pt x="325" y="602"/>
                    <a:pt x="325" y="602"/>
                  </a:cubicBezTo>
                  <a:cubicBezTo>
                    <a:pt x="325" y="601"/>
                    <a:pt x="325" y="601"/>
                    <a:pt x="325" y="601"/>
                  </a:cubicBezTo>
                  <a:cubicBezTo>
                    <a:pt x="329" y="600"/>
                    <a:pt x="327" y="609"/>
                    <a:pt x="325" y="607"/>
                  </a:cubicBezTo>
                  <a:cubicBezTo>
                    <a:pt x="325" y="607"/>
                    <a:pt x="324" y="605"/>
                    <a:pt x="324" y="605"/>
                  </a:cubicBezTo>
                  <a:cubicBezTo>
                    <a:pt x="323" y="605"/>
                    <a:pt x="319" y="608"/>
                    <a:pt x="318" y="609"/>
                  </a:cubicBezTo>
                  <a:cubicBezTo>
                    <a:pt x="317" y="609"/>
                    <a:pt x="316" y="609"/>
                    <a:pt x="316" y="610"/>
                  </a:cubicBezTo>
                  <a:cubicBezTo>
                    <a:pt x="316" y="610"/>
                    <a:pt x="317" y="612"/>
                    <a:pt x="316" y="613"/>
                  </a:cubicBezTo>
                  <a:cubicBezTo>
                    <a:pt x="316" y="613"/>
                    <a:pt x="315" y="614"/>
                    <a:pt x="315" y="614"/>
                  </a:cubicBezTo>
                  <a:cubicBezTo>
                    <a:pt x="315" y="614"/>
                    <a:pt x="313" y="617"/>
                    <a:pt x="313" y="618"/>
                  </a:cubicBezTo>
                  <a:cubicBezTo>
                    <a:pt x="314" y="618"/>
                    <a:pt x="315" y="618"/>
                    <a:pt x="315" y="617"/>
                  </a:cubicBezTo>
                  <a:cubicBezTo>
                    <a:pt x="315" y="617"/>
                    <a:pt x="316" y="619"/>
                    <a:pt x="315" y="620"/>
                  </a:cubicBezTo>
                  <a:cubicBezTo>
                    <a:pt x="315" y="620"/>
                    <a:pt x="315" y="620"/>
                    <a:pt x="315" y="620"/>
                  </a:cubicBezTo>
                  <a:cubicBezTo>
                    <a:pt x="315" y="621"/>
                    <a:pt x="315" y="621"/>
                    <a:pt x="316" y="621"/>
                  </a:cubicBezTo>
                  <a:cubicBezTo>
                    <a:pt x="316" y="621"/>
                    <a:pt x="316" y="620"/>
                    <a:pt x="317" y="619"/>
                  </a:cubicBezTo>
                  <a:cubicBezTo>
                    <a:pt x="317" y="620"/>
                    <a:pt x="316" y="620"/>
                    <a:pt x="316" y="619"/>
                  </a:cubicBezTo>
                  <a:cubicBezTo>
                    <a:pt x="316" y="618"/>
                    <a:pt x="316" y="618"/>
                    <a:pt x="316" y="618"/>
                  </a:cubicBezTo>
                  <a:cubicBezTo>
                    <a:pt x="316" y="617"/>
                    <a:pt x="317" y="616"/>
                    <a:pt x="318" y="617"/>
                  </a:cubicBezTo>
                  <a:cubicBezTo>
                    <a:pt x="318" y="618"/>
                    <a:pt x="318" y="618"/>
                    <a:pt x="317" y="618"/>
                  </a:cubicBezTo>
                  <a:cubicBezTo>
                    <a:pt x="317" y="618"/>
                    <a:pt x="317" y="618"/>
                    <a:pt x="317" y="618"/>
                  </a:cubicBezTo>
                  <a:cubicBezTo>
                    <a:pt x="318" y="618"/>
                    <a:pt x="318" y="618"/>
                    <a:pt x="318" y="618"/>
                  </a:cubicBezTo>
                  <a:cubicBezTo>
                    <a:pt x="318" y="619"/>
                    <a:pt x="318" y="619"/>
                    <a:pt x="317" y="619"/>
                  </a:cubicBezTo>
                  <a:cubicBezTo>
                    <a:pt x="319" y="618"/>
                    <a:pt x="320" y="618"/>
                    <a:pt x="321" y="620"/>
                  </a:cubicBezTo>
                  <a:cubicBezTo>
                    <a:pt x="322" y="621"/>
                    <a:pt x="321" y="623"/>
                    <a:pt x="320" y="623"/>
                  </a:cubicBezTo>
                  <a:cubicBezTo>
                    <a:pt x="320" y="623"/>
                    <a:pt x="320" y="623"/>
                    <a:pt x="320" y="623"/>
                  </a:cubicBezTo>
                  <a:cubicBezTo>
                    <a:pt x="322" y="623"/>
                    <a:pt x="320" y="624"/>
                    <a:pt x="321" y="624"/>
                  </a:cubicBezTo>
                  <a:cubicBezTo>
                    <a:pt x="321" y="625"/>
                    <a:pt x="322" y="624"/>
                    <a:pt x="322" y="624"/>
                  </a:cubicBezTo>
                  <a:cubicBezTo>
                    <a:pt x="322" y="624"/>
                    <a:pt x="322" y="624"/>
                    <a:pt x="322" y="624"/>
                  </a:cubicBezTo>
                  <a:cubicBezTo>
                    <a:pt x="323" y="624"/>
                    <a:pt x="323" y="624"/>
                    <a:pt x="324" y="624"/>
                  </a:cubicBezTo>
                  <a:cubicBezTo>
                    <a:pt x="326" y="625"/>
                    <a:pt x="323" y="629"/>
                    <a:pt x="324" y="631"/>
                  </a:cubicBezTo>
                  <a:cubicBezTo>
                    <a:pt x="325" y="631"/>
                    <a:pt x="326" y="631"/>
                    <a:pt x="327" y="631"/>
                  </a:cubicBezTo>
                  <a:cubicBezTo>
                    <a:pt x="328" y="630"/>
                    <a:pt x="328" y="629"/>
                    <a:pt x="329" y="628"/>
                  </a:cubicBezTo>
                  <a:cubicBezTo>
                    <a:pt x="328" y="627"/>
                    <a:pt x="327" y="626"/>
                    <a:pt x="328" y="624"/>
                  </a:cubicBezTo>
                  <a:cubicBezTo>
                    <a:pt x="330" y="620"/>
                    <a:pt x="335" y="622"/>
                    <a:pt x="336" y="625"/>
                  </a:cubicBezTo>
                  <a:cubicBezTo>
                    <a:pt x="337" y="625"/>
                    <a:pt x="337" y="625"/>
                    <a:pt x="338" y="624"/>
                  </a:cubicBezTo>
                  <a:cubicBezTo>
                    <a:pt x="338" y="624"/>
                    <a:pt x="337" y="625"/>
                    <a:pt x="337" y="625"/>
                  </a:cubicBezTo>
                  <a:cubicBezTo>
                    <a:pt x="339" y="624"/>
                    <a:pt x="342" y="623"/>
                    <a:pt x="344" y="624"/>
                  </a:cubicBezTo>
                  <a:cubicBezTo>
                    <a:pt x="345" y="624"/>
                    <a:pt x="347" y="624"/>
                    <a:pt x="347" y="624"/>
                  </a:cubicBezTo>
                  <a:cubicBezTo>
                    <a:pt x="347" y="625"/>
                    <a:pt x="346" y="625"/>
                    <a:pt x="345" y="625"/>
                  </a:cubicBezTo>
                  <a:cubicBezTo>
                    <a:pt x="345" y="625"/>
                    <a:pt x="345" y="626"/>
                    <a:pt x="345" y="626"/>
                  </a:cubicBezTo>
                  <a:cubicBezTo>
                    <a:pt x="345" y="627"/>
                    <a:pt x="345" y="628"/>
                    <a:pt x="345" y="629"/>
                  </a:cubicBezTo>
                  <a:cubicBezTo>
                    <a:pt x="347" y="629"/>
                    <a:pt x="348" y="630"/>
                    <a:pt x="346" y="632"/>
                  </a:cubicBezTo>
                  <a:cubicBezTo>
                    <a:pt x="345" y="634"/>
                    <a:pt x="346" y="636"/>
                    <a:pt x="346" y="636"/>
                  </a:cubicBezTo>
                  <a:cubicBezTo>
                    <a:pt x="346" y="637"/>
                    <a:pt x="345" y="637"/>
                    <a:pt x="345" y="638"/>
                  </a:cubicBezTo>
                  <a:cubicBezTo>
                    <a:pt x="347" y="637"/>
                    <a:pt x="349" y="635"/>
                    <a:pt x="351" y="634"/>
                  </a:cubicBezTo>
                  <a:cubicBezTo>
                    <a:pt x="349" y="632"/>
                    <a:pt x="347" y="629"/>
                    <a:pt x="351" y="627"/>
                  </a:cubicBezTo>
                  <a:cubicBezTo>
                    <a:pt x="352" y="627"/>
                    <a:pt x="352" y="627"/>
                    <a:pt x="353" y="627"/>
                  </a:cubicBezTo>
                  <a:cubicBezTo>
                    <a:pt x="352" y="627"/>
                    <a:pt x="353" y="622"/>
                    <a:pt x="355" y="624"/>
                  </a:cubicBezTo>
                  <a:cubicBezTo>
                    <a:pt x="356" y="625"/>
                    <a:pt x="355" y="626"/>
                    <a:pt x="355" y="626"/>
                  </a:cubicBezTo>
                  <a:cubicBezTo>
                    <a:pt x="354" y="627"/>
                    <a:pt x="354" y="627"/>
                    <a:pt x="354" y="627"/>
                  </a:cubicBezTo>
                  <a:cubicBezTo>
                    <a:pt x="356" y="627"/>
                    <a:pt x="358" y="627"/>
                    <a:pt x="359" y="626"/>
                  </a:cubicBezTo>
                  <a:cubicBezTo>
                    <a:pt x="362" y="624"/>
                    <a:pt x="361" y="624"/>
                    <a:pt x="363" y="625"/>
                  </a:cubicBezTo>
                  <a:cubicBezTo>
                    <a:pt x="363" y="626"/>
                    <a:pt x="363" y="627"/>
                    <a:pt x="365" y="626"/>
                  </a:cubicBezTo>
                  <a:cubicBezTo>
                    <a:pt x="365" y="626"/>
                    <a:pt x="369" y="622"/>
                    <a:pt x="368" y="625"/>
                  </a:cubicBezTo>
                  <a:cubicBezTo>
                    <a:pt x="368" y="626"/>
                    <a:pt x="367" y="626"/>
                    <a:pt x="367" y="626"/>
                  </a:cubicBezTo>
                  <a:cubicBezTo>
                    <a:pt x="367" y="627"/>
                    <a:pt x="371" y="627"/>
                    <a:pt x="372" y="628"/>
                  </a:cubicBezTo>
                  <a:cubicBezTo>
                    <a:pt x="372" y="629"/>
                    <a:pt x="367" y="630"/>
                    <a:pt x="370" y="632"/>
                  </a:cubicBezTo>
                  <a:cubicBezTo>
                    <a:pt x="370" y="633"/>
                    <a:pt x="371" y="633"/>
                    <a:pt x="371" y="633"/>
                  </a:cubicBezTo>
                  <a:cubicBezTo>
                    <a:pt x="371" y="633"/>
                    <a:pt x="370" y="633"/>
                    <a:pt x="370" y="634"/>
                  </a:cubicBezTo>
                  <a:cubicBezTo>
                    <a:pt x="369" y="635"/>
                    <a:pt x="369" y="636"/>
                    <a:pt x="370" y="636"/>
                  </a:cubicBezTo>
                  <a:cubicBezTo>
                    <a:pt x="371" y="636"/>
                    <a:pt x="372" y="636"/>
                    <a:pt x="372" y="637"/>
                  </a:cubicBezTo>
                  <a:cubicBezTo>
                    <a:pt x="372" y="638"/>
                    <a:pt x="372" y="638"/>
                    <a:pt x="371" y="638"/>
                  </a:cubicBezTo>
                  <a:cubicBezTo>
                    <a:pt x="371" y="639"/>
                    <a:pt x="370" y="639"/>
                    <a:pt x="370" y="639"/>
                  </a:cubicBezTo>
                  <a:cubicBezTo>
                    <a:pt x="371" y="640"/>
                    <a:pt x="372" y="640"/>
                    <a:pt x="373" y="640"/>
                  </a:cubicBezTo>
                  <a:cubicBezTo>
                    <a:pt x="373" y="642"/>
                    <a:pt x="371" y="643"/>
                    <a:pt x="371" y="644"/>
                  </a:cubicBezTo>
                  <a:cubicBezTo>
                    <a:pt x="372" y="647"/>
                    <a:pt x="375" y="644"/>
                    <a:pt x="377" y="645"/>
                  </a:cubicBezTo>
                  <a:cubicBezTo>
                    <a:pt x="378" y="645"/>
                    <a:pt x="379" y="648"/>
                    <a:pt x="381" y="646"/>
                  </a:cubicBezTo>
                  <a:cubicBezTo>
                    <a:pt x="382" y="645"/>
                    <a:pt x="381" y="642"/>
                    <a:pt x="385" y="641"/>
                  </a:cubicBezTo>
                  <a:cubicBezTo>
                    <a:pt x="386" y="641"/>
                    <a:pt x="391" y="640"/>
                    <a:pt x="392" y="642"/>
                  </a:cubicBezTo>
                  <a:cubicBezTo>
                    <a:pt x="392" y="643"/>
                    <a:pt x="390" y="642"/>
                    <a:pt x="389" y="643"/>
                  </a:cubicBezTo>
                  <a:cubicBezTo>
                    <a:pt x="388" y="644"/>
                    <a:pt x="390" y="646"/>
                    <a:pt x="390" y="646"/>
                  </a:cubicBezTo>
                  <a:cubicBezTo>
                    <a:pt x="389" y="648"/>
                    <a:pt x="387" y="647"/>
                    <a:pt x="386" y="648"/>
                  </a:cubicBezTo>
                  <a:cubicBezTo>
                    <a:pt x="386" y="648"/>
                    <a:pt x="387" y="648"/>
                    <a:pt x="387" y="649"/>
                  </a:cubicBezTo>
                  <a:cubicBezTo>
                    <a:pt x="387" y="649"/>
                    <a:pt x="386" y="649"/>
                    <a:pt x="386" y="649"/>
                  </a:cubicBezTo>
                  <a:cubicBezTo>
                    <a:pt x="386" y="651"/>
                    <a:pt x="387" y="652"/>
                    <a:pt x="385" y="653"/>
                  </a:cubicBezTo>
                  <a:cubicBezTo>
                    <a:pt x="385" y="653"/>
                    <a:pt x="385" y="653"/>
                    <a:pt x="385" y="653"/>
                  </a:cubicBezTo>
                  <a:cubicBezTo>
                    <a:pt x="385" y="653"/>
                    <a:pt x="385" y="654"/>
                    <a:pt x="385" y="654"/>
                  </a:cubicBezTo>
                  <a:cubicBezTo>
                    <a:pt x="385" y="654"/>
                    <a:pt x="386" y="655"/>
                    <a:pt x="384" y="656"/>
                  </a:cubicBezTo>
                  <a:cubicBezTo>
                    <a:pt x="383" y="656"/>
                    <a:pt x="383" y="656"/>
                    <a:pt x="383" y="656"/>
                  </a:cubicBezTo>
                  <a:cubicBezTo>
                    <a:pt x="383" y="656"/>
                    <a:pt x="384" y="657"/>
                    <a:pt x="384" y="657"/>
                  </a:cubicBezTo>
                  <a:cubicBezTo>
                    <a:pt x="385" y="657"/>
                    <a:pt x="386" y="657"/>
                    <a:pt x="386" y="657"/>
                  </a:cubicBezTo>
                  <a:cubicBezTo>
                    <a:pt x="387" y="657"/>
                    <a:pt x="387" y="658"/>
                    <a:pt x="387" y="658"/>
                  </a:cubicBezTo>
                  <a:cubicBezTo>
                    <a:pt x="387" y="658"/>
                    <a:pt x="387" y="659"/>
                    <a:pt x="386" y="659"/>
                  </a:cubicBezTo>
                  <a:cubicBezTo>
                    <a:pt x="386" y="660"/>
                    <a:pt x="386" y="661"/>
                    <a:pt x="386" y="661"/>
                  </a:cubicBezTo>
                  <a:cubicBezTo>
                    <a:pt x="385" y="662"/>
                    <a:pt x="382" y="661"/>
                    <a:pt x="380" y="662"/>
                  </a:cubicBezTo>
                  <a:cubicBezTo>
                    <a:pt x="381" y="660"/>
                    <a:pt x="381" y="659"/>
                    <a:pt x="379" y="660"/>
                  </a:cubicBezTo>
                  <a:cubicBezTo>
                    <a:pt x="377" y="661"/>
                    <a:pt x="379" y="661"/>
                    <a:pt x="379" y="662"/>
                  </a:cubicBezTo>
                  <a:cubicBezTo>
                    <a:pt x="379" y="662"/>
                    <a:pt x="377" y="662"/>
                    <a:pt x="378" y="663"/>
                  </a:cubicBezTo>
                  <a:cubicBezTo>
                    <a:pt x="378" y="663"/>
                    <a:pt x="378" y="663"/>
                    <a:pt x="378" y="663"/>
                  </a:cubicBezTo>
                  <a:cubicBezTo>
                    <a:pt x="380" y="663"/>
                    <a:pt x="383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5" y="662"/>
                    <a:pt x="385" y="663"/>
                    <a:pt x="384" y="664"/>
                  </a:cubicBezTo>
                  <a:cubicBezTo>
                    <a:pt x="385" y="664"/>
                    <a:pt x="385" y="665"/>
                    <a:pt x="385" y="666"/>
                  </a:cubicBezTo>
                  <a:cubicBezTo>
                    <a:pt x="385" y="668"/>
                    <a:pt x="382" y="668"/>
                    <a:pt x="379" y="668"/>
                  </a:cubicBezTo>
                  <a:cubicBezTo>
                    <a:pt x="379" y="669"/>
                    <a:pt x="380" y="670"/>
                    <a:pt x="379" y="671"/>
                  </a:cubicBezTo>
                  <a:cubicBezTo>
                    <a:pt x="378" y="673"/>
                    <a:pt x="375" y="673"/>
                    <a:pt x="376" y="674"/>
                  </a:cubicBezTo>
                  <a:cubicBezTo>
                    <a:pt x="374" y="673"/>
                    <a:pt x="372" y="674"/>
                    <a:pt x="371" y="673"/>
                  </a:cubicBezTo>
                  <a:cubicBezTo>
                    <a:pt x="368" y="671"/>
                    <a:pt x="369" y="671"/>
                    <a:pt x="365" y="671"/>
                  </a:cubicBezTo>
                  <a:cubicBezTo>
                    <a:pt x="365" y="671"/>
                    <a:pt x="364" y="671"/>
                    <a:pt x="363" y="671"/>
                  </a:cubicBezTo>
                  <a:cubicBezTo>
                    <a:pt x="360" y="671"/>
                    <a:pt x="361" y="672"/>
                    <a:pt x="362" y="674"/>
                  </a:cubicBezTo>
                  <a:cubicBezTo>
                    <a:pt x="359" y="672"/>
                    <a:pt x="360" y="674"/>
                    <a:pt x="362" y="675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62" y="675"/>
                    <a:pt x="362" y="675"/>
                    <a:pt x="362" y="676"/>
                  </a:cubicBezTo>
                  <a:cubicBezTo>
                    <a:pt x="362" y="676"/>
                    <a:pt x="363" y="676"/>
                    <a:pt x="363" y="676"/>
                  </a:cubicBezTo>
                  <a:cubicBezTo>
                    <a:pt x="363" y="676"/>
                    <a:pt x="365" y="674"/>
                    <a:pt x="365" y="675"/>
                  </a:cubicBezTo>
                  <a:cubicBezTo>
                    <a:pt x="366" y="676"/>
                    <a:pt x="361" y="679"/>
                    <a:pt x="365" y="680"/>
                  </a:cubicBezTo>
                  <a:cubicBezTo>
                    <a:pt x="359" y="680"/>
                    <a:pt x="366" y="684"/>
                    <a:pt x="368" y="686"/>
                  </a:cubicBezTo>
                  <a:cubicBezTo>
                    <a:pt x="369" y="687"/>
                    <a:pt x="369" y="689"/>
                    <a:pt x="370" y="690"/>
                  </a:cubicBezTo>
                  <a:cubicBezTo>
                    <a:pt x="370" y="691"/>
                    <a:pt x="371" y="692"/>
                    <a:pt x="370" y="692"/>
                  </a:cubicBezTo>
                  <a:cubicBezTo>
                    <a:pt x="370" y="692"/>
                    <a:pt x="370" y="692"/>
                    <a:pt x="370" y="692"/>
                  </a:cubicBezTo>
                  <a:cubicBezTo>
                    <a:pt x="371" y="693"/>
                    <a:pt x="371" y="694"/>
                    <a:pt x="372" y="694"/>
                  </a:cubicBezTo>
                  <a:cubicBezTo>
                    <a:pt x="372" y="694"/>
                    <a:pt x="372" y="694"/>
                    <a:pt x="372" y="694"/>
                  </a:cubicBezTo>
                  <a:cubicBezTo>
                    <a:pt x="373" y="694"/>
                    <a:pt x="373" y="694"/>
                    <a:pt x="373" y="694"/>
                  </a:cubicBezTo>
                  <a:cubicBezTo>
                    <a:pt x="374" y="693"/>
                    <a:pt x="376" y="692"/>
                    <a:pt x="377" y="693"/>
                  </a:cubicBezTo>
                  <a:cubicBezTo>
                    <a:pt x="378" y="692"/>
                    <a:pt x="379" y="694"/>
                    <a:pt x="379" y="695"/>
                  </a:cubicBezTo>
                  <a:cubicBezTo>
                    <a:pt x="380" y="695"/>
                    <a:pt x="381" y="694"/>
                    <a:pt x="382" y="695"/>
                  </a:cubicBezTo>
                  <a:cubicBezTo>
                    <a:pt x="383" y="695"/>
                    <a:pt x="381" y="695"/>
                    <a:pt x="379" y="695"/>
                  </a:cubicBezTo>
                  <a:cubicBezTo>
                    <a:pt x="379" y="696"/>
                    <a:pt x="379" y="697"/>
                    <a:pt x="378" y="697"/>
                  </a:cubicBezTo>
                  <a:cubicBezTo>
                    <a:pt x="380" y="698"/>
                    <a:pt x="382" y="698"/>
                    <a:pt x="382" y="698"/>
                  </a:cubicBezTo>
                  <a:cubicBezTo>
                    <a:pt x="382" y="698"/>
                    <a:pt x="382" y="698"/>
                    <a:pt x="383" y="698"/>
                  </a:cubicBezTo>
                  <a:cubicBezTo>
                    <a:pt x="382" y="698"/>
                    <a:pt x="381" y="697"/>
                    <a:pt x="380" y="697"/>
                  </a:cubicBezTo>
                  <a:cubicBezTo>
                    <a:pt x="381" y="697"/>
                    <a:pt x="383" y="697"/>
                    <a:pt x="384" y="697"/>
                  </a:cubicBezTo>
                  <a:cubicBezTo>
                    <a:pt x="384" y="697"/>
                    <a:pt x="384" y="697"/>
                    <a:pt x="385" y="697"/>
                  </a:cubicBezTo>
                  <a:cubicBezTo>
                    <a:pt x="384" y="696"/>
                    <a:pt x="385" y="695"/>
                    <a:pt x="386" y="696"/>
                  </a:cubicBezTo>
                  <a:cubicBezTo>
                    <a:pt x="387" y="695"/>
                    <a:pt x="388" y="695"/>
                    <a:pt x="389" y="696"/>
                  </a:cubicBezTo>
                  <a:cubicBezTo>
                    <a:pt x="389" y="696"/>
                    <a:pt x="388" y="696"/>
                    <a:pt x="387" y="697"/>
                  </a:cubicBezTo>
                  <a:cubicBezTo>
                    <a:pt x="387" y="697"/>
                    <a:pt x="388" y="699"/>
                    <a:pt x="387" y="698"/>
                  </a:cubicBezTo>
                  <a:cubicBezTo>
                    <a:pt x="387" y="698"/>
                    <a:pt x="387" y="698"/>
                    <a:pt x="387" y="698"/>
                  </a:cubicBezTo>
                  <a:cubicBezTo>
                    <a:pt x="387" y="697"/>
                    <a:pt x="387" y="697"/>
                    <a:pt x="387" y="697"/>
                  </a:cubicBezTo>
                  <a:cubicBezTo>
                    <a:pt x="386" y="697"/>
                    <a:pt x="386" y="698"/>
                    <a:pt x="385" y="698"/>
                  </a:cubicBezTo>
                  <a:cubicBezTo>
                    <a:pt x="386" y="698"/>
                    <a:pt x="387" y="699"/>
                    <a:pt x="387" y="699"/>
                  </a:cubicBezTo>
                  <a:cubicBezTo>
                    <a:pt x="387" y="700"/>
                    <a:pt x="386" y="699"/>
                    <a:pt x="385" y="699"/>
                  </a:cubicBezTo>
                  <a:cubicBezTo>
                    <a:pt x="385" y="699"/>
                    <a:pt x="385" y="700"/>
                    <a:pt x="385" y="700"/>
                  </a:cubicBezTo>
                  <a:cubicBezTo>
                    <a:pt x="386" y="700"/>
                    <a:pt x="387" y="699"/>
                    <a:pt x="388" y="700"/>
                  </a:cubicBezTo>
                  <a:cubicBezTo>
                    <a:pt x="389" y="700"/>
                    <a:pt x="388" y="704"/>
                    <a:pt x="391" y="702"/>
                  </a:cubicBezTo>
                  <a:cubicBezTo>
                    <a:pt x="392" y="702"/>
                    <a:pt x="391" y="701"/>
                    <a:pt x="391" y="701"/>
                  </a:cubicBezTo>
                  <a:cubicBezTo>
                    <a:pt x="391" y="701"/>
                    <a:pt x="391" y="700"/>
                    <a:pt x="391" y="700"/>
                  </a:cubicBezTo>
                  <a:cubicBezTo>
                    <a:pt x="390" y="700"/>
                    <a:pt x="390" y="700"/>
                    <a:pt x="390" y="700"/>
                  </a:cubicBezTo>
                  <a:cubicBezTo>
                    <a:pt x="389" y="699"/>
                    <a:pt x="391" y="698"/>
                    <a:pt x="391" y="699"/>
                  </a:cubicBezTo>
                  <a:cubicBezTo>
                    <a:pt x="391" y="699"/>
                    <a:pt x="391" y="699"/>
                    <a:pt x="391" y="699"/>
                  </a:cubicBezTo>
                  <a:cubicBezTo>
                    <a:pt x="392" y="699"/>
                    <a:pt x="395" y="701"/>
                    <a:pt x="397" y="701"/>
                  </a:cubicBezTo>
                  <a:cubicBezTo>
                    <a:pt x="395" y="702"/>
                    <a:pt x="396" y="703"/>
                    <a:pt x="397" y="704"/>
                  </a:cubicBezTo>
                  <a:cubicBezTo>
                    <a:pt x="399" y="704"/>
                    <a:pt x="401" y="703"/>
                    <a:pt x="403" y="702"/>
                  </a:cubicBezTo>
                  <a:cubicBezTo>
                    <a:pt x="402" y="704"/>
                    <a:pt x="399" y="704"/>
                    <a:pt x="397" y="704"/>
                  </a:cubicBezTo>
                  <a:cubicBezTo>
                    <a:pt x="398" y="705"/>
                    <a:pt x="398" y="706"/>
                    <a:pt x="397" y="707"/>
                  </a:cubicBezTo>
                  <a:cubicBezTo>
                    <a:pt x="396" y="708"/>
                    <a:pt x="392" y="706"/>
                    <a:pt x="391" y="708"/>
                  </a:cubicBezTo>
                  <a:cubicBezTo>
                    <a:pt x="391" y="708"/>
                    <a:pt x="392" y="708"/>
                    <a:pt x="392" y="709"/>
                  </a:cubicBezTo>
                  <a:cubicBezTo>
                    <a:pt x="392" y="710"/>
                    <a:pt x="389" y="711"/>
                    <a:pt x="392" y="712"/>
                  </a:cubicBezTo>
                  <a:cubicBezTo>
                    <a:pt x="392" y="712"/>
                    <a:pt x="397" y="714"/>
                    <a:pt x="398" y="714"/>
                  </a:cubicBezTo>
                  <a:cubicBezTo>
                    <a:pt x="401" y="715"/>
                    <a:pt x="403" y="715"/>
                    <a:pt x="406" y="717"/>
                  </a:cubicBezTo>
                  <a:cubicBezTo>
                    <a:pt x="402" y="716"/>
                    <a:pt x="401" y="718"/>
                    <a:pt x="397" y="718"/>
                  </a:cubicBezTo>
                  <a:cubicBezTo>
                    <a:pt x="394" y="718"/>
                    <a:pt x="391" y="714"/>
                    <a:pt x="388" y="714"/>
                  </a:cubicBezTo>
                  <a:cubicBezTo>
                    <a:pt x="388" y="714"/>
                    <a:pt x="384" y="717"/>
                    <a:pt x="383" y="717"/>
                  </a:cubicBezTo>
                  <a:cubicBezTo>
                    <a:pt x="382" y="717"/>
                    <a:pt x="381" y="715"/>
                    <a:pt x="381" y="716"/>
                  </a:cubicBezTo>
                  <a:cubicBezTo>
                    <a:pt x="381" y="717"/>
                    <a:pt x="382" y="717"/>
                    <a:pt x="382" y="717"/>
                  </a:cubicBezTo>
                  <a:cubicBezTo>
                    <a:pt x="382" y="717"/>
                    <a:pt x="382" y="717"/>
                    <a:pt x="383" y="717"/>
                  </a:cubicBezTo>
                  <a:cubicBezTo>
                    <a:pt x="383" y="717"/>
                    <a:pt x="384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7" y="717"/>
                    <a:pt x="388" y="718"/>
                    <a:pt x="388" y="718"/>
                  </a:cubicBezTo>
                  <a:cubicBezTo>
                    <a:pt x="388" y="718"/>
                    <a:pt x="388" y="719"/>
                    <a:pt x="388" y="719"/>
                  </a:cubicBezTo>
                  <a:cubicBezTo>
                    <a:pt x="387" y="720"/>
                    <a:pt x="386" y="721"/>
                    <a:pt x="385" y="721"/>
                  </a:cubicBezTo>
                  <a:cubicBezTo>
                    <a:pt x="384" y="721"/>
                    <a:pt x="382" y="720"/>
                    <a:pt x="382" y="718"/>
                  </a:cubicBezTo>
                  <a:cubicBezTo>
                    <a:pt x="382" y="719"/>
                    <a:pt x="382" y="718"/>
                    <a:pt x="382" y="719"/>
                  </a:cubicBezTo>
                  <a:cubicBezTo>
                    <a:pt x="382" y="719"/>
                    <a:pt x="380" y="720"/>
                    <a:pt x="379" y="719"/>
                  </a:cubicBezTo>
                  <a:cubicBezTo>
                    <a:pt x="379" y="720"/>
                    <a:pt x="379" y="720"/>
                    <a:pt x="379" y="721"/>
                  </a:cubicBezTo>
                  <a:cubicBezTo>
                    <a:pt x="379" y="721"/>
                    <a:pt x="380" y="720"/>
                    <a:pt x="380" y="720"/>
                  </a:cubicBezTo>
                  <a:cubicBezTo>
                    <a:pt x="380" y="720"/>
                    <a:pt x="380" y="721"/>
                    <a:pt x="380" y="721"/>
                  </a:cubicBezTo>
                  <a:cubicBezTo>
                    <a:pt x="381" y="722"/>
                    <a:pt x="383" y="724"/>
                    <a:pt x="384" y="725"/>
                  </a:cubicBezTo>
                  <a:cubicBezTo>
                    <a:pt x="383" y="725"/>
                    <a:pt x="382" y="726"/>
                    <a:pt x="383" y="726"/>
                  </a:cubicBezTo>
                  <a:cubicBezTo>
                    <a:pt x="384" y="726"/>
                    <a:pt x="387" y="726"/>
                    <a:pt x="384" y="728"/>
                  </a:cubicBezTo>
                  <a:cubicBezTo>
                    <a:pt x="384" y="728"/>
                    <a:pt x="384" y="728"/>
                    <a:pt x="384" y="728"/>
                  </a:cubicBezTo>
                  <a:cubicBezTo>
                    <a:pt x="385" y="728"/>
                    <a:pt x="385" y="729"/>
                    <a:pt x="385" y="729"/>
                  </a:cubicBezTo>
                  <a:cubicBezTo>
                    <a:pt x="388" y="729"/>
                    <a:pt x="390" y="728"/>
                    <a:pt x="393" y="728"/>
                  </a:cubicBezTo>
                  <a:cubicBezTo>
                    <a:pt x="397" y="727"/>
                    <a:pt x="391" y="730"/>
                    <a:pt x="390" y="730"/>
                  </a:cubicBezTo>
                  <a:cubicBezTo>
                    <a:pt x="388" y="730"/>
                    <a:pt x="386" y="731"/>
                    <a:pt x="384" y="731"/>
                  </a:cubicBezTo>
                  <a:cubicBezTo>
                    <a:pt x="384" y="731"/>
                    <a:pt x="383" y="731"/>
                    <a:pt x="383" y="732"/>
                  </a:cubicBezTo>
                  <a:cubicBezTo>
                    <a:pt x="383" y="732"/>
                    <a:pt x="382" y="732"/>
                    <a:pt x="381" y="731"/>
                  </a:cubicBezTo>
                  <a:cubicBezTo>
                    <a:pt x="380" y="732"/>
                    <a:pt x="378" y="732"/>
                    <a:pt x="377" y="733"/>
                  </a:cubicBezTo>
                  <a:cubicBezTo>
                    <a:pt x="376" y="734"/>
                    <a:pt x="375" y="735"/>
                    <a:pt x="375" y="736"/>
                  </a:cubicBezTo>
                  <a:cubicBezTo>
                    <a:pt x="376" y="736"/>
                    <a:pt x="376" y="736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8" y="737"/>
                    <a:pt x="380" y="738"/>
                    <a:pt x="379" y="739"/>
                  </a:cubicBezTo>
                  <a:cubicBezTo>
                    <a:pt x="380" y="739"/>
                    <a:pt x="380" y="739"/>
                    <a:pt x="380" y="739"/>
                  </a:cubicBezTo>
                  <a:cubicBezTo>
                    <a:pt x="380" y="741"/>
                    <a:pt x="378" y="741"/>
                    <a:pt x="376" y="742"/>
                  </a:cubicBezTo>
                  <a:cubicBezTo>
                    <a:pt x="377" y="742"/>
                    <a:pt x="376" y="743"/>
                    <a:pt x="375" y="743"/>
                  </a:cubicBezTo>
                  <a:cubicBezTo>
                    <a:pt x="375" y="743"/>
                    <a:pt x="375" y="743"/>
                    <a:pt x="375" y="743"/>
                  </a:cubicBezTo>
                  <a:cubicBezTo>
                    <a:pt x="376" y="744"/>
                    <a:pt x="378" y="745"/>
                    <a:pt x="379" y="745"/>
                  </a:cubicBezTo>
                  <a:cubicBezTo>
                    <a:pt x="380" y="745"/>
                    <a:pt x="382" y="746"/>
                    <a:pt x="382" y="747"/>
                  </a:cubicBezTo>
                  <a:cubicBezTo>
                    <a:pt x="383" y="747"/>
                    <a:pt x="384" y="748"/>
                    <a:pt x="384" y="749"/>
                  </a:cubicBezTo>
                  <a:cubicBezTo>
                    <a:pt x="384" y="749"/>
                    <a:pt x="385" y="749"/>
                    <a:pt x="386" y="750"/>
                  </a:cubicBezTo>
                  <a:cubicBezTo>
                    <a:pt x="387" y="751"/>
                    <a:pt x="386" y="753"/>
                    <a:pt x="385" y="753"/>
                  </a:cubicBezTo>
                  <a:cubicBezTo>
                    <a:pt x="385" y="753"/>
                    <a:pt x="385" y="753"/>
                    <a:pt x="385" y="753"/>
                  </a:cubicBezTo>
                  <a:cubicBezTo>
                    <a:pt x="385" y="754"/>
                    <a:pt x="385" y="754"/>
                    <a:pt x="384" y="755"/>
                  </a:cubicBezTo>
                  <a:cubicBezTo>
                    <a:pt x="385" y="755"/>
                    <a:pt x="386" y="754"/>
                    <a:pt x="387" y="755"/>
                  </a:cubicBezTo>
                  <a:cubicBezTo>
                    <a:pt x="388" y="754"/>
                    <a:pt x="388" y="753"/>
                    <a:pt x="388" y="753"/>
                  </a:cubicBezTo>
                  <a:cubicBezTo>
                    <a:pt x="389" y="753"/>
                    <a:pt x="391" y="753"/>
                    <a:pt x="392" y="752"/>
                  </a:cubicBezTo>
                  <a:cubicBezTo>
                    <a:pt x="393" y="751"/>
                    <a:pt x="394" y="751"/>
                    <a:pt x="396" y="751"/>
                  </a:cubicBezTo>
                  <a:cubicBezTo>
                    <a:pt x="396" y="750"/>
                    <a:pt x="396" y="750"/>
                    <a:pt x="396" y="749"/>
                  </a:cubicBezTo>
                  <a:cubicBezTo>
                    <a:pt x="397" y="749"/>
                    <a:pt x="398" y="751"/>
                    <a:pt x="399" y="751"/>
                  </a:cubicBezTo>
                  <a:cubicBezTo>
                    <a:pt x="399" y="750"/>
                    <a:pt x="399" y="750"/>
                    <a:pt x="399" y="750"/>
                  </a:cubicBezTo>
                  <a:cubicBezTo>
                    <a:pt x="399" y="750"/>
                    <a:pt x="400" y="750"/>
                    <a:pt x="399" y="750"/>
                  </a:cubicBezTo>
                  <a:cubicBezTo>
                    <a:pt x="399" y="750"/>
                    <a:pt x="400" y="751"/>
                    <a:pt x="400" y="751"/>
                  </a:cubicBezTo>
                  <a:cubicBezTo>
                    <a:pt x="401" y="751"/>
                    <a:pt x="402" y="750"/>
                    <a:pt x="403" y="750"/>
                  </a:cubicBezTo>
                  <a:cubicBezTo>
                    <a:pt x="403" y="750"/>
                    <a:pt x="402" y="751"/>
                    <a:pt x="402" y="751"/>
                  </a:cubicBezTo>
                  <a:cubicBezTo>
                    <a:pt x="403" y="753"/>
                    <a:pt x="407" y="757"/>
                    <a:pt x="407" y="758"/>
                  </a:cubicBezTo>
                  <a:cubicBezTo>
                    <a:pt x="407" y="760"/>
                    <a:pt x="402" y="760"/>
                    <a:pt x="400" y="762"/>
                  </a:cubicBezTo>
                  <a:cubicBezTo>
                    <a:pt x="400" y="763"/>
                    <a:pt x="401" y="764"/>
                    <a:pt x="400" y="765"/>
                  </a:cubicBezTo>
                  <a:cubicBezTo>
                    <a:pt x="398" y="765"/>
                    <a:pt x="399" y="763"/>
                    <a:pt x="398" y="763"/>
                  </a:cubicBezTo>
                  <a:cubicBezTo>
                    <a:pt x="397" y="762"/>
                    <a:pt x="393" y="761"/>
                    <a:pt x="391" y="760"/>
                  </a:cubicBezTo>
                  <a:cubicBezTo>
                    <a:pt x="390" y="760"/>
                    <a:pt x="389" y="759"/>
                    <a:pt x="388" y="758"/>
                  </a:cubicBezTo>
                  <a:cubicBezTo>
                    <a:pt x="387" y="759"/>
                    <a:pt x="384" y="759"/>
                    <a:pt x="382" y="759"/>
                  </a:cubicBezTo>
                  <a:cubicBezTo>
                    <a:pt x="385" y="762"/>
                    <a:pt x="385" y="762"/>
                    <a:pt x="385" y="762"/>
                  </a:cubicBezTo>
                  <a:cubicBezTo>
                    <a:pt x="386" y="762"/>
                    <a:pt x="387" y="763"/>
                    <a:pt x="387" y="763"/>
                  </a:cubicBezTo>
                  <a:cubicBezTo>
                    <a:pt x="387" y="763"/>
                    <a:pt x="386" y="763"/>
                    <a:pt x="386" y="763"/>
                  </a:cubicBezTo>
                  <a:cubicBezTo>
                    <a:pt x="393" y="769"/>
                    <a:pt x="393" y="769"/>
                    <a:pt x="393" y="769"/>
                  </a:cubicBezTo>
                  <a:cubicBezTo>
                    <a:pt x="394" y="769"/>
                    <a:pt x="395" y="769"/>
                    <a:pt x="396" y="770"/>
                  </a:cubicBezTo>
                  <a:cubicBezTo>
                    <a:pt x="396" y="771"/>
                    <a:pt x="396" y="772"/>
                    <a:pt x="395" y="772"/>
                  </a:cubicBezTo>
                  <a:cubicBezTo>
                    <a:pt x="397" y="774"/>
                    <a:pt x="397" y="774"/>
                    <a:pt x="397" y="774"/>
                  </a:cubicBezTo>
                  <a:cubicBezTo>
                    <a:pt x="398" y="773"/>
                    <a:pt x="401" y="773"/>
                    <a:pt x="404" y="772"/>
                  </a:cubicBezTo>
                  <a:cubicBezTo>
                    <a:pt x="405" y="771"/>
                    <a:pt x="408" y="769"/>
                    <a:pt x="410" y="769"/>
                  </a:cubicBezTo>
                  <a:cubicBezTo>
                    <a:pt x="411" y="770"/>
                    <a:pt x="411" y="772"/>
                    <a:pt x="411" y="772"/>
                  </a:cubicBezTo>
                  <a:cubicBezTo>
                    <a:pt x="412" y="772"/>
                    <a:pt x="412" y="771"/>
                    <a:pt x="412" y="771"/>
                  </a:cubicBezTo>
                  <a:cubicBezTo>
                    <a:pt x="413" y="772"/>
                    <a:pt x="414" y="773"/>
                    <a:pt x="414" y="774"/>
                  </a:cubicBezTo>
                  <a:cubicBezTo>
                    <a:pt x="415" y="774"/>
                    <a:pt x="416" y="774"/>
                    <a:pt x="416" y="775"/>
                  </a:cubicBezTo>
                  <a:cubicBezTo>
                    <a:pt x="416" y="775"/>
                    <a:pt x="415" y="776"/>
                    <a:pt x="414" y="776"/>
                  </a:cubicBezTo>
                  <a:cubicBezTo>
                    <a:pt x="413" y="777"/>
                    <a:pt x="412" y="778"/>
                    <a:pt x="411" y="776"/>
                  </a:cubicBezTo>
                  <a:cubicBezTo>
                    <a:pt x="411" y="775"/>
                    <a:pt x="410" y="776"/>
                    <a:pt x="410" y="777"/>
                  </a:cubicBezTo>
                  <a:cubicBezTo>
                    <a:pt x="411" y="778"/>
                    <a:pt x="412" y="778"/>
                    <a:pt x="412" y="779"/>
                  </a:cubicBezTo>
                  <a:cubicBezTo>
                    <a:pt x="412" y="780"/>
                    <a:pt x="411" y="780"/>
                    <a:pt x="409" y="781"/>
                  </a:cubicBezTo>
                  <a:cubicBezTo>
                    <a:pt x="411" y="782"/>
                    <a:pt x="412" y="783"/>
                    <a:pt x="412" y="784"/>
                  </a:cubicBezTo>
                  <a:cubicBezTo>
                    <a:pt x="412" y="784"/>
                    <a:pt x="411" y="786"/>
                    <a:pt x="410" y="787"/>
                  </a:cubicBezTo>
                  <a:cubicBezTo>
                    <a:pt x="416" y="793"/>
                    <a:pt x="416" y="793"/>
                    <a:pt x="416" y="793"/>
                  </a:cubicBezTo>
                  <a:cubicBezTo>
                    <a:pt x="435" y="774"/>
                    <a:pt x="435" y="774"/>
                    <a:pt x="435" y="774"/>
                  </a:cubicBezTo>
                  <a:cubicBezTo>
                    <a:pt x="435" y="773"/>
                    <a:pt x="435" y="773"/>
                    <a:pt x="436" y="773"/>
                  </a:cubicBezTo>
                  <a:cubicBezTo>
                    <a:pt x="454" y="755"/>
                    <a:pt x="454" y="755"/>
                    <a:pt x="454" y="755"/>
                  </a:cubicBezTo>
                  <a:cubicBezTo>
                    <a:pt x="454" y="755"/>
                    <a:pt x="454" y="755"/>
                    <a:pt x="454" y="754"/>
                  </a:cubicBezTo>
                  <a:cubicBezTo>
                    <a:pt x="453" y="754"/>
                    <a:pt x="454" y="754"/>
                    <a:pt x="455" y="754"/>
                  </a:cubicBezTo>
                  <a:cubicBezTo>
                    <a:pt x="494" y="715"/>
                    <a:pt x="494" y="715"/>
                    <a:pt x="494" y="715"/>
                  </a:cubicBezTo>
                  <a:cubicBezTo>
                    <a:pt x="494" y="715"/>
                    <a:pt x="493" y="715"/>
                    <a:pt x="493" y="715"/>
                  </a:cubicBezTo>
                  <a:cubicBezTo>
                    <a:pt x="493" y="715"/>
                    <a:pt x="494" y="715"/>
                    <a:pt x="494" y="715"/>
                  </a:cubicBezTo>
                  <a:cubicBezTo>
                    <a:pt x="805" y="403"/>
                    <a:pt x="805" y="403"/>
                    <a:pt x="805" y="403"/>
                  </a:cubicBezTo>
                  <a:cubicBezTo>
                    <a:pt x="804" y="403"/>
                    <a:pt x="806" y="402"/>
                    <a:pt x="806" y="403"/>
                  </a:cubicBezTo>
                  <a:cubicBezTo>
                    <a:pt x="809" y="400"/>
                    <a:pt x="809" y="400"/>
                    <a:pt x="809" y="400"/>
                  </a:cubicBezTo>
                  <a:cubicBezTo>
                    <a:pt x="808" y="398"/>
                    <a:pt x="807" y="397"/>
                    <a:pt x="806" y="396"/>
                  </a:cubicBezTo>
                  <a:cubicBezTo>
                    <a:pt x="806" y="394"/>
                    <a:pt x="806" y="392"/>
                    <a:pt x="808" y="391"/>
                  </a:cubicBezTo>
                  <a:cubicBezTo>
                    <a:pt x="810" y="389"/>
                    <a:pt x="812" y="393"/>
                    <a:pt x="813" y="396"/>
                  </a:cubicBezTo>
                  <a:cubicBezTo>
                    <a:pt x="824" y="384"/>
                    <a:pt x="824" y="384"/>
                    <a:pt x="824" y="384"/>
                  </a:cubicBezTo>
                  <a:cubicBezTo>
                    <a:pt x="824" y="380"/>
                    <a:pt x="819" y="373"/>
                    <a:pt x="822" y="371"/>
                  </a:cubicBezTo>
                  <a:cubicBezTo>
                    <a:pt x="823" y="370"/>
                    <a:pt x="825" y="379"/>
                    <a:pt x="825" y="383"/>
                  </a:cubicBezTo>
                  <a:cubicBezTo>
                    <a:pt x="832" y="377"/>
                    <a:pt x="832" y="377"/>
                    <a:pt x="832" y="377"/>
                  </a:cubicBezTo>
                  <a:cubicBezTo>
                    <a:pt x="801" y="346"/>
                    <a:pt x="801" y="346"/>
                    <a:pt x="801" y="346"/>
                  </a:cubicBezTo>
                  <a:cubicBezTo>
                    <a:pt x="801" y="347"/>
                    <a:pt x="801" y="348"/>
                    <a:pt x="800" y="348"/>
                  </a:cubicBezTo>
                  <a:cubicBezTo>
                    <a:pt x="799" y="349"/>
                    <a:pt x="799" y="346"/>
                    <a:pt x="800" y="345"/>
                  </a:cubicBezTo>
                  <a:cubicBezTo>
                    <a:pt x="787" y="332"/>
                    <a:pt x="787" y="332"/>
                    <a:pt x="787" y="332"/>
                  </a:cubicBezTo>
                  <a:cubicBezTo>
                    <a:pt x="787" y="334"/>
                    <a:pt x="785" y="338"/>
                    <a:pt x="787" y="340"/>
                  </a:cubicBezTo>
                  <a:cubicBezTo>
                    <a:pt x="788" y="341"/>
                    <a:pt x="789" y="341"/>
                    <a:pt x="788" y="342"/>
                  </a:cubicBezTo>
                  <a:cubicBezTo>
                    <a:pt x="786" y="339"/>
                    <a:pt x="785" y="349"/>
                    <a:pt x="783" y="344"/>
                  </a:cubicBezTo>
                  <a:cubicBezTo>
                    <a:pt x="781" y="343"/>
                    <a:pt x="779" y="341"/>
                    <a:pt x="780" y="338"/>
                  </a:cubicBezTo>
                  <a:cubicBezTo>
                    <a:pt x="780" y="337"/>
                    <a:pt x="782" y="336"/>
                    <a:pt x="783" y="335"/>
                  </a:cubicBezTo>
                  <a:cubicBezTo>
                    <a:pt x="783" y="334"/>
                    <a:pt x="780" y="332"/>
                    <a:pt x="782" y="330"/>
                  </a:cubicBezTo>
                  <a:cubicBezTo>
                    <a:pt x="783" y="329"/>
                    <a:pt x="783" y="329"/>
                    <a:pt x="784" y="329"/>
                  </a:cubicBezTo>
                  <a:cubicBezTo>
                    <a:pt x="751" y="296"/>
                    <a:pt x="751" y="296"/>
                    <a:pt x="751" y="296"/>
                  </a:cubicBezTo>
                  <a:cubicBezTo>
                    <a:pt x="751" y="297"/>
                    <a:pt x="751" y="297"/>
                    <a:pt x="751" y="298"/>
                  </a:cubicBezTo>
                  <a:cubicBezTo>
                    <a:pt x="750" y="297"/>
                    <a:pt x="750" y="296"/>
                    <a:pt x="751" y="296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46" y="292"/>
                    <a:pt x="746" y="293"/>
                    <a:pt x="746" y="293"/>
                  </a:cubicBezTo>
                  <a:cubicBezTo>
                    <a:pt x="745" y="292"/>
                    <a:pt x="746" y="292"/>
                    <a:pt x="746" y="291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33" y="278"/>
                    <a:pt x="733" y="278"/>
                    <a:pt x="733" y="278"/>
                  </a:cubicBezTo>
                  <a:cubicBezTo>
                    <a:pt x="732" y="278"/>
                    <a:pt x="731" y="278"/>
                    <a:pt x="730" y="276"/>
                  </a:cubicBezTo>
                  <a:cubicBezTo>
                    <a:pt x="728" y="274"/>
                    <a:pt x="730" y="279"/>
                    <a:pt x="730" y="279"/>
                  </a:cubicBezTo>
                  <a:cubicBezTo>
                    <a:pt x="731" y="279"/>
                    <a:pt x="731" y="279"/>
                    <a:pt x="731" y="280"/>
                  </a:cubicBezTo>
                  <a:cubicBezTo>
                    <a:pt x="732" y="280"/>
                    <a:pt x="732" y="280"/>
                    <a:pt x="732" y="281"/>
                  </a:cubicBezTo>
                  <a:cubicBezTo>
                    <a:pt x="732" y="282"/>
                    <a:pt x="733" y="285"/>
                    <a:pt x="732" y="286"/>
                  </a:cubicBezTo>
                  <a:cubicBezTo>
                    <a:pt x="732" y="284"/>
                    <a:pt x="731" y="283"/>
                    <a:pt x="731" y="282"/>
                  </a:cubicBezTo>
                  <a:cubicBezTo>
                    <a:pt x="730" y="282"/>
                    <a:pt x="730" y="282"/>
                    <a:pt x="730" y="282"/>
                  </a:cubicBezTo>
                  <a:cubicBezTo>
                    <a:pt x="729" y="282"/>
                    <a:pt x="730" y="281"/>
                    <a:pt x="730" y="281"/>
                  </a:cubicBezTo>
                  <a:cubicBezTo>
                    <a:pt x="730" y="280"/>
                    <a:pt x="730" y="280"/>
                    <a:pt x="730" y="279"/>
                  </a:cubicBezTo>
                  <a:cubicBezTo>
                    <a:pt x="729" y="281"/>
                    <a:pt x="730" y="282"/>
                    <a:pt x="728" y="283"/>
                  </a:cubicBezTo>
                  <a:cubicBezTo>
                    <a:pt x="729" y="282"/>
                    <a:pt x="728" y="280"/>
                    <a:pt x="727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79"/>
                    <a:pt x="726" y="279"/>
                  </a:cubicBezTo>
                  <a:cubicBezTo>
                    <a:pt x="726" y="279"/>
                    <a:pt x="725" y="279"/>
                    <a:pt x="726" y="281"/>
                  </a:cubicBezTo>
                  <a:cubicBezTo>
                    <a:pt x="726" y="281"/>
                    <a:pt x="726" y="281"/>
                    <a:pt x="726" y="281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81"/>
                    <a:pt x="727" y="281"/>
                  </a:cubicBezTo>
                  <a:cubicBezTo>
                    <a:pt x="727" y="281"/>
                    <a:pt x="727" y="282"/>
                    <a:pt x="727" y="282"/>
                  </a:cubicBezTo>
                  <a:cubicBezTo>
                    <a:pt x="727" y="282"/>
                    <a:pt x="727" y="282"/>
                    <a:pt x="726" y="282"/>
                  </a:cubicBezTo>
                  <a:cubicBezTo>
                    <a:pt x="726" y="283"/>
                    <a:pt x="726" y="284"/>
                    <a:pt x="726" y="284"/>
                  </a:cubicBezTo>
                  <a:cubicBezTo>
                    <a:pt x="726" y="284"/>
                    <a:pt x="727" y="284"/>
                    <a:pt x="728" y="284"/>
                  </a:cubicBezTo>
                  <a:cubicBezTo>
                    <a:pt x="729" y="283"/>
                    <a:pt x="729" y="282"/>
                    <a:pt x="730" y="283"/>
                  </a:cubicBezTo>
                  <a:cubicBezTo>
                    <a:pt x="730" y="283"/>
                    <a:pt x="730" y="283"/>
                    <a:pt x="730" y="284"/>
                  </a:cubicBezTo>
                  <a:cubicBezTo>
                    <a:pt x="730" y="284"/>
                    <a:pt x="730" y="284"/>
                    <a:pt x="730" y="284"/>
                  </a:cubicBezTo>
                  <a:cubicBezTo>
                    <a:pt x="731" y="284"/>
                    <a:pt x="731" y="287"/>
                    <a:pt x="731" y="288"/>
                  </a:cubicBezTo>
                  <a:cubicBezTo>
                    <a:pt x="732" y="287"/>
                    <a:pt x="734" y="288"/>
                    <a:pt x="735" y="291"/>
                  </a:cubicBezTo>
                  <a:cubicBezTo>
                    <a:pt x="735" y="291"/>
                    <a:pt x="735" y="291"/>
                    <a:pt x="735" y="291"/>
                  </a:cubicBezTo>
                  <a:cubicBezTo>
                    <a:pt x="735" y="290"/>
                    <a:pt x="736" y="285"/>
                    <a:pt x="735" y="284"/>
                  </a:cubicBezTo>
                  <a:cubicBezTo>
                    <a:pt x="735" y="284"/>
                    <a:pt x="732" y="279"/>
                    <a:pt x="736" y="281"/>
                  </a:cubicBezTo>
                  <a:cubicBezTo>
                    <a:pt x="737" y="282"/>
                    <a:pt x="735" y="287"/>
                    <a:pt x="736" y="291"/>
                  </a:cubicBezTo>
                  <a:cubicBezTo>
                    <a:pt x="736" y="291"/>
                    <a:pt x="737" y="291"/>
                    <a:pt x="737" y="291"/>
                  </a:cubicBezTo>
                  <a:cubicBezTo>
                    <a:pt x="737" y="293"/>
                    <a:pt x="737" y="293"/>
                    <a:pt x="737" y="293"/>
                  </a:cubicBezTo>
                  <a:cubicBezTo>
                    <a:pt x="737" y="294"/>
                    <a:pt x="737" y="295"/>
                    <a:pt x="736" y="295"/>
                  </a:cubicBezTo>
                  <a:cubicBezTo>
                    <a:pt x="737" y="296"/>
                    <a:pt x="738" y="295"/>
                    <a:pt x="739" y="295"/>
                  </a:cubicBezTo>
                  <a:cubicBezTo>
                    <a:pt x="739" y="295"/>
                    <a:pt x="741" y="297"/>
                    <a:pt x="741" y="297"/>
                  </a:cubicBezTo>
                  <a:cubicBezTo>
                    <a:pt x="741" y="300"/>
                    <a:pt x="738" y="300"/>
                    <a:pt x="736" y="298"/>
                  </a:cubicBezTo>
                  <a:cubicBezTo>
                    <a:pt x="738" y="300"/>
                    <a:pt x="735" y="299"/>
                    <a:pt x="735" y="300"/>
                  </a:cubicBezTo>
                  <a:cubicBezTo>
                    <a:pt x="735" y="299"/>
                    <a:pt x="735" y="305"/>
                    <a:pt x="733" y="305"/>
                  </a:cubicBezTo>
                  <a:cubicBezTo>
                    <a:pt x="733" y="305"/>
                    <a:pt x="734" y="301"/>
                    <a:pt x="733" y="300"/>
                  </a:cubicBezTo>
                  <a:cubicBezTo>
                    <a:pt x="733" y="300"/>
                    <a:pt x="733" y="300"/>
                    <a:pt x="733" y="300"/>
                  </a:cubicBezTo>
                  <a:cubicBezTo>
                    <a:pt x="733" y="301"/>
                    <a:pt x="732" y="301"/>
                    <a:pt x="732" y="301"/>
                  </a:cubicBezTo>
                  <a:cubicBezTo>
                    <a:pt x="731" y="301"/>
                    <a:pt x="731" y="300"/>
                    <a:pt x="731" y="299"/>
                  </a:cubicBezTo>
                  <a:cubicBezTo>
                    <a:pt x="731" y="299"/>
                    <a:pt x="731" y="299"/>
                    <a:pt x="731" y="299"/>
                  </a:cubicBezTo>
                  <a:cubicBezTo>
                    <a:pt x="731" y="299"/>
                    <a:pt x="731" y="298"/>
                    <a:pt x="732" y="298"/>
                  </a:cubicBezTo>
                  <a:cubicBezTo>
                    <a:pt x="734" y="297"/>
                    <a:pt x="732" y="297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29" y="295"/>
                    <a:pt x="729" y="295"/>
                    <a:pt x="729" y="294"/>
                  </a:cubicBezTo>
                  <a:cubicBezTo>
                    <a:pt x="728" y="294"/>
                    <a:pt x="728" y="295"/>
                    <a:pt x="727" y="295"/>
                  </a:cubicBezTo>
                  <a:cubicBezTo>
                    <a:pt x="725" y="295"/>
                    <a:pt x="726" y="293"/>
                    <a:pt x="725" y="293"/>
                  </a:cubicBezTo>
                  <a:cubicBezTo>
                    <a:pt x="725" y="293"/>
                    <a:pt x="725" y="293"/>
                    <a:pt x="725" y="293"/>
                  </a:cubicBezTo>
                  <a:cubicBezTo>
                    <a:pt x="723" y="297"/>
                    <a:pt x="721" y="302"/>
                    <a:pt x="725" y="300"/>
                  </a:cubicBezTo>
                  <a:cubicBezTo>
                    <a:pt x="723" y="303"/>
                    <a:pt x="726" y="304"/>
                    <a:pt x="728" y="305"/>
                  </a:cubicBezTo>
                  <a:cubicBezTo>
                    <a:pt x="729" y="306"/>
                    <a:pt x="727" y="304"/>
                    <a:pt x="726" y="305"/>
                  </a:cubicBezTo>
                  <a:cubicBezTo>
                    <a:pt x="725" y="306"/>
                    <a:pt x="728" y="308"/>
                    <a:pt x="728" y="310"/>
                  </a:cubicBezTo>
                  <a:cubicBezTo>
                    <a:pt x="728" y="311"/>
                    <a:pt x="727" y="313"/>
                    <a:pt x="727" y="313"/>
                  </a:cubicBezTo>
                  <a:cubicBezTo>
                    <a:pt x="727" y="315"/>
                    <a:pt x="729" y="314"/>
                    <a:pt x="727" y="315"/>
                  </a:cubicBezTo>
                  <a:cubicBezTo>
                    <a:pt x="724" y="316"/>
                    <a:pt x="725" y="320"/>
                    <a:pt x="724" y="321"/>
                  </a:cubicBezTo>
                  <a:cubicBezTo>
                    <a:pt x="723" y="322"/>
                    <a:pt x="720" y="322"/>
                    <a:pt x="720" y="324"/>
                  </a:cubicBezTo>
                  <a:cubicBezTo>
                    <a:pt x="723" y="320"/>
                    <a:pt x="727" y="325"/>
                    <a:pt x="725" y="326"/>
                  </a:cubicBezTo>
                  <a:cubicBezTo>
                    <a:pt x="725" y="326"/>
                    <a:pt x="727" y="329"/>
                    <a:pt x="724" y="330"/>
                  </a:cubicBezTo>
                  <a:cubicBezTo>
                    <a:pt x="722" y="330"/>
                    <a:pt x="723" y="330"/>
                    <a:pt x="721" y="332"/>
                  </a:cubicBezTo>
                  <a:cubicBezTo>
                    <a:pt x="720" y="334"/>
                    <a:pt x="720" y="325"/>
                    <a:pt x="719" y="324"/>
                  </a:cubicBezTo>
                  <a:cubicBezTo>
                    <a:pt x="718" y="323"/>
                    <a:pt x="718" y="326"/>
                    <a:pt x="717" y="323"/>
                  </a:cubicBezTo>
                  <a:cubicBezTo>
                    <a:pt x="715" y="317"/>
                    <a:pt x="709" y="307"/>
                    <a:pt x="717" y="303"/>
                  </a:cubicBezTo>
                  <a:cubicBezTo>
                    <a:pt x="718" y="302"/>
                    <a:pt x="720" y="302"/>
                    <a:pt x="721" y="301"/>
                  </a:cubicBezTo>
                  <a:cubicBezTo>
                    <a:pt x="722" y="299"/>
                    <a:pt x="723" y="297"/>
                    <a:pt x="723" y="294"/>
                  </a:cubicBezTo>
                  <a:cubicBezTo>
                    <a:pt x="723" y="294"/>
                    <a:pt x="723" y="294"/>
                    <a:pt x="723" y="294"/>
                  </a:cubicBezTo>
                  <a:cubicBezTo>
                    <a:pt x="722" y="294"/>
                    <a:pt x="723" y="292"/>
                    <a:pt x="722" y="292"/>
                  </a:cubicBezTo>
                  <a:cubicBezTo>
                    <a:pt x="722" y="292"/>
                    <a:pt x="721" y="292"/>
                    <a:pt x="720" y="292"/>
                  </a:cubicBezTo>
                  <a:cubicBezTo>
                    <a:pt x="720" y="293"/>
                    <a:pt x="719" y="293"/>
                    <a:pt x="719" y="293"/>
                  </a:cubicBezTo>
                  <a:cubicBezTo>
                    <a:pt x="719" y="293"/>
                    <a:pt x="719" y="293"/>
                    <a:pt x="719" y="292"/>
                  </a:cubicBezTo>
                  <a:cubicBezTo>
                    <a:pt x="718" y="293"/>
                    <a:pt x="718" y="292"/>
                    <a:pt x="718" y="292"/>
                  </a:cubicBezTo>
                  <a:cubicBezTo>
                    <a:pt x="717" y="291"/>
                    <a:pt x="718" y="289"/>
                    <a:pt x="716" y="290"/>
                  </a:cubicBezTo>
                  <a:cubicBezTo>
                    <a:pt x="716" y="289"/>
                    <a:pt x="716" y="287"/>
                    <a:pt x="716" y="286"/>
                  </a:cubicBezTo>
                  <a:cubicBezTo>
                    <a:pt x="716" y="286"/>
                    <a:pt x="716" y="286"/>
                    <a:pt x="716" y="286"/>
                  </a:cubicBezTo>
                  <a:cubicBezTo>
                    <a:pt x="715" y="286"/>
                    <a:pt x="713" y="288"/>
                    <a:pt x="713" y="288"/>
                  </a:cubicBezTo>
                  <a:cubicBezTo>
                    <a:pt x="712" y="288"/>
                    <a:pt x="713" y="285"/>
                    <a:pt x="714" y="283"/>
                  </a:cubicBezTo>
                  <a:cubicBezTo>
                    <a:pt x="714" y="282"/>
                    <a:pt x="714" y="282"/>
                    <a:pt x="713" y="282"/>
                  </a:cubicBezTo>
                  <a:cubicBezTo>
                    <a:pt x="714" y="282"/>
                    <a:pt x="711" y="288"/>
                    <a:pt x="709" y="285"/>
                  </a:cubicBezTo>
                  <a:cubicBezTo>
                    <a:pt x="709" y="286"/>
                    <a:pt x="709" y="286"/>
                    <a:pt x="709" y="286"/>
                  </a:cubicBezTo>
                  <a:cubicBezTo>
                    <a:pt x="709" y="286"/>
                    <a:pt x="707" y="288"/>
                    <a:pt x="707" y="288"/>
                  </a:cubicBezTo>
                  <a:cubicBezTo>
                    <a:pt x="705" y="287"/>
                    <a:pt x="707" y="283"/>
                    <a:pt x="707" y="281"/>
                  </a:cubicBezTo>
                  <a:cubicBezTo>
                    <a:pt x="706" y="281"/>
                    <a:pt x="705" y="280"/>
                    <a:pt x="705" y="279"/>
                  </a:cubicBezTo>
                  <a:cubicBezTo>
                    <a:pt x="705" y="279"/>
                    <a:pt x="705" y="278"/>
                    <a:pt x="706" y="278"/>
                  </a:cubicBezTo>
                  <a:cubicBezTo>
                    <a:pt x="705" y="278"/>
                    <a:pt x="705" y="277"/>
                    <a:pt x="706" y="276"/>
                  </a:cubicBezTo>
                  <a:cubicBezTo>
                    <a:pt x="706" y="276"/>
                    <a:pt x="707" y="275"/>
                    <a:pt x="707" y="276"/>
                  </a:cubicBezTo>
                  <a:cubicBezTo>
                    <a:pt x="708" y="276"/>
                    <a:pt x="708" y="277"/>
                    <a:pt x="708" y="277"/>
                  </a:cubicBezTo>
                  <a:cubicBezTo>
                    <a:pt x="708" y="277"/>
                    <a:pt x="708" y="277"/>
                    <a:pt x="708" y="277"/>
                  </a:cubicBezTo>
                  <a:cubicBezTo>
                    <a:pt x="708" y="275"/>
                    <a:pt x="707" y="273"/>
                    <a:pt x="709" y="271"/>
                  </a:cubicBezTo>
                  <a:cubicBezTo>
                    <a:pt x="709" y="270"/>
                    <a:pt x="708" y="270"/>
                    <a:pt x="708" y="270"/>
                  </a:cubicBezTo>
                  <a:cubicBezTo>
                    <a:pt x="708" y="269"/>
                    <a:pt x="708" y="269"/>
                    <a:pt x="707" y="269"/>
                  </a:cubicBezTo>
                  <a:cubicBezTo>
                    <a:pt x="707" y="271"/>
                    <a:pt x="706" y="272"/>
                    <a:pt x="705" y="273"/>
                  </a:cubicBezTo>
                  <a:cubicBezTo>
                    <a:pt x="705" y="272"/>
                    <a:pt x="706" y="270"/>
                    <a:pt x="707" y="268"/>
                  </a:cubicBezTo>
                  <a:cubicBezTo>
                    <a:pt x="707" y="268"/>
                    <a:pt x="707" y="268"/>
                    <a:pt x="707" y="268"/>
                  </a:cubicBezTo>
                  <a:cubicBezTo>
                    <a:pt x="707" y="268"/>
                    <a:pt x="706" y="269"/>
                    <a:pt x="706" y="269"/>
                  </a:cubicBezTo>
                  <a:cubicBezTo>
                    <a:pt x="705" y="268"/>
                    <a:pt x="707" y="267"/>
                    <a:pt x="707" y="268"/>
                  </a:cubicBezTo>
                  <a:cubicBezTo>
                    <a:pt x="708" y="266"/>
                    <a:pt x="710" y="263"/>
                    <a:pt x="711" y="262"/>
                  </a:cubicBezTo>
                  <a:cubicBezTo>
                    <a:pt x="710" y="262"/>
                    <a:pt x="710" y="262"/>
                    <a:pt x="710" y="262"/>
                  </a:cubicBezTo>
                  <a:cubicBezTo>
                    <a:pt x="709" y="262"/>
                    <a:pt x="709" y="261"/>
                    <a:pt x="709" y="260"/>
                  </a:cubicBezTo>
                  <a:cubicBezTo>
                    <a:pt x="708" y="260"/>
                    <a:pt x="708" y="259"/>
                    <a:pt x="708" y="259"/>
                  </a:cubicBezTo>
                  <a:cubicBezTo>
                    <a:pt x="708" y="258"/>
                    <a:pt x="709" y="256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08" y="256"/>
                    <a:pt x="707" y="254"/>
                    <a:pt x="708" y="253"/>
                  </a:cubicBezTo>
                  <a:cubicBezTo>
                    <a:pt x="703" y="248"/>
                    <a:pt x="703" y="248"/>
                    <a:pt x="703" y="248"/>
                  </a:cubicBezTo>
                  <a:cubicBezTo>
                    <a:pt x="702" y="248"/>
                    <a:pt x="702" y="248"/>
                    <a:pt x="702" y="248"/>
                  </a:cubicBezTo>
                  <a:cubicBezTo>
                    <a:pt x="702" y="248"/>
                    <a:pt x="702" y="248"/>
                    <a:pt x="703" y="248"/>
                  </a:cubicBezTo>
                  <a:cubicBezTo>
                    <a:pt x="704" y="249"/>
                    <a:pt x="700" y="250"/>
                    <a:pt x="701" y="249"/>
                  </a:cubicBezTo>
                  <a:cubicBezTo>
                    <a:pt x="700" y="249"/>
                    <a:pt x="700" y="249"/>
                    <a:pt x="700" y="249"/>
                  </a:cubicBezTo>
                  <a:cubicBezTo>
                    <a:pt x="699" y="249"/>
                    <a:pt x="699" y="249"/>
                    <a:pt x="699" y="248"/>
                  </a:cubicBezTo>
                  <a:cubicBezTo>
                    <a:pt x="699" y="248"/>
                    <a:pt x="699" y="248"/>
                    <a:pt x="699" y="248"/>
                  </a:cubicBezTo>
                  <a:cubicBezTo>
                    <a:pt x="699" y="248"/>
                    <a:pt x="698" y="246"/>
                    <a:pt x="696" y="245"/>
                  </a:cubicBezTo>
                  <a:cubicBezTo>
                    <a:pt x="696" y="246"/>
                    <a:pt x="695" y="246"/>
                    <a:pt x="695" y="245"/>
                  </a:cubicBezTo>
                  <a:cubicBezTo>
                    <a:pt x="695" y="245"/>
                    <a:pt x="695" y="245"/>
                    <a:pt x="695" y="245"/>
                  </a:cubicBezTo>
                  <a:cubicBezTo>
                    <a:pt x="695" y="244"/>
                    <a:pt x="694" y="245"/>
                    <a:pt x="694" y="246"/>
                  </a:cubicBezTo>
                  <a:cubicBezTo>
                    <a:pt x="694" y="246"/>
                    <a:pt x="694" y="246"/>
                    <a:pt x="694" y="247"/>
                  </a:cubicBezTo>
                  <a:cubicBezTo>
                    <a:pt x="693" y="247"/>
                    <a:pt x="686" y="249"/>
                    <a:pt x="690" y="250"/>
                  </a:cubicBezTo>
                  <a:cubicBezTo>
                    <a:pt x="691" y="251"/>
                    <a:pt x="690" y="249"/>
                    <a:pt x="690" y="249"/>
                  </a:cubicBezTo>
                  <a:cubicBezTo>
                    <a:pt x="691" y="249"/>
                    <a:pt x="691" y="250"/>
                    <a:pt x="691" y="250"/>
                  </a:cubicBezTo>
                  <a:cubicBezTo>
                    <a:pt x="692" y="250"/>
                    <a:pt x="693" y="248"/>
                    <a:pt x="695" y="248"/>
                  </a:cubicBezTo>
                  <a:cubicBezTo>
                    <a:pt x="692" y="249"/>
                    <a:pt x="695" y="252"/>
                    <a:pt x="694" y="253"/>
                  </a:cubicBezTo>
                  <a:cubicBezTo>
                    <a:pt x="692" y="254"/>
                    <a:pt x="689" y="251"/>
                    <a:pt x="688" y="251"/>
                  </a:cubicBezTo>
                  <a:cubicBezTo>
                    <a:pt x="685" y="252"/>
                    <a:pt x="684" y="254"/>
                    <a:pt x="683" y="257"/>
                  </a:cubicBezTo>
                  <a:cubicBezTo>
                    <a:pt x="684" y="256"/>
                    <a:pt x="686" y="256"/>
                    <a:pt x="688" y="256"/>
                  </a:cubicBezTo>
                  <a:cubicBezTo>
                    <a:pt x="688" y="255"/>
                    <a:pt x="689" y="254"/>
                    <a:pt x="691" y="256"/>
                  </a:cubicBezTo>
                  <a:cubicBezTo>
                    <a:pt x="692" y="257"/>
                    <a:pt x="696" y="260"/>
                    <a:pt x="695" y="262"/>
                  </a:cubicBezTo>
                  <a:cubicBezTo>
                    <a:pt x="692" y="266"/>
                    <a:pt x="687" y="271"/>
                    <a:pt x="687" y="277"/>
                  </a:cubicBezTo>
                  <a:cubicBezTo>
                    <a:pt x="690" y="271"/>
                    <a:pt x="692" y="278"/>
                    <a:pt x="687" y="279"/>
                  </a:cubicBezTo>
                  <a:cubicBezTo>
                    <a:pt x="688" y="277"/>
                    <a:pt x="686" y="279"/>
                    <a:pt x="685" y="278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2" y="277"/>
                    <a:pt x="685" y="272"/>
                    <a:pt x="685" y="275"/>
                  </a:cubicBezTo>
                  <a:cubicBezTo>
                    <a:pt x="685" y="275"/>
                    <a:pt x="685" y="275"/>
                    <a:pt x="685" y="275"/>
                  </a:cubicBezTo>
                  <a:cubicBezTo>
                    <a:pt x="686" y="275"/>
                    <a:pt x="686" y="274"/>
                    <a:pt x="686" y="273"/>
                  </a:cubicBezTo>
                  <a:cubicBezTo>
                    <a:pt x="686" y="270"/>
                    <a:pt x="685" y="266"/>
                    <a:pt x="684" y="263"/>
                  </a:cubicBezTo>
                  <a:cubicBezTo>
                    <a:pt x="683" y="263"/>
                    <a:pt x="682" y="263"/>
                    <a:pt x="682" y="262"/>
                  </a:cubicBezTo>
                  <a:cubicBezTo>
                    <a:pt x="682" y="262"/>
                    <a:pt x="682" y="262"/>
                    <a:pt x="682" y="261"/>
                  </a:cubicBezTo>
                  <a:cubicBezTo>
                    <a:pt x="680" y="261"/>
                    <a:pt x="679" y="261"/>
                    <a:pt x="678" y="265"/>
                  </a:cubicBezTo>
                  <a:cubicBezTo>
                    <a:pt x="676" y="258"/>
                    <a:pt x="673" y="269"/>
                    <a:pt x="674" y="271"/>
                  </a:cubicBezTo>
                  <a:cubicBezTo>
                    <a:pt x="674" y="271"/>
                    <a:pt x="676" y="271"/>
                    <a:pt x="676" y="271"/>
                  </a:cubicBezTo>
                  <a:cubicBezTo>
                    <a:pt x="677" y="272"/>
                    <a:pt x="677" y="275"/>
                    <a:pt x="677" y="276"/>
                  </a:cubicBezTo>
                  <a:cubicBezTo>
                    <a:pt x="676" y="278"/>
                    <a:pt x="673" y="285"/>
                    <a:pt x="674" y="280"/>
                  </a:cubicBezTo>
                  <a:cubicBezTo>
                    <a:pt x="674" y="278"/>
                    <a:pt x="674" y="276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3"/>
                    <a:pt x="673" y="272"/>
                    <a:pt x="673" y="270"/>
                  </a:cubicBezTo>
                  <a:cubicBezTo>
                    <a:pt x="673" y="268"/>
                    <a:pt x="674" y="266"/>
                    <a:pt x="674" y="265"/>
                  </a:cubicBezTo>
                  <a:cubicBezTo>
                    <a:pt x="674" y="265"/>
                    <a:pt x="673" y="265"/>
                    <a:pt x="672" y="265"/>
                  </a:cubicBezTo>
                  <a:cubicBezTo>
                    <a:pt x="672" y="264"/>
                    <a:pt x="672" y="264"/>
                    <a:pt x="672" y="264"/>
                  </a:cubicBezTo>
                  <a:cubicBezTo>
                    <a:pt x="672" y="263"/>
                    <a:pt x="672" y="263"/>
                    <a:pt x="672" y="263"/>
                  </a:cubicBezTo>
                  <a:cubicBezTo>
                    <a:pt x="672" y="263"/>
                    <a:pt x="671" y="262"/>
                    <a:pt x="671" y="262"/>
                  </a:cubicBezTo>
                  <a:cubicBezTo>
                    <a:pt x="669" y="263"/>
                    <a:pt x="671" y="271"/>
                    <a:pt x="671" y="274"/>
                  </a:cubicBezTo>
                  <a:cubicBezTo>
                    <a:pt x="671" y="274"/>
                    <a:pt x="672" y="273"/>
                    <a:pt x="672" y="274"/>
                  </a:cubicBezTo>
                  <a:cubicBezTo>
                    <a:pt x="673" y="274"/>
                    <a:pt x="672" y="275"/>
                    <a:pt x="671" y="275"/>
                  </a:cubicBezTo>
                  <a:cubicBezTo>
                    <a:pt x="671" y="275"/>
                    <a:pt x="671" y="275"/>
                    <a:pt x="671" y="275"/>
                  </a:cubicBezTo>
                  <a:cubicBezTo>
                    <a:pt x="671" y="275"/>
                    <a:pt x="671" y="276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80"/>
                    <a:pt x="671" y="282"/>
                    <a:pt x="671" y="283"/>
                  </a:cubicBezTo>
                  <a:cubicBezTo>
                    <a:pt x="668" y="286"/>
                    <a:pt x="671" y="269"/>
                    <a:pt x="666" y="275"/>
                  </a:cubicBezTo>
                  <a:cubicBezTo>
                    <a:pt x="666" y="275"/>
                    <a:pt x="662" y="280"/>
                    <a:pt x="662" y="281"/>
                  </a:cubicBezTo>
                  <a:cubicBezTo>
                    <a:pt x="663" y="282"/>
                    <a:pt x="664" y="280"/>
                    <a:pt x="665" y="281"/>
                  </a:cubicBezTo>
                  <a:cubicBezTo>
                    <a:pt x="667" y="281"/>
                    <a:pt x="666" y="284"/>
                    <a:pt x="665" y="285"/>
                  </a:cubicBezTo>
                  <a:cubicBezTo>
                    <a:pt x="664" y="286"/>
                    <a:pt x="663" y="284"/>
                    <a:pt x="663" y="284"/>
                  </a:cubicBezTo>
                  <a:cubicBezTo>
                    <a:pt x="661" y="285"/>
                    <a:pt x="660" y="287"/>
                    <a:pt x="660" y="289"/>
                  </a:cubicBezTo>
                  <a:cubicBezTo>
                    <a:pt x="660" y="289"/>
                    <a:pt x="660" y="289"/>
                    <a:pt x="661" y="289"/>
                  </a:cubicBezTo>
                  <a:cubicBezTo>
                    <a:pt x="661" y="289"/>
                    <a:pt x="660" y="290"/>
                    <a:pt x="660" y="290"/>
                  </a:cubicBezTo>
                  <a:cubicBezTo>
                    <a:pt x="660" y="291"/>
                    <a:pt x="660" y="293"/>
                    <a:pt x="659" y="295"/>
                  </a:cubicBezTo>
                  <a:cubicBezTo>
                    <a:pt x="657" y="298"/>
                    <a:pt x="657" y="301"/>
                    <a:pt x="656" y="301"/>
                  </a:cubicBezTo>
                  <a:cubicBezTo>
                    <a:pt x="656" y="302"/>
                    <a:pt x="654" y="300"/>
                    <a:pt x="652" y="300"/>
                  </a:cubicBezTo>
                  <a:cubicBezTo>
                    <a:pt x="650" y="301"/>
                    <a:pt x="651" y="303"/>
                    <a:pt x="649" y="300"/>
                  </a:cubicBezTo>
                  <a:cubicBezTo>
                    <a:pt x="649" y="299"/>
                    <a:pt x="649" y="301"/>
                    <a:pt x="648" y="298"/>
                  </a:cubicBezTo>
                  <a:cubicBezTo>
                    <a:pt x="648" y="297"/>
                    <a:pt x="650" y="291"/>
                    <a:pt x="654" y="292"/>
                  </a:cubicBezTo>
                  <a:cubicBezTo>
                    <a:pt x="655" y="292"/>
                    <a:pt x="656" y="295"/>
                    <a:pt x="657" y="292"/>
                  </a:cubicBezTo>
                  <a:cubicBezTo>
                    <a:pt x="657" y="291"/>
                    <a:pt x="656" y="290"/>
                    <a:pt x="656" y="288"/>
                  </a:cubicBezTo>
                  <a:cubicBezTo>
                    <a:pt x="657" y="285"/>
                    <a:pt x="661" y="281"/>
                    <a:pt x="662" y="278"/>
                  </a:cubicBezTo>
                  <a:cubicBezTo>
                    <a:pt x="662" y="276"/>
                    <a:pt x="661" y="273"/>
                    <a:pt x="662" y="269"/>
                  </a:cubicBezTo>
                  <a:cubicBezTo>
                    <a:pt x="663" y="267"/>
                    <a:pt x="668" y="263"/>
                    <a:pt x="667" y="261"/>
                  </a:cubicBezTo>
                  <a:cubicBezTo>
                    <a:pt x="667" y="261"/>
                    <a:pt x="667" y="260"/>
                    <a:pt x="666" y="260"/>
                  </a:cubicBezTo>
                  <a:cubicBezTo>
                    <a:pt x="666" y="260"/>
                    <a:pt x="665" y="260"/>
                    <a:pt x="665" y="260"/>
                  </a:cubicBezTo>
                  <a:cubicBezTo>
                    <a:pt x="665" y="260"/>
                    <a:pt x="665" y="259"/>
                    <a:pt x="665" y="259"/>
                  </a:cubicBezTo>
                  <a:cubicBezTo>
                    <a:pt x="663" y="258"/>
                    <a:pt x="659" y="257"/>
                    <a:pt x="656" y="259"/>
                  </a:cubicBezTo>
                  <a:cubicBezTo>
                    <a:pt x="656" y="259"/>
                    <a:pt x="656" y="259"/>
                    <a:pt x="656" y="259"/>
                  </a:cubicBezTo>
                  <a:cubicBezTo>
                    <a:pt x="656" y="260"/>
                    <a:pt x="656" y="261"/>
                    <a:pt x="656" y="262"/>
                  </a:cubicBezTo>
                  <a:cubicBezTo>
                    <a:pt x="655" y="266"/>
                    <a:pt x="648" y="271"/>
                    <a:pt x="644" y="269"/>
                  </a:cubicBezTo>
                  <a:cubicBezTo>
                    <a:pt x="644" y="269"/>
                    <a:pt x="644" y="269"/>
                    <a:pt x="643" y="268"/>
                  </a:cubicBezTo>
                  <a:cubicBezTo>
                    <a:pt x="643" y="269"/>
                    <a:pt x="643" y="269"/>
                    <a:pt x="643" y="269"/>
                  </a:cubicBezTo>
                  <a:cubicBezTo>
                    <a:pt x="643" y="270"/>
                    <a:pt x="643" y="269"/>
                    <a:pt x="643" y="268"/>
                  </a:cubicBezTo>
                  <a:cubicBezTo>
                    <a:pt x="643" y="268"/>
                    <a:pt x="643" y="268"/>
                    <a:pt x="643" y="268"/>
                  </a:cubicBezTo>
                  <a:cubicBezTo>
                    <a:pt x="642" y="268"/>
                    <a:pt x="641" y="269"/>
                    <a:pt x="641" y="270"/>
                  </a:cubicBezTo>
                  <a:cubicBezTo>
                    <a:pt x="639" y="269"/>
                    <a:pt x="639" y="272"/>
                    <a:pt x="638" y="272"/>
                  </a:cubicBezTo>
                  <a:cubicBezTo>
                    <a:pt x="636" y="273"/>
                    <a:pt x="634" y="271"/>
                    <a:pt x="634" y="274"/>
                  </a:cubicBezTo>
                  <a:cubicBezTo>
                    <a:pt x="633" y="269"/>
                    <a:pt x="626" y="278"/>
                    <a:pt x="626" y="280"/>
                  </a:cubicBezTo>
                  <a:cubicBezTo>
                    <a:pt x="627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4" y="278"/>
                    <a:pt x="634" y="277"/>
                    <a:pt x="635" y="278"/>
                  </a:cubicBezTo>
                  <a:cubicBezTo>
                    <a:pt x="636" y="279"/>
                    <a:pt x="634" y="279"/>
                    <a:pt x="634" y="280"/>
                  </a:cubicBezTo>
                  <a:cubicBezTo>
                    <a:pt x="634" y="281"/>
                    <a:pt x="634" y="281"/>
                    <a:pt x="634" y="281"/>
                  </a:cubicBezTo>
                  <a:cubicBezTo>
                    <a:pt x="635" y="281"/>
                    <a:pt x="635" y="281"/>
                    <a:pt x="635" y="283"/>
                  </a:cubicBezTo>
                  <a:cubicBezTo>
                    <a:pt x="635" y="283"/>
                    <a:pt x="635" y="283"/>
                    <a:pt x="635" y="283"/>
                  </a:cubicBezTo>
                  <a:cubicBezTo>
                    <a:pt x="636" y="284"/>
                    <a:pt x="636" y="284"/>
                    <a:pt x="636" y="285"/>
                  </a:cubicBezTo>
                  <a:cubicBezTo>
                    <a:pt x="636" y="285"/>
                    <a:pt x="634" y="289"/>
                    <a:pt x="633" y="289"/>
                  </a:cubicBezTo>
                  <a:cubicBezTo>
                    <a:pt x="633" y="290"/>
                    <a:pt x="631" y="295"/>
                    <a:pt x="630" y="295"/>
                  </a:cubicBezTo>
                  <a:cubicBezTo>
                    <a:pt x="628" y="294"/>
                    <a:pt x="631" y="293"/>
                    <a:pt x="630" y="292"/>
                  </a:cubicBezTo>
                  <a:cubicBezTo>
                    <a:pt x="629" y="291"/>
                    <a:pt x="627" y="292"/>
                    <a:pt x="626" y="292"/>
                  </a:cubicBezTo>
                  <a:cubicBezTo>
                    <a:pt x="625" y="292"/>
                    <a:pt x="626" y="290"/>
                    <a:pt x="625" y="290"/>
                  </a:cubicBezTo>
                  <a:cubicBezTo>
                    <a:pt x="625" y="290"/>
                    <a:pt x="622" y="291"/>
                    <a:pt x="622" y="290"/>
                  </a:cubicBezTo>
                  <a:cubicBezTo>
                    <a:pt x="621" y="288"/>
                    <a:pt x="624" y="289"/>
                    <a:pt x="624" y="287"/>
                  </a:cubicBezTo>
                  <a:cubicBezTo>
                    <a:pt x="624" y="287"/>
                    <a:pt x="623" y="286"/>
                    <a:pt x="623" y="286"/>
                  </a:cubicBezTo>
                  <a:cubicBezTo>
                    <a:pt x="622" y="285"/>
                    <a:pt x="624" y="284"/>
                    <a:pt x="624" y="282"/>
                  </a:cubicBezTo>
                  <a:cubicBezTo>
                    <a:pt x="624" y="282"/>
                    <a:pt x="624" y="281"/>
                    <a:pt x="624" y="281"/>
                  </a:cubicBezTo>
                  <a:cubicBezTo>
                    <a:pt x="625" y="278"/>
                    <a:pt x="631" y="274"/>
                    <a:pt x="629" y="270"/>
                  </a:cubicBezTo>
                  <a:cubicBezTo>
                    <a:pt x="628" y="269"/>
                    <a:pt x="627" y="269"/>
                    <a:pt x="627" y="270"/>
                  </a:cubicBezTo>
                  <a:cubicBezTo>
                    <a:pt x="627" y="267"/>
                    <a:pt x="628" y="258"/>
                    <a:pt x="633" y="256"/>
                  </a:cubicBezTo>
                  <a:cubicBezTo>
                    <a:pt x="634" y="256"/>
                    <a:pt x="636" y="256"/>
                    <a:pt x="637" y="257"/>
                  </a:cubicBezTo>
                  <a:cubicBezTo>
                    <a:pt x="638" y="257"/>
                    <a:pt x="639" y="258"/>
                    <a:pt x="640" y="258"/>
                  </a:cubicBezTo>
                  <a:cubicBezTo>
                    <a:pt x="640" y="258"/>
                    <a:pt x="640" y="259"/>
                    <a:pt x="640" y="259"/>
                  </a:cubicBezTo>
                  <a:cubicBezTo>
                    <a:pt x="640" y="259"/>
                    <a:pt x="640" y="259"/>
                    <a:pt x="640" y="259"/>
                  </a:cubicBezTo>
                  <a:cubicBezTo>
                    <a:pt x="641" y="260"/>
                    <a:pt x="641" y="260"/>
                    <a:pt x="642" y="260"/>
                  </a:cubicBezTo>
                  <a:cubicBezTo>
                    <a:pt x="643" y="259"/>
                    <a:pt x="644" y="257"/>
                    <a:pt x="645" y="256"/>
                  </a:cubicBezTo>
                  <a:cubicBezTo>
                    <a:pt x="644" y="254"/>
                    <a:pt x="643" y="256"/>
                    <a:pt x="641" y="257"/>
                  </a:cubicBezTo>
                  <a:cubicBezTo>
                    <a:pt x="642" y="256"/>
                    <a:pt x="642" y="256"/>
                    <a:pt x="642" y="255"/>
                  </a:cubicBezTo>
                  <a:cubicBezTo>
                    <a:pt x="641" y="255"/>
                    <a:pt x="640" y="255"/>
                    <a:pt x="640" y="255"/>
                  </a:cubicBezTo>
                  <a:cubicBezTo>
                    <a:pt x="639" y="254"/>
                    <a:pt x="641" y="254"/>
                    <a:pt x="641" y="253"/>
                  </a:cubicBezTo>
                  <a:cubicBezTo>
                    <a:pt x="642" y="252"/>
                    <a:pt x="640" y="253"/>
                    <a:pt x="641" y="251"/>
                  </a:cubicBezTo>
                  <a:cubicBezTo>
                    <a:pt x="642" y="249"/>
                    <a:pt x="645" y="249"/>
                    <a:pt x="646" y="248"/>
                  </a:cubicBezTo>
                  <a:cubicBezTo>
                    <a:pt x="646" y="248"/>
                    <a:pt x="646" y="248"/>
                    <a:pt x="646" y="247"/>
                  </a:cubicBezTo>
                  <a:cubicBezTo>
                    <a:pt x="645" y="247"/>
                    <a:pt x="644" y="247"/>
                    <a:pt x="644" y="247"/>
                  </a:cubicBezTo>
                  <a:cubicBezTo>
                    <a:pt x="644" y="246"/>
                    <a:pt x="645" y="245"/>
                    <a:pt x="644" y="243"/>
                  </a:cubicBezTo>
                  <a:cubicBezTo>
                    <a:pt x="643" y="243"/>
                    <a:pt x="643" y="243"/>
                    <a:pt x="643" y="243"/>
                  </a:cubicBezTo>
                  <a:cubicBezTo>
                    <a:pt x="642" y="243"/>
                    <a:pt x="641" y="239"/>
                    <a:pt x="641" y="239"/>
                  </a:cubicBezTo>
                  <a:cubicBezTo>
                    <a:pt x="642" y="237"/>
                    <a:pt x="644" y="239"/>
                    <a:pt x="646" y="237"/>
                  </a:cubicBezTo>
                  <a:cubicBezTo>
                    <a:pt x="645" y="238"/>
                    <a:pt x="648" y="235"/>
                    <a:pt x="648" y="235"/>
                  </a:cubicBezTo>
                  <a:cubicBezTo>
                    <a:pt x="648" y="234"/>
                    <a:pt x="647" y="233"/>
                    <a:pt x="647" y="232"/>
                  </a:cubicBezTo>
                  <a:cubicBezTo>
                    <a:pt x="647" y="230"/>
                    <a:pt x="649" y="230"/>
                    <a:pt x="649" y="228"/>
                  </a:cubicBezTo>
                  <a:cubicBezTo>
                    <a:pt x="648" y="226"/>
                    <a:pt x="651" y="222"/>
                    <a:pt x="653" y="222"/>
                  </a:cubicBezTo>
                  <a:cubicBezTo>
                    <a:pt x="657" y="221"/>
                    <a:pt x="656" y="229"/>
                    <a:pt x="662" y="226"/>
                  </a:cubicBezTo>
                  <a:cubicBezTo>
                    <a:pt x="663" y="232"/>
                    <a:pt x="667" y="220"/>
                    <a:pt x="668" y="220"/>
                  </a:cubicBezTo>
                  <a:cubicBezTo>
                    <a:pt x="668" y="220"/>
                    <a:pt x="668" y="220"/>
                    <a:pt x="668" y="220"/>
                  </a:cubicBezTo>
                  <a:cubicBezTo>
                    <a:pt x="668" y="220"/>
                    <a:pt x="668" y="220"/>
                    <a:pt x="669" y="220"/>
                  </a:cubicBezTo>
                  <a:cubicBezTo>
                    <a:pt x="669" y="220"/>
                    <a:pt x="669" y="220"/>
                    <a:pt x="669" y="220"/>
                  </a:cubicBezTo>
                  <a:cubicBezTo>
                    <a:pt x="670" y="222"/>
                    <a:pt x="669" y="221"/>
                    <a:pt x="668" y="221"/>
                  </a:cubicBezTo>
                  <a:cubicBezTo>
                    <a:pt x="669" y="222"/>
                    <a:pt x="665" y="229"/>
                    <a:pt x="670" y="225"/>
                  </a:cubicBezTo>
                  <a:cubicBezTo>
                    <a:pt x="671" y="224"/>
                    <a:pt x="669" y="222"/>
                    <a:pt x="670" y="221"/>
                  </a:cubicBezTo>
                  <a:cubicBezTo>
                    <a:pt x="671" y="220"/>
                    <a:pt x="674" y="221"/>
                    <a:pt x="675" y="220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3" y="211"/>
                    <a:pt x="660" y="209"/>
                    <a:pt x="661" y="208"/>
                  </a:cubicBezTo>
                  <a:cubicBezTo>
                    <a:pt x="659" y="209"/>
                    <a:pt x="658" y="209"/>
                    <a:pt x="658" y="208"/>
                  </a:cubicBezTo>
                  <a:cubicBezTo>
                    <a:pt x="657" y="209"/>
                    <a:pt x="657" y="209"/>
                    <a:pt x="657" y="209"/>
                  </a:cubicBezTo>
                  <a:cubicBezTo>
                    <a:pt x="657" y="209"/>
                    <a:pt x="657" y="208"/>
                    <a:pt x="657" y="207"/>
                  </a:cubicBezTo>
                  <a:cubicBezTo>
                    <a:pt x="656" y="206"/>
                    <a:pt x="656" y="203"/>
                    <a:pt x="656" y="202"/>
                  </a:cubicBezTo>
                  <a:cubicBezTo>
                    <a:pt x="656" y="202"/>
                    <a:pt x="656" y="202"/>
                    <a:pt x="656" y="202"/>
                  </a:cubicBezTo>
                  <a:cubicBezTo>
                    <a:pt x="655" y="202"/>
                    <a:pt x="656" y="203"/>
                    <a:pt x="655" y="203"/>
                  </a:cubicBezTo>
                  <a:cubicBezTo>
                    <a:pt x="655" y="203"/>
                    <a:pt x="654" y="202"/>
                    <a:pt x="654" y="202"/>
                  </a:cubicBezTo>
                  <a:cubicBezTo>
                    <a:pt x="654" y="205"/>
                    <a:pt x="653" y="207"/>
                    <a:pt x="652" y="208"/>
                  </a:cubicBezTo>
                  <a:cubicBezTo>
                    <a:pt x="651" y="209"/>
                    <a:pt x="649" y="207"/>
                    <a:pt x="649" y="209"/>
                  </a:cubicBezTo>
                  <a:cubicBezTo>
                    <a:pt x="649" y="210"/>
                    <a:pt x="651" y="211"/>
                    <a:pt x="652" y="212"/>
                  </a:cubicBezTo>
                  <a:cubicBezTo>
                    <a:pt x="652" y="212"/>
                    <a:pt x="652" y="214"/>
                    <a:pt x="652" y="214"/>
                  </a:cubicBezTo>
                  <a:cubicBezTo>
                    <a:pt x="653" y="214"/>
                    <a:pt x="655" y="212"/>
                    <a:pt x="656" y="212"/>
                  </a:cubicBezTo>
                  <a:cubicBezTo>
                    <a:pt x="657" y="213"/>
                    <a:pt x="655" y="215"/>
                    <a:pt x="655" y="216"/>
                  </a:cubicBezTo>
                  <a:cubicBezTo>
                    <a:pt x="654" y="213"/>
                    <a:pt x="652" y="217"/>
                    <a:pt x="651" y="218"/>
                  </a:cubicBezTo>
                  <a:cubicBezTo>
                    <a:pt x="650" y="220"/>
                    <a:pt x="647" y="220"/>
                    <a:pt x="647" y="220"/>
                  </a:cubicBezTo>
                  <a:cubicBezTo>
                    <a:pt x="646" y="221"/>
                    <a:pt x="649" y="223"/>
                    <a:pt x="646" y="224"/>
                  </a:cubicBezTo>
                  <a:cubicBezTo>
                    <a:pt x="645" y="224"/>
                    <a:pt x="646" y="223"/>
                    <a:pt x="646" y="222"/>
                  </a:cubicBezTo>
                  <a:cubicBezTo>
                    <a:pt x="645" y="222"/>
                    <a:pt x="643" y="224"/>
                    <a:pt x="642" y="223"/>
                  </a:cubicBezTo>
                  <a:cubicBezTo>
                    <a:pt x="641" y="223"/>
                    <a:pt x="642" y="221"/>
                    <a:pt x="641" y="220"/>
                  </a:cubicBezTo>
                  <a:cubicBezTo>
                    <a:pt x="641" y="219"/>
                    <a:pt x="641" y="218"/>
                    <a:pt x="641" y="217"/>
                  </a:cubicBezTo>
                  <a:cubicBezTo>
                    <a:pt x="639" y="218"/>
                    <a:pt x="634" y="218"/>
                    <a:pt x="633" y="218"/>
                  </a:cubicBezTo>
                  <a:cubicBezTo>
                    <a:pt x="632" y="217"/>
                    <a:pt x="633" y="215"/>
                    <a:pt x="630" y="216"/>
                  </a:cubicBezTo>
                  <a:cubicBezTo>
                    <a:pt x="633" y="213"/>
                    <a:pt x="628" y="213"/>
                    <a:pt x="628" y="212"/>
                  </a:cubicBezTo>
                  <a:cubicBezTo>
                    <a:pt x="628" y="211"/>
                    <a:pt x="630" y="210"/>
                    <a:pt x="630" y="210"/>
                  </a:cubicBezTo>
                  <a:cubicBezTo>
                    <a:pt x="630" y="209"/>
                    <a:pt x="629" y="209"/>
                    <a:pt x="629" y="208"/>
                  </a:cubicBezTo>
                  <a:cubicBezTo>
                    <a:pt x="629" y="208"/>
                    <a:pt x="629" y="208"/>
                    <a:pt x="629" y="207"/>
                  </a:cubicBezTo>
                  <a:cubicBezTo>
                    <a:pt x="628" y="207"/>
                    <a:pt x="627" y="205"/>
                    <a:pt x="627" y="204"/>
                  </a:cubicBezTo>
                  <a:cubicBezTo>
                    <a:pt x="627" y="204"/>
                    <a:pt x="626" y="204"/>
                    <a:pt x="626" y="204"/>
                  </a:cubicBezTo>
                  <a:cubicBezTo>
                    <a:pt x="626" y="205"/>
                    <a:pt x="627" y="205"/>
                    <a:pt x="627" y="206"/>
                  </a:cubicBezTo>
                  <a:cubicBezTo>
                    <a:pt x="627" y="207"/>
                    <a:pt x="626" y="208"/>
                    <a:pt x="626" y="208"/>
                  </a:cubicBezTo>
                  <a:cubicBezTo>
                    <a:pt x="626" y="209"/>
                    <a:pt x="625" y="210"/>
                    <a:pt x="625" y="210"/>
                  </a:cubicBezTo>
                  <a:cubicBezTo>
                    <a:pt x="625" y="210"/>
                    <a:pt x="625" y="210"/>
                    <a:pt x="625" y="211"/>
                  </a:cubicBezTo>
                  <a:cubicBezTo>
                    <a:pt x="625" y="211"/>
                    <a:pt x="625" y="211"/>
                    <a:pt x="624" y="211"/>
                  </a:cubicBezTo>
                  <a:cubicBezTo>
                    <a:pt x="623" y="212"/>
                    <a:pt x="622" y="214"/>
                    <a:pt x="621" y="216"/>
                  </a:cubicBezTo>
                  <a:cubicBezTo>
                    <a:pt x="622" y="213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9" y="214"/>
                  </a:cubicBezTo>
                  <a:cubicBezTo>
                    <a:pt x="620" y="215"/>
                    <a:pt x="620" y="220"/>
                    <a:pt x="619" y="221"/>
                  </a:cubicBezTo>
                  <a:cubicBezTo>
                    <a:pt x="619" y="221"/>
                    <a:pt x="619" y="220"/>
                    <a:pt x="618" y="220"/>
                  </a:cubicBezTo>
                  <a:cubicBezTo>
                    <a:pt x="616" y="221"/>
                    <a:pt x="615" y="224"/>
                    <a:pt x="612" y="224"/>
                  </a:cubicBezTo>
                  <a:cubicBezTo>
                    <a:pt x="612" y="222"/>
                    <a:pt x="614" y="222"/>
                    <a:pt x="615" y="221"/>
                  </a:cubicBezTo>
                  <a:cubicBezTo>
                    <a:pt x="615" y="220"/>
                    <a:pt x="613" y="221"/>
                    <a:pt x="613" y="220"/>
                  </a:cubicBezTo>
                  <a:cubicBezTo>
                    <a:pt x="612" y="219"/>
                    <a:pt x="614" y="214"/>
                    <a:pt x="617" y="214"/>
                  </a:cubicBezTo>
                  <a:cubicBezTo>
                    <a:pt x="617" y="213"/>
                    <a:pt x="617" y="212"/>
                    <a:pt x="617" y="211"/>
                  </a:cubicBezTo>
                  <a:cubicBezTo>
                    <a:pt x="617" y="211"/>
                    <a:pt x="616" y="211"/>
                    <a:pt x="616" y="211"/>
                  </a:cubicBezTo>
                  <a:cubicBezTo>
                    <a:pt x="615" y="212"/>
                    <a:pt x="612" y="214"/>
                    <a:pt x="612" y="216"/>
                  </a:cubicBezTo>
                  <a:cubicBezTo>
                    <a:pt x="611" y="217"/>
                    <a:pt x="612" y="218"/>
                    <a:pt x="612" y="218"/>
                  </a:cubicBezTo>
                  <a:cubicBezTo>
                    <a:pt x="612" y="219"/>
                    <a:pt x="610" y="220"/>
                    <a:pt x="611" y="220"/>
                  </a:cubicBezTo>
                  <a:cubicBezTo>
                    <a:pt x="611" y="222"/>
                    <a:pt x="612" y="221"/>
                    <a:pt x="612" y="222"/>
                  </a:cubicBezTo>
                  <a:cubicBezTo>
                    <a:pt x="612" y="223"/>
                    <a:pt x="610" y="224"/>
                    <a:pt x="610" y="224"/>
                  </a:cubicBezTo>
                  <a:cubicBezTo>
                    <a:pt x="609" y="223"/>
                    <a:pt x="610" y="221"/>
                    <a:pt x="609" y="220"/>
                  </a:cubicBezTo>
                  <a:cubicBezTo>
                    <a:pt x="608" y="219"/>
                    <a:pt x="607" y="220"/>
                    <a:pt x="606" y="219"/>
                  </a:cubicBezTo>
                  <a:cubicBezTo>
                    <a:pt x="604" y="218"/>
                    <a:pt x="604" y="217"/>
                    <a:pt x="601" y="219"/>
                  </a:cubicBezTo>
                  <a:cubicBezTo>
                    <a:pt x="604" y="215"/>
                    <a:pt x="600" y="218"/>
                    <a:pt x="599" y="217"/>
                  </a:cubicBezTo>
                  <a:cubicBezTo>
                    <a:pt x="599" y="217"/>
                    <a:pt x="598" y="211"/>
                    <a:pt x="598" y="210"/>
                  </a:cubicBezTo>
                  <a:cubicBezTo>
                    <a:pt x="598" y="209"/>
                    <a:pt x="599" y="206"/>
                    <a:pt x="599" y="204"/>
                  </a:cubicBezTo>
                  <a:cubicBezTo>
                    <a:pt x="599" y="205"/>
                    <a:pt x="599" y="205"/>
                    <a:pt x="598" y="206"/>
                  </a:cubicBezTo>
                  <a:cubicBezTo>
                    <a:pt x="598" y="205"/>
                    <a:pt x="598" y="204"/>
                    <a:pt x="599" y="203"/>
                  </a:cubicBezTo>
                  <a:cubicBezTo>
                    <a:pt x="599" y="203"/>
                    <a:pt x="599" y="203"/>
                    <a:pt x="599" y="203"/>
                  </a:cubicBezTo>
                  <a:cubicBezTo>
                    <a:pt x="598" y="203"/>
                    <a:pt x="598" y="204"/>
                    <a:pt x="598" y="204"/>
                  </a:cubicBezTo>
                  <a:cubicBezTo>
                    <a:pt x="598" y="204"/>
                    <a:pt x="598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5" y="206"/>
                    <a:pt x="589" y="207"/>
                    <a:pt x="586" y="207"/>
                  </a:cubicBezTo>
                  <a:cubicBezTo>
                    <a:pt x="586" y="208"/>
                    <a:pt x="586" y="209"/>
                    <a:pt x="585" y="209"/>
                  </a:cubicBezTo>
                  <a:cubicBezTo>
                    <a:pt x="584" y="210"/>
                    <a:pt x="584" y="208"/>
                    <a:pt x="584" y="208"/>
                  </a:cubicBezTo>
                  <a:cubicBezTo>
                    <a:pt x="583" y="207"/>
                    <a:pt x="583" y="207"/>
                    <a:pt x="583" y="207"/>
                  </a:cubicBezTo>
                  <a:cubicBezTo>
                    <a:pt x="583" y="206"/>
                    <a:pt x="584" y="205"/>
                    <a:pt x="585" y="205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3"/>
                    <a:pt x="584" y="202"/>
                    <a:pt x="585" y="201"/>
                  </a:cubicBezTo>
                  <a:cubicBezTo>
                    <a:pt x="585" y="200"/>
                    <a:pt x="585" y="199"/>
                    <a:pt x="585" y="198"/>
                  </a:cubicBezTo>
                  <a:cubicBezTo>
                    <a:pt x="586" y="197"/>
                    <a:pt x="587" y="197"/>
                    <a:pt x="588" y="197"/>
                  </a:cubicBezTo>
                  <a:cubicBezTo>
                    <a:pt x="587" y="197"/>
                    <a:pt x="587" y="197"/>
                    <a:pt x="585" y="198"/>
                  </a:cubicBezTo>
                  <a:cubicBezTo>
                    <a:pt x="584" y="198"/>
                    <a:pt x="583" y="201"/>
                    <a:pt x="583" y="201"/>
                  </a:cubicBezTo>
                  <a:cubicBezTo>
                    <a:pt x="582" y="202"/>
                    <a:pt x="582" y="202"/>
                    <a:pt x="583" y="202"/>
                  </a:cubicBezTo>
                  <a:cubicBezTo>
                    <a:pt x="579" y="203"/>
                    <a:pt x="579" y="195"/>
                    <a:pt x="582" y="196"/>
                  </a:cubicBezTo>
                  <a:cubicBezTo>
                    <a:pt x="581" y="196"/>
                    <a:pt x="583" y="198"/>
                    <a:pt x="582" y="198"/>
                  </a:cubicBezTo>
                  <a:cubicBezTo>
                    <a:pt x="583" y="198"/>
                    <a:pt x="587" y="194"/>
                    <a:pt x="588" y="192"/>
                  </a:cubicBezTo>
                  <a:cubicBezTo>
                    <a:pt x="589" y="192"/>
                    <a:pt x="589" y="192"/>
                    <a:pt x="590" y="191"/>
                  </a:cubicBezTo>
                  <a:cubicBezTo>
                    <a:pt x="589" y="190"/>
                    <a:pt x="588" y="189"/>
                    <a:pt x="588" y="188"/>
                  </a:cubicBezTo>
                  <a:cubicBezTo>
                    <a:pt x="588" y="188"/>
                    <a:pt x="589" y="187"/>
                    <a:pt x="589" y="187"/>
                  </a:cubicBezTo>
                  <a:cubicBezTo>
                    <a:pt x="589" y="186"/>
                    <a:pt x="590" y="183"/>
                    <a:pt x="590" y="183"/>
                  </a:cubicBezTo>
                  <a:cubicBezTo>
                    <a:pt x="590" y="182"/>
                    <a:pt x="588" y="183"/>
                    <a:pt x="589" y="184"/>
                  </a:cubicBezTo>
                  <a:cubicBezTo>
                    <a:pt x="589" y="184"/>
                    <a:pt x="587" y="182"/>
                    <a:pt x="588" y="181"/>
                  </a:cubicBezTo>
                  <a:cubicBezTo>
                    <a:pt x="588" y="180"/>
                    <a:pt x="588" y="180"/>
                    <a:pt x="588" y="180"/>
                  </a:cubicBezTo>
                  <a:cubicBezTo>
                    <a:pt x="588" y="180"/>
                    <a:pt x="587" y="180"/>
                    <a:pt x="587" y="180"/>
                  </a:cubicBezTo>
                  <a:cubicBezTo>
                    <a:pt x="587" y="180"/>
                    <a:pt x="586" y="181"/>
                    <a:pt x="586" y="182"/>
                  </a:cubicBezTo>
                  <a:cubicBezTo>
                    <a:pt x="586" y="182"/>
                    <a:pt x="587" y="182"/>
                    <a:pt x="587" y="182"/>
                  </a:cubicBezTo>
                  <a:cubicBezTo>
                    <a:pt x="588" y="183"/>
                    <a:pt x="587" y="183"/>
                    <a:pt x="587" y="183"/>
                  </a:cubicBezTo>
                  <a:cubicBezTo>
                    <a:pt x="587" y="184"/>
                    <a:pt x="587" y="185"/>
                    <a:pt x="586" y="184"/>
                  </a:cubicBezTo>
                  <a:cubicBezTo>
                    <a:pt x="585" y="184"/>
                    <a:pt x="586" y="184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5" y="184"/>
                    <a:pt x="583" y="184"/>
                    <a:pt x="582" y="182"/>
                  </a:cubicBezTo>
                  <a:cubicBezTo>
                    <a:pt x="581" y="181"/>
                    <a:pt x="582" y="180"/>
                    <a:pt x="582" y="179"/>
                  </a:cubicBezTo>
                  <a:cubicBezTo>
                    <a:pt x="582" y="179"/>
                    <a:pt x="582" y="179"/>
                    <a:pt x="582" y="179"/>
                  </a:cubicBezTo>
                  <a:cubicBezTo>
                    <a:pt x="580" y="180"/>
                    <a:pt x="582" y="179"/>
                    <a:pt x="581" y="178"/>
                  </a:cubicBezTo>
                  <a:cubicBezTo>
                    <a:pt x="581" y="178"/>
                    <a:pt x="580" y="178"/>
                    <a:pt x="580" y="179"/>
                  </a:cubicBezTo>
                  <a:cubicBezTo>
                    <a:pt x="580" y="179"/>
                    <a:pt x="580" y="179"/>
                    <a:pt x="580" y="179"/>
                  </a:cubicBezTo>
                  <a:cubicBezTo>
                    <a:pt x="579" y="179"/>
                    <a:pt x="579" y="179"/>
                    <a:pt x="578" y="179"/>
                  </a:cubicBezTo>
                  <a:cubicBezTo>
                    <a:pt x="575" y="179"/>
                    <a:pt x="578" y="174"/>
                    <a:pt x="576" y="173"/>
                  </a:cubicBezTo>
                  <a:cubicBezTo>
                    <a:pt x="575" y="173"/>
                    <a:pt x="574" y="173"/>
                    <a:pt x="574" y="174"/>
                  </a:cubicBezTo>
                  <a:cubicBezTo>
                    <a:pt x="573" y="174"/>
                    <a:pt x="573" y="175"/>
                    <a:pt x="572" y="177"/>
                  </a:cubicBezTo>
                  <a:cubicBezTo>
                    <a:pt x="574" y="177"/>
                    <a:pt x="575" y="178"/>
                    <a:pt x="574" y="180"/>
                  </a:cubicBezTo>
                  <a:cubicBezTo>
                    <a:pt x="574" y="184"/>
                    <a:pt x="568" y="184"/>
                    <a:pt x="566" y="181"/>
                  </a:cubicBezTo>
                  <a:cubicBezTo>
                    <a:pt x="566" y="181"/>
                    <a:pt x="565" y="182"/>
                    <a:pt x="565" y="183"/>
                  </a:cubicBezTo>
                  <a:cubicBezTo>
                    <a:pt x="565" y="182"/>
                    <a:pt x="565" y="182"/>
                    <a:pt x="565" y="181"/>
                  </a:cubicBezTo>
                  <a:cubicBezTo>
                    <a:pt x="563" y="183"/>
                    <a:pt x="561" y="184"/>
                    <a:pt x="559" y="184"/>
                  </a:cubicBezTo>
                  <a:cubicBezTo>
                    <a:pt x="558" y="185"/>
                    <a:pt x="556" y="185"/>
                    <a:pt x="556" y="185"/>
                  </a:cubicBezTo>
                  <a:cubicBezTo>
                    <a:pt x="555" y="184"/>
                    <a:pt x="557" y="184"/>
                    <a:pt x="558" y="183"/>
                  </a:cubicBezTo>
                  <a:cubicBezTo>
                    <a:pt x="558" y="183"/>
                    <a:pt x="557" y="183"/>
                    <a:pt x="557" y="183"/>
                  </a:cubicBezTo>
                  <a:cubicBezTo>
                    <a:pt x="557" y="182"/>
                    <a:pt x="556" y="181"/>
                    <a:pt x="556" y="180"/>
                  </a:cubicBezTo>
                  <a:cubicBezTo>
                    <a:pt x="555" y="180"/>
                    <a:pt x="553" y="179"/>
                    <a:pt x="554" y="176"/>
                  </a:cubicBezTo>
                  <a:cubicBezTo>
                    <a:pt x="555" y="175"/>
                    <a:pt x="554" y="173"/>
                    <a:pt x="554" y="172"/>
                  </a:cubicBezTo>
                  <a:cubicBezTo>
                    <a:pt x="554" y="172"/>
                    <a:pt x="555" y="171"/>
                    <a:pt x="554" y="171"/>
                  </a:cubicBezTo>
                  <a:cubicBezTo>
                    <a:pt x="553" y="172"/>
                    <a:pt x="551" y="174"/>
                    <a:pt x="550" y="176"/>
                  </a:cubicBezTo>
                  <a:cubicBezTo>
                    <a:pt x="552" y="178"/>
                    <a:pt x="555" y="180"/>
                    <a:pt x="551" y="183"/>
                  </a:cubicBezTo>
                  <a:cubicBezTo>
                    <a:pt x="550" y="183"/>
                    <a:pt x="550" y="183"/>
                    <a:pt x="549" y="183"/>
                  </a:cubicBezTo>
                  <a:cubicBezTo>
                    <a:pt x="550" y="183"/>
                    <a:pt x="550" y="188"/>
                    <a:pt x="548" y="187"/>
                  </a:cubicBezTo>
                  <a:cubicBezTo>
                    <a:pt x="547" y="186"/>
                    <a:pt x="547" y="185"/>
                    <a:pt x="548" y="184"/>
                  </a:cubicBezTo>
                  <a:cubicBezTo>
                    <a:pt x="548" y="184"/>
                    <a:pt x="548" y="184"/>
                    <a:pt x="549" y="184"/>
                  </a:cubicBezTo>
                  <a:cubicBezTo>
                    <a:pt x="547" y="184"/>
                    <a:pt x="544" y="185"/>
                    <a:pt x="543" y="186"/>
                  </a:cubicBezTo>
                  <a:cubicBezTo>
                    <a:pt x="541" y="188"/>
                    <a:pt x="543" y="189"/>
                    <a:pt x="540" y="187"/>
                  </a:cubicBezTo>
                  <a:cubicBezTo>
                    <a:pt x="540" y="187"/>
                    <a:pt x="539" y="186"/>
                    <a:pt x="538" y="187"/>
                  </a:cubicBezTo>
                  <a:cubicBezTo>
                    <a:pt x="538" y="187"/>
                    <a:pt x="535" y="192"/>
                    <a:pt x="535" y="189"/>
                  </a:cubicBezTo>
                  <a:cubicBezTo>
                    <a:pt x="535" y="188"/>
                    <a:pt x="536" y="188"/>
                    <a:pt x="536" y="188"/>
                  </a:cubicBezTo>
                  <a:cubicBezTo>
                    <a:pt x="535" y="187"/>
                    <a:pt x="531" y="188"/>
                    <a:pt x="531" y="187"/>
                  </a:cubicBezTo>
                  <a:cubicBezTo>
                    <a:pt x="530" y="186"/>
                    <a:pt x="535" y="184"/>
                    <a:pt x="532" y="182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31" y="182"/>
                    <a:pt x="531" y="181"/>
                    <a:pt x="531" y="181"/>
                  </a:cubicBezTo>
                  <a:cubicBezTo>
                    <a:pt x="532" y="179"/>
                    <a:pt x="532" y="179"/>
                    <a:pt x="531" y="178"/>
                  </a:cubicBezTo>
                  <a:cubicBezTo>
                    <a:pt x="530" y="179"/>
                    <a:pt x="528" y="180"/>
                    <a:pt x="528" y="178"/>
                  </a:cubicBezTo>
                  <a:cubicBezTo>
                    <a:pt x="528" y="178"/>
                    <a:pt x="528" y="177"/>
                    <a:pt x="529" y="177"/>
                  </a:cubicBezTo>
                  <a:cubicBezTo>
                    <a:pt x="529" y="176"/>
                    <a:pt x="530" y="176"/>
                    <a:pt x="529" y="176"/>
                  </a:cubicBezTo>
                  <a:cubicBezTo>
                    <a:pt x="529" y="175"/>
                    <a:pt x="527" y="176"/>
                    <a:pt x="527" y="175"/>
                  </a:cubicBezTo>
                  <a:cubicBezTo>
                    <a:pt x="526" y="174"/>
                    <a:pt x="528" y="172"/>
                    <a:pt x="527" y="171"/>
                  </a:cubicBezTo>
                  <a:cubicBezTo>
                    <a:pt x="526" y="169"/>
                    <a:pt x="524" y="172"/>
                    <a:pt x="521" y="172"/>
                  </a:cubicBezTo>
                  <a:cubicBezTo>
                    <a:pt x="521" y="172"/>
                    <a:pt x="519" y="170"/>
                    <a:pt x="517" y="172"/>
                  </a:cubicBezTo>
                  <a:cubicBezTo>
                    <a:pt x="516" y="173"/>
                    <a:pt x="518" y="176"/>
                    <a:pt x="515" y="177"/>
                  </a:cubicBezTo>
                  <a:cubicBezTo>
                    <a:pt x="514" y="178"/>
                    <a:pt x="509" y="180"/>
                    <a:pt x="508" y="178"/>
                  </a:cubicBezTo>
                  <a:cubicBezTo>
                    <a:pt x="508" y="177"/>
                    <a:pt x="510" y="177"/>
                    <a:pt x="510" y="177"/>
                  </a:cubicBezTo>
                  <a:cubicBezTo>
                    <a:pt x="511" y="176"/>
                    <a:pt x="509" y="174"/>
                    <a:pt x="509" y="174"/>
                  </a:cubicBezTo>
                  <a:cubicBezTo>
                    <a:pt x="510" y="172"/>
                    <a:pt x="512" y="172"/>
                    <a:pt x="512" y="171"/>
                  </a:cubicBezTo>
                  <a:cubicBezTo>
                    <a:pt x="512" y="171"/>
                    <a:pt x="511" y="171"/>
                    <a:pt x="511" y="170"/>
                  </a:cubicBezTo>
                  <a:cubicBezTo>
                    <a:pt x="511" y="170"/>
                    <a:pt x="512" y="170"/>
                    <a:pt x="512" y="170"/>
                  </a:cubicBezTo>
                  <a:cubicBezTo>
                    <a:pt x="511" y="168"/>
                    <a:pt x="511" y="167"/>
                    <a:pt x="512" y="166"/>
                  </a:cubicBezTo>
                  <a:cubicBezTo>
                    <a:pt x="512" y="166"/>
                    <a:pt x="512" y="166"/>
                    <a:pt x="512" y="165"/>
                  </a:cubicBezTo>
                  <a:cubicBezTo>
                    <a:pt x="512" y="165"/>
                    <a:pt x="512" y="165"/>
                    <a:pt x="512" y="165"/>
                  </a:cubicBezTo>
                  <a:cubicBezTo>
                    <a:pt x="511" y="165"/>
                    <a:pt x="511" y="164"/>
                    <a:pt x="513" y="163"/>
                  </a:cubicBezTo>
                  <a:cubicBezTo>
                    <a:pt x="513" y="163"/>
                    <a:pt x="513" y="162"/>
                    <a:pt x="513" y="162"/>
                  </a:cubicBezTo>
                  <a:cubicBezTo>
                    <a:pt x="513" y="162"/>
                    <a:pt x="512" y="162"/>
                    <a:pt x="512" y="162"/>
                  </a:cubicBezTo>
                  <a:cubicBezTo>
                    <a:pt x="511" y="162"/>
                    <a:pt x="510" y="162"/>
                    <a:pt x="510" y="162"/>
                  </a:cubicBezTo>
                  <a:cubicBezTo>
                    <a:pt x="509" y="162"/>
                    <a:pt x="509" y="162"/>
                    <a:pt x="509" y="161"/>
                  </a:cubicBezTo>
                  <a:cubicBezTo>
                    <a:pt x="508" y="161"/>
                    <a:pt x="509" y="160"/>
                    <a:pt x="509" y="160"/>
                  </a:cubicBezTo>
                  <a:cubicBezTo>
                    <a:pt x="509" y="159"/>
                    <a:pt x="509" y="158"/>
                    <a:pt x="509" y="158"/>
                  </a:cubicBezTo>
                  <a:cubicBezTo>
                    <a:pt x="510" y="158"/>
                    <a:pt x="513" y="158"/>
                    <a:pt x="515" y="156"/>
                  </a:cubicBezTo>
                  <a:cubicBezTo>
                    <a:pt x="514" y="158"/>
                    <a:pt x="515" y="159"/>
                    <a:pt x="516" y="157"/>
                  </a:cubicBezTo>
                  <a:cubicBezTo>
                    <a:pt x="518" y="156"/>
                    <a:pt x="516" y="156"/>
                    <a:pt x="516" y="156"/>
                  </a:cubicBezTo>
                  <a:cubicBezTo>
                    <a:pt x="516" y="156"/>
                    <a:pt x="517" y="155"/>
                    <a:pt x="516" y="154"/>
                  </a:cubicBezTo>
                  <a:cubicBezTo>
                    <a:pt x="516" y="154"/>
                    <a:pt x="516" y="154"/>
                    <a:pt x="516" y="154"/>
                  </a:cubicBezTo>
                  <a:cubicBezTo>
                    <a:pt x="514" y="155"/>
                    <a:pt x="512" y="156"/>
                    <a:pt x="510" y="155"/>
                  </a:cubicBezTo>
                  <a:cubicBezTo>
                    <a:pt x="510" y="156"/>
                    <a:pt x="510" y="156"/>
                    <a:pt x="510" y="156"/>
                  </a:cubicBezTo>
                  <a:cubicBezTo>
                    <a:pt x="510" y="156"/>
                    <a:pt x="511" y="156"/>
                    <a:pt x="511" y="156"/>
                  </a:cubicBezTo>
                  <a:cubicBezTo>
                    <a:pt x="510" y="157"/>
                    <a:pt x="510" y="156"/>
                    <a:pt x="510" y="155"/>
                  </a:cubicBezTo>
                  <a:cubicBezTo>
                    <a:pt x="509" y="155"/>
                    <a:pt x="509" y="154"/>
                    <a:pt x="509" y="154"/>
                  </a:cubicBezTo>
                  <a:cubicBezTo>
                    <a:pt x="509" y="152"/>
                    <a:pt x="511" y="150"/>
                    <a:pt x="514" y="150"/>
                  </a:cubicBezTo>
                  <a:cubicBezTo>
                    <a:pt x="514" y="149"/>
                    <a:pt x="512" y="148"/>
                    <a:pt x="513" y="147"/>
                  </a:cubicBezTo>
                  <a:cubicBezTo>
                    <a:pt x="514" y="145"/>
                    <a:pt x="517" y="144"/>
                    <a:pt x="516" y="143"/>
                  </a:cubicBezTo>
                  <a:cubicBezTo>
                    <a:pt x="517" y="143"/>
                    <a:pt x="520" y="142"/>
                    <a:pt x="521" y="143"/>
                  </a:cubicBezTo>
                  <a:cubicBezTo>
                    <a:pt x="524" y="144"/>
                    <a:pt x="523" y="145"/>
                    <a:pt x="527" y="143"/>
                  </a:cubicBezTo>
                  <a:cubicBezTo>
                    <a:pt x="527" y="143"/>
                    <a:pt x="528" y="143"/>
                    <a:pt x="529" y="143"/>
                  </a:cubicBezTo>
                  <a:cubicBezTo>
                    <a:pt x="531" y="142"/>
                    <a:pt x="530" y="142"/>
                    <a:pt x="529" y="139"/>
                  </a:cubicBezTo>
                  <a:cubicBezTo>
                    <a:pt x="532" y="141"/>
                    <a:pt x="531" y="139"/>
                    <a:pt x="529" y="138"/>
                  </a:cubicBezTo>
                  <a:cubicBezTo>
                    <a:pt x="529" y="139"/>
                    <a:pt x="529" y="139"/>
                    <a:pt x="529" y="139"/>
                  </a:cubicBezTo>
                  <a:cubicBezTo>
                    <a:pt x="529" y="139"/>
                    <a:pt x="529" y="139"/>
                    <a:pt x="529" y="138"/>
                  </a:cubicBezTo>
                  <a:cubicBezTo>
                    <a:pt x="528" y="138"/>
                    <a:pt x="528" y="138"/>
                    <a:pt x="528" y="138"/>
                  </a:cubicBezTo>
                  <a:cubicBezTo>
                    <a:pt x="528" y="138"/>
                    <a:pt x="526" y="141"/>
                    <a:pt x="526" y="139"/>
                  </a:cubicBezTo>
                  <a:cubicBezTo>
                    <a:pt x="525" y="139"/>
                    <a:pt x="528" y="135"/>
                    <a:pt x="525" y="135"/>
                  </a:cubicBezTo>
                  <a:cubicBezTo>
                    <a:pt x="531" y="133"/>
                    <a:pt x="523" y="131"/>
                    <a:pt x="520" y="130"/>
                  </a:cubicBezTo>
                  <a:cubicBezTo>
                    <a:pt x="519" y="129"/>
                    <a:pt x="518" y="127"/>
                    <a:pt x="518" y="126"/>
                  </a:cubicBezTo>
                  <a:cubicBezTo>
                    <a:pt x="517" y="126"/>
                    <a:pt x="516" y="125"/>
                    <a:pt x="517" y="124"/>
                  </a:cubicBezTo>
                  <a:cubicBezTo>
                    <a:pt x="517" y="124"/>
                    <a:pt x="517" y="124"/>
                    <a:pt x="517" y="124"/>
                  </a:cubicBezTo>
                  <a:cubicBezTo>
                    <a:pt x="516" y="123"/>
                    <a:pt x="516" y="123"/>
                    <a:pt x="515" y="123"/>
                  </a:cubicBezTo>
                  <a:cubicBezTo>
                    <a:pt x="515" y="123"/>
                    <a:pt x="514" y="123"/>
                    <a:pt x="514" y="123"/>
                  </a:cubicBezTo>
                  <a:cubicBezTo>
                    <a:pt x="514" y="123"/>
                    <a:pt x="513" y="123"/>
                    <a:pt x="513" y="124"/>
                  </a:cubicBezTo>
                  <a:cubicBezTo>
                    <a:pt x="513" y="124"/>
                    <a:pt x="511" y="125"/>
                    <a:pt x="510" y="125"/>
                  </a:cubicBezTo>
                  <a:cubicBezTo>
                    <a:pt x="509" y="126"/>
                    <a:pt x="508" y="125"/>
                    <a:pt x="508" y="124"/>
                  </a:cubicBezTo>
                  <a:cubicBezTo>
                    <a:pt x="507" y="124"/>
                    <a:pt x="506" y="125"/>
                    <a:pt x="505" y="125"/>
                  </a:cubicBezTo>
                  <a:cubicBezTo>
                    <a:pt x="504" y="124"/>
                    <a:pt x="506" y="124"/>
                    <a:pt x="507" y="123"/>
                  </a:cubicBezTo>
                  <a:cubicBezTo>
                    <a:pt x="507" y="122"/>
                    <a:pt x="507" y="122"/>
                    <a:pt x="508" y="121"/>
                  </a:cubicBezTo>
                  <a:cubicBezTo>
                    <a:pt x="506" y="121"/>
                    <a:pt x="504" y="121"/>
                    <a:pt x="504" y="121"/>
                  </a:cubicBezTo>
                  <a:cubicBezTo>
                    <a:pt x="504" y="121"/>
                    <a:pt x="504" y="121"/>
                    <a:pt x="503" y="121"/>
                  </a:cubicBezTo>
                  <a:cubicBezTo>
                    <a:pt x="504" y="122"/>
                    <a:pt x="505" y="122"/>
                    <a:pt x="506" y="122"/>
                  </a:cubicBezTo>
                  <a:cubicBezTo>
                    <a:pt x="505" y="123"/>
                    <a:pt x="504" y="123"/>
                    <a:pt x="502" y="122"/>
                  </a:cubicBezTo>
                  <a:cubicBezTo>
                    <a:pt x="502" y="123"/>
                    <a:pt x="502" y="123"/>
                    <a:pt x="502" y="123"/>
                  </a:cubicBezTo>
                  <a:cubicBezTo>
                    <a:pt x="502" y="124"/>
                    <a:pt x="501" y="125"/>
                    <a:pt x="500" y="125"/>
                  </a:cubicBezTo>
                  <a:cubicBezTo>
                    <a:pt x="500" y="126"/>
                    <a:pt x="499" y="126"/>
                    <a:pt x="498" y="125"/>
                  </a:cubicBezTo>
                  <a:cubicBezTo>
                    <a:pt x="498" y="125"/>
                    <a:pt x="499" y="124"/>
                    <a:pt x="499" y="124"/>
                  </a:cubicBezTo>
                  <a:cubicBezTo>
                    <a:pt x="499" y="123"/>
                    <a:pt x="498" y="122"/>
                    <a:pt x="499" y="123"/>
                  </a:cubicBezTo>
                  <a:cubicBezTo>
                    <a:pt x="499" y="123"/>
                    <a:pt x="499" y="123"/>
                    <a:pt x="500" y="123"/>
                  </a:cubicBezTo>
                  <a:cubicBezTo>
                    <a:pt x="500" y="123"/>
                    <a:pt x="500" y="123"/>
                    <a:pt x="500" y="123"/>
                  </a:cubicBezTo>
                  <a:cubicBezTo>
                    <a:pt x="500" y="123"/>
                    <a:pt x="500" y="123"/>
                    <a:pt x="501" y="122"/>
                  </a:cubicBezTo>
                  <a:cubicBezTo>
                    <a:pt x="500" y="122"/>
                    <a:pt x="499" y="122"/>
                    <a:pt x="499" y="121"/>
                  </a:cubicBezTo>
                  <a:cubicBezTo>
                    <a:pt x="499" y="121"/>
                    <a:pt x="500" y="121"/>
                    <a:pt x="501" y="121"/>
                  </a:cubicBezTo>
                  <a:cubicBezTo>
                    <a:pt x="501" y="121"/>
                    <a:pt x="501" y="121"/>
                    <a:pt x="500" y="120"/>
                  </a:cubicBezTo>
                  <a:cubicBezTo>
                    <a:pt x="499" y="120"/>
                    <a:pt x="499" y="121"/>
                    <a:pt x="498" y="121"/>
                  </a:cubicBezTo>
                  <a:cubicBezTo>
                    <a:pt x="497" y="121"/>
                    <a:pt x="496" y="117"/>
                    <a:pt x="494" y="120"/>
                  </a:cubicBezTo>
                  <a:cubicBezTo>
                    <a:pt x="494" y="120"/>
                    <a:pt x="495" y="121"/>
                    <a:pt x="495" y="121"/>
                  </a:cubicBezTo>
                  <a:cubicBezTo>
                    <a:pt x="495" y="121"/>
                    <a:pt x="495" y="121"/>
                    <a:pt x="495" y="121"/>
                  </a:cubicBezTo>
                  <a:cubicBezTo>
                    <a:pt x="495" y="121"/>
                    <a:pt x="496" y="121"/>
                    <a:pt x="496" y="121"/>
                  </a:cubicBezTo>
                  <a:cubicBezTo>
                    <a:pt x="497" y="122"/>
                    <a:pt x="495" y="123"/>
                    <a:pt x="495" y="122"/>
                  </a:cubicBezTo>
                  <a:cubicBezTo>
                    <a:pt x="495" y="122"/>
                    <a:pt x="495" y="122"/>
                    <a:pt x="495" y="122"/>
                  </a:cubicBezTo>
                  <a:cubicBezTo>
                    <a:pt x="494" y="123"/>
                    <a:pt x="490" y="122"/>
                    <a:pt x="489" y="122"/>
                  </a:cubicBezTo>
                  <a:cubicBezTo>
                    <a:pt x="491" y="121"/>
                    <a:pt x="489" y="120"/>
                    <a:pt x="488" y="119"/>
                  </a:cubicBezTo>
                  <a:cubicBezTo>
                    <a:pt x="486" y="120"/>
                    <a:pt x="484" y="121"/>
                    <a:pt x="482" y="122"/>
                  </a:cubicBezTo>
                  <a:cubicBezTo>
                    <a:pt x="483" y="121"/>
                    <a:pt x="486" y="120"/>
                    <a:pt x="488" y="119"/>
                  </a:cubicBezTo>
                  <a:cubicBezTo>
                    <a:pt x="487" y="118"/>
                    <a:pt x="486" y="118"/>
                    <a:pt x="487" y="117"/>
                  </a:cubicBezTo>
                  <a:cubicBezTo>
                    <a:pt x="488" y="115"/>
                    <a:pt x="492" y="116"/>
                    <a:pt x="493" y="114"/>
                  </a:cubicBezTo>
                  <a:cubicBezTo>
                    <a:pt x="493" y="113"/>
                    <a:pt x="492" y="114"/>
                    <a:pt x="492" y="114"/>
                  </a:cubicBezTo>
                  <a:cubicBezTo>
                    <a:pt x="492" y="112"/>
                    <a:pt x="494" y="111"/>
                    <a:pt x="491" y="110"/>
                  </a:cubicBezTo>
                  <a:cubicBezTo>
                    <a:pt x="491" y="110"/>
                    <a:pt x="486" y="109"/>
                    <a:pt x="484" y="110"/>
                  </a:cubicBezTo>
                  <a:cubicBezTo>
                    <a:pt x="481" y="110"/>
                    <a:pt x="479" y="110"/>
                    <a:pt x="477" y="109"/>
                  </a:cubicBezTo>
                  <a:cubicBezTo>
                    <a:pt x="480" y="109"/>
                    <a:pt x="481" y="107"/>
                    <a:pt x="483" y="106"/>
                  </a:cubicBezTo>
                  <a:cubicBezTo>
                    <a:pt x="484" y="106"/>
                    <a:pt x="484" y="106"/>
                    <a:pt x="484" y="106"/>
                  </a:cubicBezTo>
                  <a:cubicBezTo>
                    <a:pt x="488" y="105"/>
                    <a:pt x="491" y="108"/>
                    <a:pt x="494" y="107"/>
                  </a:cubicBezTo>
                  <a:cubicBezTo>
                    <a:pt x="494" y="107"/>
                    <a:pt x="498" y="104"/>
                    <a:pt x="498" y="103"/>
                  </a:cubicBezTo>
                  <a:cubicBezTo>
                    <a:pt x="499" y="103"/>
                    <a:pt x="500" y="104"/>
                    <a:pt x="501" y="103"/>
                  </a:cubicBezTo>
                  <a:cubicBezTo>
                    <a:pt x="500" y="103"/>
                    <a:pt x="500" y="103"/>
                    <a:pt x="499" y="103"/>
                  </a:cubicBezTo>
                  <a:cubicBezTo>
                    <a:pt x="499" y="103"/>
                    <a:pt x="499" y="103"/>
                    <a:pt x="499" y="103"/>
                  </a:cubicBezTo>
                  <a:cubicBezTo>
                    <a:pt x="498" y="103"/>
                    <a:pt x="497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4" y="104"/>
                    <a:pt x="493" y="104"/>
                    <a:pt x="493" y="103"/>
                  </a:cubicBezTo>
                  <a:cubicBezTo>
                    <a:pt x="493" y="103"/>
                    <a:pt x="493" y="102"/>
                    <a:pt x="493" y="102"/>
                  </a:cubicBezTo>
                  <a:cubicBezTo>
                    <a:pt x="493" y="101"/>
                    <a:pt x="494" y="100"/>
                    <a:pt x="495" y="100"/>
                  </a:cubicBezTo>
                  <a:cubicBezTo>
                    <a:pt x="496" y="99"/>
                    <a:pt x="499" y="100"/>
                    <a:pt x="499" y="102"/>
                  </a:cubicBezTo>
                  <a:cubicBezTo>
                    <a:pt x="499" y="102"/>
                    <a:pt x="499" y="102"/>
                    <a:pt x="499" y="102"/>
                  </a:cubicBezTo>
                  <a:cubicBezTo>
                    <a:pt x="499" y="101"/>
                    <a:pt x="501" y="100"/>
                    <a:pt x="502" y="100"/>
                  </a:cubicBezTo>
                  <a:cubicBezTo>
                    <a:pt x="502" y="99"/>
                    <a:pt x="502" y="99"/>
                    <a:pt x="501" y="99"/>
                  </a:cubicBezTo>
                  <a:cubicBezTo>
                    <a:pt x="501" y="99"/>
                    <a:pt x="501" y="99"/>
                    <a:pt x="501" y="99"/>
                  </a:cubicBezTo>
                  <a:cubicBezTo>
                    <a:pt x="500" y="100"/>
                    <a:pt x="500" y="99"/>
                    <a:pt x="501" y="98"/>
                  </a:cubicBezTo>
                  <a:cubicBezTo>
                    <a:pt x="499" y="97"/>
                    <a:pt x="497" y="97"/>
                    <a:pt x="495" y="96"/>
                  </a:cubicBezTo>
                  <a:cubicBezTo>
                    <a:pt x="497" y="95"/>
                    <a:pt x="497" y="95"/>
                    <a:pt x="497" y="94"/>
                  </a:cubicBezTo>
                  <a:cubicBezTo>
                    <a:pt x="495" y="95"/>
                    <a:pt x="492" y="95"/>
                    <a:pt x="494" y="93"/>
                  </a:cubicBezTo>
                  <a:cubicBezTo>
                    <a:pt x="494" y="93"/>
                    <a:pt x="495" y="93"/>
                    <a:pt x="495" y="93"/>
                  </a:cubicBezTo>
                  <a:cubicBezTo>
                    <a:pt x="494" y="92"/>
                    <a:pt x="494" y="92"/>
                    <a:pt x="494" y="92"/>
                  </a:cubicBezTo>
                  <a:cubicBezTo>
                    <a:pt x="491" y="93"/>
                    <a:pt x="489" y="94"/>
                    <a:pt x="486" y="95"/>
                  </a:cubicBezTo>
                  <a:cubicBezTo>
                    <a:pt x="483" y="96"/>
                    <a:pt x="487" y="93"/>
                    <a:pt x="489" y="92"/>
                  </a:cubicBezTo>
                  <a:cubicBezTo>
                    <a:pt x="490" y="91"/>
                    <a:pt x="492" y="91"/>
                    <a:pt x="494" y="90"/>
                  </a:cubicBezTo>
                  <a:cubicBezTo>
                    <a:pt x="494" y="90"/>
                    <a:pt x="495" y="89"/>
                    <a:pt x="495" y="89"/>
                  </a:cubicBezTo>
                  <a:cubicBezTo>
                    <a:pt x="495" y="89"/>
                    <a:pt x="496" y="89"/>
                    <a:pt x="497" y="89"/>
                  </a:cubicBezTo>
                  <a:cubicBezTo>
                    <a:pt x="498" y="88"/>
                    <a:pt x="499" y="87"/>
                    <a:pt x="500" y="86"/>
                  </a:cubicBezTo>
                  <a:cubicBezTo>
                    <a:pt x="501" y="85"/>
                    <a:pt x="502" y="84"/>
                    <a:pt x="501" y="83"/>
                  </a:cubicBezTo>
                  <a:cubicBezTo>
                    <a:pt x="501" y="83"/>
                    <a:pt x="500" y="83"/>
                    <a:pt x="500" y="82"/>
                  </a:cubicBezTo>
                  <a:cubicBezTo>
                    <a:pt x="500" y="82"/>
                    <a:pt x="500" y="83"/>
                    <a:pt x="500" y="83"/>
                  </a:cubicBezTo>
                  <a:cubicBezTo>
                    <a:pt x="499" y="83"/>
                    <a:pt x="499" y="82"/>
                    <a:pt x="499" y="82"/>
                  </a:cubicBezTo>
                  <a:cubicBezTo>
                    <a:pt x="498" y="82"/>
                    <a:pt x="496" y="82"/>
                    <a:pt x="497" y="81"/>
                  </a:cubicBezTo>
                  <a:cubicBezTo>
                    <a:pt x="496" y="81"/>
                    <a:pt x="496" y="81"/>
                    <a:pt x="496" y="81"/>
                  </a:cubicBezTo>
                  <a:cubicBezTo>
                    <a:pt x="496" y="79"/>
                    <a:pt x="497" y="79"/>
                    <a:pt x="499" y="78"/>
                  </a:cubicBezTo>
                  <a:cubicBezTo>
                    <a:pt x="499" y="77"/>
                    <a:pt x="499" y="77"/>
                    <a:pt x="499" y="76"/>
                  </a:cubicBezTo>
                  <a:cubicBezTo>
                    <a:pt x="499" y="76"/>
                    <a:pt x="500" y="76"/>
                    <a:pt x="500" y="76"/>
                  </a:cubicBezTo>
                  <a:cubicBezTo>
                    <a:pt x="499" y="75"/>
                    <a:pt x="497" y="75"/>
                    <a:pt x="495" y="75"/>
                  </a:cubicBezTo>
                  <a:cubicBezTo>
                    <a:pt x="494" y="75"/>
                    <a:pt x="492" y="75"/>
                    <a:pt x="492" y="74"/>
                  </a:cubicBezTo>
                  <a:cubicBezTo>
                    <a:pt x="491" y="74"/>
                    <a:pt x="490" y="73"/>
                    <a:pt x="490" y="72"/>
                  </a:cubicBezTo>
                  <a:cubicBezTo>
                    <a:pt x="489" y="73"/>
                    <a:pt x="489" y="73"/>
                    <a:pt x="488" y="72"/>
                  </a:cubicBezTo>
                  <a:cubicBezTo>
                    <a:pt x="487" y="71"/>
                    <a:pt x="486" y="69"/>
                    <a:pt x="488" y="68"/>
                  </a:cubicBezTo>
                  <a:cubicBezTo>
                    <a:pt x="488" y="68"/>
                    <a:pt x="488" y="68"/>
                    <a:pt x="488" y="68"/>
                  </a:cubicBezTo>
                  <a:cubicBezTo>
                    <a:pt x="488" y="68"/>
                    <a:pt x="488" y="67"/>
                    <a:pt x="488" y="67"/>
                  </a:cubicBezTo>
                  <a:cubicBezTo>
                    <a:pt x="487" y="67"/>
                    <a:pt x="486" y="68"/>
                    <a:pt x="485" y="67"/>
                  </a:cubicBezTo>
                  <a:cubicBezTo>
                    <a:pt x="485" y="68"/>
                    <a:pt x="484" y="69"/>
                    <a:pt x="484" y="69"/>
                  </a:cubicBezTo>
                  <a:cubicBezTo>
                    <a:pt x="484" y="70"/>
                    <a:pt x="482" y="70"/>
                    <a:pt x="481" y="71"/>
                  </a:cubicBezTo>
                  <a:cubicBezTo>
                    <a:pt x="480" y="73"/>
                    <a:pt x="479" y="73"/>
                    <a:pt x="478" y="74"/>
                  </a:cubicBezTo>
                  <a:cubicBezTo>
                    <a:pt x="477" y="74"/>
                    <a:pt x="478" y="75"/>
                    <a:pt x="478" y="75"/>
                  </a:cubicBezTo>
                  <a:cubicBezTo>
                    <a:pt x="477" y="75"/>
                    <a:pt x="475" y="74"/>
                    <a:pt x="475" y="75"/>
                  </a:cubicBezTo>
                  <a:cubicBezTo>
                    <a:pt x="475" y="75"/>
                    <a:pt x="475" y="75"/>
                    <a:pt x="474" y="75"/>
                  </a:cubicBezTo>
                  <a:cubicBezTo>
                    <a:pt x="474" y="75"/>
                    <a:pt x="474" y="75"/>
                    <a:pt x="474" y="75"/>
                  </a:cubicBezTo>
                  <a:cubicBezTo>
                    <a:pt x="474" y="75"/>
                    <a:pt x="474" y="75"/>
                    <a:pt x="473" y="75"/>
                  </a:cubicBezTo>
                  <a:cubicBezTo>
                    <a:pt x="472" y="75"/>
                    <a:pt x="472" y="76"/>
                    <a:pt x="471" y="76"/>
                  </a:cubicBezTo>
                  <a:cubicBezTo>
                    <a:pt x="471" y="76"/>
                    <a:pt x="472" y="75"/>
                    <a:pt x="472" y="75"/>
                  </a:cubicBezTo>
                  <a:cubicBezTo>
                    <a:pt x="470" y="73"/>
                    <a:pt x="466" y="70"/>
                    <a:pt x="465" y="69"/>
                  </a:cubicBezTo>
                  <a:cubicBezTo>
                    <a:pt x="465" y="67"/>
                    <a:pt x="470" y="66"/>
                    <a:pt x="471" y="64"/>
                  </a:cubicBezTo>
                  <a:cubicBezTo>
                    <a:pt x="471" y="63"/>
                    <a:pt x="469" y="62"/>
                    <a:pt x="471" y="61"/>
                  </a:cubicBezTo>
                  <a:cubicBezTo>
                    <a:pt x="472" y="60"/>
                    <a:pt x="472" y="62"/>
                    <a:pt x="473" y="63"/>
                  </a:cubicBezTo>
                  <a:cubicBezTo>
                    <a:pt x="474" y="63"/>
                    <a:pt x="478" y="63"/>
                    <a:pt x="481" y="63"/>
                  </a:cubicBezTo>
                  <a:cubicBezTo>
                    <a:pt x="482" y="64"/>
                    <a:pt x="483" y="64"/>
                    <a:pt x="484" y="64"/>
                  </a:cubicBezTo>
                  <a:cubicBezTo>
                    <a:pt x="485" y="63"/>
                    <a:pt x="489" y="62"/>
                    <a:pt x="490" y="62"/>
                  </a:cubicBezTo>
                  <a:cubicBezTo>
                    <a:pt x="490" y="61"/>
                    <a:pt x="488" y="62"/>
                    <a:pt x="488" y="60"/>
                  </a:cubicBezTo>
                  <a:cubicBezTo>
                    <a:pt x="489" y="60"/>
                    <a:pt x="490" y="61"/>
                    <a:pt x="491" y="61"/>
                  </a:cubicBezTo>
                  <a:cubicBezTo>
                    <a:pt x="493" y="60"/>
                    <a:pt x="497" y="60"/>
                    <a:pt x="499" y="59"/>
                  </a:cubicBezTo>
                  <a:cubicBezTo>
                    <a:pt x="499" y="58"/>
                    <a:pt x="499" y="57"/>
                    <a:pt x="498" y="57"/>
                  </a:cubicBezTo>
                  <a:cubicBezTo>
                    <a:pt x="498" y="57"/>
                    <a:pt x="497" y="58"/>
                    <a:pt x="497" y="58"/>
                  </a:cubicBezTo>
                  <a:cubicBezTo>
                    <a:pt x="497" y="58"/>
                    <a:pt x="494" y="57"/>
                    <a:pt x="491" y="56"/>
                  </a:cubicBezTo>
                  <a:cubicBezTo>
                    <a:pt x="490" y="56"/>
                    <a:pt x="490" y="56"/>
                    <a:pt x="490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4"/>
                    <a:pt x="489" y="53"/>
                    <a:pt x="489" y="53"/>
                  </a:cubicBezTo>
                  <a:cubicBezTo>
                    <a:pt x="487" y="51"/>
                    <a:pt x="483" y="53"/>
                    <a:pt x="481" y="52"/>
                  </a:cubicBezTo>
                  <a:cubicBezTo>
                    <a:pt x="481" y="52"/>
                    <a:pt x="480" y="52"/>
                    <a:pt x="479" y="52"/>
                  </a:cubicBezTo>
                  <a:cubicBezTo>
                    <a:pt x="479" y="52"/>
                    <a:pt x="479" y="52"/>
                    <a:pt x="479" y="52"/>
                  </a:cubicBezTo>
                  <a:cubicBezTo>
                    <a:pt x="479" y="54"/>
                    <a:pt x="474" y="56"/>
                    <a:pt x="473" y="54"/>
                  </a:cubicBezTo>
                  <a:cubicBezTo>
                    <a:pt x="472" y="53"/>
                    <a:pt x="473" y="51"/>
                    <a:pt x="475" y="50"/>
                  </a:cubicBezTo>
                  <a:cubicBezTo>
                    <a:pt x="475" y="50"/>
                    <a:pt x="475" y="50"/>
                    <a:pt x="475" y="50"/>
                  </a:cubicBezTo>
                  <a:cubicBezTo>
                    <a:pt x="475" y="50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4" y="49"/>
                    <a:pt x="473" y="49"/>
                    <a:pt x="472" y="49"/>
                  </a:cubicBezTo>
                  <a:cubicBezTo>
                    <a:pt x="472" y="49"/>
                    <a:pt x="472" y="50"/>
                    <a:pt x="472" y="50"/>
                  </a:cubicBezTo>
                  <a:cubicBezTo>
                    <a:pt x="471" y="50"/>
                    <a:pt x="471" y="51"/>
                    <a:pt x="471" y="51"/>
                  </a:cubicBezTo>
                  <a:cubicBezTo>
                    <a:pt x="470" y="53"/>
                    <a:pt x="467" y="53"/>
                    <a:pt x="465" y="55"/>
                  </a:cubicBezTo>
                  <a:cubicBezTo>
                    <a:pt x="464" y="56"/>
                    <a:pt x="461" y="59"/>
                    <a:pt x="460" y="59"/>
                  </a:cubicBezTo>
                  <a:cubicBezTo>
                    <a:pt x="459" y="59"/>
                    <a:pt x="458" y="57"/>
                    <a:pt x="458" y="56"/>
                  </a:cubicBezTo>
                  <a:cubicBezTo>
                    <a:pt x="457" y="56"/>
                    <a:pt x="457" y="57"/>
                    <a:pt x="457" y="57"/>
                  </a:cubicBezTo>
                  <a:cubicBezTo>
                    <a:pt x="456" y="58"/>
                    <a:pt x="455" y="57"/>
                    <a:pt x="454" y="56"/>
                  </a:cubicBezTo>
                  <a:cubicBezTo>
                    <a:pt x="453" y="56"/>
                    <a:pt x="452" y="56"/>
                    <a:pt x="452" y="55"/>
                  </a:cubicBezTo>
                  <a:cubicBezTo>
                    <a:pt x="452" y="55"/>
                    <a:pt x="453" y="54"/>
                    <a:pt x="454" y="53"/>
                  </a:cubicBezTo>
                  <a:cubicBezTo>
                    <a:pt x="455" y="52"/>
                    <a:pt x="456" y="51"/>
                    <a:pt x="457" y="53"/>
                  </a:cubicBezTo>
                  <a:cubicBezTo>
                    <a:pt x="458" y="53"/>
                    <a:pt x="458" y="53"/>
                    <a:pt x="458" y="51"/>
                  </a:cubicBezTo>
                  <a:cubicBezTo>
                    <a:pt x="456" y="51"/>
                    <a:pt x="455" y="51"/>
                    <a:pt x="455" y="50"/>
                  </a:cubicBezTo>
                  <a:cubicBezTo>
                    <a:pt x="455" y="49"/>
                    <a:pt x="456" y="48"/>
                    <a:pt x="457" y="48"/>
                  </a:cubicBezTo>
                  <a:cubicBezTo>
                    <a:pt x="456" y="47"/>
                    <a:pt x="454" y="46"/>
                    <a:pt x="454" y="45"/>
                  </a:cubicBezTo>
                  <a:cubicBezTo>
                    <a:pt x="454" y="45"/>
                    <a:pt x="455" y="42"/>
                    <a:pt x="456" y="41"/>
                  </a:cubicBezTo>
                  <a:cubicBezTo>
                    <a:pt x="457" y="41"/>
                    <a:pt x="460" y="40"/>
                    <a:pt x="460" y="40"/>
                  </a:cubicBezTo>
                  <a:cubicBezTo>
                    <a:pt x="460" y="39"/>
                    <a:pt x="459" y="39"/>
                    <a:pt x="458" y="39"/>
                  </a:cubicBezTo>
                  <a:cubicBezTo>
                    <a:pt x="458" y="39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7" y="40"/>
                    <a:pt x="456" y="41"/>
                    <a:pt x="455" y="40"/>
                  </a:cubicBezTo>
                  <a:cubicBezTo>
                    <a:pt x="455" y="40"/>
                    <a:pt x="455" y="40"/>
                    <a:pt x="455" y="39"/>
                  </a:cubicBezTo>
                  <a:cubicBezTo>
                    <a:pt x="455" y="39"/>
                    <a:pt x="455" y="39"/>
                    <a:pt x="454" y="39"/>
                  </a:cubicBezTo>
                  <a:cubicBezTo>
                    <a:pt x="454" y="39"/>
                    <a:pt x="454" y="39"/>
                    <a:pt x="455" y="38"/>
                  </a:cubicBezTo>
                  <a:cubicBezTo>
                    <a:pt x="455" y="38"/>
                    <a:pt x="455" y="38"/>
                    <a:pt x="454" y="38"/>
                  </a:cubicBezTo>
                  <a:cubicBezTo>
                    <a:pt x="455" y="37"/>
                    <a:pt x="458" y="37"/>
                    <a:pt x="458" y="38"/>
                  </a:cubicBezTo>
                  <a:cubicBezTo>
                    <a:pt x="459" y="38"/>
                    <a:pt x="462" y="38"/>
                    <a:pt x="461" y="39"/>
                  </a:cubicBezTo>
                  <a:cubicBezTo>
                    <a:pt x="461" y="39"/>
                    <a:pt x="460" y="40"/>
                    <a:pt x="460" y="40"/>
                  </a:cubicBezTo>
                  <a:cubicBezTo>
                    <a:pt x="461" y="41"/>
                    <a:pt x="462" y="40"/>
                    <a:pt x="462" y="40"/>
                  </a:cubicBezTo>
                  <a:cubicBezTo>
                    <a:pt x="463" y="40"/>
                    <a:pt x="464" y="41"/>
                    <a:pt x="465" y="42"/>
                  </a:cubicBezTo>
                  <a:cubicBezTo>
                    <a:pt x="466" y="41"/>
                    <a:pt x="467" y="41"/>
                    <a:pt x="467" y="42"/>
                  </a:cubicBezTo>
                  <a:cubicBezTo>
                    <a:pt x="468" y="43"/>
                    <a:pt x="467" y="44"/>
                    <a:pt x="466" y="43"/>
                  </a:cubicBezTo>
                  <a:cubicBezTo>
                    <a:pt x="466" y="44"/>
                    <a:pt x="466" y="44"/>
                    <a:pt x="466" y="44"/>
                  </a:cubicBezTo>
                  <a:cubicBezTo>
                    <a:pt x="467" y="44"/>
                    <a:pt x="469" y="44"/>
                    <a:pt x="470" y="45"/>
                  </a:cubicBezTo>
                  <a:cubicBezTo>
                    <a:pt x="470" y="45"/>
                    <a:pt x="469" y="45"/>
                    <a:pt x="470" y="46"/>
                  </a:cubicBezTo>
                  <a:cubicBezTo>
                    <a:pt x="471" y="45"/>
                    <a:pt x="472" y="45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4" y="44"/>
                    <a:pt x="474" y="44"/>
                    <a:pt x="474" y="44"/>
                  </a:cubicBezTo>
                  <a:cubicBezTo>
                    <a:pt x="473" y="44"/>
                    <a:pt x="473" y="43"/>
                    <a:pt x="473" y="42"/>
                  </a:cubicBezTo>
                  <a:cubicBezTo>
                    <a:pt x="472" y="40"/>
                    <a:pt x="478" y="41"/>
                    <a:pt x="475" y="43"/>
                  </a:cubicBezTo>
                  <a:cubicBezTo>
                    <a:pt x="475" y="43"/>
                    <a:pt x="476" y="43"/>
                    <a:pt x="476" y="43"/>
                  </a:cubicBezTo>
                  <a:cubicBezTo>
                    <a:pt x="477" y="43"/>
                    <a:pt x="479" y="42"/>
                    <a:pt x="478" y="41"/>
                  </a:cubicBezTo>
                  <a:cubicBezTo>
                    <a:pt x="478" y="40"/>
                    <a:pt x="475" y="41"/>
                    <a:pt x="475" y="40"/>
                  </a:cubicBezTo>
                  <a:cubicBezTo>
                    <a:pt x="474" y="39"/>
                    <a:pt x="478" y="37"/>
                    <a:pt x="478" y="37"/>
                  </a:cubicBezTo>
                  <a:cubicBezTo>
                    <a:pt x="478" y="37"/>
                    <a:pt x="478" y="36"/>
                    <a:pt x="478" y="36"/>
                  </a:cubicBezTo>
                  <a:cubicBezTo>
                    <a:pt x="476" y="38"/>
                    <a:pt x="473" y="38"/>
                    <a:pt x="470" y="38"/>
                  </a:cubicBezTo>
                  <a:cubicBezTo>
                    <a:pt x="468" y="37"/>
                    <a:pt x="468" y="34"/>
                    <a:pt x="467" y="34"/>
                  </a:cubicBezTo>
                  <a:cubicBezTo>
                    <a:pt x="465" y="34"/>
                    <a:pt x="463" y="34"/>
                    <a:pt x="461" y="35"/>
                  </a:cubicBezTo>
                  <a:cubicBezTo>
                    <a:pt x="462" y="34"/>
                    <a:pt x="463" y="34"/>
                    <a:pt x="464" y="33"/>
                  </a:cubicBezTo>
                  <a:cubicBezTo>
                    <a:pt x="464" y="32"/>
                    <a:pt x="465" y="33"/>
                    <a:pt x="466" y="33"/>
                  </a:cubicBezTo>
                  <a:cubicBezTo>
                    <a:pt x="466" y="32"/>
                    <a:pt x="466" y="32"/>
                    <a:pt x="466" y="31"/>
                  </a:cubicBezTo>
                  <a:cubicBezTo>
                    <a:pt x="466" y="31"/>
                    <a:pt x="465" y="31"/>
                    <a:pt x="465" y="31"/>
                  </a:cubicBezTo>
                  <a:cubicBezTo>
                    <a:pt x="464" y="30"/>
                    <a:pt x="465" y="30"/>
                    <a:pt x="466" y="30"/>
                  </a:cubicBezTo>
                  <a:cubicBezTo>
                    <a:pt x="466" y="30"/>
                    <a:pt x="466" y="29"/>
                    <a:pt x="466" y="29"/>
                  </a:cubicBezTo>
                  <a:cubicBezTo>
                    <a:pt x="466" y="28"/>
                    <a:pt x="466" y="27"/>
                    <a:pt x="466" y="26"/>
                  </a:cubicBezTo>
                  <a:cubicBezTo>
                    <a:pt x="466" y="26"/>
                    <a:pt x="466" y="26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4"/>
                    <a:pt x="465" y="24"/>
                    <a:pt x="466" y="24"/>
                  </a:cubicBezTo>
                  <a:cubicBezTo>
                    <a:pt x="466" y="22"/>
                    <a:pt x="466" y="21"/>
                    <a:pt x="466" y="20"/>
                  </a:cubicBezTo>
                  <a:cubicBezTo>
                    <a:pt x="466" y="20"/>
                    <a:pt x="466" y="19"/>
                    <a:pt x="466" y="19"/>
                  </a:cubicBezTo>
                  <a:cubicBezTo>
                    <a:pt x="466" y="19"/>
                    <a:pt x="465" y="19"/>
                    <a:pt x="465" y="19"/>
                  </a:cubicBezTo>
                  <a:cubicBezTo>
                    <a:pt x="465" y="18"/>
                    <a:pt x="465" y="18"/>
                    <a:pt x="466" y="18"/>
                  </a:cubicBezTo>
                  <a:cubicBezTo>
                    <a:pt x="466" y="16"/>
                    <a:pt x="467" y="15"/>
                    <a:pt x="467" y="14"/>
                  </a:cubicBezTo>
                  <a:cubicBezTo>
                    <a:pt x="467" y="14"/>
                    <a:pt x="467" y="14"/>
                    <a:pt x="467" y="14"/>
                  </a:cubicBezTo>
                  <a:cubicBezTo>
                    <a:pt x="465" y="14"/>
                    <a:pt x="463" y="14"/>
                    <a:pt x="463" y="13"/>
                  </a:cubicBezTo>
                  <a:cubicBezTo>
                    <a:pt x="463" y="11"/>
                    <a:pt x="464" y="11"/>
                    <a:pt x="465" y="10"/>
                  </a:cubicBezTo>
                  <a:cubicBezTo>
                    <a:pt x="463" y="8"/>
                    <a:pt x="463" y="8"/>
                    <a:pt x="463" y="8"/>
                  </a:cubicBezTo>
                  <a:cubicBezTo>
                    <a:pt x="463" y="11"/>
                    <a:pt x="462" y="14"/>
                    <a:pt x="460" y="14"/>
                  </a:cubicBezTo>
                  <a:cubicBezTo>
                    <a:pt x="459" y="15"/>
                    <a:pt x="455" y="14"/>
                    <a:pt x="455" y="14"/>
                  </a:cubicBezTo>
                  <a:cubicBezTo>
                    <a:pt x="454" y="14"/>
                    <a:pt x="454" y="12"/>
                    <a:pt x="454" y="12"/>
                  </a:cubicBezTo>
                  <a:cubicBezTo>
                    <a:pt x="451" y="10"/>
                    <a:pt x="454" y="10"/>
                    <a:pt x="449" y="9"/>
                  </a:cubicBezTo>
                  <a:cubicBezTo>
                    <a:pt x="450" y="8"/>
                    <a:pt x="452" y="7"/>
                    <a:pt x="453" y="6"/>
                  </a:cubicBezTo>
                  <a:cubicBezTo>
                    <a:pt x="453" y="6"/>
                    <a:pt x="452" y="4"/>
                    <a:pt x="452" y="5"/>
                  </a:cubicBezTo>
                  <a:cubicBezTo>
                    <a:pt x="453" y="3"/>
                    <a:pt x="456" y="5"/>
                    <a:pt x="458" y="3"/>
                  </a:cubicBezTo>
                  <a:cubicBezTo>
                    <a:pt x="458" y="3"/>
                    <a:pt x="458" y="3"/>
                    <a:pt x="458" y="3"/>
                  </a:cubicBezTo>
                  <a:cubicBezTo>
                    <a:pt x="457" y="3"/>
                    <a:pt x="456" y="3"/>
                    <a:pt x="455" y="2"/>
                  </a:cubicBezTo>
                  <a:cubicBezTo>
                    <a:pt x="454" y="3"/>
                    <a:pt x="454" y="3"/>
                    <a:pt x="454" y="1"/>
                  </a:cubicBezTo>
                  <a:cubicBezTo>
                    <a:pt x="452" y="5"/>
                    <a:pt x="443" y="5"/>
                    <a:pt x="442" y="0"/>
                  </a:cubicBezTo>
                  <a:cubicBezTo>
                    <a:pt x="442" y="0"/>
                    <a:pt x="442" y="0"/>
                    <a:pt x="443" y="0"/>
                  </a:cubicBezTo>
                  <a:cubicBezTo>
                    <a:pt x="442" y="0"/>
                    <a:pt x="442" y="0"/>
                    <a:pt x="442" y="0"/>
                  </a:cubicBezTo>
                  <a:cubicBezTo>
                    <a:pt x="440" y="3"/>
                    <a:pt x="437" y="4"/>
                    <a:pt x="434" y="3"/>
                  </a:cubicBezTo>
                  <a:cubicBezTo>
                    <a:pt x="434" y="3"/>
                    <a:pt x="434" y="3"/>
                    <a:pt x="433" y="3"/>
                  </a:cubicBezTo>
                  <a:cubicBezTo>
                    <a:pt x="431" y="4"/>
                    <a:pt x="428" y="6"/>
                    <a:pt x="426" y="6"/>
                  </a:cubicBezTo>
                  <a:cubicBezTo>
                    <a:pt x="425" y="6"/>
                    <a:pt x="424" y="6"/>
                    <a:pt x="423" y="6"/>
                  </a:cubicBezTo>
                  <a:cubicBezTo>
                    <a:pt x="421" y="6"/>
                    <a:pt x="419" y="9"/>
                    <a:pt x="417" y="9"/>
                  </a:cubicBezTo>
                  <a:cubicBezTo>
                    <a:pt x="415" y="9"/>
                    <a:pt x="416" y="9"/>
                    <a:pt x="414" y="9"/>
                  </a:cubicBezTo>
                  <a:cubicBezTo>
                    <a:pt x="413" y="10"/>
                    <a:pt x="411" y="11"/>
                    <a:pt x="410" y="11"/>
                  </a:cubicBezTo>
                  <a:cubicBezTo>
                    <a:pt x="409" y="12"/>
                    <a:pt x="406" y="13"/>
                    <a:pt x="406" y="13"/>
                  </a:cubicBezTo>
                  <a:cubicBezTo>
                    <a:pt x="404" y="15"/>
                    <a:pt x="406" y="15"/>
                    <a:pt x="404" y="14"/>
                  </a:cubicBezTo>
                  <a:cubicBezTo>
                    <a:pt x="403" y="14"/>
                    <a:pt x="403" y="15"/>
                    <a:pt x="402" y="15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4" y="16"/>
                    <a:pt x="402" y="17"/>
                    <a:pt x="401" y="16"/>
                  </a:cubicBezTo>
                  <a:cubicBezTo>
                    <a:pt x="401" y="16"/>
                    <a:pt x="400" y="16"/>
                    <a:pt x="400" y="17"/>
                  </a:cubicBezTo>
                  <a:cubicBezTo>
                    <a:pt x="400" y="17"/>
                    <a:pt x="400" y="18"/>
                    <a:pt x="400" y="18"/>
                  </a:cubicBezTo>
                  <a:cubicBezTo>
                    <a:pt x="403" y="19"/>
                    <a:pt x="405" y="17"/>
                    <a:pt x="403" y="21"/>
                  </a:cubicBezTo>
                  <a:cubicBezTo>
                    <a:pt x="403" y="22"/>
                    <a:pt x="404" y="22"/>
                    <a:pt x="404" y="22"/>
                  </a:cubicBezTo>
                  <a:cubicBezTo>
                    <a:pt x="402" y="24"/>
                    <a:pt x="401" y="21"/>
                    <a:pt x="401" y="21"/>
                  </a:cubicBezTo>
                  <a:cubicBezTo>
                    <a:pt x="400" y="22"/>
                    <a:pt x="400" y="23"/>
                    <a:pt x="402" y="24"/>
                  </a:cubicBezTo>
                  <a:cubicBezTo>
                    <a:pt x="402" y="25"/>
                    <a:pt x="399" y="25"/>
                    <a:pt x="398" y="24"/>
                  </a:cubicBezTo>
                  <a:cubicBezTo>
                    <a:pt x="398" y="24"/>
                    <a:pt x="396" y="21"/>
                    <a:pt x="395" y="20"/>
                  </a:cubicBezTo>
                  <a:cubicBezTo>
                    <a:pt x="394" y="20"/>
                    <a:pt x="393" y="21"/>
                    <a:pt x="392" y="21"/>
                  </a:cubicBezTo>
                  <a:cubicBezTo>
                    <a:pt x="390" y="22"/>
                    <a:pt x="387" y="23"/>
                    <a:pt x="385" y="24"/>
                  </a:cubicBezTo>
                  <a:cubicBezTo>
                    <a:pt x="384" y="25"/>
                    <a:pt x="384" y="25"/>
                    <a:pt x="383" y="25"/>
                  </a:cubicBezTo>
                  <a:cubicBezTo>
                    <a:pt x="382" y="25"/>
                    <a:pt x="381" y="26"/>
                    <a:pt x="380" y="26"/>
                  </a:cubicBezTo>
                  <a:cubicBezTo>
                    <a:pt x="378" y="27"/>
                    <a:pt x="375" y="28"/>
                    <a:pt x="373" y="29"/>
                  </a:cubicBezTo>
                  <a:cubicBezTo>
                    <a:pt x="373" y="29"/>
                    <a:pt x="374" y="29"/>
                    <a:pt x="373" y="29"/>
                  </a:cubicBezTo>
                  <a:cubicBezTo>
                    <a:pt x="373" y="29"/>
                    <a:pt x="373" y="29"/>
                    <a:pt x="373" y="29"/>
                  </a:cubicBezTo>
                  <a:cubicBezTo>
                    <a:pt x="372" y="29"/>
                    <a:pt x="372" y="29"/>
                    <a:pt x="371" y="30"/>
                  </a:cubicBezTo>
                  <a:cubicBezTo>
                    <a:pt x="371" y="30"/>
                    <a:pt x="367" y="30"/>
                    <a:pt x="367" y="31"/>
                  </a:cubicBezTo>
                  <a:cubicBezTo>
                    <a:pt x="367" y="31"/>
                    <a:pt x="374" y="29"/>
                    <a:pt x="373" y="34"/>
                  </a:cubicBezTo>
                  <a:cubicBezTo>
                    <a:pt x="372" y="34"/>
                    <a:pt x="372" y="34"/>
                    <a:pt x="372" y="35"/>
                  </a:cubicBezTo>
                  <a:cubicBezTo>
                    <a:pt x="376" y="34"/>
                    <a:pt x="381" y="34"/>
                    <a:pt x="385" y="36"/>
                  </a:cubicBezTo>
                  <a:cubicBezTo>
                    <a:pt x="385" y="33"/>
                    <a:pt x="377" y="33"/>
                    <a:pt x="377" y="30"/>
                  </a:cubicBezTo>
                  <a:cubicBezTo>
                    <a:pt x="377" y="28"/>
                    <a:pt x="384" y="30"/>
                    <a:pt x="385" y="29"/>
                  </a:cubicBezTo>
                  <a:cubicBezTo>
                    <a:pt x="386" y="28"/>
                    <a:pt x="385" y="27"/>
                    <a:pt x="386" y="27"/>
                  </a:cubicBezTo>
                  <a:cubicBezTo>
                    <a:pt x="387" y="27"/>
                    <a:pt x="390" y="29"/>
                    <a:pt x="390" y="26"/>
                  </a:cubicBezTo>
                  <a:cubicBezTo>
                    <a:pt x="389" y="23"/>
                    <a:pt x="401" y="29"/>
                    <a:pt x="402" y="32"/>
                  </a:cubicBezTo>
                  <a:cubicBezTo>
                    <a:pt x="402" y="34"/>
                    <a:pt x="401" y="37"/>
                    <a:pt x="400" y="38"/>
                  </a:cubicBezTo>
                  <a:cubicBezTo>
                    <a:pt x="400" y="38"/>
                    <a:pt x="394" y="39"/>
                    <a:pt x="393" y="39"/>
                  </a:cubicBezTo>
                  <a:cubicBezTo>
                    <a:pt x="392" y="39"/>
                    <a:pt x="391" y="39"/>
                    <a:pt x="390" y="38"/>
                  </a:cubicBezTo>
                  <a:cubicBezTo>
                    <a:pt x="390" y="39"/>
                    <a:pt x="390" y="39"/>
                    <a:pt x="391" y="39"/>
                  </a:cubicBezTo>
                  <a:cubicBezTo>
                    <a:pt x="391" y="40"/>
                    <a:pt x="392" y="43"/>
                    <a:pt x="391" y="44"/>
                  </a:cubicBezTo>
                  <a:cubicBezTo>
                    <a:pt x="388" y="49"/>
                    <a:pt x="377" y="47"/>
                    <a:pt x="372" y="45"/>
                  </a:cubicBezTo>
                  <a:cubicBezTo>
                    <a:pt x="373" y="46"/>
                    <a:pt x="373" y="47"/>
                    <a:pt x="373" y="48"/>
                  </a:cubicBezTo>
                  <a:cubicBezTo>
                    <a:pt x="372" y="51"/>
                    <a:pt x="363" y="49"/>
                    <a:pt x="363" y="46"/>
                  </a:cubicBezTo>
                  <a:cubicBezTo>
                    <a:pt x="363" y="47"/>
                    <a:pt x="361" y="46"/>
                    <a:pt x="361" y="46"/>
                  </a:cubicBezTo>
                  <a:cubicBezTo>
                    <a:pt x="361" y="45"/>
                    <a:pt x="363" y="45"/>
                    <a:pt x="363" y="46"/>
                  </a:cubicBezTo>
                  <a:cubicBezTo>
                    <a:pt x="364" y="44"/>
                    <a:pt x="367" y="43"/>
                    <a:pt x="369" y="44"/>
                  </a:cubicBezTo>
                  <a:cubicBezTo>
                    <a:pt x="370" y="44"/>
                    <a:pt x="372" y="43"/>
                    <a:pt x="373" y="41"/>
                  </a:cubicBezTo>
                  <a:cubicBezTo>
                    <a:pt x="373" y="41"/>
                    <a:pt x="372" y="39"/>
                    <a:pt x="372" y="39"/>
                  </a:cubicBezTo>
                  <a:cubicBezTo>
                    <a:pt x="373" y="38"/>
                    <a:pt x="375" y="38"/>
                    <a:pt x="375" y="37"/>
                  </a:cubicBezTo>
                  <a:cubicBezTo>
                    <a:pt x="375" y="35"/>
                    <a:pt x="372" y="36"/>
                    <a:pt x="370" y="35"/>
                  </a:cubicBezTo>
                  <a:cubicBezTo>
                    <a:pt x="367" y="35"/>
                    <a:pt x="363" y="35"/>
                    <a:pt x="362" y="33"/>
                  </a:cubicBezTo>
                  <a:cubicBezTo>
                    <a:pt x="362" y="33"/>
                    <a:pt x="362" y="32"/>
                    <a:pt x="362" y="32"/>
                  </a:cubicBezTo>
                  <a:cubicBezTo>
                    <a:pt x="362" y="32"/>
                    <a:pt x="361" y="32"/>
                    <a:pt x="360" y="33"/>
                  </a:cubicBezTo>
                  <a:cubicBezTo>
                    <a:pt x="360" y="33"/>
                    <a:pt x="358" y="35"/>
                    <a:pt x="357" y="35"/>
                  </a:cubicBezTo>
                  <a:cubicBezTo>
                    <a:pt x="357" y="36"/>
                    <a:pt x="356" y="36"/>
                    <a:pt x="355" y="36"/>
                  </a:cubicBezTo>
                  <a:cubicBezTo>
                    <a:pt x="358" y="38"/>
                    <a:pt x="356" y="39"/>
                    <a:pt x="354" y="39"/>
                  </a:cubicBezTo>
                  <a:cubicBezTo>
                    <a:pt x="353" y="40"/>
                    <a:pt x="352" y="40"/>
                    <a:pt x="352" y="39"/>
                  </a:cubicBezTo>
                  <a:cubicBezTo>
                    <a:pt x="351" y="39"/>
                    <a:pt x="351" y="39"/>
                    <a:pt x="352" y="39"/>
                  </a:cubicBezTo>
                  <a:cubicBezTo>
                    <a:pt x="351" y="39"/>
                    <a:pt x="350" y="38"/>
                    <a:pt x="350" y="38"/>
                  </a:cubicBezTo>
                  <a:cubicBezTo>
                    <a:pt x="350" y="38"/>
                    <a:pt x="349" y="38"/>
                    <a:pt x="349" y="38"/>
                  </a:cubicBezTo>
                  <a:cubicBezTo>
                    <a:pt x="349" y="39"/>
                    <a:pt x="348" y="40"/>
                    <a:pt x="348" y="40"/>
                  </a:cubicBezTo>
                  <a:cubicBezTo>
                    <a:pt x="348" y="40"/>
                    <a:pt x="346" y="40"/>
                    <a:pt x="346" y="40"/>
                  </a:cubicBezTo>
                  <a:cubicBezTo>
                    <a:pt x="345" y="41"/>
                    <a:pt x="344" y="42"/>
                    <a:pt x="343" y="42"/>
                  </a:cubicBezTo>
                  <a:cubicBezTo>
                    <a:pt x="343" y="43"/>
                    <a:pt x="343" y="43"/>
                    <a:pt x="341" y="44"/>
                  </a:cubicBezTo>
                  <a:cubicBezTo>
                    <a:pt x="340" y="44"/>
                    <a:pt x="340" y="45"/>
                    <a:pt x="339" y="46"/>
                  </a:cubicBezTo>
                  <a:cubicBezTo>
                    <a:pt x="335" y="48"/>
                    <a:pt x="331" y="49"/>
                    <a:pt x="327" y="50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7" y="51"/>
                    <a:pt x="329" y="52"/>
                    <a:pt x="330" y="53"/>
                  </a:cubicBezTo>
                  <a:cubicBezTo>
                    <a:pt x="331" y="53"/>
                    <a:pt x="331" y="54"/>
                    <a:pt x="331" y="54"/>
                  </a:cubicBezTo>
                  <a:cubicBezTo>
                    <a:pt x="331" y="55"/>
                    <a:pt x="332" y="56"/>
                    <a:pt x="332" y="58"/>
                  </a:cubicBezTo>
                  <a:cubicBezTo>
                    <a:pt x="331" y="63"/>
                    <a:pt x="321" y="64"/>
                    <a:pt x="314" y="63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7"/>
                    <a:pt x="101" y="277"/>
                    <a:pt x="100" y="277"/>
                  </a:cubicBezTo>
                  <a:cubicBezTo>
                    <a:pt x="100" y="278"/>
                    <a:pt x="100" y="278"/>
                    <a:pt x="100" y="277"/>
                  </a:cubicBezTo>
                  <a:cubicBezTo>
                    <a:pt x="54" y="323"/>
                    <a:pt x="54" y="323"/>
                    <a:pt x="54" y="323"/>
                  </a:cubicBezTo>
                  <a:cubicBezTo>
                    <a:pt x="55" y="323"/>
                    <a:pt x="56" y="326"/>
                    <a:pt x="56" y="328"/>
                  </a:cubicBezTo>
                  <a:cubicBezTo>
                    <a:pt x="55" y="331"/>
                    <a:pt x="50" y="332"/>
                    <a:pt x="48" y="329"/>
                  </a:cubicBezTo>
                  <a:cubicBezTo>
                    <a:pt x="47" y="330"/>
                    <a:pt x="47" y="330"/>
                    <a:pt x="47" y="330"/>
                  </a:cubicBezTo>
                  <a:cubicBezTo>
                    <a:pt x="48" y="330"/>
                    <a:pt x="47" y="331"/>
                    <a:pt x="47" y="331"/>
                  </a:cubicBezTo>
                  <a:cubicBezTo>
                    <a:pt x="47" y="332"/>
                    <a:pt x="46" y="331"/>
                    <a:pt x="46" y="331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10" y="367"/>
                    <a:pt x="10" y="367"/>
                    <a:pt x="10" y="367"/>
                  </a:cubicBezTo>
                  <a:cubicBezTo>
                    <a:pt x="11" y="369"/>
                    <a:pt x="11" y="372"/>
                    <a:pt x="12" y="373"/>
                  </a:cubicBezTo>
                  <a:cubicBezTo>
                    <a:pt x="13" y="373"/>
                    <a:pt x="13" y="372"/>
                    <a:pt x="13" y="372"/>
                  </a:cubicBezTo>
                  <a:cubicBezTo>
                    <a:pt x="14" y="374"/>
                    <a:pt x="14" y="378"/>
                    <a:pt x="14" y="381"/>
                  </a:cubicBezTo>
                  <a:cubicBezTo>
                    <a:pt x="14" y="380"/>
                    <a:pt x="14" y="380"/>
                    <a:pt x="13" y="380"/>
                  </a:cubicBezTo>
                  <a:cubicBezTo>
                    <a:pt x="13" y="380"/>
                    <a:pt x="9" y="382"/>
                    <a:pt x="8" y="382"/>
                  </a:cubicBezTo>
                  <a:cubicBezTo>
                    <a:pt x="6" y="381"/>
                    <a:pt x="4" y="377"/>
                    <a:pt x="4" y="373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49" y="426"/>
                    <a:pt x="49" y="426"/>
                    <a:pt x="49" y="426"/>
                  </a:cubicBezTo>
                  <a:cubicBezTo>
                    <a:pt x="47" y="424"/>
                    <a:pt x="49" y="419"/>
                    <a:pt x="49" y="426"/>
                  </a:cubicBezTo>
                  <a:close/>
                  <a:moveTo>
                    <a:pt x="100" y="466"/>
                  </a:moveTo>
                  <a:cubicBezTo>
                    <a:pt x="101" y="465"/>
                    <a:pt x="100" y="468"/>
                    <a:pt x="100" y="466"/>
                  </a:cubicBezTo>
                  <a:close/>
                  <a:moveTo>
                    <a:pt x="122" y="458"/>
                  </a:moveTo>
                  <a:cubicBezTo>
                    <a:pt x="121" y="460"/>
                    <a:pt x="120" y="456"/>
                    <a:pt x="122" y="457"/>
                  </a:cubicBezTo>
                  <a:cubicBezTo>
                    <a:pt x="123" y="457"/>
                    <a:pt x="122" y="458"/>
                    <a:pt x="122" y="458"/>
                  </a:cubicBezTo>
                  <a:close/>
                  <a:moveTo>
                    <a:pt x="166" y="487"/>
                  </a:moveTo>
                  <a:cubicBezTo>
                    <a:pt x="167" y="486"/>
                    <a:pt x="167" y="489"/>
                    <a:pt x="167" y="489"/>
                  </a:cubicBezTo>
                  <a:cubicBezTo>
                    <a:pt x="165" y="490"/>
                    <a:pt x="165" y="487"/>
                    <a:pt x="166" y="487"/>
                  </a:cubicBezTo>
                  <a:close/>
                  <a:moveTo>
                    <a:pt x="212" y="472"/>
                  </a:moveTo>
                  <a:cubicBezTo>
                    <a:pt x="212" y="472"/>
                    <a:pt x="212" y="473"/>
                    <a:pt x="212" y="473"/>
                  </a:cubicBezTo>
                  <a:cubicBezTo>
                    <a:pt x="212" y="472"/>
                    <a:pt x="212" y="472"/>
                    <a:pt x="211" y="472"/>
                  </a:cubicBezTo>
                  <a:cubicBezTo>
                    <a:pt x="211" y="472"/>
                    <a:pt x="211" y="472"/>
                    <a:pt x="212" y="472"/>
                  </a:cubicBezTo>
                  <a:close/>
                  <a:moveTo>
                    <a:pt x="188" y="526"/>
                  </a:moveTo>
                  <a:cubicBezTo>
                    <a:pt x="189" y="527"/>
                    <a:pt x="187" y="527"/>
                    <a:pt x="188" y="526"/>
                  </a:cubicBezTo>
                  <a:close/>
                  <a:moveTo>
                    <a:pt x="190" y="520"/>
                  </a:moveTo>
                  <a:cubicBezTo>
                    <a:pt x="190" y="520"/>
                    <a:pt x="187" y="520"/>
                    <a:pt x="186" y="519"/>
                  </a:cubicBezTo>
                  <a:cubicBezTo>
                    <a:pt x="184" y="517"/>
                    <a:pt x="186" y="512"/>
                    <a:pt x="189" y="513"/>
                  </a:cubicBezTo>
                  <a:cubicBezTo>
                    <a:pt x="190" y="514"/>
                    <a:pt x="190" y="520"/>
                    <a:pt x="190" y="520"/>
                  </a:cubicBezTo>
                  <a:close/>
                  <a:moveTo>
                    <a:pt x="192" y="538"/>
                  </a:moveTo>
                  <a:cubicBezTo>
                    <a:pt x="192" y="536"/>
                    <a:pt x="192" y="539"/>
                    <a:pt x="192" y="538"/>
                  </a:cubicBezTo>
                  <a:close/>
                  <a:moveTo>
                    <a:pt x="191" y="529"/>
                  </a:moveTo>
                  <a:cubicBezTo>
                    <a:pt x="191" y="528"/>
                    <a:pt x="192" y="528"/>
                    <a:pt x="193" y="529"/>
                  </a:cubicBezTo>
                  <a:cubicBezTo>
                    <a:pt x="193" y="529"/>
                    <a:pt x="192" y="530"/>
                    <a:pt x="191" y="529"/>
                  </a:cubicBezTo>
                  <a:close/>
                  <a:moveTo>
                    <a:pt x="194" y="534"/>
                  </a:moveTo>
                  <a:cubicBezTo>
                    <a:pt x="193" y="535"/>
                    <a:pt x="193" y="531"/>
                    <a:pt x="194" y="533"/>
                  </a:cubicBezTo>
                  <a:cubicBezTo>
                    <a:pt x="194" y="533"/>
                    <a:pt x="194" y="533"/>
                    <a:pt x="194" y="534"/>
                  </a:cubicBezTo>
                  <a:close/>
                  <a:moveTo>
                    <a:pt x="194" y="531"/>
                  </a:moveTo>
                  <a:cubicBezTo>
                    <a:pt x="194" y="531"/>
                    <a:pt x="195" y="531"/>
                    <a:pt x="195" y="531"/>
                  </a:cubicBezTo>
                  <a:cubicBezTo>
                    <a:pt x="195" y="532"/>
                    <a:pt x="193" y="532"/>
                    <a:pt x="194" y="531"/>
                  </a:cubicBezTo>
                  <a:close/>
                  <a:moveTo>
                    <a:pt x="196" y="526"/>
                  </a:moveTo>
                  <a:cubicBezTo>
                    <a:pt x="194" y="528"/>
                    <a:pt x="194" y="523"/>
                    <a:pt x="196" y="524"/>
                  </a:cubicBezTo>
                  <a:cubicBezTo>
                    <a:pt x="197" y="525"/>
                    <a:pt x="197" y="526"/>
                    <a:pt x="196" y="526"/>
                  </a:cubicBezTo>
                  <a:close/>
                  <a:moveTo>
                    <a:pt x="208" y="524"/>
                  </a:moveTo>
                  <a:cubicBezTo>
                    <a:pt x="204" y="526"/>
                    <a:pt x="205" y="518"/>
                    <a:pt x="208" y="519"/>
                  </a:cubicBezTo>
                  <a:cubicBezTo>
                    <a:pt x="211" y="520"/>
                    <a:pt x="211" y="523"/>
                    <a:pt x="208" y="524"/>
                  </a:cubicBezTo>
                  <a:close/>
                  <a:moveTo>
                    <a:pt x="211" y="541"/>
                  </a:moveTo>
                  <a:cubicBezTo>
                    <a:pt x="212" y="542"/>
                    <a:pt x="211" y="542"/>
                    <a:pt x="210" y="542"/>
                  </a:cubicBezTo>
                  <a:cubicBezTo>
                    <a:pt x="209" y="542"/>
                    <a:pt x="211" y="540"/>
                    <a:pt x="211" y="541"/>
                  </a:cubicBezTo>
                  <a:close/>
                  <a:moveTo>
                    <a:pt x="215" y="522"/>
                  </a:moveTo>
                  <a:cubicBezTo>
                    <a:pt x="213" y="523"/>
                    <a:pt x="214" y="519"/>
                    <a:pt x="215" y="519"/>
                  </a:cubicBezTo>
                  <a:cubicBezTo>
                    <a:pt x="216" y="518"/>
                    <a:pt x="217" y="521"/>
                    <a:pt x="215" y="522"/>
                  </a:cubicBezTo>
                  <a:close/>
                  <a:moveTo>
                    <a:pt x="219" y="511"/>
                  </a:moveTo>
                  <a:cubicBezTo>
                    <a:pt x="219" y="511"/>
                    <a:pt x="219" y="512"/>
                    <a:pt x="218" y="512"/>
                  </a:cubicBezTo>
                  <a:cubicBezTo>
                    <a:pt x="217" y="513"/>
                    <a:pt x="218" y="509"/>
                    <a:pt x="219" y="511"/>
                  </a:cubicBezTo>
                  <a:close/>
                  <a:moveTo>
                    <a:pt x="218" y="517"/>
                  </a:moveTo>
                  <a:cubicBezTo>
                    <a:pt x="217" y="517"/>
                    <a:pt x="218" y="514"/>
                    <a:pt x="219" y="515"/>
                  </a:cubicBezTo>
                  <a:cubicBezTo>
                    <a:pt x="220" y="516"/>
                    <a:pt x="218" y="517"/>
                    <a:pt x="218" y="517"/>
                  </a:cubicBezTo>
                  <a:close/>
                  <a:moveTo>
                    <a:pt x="224" y="522"/>
                  </a:moveTo>
                  <a:cubicBezTo>
                    <a:pt x="225" y="521"/>
                    <a:pt x="224" y="523"/>
                    <a:pt x="224" y="522"/>
                  </a:cubicBezTo>
                  <a:close/>
                  <a:moveTo>
                    <a:pt x="224" y="505"/>
                  </a:moveTo>
                  <a:cubicBezTo>
                    <a:pt x="224" y="505"/>
                    <a:pt x="225" y="503"/>
                    <a:pt x="224" y="505"/>
                  </a:cubicBezTo>
                  <a:close/>
                  <a:moveTo>
                    <a:pt x="271" y="511"/>
                  </a:moveTo>
                  <a:cubicBezTo>
                    <a:pt x="271" y="511"/>
                    <a:pt x="272" y="510"/>
                    <a:pt x="273" y="510"/>
                  </a:cubicBezTo>
                  <a:cubicBezTo>
                    <a:pt x="273" y="511"/>
                    <a:pt x="272" y="511"/>
                    <a:pt x="271" y="511"/>
                  </a:cubicBezTo>
                  <a:close/>
                  <a:moveTo>
                    <a:pt x="274" y="518"/>
                  </a:moveTo>
                  <a:cubicBezTo>
                    <a:pt x="274" y="518"/>
                    <a:pt x="274" y="518"/>
                    <a:pt x="274" y="518"/>
                  </a:cubicBezTo>
                  <a:cubicBezTo>
                    <a:pt x="274" y="518"/>
                    <a:pt x="273" y="519"/>
                    <a:pt x="274" y="518"/>
                  </a:cubicBezTo>
                  <a:close/>
                  <a:moveTo>
                    <a:pt x="277" y="496"/>
                  </a:moveTo>
                  <a:cubicBezTo>
                    <a:pt x="276" y="496"/>
                    <a:pt x="276" y="496"/>
                    <a:pt x="276" y="496"/>
                  </a:cubicBezTo>
                  <a:cubicBezTo>
                    <a:pt x="276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lose/>
                  <a:moveTo>
                    <a:pt x="294" y="515"/>
                  </a:moveTo>
                  <a:cubicBezTo>
                    <a:pt x="294" y="517"/>
                    <a:pt x="292" y="515"/>
                    <a:pt x="294" y="515"/>
                  </a:cubicBezTo>
                  <a:close/>
                  <a:moveTo>
                    <a:pt x="245" y="575"/>
                  </a:moveTo>
                  <a:cubicBezTo>
                    <a:pt x="245" y="574"/>
                    <a:pt x="246" y="574"/>
                    <a:pt x="246" y="574"/>
                  </a:cubicBezTo>
                  <a:cubicBezTo>
                    <a:pt x="246" y="574"/>
                    <a:pt x="245" y="575"/>
                    <a:pt x="245" y="575"/>
                  </a:cubicBezTo>
                  <a:close/>
                  <a:moveTo>
                    <a:pt x="250" y="560"/>
                  </a:moveTo>
                  <a:cubicBezTo>
                    <a:pt x="251" y="558"/>
                    <a:pt x="252" y="558"/>
                    <a:pt x="254" y="557"/>
                  </a:cubicBezTo>
                  <a:cubicBezTo>
                    <a:pt x="253" y="559"/>
                    <a:pt x="252" y="559"/>
                    <a:pt x="250" y="560"/>
                  </a:cubicBezTo>
                  <a:close/>
                  <a:moveTo>
                    <a:pt x="254" y="561"/>
                  </a:moveTo>
                  <a:cubicBezTo>
                    <a:pt x="253" y="562"/>
                    <a:pt x="255" y="560"/>
                    <a:pt x="254" y="561"/>
                  </a:cubicBezTo>
                  <a:close/>
                  <a:moveTo>
                    <a:pt x="265" y="566"/>
                  </a:moveTo>
                  <a:cubicBezTo>
                    <a:pt x="264" y="563"/>
                    <a:pt x="268" y="563"/>
                    <a:pt x="265" y="566"/>
                  </a:cubicBezTo>
                  <a:close/>
                  <a:moveTo>
                    <a:pt x="281" y="541"/>
                  </a:moveTo>
                  <a:cubicBezTo>
                    <a:pt x="282" y="542"/>
                    <a:pt x="281" y="545"/>
                    <a:pt x="280" y="547"/>
                  </a:cubicBezTo>
                  <a:cubicBezTo>
                    <a:pt x="280" y="545"/>
                    <a:pt x="281" y="543"/>
                    <a:pt x="281" y="541"/>
                  </a:cubicBezTo>
                  <a:close/>
                  <a:moveTo>
                    <a:pt x="278" y="567"/>
                  </a:moveTo>
                  <a:cubicBezTo>
                    <a:pt x="276" y="563"/>
                    <a:pt x="282" y="562"/>
                    <a:pt x="283" y="561"/>
                  </a:cubicBezTo>
                  <a:cubicBezTo>
                    <a:pt x="285" y="564"/>
                    <a:pt x="280" y="570"/>
                    <a:pt x="278" y="567"/>
                  </a:cubicBezTo>
                  <a:close/>
                  <a:moveTo>
                    <a:pt x="319" y="618"/>
                  </a:moveTo>
                  <a:cubicBezTo>
                    <a:pt x="319" y="618"/>
                    <a:pt x="319" y="617"/>
                    <a:pt x="319" y="617"/>
                  </a:cubicBezTo>
                  <a:cubicBezTo>
                    <a:pt x="319" y="613"/>
                    <a:pt x="323" y="617"/>
                    <a:pt x="319" y="618"/>
                  </a:cubicBezTo>
                  <a:close/>
                  <a:moveTo>
                    <a:pt x="369" y="679"/>
                  </a:moveTo>
                  <a:cubicBezTo>
                    <a:pt x="368" y="678"/>
                    <a:pt x="370" y="678"/>
                    <a:pt x="370" y="678"/>
                  </a:cubicBezTo>
                  <a:cubicBezTo>
                    <a:pt x="370" y="679"/>
                    <a:pt x="369" y="679"/>
                    <a:pt x="369" y="679"/>
                  </a:cubicBezTo>
                  <a:close/>
                  <a:moveTo>
                    <a:pt x="370" y="687"/>
                  </a:moveTo>
                  <a:cubicBezTo>
                    <a:pt x="370" y="687"/>
                    <a:pt x="370" y="687"/>
                    <a:pt x="370" y="687"/>
                  </a:cubicBezTo>
                  <a:cubicBezTo>
                    <a:pt x="370" y="685"/>
                    <a:pt x="372" y="689"/>
                    <a:pt x="370" y="687"/>
                  </a:cubicBezTo>
                  <a:close/>
                  <a:moveTo>
                    <a:pt x="375" y="690"/>
                  </a:moveTo>
                  <a:cubicBezTo>
                    <a:pt x="374" y="689"/>
                    <a:pt x="377" y="690"/>
                    <a:pt x="377" y="691"/>
                  </a:cubicBezTo>
                  <a:cubicBezTo>
                    <a:pt x="377" y="691"/>
                    <a:pt x="375" y="691"/>
                    <a:pt x="375" y="690"/>
                  </a:cubicBezTo>
                  <a:close/>
                  <a:moveTo>
                    <a:pt x="380" y="682"/>
                  </a:moveTo>
                  <a:cubicBezTo>
                    <a:pt x="380" y="681"/>
                    <a:pt x="381" y="681"/>
                    <a:pt x="381" y="682"/>
                  </a:cubicBezTo>
                  <a:cubicBezTo>
                    <a:pt x="381" y="682"/>
                    <a:pt x="381" y="682"/>
                    <a:pt x="380" y="682"/>
                  </a:cubicBezTo>
                  <a:close/>
                  <a:moveTo>
                    <a:pt x="387" y="692"/>
                  </a:moveTo>
                  <a:cubicBezTo>
                    <a:pt x="387" y="692"/>
                    <a:pt x="386" y="692"/>
                    <a:pt x="386" y="692"/>
                  </a:cubicBezTo>
                  <a:cubicBezTo>
                    <a:pt x="386" y="689"/>
                    <a:pt x="389" y="694"/>
                    <a:pt x="387" y="692"/>
                  </a:cubicBezTo>
                  <a:close/>
                  <a:moveTo>
                    <a:pt x="388" y="698"/>
                  </a:moveTo>
                  <a:cubicBezTo>
                    <a:pt x="388" y="697"/>
                    <a:pt x="389" y="696"/>
                    <a:pt x="390" y="697"/>
                  </a:cubicBezTo>
                  <a:cubicBezTo>
                    <a:pt x="390" y="697"/>
                    <a:pt x="388" y="698"/>
                    <a:pt x="388" y="698"/>
                  </a:cubicBezTo>
                  <a:close/>
                  <a:moveTo>
                    <a:pt x="397" y="712"/>
                  </a:moveTo>
                  <a:cubicBezTo>
                    <a:pt x="395" y="712"/>
                    <a:pt x="394" y="711"/>
                    <a:pt x="395" y="710"/>
                  </a:cubicBezTo>
                  <a:cubicBezTo>
                    <a:pt x="395" y="708"/>
                    <a:pt x="399" y="709"/>
                    <a:pt x="400" y="711"/>
                  </a:cubicBezTo>
                  <a:cubicBezTo>
                    <a:pt x="400" y="711"/>
                    <a:pt x="400" y="711"/>
                    <a:pt x="399" y="712"/>
                  </a:cubicBezTo>
                  <a:cubicBezTo>
                    <a:pt x="399" y="712"/>
                    <a:pt x="399" y="712"/>
                    <a:pt x="399" y="712"/>
                  </a:cubicBezTo>
                  <a:cubicBezTo>
                    <a:pt x="399" y="713"/>
                    <a:pt x="397" y="713"/>
                    <a:pt x="397" y="712"/>
                  </a:cubicBezTo>
                  <a:close/>
                  <a:moveTo>
                    <a:pt x="399" y="714"/>
                  </a:moveTo>
                  <a:cubicBezTo>
                    <a:pt x="399" y="713"/>
                    <a:pt x="401" y="713"/>
                    <a:pt x="402" y="713"/>
                  </a:cubicBezTo>
                  <a:cubicBezTo>
                    <a:pt x="401" y="714"/>
                    <a:pt x="400" y="714"/>
                    <a:pt x="399" y="714"/>
                  </a:cubicBezTo>
                  <a:close/>
                  <a:moveTo>
                    <a:pt x="379" y="744"/>
                  </a:moveTo>
                  <a:cubicBezTo>
                    <a:pt x="379" y="744"/>
                    <a:pt x="379" y="744"/>
                    <a:pt x="379" y="744"/>
                  </a:cubicBezTo>
                  <a:cubicBezTo>
                    <a:pt x="379" y="743"/>
                    <a:pt x="379" y="743"/>
                    <a:pt x="379" y="744"/>
                  </a:cubicBezTo>
                  <a:close/>
                  <a:moveTo>
                    <a:pt x="379" y="744"/>
                  </a:moveTo>
                  <a:cubicBezTo>
                    <a:pt x="380" y="744"/>
                    <a:pt x="380" y="744"/>
                    <a:pt x="379" y="744"/>
                  </a:cubicBezTo>
                  <a:close/>
                  <a:moveTo>
                    <a:pt x="380" y="742"/>
                  </a:moveTo>
                  <a:cubicBezTo>
                    <a:pt x="380" y="741"/>
                    <a:pt x="381" y="741"/>
                    <a:pt x="381" y="741"/>
                  </a:cubicBezTo>
                  <a:cubicBezTo>
                    <a:pt x="381" y="741"/>
                    <a:pt x="380" y="742"/>
                    <a:pt x="380" y="742"/>
                  </a:cubicBezTo>
                  <a:close/>
                  <a:moveTo>
                    <a:pt x="382" y="744"/>
                  </a:moveTo>
                  <a:cubicBezTo>
                    <a:pt x="382" y="743"/>
                    <a:pt x="383" y="743"/>
                    <a:pt x="384" y="743"/>
                  </a:cubicBezTo>
                  <a:cubicBezTo>
                    <a:pt x="383" y="743"/>
                    <a:pt x="384" y="745"/>
                    <a:pt x="384" y="745"/>
                  </a:cubicBezTo>
                  <a:cubicBezTo>
                    <a:pt x="383" y="746"/>
                    <a:pt x="381" y="746"/>
                    <a:pt x="382" y="744"/>
                  </a:cubicBezTo>
                  <a:close/>
                  <a:moveTo>
                    <a:pt x="385" y="740"/>
                  </a:moveTo>
                  <a:cubicBezTo>
                    <a:pt x="384" y="740"/>
                    <a:pt x="381" y="738"/>
                    <a:pt x="382" y="736"/>
                  </a:cubicBezTo>
                  <a:cubicBezTo>
                    <a:pt x="383" y="734"/>
                    <a:pt x="388" y="733"/>
                    <a:pt x="390" y="734"/>
                  </a:cubicBezTo>
                  <a:cubicBezTo>
                    <a:pt x="391" y="734"/>
                    <a:pt x="391" y="735"/>
                    <a:pt x="392" y="735"/>
                  </a:cubicBezTo>
                  <a:cubicBezTo>
                    <a:pt x="392" y="735"/>
                    <a:pt x="394" y="734"/>
                    <a:pt x="393" y="735"/>
                  </a:cubicBezTo>
                  <a:cubicBezTo>
                    <a:pt x="393" y="736"/>
                    <a:pt x="391" y="737"/>
                    <a:pt x="391" y="738"/>
                  </a:cubicBezTo>
                  <a:cubicBezTo>
                    <a:pt x="391" y="738"/>
                    <a:pt x="393" y="737"/>
                    <a:pt x="392" y="738"/>
                  </a:cubicBezTo>
                  <a:cubicBezTo>
                    <a:pt x="392" y="738"/>
                    <a:pt x="388" y="741"/>
                    <a:pt x="385" y="740"/>
                  </a:cubicBezTo>
                  <a:close/>
                  <a:moveTo>
                    <a:pt x="390" y="741"/>
                  </a:moveTo>
                  <a:cubicBezTo>
                    <a:pt x="389" y="740"/>
                    <a:pt x="391" y="740"/>
                    <a:pt x="391" y="741"/>
                  </a:cubicBezTo>
                  <a:cubicBezTo>
                    <a:pt x="391" y="741"/>
                    <a:pt x="390" y="741"/>
                    <a:pt x="390" y="741"/>
                  </a:cubicBezTo>
                  <a:close/>
                  <a:moveTo>
                    <a:pt x="393" y="751"/>
                  </a:moveTo>
                  <a:cubicBezTo>
                    <a:pt x="389" y="752"/>
                    <a:pt x="393" y="747"/>
                    <a:pt x="395" y="749"/>
                  </a:cubicBezTo>
                  <a:cubicBezTo>
                    <a:pt x="396" y="750"/>
                    <a:pt x="394" y="751"/>
                    <a:pt x="393" y="751"/>
                  </a:cubicBezTo>
                  <a:close/>
                  <a:moveTo>
                    <a:pt x="396" y="739"/>
                  </a:moveTo>
                  <a:cubicBezTo>
                    <a:pt x="396" y="739"/>
                    <a:pt x="396" y="739"/>
                    <a:pt x="396" y="739"/>
                  </a:cubicBezTo>
                  <a:cubicBezTo>
                    <a:pt x="396" y="739"/>
                    <a:pt x="395" y="738"/>
                    <a:pt x="396" y="739"/>
                  </a:cubicBezTo>
                  <a:close/>
                  <a:moveTo>
                    <a:pt x="396" y="740"/>
                  </a:moveTo>
                  <a:cubicBezTo>
                    <a:pt x="395" y="739"/>
                    <a:pt x="397" y="741"/>
                    <a:pt x="396" y="740"/>
                  </a:cubicBezTo>
                  <a:close/>
                  <a:moveTo>
                    <a:pt x="398" y="725"/>
                  </a:moveTo>
                  <a:cubicBezTo>
                    <a:pt x="398" y="724"/>
                    <a:pt x="400" y="724"/>
                    <a:pt x="400" y="724"/>
                  </a:cubicBezTo>
                  <a:cubicBezTo>
                    <a:pt x="401" y="725"/>
                    <a:pt x="399" y="726"/>
                    <a:pt x="398" y="725"/>
                  </a:cubicBezTo>
                  <a:close/>
                  <a:moveTo>
                    <a:pt x="391" y="763"/>
                  </a:moveTo>
                  <a:cubicBezTo>
                    <a:pt x="391" y="762"/>
                    <a:pt x="393" y="762"/>
                    <a:pt x="393" y="763"/>
                  </a:cubicBezTo>
                  <a:cubicBezTo>
                    <a:pt x="393" y="763"/>
                    <a:pt x="391" y="763"/>
                    <a:pt x="391" y="763"/>
                  </a:cubicBezTo>
                  <a:close/>
                  <a:moveTo>
                    <a:pt x="394" y="763"/>
                  </a:moveTo>
                  <a:cubicBezTo>
                    <a:pt x="394" y="762"/>
                    <a:pt x="395" y="763"/>
                    <a:pt x="395" y="764"/>
                  </a:cubicBezTo>
                  <a:cubicBezTo>
                    <a:pt x="395" y="764"/>
                    <a:pt x="394" y="764"/>
                    <a:pt x="394" y="763"/>
                  </a:cubicBezTo>
                  <a:close/>
                  <a:moveTo>
                    <a:pt x="400" y="767"/>
                  </a:moveTo>
                  <a:cubicBezTo>
                    <a:pt x="400" y="766"/>
                    <a:pt x="400" y="766"/>
                    <a:pt x="400" y="766"/>
                  </a:cubicBezTo>
                  <a:cubicBezTo>
                    <a:pt x="401" y="767"/>
                    <a:pt x="399" y="767"/>
                    <a:pt x="400" y="767"/>
                  </a:cubicBezTo>
                  <a:close/>
                  <a:moveTo>
                    <a:pt x="828" y="375"/>
                  </a:moveTo>
                  <a:cubicBezTo>
                    <a:pt x="827" y="373"/>
                    <a:pt x="830" y="374"/>
                    <a:pt x="828" y="375"/>
                  </a:cubicBezTo>
                  <a:close/>
                  <a:moveTo>
                    <a:pt x="826" y="378"/>
                  </a:moveTo>
                  <a:cubicBezTo>
                    <a:pt x="826" y="378"/>
                    <a:pt x="826" y="378"/>
                    <a:pt x="827" y="378"/>
                  </a:cubicBezTo>
                  <a:cubicBezTo>
                    <a:pt x="827" y="379"/>
                    <a:pt x="825" y="380"/>
                    <a:pt x="826" y="378"/>
                  </a:cubicBezTo>
                  <a:close/>
                  <a:moveTo>
                    <a:pt x="815" y="374"/>
                  </a:moveTo>
                  <a:cubicBezTo>
                    <a:pt x="816" y="372"/>
                    <a:pt x="818" y="376"/>
                    <a:pt x="816" y="376"/>
                  </a:cubicBezTo>
                  <a:cubicBezTo>
                    <a:pt x="815" y="376"/>
                    <a:pt x="815" y="375"/>
                    <a:pt x="815" y="374"/>
                  </a:cubicBezTo>
                  <a:close/>
                  <a:moveTo>
                    <a:pt x="810" y="380"/>
                  </a:moveTo>
                  <a:cubicBezTo>
                    <a:pt x="809" y="377"/>
                    <a:pt x="812" y="378"/>
                    <a:pt x="810" y="380"/>
                  </a:cubicBezTo>
                  <a:close/>
                  <a:moveTo>
                    <a:pt x="803" y="357"/>
                  </a:moveTo>
                  <a:cubicBezTo>
                    <a:pt x="803" y="357"/>
                    <a:pt x="804" y="356"/>
                    <a:pt x="804" y="356"/>
                  </a:cubicBezTo>
                  <a:cubicBezTo>
                    <a:pt x="805" y="357"/>
                    <a:pt x="803" y="358"/>
                    <a:pt x="803" y="357"/>
                  </a:cubicBezTo>
                  <a:close/>
                  <a:moveTo>
                    <a:pt x="803" y="384"/>
                  </a:moveTo>
                  <a:cubicBezTo>
                    <a:pt x="802" y="384"/>
                    <a:pt x="802" y="382"/>
                    <a:pt x="802" y="382"/>
                  </a:cubicBezTo>
                  <a:cubicBezTo>
                    <a:pt x="803" y="381"/>
                    <a:pt x="804" y="383"/>
                    <a:pt x="803" y="384"/>
                  </a:cubicBezTo>
                  <a:close/>
                  <a:moveTo>
                    <a:pt x="801" y="361"/>
                  </a:moveTo>
                  <a:cubicBezTo>
                    <a:pt x="802" y="359"/>
                    <a:pt x="803" y="363"/>
                    <a:pt x="802" y="363"/>
                  </a:cubicBezTo>
                  <a:cubicBezTo>
                    <a:pt x="801" y="364"/>
                    <a:pt x="801" y="361"/>
                    <a:pt x="801" y="361"/>
                  </a:cubicBezTo>
                  <a:close/>
                  <a:moveTo>
                    <a:pt x="801" y="371"/>
                  </a:moveTo>
                  <a:cubicBezTo>
                    <a:pt x="801" y="371"/>
                    <a:pt x="801" y="370"/>
                    <a:pt x="801" y="370"/>
                  </a:cubicBezTo>
                  <a:cubicBezTo>
                    <a:pt x="801" y="369"/>
                    <a:pt x="802" y="370"/>
                    <a:pt x="801" y="371"/>
                  </a:cubicBezTo>
                  <a:close/>
                  <a:moveTo>
                    <a:pt x="799" y="382"/>
                  </a:moveTo>
                  <a:cubicBezTo>
                    <a:pt x="799" y="384"/>
                    <a:pt x="804" y="385"/>
                    <a:pt x="802" y="389"/>
                  </a:cubicBezTo>
                  <a:cubicBezTo>
                    <a:pt x="802" y="389"/>
                    <a:pt x="801" y="389"/>
                    <a:pt x="801" y="389"/>
                  </a:cubicBezTo>
                  <a:cubicBezTo>
                    <a:pt x="801" y="390"/>
                    <a:pt x="802" y="391"/>
                    <a:pt x="801" y="392"/>
                  </a:cubicBezTo>
                  <a:cubicBezTo>
                    <a:pt x="798" y="392"/>
                    <a:pt x="799" y="383"/>
                    <a:pt x="799" y="382"/>
                  </a:cubicBezTo>
                  <a:close/>
                  <a:moveTo>
                    <a:pt x="798" y="367"/>
                  </a:moveTo>
                  <a:cubicBezTo>
                    <a:pt x="799" y="366"/>
                    <a:pt x="799" y="370"/>
                    <a:pt x="798" y="370"/>
                  </a:cubicBezTo>
                  <a:cubicBezTo>
                    <a:pt x="797" y="370"/>
                    <a:pt x="798" y="368"/>
                    <a:pt x="798" y="367"/>
                  </a:cubicBezTo>
                  <a:close/>
                  <a:moveTo>
                    <a:pt x="796" y="344"/>
                  </a:moveTo>
                  <a:cubicBezTo>
                    <a:pt x="797" y="343"/>
                    <a:pt x="797" y="346"/>
                    <a:pt x="796" y="345"/>
                  </a:cubicBezTo>
                  <a:cubicBezTo>
                    <a:pt x="795" y="345"/>
                    <a:pt x="796" y="344"/>
                    <a:pt x="796" y="344"/>
                  </a:cubicBezTo>
                  <a:close/>
                  <a:moveTo>
                    <a:pt x="795" y="373"/>
                  </a:moveTo>
                  <a:cubicBezTo>
                    <a:pt x="793" y="373"/>
                    <a:pt x="794" y="370"/>
                    <a:pt x="794" y="370"/>
                  </a:cubicBezTo>
                  <a:cubicBezTo>
                    <a:pt x="795" y="369"/>
                    <a:pt x="796" y="374"/>
                    <a:pt x="795" y="373"/>
                  </a:cubicBezTo>
                  <a:close/>
                  <a:moveTo>
                    <a:pt x="793" y="353"/>
                  </a:moveTo>
                  <a:cubicBezTo>
                    <a:pt x="795" y="350"/>
                    <a:pt x="796" y="357"/>
                    <a:pt x="793" y="356"/>
                  </a:cubicBezTo>
                  <a:cubicBezTo>
                    <a:pt x="792" y="355"/>
                    <a:pt x="793" y="353"/>
                    <a:pt x="793" y="353"/>
                  </a:cubicBezTo>
                  <a:close/>
                  <a:moveTo>
                    <a:pt x="790" y="355"/>
                  </a:moveTo>
                  <a:cubicBezTo>
                    <a:pt x="789" y="351"/>
                    <a:pt x="792" y="353"/>
                    <a:pt x="790" y="355"/>
                  </a:cubicBezTo>
                  <a:close/>
                  <a:moveTo>
                    <a:pt x="789" y="371"/>
                  </a:moveTo>
                  <a:cubicBezTo>
                    <a:pt x="790" y="371"/>
                    <a:pt x="789" y="373"/>
                    <a:pt x="789" y="371"/>
                  </a:cubicBezTo>
                  <a:cubicBezTo>
                    <a:pt x="789" y="371"/>
                    <a:pt x="789" y="371"/>
                    <a:pt x="789" y="371"/>
                  </a:cubicBezTo>
                  <a:close/>
                  <a:moveTo>
                    <a:pt x="788" y="403"/>
                  </a:moveTo>
                  <a:cubicBezTo>
                    <a:pt x="787" y="400"/>
                    <a:pt x="789" y="401"/>
                    <a:pt x="788" y="403"/>
                  </a:cubicBezTo>
                  <a:close/>
                  <a:moveTo>
                    <a:pt x="785" y="361"/>
                  </a:moveTo>
                  <a:cubicBezTo>
                    <a:pt x="786" y="359"/>
                    <a:pt x="787" y="363"/>
                    <a:pt x="786" y="364"/>
                  </a:cubicBezTo>
                  <a:cubicBezTo>
                    <a:pt x="784" y="364"/>
                    <a:pt x="784" y="361"/>
                    <a:pt x="785" y="361"/>
                  </a:cubicBezTo>
                  <a:close/>
                  <a:moveTo>
                    <a:pt x="785" y="365"/>
                  </a:moveTo>
                  <a:cubicBezTo>
                    <a:pt x="787" y="365"/>
                    <a:pt x="787" y="367"/>
                    <a:pt x="785" y="367"/>
                  </a:cubicBezTo>
                  <a:cubicBezTo>
                    <a:pt x="785" y="367"/>
                    <a:pt x="783" y="366"/>
                    <a:pt x="785" y="365"/>
                  </a:cubicBezTo>
                  <a:close/>
                  <a:moveTo>
                    <a:pt x="783" y="380"/>
                  </a:moveTo>
                  <a:cubicBezTo>
                    <a:pt x="784" y="380"/>
                    <a:pt x="783" y="382"/>
                    <a:pt x="783" y="383"/>
                  </a:cubicBezTo>
                  <a:cubicBezTo>
                    <a:pt x="782" y="382"/>
                    <a:pt x="783" y="381"/>
                    <a:pt x="783" y="380"/>
                  </a:cubicBezTo>
                  <a:close/>
                  <a:moveTo>
                    <a:pt x="739" y="294"/>
                  </a:moveTo>
                  <a:cubicBezTo>
                    <a:pt x="737" y="293"/>
                    <a:pt x="740" y="291"/>
                    <a:pt x="739" y="294"/>
                  </a:cubicBezTo>
                  <a:close/>
                  <a:moveTo>
                    <a:pt x="736" y="437"/>
                  </a:moveTo>
                  <a:cubicBezTo>
                    <a:pt x="736" y="437"/>
                    <a:pt x="736" y="436"/>
                    <a:pt x="736" y="435"/>
                  </a:cubicBezTo>
                  <a:cubicBezTo>
                    <a:pt x="737" y="434"/>
                    <a:pt x="737" y="437"/>
                    <a:pt x="736" y="437"/>
                  </a:cubicBezTo>
                  <a:close/>
                  <a:moveTo>
                    <a:pt x="741" y="332"/>
                  </a:moveTo>
                  <a:cubicBezTo>
                    <a:pt x="741" y="331"/>
                    <a:pt x="741" y="331"/>
                    <a:pt x="741" y="330"/>
                  </a:cubicBezTo>
                  <a:cubicBezTo>
                    <a:pt x="742" y="330"/>
                    <a:pt x="741" y="332"/>
                    <a:pt x="741" y="332"/>
                  </a:cubicBezTo>
                  <a:close/>
                  <a:moveTo>
                    <a:pt x="746" y="351"/>
                  </a:moveTo>
                  <a:cubicBezTo>
                    <a:pt x="745" y="351"/>
                    <a:pt x="746" y="350"/>
                    <a:pt x="746" y="350"/>
                  </a:cubicBezTo>
                  <a:cubicBezTo>
                    <a:pt x="747" y="349"/>
                    <a:pt x="747" y="352"/>
                    <a:pt x="746" y="351"/>
                  </a:cubicBezTo>
                  <a:close/>
                  <a:moveTo>
                    <a:pt x="749" y="369"/>
                  </a:moveTo>
                  <a:cubicBezTo>
                    <a:pt x="749" y="369"/>
                    <a:pt x="749" y="368"/>
                    <a:pt x="749" y="368"/>
                  </a:cubicBezTo>
                  <a:cubicBezTo>
                    <a:pt x="750" y="366"/>
                    <a:pt x="750" y="369"/>
                    <a:pt x="749" y="369"/>
                  </a:cubicBezTo>
                  <a:close/>
                  <a:moveTo>
                    <a:pt x="750" y="348"/>
                  </a:moveTo>
                  <a:cubicBezTo>
                    <a:pt x="750" y="348"/>
                    <a:pt x="750" y="347"/>
                    <a:pt x="750" y="347"/>
                  </a:cubicBezTo>
                  <a:cubicBezTo>
                    <a:pt x="750" y="346"/>
                    <a:pt x="751" y="349"/>
                    <a:pt x="750" y="348"/>
                  </a:cubicBezTo>
                  <a:close/>
                  <a:moveTo>
                    <a:pt x="751" y="457"/>
                  </a:moveTo>
                  <a:cubicBezTo>
                    <a:pt x="750" y="457"/>
                    <a:pt x="750" y="454"/>
                    <a:pt x="751" y="454"/>
                  </a:cubicBezTo>
                  <a:cubicBezTo>
                    <a:pt x="754" y="451"/>
                    <a:pt x="754" y="457"/>
                    <a:pt x="751" y="457"/>
                  </a:cubicBezTo>
                  <a:close/>
                  <a:moveTo>
                    <a:pt x="751" y="364"/>
                  </a:moveTo>
                  <a:cubicBezTo>
                    <a:pt x="752" y="363"/>
                    <a:pt x="751" y="366"/>
                    <a:pt x="751" y="366"/>
                  </a:cubicBezTo>
                  <a:cubicBezTo>
                    <a:pt x="750" y="366"/>
                    <a:pt x="750" y="364"/>
                    <a:pt x="751" y="364"/>
                  </a:cubicBezTo>
                  <a:close/>
                  <a:moveTo>
                    <a:pt x="753" y="422"/>
                  </a:moveTo>
                  <a:cubicBezTo>
                    <a:pt x="753" y="420"/>
                    <a:pt x="755" y="421"/>
                    <a:pt x="753" y="422"/>
                  </a:cubicBezTo>
                  <a:close/>
                  <a:moveTo>
                    <a:pt x="762" y="382"/>
                  </a:moveTo>
                  <a:cubicBezTo>
                    <a:pt x="762" y="382"/>
                    <a:pt x="762" y="381"/>
                    <a:pt x="762" y="381"/>
                  </a:cubicBezTo>
                  <a:cubicBezTo>
                    <a:pt x="763" y="380"/>
                    <a:pt x="763" y="383"/>
                    <a:pt x="762" y="382"/>
                  </a:cubicBezTo>
                  <a:close/>
                  <a:moveTo>
                    <a:pt x="767" y="365"/>
                  </a:moveTo>
                  <a:cubicBezTo>
                    <a:pt x="766" y="365"/>
                    <a:pt x="767" y="364"/>
                    <a:pt x="767" y="363"/>
                  </a:cubicBezTo>
                  <a:cubicBezTo>
                    <a:pt x="768" y="363"/>
                    <a:pt x="768" y="365"/>
                    <a:pt x="767" y="365"/>
                  </a:cubicBezTo>
                  <a:close/>
                  <a:moveTo>
                    <a:pt x="772" y="382"/>
                  </a:moveTo>
                  <a:cubicBezTo>
                    <a:pt x="770" y="383"/>
                    <a:pt x="769" y="377"/>
                    <a:pt x="771" y="376"/>
                  </a:cubicBezTo>
                  <a:cubicBezTo>
                    <a:pt x="775" y="374"/>
                    <a:pt x="775" y="382"/>
                    <a:pt x="772" y="382"/>
                  </a:cubicBezTo>
                  <a:close/>
                  <a:moveTo>
                    <a:pt x="771" y="351"/>
                  </a:moveTo>
                  <a:cubicBezTo>
                    <a:pt x="772" y="348"/>
                    <a:pt x="775" y="355"/>
                    <a:pt x="772" y="354"/>
                  </a:cubicBezTo>
                  <a:cubicBezTo>
                    <a:pt x="771" y="353"/>
                    <a:pt x="770" y="352"/>
                    <a:pt x="771" y="351"/>
                  </a:cubicBezTo>
                  <a:close/>
                  <a:moveTo>
                    <a:pt x="776" y="420"/>
                  </a:moveTo>
                  <a:cubicBezTo>
                    <a:pt x="777" y="422"/>
                    <a:pt x="775" y="421"/>
                    <a:pt x="776" y="420"/>
                  </a:cubicBezTo>
                  <a:close/>
                  <a:moveTo>
                    <a:pt x="779" y="402"/>
                  </a:moveTo>
                  <a:cubicBezTo>
                    <a:pt x="779" y="401"/>
                    <a:pt x="778" y="403"/>
                    <a:pt x="779" y="402"/>
                  </a:cubicBezTo>
                  <a:close/>
                  <a:moveTo>
                    <a:pt x="782" y="347"/>
                  </a:moveTo>
                  <a:cubicBezTo>
                    <a:pt x="781" y="347"/>
                    <a:pt x="781" y="346"/>
                    <a:pt x="781" y="346"/>
                  </a:cubicBezTo>
                  <a:cubicBezTo>
                    <a:pt x="781" y="344"/>
                    <a:pt x="783" y="348"/>
                    <a:pt x="782" y="347"/>
                  </a:cubicBezTo>
                  <a:close/>
                  <a:moveTo>
                    <a:pt x="779" y="364"/>
                  </a:moveTo>
                  <a:cubicBezTo>
                    <a:pt x="780" y="364"/>
                    <a:pt x="782" y="368"/>
                    <a:pt x="782" y="368"/>
                  </a:cubicBezTo>
                  <a:cubicBezTo>
                    <a:pt x="782" y="370"/>
                    <a:pt x="779" y="368"/>
                    <a:pt x="778" y="370"/>
                  </a:cubicBezTo>
                  <a:cubicBezTo>
                    <a:pt x="778" y="370"/>
                    <a:pt x="780" y="371"/>
                    <a:pt x="780" y="372"/>
                  </a:cubicBezTo>
                  <a:cubicBezTo>
                    <a:pt x="777" y="376"/>
                    <a:pt x="772" y="368"/>
                    <a:pt x="775" y="365"/>
                  </a:cubicBezTo>
                  <a:cubicBezTo>
                    <a:pt x="776" y="364"/>
                    <a:pt x="778" y="364"/>
                    <a:pt x="779" y="364"/>
                  </a:cubicBezTo>
                  <a:close/>
                  <a:moveTo>
                    <a:pt x="776" y="327"/>
                  </a:moveTo>
                  <a:cubicBezTo>
                    <a:pt x="776" y="329"/>
                    <a:pt x="776" y="326"/>
                    <a:pt x="776" y="327"/>
                  </a:cubicBezTo>
                  <a:close/>
                  <a:moveTo>
                    <a:pt x="776" y="333"/>
                  </a:moveTo>
                  <a:cubicBezTo>
                    <a:pt x="778" y="332"/>
                    <a:pt x="780" y="337"/>
                    <a:pt x="777" y="338"/>
                  </a:cubicBezTo>
                  <a:cubicBezTo>
                    <a:pt x="775" y="338"/>
                    <a:pt x="774" y="334"/>
                    <a:pt x="776" y="333"/>
                  </a:cubicBezTo>
                  <a:close/>
                  <a:moveTo>
                    <a:pt x="775" y="351"/>
                  </a:moveTo>
                  <a:cubicBezTo>
                    <a:pt x="776" y="350"/>
                    <a:pt x="777" y="352"/>
                    <a:pt x="776" y="352"/>
                  </a:cubicBezTo>
                  <a:cubicBezTo>
                    <a:pt x="775" y="352"/>
                    <a:pt x="775" y="351"/>
                    <a:pt x="775" y="351"/>
                  </a:cubicBezTo>
                  <a:close/>
                  <a:moveTo>
                    <a:pt x="774" y="342"/>
                  </a:moveTo>
                  <a:cubicBezTo>
                    <a:pt x="775" y="340"/>
                    <a:pt x="776" y="343"/>
                    <a:pt x="774" y="343"/>
                  </a:cubicBezTo>
                  <a:cubicBezTo>
                    <a:pt x="774" y="343"/>
                    <a:pt x="774" y="342"/>
                    <a:pt x="774" y="342"/>
                  </a:cubicBezTo>
                  <a:close/>
                  <a:moveTo>
                    <a:pt x="773" y="347"/>
                  </a:moveTo>
                  <a:cubicBezTo>
                    <a:pt x="772" y="348"/>
                    <a:pt x="770" y="343"/>
                    <a:pt x="772" y="343"/>
                  </a:cubicBezTo>
                  <a:cubicBezTo>
                    <a:pt x="774" y="341"/>
                    <a:pt x="774" y="347"/>
                    <a:pt x="773" y="347"/>
                  </a:cubicBezTo>
                  <a:close/>
                  <a:moveTo>
                    <a:pt x="770" y="320"/>
                  </a:moveTo>
                  <a:cubicBezTo>
                    <a:pt x="771" y="318"/>
                    <a:pt x="773" y="323"/>
                    <a:pt x="770" y="322"/>
                  </a:cubicBezTo>
                  <a:cubicBezTo>
                    <a:pt x="769" y="322"/>
                    <a:pt x="769" y="320"/>
                    <a:pt x="770" y="320"/>
                  </a:cubicBezTo>
                  <a:close/>
                  <a:moveTo>
                    <a:pt x="769" y="332"/>
                  </a:moveTo>
                  <a:cubicBezTo>
                    <a:pt x="769" y="331"/>
                    <a:pt x="770" y="334"/>
                    <a:pt x="769" y="334"/>
                  </a:cubicBezTo>
                  <a:cubicBezTo>
                    <a:pt x="768" y="334"/>
                    <a:pt x="768" y="333"/>
                    <a:pt x="769" y="332"/>
                  </a:cubicBezTo>
                  <a:close/>
                  <a:moveTo>
                    <a:pt x="766" y="326"/>
                  </a:moveTo>
                  <a:cubicBezTo>
                    <a:pt x="768" y="322"/>
                    <a:pt x="770" y="331"/>
                    <a:pt x="766" y="329"/>
                  </a:cubicBezTo>
                  <a:cubicBezTo>
                    <a:pt x="765" y="328"/>
                    <a:pt x="766" y="327"/>
                    <a:pt x="766" y="326"/>
                  </a:cubicBezTo>
                  <a:close/>
                  <a:moveTo>
                    <a:pt x="767" y="336"/>
                  </a:moveTo>
                  <a:cubicBezTo>
                    <a:pt x="767" y="335"/>
                    <a:pt x="767" y="335"/>
                    <a:pt x="767" y="334"/>
                  </a:cubicBezTo>
                  <a:cubicBezTo>
                    <a:pt x="768" y="334"/>
                    <a:pt x="768" y="336"/>
                    <a:pt x="767" y="336"/>
                  </a:cubicBezTo>
                  <a:close/>
                  <a:moveTo>
                    <a:pt x="767" y="332"/>
                  </a:moveTo>
                  <a:cubicBezTo>
                    <a:pt x="766" y="332"/>
                    <a:pt x="766" y="331"/>
                    <a:pt x="766" y="330"/>
                  </a:cubicBezTo>
                  <a:cubicBezTo>
                    <a:pt x="767" y="329"/>
                    <a:pt x="767" y="332"/>
                    <a:pt x="767" y="332"/>
                  </a:cubicBezTo>
                  <a:close/>
                  <a:moveTo>
                    <a:pt x="767" y="349"/>
                  </a:moveTo>
                  <a:cubicBezTo>
                    <a:pt x="767" y="348"/>
                    <a:pt x="769" y="349"/>
                    <a:pt x="769" y="349"/>
                  </a:cubicBezTo>
                  <a:cubicBezTo>
                    <a:pt x="770" y="351"/>
                    <a:pt x="768" y="355"/>
                    <a:pt x="766" y="355"/>
                  </a:cubicBezTo>
                  <a:cubicBezTo>
                    <a:pt x="765" y="355"/>
                    <a:pt x="764" y="353"/>
                    <a:pt x="763" y="353"/>
                  </a:cubicBezTo>
                  <a:cubicBezTo>
                    <a:pt x="761" y="352"/>
                    <a:pt x="761" y="348"/>
                    <a:pt x="763" y="347"/>
                  </a:cubicBezTo>
                  <a:cubicBezTo>
                    <a:pt x="766" y="345"/>
                    <a:pt x="766" y="347"/>
                    <a:pt x="767" y="349"/>
                  </a:cubicBezTo>
                  <a:close/>
                  <a:moveTo>
                    <a:pt x="762" y="341"/>
                  </a:move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lose/>
                  <a:moveTo>
                    <a:pt x="762" y="320"/>
                  </a:moveTo>
                  <a:cubicBezTo>
                    <a:pt x="764" y="321"/>
                    <a:pt x="761" y="322"/>
                    <a:pt x="762" y="320"/>
                  </a:cubicBezTo>
                  <a:close/>
                  <a:moveTo>
                    <a:pt x="762" y="322"/>
                  </a:moveTo>
                  <a:cubicBezTo>
                    <a:pt x="763" y="322"/>
                    <a:pt x="762" y="323"/>
                    <a:pt x="762" y="323"/>
                  </a:cubicBezTo>
                  <a:cubicBezTo>
                    <a:pt x="761" y="323"/>
                    <a:pt x="762" y="322"/>
                    <a:pt x="762" y="322"/>
                  </a:cubicBezTo>
                  <a:close/>
                  <a:moveTo>
                    <a:pt x="762" y="331"/>
                  </a:moveTo>
                  <a:cubicBezTo>
                    <a:pt x="762" y="330"/>
                    <a:pt x="763" y="333"/>
                    <a:pt x="762" y="332"/>
                  </a:cubicBezTo>
                  <a:cubicBezTo>
                    <a:pt x="761" y="332"/>
                    <a:pt x="762" y="331"/>
                    <a:pt x="762" y="331"/>
                  </a:cubicBezTo>
                  <a:close/>
                  <a:moveTo>
                    <a:pt x="760" y="362"/>
                  </a:moveTo>
                  <a:cubicBezTo>
                    <a:pt x="762" y="360"/>
                    <a:pt x="762" y="364"/>
                    <a:pt x="761" y="364"/>
                  </a:cubicBezTo>
                  <a:cubicBezTo>
                    <a:pt x="760" y="365"/>
                    <a:pt x="759" y="362"/>
                    <a:pt x="760" y="362"/>
                  </a:cubicBezTo>
                  <a:close/>
                  <a:moveTo>
                    <a:pt x="758" y="333"/>
                  </a:moveTo>
                  <a:cubicBezTo>
                    <a:pt x="757" y="333"/>
                    <a:pt x="757" y="332"/>
                    <a:pt x="757" y="331"/>
                  </a:cubicBezTo>
                  <a:cubicBezTo>
                    <a:pt x="759" y="330"/>
                    <a:pt x="760" y="334"/>
                    <a:pt x="758" y="333"/>
                  </a:cubicBezTo>
                  <a:close/>
                  <a:moveTo>
                    <a:pt x="757" y="305"/>
                  </a:moveTo>
                  <a:cubicBezTo>
                    <a:pt x="757" y="307"/>
                    <a:pt x="757" y="308"/>
                    <a:pt x="757" y="309"/>
                  </a:cubicBezTo>
                  <a:cubicBezTo>
                    <a:pt x="756" y="308"/>
                    <a:pt x="756" y="306"/>
                    <a:pt x="757" y="305"/>
                  </a:cubicBezTo>
                  <a:close/>
                  <a:moveTo>
                    <a:pt x="756" y="312"/>
                  </a:moveTo>
                  <a:cubicBezTo>
                    <a:pt x="759" y="315"/>
                    <a:pt x="754" y="316"/>
                    <a:pt x="756" y="312"/>
                  </a:cubicBezTo>
                  <a:close/>
                  <a:moveTo>
                    <a:pt x="755" y="427"/>
                  </a:moveTo>
                  <a:cubicBezTo>
                    <a:pt x="753" y="425"/>
                    <a:pt x="756" y="426"/>
                    <a:pt x="755" y="427"/>
                  </a:cubicBezTo>
                  <a:close/>
                  <a:moveTo>
                    <a:pt x="754" y="387"/>
                  </a:moveTo>
                  <a:cubicBezTo>
                    <a:pt x="752" y="388"/>
                    <a:pt x="750" y="384"/>
                    <a:pt x="752" y="382"/>
                  </a:cubicBezTo>
                  <a:cubicBezTo>
                    <a:pt x="754" y="380"/>
                    <a:pt x="755" y="386"/>
                    <a:pt x="754" y="387"/>
                  </a:cubicBezTo>
                  <a:close/>
                  <a:moveTo>
                    <a:pt x="754" y="326"/>
                  </a:moveTo>
                  <a:cubicBezTo>
                    <a:pt x="754" y="324"/>
                    <a:pt x="754" y="328"/>
                    <a:pt x="754" y="326"/>
                  </a:cubicBezTo>
                  <a:close/>
                  <a:moveTo>
                    <a:pt x="754" y="307"/>
                  </a:moveTo>
                  <a:cubicBezTo>
                    <a:pt x="755" y="308"/>
                    <a:pt x="753" y="309"/>
                    <a:pt x="754" y="307"/>
                  </a:cubicBezTo>
                  <a:close/>
                  <a:moveTo>
                    <a:pt x="752" y="301"/>
                  </a:moveTo>
                  <a:cubicBezTo>
                    <a:pt x="751" y="299"/>
                    <a:pt x="754" y="299"/>
                    <a:pt x="752" y="301"/>
                  </a:cubicBezTo>
                  <a:close/>
                  <a:moveTo>
                    <a:pt x="752" y="350"/>
                  </a:moveTo>
                  <a:cubicBezTo>
                    <a:pt x="753" y="351"/>
                    <a:pt x="753" y="355"/>
                    <a:pt x="752" y="356"/>
                  </a:cubicBezTo>
                  <a:cubicBezTo>
                    <a:pt x="752" y="354"/>
                    <a:pt x="752" y="352"/>
                    <a:pt x="752" y="350"/>
                  </a:cubicBezTo>
                  <a:close/>
                  <a:moveTo>
                    <a:pt x="751" y="362"/>
                  </a:moveTo>
                  <a:cubicBezTo>
                    <a:pt x="751" y="361"/>
                    <a:pt x="751" y="361"/>
                    <a:pt x="751" y="360"/>
                  </a:cubicBezTo>
                  <a:cubicBezTo>
                    <a:pt x="752" y="360"/>
                    <a:pt x="752" y="362"/>
                    <a:pt x="751" y="362"/>
                  </a:cubicBezTo>
                  <a:close/>
                  <a:moveTo>
                    <a:pt x="751" y="307"/>
                  </a:moveTo>
                  <a:cubicBezTo>
                    <a:pt x="752" y="306"/>
                    <a:pt x="750" y="309"/>
                    <a:pt x="751" y="307"/>
                  </a:cubicBezTo>
                  <a:close/>
                  <a:moveTo>
                    <a:pt x="751" y="340"/>
                  </a:moveTo>
                  <a:cubicBezTo>
                    <a:pt x="750" y="341"/>
                    <a:pt x="750" y="339"/>
                    <a:pt x="750" y="339"/>
                  </a:cubicBezTo>
                  <a:cubicBezTo>
                    <a:pt x="751" y="338"/>
                    <a:pt x="751" y="340"/>
                    <a:pt x="751" y="340"/>
                  </a:cubicBezTo>
                  <a:close/>
                  <a:moveTo>
                    <a:pt x="748" y="303"/>
                  </a:moveTo>
                  <a:cubicBezTo>
                    <a:pt x="750" y="301"/>
                    <a:pt x="752" y="307"/>
                    <a:pt x="750" y="307"/>
                  </a:cubicBezTo>
                  <a:cubicBezTo>
                    <a:pt x="748" y="307"/>
                    <a:pt x="748" y="304"/>
                    <a:pt x="748" y="303"/>
                  </a:cubicBezTo>
                  <a:close/>
                  <a:moveTo>
                    <a:pt x="747" y="306"/>
                  </a:moveTo>
                  <a:cubicBezTo>
                    <a:pt x="746" y="307"/>
                    <a:pt x="745" y="306"/>
                    <a:pt x="747" y="306"/>
                  </a:cubicBezTo>
                  <a:close/>
                  <a:moveTo>
                    <a:pt x="745" y="301"/>
                  </a:moveTo>
                  <a:cubicBezTo>
                    <a:pt x="746" y="300"/>
                    <a:pt x="746" y="303"/>
                    <a:pt x="745" y="303"/>
                  </a:cubicBezTo>
                  <a:cubicBezTo>
                    <a:pt x="744" y="302"/>
                    <a:pt x="745" y="301"/>
                    <a:pt x="745" y="301"/>
                  </a:cubicBezTo>
                  <a:close/>
                  <a:moveTo>
                    <a:pt x="745" y="332"/>
                  </a:moveTo>
                  <a:cubicBezTo>
                    <a:pt x="746" y="331"/>
                    <a:pt x="747" y="331"/>
                    <a:pt x="747" y="333"/>
                  </a:cubicBezTo>
                  <a:cubicBezTo>
                    <a:pt x="747" y="335"/>
                    <a:pt x="744" y="345"/>
                    <a:pt x="744" y="345"/>
                  </a:cubicBezTo>
                  <a:cubicBezTo>
                    <a:pt x="742" y="345"/>
                    <a:pt x="744" y="341"/>
                    <a:pt x="744" y="340"/>
                  </a:cubicBezTo>
                  <a:cubicBezTo>
                    <a:pt x="745" y="338"/>
                    <a:pt x="743" y="333"/>
                    <a:pt x="745" y="332"/>
                  </a:cubicBezTo>
                  <a:close/>
                  <a:moveTo>
                    <a:pt x="743" y="354"/>
                  </a:moveTo>
                  <a:cubicBezTo>
                    <a:pt x="744" y="353"/>
                    <a:pt x="742" y="355"/>
                    <a:pt x="743" y="354"/>
                  </a:cubicBezTo>
                  <a:close/>
                  <a:moveTo>
                    <a:pt x="740" y="293"/>
                  </a:moveTo>
                  <a:cubicBezTo>
                    <a:pt x="739" y="293"/>
                    <a:pt x="740" y="292"/>
                    <a:pt x="740" y="292"/>
                  </a:cubicBezTo>
                  <a:cubicBezTo>
                    <a:pt x="741" y="291"/>
                    <a:pt x="741" y="294"/>
                    <a:pt x="740" y="293"/>
                  </a:cubicBezTo>
                  <a:close/>
                  <a:moveTo>
                    <a:pt x="741" y="324"/>
                  </a:moveTo>
                  <a:cubicBezTo>
                    <a:pt x="742" y="322"/>
                    <a:pt x="742" y="325"/>
                    <a:pt x="741" y="325"/>
                  </a:cubicBezTo>
                  <a:cubicBezTo>
                    <a:pt x="740" y="325"/>
                    <a:pt x="741" y="324"/>
                    <a:pt x="741" y="324"/>
                  </a:cubicBezTo>
                  <a:close/>
                  <a:moveTo>
                    <a:pt x="740" y="339"/>
                  </a:moveTo>
                  <a:cubicBezTo>
                    <a:pt x="741" y="338"/>
                    <a:pt x="741" y="340"/>
                    <a:pt x="741" y="340"/>
                  </a:cubicBezTo>
                  <a:cubicBezTo>
                    <a:pt x="740" y="341"/>
                    <a:pt x="740" y="340"/>
                    <a:pt x="740" y="339"/>
                  </a:cubicBezTo>
                  <a:close/>
                  <a:moveTo>
                    <a:pt x="740" y="360"/>
                  </a:moveTo>
                  <a:cubicBezTo>
                    <a:pt x="741" y="361"/>
                    <a:pt x="739" y="362"/>
                    <a:pt x="740" y="360"/>
                  </a:cubicBezTo>
                  <a:close/>
                  <a:moveTo>
                    <a:pt x="739" y="374"/>
                  </a:moveTo>
                  <a:cubicBezTo>
                    <a:pt x="739" y="374"/>
                    <a:pt x="739" y="376"/>
                    <a:pt x="739" y="376"/>
                  </a:cubicBezTo>
                  <a:cubicBezTo>
                    <a:pt x="739" y="375"/>
                    <a:pt x="739" y="375"/>
                    <a:pt x="739" y="374"/>
                  </a:cubicBezTo>
                  <a:close/>
                  <a:moveTo>
                    <a:pt x="737" y="379"/>
                  </a:moveTo>
                  <a:cubicBezTo>
                    <a:pt x="739" y="380"/>
                    <a:pt x="737" y="382"/>
                    <a:pt x="737" y="384"/>
                  </a:cubicBezTo>
                  <a:cubicBezTo>
                    <a:pt x="737" y="382"/>
                    <a:pt x="736" y="383"/>
                    <a:pt x="735" y="382"/>
                  </a:cubicBezTo>
                  <a:cubicBezTo>
                    <a:pt x="733" y="381"/>
                    <a:pt x="736" y="377"/>
                    <a:pt x="737" y="379"/>
                  </a:cubicBezTo>
                  <a:close/>
                  <a:moveTo>
                    <a:pt x="735" y="354"/>
                  </a:moveTo>
                  <a:cubicBezTo>
                    <a:pt x="733" y="353"/>
                    <a:pt x="735" y="352"/>
                    <a:pt x="735" y="354"/>
                  </a:cubicBezTo>
                  <a:close/>
                  <a:moveTo>
                    <a:pt x="734" y="314"/>
                  </a:moveTo>
                  <a:cubicBezTo>
                    <a:pt x="734" y="313"/>
                    <a:pt x="735" y="314"/>
                    <a:pt x="735" y="314"/>
                  </a:cubicBezTo>
                  <a:cubicBezTo>
                    <a:pt x="735" y="315"/>
                    <a:pt x="734" y="315"/>
                    <a:pt x="734" y="314"/>
                  </a:cubicBezTo>
                  <a:close/>
                  <a:moveTo>
                    <a:pt x="733" y="313"/>
                  </a:moveTo>
                  <a:cubicBezTo>
                    <a:pt x="734" y="313"/>
                    <a:pt x="733" y="314"/>
                    <a:pt x="733" y="314"/>
                  </a:cubicBezTo>
                  <a:cubicBezTo>
                    <a:pt x="732" y="314"/>
                    <a:pt x="733" y="313"/>
                    <a:pt x="733" y="313"/>
                  </a:cubicBezTo>
                  <a:close/>
                  <a:moveTo>
                    <a:pt x="734" y="322"/>
                  </a:moveTo>
                  <a:cubicBezTo>
                    <a:pt x="734" y="323"/>
                    <a:pt x="733" y="322"/>
                    <a:pt x="733" y="321"/>
                  </a:cubicBezTo>
                  <a:cubicBezTo>
                    <a:pt x="733" y="320"/>
                    <a:pt x="734" y="321"/>
                    <a:pt x="734" y="322"/>
                  </a:cubicBezTo>
                  <a:close/>
                  <a:moveTo>
                    <a:pt x="731" y="420"/>
                  </a:moveTo>
                  <a:cubicBezTo>
                    <a:pt x="732" y="418"/>
                    <a:pt x="730" y="422"/>
                    <a:pt x="731" y="420"/>
                  </a:cubicBezTo>
                  <a:close/>
                  <a:moveTo>
                    <a:pt x="731" y="303"/>
                  </a:moveTo>
                  <a:cubicBezTo>
                    <a:pt x="729" y="302"/>
                    <a:pt x="731" y="301"/>
                    <a:pt x="731" y="303"/>
                  </a:cubicBezTo>
                  <a:close/>
                  <a:moveTo>
                    <a:pt x="731" y="305"/>
                  </a:moveTo>
                  <a:cubicBezTo>
                    <a:pt x="731" y="305"/>
                    <a:pt x="729" y="305"/>
                    <a:pt x="729" y="305"/>
                  </a:cubicBezTo>
                  <a:cubicBezTo>
                    <a:pt x="729" y="304"/>
                    <a:pt x="732" y="304"/>
                    <a:pt x="731" y="305"/>
                  </a:cubicBezTo>
                  <a:close/>
                  <a:moveTo>
                    <a:pt x="729" y="318"/>
                  </a:moveTo>
                  <a:cubicBezTo>
                    <a:pt x="729" y="317"/>
                    <a:pt x="730" y="319"/>
                    <a:pt x="730" y="320"/>
                  </a:cubicBezTo>
                  <a:cubicBezTo>
                    <a:pt x="729" y="320"/>
                    <a:pt x="729" y="319"/>
                    <a:pt x="729" y="318"/>
                  </a:cubicBezTo>
                  <a:close/>
                  <a:moveTo>
                    <a:pt x="724" y="299"/>
                  </a:move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lose/>
                  <a:moveTo>
                    <a:pt x="728" y="307"/>
                  </a:moveTo>
                  <a:cubicBezTo>
                    <a:pt x="728" y="306"/>
                    <a:pt x="728" y="309"/>
                    <a:pt x="728" y="307"/>
                  </a:cubicBezTo>
                  <a:close/>
                  <a:moveTo>
                    <a:pt x="727" y="323"/>
                  </a:moveTo>
                  <a:cubicBezTo>
                    <a:pt x="727" y="322"/>
                    <a:pt x="726" y="324"/>
                    <a:pt x="727" y="323"/>
                  </a:cubicBezTo>
                  <a:close/>
                  <a:moveTo>
                    <a:pt x="725" y="462"/>
                  </a:moveTo>
                  <a:cubicBezTo>
                    <a:pt x="725" y="463"/>
                    <a:pt x="723" y="463"/>
                    <a:pt x="724" y="462"/>
                  </a:cubicBezTo>
                  <a:cubicBezTo>
                    <a:pt x="724" y="461"/>
                    <a:pt x="725" y="462"/>
                    <a:pt x="725" y="462"/>
                  </a:cubicBezTo>
                  <a:close/>
                  <a:moveTo>
                    <a:pt x="725" y="403"/>
                  </a:moveTo>
                  <a:cubicBezTo>
                    <a:pt x="724" y="405"/>
                    <a:pt x="725" y="402"/>
                    <a:pt x="725" y="403"/>
                  </a:cubicBezTo>
                  <a:close/>
                  <a:moveTo>
                    <a:pt x="724" y="379"/>
                  </a:moveTo>
                  <a:cubicBezTo>
                    <a:pt x="724" y="380"/>
                    <a:pt x="723" y="379"/>
                    <a:pt x="723" y="379"/>
                  </a:cubicBezTo>
                  <a:cubicBezTo>
                    <a:pt x="723" y="379"/>
                    <a:pt x="725" y="379"/>
                    <a:pt x="724" y="379"/>
                  </a:cubicBezTo>
                  <a:close/>
                  <a:moveTo>
                    <a:pt x="721" y="336"/>
                  </a:moveTo>
                  <a:cubicBezTo>
                    <a:pt x="722" y="335"/>
                    <a:pt x="722" y="339"/>
                    <a:pt x="721" y="338"/>
                  </a:cubicBezTo>
                  <a:cubicBezTo>
                    <a:pt x="720" y="338"/>
                    <a:pt x="721" y="336"/>
                    <a:pt x="721" y="336"/>
                  </a:cubicBezTo>
                  <a:close/>
                  <a:moveTo>
                    <a:pt x="719" y="366"/>
                  </a:moveTo>
                  <a:cubicBezTo>
                    <a:pt x="721" y="365"/>
                    <a:pt x="718" y="368"/>
                    <a:pt x="719" y="366"/>
                  </a:cubicBezTo>
                  <a:cubicBezTo>
                    <a:pt x="719" y="366"/>
                    <a:pt x="719" y="366"/>
                    <a:pt x="719" y="366"/>
                  </a:cubicBezTo>
                  <a:close/>
                  <a:moveTo>
                    <a:pt x="708" y="263"/>
                  </a:moveTo>
                  <a:cubicBezTo>
                    <a:pt x="708" y="261"/>
                    <a:pt x="709" y="265"/>
                    <a:pt x="708" y="264"/>
                  </a:cubicBezTo>
                  <a:cubicBezTo>
                    <a:pt x="707" y="263"/>
                    <a:pt x="707" y="263"/>
                    <a:pt x="708" y="263"/>
                  </a:cubicBezTo>
                  <a:close/>
                  <a:moveTo>
                    <a:pt x="707" y="258"/>
                  </a:moveTo>
                  <a:cubicBezTo>
                    <a:pt x="708" y="257"/>
                    <a:pt x="707" y="260"/>
                    <a:pt x="706" y="260"/>
                  </a:cubicBezTo>
                  <a:cubicBezTo>
                    <a:pt x="705" y="259"/>
                    <a:pt x="707" y="258"/>
                    <a:pt x="707" y="258"/>
                  </a:cubicBezTo>
                  <a:close/>
                  <a:moveTo>
                    <a:pt x="681" y="522"/>
                  </a:moveTo>
                  <a:cubicBezTo>
                    <a:pt x="680" y="522"/>
                    <a:pt x="680" y="521"/>
                    <a:pt x="681" y="521"/>
                  </a:cubicBezTo>
                  <a:cubicBezTo>
                    <a:pt x="682" y="519"/>
                    <a:pt x="682" y="523"/>
                    <a:pt x="681" y="522"/>
                  </a:cubicBezTo>
                  <a:close/>
                  <a:moveTo>
                    <a:pt x="682" y="440"/>
                  </a:moveTo>
                  <a:cubicBezTo>
                    <a:pt x="681" y="440"/>
                    <a:pt x="681" y="439"/>
                    <a:pt x="682" y="438"/>
                  </a:cubicBezTo>
                  <a:cubicBezTo>
                    <a:pt x="683" y="436"/>
                    <a:pt x="684" y="441"/>
                    <a:pt x="682" y="440"/>
                  </a:cubicBezTo>
                  <a:close/>
                  <a:moveTo>
                    <a:pt x="682" y="375"/>
                  </a:moveTo>
                  <a:cubicBezTo>
                    <a:pt x="682" y="374"/>
                    <a:pt x="683" y="374"/>
                    <a:pt x="683" y="372"/>
                  </a:cubicBezTo>
                  <a:cubicBezTo>
                    <a:pt x="684" y="373"/>
                    <a:pt x="683" y="375"/>
                    <a:pt x="682" y="375"/>
                  </a:cubicBezTo>
                  <a:close/>
                  <a:moveTo>
                    <a:pt x="684" y="296"/>
                  </a:moveTo>
                  <a:cubicBezTo>
                    <a:pt x="685" y="295"/>
                    <a:pt x="685" y="297"/>
                    <a:pt x="684" y="297"/>
                  </a:cubicBezTo>
                  <a:cubicBezTo>
                    <a:pt x="684" y="297"/>
                    <a:pt x="684" y="296"/>
                    <a:pt x="684" y="296"/>
                  </a:cubicBezTo>
                  <a:close/>
                  <a:moveTo>
                    <a:pt x="685" y="292"/>
                  </a:moveTo>
                  <a:cubicBezTo>
                    <a:pt x="686" y="292"/>
                    <a:pt x="683" y="293"/>
                    <a:pt x="685" y="292"/>
                  </a:cubicBezTo>
                  <a:close/>
                  <a:moveTo>
                    <a:pt x="683" y="302"/>
                  </a:moveTo>
                  <a:cubicBezTo>
                    <a:pt x="683" y="302"/>
                    <a:pt x="684" y="301"/>
                    <a:pt x="684" y="301"/>
                  </a:cubicBezTo>
                  <a:cubicBezTo>
                    <a:pt x="684" y="301"/>
                    <a:pt x="683" y="302"/>
                    <a:pt x="683" y="302"/>
                  </a:cubicBezTo>
                  <a:close/>
                  <a:moveTo>
                    <a:pt x="685" y="376"/>
                  </a:moveTo>
                  <a:cubicBezTo>
                    <a:pt x="684" y="375"/>
                    <a:pt x="685" y="372"/>
                    <a:pt x="685" y="372"/>
                  </a:cubicBezTo>
                  <a:cubicBezTo>
                    <a:pt x="688" y="370"/>
                    <a:pt x="688" y="377"/>
                    <a:pt x="685" y="376"/>
                  </a:cubicBezTo>
                  <a:close/>
                  <a:moveTo>
                    <a:pt x="685" y="360"/>
                  </a:moveTo>
                  <a:cubicBezTo>
                    <a:pt x="685" y="358"/>
                    <a:pt x="686" y="361"/>
                    <a:pt x="685" y="361"/>
                  </a:cubicBezTo>
                  <a:cubicBezTo>
                    <a:pt x="684" y="360"/>
                    <a:pt x="685" y="360"/>
                    <a:pt x="685" y="360"/>
                  </a:cubicBezTo>
                  <a:close/>
                  <a:moveTo>
                    <a:pt x="689" y="346"/>
                  </a:moveTo>
                  <a:cubicBezTo>
                    <a:pt x="687" y="346"/>
                    <a:pt x="688" y="344"/>
                    <a:pt x="688" y="344"/>
                  </a:cubicBezTo>
                  <a:cubicBezTo>
                    <a:pt x="689" y="342"/>
                    <a:pt x="690" y="347"/>
                    <a:pt x="689" y="346"/>
                  </a:cubicBezTo>
                  <a:close/>
                  <a:moveTo>
                    <a:pt x="689" y="333"/>
                  </a:moveTo>
                  <a:cubicBezTo>
                    <a:pt x="689" y="334"/>
                    <a:pt x="688" y="331"/>
                    <a:pt x="689" y="333"/>
                  </a:cubicBezTo>
                  <a:close/>
                  <a:moveTo>
                    <a:pt x="690" y="370"/>
                  </a:moveTo>
                  <a:cubicBezTo>
                    <a:pt x="692" y="367"/>
                    <a:pt x="693" y="373"/>
                    <a:pt x="691" y="372"/>
                  </a:cubicBezTo>
                  <a:cubicBezTo>
                    <a:pt x="690" y="372"/>
                    <a:pt x="690" y="370"/>
                    <a:pt x="690" y="370"/>
                  </a:cubicBezTo>
                  <a:close/>
                  <a:moveTo>
                    <a:pt x="690" y="322"/>
                  </a:moveTo>
                  <a:cubicBezTo>
                    <a:pt x="689" y="323"/>
                    <a:pt x="692" y="320"/>
                    <a:pt x="690" y="322"/>
                  </a:cubicBezTo>
                  <a:close/>
                  <a:moveTo>
                    <a:pt x="691" y="405"/>
                  </a:moveTo>
                  <a:cubicBezTo>
                    <a:pt x="690" y="403"/>
                    <a:pt x="693" y="403"/>
                    <a:pt x="693" y="402"/>
                  </a:cubicBezTo>
                  <a:cubicBezTo>
                    <a:pt x="693" y="403"/>
                    <a:pt x="692" y="404"/>
                    <a:pt x="691" y="405"/>
                  </a:cubicBezTo>
                  <a:close/>
                  <a:moveTo>
                    <a:pt x="694" y="441"/>
                  </a:moveTo>
                  <a:cubicBezTo>
                    <a:pt x="694" y="440"/>
                    <a:pt x="695" y="439"/>
                    <a:pt x="695" y="438"/>
                  </a:cubicBezTo>
                  <a:cubicBezTo>
                    <a:pt x="696" y="439"/>
                    <a:pt x="695" y="441"/>
                    <a:pt x="694" y="441"/>
                  </a:cubicBezTo>
                  <a:close/>
                  <a:moveTo>
                    <a:pt x="695" y="391"/>
                  </a:moveTo>
                  <a:cubicBezTo>
                    <a:pt x="695" y="391"/>
                    <a:pt x="695" y="390"/>
                    <a:pt x="695" y="390"/>
                  </a:cubicBezTo>
                  <a:cubicBezTo>
                    <a:pt x="696" y="389"/>
                    <a:pt x="696" y="392"/>
                    <a:pt x="695" y="391"/>
                  </a:cubicBezTo>
                  <a:close/>
                  <a:moveTo>
                    <a:pt x="701" y="315"/>
                  </a:moveTo>
                  <a:cubicBezTo>
                    <a:pt x="701" y="316"/>
                    <a:pt x="700" y="317"/>
                    <a:pt x="699" y="316"/>
                  </a:cubicBezTo>
                  <a:cubicBezTo>
                    <a:pt x="698" y="316"/>
                    <a:pt x="700" y="313"/>
                    <a:pt x="701" y="315"/>
                  </a:cubicBezTo>
                  <a:close/>
                  <a:moveTo>
                    <a:pt x="699" y="398"/>
                  </a:moveTo>
                  <a:cubicBezTo>
                    <a:pt x="700" y="397"/>
                    <a:pt x="699" y="399"/>
                    <a:pt x="699" y="398"/>
                  </a:cubicBezTo>
                  <a:close/>
                  <a:moveTo>
                    <a:pt x="701" y="369"/>
                  </a:moveTo>
                  <a:cubicBezTo>
                    <a:pt x="700" y="369"/>
                    <a:pt x="700" y="367"/>
                    <a:pt x="701" y="367"/>
                  </a:cubicBezTo>
                  <a:cubicBezTo>
                    <a:pt x="702" y="365"/>
                    <a:pt x="703" y="370"/>
                    <a:pt x="701" y="369"/>
                  </a:cubicBezTo>
                  <a:close/>
                  <a:moveTo>
                    <a:pt x="702" y="351"/>
                  </a:moveTo>
                  <a:cubicBezTo>
                    <a:pt x="701" y="351"/>
                    <a:pt x="702" y="350"/>
                    <a:pt x="702" y="350"/>
                  </a:cubicBezTo>
                  <a:cubicBezTo>
                    <a:pt x="703" y="348"/>
                    <a:pt x="703" y="351"/>
                    <a:pt x="702" y="351"/>
                  </a:cubicBezTo>
                  <a:close/>
                  <a:moveTo>
                    <a:pt x="699" y="334"/>
                  </a:moveTo>
                  <a:cubicBezTo>
                    <a:pt x="700" y="330"/>
                    <a:pt x="702" y="327"/>
                    <a:pt x="704" y="325"/>
                  </a:cubicBezTo>
                  <a:cubicBezTo>
                    <a:pt x="703" y="328"/>
                    <a:pt x="702" y="331"/>
                    <a:pt x="699" y="334"/>
                  </a:cubicBezTo>
                  <a:close/>
                  <a:moveTo>
                    <a:pt x="704" y="313"/>
                  </a:moveTo>
                  <a:cubicBezTo>
                    <a:pt x="704" y="315"/>
                    <a:pt x="705" y="312"/>
                    <a:pt x="704" y="313"/>
                  </a:cubicBezTo>
                  <a:close/>
                  <a:moveTo>
                    <a:pt x="711" y="404"/>
                  </a:moveTo>
                  <a:cubicBezTo>
                    <a:pt x="710" y="404"/>
                    <a:pt x="710" y="402"/>
                    <a:pt x="710" y="402"/>
                  </a:cubicBezTo>
                  <a:cubicBezTo>
                    <a:pt x="712" y="401"/>
                    <a:pt x="712" y="404"/>
                    <a:pt x="711" y="404"/>
                  </a:cubicBezTo>
                  <a:close/>
                  <a:moveTo>
                    <a:pt x="709" y="371"/>
                  </a:moveTo>
                  <a:cubicBezTo>
                    <a:pt x="706" y="370"/>
                    <a:pt x="708" y="365"/>
                    <a:pt x="709" y="365"/>
                  </a:cubicBezTo>
                  <a:cubicBezTo>
                    <a:pt x="713" y="362"/>
                    <a:pt x="713" y="372"/>
                    <a:pt x="709" y="371"/>
                  </a:cubicBezTo>
                  <a:close/>
                  <a:moveTo>
                    <a:pt x="710" y="346"/>
                  </a:moveTo>
                  <a:cubicBezTo>
                    <a:pt x="711" y="345"/>
                    <a:pt x="712" y="347"/>
                    <a:pt x="710" y="347"/>
                  </a:cubicBezTo>
                  <a:cubicBezTo>
                    <a:pt x="709" y="347"/>
                    <a:pt x="710" y="346"/>
                    <a:pt x="710" y="346"/>
                  </a:cubicBezTo>
                  <a:close/>
                  <a:moveTo>
                    <a:pt x="715" y="399"/>
                  </a:moveTo>
                  <a:cubicBezTo>
                    <a:pt x="714" y="399"/>
                    <a:pt x="714" y="397"/>
                    <a:pt x="716" y="397"/>
                  </a:cubicBezTo>
                  <a:cubicBezTo>
                    <a:pt x="716" y="398"/>
                    <a:pt x="715" y="398"/>
                    <a:pt x="715" y="399"/>
                  </a:cubicBezTo>
                  <a:close/>
                  <a:moveTo>
                    <a:pt x="715" y="361"/>
                  </a:moveTo>
                  <a:cubicBezTo>
                    <a:pt x="716" y="359"/>
                    <a:pt x="716" y="364"/>
                    <a:pt x="715" y="363"/>
                  </a:cubicBezTo>
                  <a:cubicBezTo>
                    <a:pt x="714" y="363"/>
                    <a:pt x="715" y="361"/>
                    <a:pt x="715" y="361"/>
                  </a:cubicBezTo>
                  <a:close/>
                  <a:moveTo>
                    <a:pt x="715" y="292"/>
                  </a:moveTo>
                  <a:cubicBezTo>
                    <a:pt x="715" y="292"/>
                    <a:pt x="714" y="295"/>
                    <a:pt x="714" y="294"/>
                  </a:cubicBezTo>
                  <a:cubicBezTo>
                    <a:pt x="713" y="292"/>
                    <a:pt x="714" y="291"/>
                    <a:pt x="715" y="292"/>
                  </a:cubicBezTo>
                  <a:close/>
                  <a:moveTo>
                    <a:pt x="713" y="290"/>
                  </a:moveTo>
                  <a:cubicBezTo>
                    <a:pt x="714" y="289"/>
                    <a:pt x="714" y="291"/>
                    <a:pt x="714" y="291"/>
                  </a:cubicBezTo>
                  <a:cubicBezTo>
                    <a:pt x="713" y="291"/>
                    <a:pt x="713" y="291"/>
                    <a:pt x="713" y="290"/>
                  </a:cubicBezTo>
                  <a:close/>
                  <a:moveTo>
                    <a:pt x="712" y="297"/>
                  </a:moveTo>
                  <a:cubicBezTo>
                    <a:pt x="714" y="293"/>
                    <a:pt x="718" y="302"/>
                    <a:pt x="714" y="304"/>
                  </a:cubicBezTo>
                  <a:cubicBezTo>
                    <a:pt x="715" y="300"/>
                    <a:pt x="712" y="301"/>
                    <a:pt x="711" y="300"/>
                  </a:cubicBezTo>
                  <a:cubicBezTo>
                    <a:pt x="711" y="300"/>
                    <a:pt x="711" y="297"/>
                    <a:pt x="712" y="297"/>
                  </a:cubicBezTo>
                  <a:close/>
                  <a:moveTo>
                    <a:pt x="710" y="332"/>
                  </a:moveTo>
                  <a:cubicBezTo>
                    <a:pt x="711" y="330"/>
                    <a:pt x="709" y="333"/>
                    <a:pt x="710" y="332"/>
                  </a:cubicBezTo>
                  <a:close/>
                  <a:moveTo>
                    <a:pt x="710" y="338"/>
                  </a:moveTo>
                  <a:cubicBezTo>
                    <a:pt x="712" y="338"/>
                    <a:pt x="714" y="337"/>
                    <a:pt x="714" y="340"/>
                  </a:cubicBezTo>
                  <a:cubicBezTo>
                    <a:pt x="714" y="342"/>
                    <a:pt x="713" y="341"/>
                    <a:pt x="712" y="343"/>
                  </a:cubicBezTo>
                  <a:cubicBezTo>
                    <a:pt x="711" y="344"/>
                    <a:pt x="712" y="345"/>
                    <a:pt x="710" y="345"/>
                  </a:cubicBezTo>
                  <a:cubicBezTo>
                    <a:pt x="706" y="346"/>
                    <a:pt x="707" y="339"/>
                    <a:pt x="710" y="338"/>
                  </a:cubicBezTo>
                  <a:close/>
                  <a:moveTo>
                    <a:pt x="707" y="289"/>
                  </a:moveTo>
                  <a:cubicBezTo>
                    <a:pt x="707" y="291"/>
                    <a:pt x="706" y="289"/>
                    <a:pt x="707" y="289"/>
                  </a:cubicBezTo>
                  <a:close/>
                  <a:moveTo>
                    <a:pt x="706" y="334"/>
                  </a:moveTo>
                  <a:cubicBezTo>
                    <a:pt x="704" y="334"/>
                    <a:pt x="705" y="332"/>
                    <a:pt x="706" y="331"/>
                  </a:cubicBezTo>
                  <a:cubicBezTo>
                    <a:pt x="708" y="330"/>
                    <a:pt x="708" y="335"/>
                    <a:pt x="706" y="334"/>
                  </a:cubicBezTo>
                  <a:close/>
                  <a:moveTo>
                    <a:pt x="706" y="318"/>
                  </a:moveTo>
                  <a:cubicBezTo>
                    <a:pt x="707" y="318"/>
                    <a:pt x="706" y="323"/>
                    <a:pt x="705" y="324"/>
                  </a:cubicBezTo>
                  <a:cubicBezTo>
                    <a:pt x="704" y="322"/>
                    <a:pt x="705" y="319"/>
                    <a:pt x="706" y="318"/>
                  </a:cubicBezTo>
                  <a:close/>
                  <a:moveTo>
                    <a:pt x="704" y="271"/>
                  </a:moveTo>
                  <a:cubicBezTo>
                    <a:pt x="704" y="270"/>
                    <a:pt x="703" y="273"/>
                    <a:pt x="704" y="271"/>
                  </a:cubicBezTo>
                  <a:close/>
                  <a:moveTo>
                    <a:pt x="704" y="275"/>
                  </a:moveTo>
                  <a:cubicBezTo>
                    <a:pt x="704" y="277"/>
                    <a:pt x="702" y="280"/>
                    <a:pt x="700" y="282"/>
                  </a:cubicBezTo>
                  <a:cubicBezTo>
                    <a:pt x="700" y="279"/>
                    <a:pt x="703" y="278"/>
                    <a:pt x="704" y="275"/>
                  </a:cubicBezTo>
                  <a:close/>
                  <a:moveTo>
                    <a:pt x="702" y="287"/>
                  </a:moveTo>
                  <a:cubicBezTo>
                    <a:pt x="702" y="287"/>
                    <a:pt x="701" y="288"/>
                    <a:pt x="702" y="287"/>
                  </a:cubicBezTo>
                  <a:cubicBezTo>
                    <a:pt x="702" y="287"/>
                    <a:pt x="702" y="287"/>
                    <a:pt x="702" y="287"/>
                  </a:cubicBezTo>
                  <a:close/>
                  <a:moveTo>
                    <a:pt x="701" y="289"/>
                  </a:moveTo>
                  <a:cubicBezTo>
                    <a:pt x="701" y="291"/>
                    <a:pt x="699" y="290"/>
                    <a:pt x="701" y="289"/>
                  </a:cubicBezTo>
                  <a:close/>
                  <a:moveTo>
                    <a:pt x="700" y="254"/>
                  </a:moveTo>
                  <a:cubicBezTo>
                    <a:pt x="699" y="256"/>
                    <a:pt x="700" y="253"/>
                    <a:pt x="700" y="254"/>
                  </a:cubicBezTo>
                  <a:close/>
                  <a:moveTo>
                    <a:pt x="699" y="257"/>
                  </a:moveTo>
                  <a:cubicBezTo>
                    <a:pt x="699" y="257"/>
                    <a:pt x="699" y="258"/>
                    <a:pt x="698" y="258"/>
                  </a:cubicBezTo>
                  <a:cubicBezTo>
                    <a:pt x="698" y="258"/>
                    <a:pt x="698" y="258"/>
                    <a:pt x="698" y="258"/>
                  </a:cubicBezTo>
                  <a:cubicBezTo>
                    <a:pt x="698" y="258"/>
                    <a:pt x="699" y="258"/>
                    <a:pt x="699" y="257"/>
                  </a:cubicBezTo>
                  <a:close/>
                  <a:moveTo>
                    <a:pt x="698" y="308"/>
                  </a:moveTo>
                  <a:cubicBezTo>
                    <a:pt x="698" y="308"/>
                    <a:pt x="700" y="305"/>
                    <a:pt x="700" y="304"/>
                  </a:cubicBezTo>
                  <a:cubicBezTo>
                    <a:pt x="700" y="303"/>
                    <a:pt x="698" y="304"/>
                    <a:pt x="699" y="302"/>
                  </a:cubicBezTo>
                  <a:cubicBezTo>
                    <a:pt x="698" y="303"/>
                    <a:pt x="702" y="302"/>
                    <a:pt x="701" y="301"/>
                  </a:cubicBezTo>
                  <a:cubicBezTo>
                    <a:pt x="702" y="302"/>
                    <a:pt x="702" y="303"/>
                    <a:pt x="701" y="304"/>
                  </a:cubicBezTo>
                  <a:cubicBezTo>
                    <a:pt x="703" y="304"/>
                    <a:pt x="705" y="304"/>
                    <a:pt x="706" y="306"/>
                  </a:cubicBezTo>
                  <a:cubicBezTo>
                    <a:pt x="707" y="309"/>
                    <a:pt x="705" y="311"/>
                    <a:pt x="702" y="313"/>
                  </a:cubicBezTo>
                  <a:cubicBezTo>
                    <a:pt x="702" y="313"/>
                    <a:pt x="702" y="314"/>
                    <a:pt x="702" y="314"/>
                  </a:cubicBezTo>
                  <a:cubicBezTo>
                    <a:pt x="701" y="314"/>
                    <a:pt x="700" y="311"/>
                    <a:pt x="700" y="311"/>
                  </a:cubicBezTo>
                  <a:cubicBezTo>
                    <a:pt x="697" y="311"/>
                    <a:pt x="699" y="316"/>
                    <a:pt x="698" y="316"/>
                  </a:cubicBezTo>
                  <a:cubicBezTo>
                    <a:pt x="695" y="316"/>
                    <a:pt x="697" y="313"/>
                    <a:pt x="697" y="312"/>
                  </a:cubicBezTo>
                  <a:cubicBezTo>
                    <a:pt x="697" y="310"/>
                    <a:pt x="696" y="310"/>
                    <a:pt x="698" y="308"/>
                  </a:cubicBezTo>
                  <a:close/>
                  <a:moveTo>
                    <a:pt x="696" y="361"/>
                  </a:moveTo>
                  <a:cubicBezTo>
                    <a:pt x="696" y="360"/>
                    <a:pt x="698" y="361"/>
                    <a:pt x="696" y="361"/>
                  </a:cubicBezTo>
                  <a:close/>
                  <a:moveTo>
                    <a:pt x="697" y="362"/>
                  </a:moveTo>
                  <a:cubicBezTo>
                    <a:pt x="696" y="364"/>
                    <a:pt x="695" y="363"/>
                    <a:pt x="697" y="362"/>
                  </a:cubicBezTo>
                  <a:close/>
                  <a:moveTo>
                    <a:pt x="696" y="318"/>
                  </a:moveTo>
                  <a:cubicBezTo>
                    <a:pt x="697" y="316"/>
                    <a:pt x="697" y="318"/>
                    <a:pt x="696" y="319"/>
                  </a:cubicBezTo>
                  <a:cubicBezTo>
                    <a:pt x="696" y="319"/>
                    <a:pt x="696" y="318"/>
                    <a:pt x="696" y="318"/>
                  </a:cubicBezTo>
                  <a:close/>
                  <a:moveTo>
                    <a:pt x="697" y="376"/>
                  </a:moveTo>
                  <a:cubicBezTo>
                    <a:pt x="697" y="376"/>
                    <a:pt x="698" y="382"/>
                    <a:pt x="696" y="382"/>
                  </a:cubicBezTo>
                  <a:cubicBezTo>
                    <a:pt x="694" y="382"/>
                    <a:pt x="694" y="376"/>
                    <a:pt x="697" y="376"/>
                  </a:cubicBezTo>
                  <a:close/>
                  <a:moveTo>
                    <a:pt x="691" y="299"/>
                  </a:moveTo>
                  <a:cubicBezTo>
                    <a:pt x="692" y="297"/>
                    <a:pt x="692" y="294"/>
                    <a:pt x="695" y="294"/>
                  </a:cubicBezTo>
                  <a:cubicBezTo>
                    <a:pt x="692" y="300"/>
                    <a:pt x="687" y="306"/>
                    <a:pt x="684" y="312"/>
                  </a:cubicBezTo>
                  <a:cubicBezTo>
                    <a:pt x="682" y="316"/>
                    <a:pt x="685" y="307"/>
                    <a:pt x="686" y="306"/>
                  </a:cubicBezTo>
                  <a:cubicBezTo>
                    <a:pt x="687" y="303"/>
                    <a:pt x="690" y="300"/>
                    <a:pt x="691" y="299"/>
                  </a:cubicBezTo>
                  <a:close/>
                  <a:moveTo>
                    <a:pt x="688" y="279"/>
                  </a:moveTo>
                  <a:cubicBezTo>
                    <a:pt x="689" y="278"/>
                    <a:pt x="689" y="281"/>
                    <a:pt x="689" y="281"/>
                  </a:cubicBezTo>
                  <a:cubicBezTo>
                    <a:pt x="688" y="281"/>
                    <a:pt x="688" y="280"/>
                    <a:pt x="688" y="279"/>
                  </a:cubicBezTo>
                  <a:close/>
                  <a:moveTo>
                    <a:pt x="687" y="283"/>
                  </a:moveTo>
                  <a:cubicBezTo>
                    <a:pt x="689" y="281"/>
                    <a:pt x="688" y="285"/>
                    <a:pt x="687" y="284"/>
                  </a:cubicBezTo>
                  <a:cubicBezTo>
                    <a:pt x="687" y="284"/>
                    <a:pt x="687" y="283"/>
                    <a:pt x="687" y="283"/>
                  </a:cubicBezTo>
                  <a:close/>
                  <a:moveTo>
                    <a:pt x="687" y="286"/>
                  </a:moveTo>
                  <a:cubicBezTo>
                    <a:pt x="687" y="288"/>
                    <a:pt x="683" y="289"/>
                    <a:pt x="683" y="287"/>
                  </a:cubicBezTo>
                  <a:cubicBezTo>
                    <a:pt x="682" y="284"/>
                    <a:pt x="688" y="282"/>
                    <a:pt x="687" y="286"/>
                  </a:cubicBezTo>
                  <a:close/>
                  <a:moveTo>
                    <a:pt x="681" y="268"/>
                  </a:moveTo>
                  <a:cubicBezTo>
                    <a:pt x="680" y="268"/>
                    <a:pt x="682" y="267"/>
                    <a:pt x="681" y="268"/>
                  </a:cubicBezTo>
                  <a:close/>
                  <a:moveTo>
                    <a:pt x="681" y="294"/>
                  </a:moveTo>
                  <a:cubicBezTo>
                    <a:pt x="681" y="293"/>
                    <a:pt x="681" y="292"/>
                    <a:pt x="682" y="293"/>
                  </a:cubicBezTo>
                  <a:cubicBezTo>
                    <a:pt x="686" y="296"/>
                    <a:pt x="677" y="297"/>
                    <a:pt x="681" y="294"/>
                  </a:cubicBezTo>
                  <a:close/>
                  <a:moveTo>
                    <a:pt x="662" y="447"/>
                  </a:moveTo>
                  <a:cubicBezTo>
                    <a:pt x="663" y="446"/>
                    <a:pt x="661" y="449"/>
                    <a:pt x="662" y="447"/>
                  </a:cubicBezTo>
                  <a:close/>
                  <a:moveTo>
                    <a:pt x="670" y="503"/>
                  </a:moveTo>
                  <a:cubicBezTo>
                    <a:pt x="671" y="502"/>
                    <a:pt x="670" y="504"/>
                    <a:pt x="670" y="503"/>
                  </a:cubicBezTo>
                  <a:close/>
                  <a:moveTo>
                    <a:pt x="674" y="402"/>
                  </a:moveTo>
                  <a:cubicBezTo>
                    <a:pt x="674" y="401"/>
                    <a:pt x="675" y="401"/>
                    <a:pt x="675" y="400"/>
                  </a:cubicBezTo>
                  <a:cubicBezTo>
                    <a:pt x="676" y="400"/>
                    <a:pt x="675" y="402"/>
                    <a:pt x="674" y="402"/>
                  </a:cubicBezTo>
                  <a:close/>
                  <a:moveTo>
                    <a:pt x="677" y="399"/>
                  </a:moveTo>
                  <a:cubicBezTo>
                    <a:pt x="675" y="398"/>
                    <a:pt x="677" y="396"/>
                    <a:pt x="678" y="395"/>
                  </a:cubicBezTo>
                  <a:cubicBezTo>
                    <a:pt x="678" y="396"/>
                    <a:pt x="676" y="398"/>
                    <a:pt x="677" y="399"/>
                  </a:cubicBezTo>
                  <a:close/>
                  <a:moveTo>
                    <a:pt x="678" y="340"/>
                  </a:moveTo>
                  <a:cubicBezTo>
                    <a:pt x="679" y="340"/>
                    <a:pt x="677" y="341"/>
                    <a:pt x="678" y="340"/>
                  </a:cubicBezTo>
                  <a:close/>
                  <a:moveTo>
                    <a:pt x="679" y="510"/>
                  </a:moveTo>
                  <a:cubicBezTo>
                    <a:pt x="678" y="510"/>
                    <a:pt x="678" y="509"/>
                    <a:pt x="679" y="508"/>
                  </a:cubicBezTo>
                  <a:cubicBezTo>
                    <a:pt x="680" y="507"/>
                    <a:pt x="680" y="510"/>
                    <a:pt x="679" y="510"/>
                  </a:cubicBezTo>
                  <a:close/>
                  <a:moveTo>
                    <a:pt x="679" y="393"/>
                  </a:moveTo>
                  <a:cubicBezTo>
                    <a:pt x="679" y="392"/>
                    <a:pt x="679" y="392"/>
                    <a:pt x="679" y="391"/>
                  </a:cubicBezTo>
                  <a:cubicBezTo>
                    <a:pt x="680" y="391"/>
                    <a:pt x="679" y="393"/>
                    <a:pt x="679" y="393"/>
                  </a:cubicBezTo>
                  <a:close/>
                  <a:moveTo>
                    <a:pt x="678" y="281"/>
                  </a:moveTo>
                  <a:cubicBezTo>
                    <a:pt x="679" y="281"/>
                    <a:pt x="679" y="281"/>
                    <a:pt x="679" y="281"/>
                  </a:cubicBezTo>
                  <a:cubicBezTo>
                    <a:pt x="679" y="283"/>
                    <a:pt x="677" y="279"/>
                    <a:pt x="678" y="281"/>
                  </a:cubicBezTo>
                  <a:close/>
                  <a:moveTo>
                    <a:pt x="677" y="329"/>
                  </a:moveTo>
                  <a:cubicBezTo>
                    <a:pt x="675" y="328"/>
                    <a:pt x="676" y="327"/>
                    <a:pt x="676" y="326"/>
                  </a:cubicBezTo>
                  <a:cubicBezTo>
                    <a:pt x="678" y="324"/>
                    <a:pt x="679" y="329"/>
                    <a:pt x="677" y="329"/>
                  </a:cubicBezTo>
                  <a:close/>
                  <a:moveTo>
                    <a:pt x="676" y="297"/>
                  </a:moveTo>
                  <a:cubicBezTo>
                    <a:pt x="677" y="295"/>
                    <a:pt x="677" y="299"/>
                    <a:pt x="676" y="298"/>
                  </a:cubicBezTo>
                  <a:cubicBezTo>
                    <a:pt x="675" y="298"/>
                    <a:pt x="675" y="297"/>
                    <a:pt x="676" y="297"/>
                  </a:cubicBezTo>
                  <a:close/>
                  <a:moveTo>
                    <a:pt x="672" y="331"/>
                  </a:moveTo>
                  <a:cubicBezTo>
                    <a:pt x="673" y="330"/>
                    <a:pt x="672" y="333"/>
                    <a:pt x="672" y="331"/>
                  </a:cubicBezTo>
                  <a:close/>
                  <a:moveTo>
                    <a:pt x="671" y="297"/>
                  </a:moveTo>
                  <a:cubicBezTo>
                    <a:pt x="671" y="297"/>
                    <a:pt x="671" y="297"/>
                    <a:pt x="671" y="298"/>
                  </a:cubicBezTo>
                  <a:cubicBezTo>
                    <a:pt x="670" y="299"/>
                    <a:pt x="671" y="298"/>
                    <a:pt x="671" y="297"/>
                  </a:cubicBezTo>
                  <a:close/>
                  <a:moveTo>
                    <a:pt x="671" y="292"/>
                  </a:moveTo>
                  <a:cubicBezTo>
                    <a:pt x="670" y="294"/>
                    <a:pt x="669" y="295"/>
                    <a:pt x="667" y="297"/>
                  </a:cubicBezTo>
                  <a:cubicBezTo>
                    <a:pt x="668" y="295"/>
                    <a:pt x="669" y="293"/>
                    <a:pt x="671" y="292"/>
                  </a:cubicBezTo>
                  <a:close/>
                  <a:moveTo>
                    <a:pt x="669" y="376"/>
                  </a:moveTo>
                  <a:cubicBezTo>
                    <a:pt x="668" y="375"/>
                    <a:pt x="669" y="374"/>
                    <a:pt x="670" y="374"/>
                  </a:cubicBezTo>
                  <a:cubicBezTo>
                    <a:pt x="671" y="372"/>
                    <a:pt x="670" y="377"/>
                    <a:pt x="669" y="376"/>
                  </a:cubicBezTo>
                  <a:close/>
                  <a:moveTo>
                    <a:pt x="668" y="309"/>
                  </a:moveTo>
                  <a:cubicBezTo>
                    <a:pt x="669" y="309"/>
                    <a:pt x="666" y="310"/>
                    <a:pt x="668" y="309"/>
                  </a:cubicBezTo>
                  <a:close/>
                  <a:moveTo>
                    <a:pt x="665" y="407"/>
                  </a:moveTo>
                  <a:cubicBezTo>
                    <a:pt x="666" y="407"/>
                    <a:pt x="667" y="406"/>
                    <a:pt x="667" y="405"/>
                  </a:cubicBezTo>
                  <a:cubicBezTo>
                    <a:pt x="669" y="402"/>
                    <a:pt x="672" y="396"/>
                    <a:pt x="673" y="391"/>
                  </a:cubicBezTo>
                  <a:cubicBezTo>
                    <a:pt x="674" y="387"/>
                    <a:pt x="674" y="383"/>
                    <a:pt x="675" y="380"/>
                  </a:cubicBezTo>
                  <a:cubicBezTo>
                    <a:pt x="675" y="380"/>
                    <a:pt x="676" y="380"/>
                    <a:pt x="676" y="380"/>
                  </a:cubicBezTo>
                  <a:cubicBezTo>
                    <a:pt x="677" y="380"/>
                    <a:pt x="675" y="387"/>
                    <a:pt x="675" y="389"/>
                  </a:cubicBezTo>
                  <a:cubicBezTo>
                    <a:pt x="673" y="391"/>
                    <a:pt x="673" y="394"/>
                    <a:pt x="672" y="397"/>
                  </a:cubicBezTo>
                  <a:cubicBezTo>
                    <a:pt x="671" y="400"/>
                    <a:pt x="668" y="404"/>
                    <a:pt x="668" y="406"/>
                  </a:cubicBezTo>
                  <a:cubicBezTo>
                    <a:pt x="668" y="406"/>
                    <a:pt x="670" y="407"/>
                    <a:pt x="670" y="408"/>
                  </a:cubicBezTo>
                  <a:cubicBezTo>
                    <a:pt x="671" y="413"/>
                    <a:pt x="663" y="413"/>
                    <a:pt x="665" y="407"/>
                  </a:cubicBezTo>
                  <a:close/>
                  <a:moveTo>
                    <a:pt x="664" y="303"/>
                  </a:moveTo>
                  <a:cubicBezTo>
                    <a:pt x="665" y="303"/>
                    <a:pt x="664" y="306"/>
                    <a:pt x="663" y="305"/>
                  </a:cubicBezTo>
                  <a:cubicBezTo>
                    <a:pt x="662" y="305"/>
                    <a:pt x="663" y="304"/>
                    <a:pt x="664" y="303"/>
                  </a:cubicBezTo>
                  <a:close/>
                  <a:moveTo>
                    <a:pt x="663" y="285"/>
                  </a:moveTo>
                  <a:cubicBezTo>
                    <a:pt x="663" y="284"/>
                    <a:pt x="662" y="286"/>
                    <a:pt x="663" y="285"/>
                  </a:cubicBezTo>
                  <a:close/>
                  <a:moveTo>
                    <a:pt x="662" y="401"/>
                  </a:moveTo>
                  <a:cubicBezTo>
                    <a:pt x="663" y="402"/>
                    <a:pt x="661" y="403"/>
                    <a:pt x="662" y="401"/>
                  </a:cubicBezTo>
                  <a:close/>
                  <a:moveTo>
                    <a:pt x="660" y="496"/>
                  </a:moveTo>
                  <a:cubicBezTo>
                    <a:pt x="661" y="494"/>
                    <a:pt x="662" y="498"/>
                    <a:pt x="660" y="497"/>
                  </a:cubicBezTo>
                  <a:cubicBezTo>
                    <a:pt x="660" y="497"/>
                    <a:pt x="660" y="496"/>
                    <a:pt x="660" y="496"/>
                  </a:cubicBezTo>
                  <a:close/>
                  <a:moveTo>
                    <a:pt x="657" y="276"/>
                  </a:moveTo>
                  <a:cubicBezTo>
                    <a:pt x="657" y="276"/>
                    <a:pt x="656" y="278"/>
                    <a:pt x="655" y="278"/>
                  </a:cubicBezTo>
                  <a:cubicBezTo>
                    <a:pt x="655" y="277"/>
                    <a:pt x="656" y="277"/>
                    <a:pt x="657" y="276"/>
                  </a:cubicBezTo>
                  <a:close/>
                  <a:moveTo>
                    <a:pt x="655" y="292"/>
                  </a:move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lose/>
                  <a:moveTo>
                    <a:pt x="652" y="270"/>
                  </a:moveTo>
                  <a:cubicBezTo>
                    <a:pt x="651" y="272"/>
                    <a:pt x="654" y="269"/>
                    <a:pt x="652" y="270"/>
                  </a:cubicBezTo>
                  <a:close/>
                  <a:moveTo>
                    <a:pt x="634" y="278"/>
                  </a:moveTo>
                  <a:cubicBezTo>
                    <a:pt x="633" y="276"/>
                    <a:pt x="635" y="277"/>
                    <a:pt x="634" y="278"/>
                  </a:cubicBezTo>
                  <a:close/>
                  <a:moveTo>
                    <a:pt x="635" y="274"/>
                  </a:moveTo>
                  <a:cubicBezTo>
                    <a:pt x="636" y="274"/>
                    <a:pt x="634" y="275"/>
                    <a:pt x="635" y="274"/>
                  </a:cubicBezTo>
                  <a:close/>
                  <a:moveTo>
                    <a:pt x="642" y="409"/>
                  </a:moveTo>
                  <a:cubicBezTo>
                    <a:pt x="642" y="409"/>
                    <a:pt x="643" y="409"/>
                    <a:pt x="643" y="410"/>
                  </a:cubicBezTo>
                  <a:cubicBezTo>
                    <a:pt x="643" y="410"/>
                    <a:pt x="641" y="411"/>
                    <a:pt x="642" y="409"/>
                  </a:cubicBezTo>
                  <a:close/>
                  <a:moveTo>
                    <a:pt x="644" y="345"/>
                  </a:moveTo>
                  <a:cubicBezTo>
                    <a:pt x="643" y="345"/>
                    <a:pt x="644" y="344"/>
                    <a:pt x="644" y="344"/>
                  </a:cubicBezTo>
                  <a:cubicBezTo>
                    <a:pt x="645" y="342"/>
                    <a:pt x="645" y="345"/>
                    <a:pt x="644" y="345"/>
                  </a:cubicBezTo>
                  <a:close/>
                  <a:moveTo>
                    <a:pt x="644" y="398"/>
                  </a:moveTo>
                  <a:cubicBezTo>
                    <a:pt x="644" y="400"/>
                    <a:pt x="645" y="397"/>
                    <a:pt x="644" y="398"/>
                  </a:cubicBezTo>
                  <a:close/>
                  <a:moveTo>
                    <a:pt x="644" y="300"/>
                  </a:moveTo>
                  <a:cubicBezTo>
                    <a:pt x="643" y="300"/>
                    <a:pt x="644" y="299"/>
                    <a:pt x="644" y="298"/>
                  </a:cubicBezTo>
                  <a:cubicBezTo>
                    <a:pt x="646" y="297"/>
                    <a:pt x="646" y="301"/>
                    <a:pt x="644" y="300"/>
                  </a:cubicBezTo>
                  <a:close/>
                  <a:moveTo>
                    <a:pt x="646" y="462"/>
                  </a:moveTo>
                  <a:cubicBezTo>
                    <a:pt x="646" y="462"/>
                    <a:pt x="647" y="462"/>
                    <a:pt x="647" y="462"/>
                  </a:cubicBezTo>
                  <a:cubicBezTo>
                    <a:pt x="648" y="462"/>
                    <a:pt x="645" y="464"/>
                    <a:pt x="646" y="462"/>
                  </a:cubicBezTo>
                  <a:close/>
                  <a:moveTo>
                    <a:pt x="647" y="333"/>
                  </a:moveTo>
                  <a:cubicBezTo>
                    <a:pt x="646" y="333"/>
                    <a:pt x="647" y="332"/>
                    <a:pt x="647" y="332"/>
                  </a:cubicBezTo>
                  <a:cubicBezTo>
                    <a:pt x="648" y="331"/>
                    <a:pt x="648" y="334"/>
                    <a:pt x="647" y="333"/>
                  </a:cubicBezTo>
                  <a:close/>
                  <a:moveTo>
                    <a:pt x="657" y="550"/>
                  </a:moveTo>
                  <a:cubicBezTo>
                    <a:pt x="656" y="549"/>
                    <a:pt x="657" y="547"/>
                    <a:pt x="657" y="547"/>
                  </a:cubicBezTo>
                  <a:cubicBezTo>
                    <a:pt x="658" y="545"/>
                    <a:pt x="658" y="550"/>
                    <a:pt x="657" y="550"/>
                  </a:cubicBezTo>
                  <a:close/>
                  <a:moveTo>
                    <a:pt x="660" y="397"/>
                  </a:moveTo>
                  <a:cubicBezTo>
                    <a:pt x="659" y="398"/>
                    <a:pt x="659" y="398"/>
                    <a:pt x="660" y="397"/>
                  </a:cubicBezTo>
                  <a:close/>
                  <a:moveTo>
                    <a:pt x="659" y="427"/>
                  </a:moveTo>
                  <a:cubicBezTo>
                    <a:pt x="660" y="429"/>
                    <a:pt x="658" y="432"/>
                    <a:pt x="657" y="434"/>
                  </a:cubicBezTo>
                  <a:cubicBezTo>
                    <a:pt x="657" y="432"/>
                    <a:pt x="658" y="429"/>
                    <a:pt x="659" y="427"/>
                  </a:cubicBezTo>
                  <a:close/>
                  <a:moveTo>
                    <a:pt x="657" y="435"/>
                  </a:moveTo>
                  <a:cubicBezTo>
                    <a:pt x="657" y="435"/>
                    <a:pt x="657" y="438"/>
                    <a:pt x="655" y="438"/>
                  </a:cubicBezTo>
                  <a:cubicBezTo>
                    <a:pt x="655" y="437"/>
                    <a:pt x="656" y="436"/>
                    <a:pt x="657" y="435"/>
                  </a:cubicBezTo>
                  <a:close/>
                  <a:moveTo>
                    <a:pt x="652" y="328"/>
                  </a:moveTo>
                  <a:cubicBezTo>
                    <a:pt x="652" y="328"/>
                    <a:pt x="653" y="327"/>
                    <a:pt x="653" y="327"/>
                  </a:cubicBezTo>
                  <a:cubicBezTo>
                    <a:pt x="655" y="329"/>
                    <a:pt x="651" y="331"/>
                    <a:pt x="652" y="328"/>
                  </a:cubicBezTo>
                  <a:close/>
                  <a:moveTo>
                    <a:pt x="648" y="307"/>
                  </a:moveTo>
                  <a:cubicBezTo>
                    <a:pt x="653" y="304"/>
                    <a:pt x="650" y="313"/>
                    <a:pt x="649" y="313"/>
                  </a:cubicBezTo>
                  <a:cubicBezTo>
                    <a:pt x="647" y="313"/>
                    <a:pt x="647" y="308"/>
                    <a:pt x="648" y="307"/>
                  </a:cubicBezTo>
                  <a:close/>
                  <a:moveTo>
                    <a:pt x="645" y="296"/>
                  </a:moveTo>
                  <a:cubicBezTo>
                    <a:pt x="643" y="295"/>
                    <a:pt x="645" y="290"/>
                    <a:pt x="646" y="290"/>
                  </a:cubicBezTo>
                  <a:cubicBezTo>
                    <a:pt x="651" y="287"/>
                    <a:pt x="648" y="297"/>
                    <a:pt x="645" y="296"/>
                  </a:cubicBezTo>
                  <a:close/>
                  <a:moveTo>
                    <a:pt x="644" y="284"/>
                  </a:moveTo>
                  <a:cubicBezTo>
                    <a:pt x="644" y="285"/>
                    <a:pt x="645" y="283"/>
                    <a:pt x="644" y="284"/>
                  </a:cubicBezTo>
                  <a:close/>
                  <a:moveTo>
                    <a:pt x="642" y="284"/>
                  </a:moveTo>
                  <a:cubicBezTo>
                    <a:pt x="642" y="284"/>
                    <a:pt x="643" y="283"/>
                    <a:pt x="644" y="284"/>
                  </a:cubicBezTo>
                  <a:cubicBezTo>
                    <a:pt x="646" y="285"/>
                    <a:pt x="641" y="287"/>
                    <a:pt x="642" y="284"/>
                  </a:cubicBezTo>
                  <a:close/>
                  <a:moveTo>
                    <a:pt x="642" y="317"/>
                  </a:moveTo>
                  <a:cubicBezTo>
                    <a:pt x="642" y="318"/>
                    <a:pt x="641" y="317"/>
                    <a:pt x="642" y="317"/>
                  </a:cubicBezTo>
                  <a:close/>
                  <a:moveTo>
                    <a:pt x="642" y="399"/>
                  </a:moveTo>
                  <a:cubicBezTo>
                    <a:pt x="643" y="399"/>
                    <a:pt x="640" y="402"/>
                    <a:pt x="641" y="400"/>
                  </a:cubicBezTo>
                  <a:cubicBezTo>
                    <a:pt x="641" y="400"/>
                    <a:pt x="641" y="399"/>
                    <a:pt x="642" y="399"/>
                  </a:cubicBezTo>
                  <a:close/>
                  <a:moveTo>
                    <a:pt x="641" y="283"/>
                  </a:moveTo>
                  <a:cubicBezTo>
                    <a:pt x="642" y="282"/>
                    <a:pt x="639" y="285"/>
                    <a:pt x="641" y="283"/>
                  </a:cubicBezTo>
                  <a:close/>
                  <a:moveTo>
                    <a:pt x="640" y="331"/>
                  </a:moveTo>
                  <a:cubicBezTo>
                    <a:pt x="640" y="331"/>
                    <a:pt x="640" y="331"/>
                    <a:pt x="640" y="331"/>
                  </a:cubicBezTo>
                  <a:cubicBezTo>
                    <a:pt x="640" y="331"/>
                    <a:pt x="640" y="332"/>
                    <a:pt x="640" y="331"/>
                  </a:cubicBezTo>
                  <a:close/>
                  <a:moveTo>
                    <a:pt x="640" y="338"/>
                  </a:moveTo>
                  <a:cubicBezTo>
                    <a:pt x="641" y="339"/>
                    <a:pt x="639" y="341"/>
                    <a:pt x="639" y="342"/>
                  </a:cubicBezTo>
                  <a:cubicBezTo>
                    <a:pt x="638" y="341"/>
                    <a:pt x="640" y="339"/>
                    <a:pt x="640" y="338"/>
                  </a:cubicBezTo>
                  <a:close/>
                  <a:moveTo>
                    <a:pt x="638" y="310"/>
                  </a:moveTo>
                  <a:cubicBezTo>
                    <a:pt x="638" y="309"/>
                    <a:pt x="639" y="312"/>
                    <a:pt x="638" y="310"/>
                  </a:cubicBezTo>
                  <a:close/>
                  <a:moveTo>
                    <a:pt x="638" y="342"/>
                  </a:moveTo>
                  <a:cubicBezTo>
                    <a:pt x="639" y="343"/>
                    <a:pt x="639" y="344"/>
                    <a:pt x="638" y="344"/>
                  </a:cubicBezTo>
                  <a:cubicBezTo>
                    <a:pt x="638" y="343"/>
                    <a:pt x="639" y="343"/>
                    <a:pt x="638" y="342"/>
                  </a:cubicBezTo>
                  <a:close/>
                  <a:moveTo>
                    <a:pt x="637" y="288"/>
                  </a:moveTo>
                  <a:cubicBezTo>
                    <a:pt x="638" y="289"/>
                    <a:pt x="637" y="289"/>
                    <a:pt x="637" y="290"/>
                  </a:cubicBezTo>
                  <a:cubicBezTo>
                    <a:pt x="636" y="290"/>
                    <a:pt x="637" y="289"/>
                    <a:pt x="637" y="288"/>
                  </a:cubicBezTo>
                  <a:close/>
                  <a:moveTo>
                    <a:pt x="637" y="346"/>
                  </a:moveTo>
                  <a:cubicBezTo>
                    <a:pt x="638" y="345"/>
                    <a:pt x="637" y="347"/>
                    <a:pt x="637" y="347"/>
                  </a:cubicBezTo>
                  <a:cubicBezTo>
                    <a:pt x="636" y="346"/>
                    <a:pt x="637" y="346"/>
                    <a:pt x="637" y="346"/>
                  </a:cubicBezTo>
                  <a:close/>
                  <a:moveTo>
                    <a:pt x="665" y="224"/>
                  </a:moveTo>
                  <a:cubicBezTo>
                    <a:pt x="665" y="225"/>
                    <a:pt x="664" y="226"/>
                    <a:pt x="662" y="227"/>
                  </a:cubicBezTo>
                  <a:cubicBezTo>
                    <a:pt x="663" y="226"/>
                    <a:pt x="664" y="225"/>
                    <a:pt x="665" y="224"/>
                  </a:cubicBezTo>
                  <a:close/>
                  <a:moveTo>
                    <a:pt x="661" y="224"/>
                  </a:moveTo>
                  <a:cubicBezTo>
                    <a:pt x="662" y="222"/>
                    <a:pt x="660" y="225"/>
                    <a:pt x="661" y="224"/>
                  </a:cubicBezTo>
                  <a:close/>
                  <a:moveTo>
                    <a:pt x="649" y="222"/>
                  </a:moveTo>
                  <a:cubicBezTo>
                    <a:pt x="651" y="224"/>
                    <a:pt x="647" y="225"/>
                    <a:pt x="649" y="222"/>
                  </a:cubicBezTo>
                  <a:close/>
                  <a:moveTo>
                    <a:pt x="633" y="251"/>
                  </a:moveTo>
                  <a:cubicBezTo>
                    <a:pt x="632" y="252"/>
                    <a:pt x="633" y="249"/>
                    <a:pt x="633" y="251"/>
                  </a:cubicBezTo>
                  <a:close/>
                  <a:moveTo>
                    <a:pt x="639" y="244"/>
                  </a:moveTo>
                  <a:cubicBezTo>
                    <a:pt x="640" y="245"/>
                    <a:pt x="640" y="248"/>
                    <a:pt x="640" y="250"/>
                  </a:cubicBezTo>
                  <a:cubicBezTo>
                    <a:pt x="638" y="248"/>
                    <a:pt x="639" y="246"/>
                    <a:pt x="639" y="244"/>
                  </a:cubicBezTo>
                  <a:close/>
                  <a:moveTo>
                    <a:pt x="636" y="224"/>
                  </a:moveTo>
                  <a:cubicBezTo>
                    <a:pt x="639" y="227"/>
                    <a:pt x="634" y="229"/>
                    <a:pt x="633" y="230"/>
                  </a:cubicBezTo>
                  <a:cubicBezTo>
                    <a:pt x="631" y="228"/>
                    <a:pt x="634" y="221"/>
                    <a:pt x="636" y="224"/>
                  </a:cubicBezTo>
                  <a:close/>
                  <a:moveTo>
                    <a:pt x="584" y="184"/>
                  </a:moveTo>
                  <a:cubicBezTo>
                    <a:pt x="584" y="184"/>
                    <a:pt x="584" y="185"/>
                    <a:pt x="584" y="185"/>
                  </a:cubicBezTo>
                  <a:cubicBezTo>
                    <a:pt x="585" y="188"/>
                    <a:pt x="581" y="186"/>
                    <a:pt x="584" y="184"/>
                  </a:cubicBezTo>
                  <a:close/>
                  <a:moveTo>
                    <a:pt x="522" y="137"/>
                  </a:moveTo>
                  <a:cubicBezTo>
                    <a:pt x="522" y="138"/>
                    <a:pt x="520" y="138"/>
                    <a:pt x="520" y="138"/>
                  </a:cubicBezTo>
                  <a:cubicBezTo>
                    <a:pt x="520" y="137"/>
                    <a:pt x="521" y="137"/>
                    <a:pt x="522" y="137"/>
                  </a:cubicBezTo>
                  <a:close/>
                  <a:moveTo>
                    <a:pt x="518" y="129"/>
                  </a:moveTo>
                  <a:cubicBezTo>
                    <a:pt x="518" y="129"/>
                    <a:pt x="518" y="129"/>
                    <a:pt x="518" y="129"/>
                  </a:cubicBezTo>
                  <a:cubicBezTo>
                    <a:pt x="519" y="131"/>
                    <a:pt x="516" y="128"/>
                    <a:pt x="518" y="129"/>
                  </a:cubicBezTo>
                  <a:close/>
                  <a:moveTo>
                    <a:pt x="513" y="127"/>
                  </a:moveTo>
                  <a:cubicBezTo>
                    <a:pt x="513" y="128"/>
                    <a:pt x="511" y="128"/>
                    <a:pt x="511" y="127"/>
                  </a:cubicBezTo>
                  <a:cubicBezTo>
                    <a:pt x="511" y="127"/>
                    <a:pt x="513" y="126"/>
                    <a:pt x="513" y="127"/>
                  </a:cubicBezTo>
                  <a:close/>
                  <a:moveTo>
                    <a:pt x="509" y="137"/>
                  </a:moveTo>
                  <a:cubicBezTo>
                    <a:pt x="510" y="137"/>
                    <a:pt x="509" y="138"/>
                    <a:pt x="508" y="137"/>
                  </a:cubicBezTo>
                  <a:cubicBezTo>
                    <a:pt x="508" y="137"/>
                    <a:pt x="509" y="136"/>
                    <a:pt x="509" y="137"/>
                  </a:cubicBezTo>
                  <a:close/>
                  <a:moveTo>
                    <a:pt x="484" y="708"/>
                  </a:moveTo>
                  <a:cubicBezTo>
                    <a:pt x="483" y="705"/>
                    <a:pt x="489" y="705"/>
                    <a:pt x="490" y="705"/>
                  </a:cubicBezTo>
                  <a:cubicBezTo>
                    <a:pt x="490" y="705"/>
                    <a:pt x="485" y="709"/>
                    <a:pt x="484" y="708"/>
                  </a:cubicBezTo>
                  <a:close/>
                  <a:moveTo>
                    <a:pt x="486" y="289"/>
                  </a:moveTo>
                  <a:cubicBezTo>
                    <a:pt x="485" y="290"/>
                    <a:pt x="484" y="289"/>
                    <a:pt x="485" y="289"/>
                  </a:cubicBezTo>
                  <a:cubicBezTo>
                    <a:pt x="485" y="287"/>
                    <a:pt x="486" y="289"/>
                    <a:pt x="486" y="289"/>
                  </a:cubicBezTo>
                  <a:close/>
                  <a:moveTo>
                    <a:pt x="486" y="592"/>
                  </a:moveTo>
                  <a:cubicBezTo>
                    <a:pt x="486" y="590"/>
                    <a:pt x="488" y="591"/>
                    <a:pt x="486" y="592"/>
                  </a:cubicBezTo>
                  <a:close/>
                  <a:moveTo>
                    <a:pt x="484" y="157"/>
                  </a:moveTo>
                  <a:cubicBezTo>
                    <a:pt x="483" y="157"/>
                    <a:pt x="485" y="155"/>
                    <a:pt x="485" y="157"/>
                  </a:cubicBezTo>
                  <a:cubicBezTo>
                    <a:pt x="485" y="156"/>
                    <a:pt x="485" y="158"/>
                    <a:pt x="484" y="157"/>
                  </a:cubicBezTo>
                  <a:close/>
                  <a:moveTo>
                    <a:pt x="492" y="682"/>
                  </a:moveTo>
                  <a:cubicBezTo>
                    <a:pt x="489" y="683"/>
                    <a:pt x="487" y="685"/>
                    <a:pt x="485" y="685"/>
                  </a:cubicBezTo>
                  <a:cubicBezTo>
                    <a:pt x="482" y="685"/>
                    <a:pt x="487" y="682"/>
                    <a:pt x="487" y="682"/>
                  </a:cubicBezTo>
                  <a:cubicBezTo>
                    <a:pt x="489" y="682"/>
                    <a:pt x="490" y="682"/>
                    <a:pt x="492" y="682"/>
                  </a:cubicBezTo>
                  <a:cubicBezTo>
                    <a:pt x="492" y="682"/>
                    <a:pt x="493" y="682"/>
                    <a:pt x="494" y="682"/>
                  </a:cubicBezTo>
                  <a:cubicBezTo>
                    <a:pt x="493" y="682"/>
                    <a:pt x="492" y="682"/>
                    <a:pt x="492" y="682"/>
                  </a:cubicBezTo>
                  <a:close/>
                  <a:moveTo>
                    <a:pt x="488" y="242"/>
                  </a:moveTo>
                  <a:cubicBezTo>
                    <a:pt x="490" y="244"/>
                    <a:pt x="486" y="242"/>
                    <a:pt x="488" y="242"/>
                  </a:cubicBezTo>
                  <a:close/>
                  <a:moveTo>
                    <a:pt x="491" y="215"/>
                  </a:moveTo>
                  <a:cubicBezTo>
                    <a:pt x="491" y="215"/>
                    <a:pt x="493" y="214"/>
                    <a:pt x="492" y="215"/>
                  </a:cubicBezTo>
                  <a:cubicBezTo>
                    <a:pt x="492" y="216"/>
                    <a:pt x="491" y="215"/>
                    <a:pt x="491" y="215"/>
                  </a:cubicBezTo>
                  <a:close/>
                  <a:moveTo>
                    <a:pt x="492" y="262"/>
                  </a:moveTo>
                  <a:cubicBezTo>
                    <a:pt x="493" y="262"/>
                    <a:pt x="491" y="263"/>
                    <a:pt x="491" y="262"/>
                  </a:cubicBezTo>
                  <a:cubicBezTo>
                    <a:pt x="491" y="262"/>
                    <a:pt x="492" y="262"/>
                    <a:pt x="492" y="262"/>
                  </a:cubicBezTo>
                  <a:close/>
                  <a:moveTo>
                    <a:pt x="494" y="708"/>
                  </a:moveTo>
                  <a:cubicBezTo>
                    <a:pt x="494" y="708"/>
                    <a:pt x="494" y="708"/>
                    <a:pt x="495" y="709"/>
                  </a:cubicBezTo>
                  <a:cubicBezTo>
                    <a:pt x="495" y="709"/>
                    <a:pt x="495" y="709"/>
                    <a:pt x="494" y="708"/>
                  </a:cubicBezTo>
                  <a:close/>
                  <a:moveTo>
                    <a:pt x="492" y="616"/>
                  </a:moveTo>
                  <a:cubicBezTo>
                    <a:pt x="492" y="614"/>
                    <a:pt x="495" y="615"/>
                    <a:pt x="495" y="616"/>
                  </a:cubicBezTo>
                  <a:cubicBezTo>
                    <a:pt x="495" y="617"/>
                    <a:pt x="492" y="618"/>
                    <a:pt x="492" y="616"/>
                  </a:cubicBezTo>
                  <a:close/>
                  <a:moveTo>
                    <a:pt x="493" y="299"/>
                  </a:moveTo>
                  <a:cubicBezTo>
                    <a:pt x="493" y="299"/>
                    <a:pt x="494" y="298"/>
                    <a:pt x="494" y="298"/>
                  </a:cubicBezTo>
                  <a:cubicBezTo>
                    <a:pt x="494" y="298"/>
                    <a:pt x="493" y="300"/>
                    <a:pt x="493" y="299"/>
                  </a:cubicBezTo>
                  <a:close/>
                  <a:moveTo>
                    <a:pt x="498" y="330"/>
                  </a:moveTo>
                  <a:cubicBezTo>
                    <a:pt x="498" y="330"/>
                    <a:pt x="498" y="330"/>
                    <a:pt x="498" y="330"/>
                  </a:cubicBezTo>
                  <a:cubicBezTo>
                    <a:pt x="498" y="330"/>
                    <a:pt x="498" y="330"/>
                    <a:pt x="498" y="330"/>
                  </a:cubicBezTo>
                  <a:close/>
                  <a:moveTo>
                    <a:pt x="493" y="278"/>
                  </a:moveTo>
                  <a:cubicBezTo>
                    <a:pt x="494" y="274"/>
                    <a:pt x="496" y="270"/>
                    <a:pt x="498" y="267"/>
                  </a:cubicBezTo>
                  <a:cubicBezTo>
                    <a:pt x="498" y="269"/>
                    <a:pt x="495" y="276"/>
                    <a:pt x="493" y="278"/>
                  </a:cubicBezTo>
                  <a:close/>
                  <a:moveTo>
                    <a:pt x="493" y="238"/>
                  </a:moveTo>
                  <a:cubicBezTo>
                    <a:pt x="493" y="237"/>
                    <a:pt x="494" y="237"/>
                    <a:pt x="494" y="238"/>
                  </a:cubicBezTo>
                  <a:cubicBezTo>
                    <a:pt x="494" y="239"/>
                    <a:pt x="493" y="238"/>
                    <a:pt x="493" y="238"/>
                  </a:cubicBezTo>
                  <a:close/>
                  <a:moveTo>
                    <a:pt x="496" y="258"/>
                  </a:moveTo>
                  <a:cubicBezTo>
                    <a:pt x="499" y="254"/>
                    <a:pt x="498" y="251"/>
                    <a:pt x="501" y="248"/>
                  </a:cubicBezTo>
                  <a:cubicBezTo>
                    <a:pt x="500" y="251"/>
                    <a:pt x="499" y="257"/>
                    <a:pt x="496" y="258"/>
                  </a:cubicBezTo>
                  <a:close/>
                  <a:moveTo>
                    <a:pt x="500" y="217"/>
                  </a:moveTo>
                  <a:cubicBezTo>
                    <a:pt x="501" y="216"/>
                    <a:pt x="502" y="217"/>
                    <a:pt x="500" y="217"/>
                  </a:cubicBezTo>
                  <a:close/>
                  <a:moveTo>
                    <a:pt x="506" y="320"/>
                  </a:moveTo>
                  <a:cubicBezTo>
                    <a:pt x="506" y="322"/>
                    <a:pt x="507" y="319"/>
                    <a:pt x="506" y="320"/>
                  </a:cubicBezTo>
                  <a:close/>
                  <a:moveTo>
                    <a:pt x="511" y="216"/>
                  </a:moveTo>
                  <a:cubicBezTo>
                    <a:pt x="510" y="216"/>
                    <a:pt x="510" y="214"/>
                    <a:pt x="511" y="215"/>
                  </a:cubicBezTo>
                  <a:cubicBezTo>
                    <a:pt x="511" y="215"/>
                    <a:pt x="511" y="216"/>
                    <a:pt x="511" y="216"/>
                  </a:cubicBezTo>
                  <a:close/>
                  <a:moveTo>
                    <a:pt x="511" y="278"/>
                  </a:moveTo>
                  <a:cubicBezTo>
                    <a:pt x="512" y="275"/>
                    <a:pt x="514" y="275"/>
                    <a:pt x="511" y="278"/>
                  </a:cubicBezTo>
                  <a:close/>
                  <a:moveTo>
                    <a:pt x="511" y="668"/>
                  </a:moveTo>
                  <a:cubicBezTo>
                    <a:pt x="510" y="668"/>
                    <a:pt x="509" y="668"/>
                    <a:pt x="509" y="667"/>
                  </a:cubicBezTo>
                  <a:cubicBezTo>
                    <a:pt x="509" y="666"/>
                    <a:pt x="511" y="667"/>
                    <a:pt x="511" y="668"/>
                  </a:cubicBezTo>
                  <a:close/>
                  <a:moveTo>
                    <a:pt x="509" y="255"/>
                  </a:moveTo>
                  <a:cubicBezTo>
                    <a:pt x="509" y="255"/>
                    <a:pt x="509" y="254"/>
                    <a:pt x="509" y="254"/>
                  </a:cubicBezTo>
                  <a:cubicBezTo>
                    <a:pt x="511" y="255"/>
                    <a:pt x="508" y="256"/>
                    <a:pt x="509" y="255"/>
                  </a:cubicBezTo>
                  <a:close/>
                  <a:moveTo>
                    <a:pt x="507" y="244"/>
                  </a:moveTo>
                  <a:cubicBezTo>
                    <a:pt x="507" y="244"/>
                    <a:pt x="509" y="242"/>
                    <a:pt x="509" y="243"/>
                  </a:cubicBezTo>
                  <a:cubicBezTo>
                    <a:pt x="510" y="244"/>
                    <a:pt x="508" y="245"/>
                    <a:pt x="507" y="244"/>
                  </a:cubicBezTo>
                  <a:close/>
                  <a:moveTo>
                    <a:pt x="508" y="683"/>
                  </a:moveTo>
                  <a:cubicBezTo>
                    <a:pt x="508" y="682"/>
                    <a:pt x="512" y="682"/>
                    <a:pt x="512" y="683"/>
                  </a:cubicBezTo>
                  <a:cubicBezTo>
                    <a:pt x="511" y="685"/>
                    <a:pt x="509" y="684"/>
                    <a:pt x="508" y="683"/>
                  </a:cubicBezTo>
                  <a:close/>
                  <a:moveTo>
                    <a:pt x="508" y="677"/>
                  </a:moveTo>
                  <a:cubicBezTo>
                    <a:pt x="509" y="673"/>
                    <a:pt x="516" y="676"/>
                    <a:pt x="516" y="678"/>
                  </a:cubicBezTo>
                  <a:cubicBezTo>
                    <a:pt x="516" y="681"/>
                    <a:pt x="508" y="681"/>
                    <a:pt x="508" y="677"/>
                  </a:cubicBezTo>
                  <a:close/>
                  <a:moveTo>
                    <a:pt x="512" y="416"/>
                  </a:moveTo>
                  <a:cubicBezTo>
                    <a:pt x="513" y="414"/>
                    <a:pt x="515" y="411"/>
                    <a:pt x="518" y="409"/>
                  </a:cubicBezTo>
                  <a:cubicBezTo>
                    <a:pt x="516" y="412"/>
                    <a:pt x="514" y="415"/>
                    <a:pt x="512" y="416"/>
                  </a:cubicBezTo>
                  <a:close/>
                  <a:moveTo>
                    <a:pt x="513" y="311"/>
                  </a:moveTo>
                  <a:cubicBezTo>
                    <a:pt x="515" y="312"/>
                    <a:pt x="512" y="312"/>
                    <a:pt x="513" y="311"/>
                  </a:cubicBezTo>
                  <a:close/>
                  <a:moveTo>
                    <a:pt x="514" y="217"/>
                  </a:moveTo>
                  <a:cubicBezTo>
                    <a:pt x="515" y="218"/>
                    <a:pt x="514" y="219"/>
                    <a:pt x="513" y="219"/>
                  </a:cubicBezTo>
                  <a:cubicBezTo>
                    <a:pt x="513" y="219"/>
                    <a:pt x="514" y="218"/>
                    <a:pt x="514" y="217"/>
                  </a:cubicBezTo>
                  <a:close/>
                  <a:moveTo>
                    <a:pt x="515" y="326"/>
                  </a:moveTo>
                  <a:cubicBezTo>
                    <a:pt x="516" y="324"/>
                    <a:pt x="516" y="328"/>
                    <a:pt x="515" y="327"/>
                  </a:cubicBezTo>
                  <a:cubicBezTo>
                    <a:pt x="514" y="327"/>
                    <a:pt x="515" y="326"/>
                    <a:pt x="515" y="326"/>
                  </a:cubicBezTo>
                  <a:close/>
                  <a:moveTo>
                    <a:pt x="518" y="234"/>
                  </a:moveTo>
                  <a:cubicBezTo>
                    <a:pt x="520" y="232"/>
                    <a:pt x="516" y="235"/>
                    <a:pt x="518" y="234"/>
                  </a:cubicBezTo>
                  <a:close/>
                  <a:moveTo>
                    <a:pt x="518" y="278"/>
                  </a:moveTo>
                  <a:cubicBezTo>
                    <a:pt x="518" y="277"/>
                    <a:pt x="519" y="277"/>
                    <a:pt x="519" y="278"/>
                  </a:cubicBezTo>
                  <a:cubicBezTo>
                    <a:pt x="519" y="278"/>
                    <a:pt x="518" y="278"/>
                    <a:pt x="518" y="278"/>
                  </a:cubicBezTo>
                  <a:close/>
                  <a:moveTo>
                    <a:pt x="519" y="387"/>
                  </a:moveTo>
                  <a:cubicBezTo>
                    <a:pt x="517" y="386"/>
                    <a:pt x="519" y="383"/>
                    <a:pt x="520" y="383"/>
                  </a:cubicBezTo>
                  <a:cubicBezTo>
                    <a:pt x="524" y="381"/>
                    <a:pt x="521" y="388"/>
                    <a:pt x="519" y="387"/>
                  </a:cubicBezTo>
                  <a:close/>
                  <a:moveTo>
                    <a:pt x="520" y="232"/>
                  </a:moveTo>
                  <a:cubicBezTo>
                    <a:pt x="522" y="230"/>
                    <a:pt x="519" y="233"/>
                    <a:pt x="520" y="232"/>
                  </a:cubicBezTo>
                  <a:close/>
                  <a:moveTo>
                    <a:pt x="523" y="431"/>
                  </a:moveTo>
                  <a:cubicBezTo>
                    <a:pt x="522" y="432"/>
                    <a:pt x="524" y="429"/>
                    <a:pt x="523" y="431"/>
                  </a:cubicBezTo>
                  <a:close/>
                  <a:moveTo>
                    <a:pt x="523" y="374"/>
                  </a:moveTo>
                  <a:cubicBezTo>
                    <a:pt x="522" y="374"/>
                    <a:pt x="524" y="373"/>
                    <a:pt x="523" y="374"/>
                  </a:cubicBezTo>
                  <a:close/>
                  <a:moveTo>
                    <a:pt x="523" y="295"/>
                  </a:moveTo>
                  <a:cubicBezTo>
                    <a:pt x="523" y="295"/>
                    <a:pt x="523" y="294"/>
                    <a:pt x="523" y="294"/>
                  </a:cubicBezTo>
                  <a:cubicBezTo>
                    <a:pt x="523" y="294"/>
                    <a:pt x="523" y="294"/>
                    <a:pt x="523" y="294"/>
                  </a:cubicBezTo>
                  <a:cubicBezTo>
                    <a:pt x="523" y="295"/>
                    <a:pt x="523" y="295"/>
                    <a:pt x="523" y="295"/>
                  </a:cubicBezTo>
                  <a:close/>
                  <a:moveTo>
                    <a:pt x="524" y="296"/>
                  </a:moveTo>
                  <a:cubicBezTo>
                    <a:pt x="525" y="296"/>
                    <a:pt x="525" y="296"/>
                    <a:pt x="525" y="296"/>
                  </a:cubicBezTo>
                  <a:cubicBezTo>
                    <a:pt x="526" y="298"/>
                    <a:pt x="523" y="296"/>
                    <a:pt x="524" y="296"/>
                  </a:cubicBezTo>
                  <a:close/>
                  <a:moveTo>
                    <a:pt x="525" y="266"/>
                  </a:moveTo>
                  <a:cubicBezTo>
                    <a:pt x="525" y="264"/>
                    <a:pt x="531" y="263"/>
                    <a:pt x="530" y="267"/>
                  </a:cubicBezTo>
                  <a:cubicBezTo>
                    <a:pt x="529" y="269"/>
                    <a:pt x="525" y="268"/>
                    <a:pt x="525" y="266"/>
                  </a:cubicBezTo>
                  <a:close/>
                  <a:moveTo>
                    <a:pt x="527" y="276"/>
                  </a:moveTo>
                  <a:cubicBezTo>
                    <a:pt x="527" y="275"/>
                    <a:pt x="527" y="275"/>
                    <a:pt x="528" y="275"/>
                  </a:cubicBezTo>
                  <a:cubicBezTo>
                    <a:pt x="529" y="275"/>
                    <a:pt x="526" y="277"/>
                    <a:pt x="527" y="276"/>
                  </a:cubicBezTo>
                  <a:close/>
                  <a:moveTo>
                    <a:pt x="527" y="671"/>
                  </a:move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lose/>
                  <a:moveTo>
                    <a:pt x="527" y="391"/>
                  </a:moveTo>
                  <a:cubicBezTo>
                    <a:pt x="527" y="390"/>
                    <a:pt x="528" y="389"/>
                    <a:pt x="528" y="388"/>
                  </a:cubicBezTo>
                  <a:cubicBezTo>
                    <a:pt x="529" y="389"/>
                    <a:pt x="527" y="390"/>
                    <a:pt x="527" y="391"/>
                  </a:cubicBezTo>
                  <a:close/>
                  <a:moveTo>
                    <a:pt x="530" y="630"/>
                  </a:moveTo>
                  <a:cubicBezTo>
                    <a:pt x="531" y="629"/>
                    <a:pt x="534" y="629"/>
                    <a:pt x="536" y="628"/>
                  </a:cubicBezTo>
                  <a:cubicBezTo>
                    <a:pt x="535" y="630"/>
                    <a:pt x="532" y="630"/>
                    <a:pt x="530" y="630"/>
                  </a:cubicBezTo>
                  <a:close/>
                  <a:moveTo>
                    <a:pt x="531" y="370"/>
                  </a:moveTo>
                  <a:cubicBezTo>
                    <a:pt x="531" y="372"/>
                    <a:pt x="529" y="371"/>
                    <a:pt x="531" y="370"/>
                  </a:cubicBezTo>
                  <a:close/>
                  <a:moveTo>
                    <a:pt x="531" y="366"/>
                  </a:moveTo>
                  <a:cubicBezTo>
                    <a:pt x="531" y="366"/>
                    <a:pt x="531" y="366"/>
                    <a:pt x="531" y="366"/>
                  </a:cubicBezTo>
                  <a:cubicBezTo>
                    <a:pt x="533" y="366"/>
                    <a:pt x="530" y="368"/>
                    <a:pt x="531" y="366"/>
                  </a:cubicBezTo>
                  <a:close/>
                  <a:moveTo>
                    <a:pt x="534" y="304"/>
                  </a:moveTo>
                  <a:cubicBezTo>
                    <a:pt x="534" y="305"/>
                    <a:pt x="532" y="305"/>
                    <a:pt x="532" y="305"/>
                  </a:cubicBezTo>
                  <a:cubicBezTo>
                    <a:pt x="532" y="304"/>
                    <a:pt x="533" y="303"/>
                    <a:pt x="534" y="304"/>
                  </a:cubicBezTo>
                  <a:close/>
                  <a:moveTo>
                    <a:pt x="532" y="287"/>
                  </a:moveTo>
                  <a:cubicBezTo>
                    <a:pt x="532" y="287"/>
                    <a:pt x="533" y="287"/>
                    <a:pt x="533" y="287"/>
                  </a:cubicBezTo>
                  <a:cubicBezTo>
                    <a:pt x="534" y="287"/>
                    <a:pt x="532" y="288"/>
                    <a:pt x="532" y="287"/>
                  </a:cubicBezTo>
                  <a:close/>
                  <a:moveTo>
                    <a:pt x="540" y="437"/>
                  </a:moveTo>
                  <a:cubicBezTo>
                    <a:pt x="539" y="439"/>
                    <a:pt x="538" y="442"/>
                    <a:pt x="536" y="443"/>
                  </a:cubicBezTo>
                  <a:cubicBezTo>
                    <a:pt x="536" y="442"/>
                    <a:pt x="538" y="439"/>
                    <a:pt x="540" y="437"/>
                  </a:cubicBezTo>
                  <a:close/>
                  <a:moveTo>
                    <a:pt x="538" y="243"/>
                  </a:moveTo>
                  <a:cubicBezTo>
                    <a:pt x="538" y="243"/>
                    <a:pt x="537" y="243"/>
                    <a:pt x="537" y="243"/>
                  </a:cubicBezTo>
                  <a:cubicBezTo>
                    <a:pt x="537" y="243"/>
                    <a:pt x="538" y="243"/>
                    <a:pt x="538" y="243"/>
                  </a:cubicBezTo>
                  <a:cubicBezTo>
                    <a:pt x="538" y="243"/>
                    <a:pt x="538" y="243"/>
                    <a:pt x="538" y="243"/>
                  </a:cubicBezTo>
                  <a:close/>
                  <a:moveTo>
                    <a:pt x="538" y="341"/>
                  </a:moveTo>
                  <a:cubicBezTo>
                    <a:pt x="539" y="339"/>
                    <a:pt x="537" y="342"/>
                    <a:pt x="538" y="341"/>
                  </a:cubicBezTo>
                  <a:close/>
                  <a:moveTo>
                    <a:pt x="538" y="243"/>
                  </a:moveTo>
                  <a:cubicBezTo>
                    <a:pt x="539" y="242"/>
                    <a:pt x="539" y="243"/>
                    <a:pt x="538" y="243"/>
                  </a:cubicBezTo>
                  <a:close/>
                  <a:moveTo>
                    <a:pt x="538" y="651"/>
                  </a:moveTo>
                  <a:cubicBezTo>
                    <a:pt x="537" y="653"/>
                    <a:pt x="537" y="650"/>
                    <a:pt x="538" y="651"/>
                  </a:cubicBezTo>
                  <a:close/>
                  <a:moveTo>
                    <a:pt x="538" y="627"/>
                  </a:moveTo>
                  <a:cubicBezTo>
                    <a:pt x="541" y="625"/>
                    <a:pt x="541" y="628"/>
                    <a:pt x="538" y="627"/>
                  </a:cubicBezTo>
                  <a:close/>
                  <a:moveTo>
                    <a:pt x="540" y="436"/>
                  </a:move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5"/>
                    <a:pt x="540" y="435"/>
                  </a:cubicBezTo>
                  <a:cubicBezTo>
                    <a:pt x="540" y="435"/>
                    <a:pt x="540" y="435"/>
                    <a:pt x="540" y="436"/>
                  </a:cubicBezTo>
                  <a:close/>
                  <a:moveTo>
                    <a:pt x="541" y="360"/>
                  </a:moveTo>
                  <a:cubicBezTo>
                    <a:pt x="541" y="359"/>
                    <a:pt x="541" y="358"/>
                    <a:pt x="542" y="359"/>
                  </a:cubicBezTo>
                  <a:cubicBezTo>
                    <a:pt x="544" y="359"/>
                    <a:pt x="539" y="361"/>
                    <a:pt x="541" y="360"/>
                  </a:cubicBezTo>
                  <a:close/>
                  <a:moveTo>
                    <a:pt x="542" y="374"/>
                  </a:moveTo>
                  <a:cubicBezTo>
                    <a:pt x="542" y="375"/>
                    <a:pt x="542" y="376"/>
                    <a:pt x="540" y="376"/>
                  </a:cubicBezTo>
                  <a:cubicBezTo>
                    <a:pt x="541" y="375"/>
                    <a:pt x="541" y="375"/>
                    <a:pt x="542" y="374"/>
                  </a:cubicBezTo>
                  <a:close/>
                  <a:moveTo>
                    <a:pt x="541" y="481"/>
                  </a:moveTo>
                  <a:cubicBezTo>
                    <a:pt x="541" y="481"/>
                    <a:pt x="542" y="479"/>
                    <a:pt x="542" y="478"/>
                  </a:cubicBezTo>
                  <a:cubicBezTo>
                    <a:pt x="543" y="480"/>
                    <a:pt x="541" y="480"/>
                    <a:pt x="541" y="481"/>
                  </a:cubicBezTo>
                  <a:close/>
                  <a:moveTo>
                    <a:pt x="545" y="428"/>
                  </a:moveTo>
                  <a:cubicBezTo>
                    <a:pt x="545" y="429"/>
                    <a:pt x="543" y="432"/>
                    <a:pt x="541" y="434"/>
                  </a:cubicBezTo>
                  <a:cubicBezTo>
                    <a:pt x="542" y="431"/>
                    <a:pt x="547" y="424"/>
                    <a:pt x="545" y="428"/>
                  </a:cubicBezTo>
                  <a:close/>
                  <a:moveTo>
                    <a:pt x="543" y="373"/>
                  </a:moveTo>
                  <a:cubicBezTo>
                    <a:pt x="544" y="374"/>
                    <a:pt x="542" y="374"/>
                    <a:pt x="543" y="373"/>
                  </a:cubicBezTo>
                  <a:close/>
                  <a:moveTo>
                    <a:pt x="554" y="422"/>
                  </a:moveTo>
                  <a:cubicBezTo>
                    <a:pt x="555" y="421"/>
                    <a:pt x="555" y="420"/>
                    <a:pt x="555" y="420"/>
                  </a:cubicBezTo>
                  <a:cubicBezTo>
                    <a:pt x="555" y="421"/>
                    <a:pt x="555" y="421"/>
                    <a:pt x="554" y="422"/>
                  </a:cubicBezTo>
                  <a:close/>
                  <a:moveTo>
                    <a:pt x="556" y="397"/>
                  </a:moveTo>
                  <a:cubicBezTo>
                    <a:pt x="556" y="396"/>
                    <a:pt x="557" y="395"/>
                    <a:pt x="558" y="394"/>
                  </a:cubicBezTo>
                  <a:cubicBezTo>
                    <a:pt x="558" y="395"/>
                    <a:pt x="557" y="397"/>
                    <a:pt x="556" y="397"/>
                  </a:cubicBezTo>
                  <a:close/>
                  <a:moveTo>
                    <a:pt x="559" y="393"/>
                  </a:moveTo>
                  <a:cubicBezTo>
                    <a:pt x="558" y="392"/>
                    <a:pt x="560" y="391"/>
                    <a:pt x="559" y="393"/>
                  </a:cubicBezTo>
                  <a:close/>
                  <a:moveTo>
                    <a:pt x="556" y="329"/>
                  </a:moveTo>
                  <a:cubicBezTo>
                    <a:pt x="557" y="327"/>
                    <a:pt x="559" y="327"/>
                    <a:pt x="561" y="325"/>
                  </a:cubicBezTo>
                  <a:cubicBezTo>
                    <a:pt x="564" y="321"/>
                    <a:pt x="566" y="316"/>
                    <a:pt x="570" y="314"/>
                  </a:cubicBezTo>
                  <a:cubicBezTo>
                    <a:pt x="570" y="318"/>
                    <a:pt x="564" y="320"/>
                    <a:pt x="563" y="323"/>
                  </a:cubicBezTo>
                  <a:cubicBezTo>
                    <a:pt x="562" y="325"/>
                    <a:pt x="558" y="330"/>
                    <a:pt x="556" y="332"/>
                  </a:cubicBezTo>
                  <a:cubicBezTo>
                    <a:pt x="556" y="332"/>
                    <a:pt x="556" y="334"/>
                    <a:pt x="554" y="333"/>
                  </a:cubicBezTo>
                  <a:cubicBezTo>
                    <a:pt x="553" y="332"/>
                    <a:pt x="556" y="329"/>
                    <a:pt x="556" y="329"/>
                  </a:cubicBezTo>
                  <a:close/>
                  <a:moveTo>
                    <a:pt x="553" y="269"/>
                  </a:moveTo>
                  <a:cubicBezTo>
                    <a:pt x="552" y="268"/>
                    <a:pt x="553" y="267"/>
                    <a:pt x="554" y="267"/>
                  </a:cubicBezTo>
                  <a:cubicBezTo>
                    <a:pt x="556" y="265"/>
                    <a:pt x="555" y="270"/>
                    <a:pt x="553" y="269"/>
                  </a:cubicBezTo>
                  <a:close/>
                  <a:moveTo>
                    <a:pt x="559" y="305"/>
                  </a:moveTo>
                  <a:cubicBezTo>
                    <a:pt x="559" y="306"/>
                    <a:pt x="560" y="304"/>
                    <a:pt x="559" y="305"/>
                  </a:cubicBezTo>
                  <a:close/>
                  <a:moveTo>
                    <a:pt x="557" y="240"/>
                  </a:moveTo>
                  <a:cubicBezTo>
                    <a:pt x="557" y="239"/>
                    <a:pt x="559" y="238"/>
                    <a:pt x="560" y="239"/>
                  </a:cubicBezTo>
                  <a:cubicBezTo>
                    <a:pt x="560" y="241"/>
                    <a:pt x="558" y="240"/>
                    <a:pt x="557" y="240"/>
                  </a:cubicBezTo>
                  <a:close/>
                  <a:moveTo>
                    <a:pt x="562" y="297"/>
                  </a:moveTo>
                  <a:cubicBezTo>
                    <a:pt x="562" y="297"/>
                    <a:pt x="562" y="297"/>
                    <a:pt x="562" y="297"/>
                  </a:cubicBezTo>
                  <a:cubicBezTo>
                    <a:pt x="563" y="294"/>
                    <a:pt x="562" y="300"/>
                    <a:pt x="562" y="297"/>
                  </a:cubicBezTo>
                  <a:close/>
                  <a:moveTo>
                    <a:pt x="566" y="259"/>
                  </a:moveTo>
                  <a:cubicBezTo>
                    <a:pt x="566" y="259"/>
                    <a:pt x="565" y="260"/>
                    <a:pt x="564" y="260"/>
                  </a:cubicBezTo>
                  <a:cubicBezTo>
                    <a:pt x="564" y="259"/>
                    <a:pt x="565" y="259"/>
                    <a:pt x="566" y="259"/>
                  </a:cubicBezTo>
                  <a:close/>
                  <a:moveTo>
                    <a:pt x="565" y="234"/>
                  </a:moveTo>
                  <a:cubicBezTo>
                    <a:pt x="565" y="234"/>
                    <a:pt x="565" y="235"/>
                    <a:pt x="565" y="235"/>
                  </a:cubicBezTo>
                  <a:cubicBezTo>
                    <a:pt x="564" y="235"/>
                    <a:pt x="565" y="234"/>
                    <a:pt x="565" y="234"/>
                  </a:cubicBezTo>
                  <a:close/>
                  <a:moveTo>
                    <a:pt x="567" y="309"/>
                  </a:moveTo>
                  <a:cubicBezTo>
                    <a:pt x="567" y="309"/>
                    <a:pt x="567" y="308"/>
                    <a:pt x="567" y="308"/>
                  </a:cubicBezTo>
                  <a:cubicBezTo>
                    <a:pt x="568" y="306"/>
                    <a:pt x="567" y="311"/>
                    <a:pt x="567" y="309"/>
                  </a:cubicBezTo>
                  <a:close/>
                  <a:moveTo>
                    <a:pt x="567" y="294"/>
                  </a:moveTo>
                  <a:cubicBezTo>
                    <a:pt x="568" y="293"/>
                    <a:pt x="567" y="295"/>
                    <a:pt x="567" y="294"/>
                  </a:cubicBezTo>
                  <a:close/>
                  <a:moveTo>
                    <a:pt x="569" y="229"/>
                  </a:moveTo>
                  <a:cubicBezTo>
                    <a:pt x="568" y="228"/>
                    <a:pt x="573" y="224"/>
                    <a:pt x="573" y="224"/>
                  </a:cubicBezTo>
                  <a:cubicBezTo>
                    <a:pt x="578" y="222"/>
                    <a:pt x="570" y="230"/>
                    <a:pt x="569" y="229"/>
                  </a:cubicBezTo>
                  <a:close/>
                  <a:moveTo>
                    <a:pt x="572" y="359"/>
                  </a:moveTo>
                  <a:cubicBezTo>
                    <a:pt x="572" y="359"/>
                    <a:pt x="571" y="359"/>
                    <a:pt x="571" y="360"/>
                  </a:cubicBezTo>
                  <a:cubicBezTo>
                    <a:pt x="571" y="360"/>
                    <a:pt x="571" y="360"/>
                    <a:pt x="571" y="360"/>
                  </a:cubicBezTo>
                  <a:cubicBezTo>
                    <a:pt x="571" y="360"/>
                    <a:pt x="572" y="359"/>
                    <a:pt x="572" y="359"/>
                  </a:cubicBezTo>
                  <a:close/>
                  <a:moveTo>
                    <a:pt x="569" y="301"/>
                  </a:moveTo>
                  <a:cubicBezTo>
                    <a:pt x="569" y="302"/>
                    <a:pt x="570" y="299"/>
                    <a:pt x="569" y="301"/>
                  </a:cubicBezTo>
                  <a:close/>
                  <a:moveTo>
                    <a:pt x="570" y="335"/>
                  </a:moveTo>
                  <a:cubicBezTo>
                    <a:pt x="569" y="336"/>
                    <a:pt x="568" y="337"/>
                    <a:pt x="567" y="339"/>
                  </a:cubicBezTo>
                  <a:cubicBezTo>
                    <a:pt x="567" y="337"/>
                    <a:pt x="568" y="336"/>
                    <a:pt x="570" y="335"/>
                  </a:cubicBezTo>
                  <a:close/>
                  <a:moveTo>
                    <a:pt x="560" y="391"/>
                  </a:moveTo>
                  <a:cubicBezTo>
                    <a:pt x="560" y="390"/>
                    <a:pt x="560" y="390"/>
                    <a:pt x="561" y="389"/>
                  </a:cubicBezTo>
                  <a:cubicBezTo>
                    <a:pt x="561" y="390"/>
                    <a:pt x="561" y="391"/>
                    <a:pt x="560" y="391"/>
                  </a:cubicBezTo>
                  <a:close/>
                  <a:moveTo>
                    <a:pt x="559" y="346"/>
                  </a:moveTo>
                  <a:cubicBezTo>
                    <a:pt x="560" y="344"/>
                    <a:pt x="562" y="343"/>
                    <a:pt x="564" y="341"/>
                  </a:cubicBezTo>
                  <a:cubicBezTo>
                    <a:pt x="563" y="343"/>
                    <a:pt x="561" y="345"/>
                    <a:pt x="559" y="346"/>
                  </a:cubicBezTo>
                  <a:close/>
                  <a:moveTo>
                    <a:pt x="565" y="358"/>
                  </a:moveTo>
                  <a:cubicBezTo>
                    <a:pt x="565" y="359"/>
                    <a:pt x="564" y="360"/>
                    <a:pt x="563" y="360"/>
                  </a:cubicBezTo>
                  <a:cubicBezTo>
                    <a:pt x="564" y="360"/>
                    <a:pt x="565" y="359"/>
                    <a:pt x="565" y="358"/>
                  </a:cubicBezTo>
                  <a:close/>
                  <a:moveTo>
                    <a:pt x="564" y="552"/>
                  </a:moveTo>
                  <a:cubicBezTo>
                    <a:pt x="563" y="551"/>
                    <a:pt x="565" y="550"/>
                    <a:pt x="565" y="549"/>
                  </a:cubicBezTo>
                  <a:cubicBezTo>
                    <a:pt x="565" y="550"/>
                    <a:pt x="565" y="551"/>
                    <a:pt x="564" y="552"/>
                  </a:cubicBezTo>
                  <a:close/>
                  <a:moveTo>
                    <a:pt x="566" y="450"/>
                  </a:moveTo>
                  <a:cubicBezTo>
                    <a:pt x="568" y="448"/>
                    <a:pt x="567" y="453"/>
                    <a:pt x="566" y="453"/>
                  </a:cubicBezTo>
                  <a:cubicBezTo>
                    <a:pt x="565" y="452"/>
                    <a:pt x="566" y="450"/>
                    <a:pt x="566" y="450"/>
                  </a:cubicBezTo>
                  <a:close/>
                  <a:moveTo>
                    <a:pt x="566" y="570"/>
                  </a:moveTo>
                  <a:cubicBezTo>
                    <a:pt x="566" y="570"/>
                    <a:pt x="567" y="570"/>
                    <a:pt x="567" y="570"/>
                  </a:cubicBezTo>
                  <a:cubicBezTo>
                    <a:pt x="568" y="570"/>
                    <a:pt x="566" y="571"/>
                    <a:pt x="566" y="570"/>
                  </a:cubicBezTo>
                  <a:close/>
                  <a:moveTo>
                    <a:pt x="569" y="442"/>
                  </a:moveTo>
                  <a:cubicBezTo>
                    <a:pt x="570" y="441"/>
                    <a:pt x="567" y="444"/>
                    <a:pt x="569" y="442"/>
                  </a:cubicBezTo>
                  <a:close/>
                  <a:moveTo>
                    <a:pt x="567" y="349"/>
                  </a:moveTo>
                  <a:cubicBezTo>
                    <a:pt x="567" y="349"/>
                    <a:pt x="567" y="347"/>
                    <a:pt x="568" y="347"/>
                  </a:cubicBezTo>
                  <a:cubicBezTo>
                    <a:pt x="570" y="344"/>
                    <a:pt x="569" y="350"/>
                    <a:pt x="567" y="349"/>
                  </a:cubicBezTo>
                  <a:close/>
                  <a:moveTo>
                    <a:pt x="571" y="537"/>
                  </a:moveTo>
                  <a:cubicBezTo>
                    <a:pt x="572" y="538"/>
                    <a:pt x="570" y="540"/>
                    <a:pt x="569" y="542"/>
                  </a:cubicBezTo>
                  <a:cubicBezTo>
                    <a:pt x="569" y="541"/>
                    <a:pt x="571" y="539"/>
                    <a:pt x="571" y="537"/>
                  </a:cubicBezTo>
                  <a:close/>
                  <a:moveTo>
                    <a:pt x="570" y="574"/>
                  </a:moveTo>
                  <a:cubicBezTo>
                    <a:pt x="569" y="574"/>
                    <a:pt x="570" y="571"/>
                    <a:pt x="570" y="571"/>
                  </a:cubicBezTo>
                  <a:cubicBezTo>
                    <a:pt x="573" y="569"/>
                    <a:pt x="572" y="575"/>
                    <a:pt x="570" y="574"/>
                  </a:cubicBezTo>
                  <a:close/>
                  <a:moveTo>
                    <a:pt x="572" y="501"/>
                  </a:moveTo>
                  <a:cubicBezTo>
                    <a:pt x="573" y="500"/>
                    <a:pt x="571" y="503"/>
                    <a:pt x="572" y="501"/>
                  </a:cubicBezTo>
                  <a:close/>
                  <a:moveTo>
                    <a:pt x="572" y="232"/>
                  </a:moveTo>
                  <a:cubicBezTo>
                    <a:pt x="572" y="231"/>
                    <a:pt x="574" y="230"/>
                    <a:pt x="574" y="231"/>
                  </a:cubicBezTo>
                  <a:cubicBezTo>
                    <a:pt x="575" y="232"/>
                    <a:pt x="573" y="233"/>
                    <a:pt x="572" y="232"/>
                  </a:cubicBezTo>
                  <a:close/>
                  <a:moveTo>
                    <a:pt x="574" y="385"/>
                  </a:moveTo>
                  <a:cubicBezTo>
                    <a:pt x="574" y="385"/>
                    <a:pt x="573" y="385"/>
                    <a:pt x="573" y="384"/>
                  </a:cubicBezTo>
                  <a:cubicBezTo>
                    <a:pt x="573" y="383"/>
                    <a:pt x="575" y="385"/>
                    <a:pt x="574" y="385"/>
                  </a:cubicBezTo>
                  <a:close/>
                  <a:moveTo>
                    <a:pt x="574" y="252"/>
                  </a:moveTo>
                  <a:cubicBezTo>
                    <a:pt x="573" y="251"/>
                    <a:pt x="574" y="250"/>
                    <a:pt x="574" y="250"/>
                  </a:cubicBezTo>
                  <a:cubicBezTo>
                    <a:pt x="576" y="249"/>
                    <a:pt x="575" y="252"/>
                    <a:pt x="574" y="252"/>
                  </a:cubicBezTo>
                  <a:close/>
                  <a:moveTo>
                    <a:pt x="576" y="495"/>
                  </a:moveTo>
                  <a:cubicBezTo>
                    <a:pt x="576" y="496"/>
                    <a:pt x="575" y="496"/>
                    <a:pt x="575" y="497"/>
                  </a:cubicBezTo>
                  <a:cubicBezTo>
                    <a:pt x="574" y="497"/>
                    <a:pt x="575" y="496"/>
                    <a:pt x="576" y="495"/>
                  </a:cubicBezTo>
                  <a:close/>
                  <a:moveTo>
                    <a:pt x="576" y="533"/>
                  </a:moveTo>
                  <a:cubicBezTo>
                    <a:pt x="575" y="533"/>
                    <a:pt x="577" y="532"/>
                    <a:pt x="576" y="533"/>
                  </a:cubicBezTo>
                  <a:close/>
                  <a:moveTo>
                    <a:pt x="577" y="315"/>
                  </a:moveTo>
                  <a:cubicBezTo>
                    <a:pt x="578" y="316"/>
                    <a:pt x="576" y="316"/>
                    <a:pt x="576" y="315"/>
                  </a:cubicBezTo>
                  <a:cubicBezTo>
                    <a:pt x="576" y="315"/>
                    <a:pt x="577" y="314"/>
                    <a:pt x="577" y="315"/>
                  </a:cubicBezTo>
                  <a:close/>
                  <a:moveTo>
                    <a:pt x="577" y="253"/>
                  </a:moveTo>
                  <a:cubicBezTo>
                    <a:pt x="578" y="252"/>
                    <a:pt x="577" y="254"/>
                    <a:pt x="577" y="253"/>
                  </a:cubicBezTo>
                  <a:close/>
                  <a:moveTo>
                    <a:pt x="581" y="538"/>
                  </a:moveTo>
                  <a:cubicBezTo>
                    <a:pt x="582" y="540"/>
                    <a:pt x="579" y="540"/>
                    <a:pt x="581" y="538"/>
                  </a:cubicBezTo>
                  <a:close/>
                  <a:moveTo>
                    <a:pt x="576" y="423"/>
                  </a:moveTo>
                  <a:cubicBezTo>
                    <a:pt x="579" y="421"/>
                    <a:pt x="580" y="415"/>
                    <a:pt x="583" y="415"/>
                  </a:cubicBezTo>
                  <a:cubicBezTo>
                    <a:pt x="582" y="415"/>
                    <a:pt x="580" y="422"/>
                    <a:pt x="576" y="423"/>
                  </a:cubicBezTo>
                  <a:close/>
                  <a:moveTo>
                    <a:pt x="581" y="348"/>
                  </a:moveTo>
                  <a:cubicBezTo>
                    <a:pt x="582" y="347"/>
                    <a:pt x="581" y="351"/>
                    <a:pt x="582" y="349"/>
                  </a:cubicBezTo>
                  <a:cubicBezTo>
                    <a:pt x="582" y="349"/>
                    <a:pt x="581" y="349"/>
                    <a:pt x="581" y="348"/>
                  </a:cubicBezTo>
                  <a:close/>
                  <a:moveTo>
                    <a:pt x="583" y="310"/>
                  </a:moveTo>
                  <a:cubicBezTo>
                    <a:pt x="581" y="309"/>
                    <a:pt x="583" y="305"/>
                    <a:pt x="584" y="305"/>
                  </a:cubicBezTo>
                  <a:cubicBezTo>
                    <a:pt x="588" y="302"/>
                    <a:pt x="586" y="312"/>
                    <a:pt x="583" y="310"/>
                  </a:cubicBezTo>
                  <a:close/>
                  <a:moveTo>
                    <a:pt x="585" y="506"/>
                  </a:moveTo>
                  <a:cubicBezTo>
                    <a:pt x="585" y="507"/>
                    <a:pt x="585" y="506"/>
                    <a:pt x="586" y="506"/>
                  </a:cubicBezTo>
                  <a:cubicBezTo>
                    <a:pt x="586" y="506"/>
                    <a:pt x="586" y="506"/>
                    <a:pt x="585" y="506"/>
                  </a:cubicBezTo>
                  <a:close/>
                  <a:moveTo>
                    <a:pt x="586" y="505"/>
                  </a:moveTo>
                  <a:cubicBezTo>
                    <a:pt x="584" y="505"/>
                    <a:pt x="586" y="500"/>
                    <a:pt x="587" y="500"/>
                  </a:cubicBezTo>
                  <a:cubicBezTo>
                    <a:pt x="589" y="499"/>
                    <a:pt x="588" y="506"/>
                    <a:pt x="586" y="505"/>
                  </a:cubicBezTo>
                  <a:close/>
                  <a:moveTo>
                    <a:pt x="587" y="431"/>
                  </a:moveTo>
                  <a:cubicBezTo>
                    <a:pt x="587" y="431"/>
                    <a:pt x="587" y="431"/>
                    <a:pt x="587" y="430"/>
                  </a:cubicBezTo>
                  <a:cubicBezTo>
                    <a:pt x="588" y="429"/>
                    <a:pt x="587" y="430"/>
                    <a:pt x="587" y="431"/>
                  </a:cubicBezTo>
                  <a:close/>
                  <a:moveTo>
                    <a:pt x="584" y="371"/>
                  </a:moveTo>
                  <a:cubicBezTo>
                    <a:pt x="587" y="368"/>
                    <a:pt x="589" y="364"/>
                    <a:pt x="593" y="361"/>
                  </a:cubicBezTo>
                  <a:cubicBezTo>
                    <a:pt x="591" y="365"/>
                    <a:pt x="588" y="368"/>
                    <a:pt x="584" y="371"/>
                  </a:cubicBezTo>
                  <a:close/>
                  <a:moveTo>
                    <a:pt x="587" y="302"/>
                  </a:move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lose/>
                  <a:moveTo>
                    <a:pt x="588" y="262"/>
                  </a:moveTo>
                  <a:cubicBezTo>
                    <a:pt x="589" y="262"/>
                    <a:pt x="589" y="264"/>
                    <a:pt x="588" y="264"/>
                  </a:cubicBezTo>
                  <a:cubicBezTo>
                    <a:pt x="588" y="264"/>
                    <a:pt x="589" y="263"/>
                    <a:pt x="588" y="262"/>
                  </a:cubicBezTo>
                  <a:close/>
                  <a:moveTo>
                    <a:pt x="608" y="272"/>
                  </a:moveTo>
                  <a:cubicBezTo>
                    <a:pt x="604" y="277"/>
                    <a:pt x="599" y="281"/>
                    <a:pt x="593" y="285"/>
                  </a:cubicBezTo>
                  <a:cubicBezTo>
                    <a:pt x="598" y="280"/>
                    <a:pt x="602" y="276"/>
                    <a:pt x="608" y="272"/>
                  </a:cubicBezTo>
                  <a:close/>
                  <a:moveTo>
                    <a:pt x="602" y="270"/>
                  </a:moveTo>
                  <a:cubicBezTo>
                    <a:pt x="602" y="269"/>
                    <a:pt x="603" y="268"/>
                    <a:pt x="603" y="270"/>
                  </a:cubicBezTo>
                  <a:cubicBezTo>
                    <a:pt x="604" y="271"/>
                    <a:pt x="602" y="270"/>
                    <a:pt x="602" y="270"/>
                  </a:cubicBezTo>
                  <a:close/>
                  <a:moveTo>
                    <a:pt x="595" y="289"/>
                  </a:moveTo>
                  <a:cubicBezTo>
                    <a:pt x="596" y="288"/>
                    <a:pt x="597" y="288"/>
                    <a:pt x="597" y="288"/>
                  </a:cubicBezTo>
                  <a:cubicBezTo>
                    <a:pt x="598" y="288"/>
                    <a:pt x="591" y="297"/>
                    <a:pt x="589" y="296"/>
                  </a:cubicBezTo>
                  <a:cubicBezTo>
                    <a:pt x="588" y="296"/>
                    <a:pt x="595" y="289"/>
                    <a:pt x="595" y="289"/>
                  </a:cubicBezTo>
                  <a:close/>
                  <a:moveTo>
                    <a:pt x="595" y="391"/>
                  </a:moveTo>
                  <a:cubicBezTo>
                    <a:pt x="595" y="393"/>
                    <a:pt x="593" y="392"/>
                    <a:pt x="595" y="391"/>
                  </a:cubicBezTo>
                  <a:close/>
                  <a:moveTo>
                    <a:pt x="594" y="394"/>
                  </a:moveTo>
                  <a:cubicBezTo>
                    <a:pt x="595" y="393"/>
                    <a:pt x="594" y="395"/>
                    <a:pt x="594" y="394"/>
                  </a:cubicBezTo>
                  <a:close/>
                  <a:moveTo>
                    <a:pt x="591" y="396"/>
                  </a:moveTo>
                  <a:cubicBezTo>
                    <a:pt x="592" y="396"/>
                    <a:pt x="592" y="394"/>
                    <a:pt x="593" y="394"/>
                  </a:cubicBezTo>
                  <a:cubicBezTo>
                    <a:pt x="593" y="395"/>
                    <a:pt x="592" y="396"/>
                    <a:pt x="591" y="396"/>
                  </a:cubicBezTo>
                  <a:close/>
                  <a:moveTo>
                    <a:pt x="592" y="398"/>
                  </a:moveTo>
                  <a:cubicBezTo>
                    <a:pt x="593" y="398"/>
                    <a:pt x="590" y="400"/>
                    <a:pt x="592" y="398"/>
                  </a:cubicBezTo>
                  <a:close/>
                  <a:moveTo>
                    <a:pt x="593" y="300"/>
                  </a:moveTo>
                  <a:cubicBezTo>
                    <a:pt x="592" y="300"/>
                    <a:pt x="593" y="299"/>
                    <a:pt x="593" y="299"/>
                  </a:cubicBezTo>
                  <a:cubicBezTo>
                    <a:pt x="594" y="297"/>
                    <a:pt x="595" y="301"/>
                    <a:pt x="593" y="300"/>
                  </a:cubicBezTo>
                  <a:close/>
                  <a:moveTo>
                    <a:pt x="593" y="297"/>
                  </a:moveTo>
                  <a:cubicBezTo>
                    <a:pt x="593" y="296"/>
                    <a:pt x="594" y="296"/>
                    <a:pt x="595" y="295"/>
                  </a:cubicBezTo>
                  <a:cubicBezTo>
                    <a:pt x="595" y="296"/>
                    <a:pt x="594" y="297"/>
                    <a:pt x="593" y="297"/>
                  </a:cubicBezTo>
                  <a:close/>
                  <a:moveTo>
                    <a:pt x="592" y="298"/>
                  </a:moveTo>
                  <a:cubicBezTo>
                    <a:pt x="591" y="300"/>
                    <a:pt x="589" y="299"/>
                    <a:pt x="592" y="298"/>
                  </a:cubicBezTo>
                  <a:close/>
                  <a:moveTo>
                    <a:pt x="589" y="303"/>
                  </a:moveTo>
                  <a:cubicBezTo>
                    <a:pt x="589" y="303"/>
                    <a:pt x="589" y="302"/>
                    <a:pt x="589" y="302"/>
                  </a:cubicBezTo>
                  <a:cubicBezTo>
                    <a:pt x="591" y="300"/>
                    <a:pt x="590" y="304"/>
                    <a:pt x="589" y="303"/>
                  </a:cubicBezTo>
                  <a:close/>
                  <a:moveTo>
                    <a:pt x="590" y="320"/>
                  </a:moveTo>
                  <a:cubicBezTo>
                    <a:pt x="590" y="321"/>
                    <a:pt x="589" y="321"/>
                    <a:pt x="589" y="322"/>
                  </a:cubicBezTo>
                  <a:cubicBezTo>
                    <a:pt x="588" y="322"/>
                    <a:pt x="589" y="321"/>
                    <a:pt x="590" y="320"/>
                  </a:cubicBezTo>
                  <a:close/>
                  <a:moveTo>
                    <a:pt x="589" y="289"/>
                  </a:moveTo>
                  <a:cubicBezTo>
                    <a:pt x="588" y="287"/>
                    <a:pt x="591" y="287"/>
                    <a:pt x="592" y="285"/>
                  </a:cubicBezTo>
                  <a:cubicBezTo>
                    <a:pt x="593" y="286"/>
                    <a:pt x="590" y="288"/>
                    <a:pt x="589" y="289"/>
                  </a:cubicBezTo>
                  <a:close/>
                  <a:moveTo>
                    <a:pt x="588" y="267"/>
                  </a:moveTo>
                  <a:cubicBezTo>
                    <a:pt x="588" y="267"/>
                    <a:pt x="588" y="267"/>
                    <a:pt x="588" y="267"/>
                  </a:cubicBezTo>
                  <a:cubicBezTo>
                    <a:pt x="588" y="267"/>
                    <a:pt x="588" y="267"/>
                    <a:pt x="588" y="268"/>
                  </a:cubicBezTo>
                  <a:cubicBezTo>
                    <a:pt x="588" y="268"/>
                    <a:pt x="588" y="267"/>
                    <a:pt x="588" y="267"/>
                  </a:cubicBezTo>
                  <a:close/>
                  <a:moveTo>
                    <a:pt x="590" y="400"/>
                  </a:moveTo>
                  <a:cubicBezTo>
                    <a:pt x="590" y="401"/>
                    <a:pt x="591" y="398"/>
                    <a:pt x="590" y="400"/>
                  </a:cubicBezTo>
                  <a:close/>
                  <a:moveTo>
                    <a:pt x="590" y="437"/>
                  </a:moveTo>
                  <a:cubicBezTo>
                    <a:pt x="590" y="436"/>
                    <a:pt x="590" y="435"/>
                    <a:pt x="592" y="434"/>
                  </a:cubicBezTo>
                  <a:cubicBezTo>
                    <a:pt x="593" y="434"/>
                    <a:pt x="594" y="433"/>
                    <a:pt x="595" y="434"/>
                  </a:cubicBezTo>
                  <a:cubicBezTo>
                    <a:pt x="597" y="438"/>
                    <a:pt x="590" y="441"/>
                    <a:pt x="590" y="437"/>
                  </a:cubicBezTo>
                  <a:close/>
                  <a:moveTo>
                    <a:pt x="595" y="391"/>
                  </a:moveTo>
                  <a:cubicBezTo>
                    <a:pt x="595" y="390"/>
                    <a:pt x="595" y="390"/>
                    <a:pt x="596" y="389"/>
                  </a:cubicBezTo>
                  <a:cubicBezTo>
                    <a:pt x="596" y="390"/>
                    <a:pt x="596" y="391"/>
                    <a:pt x="595" y="391"/>
                  </a:cubicBezTo>
                  <a:close/>
                  <a:moveTo>
                    <a:pt x="596" y="565"/>
                  </a:move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lose/>
                  <a:moveTo>
                    <a:pt x="596" y="436"/>
                  </a:moveTo>
                  <a:cubicBezTo>
                    <a:pt x="598" y="435"/>
                    <a:pt x="595" y="438"/>
                    <a:pt x="596" y="436"/>
                  </a:cubicBezTo>
                  <a:close/>
                  <a:moveTo>
                    <a:pt x="596" y="392"/>
                  </a:moveTo>
                  <a:cubicBezTo>
                    <a:pt x="596" y="391"/>
                    <a:pt x="597" y="390"/>
                    <a:pt x="597" y="390"/>
                  </a:cubicBezTo>
                  <a:cubicBezTo>
                    <a:pt x="597" y="391"/>
                    <a:pt x="597" y="392"/>
                    <a:pt x="596" y="392"/>
                  </a:cubicBezTo>
                  <a:close/>
                  <a:moveTo>
                    <a:pt x="596" y="389"/>
                  </a:moveTo>
                  <a:cubicBezTo>
                    <a:pt x="597" y="388"/>
                    <a:pt x="597" y="388"/>
                    <a:pt x="598" y="387"/>
                  </a:cubicBezTo>
                  <a:cubicBezTo>
                    <a:pt x="598" y="388"/>
                    <a:pt x="597" y="389"/>
                    <a:pt x="596" y="389"/>
                  </a:cubicBezTo>
                  <a:close/>
                  <a:moveTo>
                    <a:pt x="597" y="541"/>
                  </a:moveTo>
                  <a:cubicBezTo>
                    <a:pt x="596" y="541"/>
                    <a:pt x="598" y="540"/>
                    <a:pt x="597" y="539"/>
                  </a:cubicBezTo>
                  <a:cubicBezTo>
                    <a:pt x="598" y="539"/>
                    <a:pt x="597" y="541"/>
                    <a:pt x="597" y="541"/>
                  </a:cubicBezTo>
                  <a:close/>
                  <a:moveTo>
                    <a:pt x="597" y="347"/>
                  </a:moveTo>
                  <a:cubicBezTo>
                    <a:pt x="597" y="347"/>
                    <a:pt x="597" y="346"/>
                    <a:pt x="597" y="346"/>
                  </a:cubicBezTo>
                  <a:cubicBezTo>
                    <a:pt x="598" y="344"/>
                    <a:pt x="598" y="348"/>
                    <a:pt x="597" y="347"/>
                  </a:cubicBezTo>
                  <a:close/>
                  <a:moveTo>
                    <a:pt x="598" y="386"/>
                  </a:moveTo>
                  <a:cubicBezTo>
                    <a:pt x="599" y="385"/>
                    <a:pt x="597" y="388"/>
                    <a:pt x="598" y="386"/>
                  </a:cubicBezTo>
                  <a:close/>
                  <a:moveTo>
                    <a:pt x="600" y="336"/>
                  </a:moveTo>
                  <a:cubicBezTo>
                    <a:pt x="598" y="339"/>
                    <a:pt x="603" y="335"/>
                    <a:pt x="600" y="336"/>
                  </a:cubicBezTo>
                  <a:close/>
                  <a:moveTo>
                    <a:pt x="601" y="360"/>
                  </a:moveTo>
                  <a:cubicBezTo>
                    <a:pt x="602" y="358"/>
                    <a:pt x="600" y="361"/>
                    <a:pt x="601" y="360"/>
                  </a:cubicBezTo>
                  <a:close/>
                  <a:moveTo>
                    <a:pt x="601" y="299"/>
                  </a:moveTo>
                  <a:cubicBezTo>
                    <a:pt x="600" y="298"/>
                    <a:pt x="602" y="296"/>
                    <a:pt x="602" y="298"/>
                  </a:cubicBezTo>
                  <a:cubicBezTo>
                    <a:pt x="603" y="298"/>
                    <a:pt x="602" y="299"/>
                    <a:pt x="601" y="299"/>
                  </a:cubicBezTo>
                  <a:close/>
                  <a:moveTo>
                    <a:pt x="602" y="291"/>
                  </a:moveTo>
                  <a:cubicBezTo>
                    <a:pt x="601" y="290"/>
                    <a:pt x="603" y="290"/>
                    <a:pt x="603" y="291"/>
                  </a:cubicBezTo>
                  <a:cubicBezTo>
                    <a:pt x="602" y="291"/>
                    <a:pt x="602" y="291"/>
                    <a:pt x="602" y="291"/>
                  </a:cubicBezTo>
                  <a:close/>
                  <a:moveTo>
                    <a:pt x="603" y="334"/>
                  </a:moveTo>
                  <a:cubicBezTo>
                    <a:pt x="603" y="333"/>
                    <a:pt x="604" y="332"/>
                    <a:pt x="605" y="331"/>
                  </a:cubicBezTo>
                  <a:cubicBezTo>
                    <a:pt x="605" y="333"/>
                    <a:pt x="604" y="333"/>
                    <a:pt x="603" y="334"/>
                  </a:cubicBezTo>
                  <a:close/>
                  <a:moveTo>
                    <a:pt x="605" y="302"/>
                  </a:moveTo>
                  <a:cubicBezTo>
                    <a:pt x="605" y="302"/>
                    <a:pt x="605" y="302"/>
                    <a:pt x="605" y="302"/>
                  </a:cubicBezTo>
                  <a:cubicBezTo>
                    <a:pt x="606" y="304"/>
                    <a:pt x="603" y="302"/>
                    <a:pt x="605" y="302"/>
                  </a:cubicBezTo>
                  <a:close/>
                  <a:moveTo>
                    <a:pt x="605" y="373"/>
                  </a:moveTo>
                  <a:cubicBezTo>
                    <a:pt x="605" y="373"/>
                    <a:pt x="606" y="373"/>
                    <a:pt x="606" y="373"/>
                  </a:cubicBezTo>
                  <a:cubicBezTo>
                    <a:pt x="606" y="374"/>
                    <a:pt x="605" y="373"/>
                    <a:pt x="605" y="373"/>
                  </a:cubicBezTo>
                  <a:close/>
                  <a:moveTo>
                    <a:pt x="606" y="568"/>
                  </a:moveTo>
                  <a:cubicBezTo>
                    <a:pt x="607" y="567"/>
                    <a:pt x="605" y="570"/>
                    <a:pt x="606" y="568"/>
                  </a:cubicBezTo>
                  <a:close/>
                  <a:moveTo>
                    <a:pt x="608" y="285"/>
                  </a:moveTo>
                  <a:cubicBezTo>
                    <a:pt x="608" y="285"/>
                    <a:pt x="609" y="284"/>
                    <a:pt x="609" y="284"/>
                  </a:cubicBezTo>
                  <a:cubicBezTo>
                    <a:pt x="610" y="286"/>
                    <a:pt x="607" y="286"/>
                    <a:pt x="608" y="285"/>
                  </a:cubicBezTo>
                  <a:close/>
                  <a:moveTo>
                    <a:pt x="609" y="319"/>
                  </a:moveTo>
                  <a:cubicBezTo>
                    <a:pt x="610" y="317"/>
                    <a:pt x="608" y="320"/>
                    <a:pt x="609" y="319"/>
                  </a:cubicBezTo>
                  <a:close/>
                  <a:moveTo>
                    <a:pt x="609" y="350"/>
                  </a:moveTo>
                  <a:cubicBezTo>
                    <a:pt x="610" y="349"/>
                    <a:pt x="607" y="351"/>
                    <a:pt x="609" y="350"/>
                  </a:cubicBezTo>
                  <a:close/>
                  <a:moveTo>
                    <a:pt x="609" y="376"/>
                  </a:moveTo>
                  <a:cubicBezTo>
                    <a:pt x="611" y="374"/>
                    <a:pt x="611" y="380"/>
                    <a:pt x="609" y="380"/>
                  </a:cubicBezTo>
                  <a:cubicBezTo>
                    <a:pt x="608" y="379"/>
                    <a:pt x="609" y="377"/>
                    <a:pt x="609" y="376"/>
                  </a:cubicBezTo>
                  <a:close/>
                  <a:moveTo>
                    <a:pt x="609" y="486"/>
                  </a:moveTo>
                  <a:cubicBezTo>
                    <a:pt x="608" y="486"/>
                    <a:pt x="608" y="485"/>
                    <a:pt x="609" y="485"/>
                  </a:cubicBezTo>
                  <a:cubicBezTo>
                    <a:pt x="609" y="483"/>
                    <a:pt x="610" y="487"/>
                    <a:pt x="609" y="486"/>
                  </a:cubicBezTo>
                  <a:close/>
                  <a:moveTo>
                    <a:pt x="610" y="419"/>
                  </a:moveTo>
                  <a:cubicBezTo>
                    <a:pt x="611" y="417"/>
                    <a:pt x="612" y="418"/>
                    <a:pt x="610" y="419"/>
                  </a:cubicBezTo>
                  <a:close/>
                  <a:moveTo>
                    <a:pt x="609" y="349"/>
                  </a:moveTo>
                  <a:cubicBezTo>
                    <a:pt x="610" y="347"/>
                    <a:pt x="611" y="345"/>
                    <a:pt x="613" y="344"/>
                  </a:cubicBezTo>
                  <a:cubicBezTo>
                    <a:pt x="613" y="344"/>
                    <a:pt x="611" y="348"/>
                    <a:pt x="609" y="349"/>
                  </a:cubicBezTo>
                  <a:close/>
                  <a:moveTo>
                    <a:pt x="614" y="312"/>
                  </a:moveTo>
                  <a:cubicBezTo>
                    <a:pt x="615" y="313"/>
                    <a:pt x="615" y="314"/>
                    <a:pt x="614" y="314"/>
                  </a:cubicBezTo>
                  <a:cubicBezTo>
                    <a:pt x="613" y="314"/>
                    <a:pt x="612" y="313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1" y="310"/>
                    <a:pt x="615" y="308"/>
                    <a:pt x="616" y="311"/>
                  </a:cubicBezTo>
                  <a:cubicBezTo>
                    <a:pt x="616" y="311"/>
                    <a:pt x="615" y="312"/>
                    <a:pt x="614" y="312"/>
                  </a:cubicBezTo>
                  <a:close/>
                  <a:moveTo>
                    <a:pt x="613" y="276"/>
                  </a:moveTo>
                  <a:cubicBezTo>
                    <a:pt x="613" y="277"/>
                    <a:pt x="614" y="275"/>
                    <a:pt x="613" y="276"/>
                  </a:cubicBezTo>
                  <a:close/>
                  <a:moveTo>
                    <a:pt x="613" y="259"/>
                  </a:moveTo>
                  <a:cubicBezTo>
                    <a:pt x="613" y="259"/>
                    <a:pt x="613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ubicBezTo>
                    <a:pt x="614" y="258"/>
                    <a:pt x="614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lose/>
                  <a:moveTo>
                    <a:pt x="615" y="309"/>
                  </a:moveTo>
                  <a:cubicBezTo>
                    <a:pt x="614" y="309"/>
                    <a:pt x="615" y="308"/>
                    <a:pt x="615" y="308"/>
                  </a:cubicBezTo>
                  <a:cubicBezTo>
                    <a:pt x="616" y="307"/>
                    <a:pt x="616" y="309"/>
                    <a:pt x="615" y="309"/>
                  </a:cubicBezTo>
                  <a:close/>
                  <a:moveTo>
                    <a:pt x="616" y="256"/>
                  </a:moveTo>
                  <a:cubicBezTo>
                    <a:pt x="616" y="258"/>
                    <a:pt x="614" y="257"/>
                    <a:pt x="616" y="256"/>
                  </a:cubicBezTo>
                  <a:close/>
                  <a:moveTo>
                    <a:pt x="616" y="260"/>
                  </a:moveTo>
                  <a:cubicBezTo>
                    <a:pt x="615" y="261"/>
                    <a:pt x="618" y="258"/>
                    <a:pt x="616" y="260"/>
                  </a:cubicBezTo>
                  <a:close/>
                  <a:moveTo>
                    <a:pt x="616" y="343"/>
                  </a:moveTo>
                  <a:cubicBezTo>
                    <a:pt x="616" y="342"/>
                    <a:pt x="618" y="340"/>
                    <a:pt x="619" y="339"/>
                  </a:cubicBezTo>
                  <a:cubicBezTo>
                    <a:pt x="619" y="341"/>
                    <a:pt x="618" y="342"/>
                    <a:pt x="616" y="343"/>
                  </a:cubicBezTo>
                  <a:close/>
                  <a:moveTo>
                    <a:pt x="617" y="301"/>
                  </a:moveTo>
                  <a:cubicBezTo>
                    <a:pt x="618" y="300"/>
                    <a:pt x="619" y="302"/>
                    <a:pt x="618" y="302"/>
                  </a:cubicBezTo>
                  <a:cubicBezTo>
                    <a:pt x="618" y="302"/>
                    <a:pt x="617" y="301"/>
                    <a:pt x="617" y="301"/>
                  </a:cubicBezTo>
                  <a:close/>
                  <a:moveTo>
                    <a:pt x="618" y="491"/>
                  </a:moveTo>
                  <a:cubicBezTo>
                    <a:pt x="618" y="490"/>
                    <a:pt x="619" y="490"/>
                    <a:pt x="619" y="490"/>
                  </a:cubicBezTo>
                  <a:cubicBezTo>
                    <a:pt x="620" y="490"/>
                    <a:pt x="618" y="492"/>
                    <a:pt x="618" y="491"/>
                  </a:cubicBezTo>
                  <a:close/>
                  <a:moveTo>
                    <a:pt x="622" y="396"/>
                  </a:moveTo>
                  <a:cubicBezTo>
                    <a:pt x="622" y="395"/>
                    <a:pt x="623" y="394"/>
                    <a:pt x="623" y="393"/>
                  </a:cubicBezTo>
                  <a:cubicBezTo>
                    <a:pt x="624" y="393"/>
                    <a:pt x="623" y="395"/>
                    <a:pt x="622" y="396"/>
                  </a:cubicBezTo>
                  <a:close/>
                  <a:moveTo>
                    <a:pt x="630" y="439"/>
                  </a:moveTo>
                  <a:cubicBezTo>
                    <a:pt x="630" y="441"/>
                    <a:pt x="627" y="440"/>
                    <a:pt x="630" y="439"/>
                  </a:cubicBezTo>
                  <a:close/>
                  <a:moveTo>
                    <a:pt x="631" y="548"/>
                  </a:moveTo>
                  <a:cubicBezTo>
                    <a:pt x="631" y="548"/>
                    <a:pt x="632" y="547"/>
                    <a:pt x="633" y="548"/>
                  </a:cubicBezTo>
                  <a:cubicBezTo>
                    <a:pt x="636" y="551"/>
                    <a:pt x="628" y="552"/>
                    <a:pt x="631" y="548"/>
                  </a:cubicBezTo>
                  <a:close/>
                  <a:moveTo>
                    <a:pt x="634" y="433"/>
                  </a:moveTo>
                  <a:cubicBezTo>
                    <a:pt x="632" y="433"/>
                    <a:pt x="633" y="431"/>
                    <a:pt x="633" y="431"/>
                  </a:cubicBezTo>
                  <a:cubicBezTo>
                    <a:pt x="635" y="429"/>
                    <a:pt x="635" y="433"/>
                    <a:pt x="634" y="433"/>
                  </a:cubicBezTo>
                  <a:close/>
                  <a:moveTo>
                    <a:pt x="635" y="495"/>
                  </a:moveTo>
                  <a:cubicBezTo>
                    <a:pt x="636" y="496"/>
                    <a:pt x="634" y="497"/>
                    <a:pt x="635" y="495"/>
                  </a:cubicBezTo>
                  <a:close/>
                  <a:moveTo>
                    <a:pt x="635" y="459"/>
                  </a:moveTo>
                  <a:cubicBezTo>
                    <a:pt x="634" y="458"/>
                    <a:pt x="636" y="459"/>
                    <a:pt x="635" y="459"/>
                  </a:cubicBezTo>
                  <a:close/>
                  <a:moveTo>
                    <a:pt x="631" y="298"/>
                  </a:moveTo>
                  <a:cubicBezTo>
                    <a:pt x="634" y="297"/>
                    <a:pt x="630" y="302"/>
                    <a:pt x="630" y="299"/>
                  </a:cubicBezTo>
                  <a:cubicBezTo>
                    <a:pt x="630" y="299"/>
                    <a:pt x="631" y="298"/>
                    <a:pt x="631" y="298"/>
                  </a:cubicBezTo>
                  <a:close/>
                  <a:moveTo>
                    <a:pt x="629" y="296"/>
                  </a:moveTo>
                  <a:cubicBezTo>
                    <a:pt x="629" y="295"/>
                    <a:pt x="628" y="297"/>
                    <a:pt x="629" y="296"/>
                  </a:cubicBezTo>
                  <a:close/>
                  <a:moveTo>
                    <a:pt x="635" y="314"/>
                  </a:moveTo>
                  <a:cubicBezTo>
                    <a:pt x="633" y="319"/>
                    <a:pt x="630" y="323"/>
                    <a:pt x="628" y="327"/>
                  </a:cubicBezTo>
                  <a:cubicBezTo>
                    <a:pt x="630" y="323"/>
                    <a:pt x="631" y="318"/>
                    <a:pt x="635" y="314"/>
                  </a:cubicBezTo>
                  <a:close/>
                  <a:moveTo>
                    <a:pt x="625" y="391"/>
                  </a:moveTo>
                  <a:cubicBezTo>
                    <a:pt x="624" y="390"/>
                    <a:pt x="626" y="387"/>
                    <a:pt x="627" y="386"/>
                  </a:cubicBezTo>
                  <a:cubicBezTo>
                    <a:pt x="627" y="387"/>
                    <a:pt x="625" y="389"/>
                    <a:pt x="625" y="391"/>
                  </a:cubicBezTo>
                  <a:close/>
                  <a:moveTo>
                    <a:pt x="623" y="307"/>
                  </a:moveTo>
                  <a:cubicBezTo>
                    <a:pt x="623" y="307"/>
                    <a:pt x="623" y="309"/>
                    <a:pt x="622" y="309"/>
                  </a:cubicBezTo>
                  <a:cubicBezTo>
                    <a:pt x="622" y="309"/>
                    <a:pt x="622" y="307"/>
                    <a:pt x="623" y="307"/>
                  </a:cubicBezTo>
                  <a:close/>
                  <a:moveTo>
                    <a:pt x="624" y="333"/>
                  </a:moveTo>
                  <a:cubicBezTo>
                    <a:pt x="624" y="333"/>
                    <a:pt x="627" y="328"/>
                    <a:pt x="627" y="330"/>
                  </a:cubicBezTo>
                  <a:cubicBezTo>
                    <a:pt x="626" y="332"/>
                    <a:pt x="622" y="336"/>
                    <a:pt x="620" y="338"/>
                  </a:cubicBezTo>
                  <a:cubicBezTo>
                    <a:pt x="621" y="337"/>
                    <a:pt x="623" y="335"/>
                    <a:pt x="624" y="333"/>
                  </a:cubicBezTo>
                  <a:close/>
                  <a:moveTo>
                    <a:pt x="620" y="269"/>
                  </a:moveTo>
                  <a:cubicBezTo>
                    <a:pt x="620" y="268"/>
                    <a:pt x="622" y="262"/>
                    <a:pt x="624" y="264"/>
                  </a:cubicBezTo>
                  <a:cubicBezTo>
                    <a:pt x="626" y="265"/>
                    <a:pt x="622" y="268"/>
                    <a:pt x="620" y="269"/>
                  </a:cubicBezTo>
                  <a:close/>
                  <a:moveTo>
                    <a:pt x="626" y="231"/>
                  </a:moveTo>
                  <a:cubicBezTo>
                    <a:pt x="626" y="232"/>
                    <a:pt x="627" y="230"/>
                    <a:pt x="626" y="231"/>
                  </a:cubicBezTo>
                  <a:close/>
                  <a:moveTo>
                    <a:pt x="628" y="249"/>
                  </a:moveTo>
                  <a:cubicBezTo>
                    <a:pt x="628" y="247"/>
                    <a:pt x="630" y="248"/>
                    <a:pt x="628" y="249"/>
                  </a:cubicBezTo>
                  <a:close/>
                  <a:moveTo>
                    <a:pt x="625" y="218"/>
                  </a:moveTo>
                  <a:cubicBezTo>
                    <a:pt x="627" y="217"/>
                    <a:pt x="628" y="217"/>
                    <a:pt x="629" y="218"/>
                  </a:cubicBezTo>
                  <a:cubicBezTo>
                    <a:pt x="631" y="221"/>
                    <a:pt x="626" y="226"/>
                    <a:pt x="624" y="225"/>
                  </a:cubicBezTo>
                  <a:cubicBezTo>
                    <a:pt x="621" y="223"/>
                    <a:pt x="624" y="219"/>
                    <a:pt x="625" y="218"/>
                  </a:cubicBezTo>
                  <a:close/>
                  <a:moveTo>
                    <a:pt x="621" y="229"/>
                  </a:moveTo>
                  <a:cubicBezTo>
                    <a:pt x="621" y="228"/>
                    <a:pt x="622" y="227"/>
                    <a:pt x="622" y="227"/>
                  </a:cubicBezTo>
                  <a:cubicBezTo>
                    <a:pt x="621" y="227"/>
                    <a:pt x="621" y="226"/>
                    <a:pt x="622" y="226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3" y="225"/>
                  </a:cubicBezTo>
                  <a:cubicBezTo>
                    <a:pt x="623" y="226"/>
                    <a:pt x="622" y="226"/>
                    <a:pt x="622" y="226"/>
                  </a:cubicBezTo>
                  <a:cubicBezTo>
                    <a:pt x="622" y="229"/>
                    <a:pt x="621" y="233"/>
                    <a:pt x="620" y="235"/>
                  </a:cubicBezTo>
                  <a:cubicBezTo>
                    <a:pt x="620" y="233"/>
                    <a:pt x="620" y="232"/>
                    <a:pt x="621" y="230"/>
                  </a:cubicBezTo>
                  <a:cubicBezTo>
                    <a:pt x="621" y="230"/>
                    <a:pt x="621" y="230"/>
                    <a:pt x="621" y="230"/>
                  </a:cubicBezTo>
                  <a:cubicBezTo>
                    <a:pt x="621" y="229"/>
                    <a:pt x="621" y="229"/>
                    <a:pt x="621" y="229"/>
                  </a:cubicBezTo>
                  <a:close/>
                  <a:moveTo>
                    <a:pt x="620" y="227"/>
                  </a:moveTo>
                  <a:cubicBezTo>
                    <a:pt x="620" y="229"/>
                    <a:pt x="618" y="228"/>
                    <a:pt x="620" y="227"/>
                  </a:cubicBezTo>
                  <a:close/>
                  <a:moveTo>
                    <a:pt x="623" y="246"/>
                  </a:moveTo>
                  <a:cubicBezTo>
                    <a:pt x="622" y="248"/>
                    <a:pt x="620" y="249"/>
                    <a:pt x="618" y="249"/>
                  </a:cubicBezTo>
                  <a:cubicBezTo>
                    <a:pt x="619" y="248"/>
                    <a:pt x="621" y="247"/>
                    <a:pt x="623" y="246"/>
                  </a:cubicBezTo>
                  <a:close/>
                  <a:moveTo>
                    <a:pt x="619" y="255"/>
                  </a:moveTo>
                  <a:cubicBezTo>
                    <a:pt x="619" y="256"/>
                    <a:pt x="618" y="258"/>
                    <a:pt x="617" y="259"/>
                  </a:cubicBezTo>
                  <a:cubicBezTo>
                    <a:pt x="617" y="257"/>
                    <a:pt x="619" y="256"/>
                    <a:pt x="619" y="255"/>
                  </a:cubicBezTo>
                  <a:close/>
                  <a:moveTo>
                    <a:pt x="615" y="229"/>
                  </a:moveTo>
                  <a:cubicBezTo>
                    <a:pt x="613" y="228"/>
                    <a:pt x="614" y="225"/>
                    <a:pt x="616" y="226"/>
                  </a:cubicBezTo>
                  <a:cubicBezTo>
                    <a:pt x="618" y="226"/>
                    <a:pt x="617" y="230"/>
                    <a:pt x="615" y="229"/>
                  </a:cubicBezTo>
                  <a:cubicBezTo>
                    <a:pt x="617" y="230"/>
                    <a:pt x="615" y="236"/>
                    <a:pt x="612" y="236"/>
                  </a:cubicBezTo>
                  <a:cubicBezTo>
                    <a:pt x="608" y="235"/>
                    <a:pt x="610" y="226"/>
                    <a:pt x="615" y="229"/>
                  </a:cubicBezTo>
                  <a:close/>
                  <a:moveTo>
                    <a:pt x="609" y="276"/>
                  </a:moveTo>
                  <a:cubicBezTo>
                    <a:pt x="608" y="280"/>
                    <a:pt x="603" y="284"/>
                    <a:pt x="599" y="286"/>
                  </a:cubicBezTo>
                  <a:cubicBezTo>
                    <a:pt x="602" y="283"/>
                    <a:pt x="604" y="279"/>
                    <a:pt x="609" y="276"/>
                  </a:cubicBezTo>
                  <a:close/>
                  <a:moveTo>
                    <a:pt x="608" y="229"/>
                  </a:moveTo>
                  <a:cubicBezTo>
                    <a:pt x="608" y="229"/>
                    <a:pt x="608" y="229"/>
                    <a:pt x="608" y="230"/>
                  </a:cubicBezTo>
                  <a:cubicBezTo>
                    <a:pt x="609" y="232"/>
                    <a:pt x="606" y="229"/>
                    <a:pt x="608" y="229"/>
                  </a:cubicBezTo>
                  <a:close/>
                  <a:moveTo>
                    <a:pt x="607" y="228"/>
                  </a:moveTo>
                  <a:cubicBezTo>
                    <a:pt x="608" y="228"/>
                    <a:pt x="607" y="230"/>
                    <a:pt x="606" y="230"/>
                  </a:cubicBezTo>
                  <a:cubicBezTo>
                    <a:pt x="605" y="229"/>
                    <a:pt x="606" y="229"/>
                    <a:pt x="607" y="228"/>
                  </a:cubicBezTo>
                  <a:close/>
                  <a:moveTo>
                    <a:pt x="606" y="253"/>
                  </a:moveTo>
                  <a:cubicBezTo>
                    <a:pt x="608" y="251"/>
                    <a:pt x="609" y="257"/>
                    <a:pt x="606" y="256"/>
                  </a:cubicBezTo>
                  <a:cubicBezTo>
                    <a:pt x="605" y="256"/>
                    <a:pt x="605" y="254"/>
                    <a:pt x="606" y="253"/>
                  </a:cubicBezTo>
                  <a:close/>
                  <a:moveTo>
                    <a:pt x="602" y="228"/>
                  </a:moveTo>
                  <a:cubicBezTo>
                    <a:pt x="602" y="227"/>
                    <a:pt x="603" y="227"/>
                    <a:pt x="604" y="227"/>
                  </a:cubicBezTo>
                  <a:cubicBezTo>
                    <a:pt x="605" y="229"/>
                    <a:pt x="601" y="230"/>
                    <a:pt x="602" y="228"/>
                  </a:cubicBezTo>
                  <a:close/>
                  <a:moveTo>
                    <a:pt x="602" y="225"/>
                  </a:moveTo>
                  <a:cubicBezTo>
                    <a:pt x="602" y="224"/>
                    <a:pt x="601" y="227"/>
                    <a:pt x="602" y="225"/>
                  </a:cubicBezTo>
                  <a:close/>
                  <a:moveTo>
                    <a:pt x="598" y="235"/>
                  </a:moveTo>
                  <a:cubicBezTo>
                    <a:pt x="599" y="233"/>
                    <a:pt x="601" y="238"/>
                    <a:pt x="598" y="237"/>
                  </a:cubicBezTo>
                  <a:cubicBezTo>
                    <a:pt x="597" y="237"/>
                    <a:pt x="597" y="236"/>
                    <a:pt x="598" y="235"/>
                  </a:cubicBezTo>
                  <a:close/>
                  <a:moveTo>
                    <a:pt x="600" y="263"/>
                  </a:moveTo>
                  <a:cubicBezTo>
                    <a:pt x="601" y="262"/>
                    <a:pt x="602" y="258"/>
                    <a:pt x="604" y="257"/>
                  </a:cubicBezTo>
                  <a:cubicBezTo>
                    <a:pt x="608" y="255"/>
                    <a:pt x="600" y="265"/>
                    <a:pt x="599" y="266"/>
                  </a:cubicBezTo>
                  <a:cubicBezTo>
                    <a:pt x="601" y="264"/>
                    <a:pt x="598" y="268"/>
                    <a:pt x="597" y="268"/>
                  </a:cubicBezTo>
                  <a:cubicBezTo>
                    <a:pt x="596" y="267"/>
                    <a:pt x="599" y="264"/>
                    <a:pt x="600" y="263"/>
                  </a:cubicBezTo>
                  <a:close/>
                  <a:moveTo>
                    <a:pt x="594" y="230"/>
                  </a:moveTo>
                  <a:cubicBezTo>
                    <a:pt x="594" y="232"/>
                    <a:pt x="593" y="230"/>
                    <a:pt x="594" y="230"/>
                  </a:cubicBezTo>
                  <a:close/>
                  <a:moveTo>
                    <a:pt x="593" y="249"/>
                  </a:moveTo>
                  <a:cubicBezTo>
                    <a:pt x="594" y="249"/>
                    <a:pt x="593" y="250"/>
                    <a:pt x="593" y="250"/>
                  </a:cubicBezTo>
                  <a:cubicBezTo>
                    <a:pt x="592" y="250"/>
                    <a:pt x="593" y="248"/>
                    <a:pt x="593" y="249"/>
                  </a:cubicBezTo>
                  <a:close/>
                  <a:moveTo>
                    <a:pt x="595" y="252"/>
                  </a:moveTo>
                  <a:cubicBezTo>
                    <a:pt x="594" y="254"/>
                    <a:pt x="591" y="256"/>
                    <a:pt x="589" y="258"/>
                  </a:cubicBezTo>
                  <a:cubicBezTo>
                    <a:pt x="590" y="256"/>
                    <a:pt x="592" y="253"/>
                    <a:pt x="595" y="252"/>
                  </a:cubicBezTo>
                  <a:close/>
                  <a:moveTo>
                    <a:pt x="590" y="221"/>
                  </a:moveTo>
                  <a:cubicBezTo>
                    <a:pt x="590" y="221"/>
                    <a:pt x="590" y="221"/>
                    <a:pt x="591" y="221"/>
                  </a:cubicBezTo>
                  <a:cubicBezTo>
                    <a:pt x="590" y="221"/>
                    <a:pt x="590" y="222"/>
                    <a:pt x="590" y="221"/>
                  </a:cubicBezTo>
                  <a:close/>
                  <a:moveTo>
                    <a:pt x="591" y="238"/>
                  </a:moveTo>
                  <a:cubicBezTo>
                    <a:pt x="591" y="239"/>
                    <a:pt x="588" y="240"/>
                    <a:pt x="588" y="239"/>
                  </a:cubicBezTo>
                  <a:cubicBezTo>
                    <a:pt x="588" y="238"/>
                    <a:pt x="591" y="236"/>
                    <a:pt x="591" y="238"/>
                  </a:cubicBezTo>
                  <a:close/>
                  <a:moveTo>
                    <a:pt x="588" y="289"/>
                  </a:moveTo>
                  <a:cubicBezTo>
                    <a:pt x="589" y="290"/>
                    <a:pt x="585" y="291"/>
                    <a:pt x="586" y="289"/>
                  </a:cubicBezTo>
                  <a:cubicBezTo>
                    <a:pt x="587" y="289"/>
                    <a:pt x="587" y="288"/>
                    <a:pt x="588" y="289"/>
                  </a:cubicBezTo>
                  <a:close/>
                  <a:moveTo>
                    <a:pt x="587" y="214"/>
                  </a:moveTo>
                  <a:cubicBezTo>
                    <a:pt x="588" y="216"/>
                    <a:pt x="584" y="216"/>
                    <a:pt x="584" y="215"/>
                  </a:cubicBezTo>
                  <a:cubicBezTo>
                    <a:pt x="584" y="213"/>
                    <a:pt x="586" y="213"/>
                    <a:pt x="587" y="214"/>
                  </a:cubicBezTo>
                  <a:close/>
                  <a:moveTo>
                    <a:pt x="583" y="217"/>
                  </a:moveTo>
                  <a:cubicBezTo>
                    <a:pt x="583" y="217"/>
                    <a:pt x="585" y="217"/>
                    <a:pt x="584" y="218"/>
                  </a:cubicBezTo>
                  <a:cubicBezTo>
                    <a:pt x="584" y="218"/>
                    <a:pt x="582" y="218"/>
                    <a:pt x="583" y="217"/>
                  </a:cubicBezTo>
                  <a:close/>
                  <a:moveTo>
                    <a:pt x="586" y="259"/>
                  </a:moveTo>
                  <a:cubicBezTo>
                    <a:pt x="586" y="259"/>
                    <a:pt x="584" y="263"/>
                    <a:pt x="582" y="263"/>
                  </a:cubicBezTo>
                  <a:cubicBezTo>
                    <a:pt x="583" y="262"/>
                    <a:pt x="585" y="260"/>
                    <a:pt x="586" y="259"/>
                  </a:cubicBezTo>
                  <a:close/>
                  <a:moveTo>
                    <a:pt x="583" y="250"/>
                  </a:moveTo>
                  <a:cubicBezTo>
                    <a:pt x="583" y="251"/>
                    <a:pt x="582" y="251"/>
                    <a:pt x="581" y="251"/>
                  </a:cubicBezTo>
                  <a:cubicBezTo>
                    <a:pt x="581" y="250"/>
                    <a:pt x="582" y="249"/>
                    <a:pt x="583" y="250"/>
                  </a:cubicBezTo>
                  <a:close/>
                  <a:moveTo>
                    <a:pt x="580" y="258"/>
                  </a:move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lose/>
                  <a:moveTo>
                    <a:pt x="582" y="276"/>
                  </a:moveTo>
                  <a:cubicBezTo>
                    <a:pt x="584" y="278"/>
                    <a:pt x="581" y="280"/>
                    <a:pt x="579" y="280"/>
                  </a:cubicBezTo>
                  <a:cubicBezTo>
                    <a:pt x="579" y="279"/>
                    <a:pt x="581" y="275"/>
                    <a:pt x="582" y="276"/>
                  </a:cubicBezTo>
                  <a:close/>
                  <a:moveTo>
                    <a:pt x="579" y="294"/>
                  </a:moveTo>
                  <a:cubicBezTo>
                    <a:pt x="580" y="294"/>
                    <a:pt x="578" y="295"/>
                    <a:pt x="578" y="294"/>
                  </a:cubicBezTo>
                  <a:cubicBezTo>
                    <a:pt x="578" y="294"/>
                    <a:pt x="579" y="294"/>
                    <a:pt x="579" y="294"/>
                  </a:cubicBezTo>
                  <a:close/>
                  <a:moveTo>
                    <a:pt x="575" y="180"/>
                  </a:moveTo>
                  <a:cubicBezTo>
                    <a:pt x="575" y="180"/>
                    <a:pt x="576" y="180"/>
                    <a:pt x="576" y="180"/>
                  </a:cubicBezTo>
                  <a:cubicBezTo>
                    <a:pt x="577" y="181"/>
                    <a:pt x="574" y="182"/>
                    <a:pt x="575" y="180"/>
                  </a:cubicBezTo>
                  <a:close/>
                  <a:moveTo>
                    <a:pt x="576" y="192"/>
                  </a:moveTo>
                  <a:cubicBezTo>
                    <a:pt x="579" y="190"/>
                    <a:pt x="578" y="196"/>
                    <a:pt x="576" y="195"/>
                  </a:cubicBezTo>
                  <a:cubicBezTo>
                    <a:pt x="574" y="195"/>
                    <a:pt x="575" y="193"/>
                    <a:pt x="576" y="192"/>
                  </a:cubicBezTo>
                  <a:close/>
                  <a:moveTo>
                    <a:pt x="571" y="222"/>
                  </a:moveTo>
                  <a:cubicBezTo>
                    <a:pt x="567" y="221"/>
                    <a:pt x="569" y="214"/>
                    <a:pt x="571" y="212"/>
                  </a:cubicBezTo>
                  <a:cubicBezTo>
                    <a:pt x="579" y="207"/>
                    <a:pt x="578" y="222"/>
                    <a:pt x="571" y="222"/>
                  </a:cubicBezTo>
                  <a:close/>
                  <a:moveTo>
                    <a:pt x="571" y="188"/>
                  </a:moveTo>
                  <a:cubicBezTo>
                    <a:pt x="571" y="188"/>
                    <a:pt x="572" y="186"/>
                    <a:pt x="573" y="188"/>
                  </a:cubicBezTo>
                  <a:cubicBezTo>
                    <a:pt x="573" y="188"/>
                    <a:pt x="572" y="189"/>
                    <a:pt x="571" y="188"/>
                  </a:cubicBezTo>
                  <a:close/>
                  <a:moveTo>
                    <a:pt x="569" y="186"/>
                  </a:moveTo>
                  <a:cubicBezTo>
                    <a:pt x="569" y="186"/>
                    <a:pt x="569" y="186"/>
                    <a:pt x="570" y="185"/>
                  </a:cubicBezTo>
                  <a:cubicBezTo>
                    <a:pt x="570" y="185"/>
                    <a:pt x="570" y="185"/>
                    <a:pt x="570" y="185"/>
                  </a:cubicBezTo>
                  <a:cubicBezTo>
                    <a:pt x="570" y="185"/>
                    <a:pt x="572" y="184"/>
                    <a:pt x="573" y="183"/>
                  </a:cubicBezTo>
                  <a:cubicBezTo>
                    <a:pt x="572" y="186"/>
                    <a:pt x="569" y="187"/>
                    <a:pt x="567" y="188"/>
                  </a:cubicBezTo>
                  <a:cubicBezTo>
                    <a:pt x="567" y="187"/>
                    <a:pt x="568" y="187"/>
                    <a:pt x="569" y="186"/>
                  </a:cubicBezTo>
                  <a:close/>
                  <a:moveTo>
                    <a:pt x="565" y="188"/>
                  </a:moveTo>
                  <a:cubicBezTo>
                    <a:pt x="565" y="188"/>
                    <a:pt x="566" y="187"/>
                    <a:pt x="567" y="188"/>
                  </a:cubicBezTo>
                  <a:cubicBezTo>
                    <a:pt x="567" y="189"/>
                    <a:pt x="563" y="190"/>
                    <a:pt x="565" y="188"/>
                  </a:cubicBezTo>
                  <a:close/>
                  <a:moveTo>
                    <a:pt x="562" y="209"/>
                  </a:moveTo>
                  <a:cubicBezTo>
                    <a:pt x="562" y="210"/>
                    <a:pt x="561" y="210"/>
                    <a:pt x="560" y="209"/>
                  </a:cubicBezTo>
                  <a:cubicBezTo>
                    <a:pt x="560" y="209"/>
                    <a:pt x="561" y="208"/>
                    <a:pt x="562" y="209"/>
                  </a:cubicBezTo>
                  <a:close/>
                  <a:moveTo>
                    <a:pt x="558" y="198"/>
                  </a:moveTo>
                  <a:cubicBezTo>
                    <a:pt x="560" y="196"/>
                    <a:pt x="560" y="199"/>
                    <a:pt x="558" y="199"/>
                  </a:cubicBezTo>
                  <a:cubicBezTo>
                    <a:pt x="558" y="199"/>
                    <a:pt x="558" y="198"/>
                    <a:pt x="558" y="198"/>
                  </a:cubicBezTo>
                  <a:close/>
                  <a:moveTo>
                    <a:pt x="558" y="215"/>
                  </a:moveTo>
                  <a:cubicBezTo>
                    <a:pt x="561" y="213"/>
                    <a:pt x="565" y="210"/>
                    <a:pt x="569" y="209"/>
                  </a:cubicBezTo>
                  <a:cubicBezTo>
                    <a:pt x="567" y="211"/>
                    <a:pt x="560" y="215"/>
                    <a:pt x="557" y="217"/>
                  </a:cubicBezTo>
                  <a:cubicBezTo>
                    <a:pt x="558" y="216"/>
                    <a:pt x="556" y="217"/>
                    <a:pt x="556" y="217"/>
                  </a:cubicBezTo>
                  <a:cubicBezTo>
                    <a:pt x="555" y="215"/>
                    <a:pt x="557" y="215"/>
                    <a:pt x="558" y="215"/>
                  </a:cubicBezTo>
                  <a:close/>
                  <a:moveTo>
                    <a:pt x="559" y="250"/>
                  </a:moveTo>
                  <a:cubicBezTo>
                    <a:pt x="559" y="252"/>
                    <a:pt x="554" y="254"/>
                    <a:pt x="553" y="252"/>
                  </a:cubicBezTo>
                  <a:cubicBezTo>
                    <a:pt x="552" y="249"/>
                    <a:pt x="559" y="246"/>
                    <a:pt x="559" y="250"/>
                  </a:cubicBezTo>
                  <a:close/>
                  <a:moveTo>
                    <a:pt x="551" y="188"/>
                  </a:moveTo>
                  <a:cubicBezTo>
                    <a:pt x="551" y="188"/>
                    <a:pt x="552" y="188"/>
                    <a:pt x="552" y="188"/>
                  </a:cubicBezTo>
                  <a:cubicBezTo>
                    <a:pt x="552" y="190"/>
                    <a:pt x="550" y="190"/>
                    <a:pt x="551" y="188"/>
                  </a:cubicBezTo>
                  <a:close/>
                  <a:moveTo>
                    <a:pt x="552" y="253"/>
                  </a:moveTo>
                  <a:cubicBezTo>
                    <a:pt x="552" y="254"/>
                    <a:pt x="554" y="255"/>
                    <a:pt x="554" y="256"/>
                  </a:cubicBezTo>
                  <a:cubicBezTo>
                    <a:pt x="554" y="258"/>
                    <a:pt x="552" y="256"/>
                    <a:pt x="552" y="258"/>
                  </a:cubicBezTo>
                  <a:cubicBezTo>
                    <a:pt x="549" y="260"/>
                    <a:pt x="550" y="265"/>
                    <a:pt x="548" y="267"/>
                  </a:cubicBezTo>
                  <a:cubicBezTo>
                    <a:pt x="548" y="263"/>
                    <a:pt x="550" y="258"/>
                    <a:pt x="552" y="253"/>
                  </a:cubicBezTo>
                  <a:close/>
                  <a:moveTo>
                    <a:pt x="549" y="270"/>
                  </a:moveTo>
                  <a:cubicBezTo>
                    <a:pt x="548" y="269"/>
                    <a:pt x="550" y="267"/>
                    <a:pt x="551" y="269"/>
                  </a:cubicBezTo>
                  <a:cubicBezTo>
                    <a:pt x="552" y="271"/>
                    <a:pt x="549" y="271"/>
                    <a:pt x="549" y="270"/>
                  </a:cubicBezTo>
                  <a:close/>
                  <a:moveTo>
                    <a:pt x="549" y="310"/>
                  </a:moveTo>
                  <a:cubicBezTo>
                    <a:pt x="548" y="310"/>
                    <a:pt x="549" y="310"/>
                    <a:pt x="549" y="310"/>
                  </a:cubicBezTo>
                  <a:cubicBezTo>
                    <a:pt x="550" y="310"/>
                    <a:pt x="549" y="310"/>
                    <a:pt x="549" y="310"/>
                  </a:cubicBezTo>
                  <a:close/>
                  <a:moveTo>
                    <a:pt x="550" y="302"/>
                  </a:moveTo>
                  <a:cubicBezTo>
                    <a:pt x="551" y="302"/>
                    <a:pt x="551" y="301"/>
                    <a:pt x="551" y="302"/>
                  </a:cubicBezTo>
                  <a:cubicBezTo>
                    <a:pt x="552" y="302"/>
                    <a:pt x="550" y="303"/>
                    <a:pt x="550" y="302"/>
                  </a:cubicBezTo>
                  <a:close/>
                  <a:moveTo>
                    <a:pt x="558" y="345"/>
                  </a:moveTo>
                  <a:cubicBezTo>
                    <a:pt x="556" y="349"/>
                    <a:pt x="551" y="352"/>
                    <a:pt x="547" y="356"/>
                  </a:cubicBezTo>
                  <a:cubicBezTo>
                    <a:pt x="549" y="352"/>
                    <a:pt x="555" y="349"/>
                    <a:pt x="558" y="345"/>
                  </a:cubicBezTo>
                  <a:close/>
                  <a:moveTo>
                    <a:pt x="546" y="192"/>
                  </a:moveTo>
                  <a:cubicBezTo>
                    <a:pt x="547" y="193"/>
                    <a:pt x="545" y="194"/>
                    <a:pt x="545" y="193"/>
                  </a:cubicBezTo>
                  <a:cubicBezTo>
                    <a:pt x="545" y="192"/>
                    <a:pt x="546" y="192"/>
                    <a:pt x="546" y="192"/>
                  </a:cubicBezTo>
                  <a:close/>
                  <a:moveTo>
                    <a:pt x="545" y="198"/>
                  </a:moveTo>
                  <a:cubicBezTo>
                    <a:pt x="546" y="197"/>
                    <a:pt x="546" y="200"/>
                    <a:pt x="545" y="199"/>
                  </a:cubicBezTo>
                  <a:cubicBezTo>
                    <a:pt x="544" y="199"/>
                    <a:pt x="545" y="198"/>
                    <a:pt x="545" y="198"/>
                  </a:cubicBezTo>
                  <a:close/>
                  <a:moveTo>
                    <a:pt x="544" y="232"/>
                  </a:moveTo>
                  <a:cubicBezTo>
                    <a:pt x="545" y="231"/>
                    <a:pt x="546" y="230"/>
                    <a:pt x="546" y="231"/>
                  </a:cubicBezTo>
                  <a:cubicBezTo>
                    <a:pt x="549" y="233"/>
                    <a:pt x="542" y="235"/>
                    <a:pt x="544" y="232"/>
                  </a:cubicBezTo>
                  <a:close/>
                  <a:moveTo>
                    <a:pt x="547" y="281"/>
                  </a:moveTo>
                  <a:cubicBezTo>
                    <a:pt x="546" y="282"/>
                    <a:pt x="545" y="281"/>
                    <a:pt x="547" y="281"/>
                  </a:cubicBezTo>
                  <a:close/>
                  <a:moveTo>
                    <a:pt x="547" y="355"/>
                  </a:moveTo>
                  <a:cubicBezTo>
                    <a:pt x="546" y="357"/>
                    <a:pt x="544" y="358"/>
                    <a:pt x="543" y="359"/>
                  </a:cubicBezTo>
                  <a:cubicBezTo>
                    <a:pt x="543" y="357"/>
                    <a:pt x="545" y="356"/>
                    <a:pt x="547" y="355"/>
                  </a:cubicBezTo>
                  <a:close/>
                  <a:moveTo>
                    <a:pt x="542" y="323"/>
                  </a:moveTo>
                  <a:cubicBezTo>
                    <a:pt x="542" y="323"/>
                    <a:pt x="542" y="322"/>
                    <a:pt x="543" y="323"/>
                  </a:cubicBezTo>
                  <a:cubicBezTo>
                    <a:pt x="545" y="323"/>
                    <a:pt x="541" y="326"/>
                    <a:pt x="542" y="323"/>
                  </a:cubicBezTo>
                  <a:close/>
                  <a:moveTo>
                    <a:pt x="542" y="261"/>
                  </a:moveTo>
                  <a:cubicBezTo>
                    <a:pt x="543" y="259"/>
                    <a:pt x="544" y="261"/>
                    <a:pt x="542" y="261"/>
                  </a:cubicBezTo>
                  <a:close/>
                  <a:moveTo>
                    <a:pt x="541" y="250"/>
                  </a:moveTo>
                  <a:cubicBezTo>
                    <a:pt x="541" y="250"/>
                    <a:pt x="541" y="249"/>
                    <a:pt x="542" y="248"/>
                  </a:cubicBezTo>
                  <a:cubicBezTo>
                    <a:pt x="544" y="247"/>
                    <a:pt x="543" y="252"/>
                    <a:pt x="541" y="250"/>
                  </a:cubicBezTo>
                  <a:close/>
                  <a:moveTo>
                    <a:pt x="543" y="227"/>
                  </a:moveTo>
                  <a:cubicBezTo>
                    <a:pt x="543" y="227"/>
                    <a:pt x="542" y="228"/>
                    <a:pt x="542" y="227"/>
                  </a:cubicBezTo>
                  <a:cubicBezTo>
                    <a:pt x="542" y="227"/>
                    <a:pt x="542" y="227"/>
                    <a:pt x="543" y="227"/>
                  </a:cubicBezTo>
                  <a:close/>
                  <a:moveTo>
                    <a:pt x="541" y="192"/>
                  </a:moveTo>
                  <a:cubicBezTo>
                    <a:pt x="542" y="190"/>
                    <a:pt x="542" y="193"/>
                    <a:pt x="541" y="192"/>
                  </a:cubicBezTo>
                  <a:close/>
                  <a:moveTo>
                    <a:pt x="542" y="240"/>
                  </a:moveTo>
                  <a:cubicBezTo>
                    <a:pt x="542" y="241"/>
                    <a:pt x="540" y="242"/>
                    <a:pt x="539" y="242"/>
                  </a:cubicBezTo>
                  <a:cubicBezTo>
                    <a:pt x="539" y="241"/>
                    <a:pt x="541" y="241"/>
                    <a:pt x="542" y="240"/>
                  </a:cubicBezTo>
                  <a:close/>
                  <a:moveTo>
                    <a:pt x="537" y="195"/>
                  </a:moveTo>
                  <a:cubicBezTo>
                    <a:pt x="538" y="195"/>
                    <a:pt x="536" y="196"/>
                    <a:pt x="536" y="197"/>
                  </a:cubicBezTo>
                  <a:cubicBezTo>
                    <a:pt x="535" y="196"/>
                    <a:pt x="537" y="195"/>
                    <a:pt x="537" y="195"/>
                  </a:cubicBezTo>
                  <a:close/>
                  <a:moveTo>
                    <a:pt x="539" y="194"/>
                  </a:moveTo>
                  <a:cubicBezTo>
                    <a:pt x="538" y="197"/>
                    <a:pt x="536" y="201"/>
                    <a:pt x="534" y="203"/>
                  </a:cubicBezTo>
                  <a:cubicBezTo>
                    <a:pt x="536" y="200"/>
                    <a:pt x="537" y="197"/>
                    <a:pt x="539" y="194"/>
                  </a:cubicBezTo>
                  <a:close/>
                  <a:moveTo>
                    <a:pt x="534" y="200"/>
                  </a:moveTo>
                  <a:cubicBezTo>
                    <a:pt x="534" y="200"/>
                    <a:pt x="534" y="200"/>
                    <a:pt x="534" y="200"/>
                  </a:cubicBezTo>
                  <a:cubicBezTo>
                    <a:pt x="535" y="198"/>
                    <a:pt x="534" y="202"/>
                    <a:pt x="534" y="200"/>
                  </a:cubicBezTo>
                  <a:close/>
                  <a:moveTo>
                    <a:pt x="537" y="244"/>
                  </a:moveTo>
                  <a:cubicBezTo>
                    <a:pt x="536" y="245"/>
                    <a:pt x="534" y="246"/>
                    <a:pt x="532" y="246"/>
                  </a:cubicBezTo>
                  <a:cubicBezTo>
                    <a:pt x="533" y="245"/>
                    <a:pt x="535" y="244"/>
                    <a:pt x="537" y="244"/>
                  </a:cubicBezTo>
                  <a:close/>
                  <a:moveTo>
                    <a:pt x="534" y="205"/>
                  </a:moveTo>
                  <a:cubicBezTo>
                    <a:pt x="534" y="205"/>
                    <a:pt x="533" y="207"/>
                    <a:pt x="533" y="208"/>
                  </a:cubicBezTo>
                  <a:cubicBezTo>
                    <a:pt x="532" y="207"/>
                    <a:pt x="533" y="205"/>
                    <a:pt x="534" y="205"/>
                  </a:cubicBezTo>
                  <a:close/>
                  <a:moveTo>
                    <a:pt x="533" y="224"/>
                  </a:moveTo>
                  <a:cubicBezTo>
                    <a:pt x="534" y="223"/>
                    <a:pt x="533" y="226"/>
                    <a:pt x="532" y="226"/>
                  </a:cubicBezTo>
                  <a:cubicBezTo>
                    <a:pt x="532" y="225"/>
                    <a:pt x="532" y="225"/>
                    <a:pt x="533" y="224"/>
                  </a:cubicBezTo>
                  <a:close/>
                  <a:moveTo>
                    <a:pt x="531" y="209"/>
                  </a:moveTo>
                  <a:cubicBezTo>
                    <a:pt x="532" y="207"/>
                    <a:pt x="533" y="209"/>
                    <a:pt x="531" y="209"/>
                  </a:cubicBezTo>
                  <a:close/>
                  <a:moveTo>
                    <a:pt x="529" y="302"/>
                  </a:moveTo>
                  <a:cubicBezTo>
                    <a:pt x="529" y="301"/>
                    <a:pt x="529" y="301"/>
                    <a:pt x="530" y="300"/>
                  </a:cubicBezTo>
                  <a:cubicBezTo>
                    <a:pt x="532" y="299"/>
                    <a:pt x="531" y="303"/>
                    <a:pt x="529" y="302"/>
                  </a:cubicBezTo>
                  <a:close/>
                  <a:moveTo>
                    <a:pt x="530" y="248"/>
                  </a:moveTo>
                  <a:cubicBezTo>
                    <a:pt x="529" y="248"/>
                    <a:pt x="529" y="248"/>
                    <a:pt x="529" y="248"/>
                  </a:cubicBezTo>
                  <a:cubicBezTo>
                    <a:pt x="529" y="248"/>
                    <a:pt x="533" y="246"/>
                    <a:pt x="530" y="248"/>
                  </a:cubicBezTo>
                  <a:close/>
                  <a:moveTo>
                    <a:pt x="527" y="222"/>
                  </a:moveTo>
                  <a:cubicBezTo>
                    <a:pt x="520" y="225"/>
                    <a:pt x="519" y="215"/>
                    <a:pt x="525" y="213"/>
                  </a:cubicBezTo>
                  <a:cubicBezTo>
                    <a:pt x="530" y="211"/>
                    <a:pt x="532" y="219"/>
                    <a:pt x="527" y="222"/>
                  </a:cubicBezTo>
                  <a:close/>
                  <a:moveTo>
                    <a:pt x="526" y="189"/>
                  </a:moveTo>
                  <a:cubicBezTo>
                    <a:pt x="526" y="187"/>
                    <a:pt x="528" y="189"/>
                    <a:pt x="526" y="189"/>
                  </a:cubicBezTo>
                  <a:close/>
                  <a:moveTo>
                    <a:pt x="526" y="180"/>
                  </a:moveTo>
                  <a:cubicBezTo>
                    <a:pt x="526" y="181"/>
                    <a:pt x="520" y="184"/>
                    <a:pt x="519" y="181"/>
                  </a:cubicBezTo>
                  <a:cubicBezTo>
                    <a:pt x="518" y="177"/>
                    <a:pt x="527" y="175"/>
                    <a:pt x="526" y="180"/>
                  </a:cubicBezTo>
                  <a:close/>
                  <a:moveTo>
                    <a:pt x="523" y="190"/>
                  </a:moveTo>
                  <a:cubicBezTo>
                    <a:pt x="524" y="190"/>
                    <a:pt x="524" y="190"/>
                    <a:pt x="524" y="190"/>
                  </a:cubicBezTo>
                  <a:cubicBezTo>
                    <a:pt x="524" y="192"/>
                    <a:pt x="521" y="189"/>
                    <a:pt x="523" y="190"/>
                  </a:cubicBezTo>
                  <a:close/>
                  <a:moveTo>
                    <a:pt x="520" y="185"/>
                  </a:moveTo>
                  <a:cubicBezTo>
                    <a:pt x="519" y="184"/>
                    <a:pt x="518" y="186"/>
                    <a:pt x="517" y="186"/>
                  </a:cubicBezTo>
                  <a:cubicBezTo>
                    <a:pt x="517" y="185"/>
                    <a:pt x="520" y="184"/>
                    <a:pt x="520" y="185"/>
                  </a:cubicBezTo>
                  <a:close/>
                  <a:moveTo>
                    <a:pt x="523" y="197"/>
                  </a:moveTo>
                  <a:cubicBezTo>
                    <a:pt x="526" y="200"/>
                    <a:pt x="524" y="205"/>
                    <a:pt x="522" y="207"/>
                  </a:cubicBezTo>
                  <a:cubicBezTo>
                    <a:pt x="520" y="208"/>
                    <a:pt x="517" y="208"/>
                    <a:pt x="515" y="208"/>
                  </a:cubicBezTo>
                  <a:cubicBezTo>
                    <a:pt x="512" y="209"/>
                    <a:pt x="514" y="209"/>
                    <a:pt x="512" y="207"/>
                  </a:cubicBezTo>
                  <a:cubicBezTo>
                    <a:pt x="509" y="204"/>
                    <a:pt x="509" y="200"/>
                    <a:pt x="513" y="200"/>
                  </a:cubicBezTo>
                  <a:cubicBezTo>
                    <a:pt x="512" y="206"/>
                    <a:pt x="514" y="198"/>
                    <a:pt x="515" y="197"/>
                  </a:cubicBezTo>
                  <a:cubicBezTo>
                    <a:pt x="516" y="197"/>
                    <a:pt x="521" y="196"/>
                    <a:pt x="523" y="197"/>
                  </a:cubicBezTo>
                  <a:close/>
                  <a:moveTo>
                    <a:pt x="511" y="195"/>
                  </a:moveTo>
                  <a:cubicBezTo>
                    <a:pt x="512" y="196"/>
                    <a:pt x="509" y="196"/>
                    <a:pt x="509" y="195"/>
                  </a:cubicBezTo>
                  <a:cubicBezTo>
                    <a:pt x="510" y="194"/>
                    <a:pt x="511" y="194"/>
                    <a:pt x="511" y="195"/>
                  </a:cubicBezTo>
                  <a:close/>
                  <a:moveTo>
                    <a:pt x="516" y="196"/>
                  </a:moveTo>
                  <a:cubicBezTo>
                    <a:pt x="515" y="196"/>
                    <a:pt x="509" y="201"/>
                    <a:pt x="508" y="199"/>
                  </a:cubicBezTo>
                  <a:cubicBezTo>
                    <a:pt x="508" y="198"/>
                    <a:pt x="514" y="195"/>
                    <a:pt x="516" y="196"/>
                  </a:cubicBezTo>
                  <a:close/>
                  <a:moveTo>
                    <a:pt x="509" y="183"/>
                  </a:moveTo>
                  <a:cubicBezTo>
                    <a:pt x="510" y="184"/>
                    <a:pt x="507" y="185"/>
                    <a:pt x="507" y="184"/>
                  </a:cubicBezTo>
                  <a:cubicBezTo>
                    <a:pt x="506" y="183"/>
                    <a:pt x="509" y="183"/>
                    <a:pt x="509" y="183"/>
                  </a:cubicBezTo>
                  <a:close/>
                  <a:moveTo>
                    <a:pt x="506" y="199"/>
                  </a:moveTo>
                  <a:cubicBezTo>
                    <a:pt x="509" y="197"/>
                    <a:pt x="509" y="203"/>
                    <a:pt x="506" y="202"/>
                  </a:cubicBezTo>
                  <a:cubicBezTo>
                    <a:pt x="505" y="201"/>
                    <a:pt x="506" y="199"/>
                    <a:pt x="506" y="199"/>
                  </a:cubicBezTo>
                  <a:close/>
                  <a:moveTo>
                    <a:pt x="506" y="261"/>
                  </a:moveTo>
                  <a:cubicBezTo>
                    <a:pt x="508" y="260"/>
                    <a:pt x="505" y="263"/>
                    <a:pt x="506" y="262"/>
                  </a:cubicBezTo>
                  <a:cubicBezTo>
                    <a:pt x="506" y="261"/>
                    <a:pt x="506" y="261"/>
                    <a:pt x="506" y="261"/>
                  </a:cubicBezTo>
                  <a:close/>
                  <a:moveTo>
                    <a:pt x="508" y="279"/>
                  </a:moveTo>
                  <a:cubicBezTo>
                    <a:pt x="508" y="281"/>
                    <a:pt x="504" y="283"/>
                    <a:pt x="503" y="281"/>
                  </a:cubicBezTo>
                  <a:cubicBezTo>
                    <a:pt x="502" y="280"/>
                    <a:pt x="507" y="277"/>
                    <a:pt x="508" y="279"/>
                  </a:cubicBezTo>
                  <a:close/>
                  <a:moveTo>
                    <a:pt x="502" y="609"/>
                  </a:moveTo>
                  <a:cubicBezTo>
                    <a:pt x="502" y="607"/>
                    <a:pt x="504" y="608"/>
                    <a:pt x="502" y="609"/>
                  </a:cubicBezTo>
                  <a:close/>
                  <a:moveTo>
                    <a:pt x="503" y="283"/>
                  </a:moveTo>
                  <a:cubicBezTo>
                    <a:pt x="503" y="282"/>
                    <a:pt x="502" y="284"/>
                    <a:pt x="503" y="283"/>
                  </a:cubicBezTo>
                  <a:close/>
                  <a:moveTo>
                    <a:pt x="502" y="173"/>
                  </a:moveTo>
                  <a:cubicBezTo>
                    <a:pt x="503" y="174"/>
                    <a:pt x="502" y="175"/>
                    <a:pt x="501" y="174"/>
                  </a:cubicBezTo>
                  <a:cubicBezTo>
                    <a:pt x="501" y="174"/>
                    <a:pt x="502" y="174"/>
                    <a:pt x="502" y="173"/>
                  </a:cubicBezTo>
                  <a:close/>
                  <a:moveTo>
                    <a:pt x="501" y="129"/>
                  </a:moveTo>
                  <a:cubicBezTo>
                    <a:pt x="501" y="129"/>
                    <a:pt x="501" y="129"/>
                    <a:pt x="501" y="129"/>
                  </a:cubicBezTo>
                  <a:cubicBezTo>
                    <a:pt x="502" y="131"/>
                    <a:pt x="499" y="127"/>
                    <a:pt x="501" y="129"/>
                  </a:cubicBezTo>
                  <a:close/>
                  <a:moveTo>
                    <a:pt x="503" y="177"/>
                  </a:moveTo>
                  <a:cubicBezTo>
                    <a:pt x="503" y="178"/>
                    <a:pt x="500" y="178"/>
                    <a:pt x="500" y="177"/>
                  </a:cubicBezTo>
                  <a:cubicBezTo>
                    <a:pt x="500" y="176"/>
                    <a:pt x="503" y="175"/>
                    <a:pt x="503" y="177"/>
                  </a:cubicBezTo>
                  <a:close/>
                  <a:moveTo>
                    <a:pt x="501" y="214"/>
                  </a:moveTo>
                  <a:cubicBezTo>
                    <a:pt x="502" y="214"/>
                    <a:pt x="500" y="216"/>
                    <a:pt x="500" y="216"/>
                  </a:cubicBezTo>
                  <a:cubicBezTo>
                    <a:pt x="499" y="215"/>
                    <a:pt x="500" y="213"/>
                    <a:pt x="501" y="214"/>
                  </a:cubicBezTo>
                  <a:close/>
                  <a:moveTo>
                    <a:pt x="499" y="175"/>
                  </a:moveTo>
                  <a:cubicBezTo>
                    <a:pt x="499" y="175"/>
                    <a:pt x="499" y="175"/>
                    <a:pt x="498" y="175"/>
                  </a:cubicBezTo>
                  <a:cubicBezTo>
                    <a:pt x="498" y="175"/>
                    <a:pt x="498" y="175"/>
                    <a:pt x="498" y="175"/>
                  </a:cubicBezTo>
                  <a:cubicBezTo>
                    <a:pt x="498" y="175"/>
                    <a:pt x="499" y="175"/>
                    <a:pt x="499" y="175"/>
                  </a:cubicBezTo>
                  <a:close/>
                  <a:moveTo>
                    <a:pt x="499" y="241"/>
                  </a:moveTo>
                  <a:cubicBezTo>
                    <a:pt x="500" y="241"/>
                    <a:pt x="498" y="242"/>
                    <a:pt x="498" y="241"/>
                  </a:cubicBezTo>
                  <a:cubicBezTo>
                    <a:pt x="498" y="240"/>
                    <a:pt x="499" y="241"/>
                    <a:pt x="499" y="241"/>
                  </a:cubicBezTo>
                  <a:close/>
                  <a:moveTo>
                    <a:pt x="498" y="123"/>
                  </a:moveTo>
                  <a:cubicBezTo>
                    <a:pt x="499" y="123"/>
                    <a:pt x="497" y="125"/>
                    <a:pt x="497" y="124"/>
                  </a:cubicBezTo>
                  <a:cubicBezTo>
                    <a:pt x="497" y="124"/>
                    <a:pt x="498" y="123"/>
                    <a:pt x="498" y="123"/>
                  </a:cubicBezTo>
                  <a:close/>
                  <a:moveTo>
                    <a:pt x="498" y="150"/>
                  </a:moveTo>
                  <a:cubicBezTo>
                    <a:pt x="498" y="151"/>
                    <a:pt x="497" y="152"/>
                    <a:pt x="496" y="151"/>
                  </a:cubicBezTo>
                  <a:cubicBezTo>
                    <a:pt x="496" y="150"/>
                    <a:pt x="498" y="150"/>
                    <a:pt x="498" y="150"/>
                  </a:cubicBezTo>
                  <a:close/>
                  <a:moveTo>
                    <a:pt x="498" y="170"/>
                  </a:moveTo>
                  <a:cubicBezTo>
                    <a:pt x="498" y="172"/>
                    <a:pt x="494" y="171"/>
                    <a:pt x="494" y="170"/>
                  </a:cubicBezTo>
                  <a:cubicBezTo>
                    <a:pt x="494" y="168"/>
                    <a:pt x="497" y="168"/>
                    <a:pt x="498" y="170"/>
                  </a:cubicBezTo>
                  <a:close/>
                  <a:moveTo>
                    <a:pt x="494" y="124"/>
                  </a:moveTo>
                  <a:cubicBezTo>
                    <a:pt x="494" y="124"/>
                    <a:pt x="493" y="125"/>
                    <a:pt x="492" y="125"/>
                  </a:cubicBezTo>
                  <a:cubicBezTo>
                    <a:pt x="492" y="124"/>
                    <a:pt x="493" y="124"/>
                    <a:pt x="494" y="124"/>
                  </a:cubicBezTo>
                  <a:close/>
                  <a:moveTo>
                    <a:pt x="493" y="162"/>
                  </a:moveTo>
                  <a:cubicBezTo>
                    <a:pt x="494" y="163"/>
                    <a:pt x="493" y="164"/>
                    <a:pt x="492" y="163"/>
                  </a:cubicBezTo>
                  <a:cubicBezTo>
                    <a:pt x="492" y="163"/>
                    <a:pt x="493" y="162"/>
                    <a:pt x="493" y="162"/>
                  </a:cubicBezTo>
                  <a:close/>
                  <a:moveTo>
                    <a:pt x="493" y="158"/>
                  </a:moveTo>
                  <a:cubicBezTo>
                    <a:pt x="494" y="160"/>
                    <a:pt x="493" y="157"/>
                    <a:pt x="493" y="158"/>
                  </a:cubicBezTo>
                  <a:close/>
                  <a:moveTo>
                    <a:pt x="493" y="168"/>
                  </a:moveTo>
                  <a:cubicBezTo>
                    <a:pt x="493" y="170"/>
                    <a:pt x="491" y="169"/>
                    <a:pt x="493" y="168"/>
                  </a:cubicBezTo>
                  <a:close/>
                  <a:moveTo>
                    <a:pt x="491" y="160"/>
                  </a:moveTo>
                  <a:cubicBezTo>
                    <a:pt x="492" y="161"/>
                    <a:pt x="490" y="162"/>
                    <a:pt x="490" y="161"/>
                  </a:cubicBezTo>
                  <a:cubicBezTo>
                    <a:pt x="491" y="160"/>
                    <a:pt x="491" y="160"/>
                    <a:pt x="491" y="160"/>
                  </a:cubicBezTo>
                  <a:close/>
                  <a:moveTo>
                    <a:pt x="491" y="132"/>
                  </a:moveTo>
                  <a:cubicBezTo>
                    <a:pt x="492" y="134"/>
                    <a:pt x="488" y="133"/>
                    <a:pt x="488" y="132"/>
                  </a:cubicBezTo>
                  <a:cubicBezTo>
                    <a:pt x="488" y="131"/>
                    <a:pt x="491" y="131"/>
                    <a:pt x="491" y="132"/>
                  </a:cubicBezTo>
                  <a:close/>
                  <a:moveTo>
                    <a:pt x="486" y="205"/>
                  </a:moveTo>
                  <a:cubicBezTo>
                    <a:pt x="487" y="204"/>
                    <a:pt x="488" y="204"/>
                    <a:pt x="488" y="205"/>
                  </a:cubicBezTo>
                  <a:cubicBezTo>
                    <a:pt x="488" y="205"/>
                    <a:pt x="489" y="205"/>
                    <a:pt x="490" y="205"/>
                  </a:cubicBezTo>
                  <a:cubicBezTo>
                    <a:pt x="491" y="204"/>
                    <a:pt x="496" y="198"/>
                    <a:pt x="497" y="199"/>
                  </a:cubicBezTo>
                  <a:cubicBezTo>
                    <a:pt x="499" y="201"/>
                    <a:pt x="490" y="206"/>
                    <a:pt x="489" y="206"/>
                  </a:cubicBezTo>
                  <a:cubicBezTo>
                    <a:pt x="488" y="207"/>
                    <a:pt x="487" y="208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5" y="206"/>
                    <a:pt x="486" y="205"/>
                    <a:pt x="486" y="205"/>
                  </a:cubicBezTo>
                  <a:close/>
                  <a:moveTo>
                    <a:pt x="486" y="209"/>
                  </a:moveTo>
                  <a:cubicBezTo>
                    <a:pt x="487" y="210"/>
                    <a:pt x="485" y="210"/>
                    <a:pt x="485" y="210"/>
                  </a:cubicBezTo>
                  <a:cubicBezTo>
                    <a:pt x="485" y="209"/>
                    <a:pt x="486" y="209"/>
                    <a:pt x="486" y="209"/>
                  </a:cubicBezTo>
                  <a:close/>
                  <a:moveTo>
                    <a:pt x="486" y="141"/>
                  </a:moveTo>
                  <a:cubicBezTo>
                    <a:pt x="486" y="142"/>
                    <a:pt x="483" y="142"/>
                    <a:pt x="483" y="141"/>
                  </a:cubicBezTo>
                  <a:cubicBezTo>
                    <a:pt x="483" y="141"/>
                    <a:pt x="485" y="140"/>
                    <a:pt x="486" y="141"/>
                  </a:cubicBezTo>
                  <a:close/>
                  <a:moveTo>
                    <a:pt x="484" y="149"/>
                  </a:moveTo>
                  <a:cubicBezTo>
                    <a:pt x="485" y="149"/>
                    <a:pt x="483" y="151"/>
                    <a:pt x="483" y="149"/>
                  </a:cubicBezTo>
                  <a:cubicBezTo>
                    <a:pt x="483" y="149"/>
                    <a:pt x="483" y="149"/>
                    <a:pt x="484" y="149"/>
                  </a:cubicBezTo>
                  <a:close/>
                  <a:moveTo>
                    <a:pt x="496" y="76"/>
                  </a:moveTo>
                  <a:cubicBezTo>
                    <a:pt x="496" y="76"/>
                    <a:pt x="496" y="76"/>
                    <a:pt x="496" y="76"/>
                  </a:cubicBezTo>
                  <a:cubicBezTo>
                    <a:pt x="496" y="77"/>
                    <a:pt x="496" y="77"/>
                    <a:pt x="496" y="76"/>
                  </a:cubicBezTo>
                  <a:close/>
                  <a:moveTo>
                    <a:pt x="496" y="76"/>
                  </a:moveTo>
                  <a:cubicBezTo>
                    <a:pt x="495" y="76"/>
                    <a:pt x="495" y="76"/>
                    <a:pt x="496" y="76"/>
                  </a:cubicBezTo>
                  <a:close/>
                  <a:moveTo>
                    <a:pt x="496" y="79"/>
                  </a:moveTo>
                  <a:cubicBezTo>
                    <a:pt x="496" y="79"/>
                    <a:pt x="495" y="79"/>
                    <a:pt x="494" y="79"/>
                  </a:cubicBezTo>
                  <a:cubicBezTo>
                    <a:pt x="494" y="79"/>
                    <a:pt x="495" y="78"/>
                    <a:pt x="496" y="79"/>
                  </a:cubicBezTo>
                  <a:close/>
                  <a:moveTo>
                    <a:pt x="493" y="77"/>
                  </a:moveTo>
                  <a:cubicBezTo>
                    <a:pt x="493" y="78"/>
                    <a:pt x="492" y="78"/>
                    <a:pt x="492" y="78"/>
                  </a:cubicBezTo>
                  <a:cubicBezTo>
                    <a:pt x="492" y="78"/>
                    <a:pt x="491" y="76"/>
                    <a:pt x="491" y="76"/>
                  </a:cubicBezTo>
                  <a:cubicBezTo>
                    <a:pt x="491" y="75"/>
                    <a:pt x="493" y="75"/>
                    <a:pt x="493" y="77"/>
                  </a:cubicBezTo>
                  <a:close/>
                  <a:moveTo>
                    <a:pt x="486" y="82"/>
                  </a:moveTo>
                  <a:cubicBezTo>
                    <a:pt x="487" y="83"/>
                    <a:pt x="485" y="83"/>
                    <a:pt x="485" y="82"/>
                  </a:cubicBezTo>
                  <a:cubicBezTo>
                    <a:pt x="485" y="82"/>
                    <a:pt x="486" y="82"/>
                    <a:pt x="486" y="82"/>
                  </a:cubicBezTo>
                  <a:close/>
                  <a:moveTo>
                    <a:pt x="486" y="85"/>
                  </a:moveTo>
                  <a:cubicBezTo>
                    <a:pt x="485" y="85"/>
                    <a:pt x="484" y="86"/>
                    <a:pt x="484" y="85"/>
                  </a:cubicBezTo>
                  <a:cubicBezTo>
                    <a:pt x="485" y="85"/>
                    <a:pt x="488" y="81"/>
                    <a:pt x="491" y="81"/>
                  </a:cubicBezTo>
                  <a:cubicBezTo>
                    <a:pt x="492" y="81"/>
                    <a:pt x="495" y="82"/>
                    <a:pt x="495" y="85"/>
                  </a:cubicBezTo>
                  <a:cubicBezTo>
                    <a:pt x="494" y="87"/>
                    <a:pt x="490" y="89"/>
                    <a:pt x="488" y="89"/>
                  </a:cubicBezTo>
                  <a:cubicBezTo>
                    <a:pt x="487" y="89"/>
                    <a:pt x="486" y="88"/>
                    <a:pt x="485" y="88"/>
                  </a:cubicBezTo>
                  <a:cubicBezTo>
                    <a:pt x="485" y="88"/>
                    <a:pt x="484" y="89"/>
                    <a:pt x="484" y="88"/>
                  </a:cubicBezTo>
                  <a:cubicBezTo>
                    <a:pt x="484" y="87"/>
                    <a:pt x="486" y="86"/>
                    <a:pt x="486" y="85"/>
                  </a:cubicBezTo>
                  <a:close/>
                  <a:moveTo>
                    <a:pt x="480" y="84"/>
                  </a:moveTo>
                  <a:cubicBezTo>
                    <a:pt x="481" y="85"/>
                    <a:pt x="479" y="83"/>
                    <a:pt x="480" y="84"/>
                  </a:cubicBezTo>
                  <a:close/>
                  <a:moveTo>
                    <a:pt x="481" y="85"/>
                  </a:moveTo>
                  <a:cubicBezTo>
                    <a:pt x="481" y="85"/>
                    <a:pt x="481" y="85"/>
                    <a:pt x="481" y="85"/>
                  </a:cubicBezTo>
                  <a:cubicBezTo>
                    <a:pt x="481" y="85"/>
                    <a:pt x="480" y="85"/>
                    <a:pt x="480" y="85"/>
                  </a:cubicBezTo>
                  <a:cubicBezTo>
                    <a:pt x="481" y="85"/>
                    <a:pt x="481" y="85"/>
                    <a:pt x="481" y="85"/>
                  </a:cubicBezTo>
                  <a:close/>
                  <a:moveTo>
                    <a:pt x="480" y="100"/>
                  </a:moveTo>
                  <a:cubicBezTo>
                    <a:pt x="479" y="100"/>
                    <a:pt x="481" y="99"/>
                    <a:pt x="482" y="99"/>
                  </a:cubicBezTo>
                  <a:cubicBezTo>
                    <a:pt x="482" y="100"/>
                    <a:pt x="480" y="100"/>
                    <a:pt x="480" y="100"/>
                  </a:cubicBezTo>
                  <a:close/>
                  <a:moveTo>
                    <a:pt x="481" y="72"/>
                  </a:moveTo>
                  <a:cubicBezTo>
                    <a:pt x="484" y="71"/>
                    <a:pt x="482" y="77"/>
                    <a:pt x="479" y="75"/>
                  </a:cubicBezTo>
                  <a:cubicBezTo>
                    <a:pt x="478" y="74"/>
                    <a:pt x="480" y="73"/>
                    <a:pt x="481" y="72"/>
                  </a:cubicBezTo>
                  <a:close/>
                  <a:moveTo>
                    <a:pt x="492" y="60"/>
                  </a:moveTo>
                  <a:cubicBezTo>
                    <a:pt x="491" y="62"/>
                    <a:pt x="490" y="60"/>
                    <a:pt x="492" y="60"/>
                  </a:cubicBezTo>
                  <a:close/>
                  <a:moveTo>
                    <a:pt x="487" y="59"/>
                  </a:moveTo>
                  <a:cubicBezTo>
                    <a:pt x="486" y="60"/>
                    <a:pt x="485" y="60"/>
                    <a:pt x="483" y="60"/>
                  </a:cubicBezTo>
                  <a:cubicBezTo>
                    <a:pt x="485" y="60"/>
                    <a:pt x="485" y="58"/>
                    <a:pt x="487" y="59"/>
                  </a:cubicBezTo>
                  <a:close/>
                  <a:moveTo>
                    <a:pt x="479" y="61"/>
                  </a:moveTo>
                  <a:cubicBezTo>
                    <a:pt x="480" y="61"/>
                    <a:pt x="478" y="62"/>
                    <a:pt x="477" y="61"/>
                  </a:cubicBezTo>
                  <a:cubicBezTo>
                    <a:pt x="477" y="61"/>
                    <a:pt x="479" y="61"/>
                    <a:pt x="479" y="61"/>
                  </a:cubicBezTo>
                  <a:close/>
                  <a:moveTo>
                    <a:pt x="477" y="61"/>
                  </a:moveTo>
                  <a:cubicBezTo>
                    <a:pt x="477" y="62"/>
                    <a:pt x="475" y="61"/>
                    <a:pt x="475" y="61"/>
                  </a:cubicBezTo>
                  <a:cubicBezTo>
                    <a:pt x="475" y="61"/>
                    <a:pt x="476" y="60"/>
                    <a:pt x="477" y="61"/>
                  </a:cubicBezTo>
                  <a:close/>
                  <a:moveTo>
                    <a:pt x="465" y="20"/>
                  </a:moveTo>
                  <a:cubicBezTo>
                    <a:pt x="465" y="20"/>
                    <a:pt x="464" y="21"/>
                    <a:pt x="463" y="20"/>
                  </a:cubicBezTo>
                  <a:cubicBezTo>
                    <a:pt x="463" y="20"/>
                    <a:pt x="464" y="19"/>
                    <a:pt x="465" y="20"/>
                  </a:cubicBezTo>
                  <a:close/>
                  <a:moveTo>
                    <a:pt x="465" y="23"/>
                  </a:moveTo>
                  <a:cubicBezTo>
                    <a:pt x="465" y="24"/>
                    <a:pt x="463" y="23"/>
                    <a:pt x="463" y="23"/>
                  </a:cubicBezTo>
                  <a:cubicBezTo>
                    <a:pt x="463" y="22"/>
                    <a:pt x="464" y="21"/>
                    <a:pt x="465" y="23"/>
                  </a:cubicBezTo>
                  <a:close/>
                  <a:moveTo>
                    <a:pt x="399" y="26"/>
                  </a:moveTo>
                  <a:cubicBezTo>
                    <a:pt x="399" y="26"/>
                    <a:pt x="399" y="26"/>
                    <a:pt x="399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399" y="27"/>
                    <a:pt x="399" y="26"/>
                    <a:pt x="399" y="26"/>
                  </a:cubicBezTo>
                  <a:close/>
                  <a:moveTo>
                    <a:pt x="257" y="435"/>
                  </a:moveTo>
                  <a:cubicBezTo>
                    <a:pt x="258" y="436"/>
                    <a:pt x="257" y="438"/>
                    <a:pt x="257" y="438"/>
                  </a:cubicBezTo>
                  <a:cubicBezTo>
                    <a:pt x="255" y="439"/>
                    <a:pt x="255" y="434"/>
                    <a:pt x="257" y="435"/>
                  </a:cubicBezTo>
                  <a:close/>
                  <a:moveTo>
                    <a:pt x="258" y="487"/>
                  </a:moveTo>
                  <a:cubicBezTo>
                    <a:pt x="256" y="488"/>
                    <a:pt x="257" y="484"/>
                    <a:pt x="258" y="485"/>
                  </a:cubicBezTo>
                  <a:cubicBezTo>
                    <a:pt x="259" y="485"/>
                    <a:pt x="258" y="486"/>
                    <a:pt x="258" y="487"/>
                  </a:cubicBezTo>
                  <a:close/>
                  <a:moveTo>
                    <a:pt x="256" y="404"/>
                  </a:moveTo>
                  <a:cubicBezTo>
                    <a:pt x="256" y="404"/>
                    <a:pt x="256" y="398"/>
                    <a:pt x="259" y="399"/>
                  </a:cubicBezTo>
                  <a:cubicBezTo>
                    <a:pt x="260" y="399"/>
                    <a:pt x="259" y="405"/>
                    <a:pt x="256" y="404"/>
                  </a:cubicBezTo>
                  <a:close/>
                  <a:moveTo>
                    <a:pt x="259" y="383"/>
                  </a:moveTo>
                  <a:cubicBezTo>
                    <a:pt x="258" y="384"/>
                    <a:pt x="260" y="381"/>
                    <a:pt x="259" y="383"/>
                  </a:cubicBezTo>
                  <a:close/>
                  <a:moveTo>
                    <a:pt x="261" y="493"/>
                  </a:moveTo>
                  <a:cubicBezTo>
                    <a:pt x="262" y="491"/>
                    <a:pt x="264" y="489"/>
                    <a:pt x="266" y="488"/>
                  </a:cubicBezTo>
                  <a:cubicBezTo>
                    <a:pt x="265" y="490"/>
                    <a:pt x="263" y="491"/>
                    <a:pt x="261" y="493"/>
                  </a:cubicBezTo>
                  <a:close/>
                  <a:moveTo>
                    <a:pt x="266" y="444"/>
                  </a:moveTo>
                  <a:cubicBezTo>
                    <a:pt x="265" y="443"/>
                    <a:pt x="267" y="443"/>
                    <a:pt x="266" y="444"/>
                  </a:cubicBezTo>
                  <a:close/>
                  <a:moveTo>
                    <a:pt x="267" y="501"/>
                  </a:moveTo>
                  <a:cubicBezTo>
                    <a:pt x="267" y="502"/>
                    <a:pt x="269" y="500"/>
                    <a:pt x="267" y="501"/>
                  </a:cubicBezTo>
                  <a:close/>
                  <a:moveTo>
                    <a:pt x="268" y="477"/>
                  </a:moveTo>
                  <a:cubicBezTo>
                    <a:pt x="267" y="476"/>
                    <a:pt x="270" y="476"/>
                    <a:pt x="268" y="477"/>
                  </a:cubicBezTo>
                  <a:close/>
                  <a:moveTo>
                    <a:pt x="269" y="453"/>
                  </a:move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lose/>
                  <a:moveTo>
                    <a:pt x="282" y="413"/>
                  </a:moveTo>
                  <a:cubicBezTo>
                    <a:pt x="281" y="414"/>
                    <a:pt x="282" y="410"/>
                    <a:pt x="283" y="411"/>
                  </a:cubicBezTo>
                  <a:cubicBezTo>
                    <a:pt x="284" y="412"/>
                    <a:pt x="283" y="413"/>
                    <a:pt x="282" y="413"/>
                  </a:cubicBezTo>
                  <a:close/>
                  <a:moveTo>
                    <a:pt x="287" y="477"/>
                  </a:moveTo>
                  <a:cubicBezTo>
                    <a:pt x="289" y="477"/>
                    <a:pt x="288" y="482"/>
                    <a:pt x="287" y="483"/>
                  </a:cubicBezTo>
                  <a:cubicBezTo>
                    <a:pt x="282" y="485"/>
                    <a:pt x="287" y="477"/>
                    <a:pt x="287" y="477"/>
                  </a:cubicBezTo>
                  <a:close/>
                  <a:moveTo>
                    <a:pt x="288" y="462"/>
                  </a:moveTo>
                  <a:cubicBezTo>
                    <a:pt x="288" y="462"/>
                    <a:pt x="287" y="462"/>
                    <a:pt x="287" y="462"/>
                  </a:cubicBezTo>
                  <a:cubicBezTo>
                    <a:pt x="285" y="460"/>
                    <a:pt x="290" y="460"/>
                    <a:pt x="288" y="462"/>
                  </a:cubicBezTo>
                  <a:close/>
                  <a:moveTo>
                    <a:pt x="285" y="506"/>
                  </a:moveTo>
                  <a:cubicBezTo>
                    <a:pt x="286" y="505"/>
                    <a:pt x="284" y="507"/>
                    <a:pt x="285" y="506"/>
                  </a:cubicBezTo>
                  <a:close/>
                  <a:moveTo>
                    <a:pt x="287" y="507"/>
                  </a:moveTo>
                  <a:cubicBezTo>
                    <a:pt x="287" y="507"/>
                    <a:pt x="286" y="507"/>
                    <a:pt x="286" y="507"/>
                  </a:cubicBezTo>
                  <a:cubicBezTo>
                    <a:pt x="284" y="505"/>
                    <a:pt x="289" y="504"/>
                    <a:pt x="287" y="507"/>
                  </a:cubicBezTo>
                  <a:close/>
                  <a:moveTo>
                    <a:pt x="285" y="500"/>
                  </a:moveTo>
                  <a:cubicBezTo>
                    <a:pt x="280" y="502"/>
                    <a:pt x="285" y="493"/>
                    <a:pt x="288" y="495"/>
                  </a:cubicBezTo>
                  <a:cubicBezTo>
                    <a:pt x="289" y="496"/>
                    <a:pt x="286" y="500"/>
                    <a:pt x="285" y="500"/>
                  </a:cubicBezTo>
                  <a:close/>
                  <a:moveTo>
                    <a:pt x="288" y="508"/>
                  </a:moveTo>
                  <a:cubicBezTo>
                    <a:pt x="287" y="509"/>
                    <a:pt x="291" y="507"/>
                    <a:pt x="288" y="508"/>
                  </a:cubicBezTo>
                  <a:close/>
                  <a:moveTo>
                    <a:pt x="288" y="493"/>
                  </a:moveTo>
                  <a:cubicBezTo>
                    <a:pt x="287" y="493"/>
                    <a:pt x="287" y="490"/>
                    <a:pt x="289" y="490"/>
                  </a:cubicBezTo>
                  <a:cubicBezTo>
                    <a:pt x="290" y="491"/>
                    <a:pt x="289" y="492"/>
                    <a:pt x="288" y="493"/>
                  </a:cubicBezTo>
                  <a:close/>
                  <a:moveTo>
                    <a:pt x="292" y="519"/>
                  </a:moveTo>
                  <a:cubicBezTo>
                    <a:pt x="291" y="518"/>
                    <a:pt x="293" y="517"/>
                    <a:pt x="292" y="519"/>
                  </a:cubicBezTo>
                  <a:close/>
                  <a:moveTo>
                    <a:pt x="293" y="504"/>
                  </a:moveTo>
                  <a:cubicBezTo>
                    <a:pt x="292" y="503"/>
                    <a:pt x="294" y="503"/>
                    <a:pt x="294" y="502"/>
                  </a:cubicBezTo>
                  <a:cubicBezTo>
                    <a:pt x="294" y="503"/>
                    <a:pt x="293" y="503"/>
                    <a:pt x="293" y="504"/>
                  </a:cubicBezTo>
                  <a:close/>
                  <a:moveTo>
                    <a:pt x="294" y="459"/>
                  </a:moveTo>
                  <a:cubicBezTo>
                    <a:pt x="293" y="460"/>
                    <a:pt x="294" y="457"/>
                    <a:pt x="295" y="458"/>
                  </a:cubicBezTo>
                  <a:cubicBezTo>
                    <a:pt x="295" y="459"/>
                    <a:pt x="294" y="459"/>
                    <a:pt x="294" y="459"/>
                  </a:cubicBezTo>
                  <a:close/>
                  <a:moveTo>
                    <a:pt x="295" y="475"/>
                  </a:moveTo>
                  <a:cubicBezTo>
                    <a:pt x="295" y="474"/>
                    <a:pt x="297" y="475"/>
                    <a:pt x="295" y="475"/>
                  </a:cubicBezTo>
                  <a:close/>
                  <a:moveTo>
                    <a:pt x="296" y="389"/>
                  </a:moveTo>
                  <a:cubicBezTo>
                    <a:pt x="295" y="387"/>
                    <a:pt x="298" y="387"/>
                    <a:pt x="296" y="389"/>
                  </a:cubicBezTo>
                  <a:close/>
                  <a:moveTo>
                    <a:pt x="297" y="482"/>
                  </a:moveTo>
                  <a:cubicBezTo>
                    <a:pt x="297" y="483"/>
                    <a:pt x="297" y="480"/>
                    <a:pt x="297" y="482"/>
                  </a:cubicBezTo>
                  <a:close/>
                  <a:moveTo>
                    <a:pt x="298" y="393"/>
                  </a:moveTo>
                  <a:cubicBezTo>
                    <a:pt x="298" y="393"/>
                    <a:pt x="298" y="392"/>
                    <a:pt x="298" y="393"/>
                  </a:cubicBezTo>
                  <a:close/>
                  <a:moveTo>
                    <a:pt x="300" y="448"/>
                  </a:moveTo>
                  <a:cubicBezTo>
                    <a:pt x="301" y="448"/>
                    <a:pt x="300" y="449"/>
                    <a:pt x="300" y="449"/>
                  </a:cubicBezTo>
                  <a:cubicBezTo>
                    <a:pt x="299" y="450"/>
                    <a:pt x="299" y="447"/>
                    <a:pt x="300" y="448"/>
                  </a:cubicBezTo>
                  <a:close/>
                  <a:moveTo>
                    <a:pt x="301" y="127"/>
                  </a:moveTo>
                  <a:cubicBezTo>
                    <a:pt x="300" y="127"/>
                    <a:pt x="300" y="127"/>
                    <a:pt x="300" y="127"/>
                  </a:cubicBezTo>
                  <a:cubicBezTo>
                    <a:pt x="299" y="127"/>
                    <a:pt x="301" y="126"/>
                    <a:pt x="301" y="127"/>
                  </a:cubicBezTo>
                  <a:close/>
                  <a:moveTo>
                    <a:pt x="300" y="462"/>
                  </a:moveTo>
                  <a:cubicBezTo>
                    <a:pt x="301" y="462"/>
                    <a:pt x="301" y="461"/>
                    <a:pt x="301" y="462"/>
                  </a:cubicBezTo>
                  <a:cubicBezTo>
                    <a:pt x="300" y="462"/>
                    <a:pt x="300" y="462"/>
                    <a:pt x="300" y="462"/>
                  </a:cubicBezTo>
                  <a:close/>
                  <a:moveTo>
                    <a:pt x="303" y="496"/>
                  </a:moveTo>
                  <a:cubicBezTo>
                    <a:pt x="303" y="496"/>
                    <a:pt x="302" y="496"/>
                    <a:pt x="302" y="496"/>
                  </a:cubicBezTo>
                  <a:cubicBezTo>
                    <a:pt x="298" y="496"/>
                    <a:pt x="304" y="492"/>
                    <a:pt x="303" y="496"/>
                  </a:cubicBezTo>
                  <a:close/>
                  <a:moveTo>
                    <a:pt x="303" y="498"/>
                  </a:moveTo>
                  <a:cubicBezTo>
                    <a:pt x="302" y="499"/>
                    <a:pt x="304" y="497"/>
                    <a:pt x="303" y="498"/>
                  </a:cubicBezTo>
                  <a:close/>
                  <a:moveTo>
                    <a:pt x="301" y="479"/>
                  </a:moveTo>
                  <a:cubicBezTo>
                    <a:pt x="304" y="475"/>
                    <a:pt x="308" y="472"/>
                    <a:pt x="312" y="469"/>
                  </a:cubicBezTo>
                  <a:cubicBezTo>
                    <a:pt x="309" y="472"/>
                    <a:pt x="306" y="477"/>
                    <a:pt x="301" y="479"/>
                  </a:cubicBezTo>
                  <a:close/>
                  <a:moveTo>
                    <a:pt x="313" y="159"/>
                  </a:moveTo>
                  <a:cubicBezTo>
                    <a:pt x="314" y="159"/>
                    <a:pt x="310" y="162"/>
                    <a:pt x="308" y="162"/>
                  </a:cubicBezTo>
                  <a:cubicBezTo>
                    <a:pt x="308" y="162"/>
                    <a:pt x="304" y="161"/>
                    <a:pt x="304" y="160"/>
                  </a:cubicBezTo>
                  <a:cubicBezTo>
                    <a:pt x="304" y="159"/>
                    <a:pt x="308" y="157"/>
                    <a:pt x="310" y="159"/>
                  </a:cubicBezTo>
                  <a:cubicBezTo>
                    <a:pt x="310" y="159"/>
                    <a:pt x="310" y="160"/>
                    <a:pt x="310" y="160"/>
                  </a:cubicBezTo>
                  <a:cubicBezTo>
                    <a:pt x="311" y="161"/>
                    <a:pt x="312" y="159"/>
                    <a:pt x="313" y="159"/>
                  </a:cubicBezTo>
                  <a:close/>
                  <a:moveTo>
                    <a:pt x="312" y="488"/>
                  </a:moveTo>
                  <a:cubicBezTo>
                    <a:pt x="313" y="487"/>
                    <a:pt x="312" y="489"/>
                    <a:pt x="311" y="489"/>
                  </a:cubicBezTo>
                  <a:cubicBezTo>
                    <a:pt x="311" y="489"/>
                    <a:pt x="311" y="488"/>
                    <a:pt x="312" y="488"/>
                  </a:cubicBezTo>
                  <a:close/>
                  <a:moveTo>
                    <a:pt x="312" y="354"/>
                  </a:moveTo>
                  <a:cubicBezTo>
                    <a:pt x="311" y="356"/>
                    <a:pt x="310" y="356"/>
                    <a:pt x="310" y="357"/>
                  </a:cubicBezTo>
                  <a:cubicBezTo>
                    <a:pt x="309" y="356"/>
                    <a:pt x="310" y="354"/>
                    <a:pt x="312" y="354"/>
                  </a:cubicBezTo>
                  <a:close/>
                  <a:moveTo>
                    <a:pt x="305" y="364"/>
                  </a:moveTo>
                  <a:cubicBezTo>
                    <a:pt x="305" y="362"/>
                    <a:pt x="307" y="359"/>
                    <a:pt x="309" y="358"/>
                  </a:cubicBezTo>
                  <a:cubicBezTo>
                    <a:pt x="308" y="360"/>
                    <a:pt x="307" y="362"/>
                    <a:pt x="305" y="364"/>
                  </a:cubicBezTo>
                  <a:close/>
                  <a:moveTo>
                    <a:pt x="307" y="448"/>
                  </a:moveTo>
                  <a:cubicBezTo>
                    <a:pt x="306" y="449"/>
                    <a:pt x="307" y="447"/>
                    <a:pt x="308" y="447"/>
                  </a:cubicBezTo>
                  <a:cubicBezTo>
                    <a:pt x="308" y="448"/>
                    <a:pt x="307" y="448"/>
                    <a:pt x="307" y="448"/>
                  </a:cubicBezTo>
                  <a:close/>
                  <a:moveTo>
                    <a:pt x="306" y="449"/>
                  </a:moveTo>
                  <a:cubicBezTo>
                    <a:pt x="306" y="450"/>
                    <a:pt x="305" y="450"/>
                    <a:pt x="305" y="451"/>
                  </a:cubicBezTo>
                  <a:cubicBezTo>
                    <a:pt x="304" y="451"/>
                    <a:pt x="305" y="449"/>
                    <a:pt x="306" y="449"/>
                  </a:cubicBezTo>
                  <a:close/>
                  <a:moveTo>
                    <a:pt x="304" y="204"/>
                  </a:moveTo>
                  <a:cubicBezTo>
                    <a:pt x="304" y="204"/>
                    <a:pt x="304" y="202"/>
                    <a:pt x="305" y="203"/>
                  </a:cubicBezTo>
                  <a:cubicBezTo>
                    <a:pt x="305" y="204"/>
                    <a:pt x="304" y="204"/>
                    <a:pt x="304" y="204"/>
                  </a:cubicBezTo>
                  <a:close/>
                  <a:moveTo>
                    <a:pt x="307" y="268"/>
                  </a:moveTo>
                  <a:cubicBezTo>
                    <a:pt x="305" y="270"/>
                    <a:pt x="306" y="265"/>
                    <a:pt x="307" y="266"/>
                  </a:cubicBezTo>
                  <a:cubicBezTo>
                    <a:pt x="307" y="267"/>
                    <a:pt x="307" y="267"/>
                    <a:pt x="307" y="268"/>
                  </a:cubicBezTo>
                  <a:close/>
                  <a:moveTo>
                    <a:pt x="307" y="343"/>
                  </a:moveTo>
                  <a:cubicBezTo>
                    <a:pt x="306" y="345"/>
                    <a:pt x="308" y="342"/>
                    <a:pt x="307" y="343"/>
                  </a:cubicBezTo>
                  <a:close/>
                  <a:moveTo>
                    <a:pt x="306" y="280"/>
                  </a:moveTo>
                  <a:cubicBezTo>
                    <a:pt x="305" y="282"/>
                    <a:pt x="305" y="279"/>
                    <a:pt x="306" y="279"/>
                  </a:cubicBezTo>
                  <a:cubicBezTo>
                    <a:pt x="307" y="279"/>
                    <a:pt x="306" y="280"/>
                    <a:pt x="306" y="280"/>
                  </a:cubicBezTo>
                  <a:close/>
                  <a:moveTo>
                    <a:pt x="302" y="455"/>
                  </a:moveTo>
                  <a:cubicBezTo>
                    <a:pt x="302" y="454"/>
                    <a:pt x="303" y="453"/>
                    <a:pt x="304" y="452"/>
                  </a:cubicBezTo>
                  <a:cubicBezTo>
                    <a:pt x="305" y="453"/>
                    <a:pt x="303" y="454"/>
                    <a:pt x="302" y="455"/>
                  </a:cubicBezTo>
                  <a:close/>
                  <a:moveTo>
                    <a:pt x="309" y="538"/>
                  </a:moveTo>
                  <a:cubicBezTo>
                    <a:pt x="309" y="538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ubicBezTo>
                    <a:pt x="308" y="539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lose/>
                  <a:moveTo>
                    <a:pt x="306" y="537"/>
                  </a:moveTo>
                  <a:cubicBezTo>
                    <a:pt x="308" y="536"/>
                    <a:pt x="305" y="538"/>
                    <a:pt x="306" y="537"/>
                  </a:cubicBezTo>
                  <a:close/>
                  <a:moveTo>
                    <a:pt x="306" y="537"/>
                  </a:moveTo>
                  <a:cubicBezTo>
                    <a:pt x="305" y="539"/>
                    <a:pt x="303" y="539"/>
                    <a:pt x="303" y="541"/>
                  </a:cubicBezTo>
                  <a:cubicBezTo>
                    <a:pt x="303" y="540"/>
                    <a:pt x="304" y="538"/>
                    <a:pt x="306" y="537"/>
                  </a:cubicBezTo>
                  <a:close/>
                  <a:moveTo>
                    <a:pt x="305" y="527"/>
                  </a:moveTo>
                  <a:cubicBezTo>
                    <a:pt x="305" y="528"/>
                    <a:pt x="301" y="533"/>
                    <a:pt x="300" y="531"/>
                  </a:cubicBezTo>
                  <a:cubicBezTo>
                    <a:pt x="298" y="529"/>
                    <a:pt x="303" y="527"/>
                    <a:pt x="305" y="527"/>
                  </a:cubicBezTo>
                  <a:close/>
                  <a:moveTo>
                    <a:pt x="290" y="562"/>
                  </a:moveTo>
                  <a:cubicBezTo>
                    <a:pt x="290" y="562"/>
                    <a:pt x="290" y="562"/>
                    <a:pt x="290" y="562"/>
                  </a:cubicBezTo>
                  <a:cubicBezTo>
                    <a:pt x="290" y="562"/>
                    <a:pt x="289" y="563"/>
                    <a:pt x="290" y="562"/>
                  </a:cubicBezTo>
                  <a:close/>
                  <a:moveTo>
                    <a:pt x="289" y="541"/>
                  </a:moveTo>
                  <a:cubicBezTo>
                    <a:pt x="289" y="540"/>
                    <a:pt x="287" y="543"/>
                    <a:pt x="289" y="541"/>
                  </a:cubicBezTo>
                  <a:close/>
                  <a:moveTo>
                    <a:pt x="288" y="575"/>
                  </a:moveTo>
                  <a:cubicBezTo>
                    <a:pt x="286" y="576"/>
                    <a:pt x="285" y="575"/>
                    <a:pt x="284" y="574"/>
                  </a:cubicBezTo>
                  <a:cubicBezTo>
                    <a:pt x="283" y="570"/>
                    <a:pt x="289" y="567"/>
                    <a:pt x="290" y="569"/>
                  </a:cubicBezTo>
                  <a:cubicBezTo>
                    <a:pt x="293" y="571"/>
                    <a:pt x="289" y="575"/>
                    <a:pt x="288" y="575"/>
                  </a:cubicBezTo>
                  <a:close/>
                  <a:moveTo>
                    <a:pt x="292" y="544"/>
                  </a:moveTo>
                  <a:cubicBezTo>
                    <a:pt x="292" y="546"/>
                    <a:pt x="290" y="545"/>
                    <a:pt x="292" y="544"/>
                  </a:cubicBezTo>
                  <a:close/>
                  <a:moveTo>
                    <a:pt x="295" y="567"/>
                  </a:moveTo>
                  <a:cubicBezTo>
                    <a:pt x="295" y="565"/>
                    <a:pt x="297" y="567"/>
                    <a:pt x="295" y="567"/>
                  </a:cubicBezTo>
                  <a:close/>
                  <a:moveTo>
                    <a:pt x="295" y="565"/>
                  </a:moveTo>
                  <a:cubicBezTo>
                    <a:pt x="295" y="565"/>
                    <a:pt x="295" y="565"/>
                    <a:pt x="295" y="565"/>
                  </a:cubicBezTo>
                  <a:cubicBezTo>
                    <a:pt x="295" y="565"/>
                    <a:pt x="294" y="565"/>
                    <a:pt x="294" y="565"/>
                  </a:cubicBezTo>
                  <a:cubicBezTo>
                    <a:pt x="294" y="566"/>
                    <a:pt x="293" y="567"/>
                    <a:pt x="293" y="568"/>
                  </a:cubicBezTo>
                  <a:cubicBezTo>
                    <a:pt x="293" y="568"/>
                    <a:pt x="294" y="568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9"/>
                    <a:pt x="292" y="569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8"/>
                    <a:pt x="292" y="568"/>
                    <a:pt x="293" y="568"/>
                  </a:cubicBezTo>
                  <a:cubicBezTo>
                    <a:pt x="293" y="565"/>
                    <a:pt x="295" y="562"/>
                    <a:pt x="297" y="560"/>
                  </a:cubicBezTo>
                  <a:cubicBezTo>
                    <a:pt x="296" y="561"/>
                    <a:pt x="296" y="563"/>
                    <a:pt x="295" y="565"/>
                  </a:cubicBezTo>
                  <a:close/>
                  <a:moveTo>
                    <a:pt x="302" y="546"/>
                  </a:moveTo>
                  <a:cubicBezTo>
                    <a:pt x="301" y="548"/>
                    <a:pt x="298" y="547"/>
                    <a:pt x="297" y="548"/>
                  </a:cubicBezTo>
                  <a:cubicBezTo>
                    <a:pt x="298" y="547"/>
                    <a:pt x="300" y="547"/>
                    <a:pt x="302" y="546"/>
                  </a:cubicBezTo>
                  <a:close/>
                  <a:moveTo>
                    <a:pt x="301" y="567"/>
                  </a:moveTo>
                  <a:cubicBezTo>
                    <a:pt x="302" y="568"/>
                    <a:pt x="300" y="571"/>
                    <a:pt x="299" y="570"/>
                  </a:cubicBezTo>
                  <a:cubicBezTo>
                    <a:pt x="297" y="569"/>
                    <a:pt x="299" y="565"/>
                    <a:pt x="301" y="567"/>
                  </a:cubicBezTo>
                  <a:cubicBezTo>
                    <a:pt x="299" y="565"/>
                    <a:pt x="302" y="560"/>
                    <a:pt x="305" y="561"/>
                  </a:cubicBezTo>
                  <a:cubicBezTo>
                    <a:pt x="308" y="562"/>
                    <a:pt x="304" y="570"/>
                    <a:pt x="301" y="567"/>
                  </a:cubicBezTo>
                  <a:close/>
                  <a:moveTo>
                    <a:pt x="306" y="540"/>
                  </a:moveTo>
                  <a:cubicBezTo>
                    <a:pt x="306" y="538"/>
                    <a:pt x="308" y="540"/>
                    <a:pt x="306" y="540"/>
                  </a:cubicBezTo>
                  <a:close/>
                  <a:moveTo>
                    <a:pt x="307" y="568"/>
                  </a:moveTo>
                  <a:cubicBezTo>
                    <a:pt x="307" y="568"/>
                    <a:pt x="307" y="568"/>
                    <a:pt x="307" y="568"/>
                  </a:cubicBezTo>
                  <a:cubicBezTo>
                    <a:pt x="307" y="566"/>
                    <a:pt x="309" y="569"/>
                    <a:pt x="307" y="568"/>
                  </a:cubicBezTo>
                  <a:close/>
                  <a:moveTo>
                    <a:pt x="308" y="569"/>
                  </a:moveTo>
                  <a:cubicBezTo>
                    <a:pt x="307" y="570"/>
                    <a:pt x="308" y="567"/>
                    <a:pt x="309" y="568"/>
                  </a:cubicBezTo>
                  <a:cubicBezTo>
                    <a:pt x="310" y="569"/>
                    <a:pt x="309" y="569"/>
                    <a:pt x="308" y="569"/>
                  </a:cubicBezTo>
                  <a:close/>
                  <a:moveTo>
                    <a:pt x="312" y="574"/>
                  </a:moveTo>
                  <a:cubicBezTo>
                    <a:pt x="311" y="575"/>
                    <a:pt x="313" y="572"/>
                    <a:pt x="312" y="574"/>
                  </a:cubicBezTo>
                  <a:close/>
                  <a:moveTo>
                    <a:pt x="312" y="571"/>
                  </a:moveTo>
                  <a:cubicBezTo>
                    <a:pt x="312" y="572"/>
                    <a:pt x="311" y="572"/>
                    <a:pt x="311" y="571"/>
                  </a:cubicBezTo>
                  <a:cubicBezTo>
                    <a:pt x="310" y="570"/>
                    <a:pt x="314" y="569"/>
                    <a:pt x="312" y="571"/>
                  </a:cubicBezTo>
                  <a:close/>
                  <a:moveTo>
                    <a:pt x="313" y="395"/>
                  </a:moveTo>
                  <a:cubicBezTo>
                    <a:pt x="314" y="394"/>
                    <a:pt x="312" y="396"/>
                    <a:pt x="313" y="395"/>
                  </a:cubicBezTo>
                  <a:close/>
                  <a:moveTo>
                    <a:pt x="313" y="287"/>
                  </a:moveTo>
                  <a:cubicBezTo>
                    <a:pt x="312" y="289"/>
                    <a:pt x="314" y="286"/>
                    <a:pt x="313" y="287"/>
                  </a:cubicBezTo>
                  <a:close/>
                  <a:moveTo>
                    <a:pt x="315" y="545"/>
                  </a:moveTo>
                  <a:cubicBezTo>
                    <a:pt x="312" y="547"/>
                    <a:pt x="313" y="541"/>
                    <a:pt x="316" y="543"/>
                  </a:cubicBezTo>
                  <a:cubicBezTo>
                    <a:pt x="317" y="543"/>
                    <a:pt x="316" y="545"/>
                    <a:pt x="315" y="545"/>
                  </a:cubicBezTo>
                  <a:close/>
                  <a:moveTo>
                    <a:pt x="313" y="521"/>
                  </a:moveTo>
                  <a:cubicBezTo>
                    <a:pt x="314" y="520"/>
                    <a:pt x="312" y="522"/>
                    <a:pt x="313" y="521"/>
                  </a:cubicBezTo>
                  <a:close/>
                  <a:moveTo>
                    <a:pt x="315" y="495"/>
                  </a:moveTo>
                  <a:cubicBezTo>
                    <a:pt x="315" y="495"/>
                    <a:pt x="315" y="496"/>
                    <a:pt x="315" y="496"/>
                  </a:cubicBezTo>
                  <a:cubicBezTo>
                    <a:pt x="315" y="498"/>
                    <a:pt x="314" y="495"/>
                    <a:pt x="315" y="495"/>
                  </a:cubicBezTo>
                  <a:close/>
                  <a:moveTo>
                    <a:pt x="313" y="466"/>
                  </a:moveTo>
                  <a:cubicBezTo>
                    <a:pt x="314" y="464"/>
                    <a:pt x="319" y="461"/>
                    <a:pt x="322" y="459"/>
                  </a:cubicBezTo>
                  <a:cubicBezTo>
                    <a:pt x="321" y="461"/>
                    <a:pt x="318" y="462"/>
                    <a:pt x="317" y="464"/>
                  </a:cubicBezTo>
                  <a:cubicBezTo>
                    <a:pt x="316" y="464"/>
                    <a:pt x="313" y="468"/>
                    <a:pt x="313" y="466"/>
                  </a:cubicBezTo>
                  <a:close/>
                  <a:moveTo>
                    <a:pt x="316" y="176"/>
                  </a:moveTo>
                  <a:cubicBezTo>
                    <a:pt x="316" y="176"/>
                    <a:pt x="317" y="175"/>
                    <a:pt x="317" y="175"/>
                  </a:cubicBezTo>
                  <a:cubicBezTo>
                    <a:pt x="317" y="176"/>
                    <a:pt x="316" y="176"/>
                    <a:pt x="316" y="176"/>
                  </a:cubicBezTo>
                  <a:close/>
                  <a:moveTo>
                    <a:pt x="318" y="385"/>
                  </a:moveTo>
                  <a:cubicBezTo>
                    <a:pt x="317" y="386"/>
                    <a:pt x="316" y="385"/>
                    <a:pt x="316" y="385"/>
                  </a:cubicBezTo>
                  <a:cubicBezTo>
                    <a:pt x="317" y="384"/>
                    <a:pt x="318" y="384"/>
                    <a:pt x="318" y="385"/>
                  </a:cubicBezTo>
                  <a:close/>
                  <a:moveTo>
                    <a:pt x="316" y="395"/>
                  </a:moveTo>
                  <a:cubicBezTo>
                    <a:pt x="316" y="395"/>
                    <a:pt x="316" y="396"/>
                    <a:pt x="315" y="395"/>
                  </a:cubicBezTo>
                  <a:cubicBezTo>
                    <a:pt x="315" y="395"/>
                    <a:pt x="318" y="393"/>
                    <a:pt x="316" y="395"/>
                  </a:cubicBezTo>
                  <a:close/>
                  <a:moveTo>
                    <a:pt x="321" y="296"/>
                  </a:moveTo>
                  <a:cubicBezTo>
                    <a:pt x="321" y="296"/>
                    <a:pt x="321" y="297"/>
                    <a:pt x="321" y="297"/>
                  </a:cubicBezTo>
                  <a:cubicBezTo>
                    <a:pt x="319" y="299"/>
                    <a:pt x="320" y="295"/>
                    <a:pt x="321" y="296"/>
                  </a:cubicBezTo>
                  <a:close/>
                  <a:moveTo>
                    <a:pt x="344" y="429"/>
                  </a:moveTo>
                  <a:cubicBezTo>
                    <a:pt x="344" y="429"/>
                    <a:pt x="345" y="429"/>
                    <a:pt x="345" y="429"/>
                  </a:cubicBezTo>
                  <a:cubicBezTo>
                    <a:pt x="345" y="430"/>
                    <a:pt x="343" y="430"/>
                    <a:pt x="344" y="429"/>
                  </a:cubicBezTo>
                  <a:close/>
                  <a:moveTo>
                    <a:pt x="345" y="186"/>
                  </a:moveTo>
                  <a:cubicBezTo>
                    <a:pt x="345" y="188"/>
                    <a:pt x="343" y="188"/>
                    <a:pt x="345" y="186"/>
                  </a:cubicBezTo>
                  <a:close/>
                  <a:moveTo>
                    <a:pt x="345" y="303"/>
                  </a:moveTo>
                  <a:cubicBezTo>
                    <a:pt x="344" y="303"/>
                    <a:pt x="347" y="302"/>
                    <a:pt x="345" y="303"/>
                  </a:cubicBezTo>
                  <a:close/>
                  <a:moveTo>
                    <a:pt x="346" y="185"/>
                  </a:moveTo>
                  <a:cubicBezTo>
                    <a:pt x="344" y="187"/>
                    <a:pt x="347" y="183"/>
                    <a:pt x="346" y="185"/>
                  </a:cubicBezTo>
                  <a:close/>
                  <a:moveTo>
                    <a:pt x="345" y="443"/>
                  </a:moveTo>
                  <a:cubicBezTo>
                    <a:pt x="344" y="445"/>
                    <a:pt x="346" y="442"/>
                    <a:pt x="345" y="443"/>
                  </a:cubicBezTo>
                  <a:close/>
                  <a:moveTo>
                    <a:pt x="346" y="457"/>
                  </a:moveTo>
                  <a:cubicBezTo>
                    <a:pt x="346" y="457"/>
                    <a:pt x="346" y="458"/>
                    <a:pt x="346" y="458"/>
                  </a:cubicBezTo>
                  <a:cubicBezTo>
                    <a:pt x="345" y="459"/>
                    <a:pt x="345" y="456"/>
                    <a:pt x="346" y="457"/>
                  </a:cubicBezTo>
                  <a:close/>
                  <a:moveTo>
                    <a:pt x="345" y="503"/>
                  </a:move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lose/>
                  <a:moveTo>
                    <a:pt x="348" y="526"/>
                  </a:moveTo>
                  <a:cubicBezTo>
                    <a:pt x="348" y="527"/>
                    <a:pt x="344" y="530"/>
                    <a:pt x="343" y="529"/>
                  </a:cubicBezTo>
                  <a:cubicBezTo>
                    <a:pt x="342" y="527"/>
                    <a:pt x="346" y="526"/>
                    <a:pt x="348" y="526"/>
                  </a:cubicBezTo>
                  <a:close/>
                  <a:moveTo>
                    <a:pt x="351" y="496"/>
                  </a:moveTo>
                  <a:cubicBezTo>
                    <a:pt x="352" y="497"/>
                    <a:pt x="349" y="500"/>
                    <a:pt x="349" y="500"/>
                  </a:cubicBezTo>
                  <a:cubicBezTo>
                    <a:pt x="344" y="502"/>
                    <a:pt x="348" y="494"/>
                    <a:pt x="351" y="496"/>
                  </a:cubicBezTo>
                  <a:close/>
                  <a:moveTo>
                    <a:pt x="351" y="384"/>
                  </a:moveTo>
                  <a:cubicBezTo>
                    <a:pt x="350" y="385"/>
                    <a:pt x="349" y="384"/>
                    <a:pt x="351" y="384"/>
                  </a:cubicBezTo>
                  <a:close/>
                  <a:moveTo>
                    <a:pt x="351" y="513"/>
                  </a:moveTo>
                  <a:cubicBezTo>
                    <a:pt x="350" y="512"/>
                    <a:pt x="352" y="512"/>
                    <a:pt x="351" y="512"/>
                  </a:cubicBezTo>
                  <a:cubicBezTo>
                    <a:pt x="351" y="512"/>
                    <a:pt x="351" y="513"/>
                    <a:pt x="351" y="513"/>
                  </a:cubicBezTo>
                  <a:close/>
                  <a:moveTo>
                    <a:pt x="350" y="574"/>
                  </a:moveTo>
                  <a:cubicBezTo>
                    <a:pt x="350" y="574"/>
                    <a:pt x="350" y="573"/>
                    <a:pt x="351" y="573"/>
                  </a:cubicBezTo>
                  <a:cubicBezTo>
                    <a:pt x="351" y="573"/>
                    <a:pt x="350" y="574"/>
                    <a:pt x="350" y="574"/>
                  </a:cubicBezTo>
                  <a:close/>
                  <a:moveTo>
                    <a:pt x="347" y="484"/>
                  </a:moveTo>
                  <a:cubicBezTo>
                    <a:pt x="347" y="483"/>
                    <a:pt x="348" y="483"/>
                    <a:pt x="348" y="483"/>
                  </a:cubicBezTo>
                  <a:cubicBezTo>
                    <a:pt x="349" y="483"/>
                    <a:pt x="348" y="484"/>
                    <a:pt x="347" y="484"/>
                  </a:cubicBezTo>
                  <a:close/>
                  <a:moveTo>
                    <a:pt x="325" y="549"/>
                  </a:moveTo>
                  <a:cubicBezTo>
                    <a:pt x="327" y="547"/>
                    <a:pt x="330" y="546"/>
                    <a:pt x="333" y="545"/>
                  </a:cubicBezTo>
                  <a:cubicBezTo>
                    <a:pt x="330" y="547"/>
                    <a:pt x="328" y="549"/>
                    <a:pt x="325" y="549"/>
                  </a:cubicBezTo>
                  <a:close/>
                  <a:moveTo>
                    <a:pt x="331" y="617"/>
                  </a:moveTo>
                  <a:cubicBezTo>
                    <a:pt x="331" y="616"/>
                    <a:pt x="332" y="616"/>
                    <a:pt x="333" y="617"/>
                  </a:cubicBezTo>
                  <a:cubicBezTo>
                    <a:pt x="333" y="617"/>
                    <a:pt x="331" y="619"/>
                    <a:pt x="331" y="617"/>
                  </a:cubicBezTo>
                  <a:close/>
                  <a:moveTo>
                    <a:pt x="326" y="553"/>
                  </a:moveTo>
                  <a:cubicBezTo>
                    <a:pt x="326" y="553"/>
                    <a:pt x="327" y="552"/>
                    <a:pt x="327" y="552"/>
                  </a:cubicBezTo>
                  <a:cubicBezTo>
                    <a:pt x="327" y="552"/>
                    <a:pt x="327" y="553"/>
                    <a:pt x="326" y="553"/>
                  </a:cubicBezTo>
                  <a:close/>
                  <a:moveTo>
                    <a:pt x="318" y="527"/>
                  </a:moveTo>
                  <a:cubicBezTo>
                    <a:pt x="323" y="523"/>
                    <a:pt x="328" y="520"/>
                    <a:pt x="335" y="518"/>
                  </a:cubicBezTo>
                  <a:cubicBezTo>
                    <a:pt x="329" y="521"/>
                    <a:pt x="324" y="524"/>
                    <a:pt x="318" y="527"/>
                  </a:cubicBezTo>
                  <a:close/>
                  <a:moveTo>
                    <a:pt x="323" y="530"/>
                  </a:moveTo>
                  <a:cubicBezTo>
                    <a:pt x="323" y="531"/>
                    <a:pt x="321" y="531"/>
                    <a:pt x="321" y="530"/>
                  </a:cubicBezTo>
                  <a:cubicBezTo>
                    <a:pt x="321" y="529"/>
                    <a:pt x="323" y="530"/>
                    <a:pt x="323" y="530"/>
                  </a:cubicBezTo>
                  <a:close/>
                  <a:moveTo>
                    <a:pt x="329" y="503"/>
                  </a:moveTo>
                  <a:cubicBezTo>
                    <a:pt x="329" y="503"/>
                    <a:pt x="330" y="502"/>
                    <a:pt x="330" y="502"/>
                  </a:cubicBezTo>
                  <a:cubicBezTo>
                    <a:pt x="332" y="503"/>
                    <a:pt x="329" y="505"/>
                    <a:pt x="329" y="503"/>
                  </a:cubicBezTo>
                  <a:close/>
                  <a:moveTo>
                    <a:pt x="334" y="541"/>
                  </a:moveTo>
                  <a:cubicBezTo>
                    <a:pt x="333" y="541"/>
                    <a:pt x="334" y="539"/>
                    <a:pt x="335" y="539"/>
                  </a:cubicBezTo>
                  <a:cubicBezTo>
                    <a:pt x="335" y="540"/>
                    <a:pt x="334" y="540"/>
                    <a:pt x="334" y="541"/>
                  </a:cubicBezTo>
                  <a:close/>
                  <a:moveTo>
                    <a:pt x="341" y="584"/>
                  </a:moveTo>
                  <a:cubicBezTo>
                    <a:pt x="345" y="586"/>
                    <a:pt x="341" y="593"/>
                    <a:pt x="339" y="594"/>
                  </a:cubicBezTo>
                  <a:cubicBezTo>
                    <a:pt x="330" y="597"/>
                    <a:pt x="335" y="582"/>
                    <a:pt x="341" y="584"/>
                  </a:cubicBezTo>
                  <a:close/>
                  <a:moveTo>
                    <a:pt x="341" y="541"/>
                  </a:moveTo>
                  <a:cubicBezTo>
                    <a:pt x="339" y="543"/>
                    <a:pt x="336" y="544"/>
                    <a:pt x="335" y="544"/>
                  </a:cubicBezTo>
                  <a:cubicBezTo>
                    <a:pt x="335" y="544"/>
                    <a:pt x="339" y="541"/>
                    <a:pt x="341" y="541"/>
                  </a:cubicBezTo>
                  <a:close/>
                  <a:moveTo>
                    <a:pt x="336" y="518"/>
                  </a:moveTo>
                  <a:cubicBezTo>
                    <a:pt x="336" y="516"/>
                    <a:pt x="339" y="516"/>
                    <a:pt x="340" y="515"/>
                  </a:cubicBezTo>
                  <a:cubicBezTo>
                    <a:pt x="340" y="517"/>
                    <a:pt x="337" y="516"/>
                    <a:pt x="336" y="518"/>
                  </a:cubicBezTo>
                  <a:close/>
                  <a:moveTo>
                    <a:pt x="343" y="515"/>
                  </a:moveTo>
                  <a:cubicBezTo>
                    <a:pt x="342" y="516"/>
                    <a:pt x="341" y="516"/>
                    <a:pt x="341" y="515"/>
                  </a:cubicBezTo>
                  <a:cubicBezTo>
                    <a:pt x="340" y="514"/>
                    <a:pt x="344" y="514"/>
                    <a:pt x="343" y="515"/>
                  </a:cubicBezTo>
                  <a:close/>
                  <a:moveTo>
                    <a:pt x="343" y="553"/>
                  </a:moveTo>
                  <a:cubicBezTo>
                    <a:pt x="341" y="554"/>
                    <a:pt x="343" y="552"/>
                    <a:pt x="343" y="553"/>
                  </a:cubicBezTo>
                  <a:close/>
                  <a:moveTo>
                    <a:pt x="341" y="547"/>
                  </a:move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lose/>
                  <a:moveTo>
                    <a:pt x="342" y="574"/>
                  </a:moveTo>
                  <a:cubicBezTo>
                    <a:pt x="343" y="575"/>
                    <a:pt x="340" y="576"/>
                    <a:pt x="340" y="574"/>
                  </a:cubicBezTo>
                  <a:cubicBezTo>
                    <a:pt x="340" y="573"/>
                    <a:pt x="342" y="573"/>
                    <a:pt x="342" y="574"/>
                  </a:cubicBezTo>
                  <a:close/>
                  <a:moveTo>
                    <a:pt x="338" y="554"/>
                  </a:moveTo>
                  <a:cubicBezTo>
                    <a:pt x="339" y="554"/>
                    <a:pt x="337" y="556"/>
                    <a:pt x="337" y="554"/>
                  </a:cubicBezTo>
                  <a:cubicBezTo>
                    <a:pt x="337" y="553"/>
                    <a:pt x="338" y="553"/>
                    <a:pt x="338" y="554"/>
                  </a:cubicBezTo>
                  <a:close/>
                  <a:moveTo>
                    <a:pt x="335" y="537"/>
                  </a:moveTo>
                  <a:cubicBezTo>
                    <a:pt x="335" y="537"/>
                    <a:pt x="335" y="537"/>
                    <a:pt x="336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6" y="536"/>
                    <a:pt x="335" y="537"/>
                    <a:pt x="335" y="537"/>
                  </a:cubicBezTo>
                  <a:close/>
                  <a:moveTo>
                    <a:pt x="339" y="582"/>
                  </a:moveTo>
                  <a:cubicBezTo>
                    <a:pt x="334" y="582"/>
                    <a:pt x="344" y="577"/>
                    <a:pt x="345" y="578"/>
                  </a:cubicBezTo>
                  <a:cubicBezTo>
                    <a:pt x="346" y="579"/>
                    <a:pt x="340" y="582"/>
                    <a:pt x="339" y="582"/>
                  </a:cubicBezTo>
                  <a:close/>
                  <a:moveTo>
                    <a:pt x="345" y="556"/>
                  </a:moveTo>
                  <a:cubicBezTo>
                    <a:pt x="343" y="557"/>
                    <a:pt x="345" y="554"/>
                    <a:pt x="345" y="555"/>
                  </a:cubicBezTo>
                  <a:cubicBezTo>
                    <a:pt x="346" y="555"/>
                    <a:pt x="345" y="556"/>
                    <a:pt x="345" y="556"/>
                  </a:cubicBezTo>
                  <a:close/>
                  <a:moveTo>
                    <a:pt x="343" y="503"/>
                  </a:moveTo>
                  <a:cubicBezTo>
                    <a:pt x="341" y="504"/>
                    <a:pt x="342" y="500"/>
                    <a:pt x="344" y="502"/>
                  </a:cubicBezTo>
                  <a:cubicBezTo>
                    <a:pt x="344" y="502"/>
                    <a:pt x="343" y="502"/>
                    <a:pt x="343" y="503"/>
                  </a:cubicBezTo>
                  <a:close/>
                  <a:moveTo>
                    <a:pt x="342" y="425"/>
                  </a:moveTo>
                  <a:cubicBezTo>
                    <a:pt x="339" y="426"/>
                    <a:pt x="340" y="421"/>
                    <a:pt x="342" y="422"/>
                  </a:cubicBezTo>
                  <a:cubicBezTo>
                    <a:pt x="343" y="423"/>
                    <a:pt x="342" y="425"/>
                    <a:pt x="342" y="425"/>
                  </a:cubicBezTo>
                  <a:close/>
                  <a:moveTo>
                    <a:pt x="340" y="466"/>
                  </a:moveTo>
                  <a:cubicBezTo>
                    <a:pt x="344" y="464"/>
                    <a:pt x="338" y="467"/>
                    <a:pt x="340" y="466"/>
                  </a:cubicBezTo>
                  <a:close/>
                  <a:moveTo>
                    <a:pt x="339" y="506"/>
                  </a:moveTo>
                  <a:cubicBezTo>
                    <a:pt x="340" y="504"/>
                    <a:pt x="343" y="506"/>
                    <a:pt x="339" y="506"/>
                  </a:cubicBezTo>
                  <a:close/>
                  <a:moveTo>
                    <a:pt x="341" y="508"/>
                  </a:moveTo>
                  <a:cubicBezTo>
                    <a:pt x="342" y="508"/>
                    <a:pt x="334" y="513"/>
                    <a:pt x="334" y="513"/>
                  </a:cubicBezTo>
                  <a:cubicBezTo>
                    <a:pt x="333" y="514"/>
                    <a:pt x="332" y="514"/>
                    <a:pt x="332" y="514"/>
                  </a:cubicBezTo>
                  <a:cubicBezTo>
                    <a:pt x="331" y="513"/>
                    <a:pt x="340" y="507"/>
                    <a:pt x="341" y="508"/>
                  </a:cubicBezTo>
                  <a:close/>
                  <a:moveTo>
                    <a:pt x="336" y="508"/>
                  </a:moveTo>
                  <a:cubicBezTo>
                    <a:pt x="336" y="507"/>
                    <a:pt x="337" y="506"/>
                    <a:pt x="338" y="506"/>
                  </a:cubicBezTo>
                  <a:cubicBezTo>
                    <a:pt x="338" y="507"/>
                    <a:pt x="337" y="507"/>
                    <a:pt x="336" y="508"/>
                  </a:cubicBezTo>
                  <a:close/>
                  <a:moveTo>
                    <a:pt x="339" y="504"/>
                  </a:moveTo>
                  <a:cubicBezTo>
                    <a:pt x="337" y="506"/>
                    <a:pt x="337" y="502"/>
                    <a:pt x="339" y="503"/>
                  </a:cubicBezTo>
                  <a:cubicBezTo>
                    <a:pt x="339" y="503"/>
                    <a:pt x="339" y="504"/>
                    <a:pt x="339" y="504"/>
                  </a:cubicBezTo>
                  <a:close/>
                  <a:moveTo>
                    <a:pt x="337" y="360"/>
                  </a:moveTo>
                  <a:cubicBezTo>
                    <a:pt x="337" y="357"/>
                    <a:pt x="339" y="359"/>
                    <a:pt x="337" y="360"/>
                  </a:cubicBezTo>
                  <a:close/>
                  <a:moveTo>
                    <a:pt x="337" y="339"/>
                  </a:moveTo>
                  <a:cubicBezTo>
                    <a:pt x="337" y="340"/>
                    <a:pt x="335" y="339"/>
                    <a:pt x="337" y="339"/>
                  </a:cubicBezTo>
                  <a:close/>
                  <a:moveTo>
                    <a:pt x="337" y="248"/>
                  </a:moveTo>
                  <a:cubicBezTo>
                    <a:pt x="335" y="250"/>
                    <a:pt x="336" y="245"/>
                    <a:pt x="337" y="246"/>
                  </a:cubicBezTo>
                  <a:cubicBezTo>
                    <a:pt x="338" y="246"/>
                    <a:pt x="337" y="248"/>
                    <a:pt x="337" y="248"/>
                  </a:cubicBezTo>
                  <a:close/>
                  <a:moveTo>
                    <a:pt x="336" y="451"/>
                  </a:moveTo>
                  <a:cubicBezTo>
                    <a:pt x="335" y="452"/>
                    <a:pt x="338" y="450"/>
                    <a:pt x="336" y="451"/>
                  </a:cubicBezTo>
                  <a:close/>
                  <a:moveTo>
                    <a:pt x="337" y="467"/>
                  </a:moveTo>
                  <a:cubicBezTo>
                    <a:pt x="337" y="469"/>
                    <a:pt x="336" y="469"/>
                    <a:pt x="334" y="470"/>
                  </a:cubicBezTo>
                  <a:cubicBezTo>
                    <a:pt x="335" y="469"/>
                    <a:pt x="336" y="468"/>
                    <a:pt x="337" y="467"/>
                  </a:cubicBezTo>
                  <a:close/>
                  <a:moveTo>
                    <a:pt x="330" y="456"/>
                  </a:moveTo>
                  <a:cubicBezTo>
                    <a:pt x="330" y="456"/>
                    <a:pt x="333" y="452"/>
                    <a:pt x="335" y="451"/>
                  </a:cubicBezTo>
                  <a:cubicBezTo>
                    <a:pt x="334" y="453"/>
                    <a:pt x="332" y="455"/>
                    <a:pt x="330" y="456"/>
                  </a:cubicBezTo>
                  <a:close/>
                  <a:moveTo>
                    <a:pt x="332" y="406"/>
                  </a:moveTo>
                  <a:cubicBezTo>
                    <a:pt x="331" y="405"/>
                    <a:pt x="332" y="403"/>
                    <a:pt x="334" y="403"/>
                  </a:cubicBezTo>
                  <a:cubicBezTo>
                    <a:pt x="333" y="404"/>
                    <a:pt x="332" y="405"/>
                    <a:pt x="332" y="406"/>
                  </a:cubicBezTo>
                  <a:close/>
                  <a:moveTo>
                    <a:pt x="331" y="366"/>
                  </a:moveTo>
                  <a:cubicBezTo>
                    <a:pt x="329" y="368"/>
                    <a:pt x="330" y="364"/>
                    <a:pt x="331" y="364"/>
                  </a:cubicBezTo>
                  <a:cubicBezTo>
                    <a:pt x="333" y="365"/>
                    <a:pt x="331" y="366"/>
                    <a:pt x="331" y="366"/>
                  </a:cubicBezTo>
                  <a:close/>
                  <a:moveTo>
                    <a:pt x="330" y="407"/>
                  </a:moveTo>
                  <a:cubicBezTo>
                    <a:pt x="330" y="409"/>
                    <a:pt x="328" y="410"/>
                    <a:pt x="326" y="412"/>
                  </a:cubicBezTo>
                  <a:cubicBezTo>
                    <a:pt x="327" y="411"/>
                    <a:pt x="329" y="409"/>
                    <a:pt x="330" y="407"/>
                  </a:cubicBezTo>
                  <a:close/>
                  <a:moveTo>
                    <a:pt x="327" y="499"/>
                  </a:moveTo>
                  <a:cubicBezTo>
                    <a:pt x="327" y="498"/>
                    <a:pt x="327" y="498"/>
                    <a:pt x="327" y="498"/>
                  </a:cubicBezTo>
                  <a:cubicBezTo>
                    <a:pt x="327" y="496"/>
                    <a:pt x="329" y="499"/>
                    <a:pt x="327" y="499"/>
                  </a:cubicBezTo>
                  <a:close/>
                  <a:moveTo>
                    <a:pt x="328" y="510"/>
                  </a:moveTo>
                  <a:cubicBezTo>
                    <a:pt x="328" y="511"/>
                    <a:pt x="327" y="511"/>
                    <a:pt x="327" y="510"/>
                  </a:cubicBezTo>
                  <a:cubicBezTo>
                    <a:pt x="327" y="510"/>
                    <a:pt x="328" y="510"/>
                    <a:pt x="328" y="510"/>
                  </a:cubicBezTo>
                  <a:close/>
                  <a:moveTo>
                    <a:pt x="328" y="481"/>
                  </a:moveTo>
                  <a:cubicBezTo>
                    <a:pt x="327" y="482"/>
                    <a:pt x="329" y="480"/>
                    <a:pt x="328" y="481"/>
                  </a:cubicBezTo>
                  <a:close/>
                  <a:moveTo>
                    <a:pt x="326" y="333"/>
                  </a:moveTo>
                  <a:cubicBezTo>
                    <a:pt x="326" y="333"/>
                    <a:pt x="326" y="333"/>
                    <a:pt x="325" y="333"/>
                  </a:cubicBezTo>
                  <a:cubicBezTo>
                    <a:pt x="325" y="332"/>
                    <a:pt x="327" y="332"/>
                    <a:pt x="326" y="333"/>
                  </a:cubicBezTo>
                  <a:close/>
                  <a:moveTo>
                    <a:pt x="326" y="456"/>
                  </a:moveTo>
                  <a:cubicBezTo>
                    <a:pt x="326" y="457"/>
                    <a:pt x="324" y="458"/>
                    <a:pt x="323" y="459"/>
                  </a:cubicBezTo>
                  <a:cubicBezTo>
                    <a:pt x="324" y="458"/>
                    <a:pt x="325" y="457"/>
                    <a:pt x="326" y="456"/>
                  </a:cubicBezTo>
                  <a:close/>
                  <a:moveTo>
                    <a:pt x="330" y="515"/>
                  </a:moveTo>
                  <a:cubicBezTo>
                    <a:pt x="326" y="518"/>
                    <a:pt x="323" y="521"/>
                    <a:pt x="317" y="522"/>
                  </a:cubicBezTo>
                  <a:cubicBezTo>
                    <a:pt x="320" y="519"/>
                    <a:pt x="325" y="516"/>
                    <a:pt x="330" y="515"/>
                  </a:cubicBezTo>
                  <a:close/>
                  <a:moveTo>
                    <a:pt x="319" y="490"/>
                  </a:moveTo>
                  <a:cubicBezTo>
                    <a:pt x="318" y="491"/>
                    <a:pt x="318" y="489"/>
                    <a:pt x="319" y="489"/>
                  </a:cubicBezTo>
                  <a:cubicBezTo>
                    <a:pt x="320" y="489"/>
                    <a:pt x="320" y="490"/>
                    <a:pt x="319" y="490"/>
                  </a:cubicBezTo>
                  <a:close/>
                  <a:moveTo>
                    <a:pt x="320" y="514"/>
                  </a:moveTo>
                  <a:cubicBezTo>
                    <a:pt x="320" y="514"/>
                    <a:pt x="319" y="515"/>
                    <a:pt x="319" y="514"/>
                  </a:cubicBezTo>
                  <a:cubicBezTo>
                    <a:pt x="319" y="513"/>
                    <a:pt x="322" y="513"/>
                    <a:pt x="320" y="514"/>
                  </a:cubicBezTo>
                  <a:close/>
                  <a:moveTo>
                    <a:pt x="322" y="487"/>
                  </a:moveTo>
                  <a:cubicBezTo>
                    <a:pt x="324" y="489"/>
                    <a:pt x="319" y="490"/>
                    <a:pt x="319" y="488"/>
                  </a:cubicBezTo>
                  <a:cubicBezTo>
                    <a:pt x="319" y="487"/>
                    <a:pt x="320" y="486"/>
                    <a:pt x="321" y="486"/>
                  </a:cubicBezTo>
                  <a:cubicBezTo>
                    <a:pt x="321" y="486"/>
                    <a:pt x="321" y="485"/>
                    <a:pt x="321" y="485"/>
                  </a:cubicBezTo>
                  <a:cubicBezTo>
                    <a:pt x="323" y="484"/>
                    <a:pt x="323" y="486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lose/>
                  <a:moveTo>
                    <a:pt x="319" y="565"/>
                  </a:moveTo>
                  <a:cubicBezTo>
                    <a:pt x="316" y="567"/>
                    <a:pt x="316" y="562"/>
                    <a:pt x="319" y="563"/>
                  </a:cubicBezTo>
                  <a:cubicBezTo>
                    <a:pt x="319" y="563"/>
                    <a:pt x="319" y="564"/>
                    <a:pt x="319" y="565"/>
                  </a:cubicBezTo>
                  <a:close/>
                  <a:moveTo>
                    <a:pt x="320" y="570"/>
                  </a:moveTo>
                  <a:cubicBezTo>
                    <a:pt x="321" y="569"/>
                    <a:pt x="322" y="571"/>
                    <a:pt x="320" y="570"/>
                  </a:cubicBezTo>
                  <a:close/>
                  <a:moveTo>
                    <a:pt x="322" y="580"/>
                  </a:moveTo>
                  <a:cubicBezTo>
                    <a:pt x="322" y="580"/>
                    <a:pt x="322" y="581"/>
                    <a:pt x="322" y="581"/>
                  </a:cubicBezTo>
                  <a:cubicBezTo>
                    <a:pt x="322" y="580"/>
                    <a:pt x="323" y="579"/>
                    <a:pt x="322" y="580"/>
                  </a:cubicBezTo>
                  <a:close/>
                  <a:moveTo>
                    <a:pt x="323" y="537"/>
                  </a:moveTo>
                  <a:cubicBezTo>
                    <a:pt x="322" y="538"/>
                    <a:pt x="320" y="542"/>
                    <a:pt x="318" y="542"/>
                  </a:cubicBezTo>
                  <a:cubicBezTo>
                    <a:pt x="313" y="543"/>
                    <a:pt x="324" y="535"/>
                    <a:pt x="325" y="534"/>
                  </a:cubicBezTo>
                  <a:cubicBezTo>
                    <a:pt x="322" y="537"/>
                    <a:pt x="326" y="533"/>
                    <a:pt x="327" y="534"/>
                  </a:cubicBezTo>
                  <a:cubicBezTo>
                    <a:pt x="328" y="535"/>
                    <a:pt x="324" y="537"/>
                    <a:pt x="323" y="537"/>
                  </a:cubicBezTo>
                  <a:close/>
                  <a:moveTo>
                    <a:pt x="327" y="588"/>
                  </a:moveTo>
                  <a:cubicBezTo>
                    <a:pt x="326" y="589"/>
                    <a:pt x="324" y="589"/>
                    <a:pt x="324" y="588"/>
                  </a:cubicBezTo>
                  <a:cubicBezTo>
                    <a:pt x="324" y="586"/>
                    <a:pt x="327" y="587"/>
                    <a:pt x="327" y="588"/>
                  </a:cubicBezTo>
                  <a:close/>
                  <a:moveTo>
                    <a:pt x="326" y="564"/>
                  </a:moveTo>
                  <a:cubicBezTo>
                    <a:pt x="326" y="563"/>
                    <a:pt x="329" y="562"/>
                    <a:pt x="329" y="564"/>
                  </a:cubicBezTo>
                  <a:cubicBezTo>
                    <a:pt x="329" y="565"/>
                    <a:pt x="325" y="566"/>
                    <a:pt x="326" y="564"/>
                  </a:cubicBezTo>
                  <a:close/>
                  <a:moveTo>
                    <a:pt x="327" y="585"/>
                  </a:moveTo>
                  <a:cubicBezTo>
                    <a:pt x="328" y="585"/>
                    <a:pt x="329" y="586"/>
                    <a:pt x="328" y="586"/>
                  </a:cubicBezTo>
                  <a:cubicBezTo>
                    <a:pt x="328" y="586"/>
                    <a:pt x="326" y="586"/>
                    <a:pt x="327" y="585"/>
                  </a:cubicBezTo>
                  <a:close/>
                  <a:moveTo>
                    <a:pt x="327" y="624"/>
                  </a:moveTo>
                  <a:cubicBezTo>
                    <a:pt x="327" y="624"/>
                    <a:pt x="326" y="624"/>
                    <a:pt x="326" y="624"/>
                  </a:cubicBezTo>
                  <a:cubicBezTo>
                    <a:pt x="326" y="623"/>
                    <a:pt x="328" y="622"/>
                    <a:pt x="327" y="624"/>
                  </a:cubicBezTo>
                  <a:close/>
                  <a:moveTo>
                    <a:pt x="329" y="612"/>
                  </a:moveTo>
                  <a:cubicBezTo>
                    <a:pt x="326" y="613"/>
                    <a:pt x="328" y="608"/>
                    <a:pt x="330" y="609"/>
                  </a:cubicBezTo>
                  <a:cubicBezTo>
                    <a:pt x="332" y="610"/>
                    <a:pt x="330" y="612"/>
                    <a:pt x="329" y="612"/>
                  </a:cubicBezTo>
                  <a:close/>
                  <a:moveTo>
                    <a:pt x="335" y="620"/>
                  </a:moveTo>
                  <a:cubicBezTo>
                    <a:pt x="335" y="620"/>
                    <a:pt x="335" y="620"/>
                    <a:pt x="334" y="620"/>
                  </a:cubicBezTo>
                  <a:cubicBezTo>
                    <a:pt x="334" y="620"/>
                    <a:pt x="334" y="620"/>
                    <a:pt x="334" y="620"/>
                  </a:cubicBezTo>
                  <a:cubicBezTo>
                    <a:pt x="333" y="620"/>
                    <a:pt x="332" y="621"/>
                    <a:pt x="330" y="621"/>
                  </a:cubicBezTo>
                  <a:cubicBezTo>
                    <a:pt x="332" y="619"/>
                    <a:pt x="334" y="619"/>
                    <a:pt x="337" y="618"/>
                  </a:cubicBezTo>
                  <a:cubicBezTo>
                    <a:pt x="336" y="619"/>
                    <a:pt x="336" y="619"/>
                    <a:pt x="335" y="620"/>
                  </a:cubicBezTo>
                  <a:close/>
                  <a:moveTo>
                    <a:pt x="339" y="618"/>
                  </a:moveTo>
                  <a:cubicBezTo>
                    <a:pt x="338" y="618"/>
                    <a:pt x="338" y="619"/>
                    <a:pt x="337" y="618"/>
                  </a:cubicBezTo>
                  <a:cubicBezTo>
                    <a:pt x="337" y="617"/>
                    <a:pt x="342" y="617"/>
                    <a:pt x="339" y="618"/>
                  </a:cubicBezTo>
                  <a:close/>
                  <a:moveTo>
                    <a:pt x="348" y="611"/>
                  </a:moveTo>
                  <a:cubicBezTo>
                    <a:pt x="346" y="612"/>
                    <a:pt x="346" y="609"/>
                    <a:pt x="348" y="609"/>
                  </a:cubicBezTo>
                  <a:cubicBezTo>
                    <a:pt x="349" y="610"/>
                    <a:pt x="348" y="611"/>
                    <a:pt x="348" y="611"/>
                  </a:cubicBezTo>
                  <a:close/>
                  <a:moveTo>
                    <a:pt x="347" y="599"/>
                  </a:moveTo>
                  <a:cubicBezTo>
                    <a:pt x="347" y="598"/>
                    <a:pt x="348" y="599"/>
                    <a:pt x="348" y="599"/>
                  </a:cubicBezTo>
                  <a:cubicBezTo>
                    <a:pt x="348" y="600"/>
                    <a:pt x="347" y="600"/>
                    <a:pt x="347" y="599"/>
                  </a:cubicBezTo>
                  <a:close/>
                  <a:moveTo>
                    <a:pt x="353" y="622"/>
                  </a:moveTo>
                  <a:cubicBezTo>
                    <a:pt x="352" y="622"/>
                    <a:pt x="352" y="622"/>
                    <a:pt x="352" y="622"/>
                  </a:cubicBezTo>
                  <a:cubicBezTo>
                    <a:pt x="351" y="620"/>
                    <a:pt x="354" y="621"/>
                    <a:pt x="353" y="622"/>
                  </a:cubicBezTo>
                  <a:close/>
                  <a:moveTo>
                    <a:pt x="352" y="594"/>
                  </a:moveTo>
                  <a:cubicBezTo>
                    <a:pt x="349" y="595"/>
                    <a:pt x="344" y="598"/>
                    <a:pt x="340" y="598"/>
                  </a:cubicBezTo>
                  <a:cubicBezTo>
                    <a:pt x="343" y="596"/>
                    <a:pt x="350" y="593"/>
                    <a:pt x="353" y="593"/>
                  </a:cubicBezTo>
                  <a:cubicBezTo>
                    <a:pt x="352" y="593"/>
                    <a:pt x="355" y="593"/>
                    <a:pt x="355" y="593"/>
                  </a:cubicBezTo>
                  <a:cubicBezTo>
                    <a:pt x="355" y="595"/>
                    <a:pt x="353" y="594"/>
                    <a:pt x="352" y="594"/>
                  </a:cubicBezTo>
                  <a:close/>
                  <a:moveTo>
                    <a:pt x="355" y="550"/>
                  </a:moveTo>
                  <a:cubicBezTo>
                    <a:pt x="355" y="549"/>
                    <a:pt x="356" y="549"/>
                    <a:pt x="358" y="549"/>
                  </a:cubicBezTo>
                  <a:cubicBezTo>
                    <a:pt x="357" y="550"/>
                    <a:pt x="356" y="550"/>
                    <a:pt x="355" y="550"/>
                  </a:cubicBezTo>
                  <a:close/>
                  <a:moveTo>
                    <a:pt x="358" y="493"/>
                  </a:moveTo>
                  <a:cubicBezTo>
                    <a:pt x="358" y="493"/>
                    <a:pt x="358" y="493"/>
                    <a:pt x="357" y="493"/>
                  </a:cubicBezTo>
                  <a:cubicBezTo>
                    <a:pt x="357" y="492"/>
                    <a:pt x="359" y="492"/>
                    <a:pt x="358" y="493"/>
                  </a:cubicBezTo>
                  <a:close/>
                  <a:moveTo>
                    <a:pt x="356" y="570"/>
                  </a:moveTo>
                  <a:cubicBezTo>
                    <a:pt x="357" y="569"/>
                    <a:pt x="359" y="570"/>
                    <a:pt x="359" y="570"/>
                  </a:cubicBezTo>
                  <a:cubicBezTo>
                    <a:pt x="359" y="571"/>
                    <a:pt x="356" y="572"/>
                    <a:pt x="356" y="570"/>
                  </a:cubicBezTo>
                  <a:close/>
                  <a:moveTo>
                    <a:pt x="358" y="619"/>
                  </a:moveTo>
                  <a:cubicBezTo>
                    <a:pt x="357" y="618"/>
                    <a:pt x="359" y="618"/>
                    <a:pt x="359" y="619"/>
                  </a:cubicBezTo>
                  <a:cubicBezTo>
                    <a:pt x="360" y="620"/>
                    <a:pt x="358" y="619"/>
                    <a:pt x="358" y="619"/>
                  </a:cubicBezTo>
                  <a:close/>
                  <a:moveTo>
                    <a:pt x="361" y="614"/>
                  </a:moveTo>
                  <a:cubicBezTo>
                    <a:pt x="359" y="615"/>
                    <a:pt x="360" y="612"/>
                    <a:pt x="361" y="613"/>
                  </a:cubicBezTo>
                  <a:cubicBezTo>
                    <a:pt x="362" y="613"/>
                    <a:pt x="361" y="614"/>
                    <a:pt x="361" y="614"/>
                  </a:cubicBezTo>
                  <a:close/>
                  <a:moveTo>
                    <a:pt x="363" y="621"/>
                  </a:moveTo>
                  <a:cubicBezTo>
                    <a:pt x="361" y="622"/>
                    <a:pt x="362" y="619"/>
                    <a:pt x="363" y="621"/>
                  </a:cubicBezTo>
                  <a:close/>
                  <a:moveTo>
                    <a:pt x="360" y="560"/>
                  </a:moveTo>
                  <a:cubicBezTo>
                    <a:pt x="360" y="558"/>
                    <a:pt x="365" y="557"/>
                    <a:pt x="366" y="560"/>
                  </a:cubicBezTo>
                  <a:cubicBezTo>
                    <a:pt x="366" y="563"/>
                    <a:pt x="359" y="564"/>
                    <a:pt x="360" y="560"/>
                  </a:cubicBezTo>
                  <a:close/>
                  <a:moveTo>
                    <a:pt x="362" y="459"/>
                  </a:moveTo>
                  <a:cubicBezTo>
                    <a:pt x="360" y="461"/>
                    <a:pt x="362" y="457"/>
                    <a:pt x="362" y="459"/>
                  </a:cubicBezTo>
                  <a:cubicBezTo>
                    <a:pt x="362" y="459"/>
                    <a:pt x="362" y="459"/>
                    <a:pt x="362" y="459"/>
                  </a:cubicBezTo>
                  <a:close/>
                  <a:moveTo>
                    <a:pt x="362" y="508"/>
                  </a:moveTo>
                  <a:cubicBezTo>
                    <a:pt x="363" y="507"/>
                    <a:pt x="361" y="510"/>
                    <a:pt x="362" y="508"/>
                  </a:cubicBezTo>
                  <a:close/>
                  <a:moveTo>
                    <a:pt x="362" y="515"/>
                  </a:moveTo>
                  <a:cubicBezTo>
                    <a:pt x="361" y="516"/>
                    <a:pt x="363" y="514"/>
                    <a:pt x="362" y="515"/>
                  </a:cubicBezTo>
                  <a:close/>
                  <a:moveTo>
                    <a:pt x="366" y="501"/>
                  </a:moveTo>
                  <a:cubicBezTo>
                    <a:pt x="366" y="501"/>
                    <a:pt x="366" y="501"/>
                    <a:pt x="366" y="501"/>
                  </a:cubicBezTo>
                  <a:cubicBezTo>
                    <a:pt x="365" y="503"/>
                    <a:pt x="367" y="499"/>
                    <a:pt x="366" y="501"/>
                  </a:cubicBezTo>
                  <a:close/>
                  <a:moveTo>
                    <a:pt x="368" y="619"/>
                  </a:moveTo>
                  <a:cubicBezTo>
                    <a:pt x="367" y="618"/>
                    <a:pt x="369" y="618"/>
                    <a:pt x="369" y="617"/>
                  </a:cubicBezTo>
                  <a:cubicBezTo>
                    <a:pt x="369" y="618"/>
                    <a:pt x="368" y="618"/>
                    <a:pt x="368" y="619"/>
                  </a:cubicBezTo>
                  <a:close/>
                  <a:moveTo>
                    <a:pt x="371" y="614"/>
                  </a:moveTo>
                  <a:cubicBezTo>
                    <a:pt x="371" y="614"/>
                    <a:pt x="372" y="615"/>
                    <a:pt x="372" y="615"/>
                  </a:cubicBezTo>
                  <a:cubicBezTo>
                    <a:pt x="370" y="616"/>
                    <a:pt x="372" y="612"/>
                    <a:pt x="371" y="614"/>
                  </a:cubicBezTo>
                  <a:close/>
                  <a:moveTo>
                    <a:pt x="366" y="619"/>
                  </a:moveTo>
                  <a:cubicBezTo>
                    <a:pt x="367" y="616"/>
                    <a:pt x="370" y="613"/>
                    <a:pt x="372" y="611"/>
                  </a:cubicBezTo>
                  <a:cubicBezTo>
                    <a:pt x="370" y="614"/>
                    <a:pt x="368" y="617"/>
                    <a:pt x="366" y="619"/>
                  </a:cubicBezTo>
                  <a:close/>
                  <a:moveTo>
                    <a:pt x="369" y="581"/>
                  </a:moveTo>
                  <a:cubicBezTo>
                    <a:pt x="369" y="582"/>
                    <a:pt x="368" y="582"/>
                    <a:pt x="367" y="582"/>
                  </a:cubicBezTo>
                  <a:cubicBezTo>
                    <a:pt x="365" y="579"/>
                    <a:pt x="372" y="579"/>
                    <a:pt x="369" y="581"/>
                  </a:cubicBezTo>
                  <a:close/>
                  <a:moveTo>
                    <a:pt x="371" y="586"/>
                  </a:moveTo>
                  <a:cubicBezTo>
                    <a:pt x="371" y="586"/>
                    <a:pt x="370" y="587"/>
                    <a:pt x="370" y="587"/>
                  </a:cubicBezTo>
                  <a:cubicBezTo>
                    <a:pt x="369" y="586"/>
                    <a:pt x="371" y="585"/>
                    <a:pt x="371" y="586"/>
                  </a:cubicBezTo>
                  <a:close/>
                  <a:moveTo>
                    <a:pt x="367" y="558"/>
                  </a:moveTo>
                  <a:cubicBezTo>
                    <a:pt x="368" y="557"/>
                    <a:pt x="365" y="556"/>
                    <a:pt x="366" y="555"/>
                  </a:cubicBezTo>
                  <a:cubicBezTo>
                    <a:pt x="367" y="553"/>
                    <a:pt x="368" y="555"/>
                    <a:pt x="369" y="554"/>
                  </a:cubicBezTo>
                  <a:cubicBezTo>
                    <a:pt x="371" y="552"/>
                    <a:pt x="372" y="548"/>
                    <a:pt x="375" y="546"/>
                  </a:cubicBezTo>
                  <a:cubicBezTo>
                    <a:pt x="373" y="550"/>
                    <a:pt x="370" y="554"/>
                    <a:pt x="367" y="558"/>
                  </a:cubicBezTo>
                  <a:close/>
                  <a:moveTo>
                    <a:pt x="369" y="514"/>
                  </a:moveTo>
                  <a:cubicBezTo>
                    <a:pt x="369" y="514"/>
                    <a:pt x="368" y="514"/>
                    <a:pt x="368" y="514"/>
                  </a:cubicBezTo>
                  <a:cubicBezTo>
                    <a:pt x="366" y="516"/>
                    <a:pt x="369" y="511"/>
                    <a:pt x="369" y="514"/>
                  </a:cubicBezTo>
                  <a:close/>
                  <a:moveTo>
                    <a:pt x="370" y="543"/>
                  </a:moveTo>
                  <a:cubicBezTo>
                    <a:pt x="371" y="544"/>
                    <a:pt x="369" y="545"/>
                    <a:pt x="369" y="545"/>
                  </a:cubicBezTo>
                  <a:cubicBezTo>
                    <a:pt x="366" y="546"/>
                    <a:pt x="368" y="541"/>
                    <a:pt x="370" y="543"/>
                  </a:cubicBezTo>
                  <a:close/>
                  <a:moveTo>
                    <a:pt x="375" y="543"/>
                  </a:moveTo>
                  <a:cubicBezTo>
                    <a:pt x="375" y="544"/>
                    <a:pt x="372" y="545"/>
                    <a:pt x="372" y="543"/>
                  </a:cubicBezTo>
                  <a:cubicBezTo>
                    <a:pt x="372" y="542"/>
                    <a:pt x="374" y="542"/>
                    <a:pt x="375" y="543"/>
                  </a:cubicBezTo>
                  <a:close/>
                  <a:moveTo>
                    <a:pt x="373" y="506"/>
                  </a:moveTo>
                  <a:cubicBezTo>
                    <a:pt x="373" y="505"/>
                    <a:pt x="372" y="507"/>
                    <a:pt x="373" y="506"/>
                  </a:cubicBezTo>
                  <a:close/>
                  <a:moveTo>
                    <a:pt x="377" y="627"/>
                  </a:moveTo>
                  <a:cubicBezTo>
                    <a:pt x="377" y="629"/>
                    <a:pt x="375" y="627"/>
                    <a:pt x="377" y="627"/>
                  </a:cubicBezTo>
                  <a:close/>
                  <a:moveTo>
                    <a:pt x="376" y="607"/>
                  </a:moveTo>
                  <a:cubicBezTo>
                    <a:pt x="376" y="608"/>
                    <a:pt x="375" y="606"/>
                    <a:pt x="376" y="607"/>
                  </a:cubicBezTo>
                  <a:close/>
                  <a:moveTo>
                    <a:pt x="373" y="574"/>
                  </a:moveTo>
                  <a:cubicBezTo>
                    <a:pt x="374" y="573"/>
                    <a:pt x="376" y="572"/>
                    <a:pt x="377" y="572"/>
                  </a:cubicBezTo>
                  <a:cubicBezTo>
                    <a:pt x="376" y="573"/>
                    <a:pt x="375" y="573"/>
                    <a:pt x="373" y="574"/>
                  </a:cubicBezTo>
                  <a:close/>
                  <a:moveTo>
                    <a:pt x="376" y="566"/>
                  </a:moveTo>
                  <a:cubicBezTo>
                    <a:pt x="373" y="566"/>
                    <a:pt x="376" y="562"/>
                    <a:pt x="377" y="564"/>
                  </a:cubicBezTo>
                  <a:cubicBezTo>
                    <a:pt x="377" y="565"/>
                    <a:pt x="376" y="565"/>
                    <a:pt x="376" y="566"/>
                  </a:cubicBezTo>
                  <a:close/>
                  <a:moveTo>
                    <a:pt x="373" y="610"/>
                  </a:moveTo>
                  <a:cubicBezTo>
                    <a:pt x="373" y="609"/>
                    <a:pt x="374" y="608"/>
                    <a:pt x="375" y="607"/>
                  </a:cubicBezTo>
                  <a:cubicBezTo>
                    <a:pt x="376" y="608"/>
                    <a:pt x="374" y="610"/>
                    <a:pt x="373" y="610"/>
                  </a:cubicBezTo>
                  <a:close/>
                  <a:moveTo>
                    <a:pt x="375" y="636"/>
                  </a:moveTo>
                  <a:cubicBezTo>
                    <a:pt x="375" y="635"/>
                    <a:pt x="382" y="634"/>
                    <a:pt x="382" y="637"/>
                  </a:cubicBezTo>
                  <a:cubicBezTo>
                    <a:pt x="382" y="641"/>
                    <a:pt x="373" y="640"/>
                    <a:pt x="375" y="636"/>
                  </a:cubicBezTo>
                  <a:close/>
                  <a:moveTo>
                    <a:pt x="378" y="554"/>
                  </a:moveTo>
                  <a:cubicBezTo>
                    <a:pt x="378" y="555"/>
                    <a:pt x="377" y="553"/>
                    <a:pt x="378" y="554"/>
                  </a:cubicBezTo>
                  <a:close/>
                  <a:moveTo>
                    <a:pt x="378" y="572"/>
                  </a:moveTo>
                  <a:cubicBezTo>
                    <a:pt x="378" y="572"/>
                    <a:pt x="377" y="572"/>
                    <a:pt x="378" y="572"/>
                  </a:cubicBezTo>
                  <a:close/>
                  <a:moveTo>
                    <a:pt x="385" y="570"/>
                  </a:moveTo>
                  <a:cubicBezTo>
                    <a:pt x="384" y="571"/>
                    <a:pt x="382" y="571"/>
                    <a:pt x="380" y="571"/>
                  </a:cubicBezTo>
                  <a:cubicBezTo>
                    <a:pt x="381" y="570"/>
                    <a:pt x="383" y="570"/>
                    <a:pt x="385" y="570"/>
                  </a:cubicBezTo>
                  <a:close/>
                  <a:moveTo>
                    <a:pt x="384" y="504"/>
                  </a:moveTo>
                  <a:cubicBezTo>
                    <a:pt x="385" y="504"/>
                    <a:pt x="384" y="505"/>
                    <a:pt x="384" y="504"/>
                  </a:cubicBezTo>
                  <a:cubicBezTo>
                    <a:pt x="383" y="504"/>
                    <a:pt x="384" y="504"/>
                    <a:pt x="384" y="504"/>
                  </a:cubicBezTo>
                  <a:close/>
                  <a:moveTo>
                    <a:pt x="383" y="466"/>
                  </a:moveTo>
                  <a:cubicBezTo>
                    <a:pt x="381" y="468"/>
                    <a:pt x="379" y="469"/>
                    <a:pt x="377" y="470"/>
                  </a:cubicBezTo>
                  <a:cubicBezTo>
                    <a:pt x="378" y="469"/>
                    <a:pt x="380" y="467"/>
                    <a:pt x="383" y="466"/>
                  </a:cubicBezTo>
                  <a:close/>
                  <a:moveTo>
                    <a:pt x="378" y="425"/>
                  </a:moveTo>
                  <a:cubicBezTo>
                    <a:pt x="378" y="425"/>
                    <a:pt x="378" y="426"/>
                    <a:pt x="378" y="426"/>
                  </a:cubicBezTo>
                  <a:cubicBezTo>
                    <a:pt x="378" y="427"/>
                    <a:pt x="377" y="425"/>
                    <a:pt x="378" y="425"/>
                  </a:cubicBezTo>
                  <a:close/>
                  <a:moveTo>
                    <a:pt x="380" y="453"/>
                  </a:moveTo>
                  <a:cubicBezTo>
                    <a:pt x="381" y="452"/>
                    <a:pt x="381" y="452"/>
                    <a:pt x="382" y="452"/>
                  </a:cubicBezTo>
                  <a:cubicBezTo>
                    <a:pt x="381" y="452"/>
                    <a:pt x="380" y="453"/>
                    <a:pt x="380" y="453"/>
                  </a:cubicBezTo>
                  <a:close/>
                  <a:moveTo>
                    <a:pt x="376" y="394"/>
                  </a:moveTo>
                  <a:cubicBezTo>
                    <a:pt x="377" y="394"/>
                    <a:pt x="381" y="388"/>
                    <a:pt x="384" y="388"/>
                  </a:cubicBezTo>
                  <a:cubicBezTo>
                    <a:pt x="381" y="389"/>
                    <a:pt x="379" y="394"/>
                    <a:pt x="376" y="394"/>
                  </a:cubicBezTo>
                  <a:close/>
                  <a:moveTo>
                    <a:pt x="397" y="460"/>
                  </a:moveTo>
                  <a:cubicBezTo>
                    <a:pt x="394" y="463"/>
                    <a:pt x="387" y="465"/>
                    <a:pt x="383" y="468"/>
                  </a:cubicBezTo>
                  <a:cubicBezTo>
                    <a:pt x="387" y="464"/>
                    <a:pt x="392" y="463"/>
                    <a:pt x="397" y="460"/>
                  </a:cubicBezTo>
                  <a:close/>
                  <a:moveTo>
                    <a:pt x="386" y="182"/>
                  </a:moveTo>
                  <a:cubicBezTo>
                    <a:pt x="386" y="181"/>
                    <a:pt x="388" y="181"/>
                    <a:pt x="388" y="182"/>
                  </a:cubicBezTo>
                  <a:cubicBezTo>
                    <a:pt x="389" y="183"/>
                    <a:pt x="386" y="183"/>
                    <a:pt x="386" y="182"/>
                  </a:cubicBezTo>
                  <a:close/>
                  <a:moveTo>
                    <a:pt x="398" y="418"/>
                  </a:moveTo>
                  <a:cubicBezTo>
                    <a:pt x="398" y="419"/>
                    <a:pt x="396" y="420"/>
                    <a:pt x="396" y="421"/>
                  </a:cubicBezTo>
                  <a:cubicBezTo>
                    <a:pt x="395" y="420"/>
                    <a:pt x="397" y="418"/>
                    <a:pt x="398" y="418"/>
                  </a:cubicBezTo>
                  <a:close/>
                  <a:moveTo>
                    <a:pt x="397" y="371"/>
                  </a:moveTo>
                  <a:cubicBezTo>
                    <a:pt x="395" y="372"/>
                    <a:pt x="398" y="370"/>
                    <a:pt x="397" y="371"/>
                  </a:cubicBezTo>
                  <a:close/>
                  <a:moveTo>
                    <a:pt x="403" y="137"/>
                  </a:moveTo>
                  <a:cubicBezTo>
                    <a:pt x="405" y="139"/>
                    <a:pt x="398" y="141"/>
                    <a:pt x="398" y="140"/>
                  </a:cubicBezTo>
                  <a:cubicBezTo>
                    <a:pt x="397" y="140"/>
                    <a:pt x="401" y="135"/>
                    <a:pt x="403" y="137"/>
                  </a:cubicBezTo>
                  <a:close/>
                  <a:moveTo>
                    <a:pt x="401" y="86"/>
                  </a:moveTo>
                  <a:cubicBezTo>
                    <a:pt x="402" y="84"/>
                    <a:pt x="404" y="89"/>
                    <a:pt x="401" y="88"/>
                  </a:cubicBezTo>
                  <a:cubicBezTo>
                    <a:pt x="400" y="88"/>
                    <a:pt x="400" y="87"/>
                    <a:pt x="401" y="86"/>
                  </a:cubicBezTo>
                  <a:close/>
                  <a:moveTo>
                    <a:pt x="440" y="59"/>
                  </a:moveTo>
                  <a:cubicBezTo>
                    <a:pt x="440" y="60"/>
                    <a:pt x="438" y="61"/>
                    <a:pt x="438" y="60"/>
                  </a:cubicBezTo>
                  <a:cubicBezTo>
                    <a:pt x="437" y="60"/>
                    <a:pt x="440" y="58"/>
                    <a:pt x="440" y="59"/>
                  </a:cubicBezTo>
                  <a:close/>
                  <a:moveTo>
                    <a:pt x="438" y="29"/>
                  </a:moveTo>
                  <a:cubicBezTo>
                    <a:pt x="438" y="28"/>
                    <a:pt x="440" y="29"/>
                    <a:pt x="440" y="29"/>
                  </a:cubicBezTo>
                  <a:cubicBezTo>
                    <a:pt x="441" y="30"/>
                    <a:pt x="438" y="30"/>
                    <a:pt x="438" y="29"/>
                  </a:cubicBezTo>
                  <a:close/>
                  <a:moveTo>
                    <a:pt x="437" y="51"/>
                  </a:moveTo>
                  <a:cubicBezTo>
                    <a:pt x="437" y="51"/>
                    <a:pt x="438" y="50"/>
                    <a:pt x="438" y="51"/>
                  </a:cubicBezTo>
                  <a:cubicBezTo>
                    <a:pt x="439" y="52"/>
                    <a:pt x="437" y="51"/>
                    <a:pt x="437" y="51"/>
                  </a:cubicBezTo>
                  <a:close/>
                  <a:moveTo>
                    <a:pt x="443" y="75"/>
                  </a:moveTo>
                  <a:cubicBezTo>
                    <a:pt x="442" y="77"/>
                    <a:pt x="431" y="76"/>
                    <a:pt x="432" y="75"/>
                  </a:cubicBezTo>
                  <a:cubicBezTo>
                    <a:pt x="432" y="74"/>
                    <a:pt x="440" y="76"/>
                    <a:pt x="443" y="75"/>
                  </a:cubicBezTo>
                  <a:close/>
                  <a:moveTo>
                    <a:pt x="450" y="40"/>
                  </a:moveTo>
                  <a:cubicBezTo>
                    <a:pt x="450" y="40"/>
                    <a:pt x="448" y="39"/>
                    <a:pt x="448" y="39"/>
                  </a:cubicBezTo>
                  <a:cubicBezTo>
                    <a:pt x="448" y="39"/>
                    <a:pt x="450" y="39"/>
                    <a:pt x="450" y="40"/>
                  </a:cubicBezTo>
                  <a:close/>
                  <a:moveTo>
                    <a:pt x="453" y="36"/>
                  </a:moveTo>
                  <a:cubicBezTo>
                    <a:pt x="449" y="39"/>
                    <a:pt x="447" y="36"/>
                    <a:pt x="453" y="36"/>
                  </a:cubicBezTo>
                  <a:close/>
                  <a:moveTo>
                    <a:pt x="446" y="83"/>
                  </a:moveTo>
                  <a:cubicBezTo>
                    <a:pt x="448" y="81"/>
                    <a:pt x="448" y="83"/>
                    <a:pt x="446" y="83"/>
                  </a:cubicBezTo>
                  <a:close/>
                  <a:moveTo>
                    <a:pt x="445" y="112"/>
                  </a:moveTo>
                  <a:cubicBezTo>
                    <a:pt x="446" y="111"/>
                    <a:pt x="446" y="112"/>
                    <a:pt x="447" y="111"/>
                  </a:cubicBezTo>
                  <a:cubicBezTo>
                    <a:pt x="447" y="111"/>
                    <a:pt x="446" y="112"/>
                    <a:pt x="445" y="112"/>
                  </a:cubicBezTo>
                  <a:close/>
                  <a:moveTo>
                    <a:pt x="449" y="53"/>
                  </a:moveTo>
                  <a:cubicBezTo>
                    <a:pt x="449" y="54"/>
                    <a:pt x="449" y="55"/>
                    <a:pt x="448" y="55"/>
                  </a:cubicBezTo>
                  <a:cubicBezTo>
                    <a:pt x="446" y="55"/>
                    <a:pt x="448" y="51"/>
                    <a:pt x="449" y="53"/>
                  </a:cubicBezTo>
                  <a:close/>
                  <a:moveTo>
                    <a:pt x="448" y="50"/>
                  </a:moveTo>
                  <a:cubicBezTo>
                    <a:pt x="447" y="51"/>
                    <a:pt x="446" y="51"/>
                    <a:pt x="445" y="52"/>
                  </a:cubicBezTo>
                  <a:cubicBezTo>
                    <a:pt x="445" y="51"/>
                    <a:pt x="447" y="50"/>
                    <a:pt x="448" y="50"/>
                  </a:cubicBezTo>
                  <a:close/>
                  <a:moveTo>
                    <a:pt x="444" y="51"/>
                  </a:moveTo>
                  <a:cubicBezTo>
                    <a:pt x="444" y="51"/>
                    <a:pt x="445" y="50"/>
                    <a:pt x="445" y="51"/>
                  </a:cubicBezTo>
                  <a:cubicBezTo>
                    <a:pt x="445" y="51"/>
                    <a:pt x="444" y="52"/>
                    <a:pt x="444" y="51"/>
                  </a:cubicBezTo>
                  <a:close/>
                  <a:moveTo>
                    <a:pt x="444" y="112"/>
                  </a:moveTo>
                  <a:cubicBezTo>
                    <a:pt x="444" y="112"/>
                    <a:pt x="445" y="112"/>
                    <a:pt x="445" y="112"/>
                  </a:cubicBezTo>
                  <a:cubicBezTo>
                    <a:pt x="445" y="114"/>
                    <a:pt x="442" y="111"/>
                    <a:pt x="444" y="112"/>
                  </a:cubicBezTo>
                  <a:close/>
                  <a:moveTo>
                    <a:pt x="443" y="52"/>
                  </a:moveTo>
                  <a:cubicBezTo>
                    <a:pt x="445" y="51"/>
                    <a:pt x="441" y="52"/>
                    <a:pt x="443" y="52"/>
                  </a:cubicBezTo>
                  <a:close/>
                  <a:moveTo>
                    <a:pt x="445" y="115"/>
                  </a:moveTo>
                  <a:cubicBezTo>
                    <a:pt x="453" y="112"/>
                    <a:pt x="454" y="123"/>
                    <a:pt x="446" y="122"/>
                  </a:cubicBezTo>
                  <a:cubicBezTo>
                    <a:pt x="445" y="122"/>
                    <a:pt x="442" y="121"/>
                    <a:pt x="442" y="118"/>
                  </a:cubicBezTo>
                  <a:cubicBezTo>
                    <a:pt x="443" y="119"/>
                    <a:pt x="444" y="116"/>
                    <a:pt x="445" y="115"/>
                  </a:cubicBezTo>
                  <a:close/>
                  <a:moveTo>
                    <a:pt x="450" y="112"/>
                  </a:moveTo>
                  <a:cubicBezTo>
                    <a:pt x="451" y="113"/>
                    <a:pt x="449" y="113"/>
                    <a:pt x="449" y="113"/>
                  </a:cubicBezTo>
                  <a:cubicBezTo>
                    <a:pt x="449" y="113"/>
                    <a:pt x="449" y="112"/>
                    <a:pt x="450" y="112"/>
                  </a:cubicBezTo>
                  <a:close/>
                  <a:moveTo>
                    <a:pt x="456" y="102"/>
                  </a:moveTo>
                  <a:cubicBezTo>
                    <a:pt x="456" y="104"/>
                    <a:pt x="453" y="105"/>
                    <a:pt x="452" y="103"/>
                  </a:cubicBezTo>
                  <a:cubicBezTo>
                    <a:pt x="450" y="102"/>
                    <a:pt x="456" y="100"/>
                    <a:pt x="456" y="102"/>
                  </a:cubicBezTo>
                  <a:close/>
                  <a:moveTo>
                    <a:pt x="452" y="90"/>
                  </a:moveTo>
                  <a:cubicBezTo>
                    <a:pt x="452" y="89"/>
                    <a:pt x="454" y="89"/>
                    <a:pt x="454" y="89"/>
                  </a:cubicBezTo>
                  <a:cubicBezTo>
                    <a:pt x="455" y="90"/>
                    <a:pt x="453" y="91"/>
                    <a:pt x="452" y="90"/>
                  </a:cubicBezTo>
                  <a:close/>
                  <a:moveTo>
                    <a:pt x="454" y="91"/>
                  </a:moveTo>
                  <a:cubicBezTo>
                    <a:pt x="455" y="89"/>
                    <a:pt x="456" y="92"/>
                    <a:pt x="454" y="91"/>
                  </a:cubicBezTo>
                  <a:close/>
                  <a:moveTo>
                    <a:pt x="456" y="169"/>
                  </a:moveTo>
                  <a:cubicBezTo>
                    <a:pt x="461" y="172"/>
                    <a:pt x="453" y="179"/>
                    <a:pt x="448" y="175"/>
                  </a:cubicBezTo>
                  <a:cubicBezTo>
                    <a:pt x="450" y="175"/>
                    <a:pt x="449" y="174"/>
                    <a:pt x="447" y="173"/>
                  </a:cubicBezTo>
                  <a:cubicBezTo>
                    <a:pt x="448" y="170"/>
                    <a:pt x="452" y="167"/>
                    <a:pt x="456" y="169"/>
                  </a:cubicBezTo>
                  <a:close/>
                  <a:moveTo>
                    <a:pt x="461" y="136"/>
                  </a:moveTo>
                  <a:cubicBezTo>
                    <a:pt x="465" y="134"/>
                    <a:pt x="460" y="140"/>
                    <a:pt x="457" y="139"/>
                  </a:cubicBezTo>
                  <a:cubicBezTo>
                    <a:pt x="458" y="138"/>
                    <a:pt x="460" y="136"/>
                    <a:pt x="461" y="136"/>
                  </a:cubicBezTo>
                  <a:close/>
                  <a:moveTo>
                    <a:pt x="459" y="124"/>
                  </a:moveTo>
                  <a:cubicBezTo>
                    <a:pt x="458" y="124"/>
                    <a:pt x="460" y="124"/>
                    <a:pt x="459" y="124"/>
                  </a:cubicBezTo>
                  <a:close/>
                  <a:moveTo>
                    <a:pt x="463" y="74"/>
                  </a:moveTo>
                  <a:cubicBezTo>
                    <a:pt x="462" y="74"/>
                    <a:pt x="463" y="73"/>
                    <a:pt x="464" y="74"/>
                  </a:cubicBezTo>
                  <a:cubicBezTo>
                    <a:pt x="464" y="74"/>
                    <a:pt x="463" y="75"/>
                    <a:pt x="463" y="74"/>
                  </a:cubicBezTo>
                  <a:close/>
                  <a:moveTo>
                    <a:pt x="463" y="76"/>
                  </a:moveTo>
                  <a:cubicBezTo>
                    <a:pt x="464" y="74"/>
                    <a:pt x="465" y="76"/>
                    <a:pt x="463" y="76"/>
                  </a:cubicBezTo>
                  <a:close/>
                  <a:moveTo>
                    <a:pt x="464" y="82"/>
                  </a:moveTo>
                  <a:cubicBezTo>
                    <a:pt x="464" y="84"/>
                    <a:pt x="459" y="84"/>
                    <a:pt x="460" y="81"/>
                  </a:cubicBezTo>
                  <a:cubicBezTo>
                    <a:pt x="460" y="80"/>
                    <a:pt x="464" y="81"/>
                    <a:pt x="464" y="82"/>
                  </a:cubicBezTo>
                  <a:close/>
                  <a:moveTo>
                    <a:pt x="462" y="133"/>
                  </a:moveTo>
                  <a:cubicBezTo>
                    <a:pt x="463" y="134"/>
                    <a:pt x="461" y="135"/>
                    <a:pt x="461" y="135"/>
                  </a:cubicBezTo>
                  <a:cubicBezTo>
                    <a:pt x="460" y="134"/>
                    <a:pt x="462" y="133"/>
                    <a:pt x="462" y="133"/>
                  </a:cubicBezTo>
                  <a:close/>
                  <a:moveTo>
                    <a:pt x="460" y="102"/>
                  </a:moveTo>
                  <a:cubicBezTo>
                    <a:pt x="460" y="102"/>
                    <a:pt x="461" y="102"/>
                    <a:pt x="461" y="102"/>
                  </a:cubicBezTo>
                  <a:cubicBezTo>
                    <a:pt x="463" y="99"/>
                    <a:pt x="462" y="103"/>
                    <a:pt x="460" y="102"/>
                  </a:cubicBezTo>
                  <a:close/>
                  <a:moveTo>
                    <a:pt x="460" y="130"/>
                  </a:moveTo>
                  <a:cubicBezTo>
                    <a:pt x="460" y="130"/>
                    <a:pt x="460" y="131"/>
                    <a:pt x="460" y="131"/>
                  </a:cubicBezTo>
                  <a:cubicBezTo>
                    <a:pt x="459" y="131"/>
                    <a:pt x="460" y="130"/>
                    <a:pt x="460" y="130"/>
                  </a:cubicBezTo>
                  <a:close/>
                  <a:moveTo>
                    <a:pt x="466" y="137"/>
                  </a:moveTo>
                  <a:cubicBezTo>
                    <a:pt x="466" y="138"/>
                    <a:pt x="464" y="138"/>
                    <a:pt x="464" y="138"/>
                  </a:cubicBezTo>
                  <a:cubicBezTo>
                    <a:pt x="464" y="137"/>
                    <a:pt x="466" y="136"/>
                    <a:pt x="466" y="137"/>
                  </a:cubicBezTo>
                  <a:close/>
                  <a:moveTo>
                    <a:pt x="465" y="123"/>
                  </a:moveTo>
                  <a:cubicBezTo>
                    <a:pt x="467" y="122"/>
                    <a:pt x="467" y="123"/>
                    <a:pt x="465" y="123"/>
                  </a:cubicBezTo>
                  <a:close/>
                  <a:moveTo>
                    <a:pt x="469" y="145"/>
                  </a:moveTo>
                  <a:cubicBezTo>
                    <a:pt x="469" y="145"/>
                    <a:pt x="468" y="147"/>
                    <a:pt x="468" y="147"/>
                  </a:cubicBezTo>
                  <a:cubicBezTo>
                    <a:pt x="467" y="148"/>
                    <a:pt x="467" y="149"/>
                    <a:pt x="465" y="148"/>
                  </a:cubicBezTo>
                  <a:cubicBezTo>
                    <a:pt x="465" y="148"/>
                    <a:pt x="465" y="147"/>
                    <a:pt x="465" y="147"/>
                  </a:cubicBezTo>
                  <a:cubicBezTo>
                    <a:pt x="465" y="147"/>
                    <a:pt x="462" y="146"/>
                    <a:pt x="462" y="145"/>
                  </a:cubicBezTo>
                  <a:cubicBezTo>
                    <a:pt x="462" y="142"/>
                    <a:pt x="469" y="144"/>
                    <a:pt x="469" y="145"/>
                  </a:cubicBezTo>
                  <a:close/>
                  <a:moveTo>
                    <a:pt x="476" y="189"/>
                  </a:moveTo>
                  <a:cubicBezTo>
                    <a:pt x="475" y="192"/>
                    <a:pt x="472" y="193"/>
                    <a:pt x="470" y="195"/>
                  </a:cubicBezTo>
                  <a:cubicBezTo>
                    <a:pt x="471" y="193"/>
                    <a:pt x="474" y="191"/>
                    <a:pt x="476" y="189"/>
                  </a:cubicBezTo>
                  <a:close/>
                  <a:moveTo>
                    <a:pt x="474" y="164"/>
                  </a:moveTo>
                  <a:cubicBezTo>
                    <a:pt x="476" y="162"/>
                    <a:pt x="475" y="166"/>
                    <a:pt x="473" y="165"/>
                  </a:cubicBezTo>
                  <a:cubicBezTo>
                    <a:pt x="473" y="165"/>
                    <a:pt x="474" y="164"/>
                    <a:pt x="474" y="164"/>
                  </a:cubicBezTo>
                  <a:close/>
                  <a:moveTo>
                    <a:pt x="478" y="618"/>
                  </a:moveTo>
                  <a:cubicBezTo>
                    <a:pt x="478" y="617"/>
                    <a:pt x="481" y="616"/>
                    <a:pt x="482" y="618"/>
                  </a:cubicBezTo>
                  <a:cubicBezTo>
                    <a:pt x="483" y="621"/>
                    <a:pt x="477" y="622"/>
                    <a:pt x="478" y="618"/>
                  </a:cubicBezTo>
                  <a:close/>
                  <a:moveTo>
                    <a:pt x="479" y="669"/>
                  </a:moveTo>
                  <a:cubicBezTo>
                    <a:pt x="479" y="669"/>
                    <a:pt x="477" y="670"/>
                    <a:pt x="477" y="669"/>
                  </a:cubicBezTo>
                  <a:cubicBezTo>
                    <a:pt x="476" y="667"/>
                    <a:pt x="479" y="668"/>
                    <a:pt x="479" y="669"/>
                  </a:cubicBezTo>
                  <a:close/>
                  <a:moveTo>
                    <a:pt x="477" y="598"/>
                  </a:moveTo>
                  <a:cubicBezTo>
                    <a:pt x="477" y="597"/>
                    <a:pt x="480" y="596"/>
                    <a:pt x="481" y="594"/>
                  </a:cubicBezTo>
                  <a:cubicBezTo>
                    <a:pt x="481" y="596"/>
                    <a:pt x="478" y="597"/>
                    <a:pt x="477" y="598"/>
                  </a:cubicBezTo>
                  <a:close/>
                  <a:moveTo>
                    <a:pt x="478" y="310"/>
                  </a:moveTo>
                  <a:cubicBezTo>
                    <a:pt x="480" y="308"/>
                    <a:pt x="480" y="313"/>
                    <a:pt x="478" y="312"/>
                  </a:cubicBezTo>
                  <a:cubicBezTo>
                    <a:pt x="477" y="311"/>
                    <a:pt x="478" y="310"/>
                    <a:pt x="478" y="310"/>
                  </a:cubicBezTo>
                  <a:close/>
                  <a:moveTo>
                    <a:pt x="478" y="226"/>
                  </a:moveTo>
                  <a:cubicBezTo>
                    <a:pt x="479" y="224"/>
                    <a:pt x="480" y="227"/>
                    <a:pt x="478" y="227"/>
                  </a:cubicBezTo>
                  <a:cubicBezTo>
                    <a:pt x="478" y="226"/>
                    <a:pt x="478" y="226"/>
                    <a:pt x="478" y="226"/>
                  </a:cubicBezTo>
                  <a:close/>
                  <a:moveTo>
                    <a:pt x="476" y="210"/>
                  </a:moveTo>
                  <a:cubicBezTo>
                    <a:pt x="475" y="208"/>
                    <a:pt x="480" y="205"/>
                    <a:pt x="480" y="209"/>
                  </a:cubicBezTo>
                  <a:cubicBezTo>
                    <a:pt x="481" y="210"/>
                    <a:pt x="476" y="211"/>
                    <a:pt x="476" y="210"/>
                  </a:cubicBezTo>
                  <a:close/>
                  <a:moveTo>
                    <a:pt x="473" y="217"/>
                  </a:moveTo>
                  <a:cubicBezTo>
                    <a:pt x="472" y="219"/>
                    <a:pt x="467" y="225"/>
                    <a:pt x="465" y="226"/>
                  </a:cubicBezTo>
                  <a:cubicBezTo>
                    <a:pt x="462" y="227"/>
                    <a:pt x="466" y="224"/>
                    <a:pt x="467" y="223"/>
                  </a:cubicBezTo>
                  <a:cubicBezTo>
                    <a:pt x="469" y="222"/>
                    <a:pt x="471" y="218"/>
                    <a:pt x="472" y="215"/>
                  </a:cubicBezTo>
                  <a:cubicBezTo>
                    <a:pt x="472" y="216"/>
                    <a:pt x="472" y="216"/>
                    <a:pt x="472" y="215"/>
                  </a:cubicBezTo>
                  <a:cubicBezTo>
                    <a:pt x="472" y="215"/>
                    <a:pt x="472" y="215"/>
                    <a:pt x="473" y="215"/>
                  </a:cubicBezTo>
                  <a:cubicBezTo>
                    <a:pt x="473" y="215"/>
                    <a:pt x="473" y="215"/>
                    <a:pt x="473" y="215"/>
                  </a:cubicBezTo>
                  <a:cubicBezTo>
                    <a:pt x="474" y="214"/>
                    <a:pt x="474" y="213"/>
                    <a:pt x="475" y="212"/>
                  </a:cubicBezTo>
                  <a:cubicBezTo>
                    <a:pt x="475" y="212"/>
                    <a:pt x="476" y="213"/>
                    <a:pt x="476" y="213"/>
                  </a:cubicBezTo>
                  <a:cubicBezTo>
                    <a:pt x="476" y="213"/>
                    <a:pt x="474" y="215"/>
                    <a:pt x="473" y="217"/>
                  </a:cubicBezTo>
                  <a:close/>
                  <a:moveTo>
                    <a:pt x="475" y="228"/>
                  </a:moveTo>
                  <a:cubicBezTo>
                    <a:pt x="474" y="227"/>
                    <a:pt x="475" y="227"/>
                    <a:pt x="475" y="227"/>
                  </a:cubicBezTo>
                  <a:cubicBezTo>
                    <a:pt x="476" y="227"/>
                    <a:pt x="475" y="229"/>
                    <a:pt x="475" y="228"/>
                  </a:cubicBezTo>
                  <a:close/>
                  <a:moveTo>
                    <a:pt x="473" y="638"/>
                  </a:moveTo>
                  <a:cubicBezTo>
                    <a:pt x="473" y="638"/>
                    <a:pt x="474" y="637"/>
                    <a:pt x="474" y="638"/>
                  </a:cubicBezTo>
                  <a:cubicBezTo>
                    <a:pt x="475" y="639"/>
                    <a:pt x="472" y="640"/>
                    <a:pt x="473" y="638"/>
                  </a:cubicBezTo>
                  <a:close/>
                  <a:moveTo>
                    <a:pt x="471" y="623"/>
                  </a:moveTo>
                  <a:cubicBezTo>
                    <a:pt x="471" y="622"/>
                    <a:pt x="473" y="622"/>
                    <a:pt x="473" y="623"/>
                  </a:cubicBezTo>
                  <a:cubicBezTo>
                    <a:pt x="473" y="624"/>
                    <a:pt x="471" y="624"/>
                    <a:pt x="471" y="623"/>
                  </a:cubicBezTo>
                  <a:close/>
                  <a:moveTo>
                    <a:pt x="469" y="613"/>
                  </a:moveTo>
                  <a:cubicBezTo>
                    <a:pt x="465" y="614"/>
                    <a:pt x="462" y="616"/>
                    <a:pt x="459" y="615"/>
                  </a:cubicBezTo>
                  <a:cubicBezTo>
                    <a:pt x="460" y="612"/>
                    <a:pt x="468" y="613"/>
                    <a:pt x="470" y="613"/>
                  </a:cubicBezTo>
                  <a:cubicBezTo>
                    <a:pt x="471" y="613"/>
                    <a:pt x="476" y="611"/>
                    <a:pt x="475" y="613"/>
                  </a:cubicBezTo>
                  <a:cubicBezTo>
                    <a:pt x="474" y="614"/>
                    <a:pt x="469" y="613"/>
                    <a:pt x="469" y="613"/>
                  </a:cubicBezTo>
                  <a:close/>
                  <a:moveTo>
                    <a:pt x="470" y="623"/>
                  </a:moveTo>
                  <a:cubicBezTo>
                    <a:pt x="470" y="623"/>
                    <a:pt x="469" y="623"/>
                    <a:pt x="469" y="623"/>
                  </a:cubicBezTo>
                  <a:cubicBezTo>
                    <a:pt x="469" y="623"/>
                    <a:pt x="470" y="622"/>
                    <a:pt x="470" y="623"/>
                  </a:cubicBezTo>
                  <a:close/>
                  <a:moveTo>
                    <a:pt x="467" y="625"/>
                  </a:moveTo>
                  <a:cubicBezTo>
                    <a:pt x="467" y="625"/>
                    <a:pt x="467" y="624"/>
                    <a:pt x="468" y="624"/>
                  </a:cubicBezTo>
                  <a:cubicBezTo>
                    <a:pt x="468" y="624"/>
                    <a:pt x="467" y="625"/>
                    <a:pt x="467" y="625"/>
                  </a:cubicBezTo>
                  <a:close/>
                  <a:moveTo>
                    <a:pt x="465" y="683"/>
                  </a:moveTo>
                  <a:cubicBezTo>
                    <a:pt x="465" y="682"/>
                    <a:pt x="469" y="682"/>
                    <a:pt x="469" y="684"/>
                  </a:cubicBezTo>
                  <a:cubicBezTo>
                    <a:pt x="469" y="686"/>
                    <a:pt x="464" y="686"/>
                    <a:pt x="465" y="683"/>
                  </a:cubicBezTo>
                  <a:close/>
                  <a:moveTo>
                    <a:pt x="468" y="686"/>
                  </a:moveTo>
                  <a:cubicBezTo>
                    <a:pt x="467" y="688"/>
                    <a:pt x="465" y="686"/>
                    <a:pt x="468" y="686"/>
                  </a:cubicBezTo>
                  <a:close/>
                  <a:moveTo>
                    <a:pt x="465" y="727"/>
                  </a:moveTo>
                  <a:cubicBezTo>
                    <a:pt x="464" y="728"/>
                    <a:pt x="464" y="727"/>
                    <a:pt x="464" y="727"/>
                  </a:cubicBezTo>
                  <a:cubicBezTo>
                    <a:pt x="464" y="727"/>
                    <a:pt x="466" y="727"/>
                    <a:pt x="465" y="727"/>
                  </a:cubicBezTo>
                  <a:close/>
                  <a:moveTo>
                    <a:pt x="459" y="730"/>
                  </a:moveTo>
                  <a:cubicBezTo>
                    <a:pt x="460" y="729"/>
                    <a:pt x="461" y="729"/>
                    <a:pt x="463" y="729"/>
                  </a:cubicBezTo>
                  <a:cubicBezTo>
                    <a:pt x="461" y="729"/>
                    <a:pt x="460" y="730"/>
                    <a:pt x="459" y="730"/>
                  </a:cubicBezTo>
                  <a:close/>
                  <a:moveTo>
                    <a:pt x="462" y="732"/>
                  </a:moveTo>
                  <a:cubicBezTo>
                    <a:pt x="461" y="733"/>
                    <a:pt x="460" y="733"/>
                    <a:pt x="459" y="733"/>
                  </a:cubicBezTo>
                  <a:cubicBezTo>
                    <a:pt x="459" y="732"/>
                    <a:pt x="461" y="732"/>
                    <a:pt x="462" y="732"/>
                  </a:cubicBezTo>
                  <a:close/>
                  <a:moveTo>
                    <a:pt x="459" y="679"/>
                  </a:moveTo>
                  <a:cubicBezTo>
                    <a:pt x="459" y="679"/>
                    <a:pt x="462" y="677"/>
                    <a:pt x="463" y="678"/>
                  </a:cubicBezTo>
                  <a:cubicBezTo>
                    <a:pt x="462" y="679"/>
                    <a:pt x="460" y="679"/>
                    <a:pt x="459" y="679"/>
                  </a:cubicBezTo>
                  <a:close/>
                  <a:moveTo>
                    <a:pt x="457" y="618"/>
                  </a:moveTo>
                  <a:cubicBezTo>
                    <a:pt x="457" y="618"/>
                    <a:pt x="456" y="618"/>
                    <a:pt x="456" y="618"/>
                  </a:cubicBezTo>
                  <a:cubicBezTo>
                    <a:pt x="454" y="616"/>
                    <a:pt x="460" y="616"/>
                    <a:pt x="457" y="618"/>
                  </a:cubicBezTo>
                  <a:close/>
                  <a:moveTo>
                    <a:pt x="457" y="670"/>
                  </a:moveTo>
                  <a:cubicBezTo>
                    <a:pt x="457" y="670"/>
                    <a:pt x="457" y="670"/>
                    <a:pt x="456" y="670"/>
                  </a:cubicBezTo>
                  <a:cubicBezTo>
                    <a:pt x="456" y="669"/>
                    <a:pt x="458" y="670"/>
                    <a:pt x="457" y="670"/>
                  </a:cubicBezTo>
                  <a:close/>
                  <a:moveTo>
                    <a:pt x="440" y="664"/>
                  </a:moveTo>
                  <a:cubicBezTo>
                    <a:pt x="436" y="659"/>
                    <a:pt x="445" y="655"/>
                    <a:pt x="449" y="659"/>
                  </a:cubicBezTo>
                  <a:cubicBezTo>
                    <a:pt x="448" y="660"/>
                    <a:pt x="448" y="661"/>
                    <a:pt x="449" y="661"/>
                  </a:cubicBezTo>
                  <a:cubicBezTo>
                    <a:pt x="448" y="664"/>
                    <a:pt x="443" y="666"/>
                    <a:pt x="440" y="664"/>
                  </a:cubicBezTo>
                  <a:close/>
                  <a:moveTo>
                    <a:pt x="447" y="703"/>
                  </a:moveTo>
                  <a:cubicBezTo>
                    <a:pt x="447" y="703"/>
                    <a:pt x="445" y="703"/>
                    <a:pt x="445" y="703"/>
                  </a:cubicBezTo>
                  <a:cubicBezTo>
                    <a:pt x="444" y="702"/>
                    <a:pt x="447" y="702"/>
                    <a:pt x="447" y="703"/>
                  </a:cubicBezTo>
                  <a:close/>
                  <a:moveTo>
                    <a:pt x="435" y="744"/>
                  </a:moveTo>
                  <a:cubicBezTo>
                    <a:pt x="435" y="743"/>
                    <a:pt x="435" y="743"/>
                    <a:pt x="436" y="742"/>
                  </a:cubicBezTo>
                  <a:cubicBezTo>
                    <a:pt x="436" y="739"/>
                    <a:pt x="440" y="739"/>
                    <a:pt x="441" y="741"/>
                  </a:cubicBezTo>
                  <a:cubicBezTo>
                    <a:pt x="441" y="741"/>
                    <a:pt x="441" y="741"/>
                    <a:pt x="441" y="741"/>
                  </a:cubicBezTo>
                  <a:cubicBezTo>
                    <a:pt x="441" y="741"/>
                    <a:pt x="441" y="741"/>
                    <a:pt x="442" y="741"/>
                  </a:cubicBezTo>
                  <a:cubicBezTo>
                    <a:pt x="445" y="742"/>
                    <a:pt x="439" y="750"/>
                    <a:pt x="435" y="744"/>
                  </a:cubicBezTo>
                  <a:close/>
                  <a:moveTo>
                    <a:pt x="437" y="748"/>
                  </a:moveTo>
                  <a:cubicBezTo>
                    <a:pt x="436" y="747"/>
                    <a:pt x="438" y="748"/>
                    <a:pt x="437" y="748"/>
                  </a:cubicBezTo>
                  <a:close/>
                  <a:moveTo>
                    <a:pt x="415" y="747"/>
                  </a:moveTo>
                  <a:cubicBezTo>
                    <a:pt x="415" y="748"/>
                    <a:pt x="411" y="747"/>
                    <a:pt x="411" y="746"/>
                  </a:cubicBezTo>
                  <a:cubicBezTo>
                    <a:pt x="412" y="744"/>
                    <a:pt x="417" y="745"/>
                    <a:pt x="415" y="747"/>
                  </a:cubicBezTo>
                  <a:close/>
                  <a:moveTo>
                    <a:pt x="412" y="734"/>
                  </a:moveTo>
                  <a:cubicBezTo>
                    <a:pt x="413" y="733"/>
                    <a:pt x="413" y="735"/>
                    <a:pt x="412" y="734"/>
                  </a:cubicBezTo>
                  <a:close/>
                  <a:moveTo>
                    <a:pt x="409" y="732"/>
                  </a:moveTo>
                  <a:cubicBezTo>
                    <a:pt x="407" y="731"/>
                    <a:pt x="406" y="729"/>
                    <a:pt x="409" y="727"/>
                  </a:cubicBezTo>
                  <a:cubicBezTo>
                    <a:pt x="410" y="726"/>
                    <a:pt x="412" y="726"/>
                    <a:pt x="413" y="727"/>
                  </a:cubicBezTo>
                  <a:cubicBezTo>
                    <a:pt x="415" y="727"/>
                    <a:pt x="417" y="727"/>
                    <a:pt x="417" y="727"/>
                  </a:cubicBezTo>
                  <a:cubicBezTo>
                    <a:pt x="417" y="727"/>
                    <a:pt x="416" y="728"/>
                    <a:pt x="416" y="728"/>
                  </a:cubicBezTo>
                  <a:cubicBezTo>
                    <a:pt x="416" y="728"/>
                    <a:pt x="417" y="728"/>
                    <a:pt x="417" y="728"/>
                  </a:cubicBezTo>
                  <a:cubicBezTo>
                    <a:pt x="417" y="728"/>
                    <a:pt x="417" y="728"/>
                    <a:pt x="417" y="728"/>
                  </a:cubicBezTo>
                  <a:cubicBezTo>
                    <a:pt x="418" y="730"/>
                    <a:pt x="411" y="733"/>
                    <a:pt x="409" y="732"/>
                  </a:cubicBezTo>
                  <a:close/>
                  <a:moveTo>
                    <a:pt x="411" y="754"/>
                  </a:moveTo>
                  <a:cubicBezTo>
                    <a:pt x="411" y="755"/>
                    <a:pt x="410" y="754"/>
                    <a:pt x="409" y="754"/>
                  </a:cubicBezTo>
                  <a:cubicBezTo>
                    <a:pt x="409" y="753"/>
                    <a:pt x="411" y="753"/>
                    <a:pt x="411" y="754"/>
                  </a:cubicBezTo>
                  <a:close/>
                  <a:moveTo>
                    <a:pt x="411" y="752"/>
                  </a:moveTo>
                  <a:cubicBezTo>
                    <a:pt x="409" y="753"/>
                    <a:pt x="409" y="751"/>
                    <a:pt x="411" y="752"/>
                  </a:cubicBezTo>
                  <a:close/>
                  <a:moveTo>
                    <a:pt x="408" y="748"/>
                  </a:moveTo>
                  <a:cubicBezTo>
                    <a:pt x="408" y="749"/>
                    <a:pt x="407" y="748"/>
                    <a:pt x="407" y="747"/>
                  </a:cubicBezTo>
                  <a:cubicBezTo>
                    <a:pt x="407" y="746"/>
                    <a:pt x="409" y="747"/>
                    <a:pt x="408" y="748"/>
                  </a:cubicBezTo>
                  <a:close/>
                  <a:moveTo>
                    <a:pt x="408" y="709"/>
                  </a:moveTo>
                  <a:cubicBezTo>
                    <a:pt x="409" y="709"/>
                    <a:pt x="408" y="710"/>
                    <a:pt x="408" y="710"/>
                  </a:cubicBezTo>
                  <a:cubicBezTo>
                    <a:pt x="407" y="709"/>
                    <a:pt x="408" y="709"/>
                    <a:pt x="408" y="709"/>
                  </a:cubicBezTo>
                  <a:close/>
                  <a:moveTo>
                    <a:pt x="412" y="720"/>
                  </a:moveTo>
                  <a:cubicBezTo>
                    <a:pt x="413" y="721"/>
                    <a:pt x="412" y="722"/>
                    <a:pt x="411" y="721"/>
                  </a:cubicBezTo>
                  <a:cubicBezTo>
                    <a:pt x="411" y="721"/>
                    <a:pt x="412" y="720"/>
                    <a:pt x="412" y="720"/>
                  </a:cubicBezTo>
                  <a:close/>
                  <a:moveTo>
                    <a:pt x="412" y="701"/>
                  </a:moveTo>
                  <a:cubicBezTo>
                    <a:pt x="413" y="700"/>
                    <a:pt x="415" y="699"/>
                    <a:pt x="417" y="700"/>
                  </a:cubicBezTo>
                  <a:cubicBezTo>
                    <a:pt x="417" y="699"/>
                    <a:pt x="416" y="699"/>
                    <a:pt x="417" y="698"/>
                  </a:cubicBezTo>
                  <a:cubicBezTo>
                    <a:pt x="417" y="697"/>
                    <a:pt x="420" y="698"/>
                    <a:pt x="420" y="698"/>
                  </a:cubicBezTo>
                  <a:cubicBezTo>
                    <a:pt x="420" y="699"/>
                    <a:pt x="419" y="700"/>
                    <a:pt x="418" y="700"/>
                  </a:cubicBezTo>
                  <a:cubicBezTo>
                    <a:pt x="418" y="700"/>
                    <a:pt x="418" y="700"/>
                    <a:pt x="418" y="700"/>
                  </a:cubicBezTo>
                  <a:cubicBezTo>
                    <a:pt x="416" y="701"/>
                    <a:pt x="414" y="700"/>
                    <a:pt x="412" y="701"/>
                  </a:cubicBezTo>
                  <a:close/>
                  <a:moveTo>
                    <a:pt x="419" y="727"/>
                  </a:moveTo>
                  <a:cubicBezTo>
                    <a:pt x="420" y="728"/>
                    <a:pt x="419" y="728"/>
                    <a:pt x="419" y="728"/>
                  </a:cubicBezTo>
                  <a:cubicBezTo>
                    <a:pt x="416" y="729"/>
                    <a:pt x="418" y="726"/>
                    <a:pt x="419" y="727"/>
                  </a:cubicBezTo>
                  <a:close/>
                  <a:moveTo>
                    <a:pt x="420" y="706"/>
                  </a:moveTo>
                  <a:cubicBezTo>
                    <a:pt x="418" y="707"/>
                    <a:pt x="419" y="705"/>
                    <a:pt x="420" y="706"/>
                  </a:cubicBezTo>
                  <a:close/>
                  <a:moveTo>
                    <a:pt x="415" y="681"/>
                  </a:moveTo>
                  <a:cubicBezTo>
                    <a:pt x="418" y="679"/>
                    <a:pt x="422" y="679"/>
                    <a:pt x="425" y="679"/>
                  </a:cubicBezTo>
                  <a:cubicBezTo>
                    <a:pt x="422" y="681"/>
                    <a:pt x="419" y="680"/>
                    <a:pt x="415" y="681"/>
                  </a:cubicBezTo>
                  <a:close/>
                  <a:moveTo>
                    <a:pt x="414" y="562"/>
                  </a:moveTo>
                  <a:cubicBezTo>
                    <a:pt x="412" y="562"/>
                    <a:pt x="415" y="560"/>
                    <a:pt x="414" y="562"/>
                  </a:cubicBezTo>
                  <a:cubicBezTo>
                    <a:pt x="414" y="562"/>
                    <a:pt x="414" y="562"/>
                    <a:pt x="414" y="562"/>
                  </a:cubicBezTo>
                  <a:close/>
                  <a:moveTo>
                    <a:pt x="413" y="170"/>
                  </a:moveTo>
                  <a:cubicBezTo>
                    <a:pt x="413" y="168"/>
                    <a:pt x="418" y="167"/>
                    <a:pt x="419" y="169"/>
                  </a:cubicBezTo>
                  <a:cubicBezTo>
                    <a:pt x="420" y="173"/>
                    <a:pt x="413" y="172"/>
                    <a:pt x="413" y="170"/>
                  </a:cubicBezTo>
                  <a:close/>
                  <a:moveTo>
                    <a:pt x="416" y="113"/>
                  </a:moveTo>
                  <a:cubicBezTo>
                    <a:pt x="417" y="112"/>
                    <a:pt x="418" y="113"/>
                    <a:pt x="417" y="113"/>
                  </a:cubicBezTo>
                  <a:cubicBezTo>
                    <a:pt x="417" y="114"/>
                    <a:pt x="416" y="114"/>
                    <a:pt x="416" y="113"/>
                  </a:cubicBezTo>
                  <a:close/>
                  <a:moveTo>
                    <a:pt x="414" y="113"/>
                  </a:moveTo>
                  <a:cubicBezTo>
                    <a:pt x="414" y="112"/>
                    <a:pt x="416" y="111"/>
                    <a:pt x="417" y="111"/>
                  </a:cubicBezTo>
                  <a:cubicBezTo>
                    <a:pt x="416" y="112"/>
                    <a:pt x="415" y="112"/>
                    <a:pt x="414" y="113"/>
                  </a:cubicBezTo>
                  <a:close/>
                  <a:moveTo>
                    <a:pt x="420" y="274"/>
                  </a:moveTo>
                  <a:cubicBezTo>
                    <a:pt x="421" y="276"/>
                    <a:pt x="418" y="277"/>
                    <a:pt x="417" y="278"/>
                  </a:cubicBezTo>
                  <a:cubicBezTo>
                    <a:pt x="417" y="277"/>
                    <a:pt x="419" y="276"/>
                    <a:pt x="420" y="274"/>
                  </a:cubicBezTo>
                  <a:close/>
                  <a:moveTo>
                    <a:pt x="420" y="122"/>
                  </a:moveTo>
                  <a:cubicBezTo>
                    <a:pt x="419" y="122"/>
                    <a:pt x="420" y="122"/>
                    <a:pt x="420" y="122"/>
                  </a:cubicBezTo>
                  <a:close/>
                  <a:moveTo>
                    <a:pt x="421" y="543"/>
                  </a:moveTo>
                  <a:cubicBezTo>
                    <a:pt x="422" y="545"/>
                    <a:pt x="417" y="547"/>
                    <a:pt x="417" y="544"/>
                  </a:cubicBezTo>
                  <a:cubicBezTo>
                    <a:pt x="416" y="542"/>
                    <a:pt x="421" y="541"/>
                    <a:pt x="421" y="543"/>
                  </a:cubicBezTo>
                  <a:close/>
                  <a:moveTo>
                    <a:pt x="416" y="450"/>
                  </a:moveTo>
                  <a:cubicBezTo>
                    <a:pt x="416" y="449"/>
                    <a:pt x="418" y="450"/>
                    <a:pt x="416" y="450"/>
                  </a:cubicBezTo>
                  <a:close/>
                  <a:moveTo>
                    <a:pt x="419" y="512"/>
                  </a:moveTo>
                  <a:cubicBezTo>
                    <a:pt x="418" y="511"/>
                    <a:pt x="420" y="511"/>
                    <a:pt x="419" y="512"/>
                  </a:cubicBezTo>
                  <a:close/>
                  <a:moveTo>
                    <a:pt x="421" y="496"/>
                  </a:moveTo>
                  <a:cubicBezTo>
                    <a:pt x="422" y="496"/>
                    <a:pt x="421" y="497"/>
                    <a:pt x="420" y="497"/>
                  </a:cubicBezTo>
                  <a:cubicBezTo>
                    <a:pt x="419" y="498"/>
                    <a:pt x="420" y="495"/>
                    <a:pt x="421" y="496"/>
                  </a:cubicBezTo>
                  <a:close/>
                  <a:moveTo>
                    <a:pt x="416" y="391"/>
                  </a:moveTo>
                  <a:cubicBezTo>
                    <a:pt x="416" y="390"/>
                    <a:pt x="419" y="387"/>
                    <a:pt x="421" y="386"/>
                  </a:cubicBezTo>
                  <a:cubicBezTo>
                    <a:pt x="420" y="388"/>
                    <a:pt x="414" y="394"/>
                    <a:pt x="416" y="391"/>
                  </a:cubicBezTo>
                  <a:close/>
                  <a:moveTo>
                    <a:pt x="414" y="228"/>
                  </a:moveTo>
                  <a:cubicBezTo>
                    <a:pt x="414" y="227"/>
                    <a:pt x="417" y="226"/>
                    <a:pt x="417" y="228"/>
                  </a:cubicBezTo>
                  <a:cubicBezTo>
                    <a:pt x="417" y="229"/>
                    <a:pt x="414" y="229"/>
                    <a:pt x="414" y="228"/>
                  </a:cubicBezTo>
                  <a:close/>
                  <a:moveTo>
                    <a:pt x="417" y="173"/>
                  </a:moveTo>
                  <a:cubicBezTo>
                    <a:pt x="417" y="173"/>
                    <a:pt x="418" y="172"/>
                    <a:pt x="419" y="173"/>
                  </a:cubicBezTo>
                  <a:cubicBezTo>
                    <a:pt x="420" y="174"/>
                    <a:pt x="417" y="174"/>
                    <a:pt x="417" y="173"/>
                  </a:cubicBezTo>
                  <a:close/>
                  <a:moveTo>
                    <a:pt x="417" y="151"/>
                  </a:moveTo>
                  <a:cubicBezTo>
                    <a:pt x="418" y="150"/>
                    <a:pt x="418" y="150"/>
                    <a:pt x="419" y="149"/>
                  </a:cubicBezTo>
                  <a:cubicBezTo>
                    <a:pt x="419" y="150"/>
                    <a:pt x="418" y="151"/>
                    <a:pt x="417" y="151"/>
                  </a:cubicBezTo>
                  <a:close/>
                  <a:moveTo>
                    <a:pt x="415" y="454"/>
                  </a:moveTo>
                  <a:cubicBezTo>
                    <a:pt x="415" y="454"/>
                    <a:pt x="415" y="455"/>
                    <a:pt x="414" y="454"/>
                  </a:cubicBezTo>
                  <a:cubicBezTo>
                    <a:pt x="413" y="453"/>
                    <a:pt x="417" y="452"/>
                    <a:pt x="415" y="454"/>
                  </a:cubicBezTo>
                  <a:close/>
                  <a:moveTo>
                    <a:pt x="417" y="583"/>
                  </a:moveTo>
                  <a:cubicBezTo>
                    <a:pt x="416" y="584"/>
                    <a:pt x="416" y="583"/>
                    <a:pt x="415" y="583"/>
                  </a:cubicBezTo>
                  <a:cubicBezTo>
                    <a:pt x="415" y="583"/>
                    <a:pt x="417" y="582"/>
                    <a:pt x="417" y="583"/>
                  </a:cubicBezTo>
                  <a:close/>
                  <a:moveTo>
                    <a:pt x="416" y="610"/>
                  </a:moveTo>
                  <a:cubicBezTo>
                    <a:pt x="416" y="610"/>
                    <a:pt x="417" y="610"/>
                    <a:pt x="417" y="610"/>
                  </a:cubicBezTo>
                  <a:cubicBezTo>
                    <a:pt x="417" y="611"/>
                    <a:pt x="415" y="610"/>
                    <a:pt x="416" y="610"/>
                  </a:cubicBezTo>
                  <a:close/>
                  <a:moveTo>
                    <a:pt x="416" y="575"/>
                  </a:moveTo>
                  <a:cubicBezTo>
                    <a:pt x="417" y="573"/>
                    <a:pt x="419" y="568"/>
                    <a:pt x="422" y="567"/>
                  </a:cubicBezTo>
                  <a:cubicBezTo>
                    <a:pt x="419" y="570"/>
                    <a:pt x="419" y="573"/>
                    <a:pt x="416" y="575"/>
                  </a:cubicBezTo>
                  <a:close/>
                  <a:moveTo>
                    <a:pt x="423" y="167"/>
                  </a:moveTo>
                  <a:cubicBezTo>
                    <a:pt x="423" y="167"/>
                    <a:pt x="422" y="168"/>
                    <a:pt x="422" y="167"/>
                  </a:cubicBezTo>
                  <a:cubicBezTo>
                    <a:pt x="421" y="166"/>
                    <a:pt x="423" y="165"/>
                    <a:pt x="423" y="167"/>
                  </a:cubicBezTo>
                  <a:close/>
                  <a:moveTo>
                    <a:pt x="422" y="155"/>
                  </a:moveTo>
                  <a:cubicBezTo>
                    <a:pt x="421" y="154"/>
                    <a:pt x="424" y="155"/>
                    <a:pt x="422" y="155"/>
                  </a:cubicBezTo>
                  <a:close/>
                  <a:moveTo>
                    <a:pt x="427" y="156"/>
                  </a:moveTo>
                  <a:cubicBezTo>
                    <a:pt x="427" y="157"/>
                    <a:pt x="423" y="158"/>
                    <a:pt x="423" y="156"/>
                  </a:cubicBezTo>
                  <a:cubicBezTo>
                    <a:pt x="422" y="154"/>
                    <a:pt x="427" y="153"/>
                    <a:pt x="427" y="156"/>
                  </a:cubicBezTo>
                  <a:close/>
                  <a:moveTo>
                    <a:pt x="424" y="154"/>
                  </a:moveTo>
                  <a:cubicBezTo>
                    <a:pt x="424" y="152"/>
                    <a:pt x="426" y="153"/>
                    <a:pt x="424" y="154"/>
                  </a:cubicBezTo>
                  <a:close/>
                  <a:moveTo>
                    <a:pt x="441" y="90"/>
                  </a:moveTo>
                  <a:cubicBezTo>
                    <a:pt x="442" y="90"/>
                    <a:pt x="441" y="91"/>
                    <a:pt x="441" y="92"/>
                  </a:cubicBezTo>
                  <a:cubicBezTo>
                    <a:pt x="441" y="95"/>
                    <a:pt x="437" y="95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2" y="94"/>
                    <a:pt x="437" y="85"/>
                    <a:pt x="441" y="90"/>
                  </a:cubicBezTo>
                  <a:close/>
                  <a:moveTo>
                    <a:pt x="439" y="86"/>
                  </a:moveTo>
                  <a:cubicBezTo>
                    <a:pt x="439" y="87"/>
                    <a:pt x="438" y="86"/>
                    <a:pt x="439" y="86"/>
                  </a:cubicBezTo>
                  <a:close/>
                  <a:moveTo>
                    <a:pt x="443" y="128"/>
                  </a:moveTo>
                  <a:cubicBezTo>
                    <a:pt x="443" y="127"/>
                    <a:pt x="445" y="126"/>
                    <a:pt x="446" y="128"/>
                  </a:cubicBezTo>
                  <a:cubicBezTo>
                    <a:pt x="447" y="130"/>
                    <a:pt x="443" y="129"/>
                    <a:pt x="443" y="128"/>
                  </a:cubicBezTo>
                  <a:close/>
                  <a:moveTo>
                    <a:pt x="447" y="192"/>
                  </a:moveTo>
                  <a:cubicBezTo>
                    <a:pt x="448" y="193"/>
                    <a:pt x="447" y="194"/>
                    <a:pt x="447" y="194"/>
                  </a:cubicBezTo>
                  <a:cubicBezTo>
                    <a:pt x="444" y="194"/>
                    <a:pt x="446" y="191"/>
                    <a:pt x="447" y="192"/>
                  </a:cubicBezTo>
                  <a:close/>
                  <a:moveTo>
                    <a:pt x="449" y="220"/>
                  </a:moveTo>
                  <a:cubicBezTo>
                    <a:pt x="449" y="223"/>
                    <a:pt x="441" y="225"/>
                    <a:pt x="439" y="225"/>
                  </a:cubicBezTo>
                  <a:cubicBezTo>
                    <a:pt x="438" y="225"/>
                    <a:pt x="434" y="228"/>
                    <a:pt x="434" y="226"/>
                  </a:cubicBezTo>
                  <a:cubicBezTo>
                    <a:pt x="434" y="225"/>
                    <a:pt x="440" y="225"/>
                    <a:pt x="440" y="225"/>
                  </a:cubicBezTo>
                  <a:cubicBezTo>
                    <a:pt x="443" y="223"/>
                    <a:pt x="446" y="220"/>
                    <a:pt x="449" y="220"/>
                  </a:cubicBezTo>
                  <a:close/>
                  <a:moveTo>
                    <a:pt x="448" y="177"/>
                  </a:moveTo>
                  <a:cubicBezTo>
                    <a:pt x="449" y="177"/>
                    <a:pt x="449" y="177"/>
                    <a:pt x="449" y="177"/>
                  </a:cubicBezTo>
                  <a:cubicBezTo>
                    <a:pt x="449" y="179"/>
                    <a:pt x="446" y="175"/>
                    <a:pt x="448" y="177"/>
                  </a:cubicBezTo>
                  <a:close/>
                  <a:moveTo>
                    <a:pt x="451" y="187"/>
                  </a:moveTo>
                  <a:cubicBezTo>
                    <a:pt x="452" y="188"/>
                    <a:pt x="450" y="189"/>
                    <a:pt x="449" y="188"/>
                  </a:cubicBezTo>
                  <a:cubicBezTo>
                    <a:pt x="448" y="187"/>
                    <a:pt x="451" y="185"/>
                    <a:pt x="451" y="187"/>
                  </a:cubicBezTo>
                  <a:close/>
                  <a:moveTo>
                    <a:pt x="442" y="608"/>
                  </a:moveTo>
                  <a:cubicBezTo>
                    <a:pt x="441" y="609"/>
                    <a:pt x="438" y="612"/>
                    <a:pt x="435" y="614"/>
                  </a:cubicBezTo>
                  <a:cubicBezTo>
                    <a:pt x="436" y="614"/>
                    <a:pt x="436" y="614"/>
                    <a:pt x="436" y="615"/>
                  </a:cubicBezTo>
                  <a:cubicBezTo>
                    <a:pt x="436" y="615"/>
                    <a:pt x="435" y="615"/>
                    <a:pt x="435" y="615"/>
                  </a:cubicBezTo>
                  <a:cubicBezTo>
                    <a:pt x="435" y="615"/>
                    <a:pt x="435" y="615"/>
                    <a:pt x="435" y="615"/>
                  </a:cubicBezTo>
                  <a:cubicBezTo>
                    <a:pt x="434" y="616"/>
                    <a:pt x="433" y="617"/>
                    <a:pt x="432" y="617"/>
                  </a:cubicBezTo>
                  <a:cubicBezTo>
                    <a:pt x="432" y="617"/>
                    <a:pt x="431" y="616"/>
                    <a:pt x="431" y="616"/>
                  </a:cubicBezTo>
                  <a:cubicBezTo>
                    <a:pt x="431" y="615"/>
                    <a:pt x="434" y="614"/>
                    <a:pt x="435" y="613"/>
                  </a:cubicBezTo>
                  <a:cubicBezTo>
                    <a:pt x="437" y="612"/>
                    <a:pt x="443" y="606"/>
                    <a:pt x="445" y="606"/>
                  </a:cubicBezTo>
                  <a:cubicBezTo>
                    <a:pt x="448" y="605"/>
                    <a:pt x="443" y="608"/>
                    <a:pt x="442" y="608"/>
                  </a:cubicBezTo>
                  <a:close/>
                  <a:moveTo>
                    <a:pt x="444" y="648"/>
                  </a:moveTo>
                  <a:cubicBezTo>
                    <a:pt x="444" y="648"/>
                    <a:pt x="442" y="648"/>
                    <a:pt x="442" y="648"/>
                  </a:cubicBezTo>
                  <a:cubicBezTo>
                    <a:pt x="442" y="647"/>
                    <a:pt x="444" y="647"/>
                    <a:pt x="444" y="648"/>
                  </a:cubicBezTo>
                  <a:close/>
                  <a:moveTo>
                    <a:pt x="442" y="648"/>
                  </a:moveTo>
                  <a:cubicBezTo>
                    <a:pt x="440" y="649"/>
                    <a:pt x="440" y="646"/>
                    <a:pt x="442" y="648"/>
                  </a:cubicBezTo>
                  <a:close/>
                  <a:moveTo>
                    <a:pt x="429" y="656"/>
                  </a:moveTo>
                  <a:cubicBezTo>
                    <a:pt x="429" y="655"/>
                    <a:pt x="431" y="655"/>
                    <a:pt x="431" y="656"/>
                  </a:cubicBezTo>
                  <a:cubicBezTo>
                    <a:pt x="431" y="657"/>
                    <a:pt x="430" y="657"/>
                    <a:pt x="429" y="656"/>
                  </a:cubicBezTo>
                  <a:close/>
                  <a:moveTo>
                    <a:pt x="430" y="686"/>
                  </a:moveTo>
                  <a:cubicBezTo>
                    <a:pt x="429" y="689"/>
                    <a:pt x="427" y="687"/>
                    <a:pt x="430" y="686"/>
                  </a:cubicBezTo>
                  <a:close/>
                  <a:moveTo>
                    <a:pt x="436" y="241"/>
                  </a:moveTo>
                  <a:cubicBezTo>
                    <a:pt x="436" y="242"/>
                    <a:pt x="434" y="244"/>
                    <a:pt x="432" y="246"/>
                  </a:cubicBezTo>
                  <a:cubicBezTo>
                    <a:pt x="433" y="244"/>
                    <a:pt x="435" y="242"/>
                    <a:pt x="436" y="241"/>
                  </a:cubicBezTo>
                  <a:close/>
                  <a:moveTo>
                    <a:pt x="434" y="216"/>
                  </a:moveTo>
                  <a:cubicBezTo>
                    <a:pt x="434" y="215"/>
                    <a:pt x="435" y="215"/>
                    <a:pt x="436" y="216"/>
                  </a:cubicBezTo>
                  <a:cubicBezTo>
                    <a:pt x="436" y="217"/>
                    <a:pt x="434" y="217"/>
                    <a:pt x="434" y="216"/>
                  </a:cubicBezTo>
                  <a:close/>
                  <a:moveTo>
                    <a:pt x="436" y="602"/>
                  </a:moveTo>
                  <a:cubicBezTo>
                    <a:pt x="436" y="602"/>
                    <a:pt x="436" y="602"/>
                    <a:pt x="435" y="602"/>
                  </a:cubicBezTo>
                  <a:cubicBezTo>
                    <a:pt x="435" y="602"/>
                    <a:pt x="436" y="601"/>
                    <a:pt x="436" y="602"/>
                  </a:cubicBezTo>
                  <a:close/>
                  <a:moveTo>
                    <a:pt x="435" y="529"/>
                  </a:moveTo>
                  <a:cubicBezTo>
                    <a:pt x="434" y="529"/>
                    <a:pt x="435" y="527"/>
                    <a:pt x="436" y="528"/>
                  </a:cubicBezTo>
                  <a:cubicBezTo>
                    <a:pt x="436" y="529"/>
                    <a:pt x="435" y="529"/>
                    <a:pt x="435" y="529"/>
                  </a:cubicBezTo>
                  <a:close/>
                  <a:moveTo>
                    <a:pt x="433" y="340"/>
                  </a:moveTo>
                  <a:cubicBezTo>
                    <a:pt x="433" y="341"/>
                    <a:pt x="432" y="342"/>
                    <a:pt x="431" y="342"/>
                  </a:cubicBezTo>
                  <a:cubicBezTo>
                    <a:pt x="431" y="341"/>
                    <a:pt x="432" y="341"/>
                    <a:pt x="433" y="340"/>
                  </a:cubicBezTo>
                  <a:close/>
                  <a:moveTo>
                    <a:pt x="432" y="603"/>
                  </a:moveTo>
                  <a:cubicBezTo>
                    <a:pt x="431" y="604"/>
                    <a:pt x="431" y="601"/>
                    <a:pt x="432" y="602"/>
                  </a:cubicBezTo>
                  <a:cubicBezTo>
                    <a:pt x="433" y="602"/>
                    <a:pt x="432" y="603"/>
                    <a:pt x="432" y="603"/>
                  </a:cubicBezTo>
                  <a:close/>
                  <a:moveTo>
                    <a:pt x="431" y="437"/>
                  </a:moveTo>
                  <a:cubicBezTo>
                    <a:pt x="433" y="438"/>
                    <a:pt x="430" y="440"/>
                    <a:pt x="429" y="441"/>
                  </a:cubicBezTo>
                  <a:cubicBezTo>
                    <a:pt x="426" y="442"/>
                    <a:pt x="430" y="435"/>
                    <a:pt x="431" y="437"/>
                  </a:cubicBezTo>
                  <a:close/>
                  <a:moveTo>
                    <a:pt x="428" y="504"/>
                  </a:moveTo>
                  <a:cubicBezTo>
                    <a:pt x="429" y="503"/>
                    <a:pt x="427" y="506"/>
                    <a:pt x="428" y="504"/>
                  </a:cubicBezTo>
                  <a:close/>
                  <a:moveTo>
                    <a:pt x="429" y="250"/>
                  </a:moveTo>
                  <a:cubicBezTo>
                    <a:pt x="429" y="252"/>
                    <a:pt x="427" y="251"/>
                    <a:pt x="429" y="250"/>
                  </a:cubicBezTo>
                  <a:close/>
                  <a:moveTo>
                    <a:pt x="430" y="247"/>
                  </a:moveTo>
                  <a:cubicBezTo>
                    <a:pt x="430" y="247"/>
                    <a:pt x="429" y="248"/>
                    <a:pt x="429" y="248"/>
                  </a:cubicBezTo>
                  <a:cubicBezTo>
                    <a:pt x="428" y="247"/>
                    <a:pt x="430" y="246"/>
                    <a:pt x="430" y="247"/>
                  </a:cubicBezTo>
                  <a:close/>
                  <a:moveTo>
                    <a:pt x="429" y="202"/>
                  </a:moveTo>
                  <a:cubicBezTo>
                    <a:pt x="428" y="201"/>
                    <a:pt x="430" y="200"/>
                    <a:pt x="431" y="202"/>
                  </a:cubicBezTo>
                  <a:cubicBezTo>
                    <a:pt x="431" y="202"/>
                    <a:pt x="430" y="203"/>
                    <a:pt x="429" y="202"/>
                  </a:cubicBezTo>
                  <a:close/>
                  <a:moveTo>
                    <a:pt x="430" y="222"/>
                  </a:moveTo>
                  <a:cubicBezTo>
                    <a:pt x="430" y="223"/>
                    <a:pt x="428" y="225"/>
                    <a:pt x="426" y="223"/>
                  </a:cubicBezTo>
                  <a:cubicBezTo>
                    <a:pt x="425" y="221"/>
                    <a:pt x="430" y="218"/>
                    <a:pt x="430" y="222"/>
                  </a:cubicBezTo>
                  <a:close/>
                  <a:moveTo>
                    <a:pt x="426" y="246"/>
                  </a:moveTo>
                  <a:cubicBezTo>
                    <a:pt x="423" y="248"/>
                    <a:pt x="426" y="241"/>
                    <a:pt x="427" y="243"/>
                  </a:cubicBezTo>
                  <a:cubicBezTo>
                    <a:pt x="428" y="243"/>
                    <a:pt x="426" y="246"/>
                    <a:pt x="426" y="246"/>
                  </a:cubicBezTo>
                  <a:close/>
                  <a:moveTo>
                    <a:pt x="426" y="268"/>
                  </a:moveTo>
                  <a:cubicBezTo>
                    <a:pt x="426" y="267"/>
                    <a:pt x="427" y="267"/>
                    <a:pt x="427" y="266"/>
                  </a:cubicBezTo>
                  <a:cubicBezTo>
                    <a:pt x="428" y="266"/>
                    <a:pt x="427" y="268"/>
                    <a:pt x="426" y="268"/>
                  </a:cubicBezTo>
                  <a:close/>
                  <a:moveTo>
                    <a:pt x="424" y="181"/>
                  </a:moveTo>
                  <a:cubicBezTo>
                    <a:pt x="424" y="180"/>
                    <a:pt x="426" y="180"/>
                    <a:pt x="426" y="180"/>
                  </a:cubicBezTo>
                  <a:cubicBezTo>
                    <a:pt x="426" y="180"/>
                    <a:pt x="425" y="182"/>
                    <a:pt x="424" y="181"/>
                  </a:cubicBezTo>
                  <a:close/>
                  <a:moveTo>
                    <a:pt x="428" y="378"/>
                  </a:moveTo>
                  <a:cubicBezTo>
                    <a:pt x="428" y="380"/>
                    <a:pt x="425" y="382"/>
                    <a:pt x="424" y="383"/>
                  </a:cubicBezTo>
                  <a:cubicBezTo>
                    <a:pt x="425" y="381"/>
                    <a:pt x="426" y="379"/>
                    <a:pt x="428" y="378"/>
                  </a:cubicBezTo>
                  <a:close/>
                  <a:moveTo>
                    <a:pt x="425" y="431"/>
                  </a:moveTo>
                  <a:cubicBezTo>
                    <a:pt x="425" y="432"/>
                    <a:pt x="423" y="432"/>
                    <a:pt x="423" y="433"/>
                  </a:cubicBezTo>
                  <a:cubicBezTo>
                    <a:pt x="422" y="432"/>
                    <a:pt x="424" y="432"/>
                    <a:pt x="425" y="431"/>
                  </a:cubicBezTo>
                  <a:close/>
                  <a:moveTo>
                    <a:pt x="424" y="448"/>
                  </a:moveTo>
                  <a:cubicBezTo>
                    <a:pt x="425" y="449"/>
                    <a:pt x="423" y="449"/>
                    <a:pt x="424" y="448"/>
                  </a:cubicBezTo>
                  <a:close/>
                  <a:moveTo>
                    <a:pt x="431" y="549"/>
                  </a:moveTo>
                  <a:cubicBezTo>
                    <a:pt x="428" y="552"/>
                    <a:pt x="425" y="556"/>
                    <a:pt x="423" y="558"/>
                  </a:cubicBezTo>
                  <a:cubicBezTo>
                    <a:pt x="424" y="556"/>
                    <a:pt x="428" y="550"/>
                    <a:pt x="431" y="549"/>
                  </a:cubicBezTo>
                  <a:close/>
                  <a:moveTo>
                    <a:pt x="426" y="585"/>
                  </a:moveTo>
                  <a:cubicBezTo>
                    <a:pt x="425" y="583"/>
                    <a:pt x="429" y="585"/>
                    <a:pt x="426" y="585"/>
                  </a:cubicBezTo>
                  <a:close/>
                  <a:moveTo>
                    <a:pt x="427" y="565"/>
                  </a:moveTo>
                  <a:cubicBezTo>
                    <a:pt x="427" y="564"/>
                    <a:pt x="428" y="564"/>
                    <a:pt x="428" y="564"/>
                  </a:cubicBezTo>
                  <a:cubicBezTo>
                    <a:pt x="428" y="564"/>
                    <a:pt x="427" y="565"/>
                    <a:pt x="427" y="565"/>
                  </a:cubicBezTo>
                  <a:close/>
                  <a:moveTo>
                    <a:pt x="431" y="619"/>
                  </a:moveTo>
                  <a:cubicBezTo>
                    <a:pt x="431" y="621"/>
                    <a:pt x="425" y="622"/>
                    <a:pt x="426" y="619"/>
                  </a:cubicBezTo>
                  <a:cubicBezTo>
                    <a:pt x="426" y="618"/>
                    <a:pt x="431" y="617"/>
                    <a:pt x="431" y="619"/>
                  </a:cubicBezTo>
                  <a:close/>
                  <a:moveTo>
                    <a:pt x="433" y="635"/>
                  </a:moveTo>
                  <a:cubicBezTo>
                    <a:pt x="431" y="637"/>
                    <a:pt x="428" y="638"/>
                    <a:pt x="425" y="639"/>
                  </a:cubicBezTo>
                  <a:cubicBezTo>
                    <a:pt x="427" y="637"/>
                    <a:pt x="431" y="636"/>
                    <a:pt x="433" y="635"/>
                  </a:cubicBezTo>
                  <a:close/>
                  <a:moveTo>
                    <a:pt x="432" y="642"/>
                  </a:moveTo>
                  <a:cubicBezTo>
                    <a:pt x="432" y="643"/>
                    <a:pt x="431" y="642"/>
                    <a:pt x="431" y="642"/>
                  </a:cubicBezTo>
                  <a:cubicBezTo>
                    <a:pt x="430" y="641"/>
                    <a:pt x="432" y="641"/>
                    <a:pt x="432" y="642"/>
                  </a:cubicBezTo>
                  <a:close/>
                  <a:moveTo>
                    <a:pt x="431" y="686"/>
                  </a:moveTo>
                  <a:cubicBezTo>
                    <a:pt x="431" y="686"/>
                    <a:pt x="431" y="686"/>
                    <a:pt x="431" y="686"/>
                  </a:cubicBezTo>
                  <a:cubicBezTo>
                    <a:pt x="430" y="686"/>
                    <a:pt x="431" y="685"/>
                    <a:pt x="431" y="686"/>
                  </a:cubicBezTo>
                  <a:close/>
                  <a:moveTo>
                    <a:pt x="431" y="678"/>
                  </a:moveTo>
                  <a:cubicBezTo>
                    <a:pt x="431" y="677"/>
                    <a:pt x="435" y="677"/>
                    <a:pt x="436" y="678"/>
                  </a:cubicBezTo>
                  <a:cubicBezTo>
                    <a:pt x="436" y="679"/>
                    <a:pt x="431" y="680"/>
                    <a:pt x="431" y="678"/>
                  </a:cubicBezTo>
                  <a:close/>
                  <a:moveTo>
                    <a:pt x="433" y="675"/>
                  </a:moveTo>
                  <a:cubicBezTo>
                    <a:pt x="432" y="677"/>
                    <a:pt x="434" y="674"/>
                    <a:pt x="433" y="675"/>
                  </a:cubicBezTo>
                  <a:close/>
                  <a:moveTo>
                    <a:pt x="431" y="649"/>
                  </a:moveTo>
                  <a:cubicBezTo>
                    <a:pt x="431" y="646"/>
                    <a:pt x="437" y="647"/>
                    <a:pt x="437" y="650"/>
                  </a:cubicBezTo>
                  <a:cubicBezTo>
                    <a:pt x="437" y="652"/>
                    <a:pt x="430" y="652"/>
                    <a:pt x="431" y="649"/>
                  </a:cubicBezTo>
                  <a:close/>
                  <a:moveTo>
                    <a:pt x="436" y="638"/>
                  </a:moveTo>
                  <a:cubicBezTo>
                    <a:pt x="437" y="639"/>
                    <a:pt x="436" y="640"/>
                    <a:pt x="435" y="640"/>
                  </a:cubicBezTo>
                  <a:cubicBezTo>
                    <a:pt x="433" y="642"/>
                    <a:pt x="435" y="636"/>
                    <a:pt x="436" y="638"/>
                  </a:cubicBezTo>
                  <a:close/>
                  <a:moveTo>
                    <a:pt x="433" y="635"/>
                  </a:moveTo>
                  <a:cubicBezTo>
                    <a:pt x="435" y="635"/>
                    <a:pt x="436" y="633"/>
                    <a:pt x="437" y="634"/>
                  </a:cubicBezTo>
                  <a:cubicBezTo>
                    <a:pt x="436" y="635"/>
                    <a:pt x="435" y="635"/>
                    <a:pt x="433" y="635"/>
                  </a:cubicBezTo>
                  <a:close/>
                  <a:moveTo>
                    <a:pt x="438" y="700"/>
                  </a:moveTo>
                  <a:cubicBezTo>
                    <a:pt x="438" y="701"/>
                    <a:pt x="437" y="700"/>
                    <a:pt x="437" y="700"/>
                  </a:cubicBezTo>
                  <a:cubicBezTo>
                    <a:pt x="437" y="699"/>
                    <a:pt x="438" y="700"/>
                    <a:pt x="438" y="700"/>
                  </a:cubicBezTo>
                  <a:close/>
                  <a:moveTo>
                    <a:pt x="446" y="410"/>
                  </a:moveTo>
                  <a:cubicBezTo>
                    <a:pt x="444" y="411"/>
                    <a:pt x="441" y="414"/>
                    <a:pt x="438" y="415"/>
                  </a:cubicBezTo>
                  <a:cubicBezTo>
                    <a:pt x="440" y="413"/>
                    <a:pt x="443" y="411"/>
                    <a:pt x="446" y="410"/>
                  </a:cubicBezTo>
                  <a:close/>
                  <a:moveTo>
                    <a:pt x="442" y="225"/>
                  </a:moveTo>
                  <a:cubicBezTo>
                    <a:pt x="442" y="225"/>
                    <a:pt x="444" y="224"/>
                    <a:pt x="445" y="224"/>
                  </a:cubicBezTo>
                  <a:cubicBezTo>
                    <a:pt x="445" y="225"/>
                    <a:pt x="443" y="226"/>
                    <a:pt x="442" y="225"/>
                  </a:cubicBezTo>
                  <a:close/>
                  <a:moveTo>
                    <a:pt x="446" y="565"/>
                  </a:move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6" y="565"/>
                  </a:cubicBezTo>
                  <a:close/>
                  <a:moveTo>
                    <a:pt x="442" y="577"/>
                  </a:moveTo>
                  <a:cubicBezTo>
                    <a:pt x="442" y="578"/>
                    <a:pt x="441" y="578"/>
                    <a:pt x="441" y="577"/>
                  </a:cubicBezTo>
                  <a:cubicBezTo>
                    <a:pt x="440" y="575"/>
                    <a:pt x="443" y="576"/>
                    <a:pt x="442" y="577"/>
                  </a:cubicBezTo>
                  <a:close/>
                  <a:moveTo>
                    <a:pt x="440" y="539"/>
                  </a:moveTo>
                  <a:cubicBezTo>
                    <a:pt x="441" y="539"/>
                    <a:pt x="442" y="540"/>
                    <a:pt x="441" y="540"/>
                  </a:cubicBezTo>
                  <a:cubicBezTo>
                    <a:pt x="440" y="541"/>
                    <a:pt x="440" y="540"/>
                    <a:pt x="440" y="539"/>
                  </a:cubicBezTo>
                  <a:close/>
                  <a:moveTo>
                    <a:pt x="438" y="393"/>
                  </a:moveTo>
                  <a:cubicBezTo>
                    <a:pt x="439" y="392"/>
                    <a:pt x="437" y="395"/>
                    <a:pt x="438" y="393"/>
                  </a:cubicBezTo>
                  <a:close/>
                  <a:moveTo>
                    <a:pt x="438" y="497"/>
                  </a:moveTo>
                  <a:cubicBezTo>
                    <a:pt x="438" y="497"/>
                    <a:pt x="438" y="497"/>
                    <a:pt x="438" y="497"/>
                  </a:cubicBezTo>
                  <a:cubicBezTo>
                    <a:pt x="438" y="497"/>
                    <a:pt x="438" y="497"/>
                    <a:pt x="438" y="497"/>
                  </a:cubicBezTo>
                  <a:close/>
                  <a:moveTo>
                    <a:pt x="437" y="241"/>
                  </a:moveTo>
                  <a:cubicBezTo>
                    <a:pt x="437" y="241"/>
                    <a:pt x="437" y="239"/>
                    <a:pt x="438" y="239"/>
                  </a:cubicBezTo>
                  <a:cubicBezTo>
                    <a:pt x="439" y="239"/>
                    <a:pt x="437" y="241"/>
                    <a:pt x="437" y="241"/>
                  </a:cubicBezTo>
                  <a:close/>
                  <a:moveTo>
                    <a:pt x="438" y="174"/>
                  </a:moveTo>
                  <a:cubicBezTo>
                    <a:pt x="439" y="175"/>
                    <a:pt x="437" y="175"/>
                    <a:pt x="437" y="175"/>
                  </a:cubicBezTo>
                  <a:cubicBezTo>
                    <a:pt x="436" y="174"/>
                    <a:pt x="438" y="174"/>
                    <a:pt x="438" y="174"/>
                  </a:cubicBezTo>
                  <a:close/>
                  <a:moveTo>
                    <a:pt x="435" y="167"/>
                  </a:moveTo>
                  <a:cubicBezTo>
                    <a:pt x="435" y="166"/>
                    <a:pt x="437" y="165"/>
                    <a:pt x="437" y="167"/>
                  </a:cubicBezTo>
                  <a:cubicBezTo>
                    <a:pt x="437" y="168"/>
                    <a:pt x="435" y="168"/>
                    <a:pt x="435" y="167"/>
                  </a:cubicBezTo>
                  <a:close/>
                  <a:moveTo>
                    <a:pt x="441" y="117"/>
                  </a:moveTo>
                  <a:cubicBezTo>
                    <a:pt x="441" y="118"/>
                    <a:pt x="437" y="119"/>
                    <a:pt x="437" y="117"/>
                  </a:cubicBezTo>
                  <a:cubicBezTo>
                    <a:pt x="437" y="117"/>
                    <a:pt x="441" y="115"/>
                    <a:pt x="441" y="117"/>
                  </a:cubicBezTo>
                  <a:close/>
                  <a:moveTo>
                    <a:pt x="439" y="97"/>
                  </a:moveTo>
                  <a:cubicBezTo>
                    <a:pt x="439" y="97"/>
                    <a:pt x="438" y="98"/>
                    <a:pt x="437" y="97"/>
                  </a:cubicBezTo>
                  <a:cubicBezTo>
                    <a:pt x="437" y="96"/>
                    <a:pt x="438" y="96"/>
                    <a:pt x="439" y="97"/>
                  </a:cubicBezTo>
                  <a:close/>
                  <a:moveTo>
                    <a:pt x="442" y="132"/>
                  </a:moveTo>
                  <a:cubicBezTo>
                    <a:pt x="442" y="132"/>
                    <a:pt x="440" y="133"/>
                    <a:pt x="440" y="133"/>
                  </a:cubicBezTo>
                  <a:cubicBezTo>
                    <a:pt x="440" y="132"/>
                    <a:pt x="442" y="132"/>
                    <a:pt x="442" y="132"/>
                  </a:cubicBezTo>
                  <a:close/>
                  <a:moveTo>
                    <a:pt x="439" y="214"/>
                  </a:moveTo>
                  <a:cubicBezTo>
                    <a:pt x="438" y="214"/>
                    <a:pt x="439" y="213"/>
                    <a:pt x="439" y="213"/>
                  </a:cubicBezTo>
                  <a:cubicBezTo>
                    <a:pt x="440" y="213"/>
                    <a:pt x="439" y="214"/>
                    <a:pt x="439" y="214"/>
                  </a:cubicBezTo>
                  <a:close/>
                  <a:moveTo>
                    <a:pt x="439" y="166"/>
                  </a:moveTo>
                  <a:cubicBezTo>
                    <a:pt x="439" y="167"/>
                    <a:pt x="437" y="167"/>
                    <a:pt x="438" y="166"/>
                  </a:cubicBezTo>
                  <a:cubicBezTo>
                    <a:pt x="438" y="166"/>
                    <a:pt x="438" y="166"/>
                    <a:pt x="439" y="166"/>
                  </a:cubicBezTo>
                  <a:close/>
                  <a:moveTo>
                    <a:pt x="437" y="216"/>
                  </a:moveTo>
                  <a:cubicBezTo>
                    <a:pt x="437" y="216"/>
                    <a:pt x="438" y="215"/>
                    <a:pt x="438" y="215"/>
                  </a:cubicBezTo>
                  <a:cubicBezTo>
                    <a:pt x="438" y="215"/>
                    <a:pt x="437" y="217"/>
                    <a:pt x="437" y="216"/>
                  </a:cubicBezTo>
                  <a:close/>
                  <a:moveTo>
                    <a:pt x="441" y="121"/>
                  </a:moveTo>
                  <a:cubicBezTo>
                    <a:pt x="441" y="121"/>
                    <a:pt x="442" y="121"/>
                    <a:pt x="442" y="121"/>
                  </a:cubicBezTo>
                  <a:cubicBezTo>
                    <a:pt x="443" y="122"/>
                    <a:pt x="441" y="122"/>
                    <a:pt x="441" y="121"/>
                  </a:cubicBezTo>
                  <a:close/>
                  <a:moveTo>
                    <a:pt x="442" y="79"/>
                  </a:moveTo>
                  <a:cubicBezTo>
                    <a:pt x="441" y="80"/>
                    <a:pt x="441" y="79"/>
                    <a:pt x="442" y="79"/>
                  </a:cubicBezTo>
                  <a:close/>
                  <a:moveTo>
                    <a:pt x="435" y="194"/>
                  </a:moveTo>
                  <a:cubicBezTo>
                    <a:pt x="435" y="194"/>
                    <a:pt x="437" y="193"/>
                    <a:pt x="436" y="194"/>
                  </a:cubicBezTo>
                  <a:cubicBezTo>
                    <a:pt x="434" y="197"/>
                    <a:pt x="430" y="199"/>
                    <a:pt x="426" y="200"/>
                  </a:cubicBezTo>
                  <a:cubicBezTo>
                    <a:pt x="429" y="198"/>
                    <a:pt x="433" y="195"/>
                    <a:pt x="435" y="194"/>
                  </a:cubicBezTo>
                  <a:close/>
                  <a:moveTo>
                    <a:pt x="430" y="161"/>
                  </a:moveTo>
                  <a:cubicBezTo>
                    <a:pt x="431" y="159"/>
                    <a:pt x="433" y="159"/>
                    <a:pt x="434" y="158"/>
                  </a:cubicBezTo>
                  <a:cubicBezTo>
                    <a:pt x="434" y="159"/>
                    <a:pt x="432" y="161"/>
                    <a:pt x="430" y="161"/>
                  </a:cubicBezTo>
                  <a:close/>
                  <a:moveTo>
                    <a:pt x="429" y="81"/>
                  </a:moveTo>
                  <a:cubicBezTo>
                    <a:pt x="431" y="80"/>
                    <a:pt x="432" y="79"/>
                    <a:pt x="434" y="78"/>
                  </a:cubicBezTo>
                  <a:cubicBezTo>
                    <a:pt x="434" y="80"/>
                    <a:pt x="431" y="81"/>
                    <a:pt x="429" y="81"/>
                  </a:cubicBezTo>
                  <a:close/>
                  <a:moveTo>
                    <a:pt x="428" y="135"/>
                  </a:moveTo>
                  <a:cubicBezTo>
                    <a:pt x="431" y="133"/>
                    <a:pt x="432" y="135"/>
                    <a:pt x="428" y="135"/>
                  </a:cubicBezTo>
                  <a:close/>
                  <a:moveTo>
                    <a:pt x="430" y="177"/>
                  </a:moveTo>
                  <a:cubicBezTo>
                    <a:pt x="430" y="178"/>
                    <a:pt x="428" y="179"/>
                    <a:pt x="427" y="179"/>
                  </a:cubicBezTo>
                  <a:cubicBezTo>
                    <a:pt x="428" y="178"/>
                    <a:pt x="429" y="178"/>
                    <a:pt x="430" y="177"/>
                  </a:cubicBezTo>
                  <a:close/>
                  <a:moveTo>
                    <a:pt x="422" y="541"/>
                  </a:moveTo>
                  <a:cubicBezTo>
                    <a:pt x="421" y="543"/>
                    <a:pt x="423" y="540"/>
                    <a:pt x="422" y="541"/>
                  </a:cubicBezTo>
                  <a:close/>
                  <a:moveTo>
                    <a:pt x="422" y="384"/>
                  </a:moveTo>
                  <a:cubicBezTo>
                    <a:pt x="422" y="384"/>
                    <a:pt x="422" y="384"/>
                    <a:pt x="422" y="384"/>
                  </a:cubicBezTo>
                  <a:cubicBezTo>
                    <a:pt x="422" y="384"/>
                    <a:pt x="423" y="384"/>
                    <a:pt x="423" y="384"/>
                  </a:cubicBezTo>
                  <a:cubicBezTo>
                    <a:pt x="422" y="384"/>
                    <a:pt x="422" y="384"/>
                    <a:pt x="422" y="384"/>
                  </a:cubicBezTo>
                  <a:close/>
                  <a:moveTo>
                    <a:pt x="422" y="617"/>
                  </a:moveTo>
                  <a:cubicBezTo>
                    <a:pt x="422" y="618"/>
                    <a:pt x="421" y="617"/>
                    <a:pt x="421" y="617"/>
                  </a:cubicBezTo>
                  <a:cubicBezTo>
                    <a:pt x="420" y="617"/>
                    <a:pt x="422" y="616"/>
                    <a:pt x="422" y="617"/>
                  </a:cubicBezTo>
                  <a:close/>
                  <a:moveTo>
                    <a:pt x="421" y="588"/>
                  </a:moveTo>
                  <a:cubicBezTo>
                    <a:pt x="420" y="588"/>
                    <a:pt x="419" y="589"/>
                    <a:pt x="420" y="587"/>
                  </a:cubicBezTo>
                  <a:cubicBezTo>
                    <a:pt x="420" y="587"/>
                    <a:pt x="421" y="587"/>
                    <a:pt x="421" y="588"/>
                  </a:cubicBezTo>
                  <a:close/>
                  <a:moveTo>
                    <a:pt x="422" y="663"/>
                  </a:moveTo>
                  <a:cubicBezTo>
                    <a:pt x="423" y="663"/>
                    <a:pt x="422" y="664"/>
                    <a:pt x="421" y="664"/>
                  </a:cubicBezTo>
                  <a:cubicBezTo>
                    <a:pt x="419" y="665"/>
                    <a:pt x="421" y="662"/>
                    <a:pt x="422" y="663"/>
                  </a:cubicBezTo>
                  <a:close/>
                  <a:moveTo>
                    <a:pt x="424" y="741"/>
                  </a:moveTo>
                  <a:cubicBezTo>
                    <a:pt x="424" y="742"/>
                    <a:pt x="423" y="742"/>
                    <a:pt x="423" y="741"/>
                  </a:cubicBezTo>
                  <a:cubicBezTo>
                    <a:pt x="422" y="740"/>
                    <a:pt x="424" y="740"/>
                    <a:pt x="424" y="741"/>
                  </a:cubicBezTo>
                  <a:close/>
                  <a:moveTo>
                    <a:pt x="423" y="739"/>
                  </a:moveTo>
                  <a:cubicBezTo>
                    <a:pt x="422" y="741"/>
                    <a:pt x="421" y="738"/>
                    <a:pt x="423" y="739"/>
                  </a:cubicBezTo>
                  <a:close/>
                  <a:moveTo>
                    <a:pt x="423" y="692"/>
                  </a:moveTo>
                  <a:cubicBezTo>
                    <a:pt x="422" y="691"/>
                    <a:pt x="425" y="691"/>
                    <a:pt x="425" y="692"/>
                  </a:cubicBezTo>
                  <a:cubicBezTo>
                    <a:pt x="425" y="692"/>
                    <a:pt x="423" y="693"/>
                    <a:pt x="423" y="692"/>
                  </a:cubicBezTo>
                  <a:close/>
                  <a:moveTo>
                    <a:pt x="422" y="683"/>
                  </a:moveTo>
                  <a:cubicBezTo>
                    <a:pt x="422" y="683"/>
                    <a:pt x="423" y="682"/>
                    <a:pt x="423" y="682"/>
                  </a:cubicBezTo>
                  <a:cubicBezTo>
                    <a:pt x="424" y="681"/>
                    <a:pt x="425" y="680"/>
                    <a:pt x="426" y="682"/>
                  </a:cubicBezTo>
                  <a:cubicBezTo>
                    <a:pt x="426" y="682"/>
                    <a:pt x="426" y="682"/>
                    <a:pt x="425" y="683"/>
                  </a:cubicBezTo>
                  <a:cubicBezTo>
                    <a:pt x="426" y="683"/>
                    <a:pt x="428" y="684"/>
                    <a:pt x="428" y="685"/>
                  </a:cubicBezTo>
                  <a:cubicBezTo>
                    <a:pt x="428" y="688"/>
                    <a:pt x="422" y="684"/>
                    <a:pt x="422" y="683"/>
                  </a:cubicBezTo>
                  <a:close/>
                  <a:moveTo>
                    <a:pt x="427" y="688"/>
                  </a:moveTo>
                  <a:cubicBezTo>
                    <a:pt x="428" y="689"/>
                    <a:pt x="426" y="688"/>
                    <a:pt x="426" y="689"/>
                  </a:cubicBezTo>
                  <a:cubicBezTo>
                    <a:pt x="425" y="688"/>
                    <a:pt x="427" y="688"/>
                    <a:pt x="427" y="688"/>
                  </a:cubicBezTo>
                  <a:close/>
                  <a:moveTo>
                    <a:pt x="427" y="696"/>
                  </a:moveTo>
                  <a:cubicBezTo>
                    <a:pt x="427" y="696"/>
                    <a:pt x="426" y="697"/>
                    <a:pt x="425" y="696"/>
                  </a:cubicBezTo>
                  <a:cubicBezTo>
                    <a:pt x="425" y="696"/>
                    <a:pt x="427" y="695"/>
                    <a:pt x="427" y="696"/>
                  </a:cubicBezTo>
                  <a:close/>
                  <a:moveTo>
                    <a:pt x="427" y="699"/>
                  </a:moveTo>
                  <a:cubicBezTo>
                    <a:pt x="428" y="700"/>
                    <a:pt x="427" y="700"/>
                    <a:pt x="427" y="700"/>
                  </a:cubicBezTo>
                  <a:cubicBezTo>
                    <a:pt x="426" y="700"/>
                    <a:pt x="427" y="699"/>
                    <a:pt x="427" y="699"/>
                  </a:cubicBezTo>
                  <a:close/>
                  <a:moveTo>
                    <a:pt x="426" y="706"/>
                  </a:moveTo>
                  <a:cubicBezTo>
                    <a:pt x="427" y="707"/>
                    <a:pt x="425" y="707"/>
                    <a:pt x="426" y="706"/>
                  </a:cubicBezTo>
                  <a:close/>
                  <a:moveTo>
                    <a:pt x="427" y="706"/>
                  </a:moveTo>
                  <a:cubicBezTo>
                    <a:pt x="430" y="703"/>
                    <a:pt x="428" y="709"/>
                    <a:pt x="426" y="708"/>
                  </a:cubicBezTo>
                  <a:cubicBezTo>
                    <a:pt x="426" y="708"/>
                    <a:pt x="427" y="707"/>
                    <a:pt x="427" y="706"/>
                  </a:cubicBezTo>
                  <a:close/>
                  <a:moveTo>
                    <a:pt x="427" y="695"/>
                  </a:moveTo>
                  <a:cubicBezTo>
                    <a:pt x="423" y="695"/>
                    <a:pt x="429" y="691"/>
                    <a:pt x="432" y="692"/>
                  </a:cubicBezTo>
                  <a:cubicBezTo>
                    <a:pt x="430" y="693"/>
                    <a:pt x="428" y="694"/>
                    <a:pt x="427" y="695"/>
                  </a:cubicBezTo>
                  <a:close/>
                  <a:moveTo>
                    <a:pt x="432" y="754"/>
                  </a:moveTo>
                  <a:cubicBezTo>
                    <a:pt x="433" y="753"/>
                    <a:pt x="433" y="755"/>
                    <a:pt x="432" y="754"/>
                  </a:cubicBezTo>
                  <a:close/>
                  <a:moveTo>
                    <a:pt x="432" y="720"/>
                  </a:moveTo>
                  <a:cubicBezTo>
                    <a:pt x="431" y="719"/>
                    <a:pt x="433" y="719"/>
                    <a:pt x="433" y="719"/>
                  </a:cubicBezTo>
                  <a:cubicBezTo>
                    <a:pt x="434" y="719"/>
                    <a:pt x="433" y="720"/>
                    <a:pt x="432" y="720"/>
                  </a:cubicBezTo>
                  <a:close/>
                  <a:moveTo>
                    <a:pt x="438" y="712"/>
                  </a:moveTo>
                  <a:cubicBezTo>
                    <a:pt x="440" y="712"/>
                    <a:pt x="442" y="714"/>
                    <a:pt x="442" y="717"/>
                  </a:cubicBezTo>
                  <a:cubicBezTo>
                    <a:pt x="441" y="715"/>
                    <a:pt x="439" y="718"/>
                    <a:pt x="438" y="718"/>
                  </a:cubicBezTo>
                  <a:cubicBezTo>
                    <a:pt x="429" y="720"/>
                    <a:pt x="431" y="709"/>
                    <a:pt x="438" y="712"/>
                  </a:cubicBezTo>
                  <a:close/>
                  <a:moveTo>
                    <a:pt x="441" y="738"/>
                  </a:moveTo>
                  <a:cubicBezTo>
                    <a:pt x="441" y="738"/>
                    <a:pt x="439" y="738"/>
                    <a:pt x="439" y="738"/>
                  </a:cubicBezTo>
                  <a:cubicBezTo>
                    <a:pt x="439" y="737"/>
                    <a:pt x="440" y="737"/>
                    <a:pt x="441" y="738"/>
                  </a:cubicBezTo>
                  <a:close/>
                  <a:moveTo>
                    <a:pt x="438" y="721"/>
                  </a:moveTo>
                  <a:cubicBezTo>
                    <a:pt x="438" y="721"/>
                    <a:pt x="437" y="721"/>
                    <a:pt x="437" y="721"/>
                  </a:cubicBezTo>
                  <a:cubicBezTo>
                    <a:pt x="437" y="719"/>
                    <a:pt x="439" y="723"/>
                    <a:pt x="438" y="721"/>
                  </a:cubicBezTo>
                  <a:close/>
                  <a:moveTo>
                    <a:pt x="437" y="722"/>
                  </a:moveTo>
                  <a:cubicBezTo>
                    <a:pt x="436" y="722"/>
                    <a:pt x="436" y="721"/>
                    <a:pt x="435" y="722"/>
                  </a:cubicBezTo>
                  <a:cubicBezTo>
                    <a:pt x="434" y="722"/>
                    <a:pt x="436" y="721"/>
                    <a:pt x="437" y="722"/>
                  </a:cubicBezTo>
                  <a:close/>
                  <a:moveTo>
                    <a:pt x="440" y="706"/>
                  </a:moveTo>
                  <a:cubicBezTo>
                    <a:pt x="440" y="704"/>
                    <a:pt x="443" y="705"/>
                    <a:pt x="443" y="706"/>
                  </a:cubicBezTo>
                  <a:cubicBezTo>
                    <a:pt x="443" y="708"/>
                    <a:pt x="440" y="707"/>
                    <a:pt x="440" y="706"/>
                  </a:cubicBezTo>
                  <a:close/>
                  <a:moveTo>
                    <a:pt x="443" y="713"/>
                  </a:moveTo>
                  <a:cubicBezTo>
                    <a:pt x="443" y="713"/>
                    <a:pt x="442" y="713"/>
                    <a:pt x="442" y="713"/>
                  </a:cubicBezTo>
                  <a:cubicBezTo>
                    <a:pt x="442" y="712"/>
                    <a:pt x="443" y="713"/>
                    <a:pt x="443" y="713"/>
                  </a:cubicBezTo>
                  <a:close/>
                  <a:moveTo>
                    <a:pt x="449" y="658"/>
                  </a:moveTo>
                  <a:cubicBezTo>
                    <a:pt x="449" y="658"/>
                    <a:pt x="449" y="658"/>
                    <a:pt x="449" y="658"/>
                  </a:cubicBezTo>
                  <a:cubicBezTo>
                    <a:pt x="449" y="655"/>
                    <a:pt x="451" y="660"/>
                    <a:pt x="449" y="658"/>
                  </a:cubicBezTo>
                  <a:close/>
                  <a:moveTo>
                    <a:pt x="446" y="653"/>
                  </a:moveTo>
                  <a:cubicBezTo>
                    <a:pt x="447" y="652"/>
                    <a:pt x="449" y="651"/>
                    <a:pt x="450" y="651"/>
                  </a:cubicBezTo>
                  <a:cubicBezTo>
                    <a:pt x="449" y="652"/>
                    <a:pt x="448" y="653"/>
                    <a:pt x="446" y="653"/>
                  </a:cubicBezTo>
                  <a:close/>
                  <a:moveTo>
                    <a:pt x="449" y="647"/>
                  </a:moveTo>
                  <a:cubicBezTo>
                    <a:pt x="449" y="646"/>
                    <a:pt x="451" y="645"/>
                    <a:pt x="451" y="646"/>
                  </a:cubicBezTo>
                  <a:cubicBezTo>
                    <a:pt x="452" y="647"/>
                    <a:pt x="449" y="649"/>
                    <a:pt x="449" y="647"/>
                  </a:cubicBezTo>
                  <a:close/>
                  <a:moveTo>
                    <a:pt x="451" y="217"/>
                  </a:moveTo>
                  <a:cubicBezTo>
                    <a:pt x="451" y="217"/>
                    <a:pt x="451" y="217"/>
                    <a:pt x="451" y="217"/>
                  </a:cubicBezTo>
                  <a:cubicBezTo>
                    <a:pt x="454" y="218"/>
                    <a:pt x="448" y="220"/>
                    <a:pt x="451" y="217"/>
                  </a:cubicBezTo>
                  <a:close/>
                  <a:moveTo>
                    <a:pt x="449" y="184"/>
                  </a:moveTo>
                  <a:cubicBezTo>
                    <a:pt x="450" y="182"/>
                    <a:pt x="451" y="181"/>
                    <a:pt x="453" y="181"/>
                  </a:cubicBezTo>
                  <a:cubicBezTo>
                    <a:pt x="452" y="182"/>
                    <a:pt x="451" y="183"/>
                    <a:pt x="449" y="184"/>
                  </a:cubicBezTo>
                  <a:close/>
                  <a:moveTo>
                    <a:pt x="459" y="243"/>
                  </a:moveTo>
                  <a:cubicBezTo>
                    <a:pt x="458" y="244"/>
                    <a:pt x="455" y="246"/>
                    <a:pt x="452" y="247"/>
                  </a:cubicBezTo>
                  <a:cubicBezTo>
                    <a:pt x="454" y="245"/>
                    <a:pt x="457" y="244"/>
                    <a:pt x="459" y="243"/>
                  </a:cubicBezTo>
                  <a:close/>
                  <a:moveTo>
                    <a:pt x="456" y="185"/>
                  </a:moveTo>
                  <a:cubicBezTo>
                    <a:pt x="456" y="185"/>
                    <a:pt x="458" y="184"/>
                    <a:pt x="458" y="185"/>
                  </a:cubicBezTo>
                  <a:cubicBezTo>
                    <a:pt x="458" y="185"/>
                    <a:pt x="456" y="186"/>
                    <a:pt x="456" y="185"/>
                  </a:cubicBezTo>
                  <a:close/>
                  <a:moveTo>
                    <a:pt x="457" y="243"/>
                  </a:moveTo>
                  <a:cubicBezTo>
                    <a:pt x="457" y="245"/>
                    <a:pt x="457" y="241"/>
                    <a:pt x="457" y="243"/>
                  </a:cubicBezTo>
                  <a:close/>
                  <a:moveTo>
                    <a:pt x="458" y="185"/>
                  </a:moveTo>
                  <a:cubicBezTo>
                    <a:pt x="459" y="183"/>
                    <a:pt x="460" y="185"/>
                    <a:pt x="458" y="185"/>
                  </a:cubicBezTo>
                  <a:close/>
                  <a:moveTo>
                    <a:pt x="460" y="254"/>
                  </a:moveTo>
                  <a:cubicBezTo>
                    <a:pt x="460" y="255"/>
                    <a:pt x="456" y="257"/>
                    <a:pt x="456" y="255"/>
                  </a:cubicBezTo>
                  <a:cubicBezTo>
                    <a:pt x="455" y="252"/>
                    <a:pt x="460" y="252"/>
                    <a:pt x="460" y="254"/>
                  </a:cubicBezTo>
                  <a:close/>
                  <a:moveTo>
                    <a:pt x="460" y="156"/>
                  </a:moveTo>
                  <a:cubicBezTo>
                    <a:pt x="461" y="154"/>
                    <a:pt x="459" y="157"/>
                    <a:pt x="460" y="156"/>
                  </a:cubicBezTo>
                  <a:close/>
                  <a:moveTo>
                    <a:pt x="461" y="243"/>
                  </a:moveTo>
                  <a:cubicBezTo>
                    <a:pt x="462" y="243"/>
                    <a:pt x="461" y="244"/>
                    <a:pt x="461" y="244"/>
                  </a:cubicBezTo>
                  <a:cubicBezTo>
                    <a:pt x="461" y="244"/>
                    <a:pt x="461" y="243"/>
                    <a:pt x="461" y="243"/>
                  </a:cubicBezTo>
                  <a:close/>
                  <a:moveTo>
                    <a:pt x="461" y="144"/>
                  </a:moveTo>
                  <a:cubicBezTo>
                    <a:pt x="461" y="142"/>
                    <a:pt x="463" y="143"/>
                    <a:pt x="461" y="144"/>
                  </a:cubicBezTo>
                  <a:close/>
                  <a:moveTo>
                    <a:pt x="460" y="266"/>
                  </a:moveTo>
                  <a:cubicBezTo>
                    <a:pt x="459" y="267"/>
                    <a:pt x="463" y="264"/>
                    <a:pt x="460" y="266"/>
                  </a:cubicBezTo>
                  <a:close/>
                  <a:moveTo>
                    <a:pt x="458" y="550"/>
                  </a:moveTo>
                  <a:cubicBezTo>
                    <a:pt x="457" y="550"/>
                    <a:pt x="459" y="549"/>
                    <a:pt x="458" y="550"/>
                  </a:cubicBezTo>
                  <a:cubicBezTo>
                    <a:pt x="458" y="550"/>
                    <a:pt x="458" y="550"/>
                    <a:pt x="458" y="550"/>
                  </a:cubicBezTo>
                  <a:close/>
                  <a:moveTo>
                    <a:pt x="459" y="569"/>
                  </a:moveTo>
                  <a:cubicBezTo>
                    <a:pt x="460" y="568"/>
                    <a:pt x="456" y="570"/>
                    <a:pt x="459" y="569"/>
                  </a:cubicBezTo>
                  <a:close/>
                  <a:moveTo>
                    <a:pt x="461" y="580"/>
                  </a:moveTo>
                  <a:cubicBezTo>
                    <a:pt x="461" y="583"/>
                    <a:pt x="456" y="582"/>
                    <a:pt x="456" y="580"/>
                  </a:cubicBezTo>
                  <a:cubicBezTo>
                    <a:pt x="456" y="579"/>
                    <a:pt x="461" y="578"/>
                    <a:pt x="461" y="580"/>
                  </a:cubicBezTo>
                  <a:close/>
                  <a:moveTo>
                    <a:pt x="462" y="589"/>
                  </a:moveTo>
                  <a:cubicBezTo>
                    <a:pt x="460" y="590"/>
                    <a:pt x="457" y="590"/>
                    <a:pt x="454" y="591"/>
                  </a:cubicBezTo>
                  <a:cubicBezTo>
                    <a:pt x="456" y="590"/>
                    <a:pt x="460" y="589"/>
                    <a:pt x="462" y="589"/>
                  </a:cubicBezTo>
                  <a:close/>
                  <a:moveTo>
                    <a:pt x="457" y="591"/>
                  </a:moveTo>
                  <a:cubicBezTo>
                    <a:pt x="457" y="590"/>
                    <a:pt x="456" y="593"/>
                    <a:pt x="457" y="591"/>
                  </a:cubicBezTo>
                  <a:close/>
                  <a:moveTo>
                    <a:pt x="460" y="671"/>
                  </a:moveTo>
                  <a:cubicBezTo>
                    <a:pt x="460" y="671"/>
                    <a:pt x="457" y="672"/>
                    <a:pt x="458" y="670"/>
                  </a:cubicBezTo>
                  <a:cubicBezTo>
                    <a:pt x="458" y="669"/>
                    <a:pt x="460" y="669"/>
                    <a:pt x="460" y="671"/>
                  </a:cubicBezTo>
                  <a:close/>
                  <a:moveTo>
                    <a:pt x="460" y="662"/>
                  </a:moveTo>
                  <a:cubicBezTo>
                    <a:pt x="460" y="663"/>
                    <a:pt x="459" y="663"/>
                    <a:pt x="459" y="663"/>
                  </a:cubicBezTo>
                  <a:cubicBezTo>
                    <a:pt x="458" y="662"/>
                    <a:pt x="460" y="662"/>
                    <a:pt x="460" y="662"/>
                  </a:cubicBezTo>
                  <a:close/>
                  <a:moveTo>
                    <a:pt x="467" y="612"/>
                  </a:moveTo>
                  <a:cubicBezTo>
                    <a:pt x="467" y="613"/>
                    <a:pt x="465" y="613"/>
                    <a:pt x="465" y="613"/>
                  </a:cubicBezTo>
                  <a:cubicBezTo>
                    <a:pt x="464" y="612"/>
                    <a:pt x="467" y="612"/>
                    <a:pt x="467" y="612"/>
                  </a:cubicBezTo>
                  <a:close/>
                  <a:moveTo>
                    <a:pt x="466" y="284"/>
                  </a:moveTo>
                  <a:cubicBezTo>
                    <a:pt x="466" y="284"/>
                    <a:pt x="466" y="283"/>
                    <a:pt x="466" y="283"/>
                  </a:cubicBezTo>
                  <a:cubicBezTo>
                    <a:pt x="467" y="284"/>
                    <a:pt x="466" y="285"/>
                    <a:pt x="466" y="284"/>
                  </a:cubicBezTo>
                  <a:close/>
                  <a:moveTo>
                    <a:pt x="474" y="600"/>
                  </a:moveTo>
                  <a:cubicBezTo>
                    <a:pt x="474" y="599"/>
                    <a:pt x="476" y="598"/>
                    <a:pt x="476" y="598"/>
                  </a:cubicBezTo>
                  <a:cubicBezTo>
                    <a:pt x="476" y="599"/>
                    <a:pt x="475" y="600"/>
                    <a:pt x="474" y="600"/>
                  </a:cubicBezTo>
                  <a:close/>
                  <a:moveTo>
                    <a:pt x="475" y="266"/>
                  </a:moveTo>
                  <a:cubicBezTo>
                    <a:pt x="475" y="266"/>
                    <a:pt x="474" y="266"/>
                    <a:pt x="474" y="266"/>
                  </a:cubicBezTo>
                  <a:cubicBezTo>
                    <a:pt x="475" y="266"/>
                    <a:pt x="475" y="265"/>
                    <a:pt x="475" y="265"/>
                  </a:cubicBezTo>
                  <a:cubicBezTo>
                    <a:pt x="475" y="265"/>
                    <a:pt x="475" y="265"/>
                    <a:pt x="475" y="266"/>
                  </a:cubicBezTo>
                  <a:close/>
                  <a:moveTo>
                    <a:pt x="466" y="190"/>
                  </a:moveTo>
                  <a:cubicBezTo>
                    <a:pt x="469" y="188"/>
                    <a:pt x="468" y="194"/>
                    <a:pt x="466" y="192"/>
                  </a:cubicBezTo>
                  <a:cubicBezTo>
                    <a:pt x="465" y="192"/>
                    <a:pt x="466" y="191"/>
                    <a:pt x="466" y="190"/>
                  </a:cubicBezTo>
                  <a:close/>
                  <a:moveTo>
                    <a:pt x="469" y="188"/>
                  </a:moveTo>
                  <a:cubicBezTo>
                    <a:pt x="468" y="187"/>
                    <a:pt x="470" y="187"/>
                    <a:pt x="470" y="188"/>
                  </a:cubicBezTo>
                  <a:cubicBezTo>
                    <a:pt x="471" y="188"/>
                    <a:pt x="469" y="189"/>
                    <a:pt x="469" y="188"/>
                  </a:cubicBezTo>
                  <a:close/>
                  <a:moveTo>
                    <a:pt x="469" y="195"/>
                  </a:moveTo>
                  <a:cubicBezTo>
                    <a:pt x="468" y="196"/>
                    <a:pt x="467" y="197"/>
                    <a:pt x="466" y="197"/>
                  </a:cubicBezTo>
                  <a:cubicBezTo>
                    <a:pt x="467" y="196"/>
                    <a:pt x="468" y="195"/>
                    <a:pt x="469" y="195"/>
                  </a:cubicBezTo>
                  <a:close/>
                  <a:moveTo>
                    <a:pt x="463" y="182"/>
                  </a:moveTo>
                  <a:cubicBezTo>
                    <a:pt x="462" y="180"/>
                    <a:pt x="468" y="178"/>
                    <a:pt x="469" y="181"/>
                  </a:cubicBezTo>
                  <a:cubicBezTo>
                    <a:pt x="469" y="184"/>
                    <a:pt x="463" y="184"/>
                    <a:pt x="463" y="182"/>
                  </a:cubicBezTo>
                  <a:close/>
                  <a:moveTo>
                    <a:pt x="466" y="174"/>
                  </a:moveTo>
                  <a:cubicBezTo>
                    <a:pt x="466" y="174"/>
                    <a:pt x="468" y="173"/>
                    <a:pt x="468" y="174"/>
                  </a:cubicBezTo>
                  <a:cubicBezTo>
                    <a:pt x="469" y="174"/>
                    <a:pt x="466" y="175"/>
                    <a:pt x="466" y="174"/>
                  </a:cubicBezTo>
                  <a:close/>
                  <a:moveTo>
                    <a:pt x="462" y="142"/>
                  </a:moveTo>
                  <a:cubicBezTo>
                    <a:pt x="462" y="141"/>
                    <a:pt x="464" y="141"/>
                    <a:pt x="464" y="141"/>
                  </a:cubicBezTo>
                  <a:cubicBezTo>
                    <a:pt x="464" y="141"/>
                    <a:pt x="463" y="142"/>
                    <a:pt x="462" y="142"/>
                  </a:cubicBezTo>
                  <a:close/>
                  <a:moveTo>
                    <a:pt x="459" y="145"/>
                  </a:moveTo>
                  <a:cubicBezTo>
                    <a:pt x="459" y="145"/>
                    <a:pt x="460" y="145"/>
                    <a:pt x="460" y="145"/>
                  </a:cubicBezTo>
                  <a:cubicBezTo>
                    <a:pt x="460" y="145"/>
                    <a:pt x="459" y="146"/>
                    <a:pt x="459" y="145"/>
                  </a:cubicBezTo>
                  <a:close/>
                  <a:moveTo>
                    <a:pt x="458" y="124"/>
                  </a:moveTo>
                  <a:cubicBezTo>
                    <a:pt x="456" y="128"/>
                    <a:pt x="457" y="122"/>
                    <a:pt x="459" y="122"/>
                  </a:cubicBezTo>
                  <a:cubicBezTo>
                    <a:pt x="459" y="123"/>
                    <a:pt x="459" y="124"/>
                    <a:pt x="458" y="124"/>
                  </a:cubicBezTo>
                  <a:close/>
                  <a:moveTo>
                    <a:pt x="461" y="153"/>
                  </a:moveTo>
                  <a:cubicBezTo>
                    <a:pt x="461" y="154"/>
                    <a:pt x="457" y="155"/>
                    <a:pt x="457" y="154"/>
                  </a:cubicBezTo>
                  <a:cubicBezTo>
                    <a:pt x="456" y="153"/>
                    <a:pt x="460" y="151"/>
                    <a:pt x="461" y="153"/>
                  </a:cubicBezTo>
                  <a:close/>
                  <a:moveTo>
                    <a:pt x="449" y="133"/>
                  </a:moveTo>
                  <a:cubicBezTo>
                    <a:pt x="448" y="132"/>
                    <a:pt x="450" y="133"/>
                    <a:pt x="450" y="133"/>
                  </a:cubicBezTo>
                  <a:cubicBezTo>
                    <a:pt x="451" y="133"/>
                    <a:pt x="449" y="133"/>
                    <a:pt x="449" y="133"/>
                  </a:cubicBezTo>
                  <a:close/>
                  <a:moveTo>
                    <a:pt x="434" y="47"/>
                  </a:moveTo>
                  <a:cubicBezTo>
                    <a:pt x="435" y="47"/>
                    <a:pt x="436" y="47"/>
                    <a:pt x="436" y="47"/>
                  </a:cubicBezTo>
                  <a:cubicBezTo>
                    <a:pt x="436" y="47"/>
                    <a:pt x="435" y="48"/>
                    <a:pt x="434" y="47"/>
                  </a:cubicBezTo>
                  <a:close/>
                  <a:moveTo>
                    <a:pt x="433" y="61"/>
                  </a:moveTo>
                  <a:cubicBezTo>
                    <a:pt x="434" y="60"/>
                    <a:pt x="435" y="62"/>
                    <a:pt x="433" y="61"/>
                  </a:cubicBezTo>
                  <a:close/>
                  <a:moveTo>
                    <a:pt x="432" y="54"/>
                  </a:moveTo>
                  <a:cubicBezTo>
                    <a:pt x="432" y="53"/>
                    <a:pt x="433" y="53"/>
                    <a:pt x="433" y="53"/>
                  </a:cubicBezTo>
                  <a:cubicBezTo>
                    <a:pt x="434" y="54"/>
                    <a:pt x="432" y="54"/>
                    <a:pt x="432" y="54"/>
                  </a:cubicBezTo>
                  <a:close/>
                  <a:moveTo>
                    <a:pt x="432" y="47"/>
                  </a:moveTo>
                  <a:cubicBezTo>
                    <a:pt x="431" y="47"/>
                    <a:pt x="432" y="46"/>
                    <a:pt x="432" y="46"/>
                  </a:cubicBezTo>
                  <a:cubicBezTo>
                    <a:pt x="433" y="47"/>
                    <a:pt x="432" y="47"/>
                    <a:pt x="432" y="47"/>
                  </a:cubicBezTo>
                  <a:close/>
                  <a:moveTo>
                    <a:pt x="435" y="69"/>
                  </a:moveTo>
                  <a:cubicBezTo>
                    <a:pt x="435" y="72"/>
                    <a:pt x="431" y="71"/>
                    <a:pt x="431" y="69"/>
                  </a:cubicBezTo>
                  <a:cubicBezTo>
                    <a:pt x="431" y="67"/>
                    <a:pt x="435" y="66"/>
                    <a:pt x="435" y="69"/>
                  </a:cubicBezTo>
                  <a:close/>
                  <a:moveTo>
                    <a:pt x="426" y="60"/>
                  </a:moveTo>
                  <a:cubicBezTo>
                    <a:pt x="425" y="58"/>
                    <a:pt x="430" y="57"/>
                    <a:pt x="431" y="59"/>
                  </a:cubicBezTo>
                  <a:cubicBezTo>
                    <a:pt x="432" y="62"/>
                    <a:pt x="427" y="61"/>
                    <a:pt x="426" y="60"/>
                  </a:cubicBezTo>
                  <a:close/>
                  <a:moveTo>
                    <a:pt x="426" y="47"/>
                  </a:moveTo>
                  <a:cubicBezTo>
                    <a:pt x="426" y="47"/>
                    <a:pt x="426" y="47"/>
                    <a:pt x="426" y="47"/>
                  </a:cubicBezTo>
                  <a:cubicBezTo>
                    <a:pt x="427" y="48"/>
                    <a:pt x="424" y="45"/>
                    <a:pt x="426" y="47"/>
                  </a:cubicBezTo>
                  <a:close/>
                  <a:moveTo>
                    <a:pt x="426" y="48"/>
                  </a:moveTo>
                  <a:cubicBezTo>
                    <a:pt x="426" y="50"/>
                    <a:pt x="424" y="49"/>
                    <a:pt x="424" y="49"/>
                  </a:cubicBezTo>
                  <a:cubicBezTo>
                    <a:pt x="424" y="48"/>
                    <a:pt x="425" y="48"/>
                    <a:pt x="426" y="48"/>
                  </a:cubicBezTo>
                  <a:close/>
                  <a:moveTo>
                    <a:pt x="428" y="81"/>
                  </a:moveTo>
                  <a:cubicBezTo>
                    <a:pt x="426" y="82"/>
                    <a:pt x="425" y="83"/>
                    <a:pt x="423" y="83"/>
                  </a:cubicBezTo>
                  <a:cubicBezTo>
                    <a:pt x="424" y="83"/>
                    <a:pt x="426" y="81"/>
                    <a:pt x="428" y="81"/>
                  </a:cubicBezTo>
                  <a:close/>
                  <a:moveTo>
                    <a:pt x="425" y="98"/>
                  </a:moveTo>
                  <a:cubicBezTo>
                    <a:pt x="424" y="101"/>
                    <a:pt x="421" y="99"/>
                    <a:pt x="425" y="98"/>
                  </a:cubicBezTo>
                  <a:close/>
                  <a:moveTo>
                    <a:pt x="424" y="146"/>
                  </a:moveTo>
                  <a:cubicBezTo>
                    <a:pt x="424" y="148"/>
                    <a:pt x="422" y="148"/>
                    <a:pt x="421" y="149"/>
                  </a:cubicBezTo>
                  <a:cubicBezTo>
                    <a:pt x="421" y="147"/>
                    <a:pt x="423" y="147"/>
                    <a:pt x="424" y="146"/>
                  </a:cubicBezTo>
                  <a:close/>
                  <a:moveTo>
                    <a:pt x="418" y="110"/>
                  </a:moveTo>
                  <a:cubicBezTo>
                    <a:pt x="419" y="110"/>
                    <a:pt x="420" y="109"/>
                    <a:pt x="422" y="109"/>
                  </a:cubicBezTo>
                  <a:cubicBezTo>
                    <a:pt x="421" y="110"/>
                    <a:pt x="419" y="111"/>
                    <a:pt x="418" y="110"/>
                  </a:cubicBezTo>
                  <a:close/>
                  <a:moveTo>
                    <a:pt x="418" y="108"/>
                  </a:moveTo>
                  <a:cubicBezTo>
                    <a:pt x="419" y="106"/>
                    <a:pt x="420" y="106"/>
                    <a:pt x="421" y="106"/>
                  </a:cubicBezTo>
                  <a:cubicBezTo>
                    <a:pt x="421" y="107"/>
                    <a:pt x="419" y="108"/>
                    <a:pt x="418" y="108"/>
                  </a:cubicBezTo>
                  <a:close/>
                  <a:moveTo>
                    <a:pt x="420" y="89"/>
                  </a:move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lose/>
                  <a:moveTo>
                    <a:pt x="421" y="89"/>
                  </a:moveTo>
                  <a:cubicBezTo>
                    <a:pt x="421" y="89"/>
                    <a:pt x="421" y="88"/>
                    <a:pt x="421" y="89"/>
                  </a:cubicBezTo>
                  <a:close/>
                  <a:moveTo>
                    <a:pt x="418" y="85"/>
                  </a:moveTo>
                  <a:cubicBezTo>
                    <a:pt x="418" y="84"/>
                    <a:pt x="420" y="84"/>
                    <a:pt x="421" y="84"/>
                  </a:cubicBezTo>
                  <a:cubicBezTo>
                    <a:pt x="421" y="85"/>
                    <a:pt x="418" y="86"/>
                    <a:pt x="418" y="85"/>
                  </a:cubicBezTo>
                  <a:close/>
                  <a:moveTo>
                    <a:pt x="416" y="78"/>
                  </a:moveTo>
                  <a:cubicBezTo>
                    <a:pt x="416" y="78"/>
                    <a:pt x="418" y="77"/>
                    <a:pt x="419" y="78"/>
                  </a:cubicBezTo>
                  <a:cubicBezTo>
                    <a:pt x="420" y="80"/>
                    <a:pt x="416" y="80"/>
                    <a:pt x="416" y="78"/>
                  </a:cubicBezTo>
                  <a:close/>
                  <a:moveTo>
                    <a:pt x="420" y="96"/>
                  </a:moveTo>
                  <a:cubicBezTo>
                    <a:pt x="420" y="98"/>
                    <a:pt x="417" y="99"/>
                    <a:pt x="415" y="98"/>
                  </a:cubicBezTo>
                  <a:cubicBezTo>
                    <a:pt x="411" y="95"/>
                    <a:pt x="420" y="92"/>
                    <a:pt x="420" y="96"/>
                  </a:cubicBezTo>
                  <a:close/>
                  <a:moveTo>
                    <a:pt x="415" y="101"/>
                  </a:moveTo>
                  <a:cubicBezTo>
                    <a:pt x="417" y="103"/>
                    <a:pt x="410" y="105"/>
                    <a:pt x="413" y="102"/>
                  </a:cubicBezTo>
                  <a:cubicBezTo>
                    <a:pt x="413" y="101"/>
                    <a:pt x="414" y="101"/>
                    <a:pt x="415" y="101"/>
                  </a:cubicBezTo>
                  <a:close/>
                  <a:moveTo>
                    <a:pt x="414" y="157"/>
                  </a:moveTo>
                  <a:cubicBezTo>
                    <a:pt x="414" y="158"/>
                    <a:pt x="412" y="159"/>
                    <a:pt x="410" y="159"/>
                  </a:cubicBezTo>
                  <a:cubicBezTo>
                    <a:pt x="411" y="158"/>
                    <a:pt x="413" y="158"/>
                    <a:pt x="414" y="157"/>
                  </a:cubicBezTo>
                  <a:close/>
                  <a:moveTo>
                    <a:pt x="413" y="544"/>
                  </a:moveTo>
                  <a:cubicBezTo>
                    <a:pt x="412" y="547"/>
                    <a:pt x="410" y="546"/>
                    <a:pt x="413" y="544"/>
                  </a:cubicBezTo>
                  <a:close/>
                  <a:moveTo>
                    <a:pt x="411" y="281"/>
                  </a:moveTo>
                  <a:cubicBezTo>
                    <a:pt x="413" y="282"/>
                    <a:pt x="410" y="282"/>
                    <a:pt x="411" y="281"/>
                  </a:cubicBezTo>
                  <a:close/>
                  <a:moveTo>
                    <a:pt x="417" y="620"/>
                  </a:moveTo>
                  <a:cubicBezTo>
                    <a:pt x="418" y="619"/>
                    <a:pt x="419" y="618"/>
                    <a:pt x="420" y="619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1" y="620"/>
                    <a:pt x="420" y="621"/>
                    <a:pt x="420" y="621"/>
                  </a:cubicBezTo>
                  <a:cubicBezTo>
                    <a:pt x="418" y="622"/>
                    <a:pt x="418" y="621"/>
                    <a:pt x="418" y="620"/>
                  </a:cubicBezTo>
                  <a:cubicBezTo>
                    <a:pt x="417" y="620"/>
                    <a:pt x="416" y="620"/>
                    <a:pt x="416" y="620"/>
                  </a:cubicBezTo>
                  <a:cubicBezTo>
                    <a:pt x="415" y="621"/>
                    <a:pt x="408" y="625"/>
                    <a:pt x="407" y="624"/>
                  </a:cubicBezTo>
                  <a:cubicBezTo>
                    <a:pt x="406" y="622"/>
                    <a:pt x="416" y="620"/>
                    <a:pt x="417" y="620"/>
                  </a:cubicBezTo>
                  <a:close/>
                  <a:moveTo>
                    <a:pt x="408" y="668"/>
                  </a:moveTo>
                  <a:cubicBezTo>
                    <a:pt x="408" y="669"/>
                    <a:pt x="410" y="667"/>
                    <a:pt x="410" y="668"/>
                  </a:cubicBezTo>
                  <a:cubicBezTo>
                    <a:pt x="410" y="669"/>
                    <a:pt x="408" y="670"/>
                    <a:pt x="408" y="668"/>
                  </a:cubicBezTo>
                  <a:close/>
                  <a:moveTo>
                    <a:pt x="409" y="676"/>
                  </a:moveTo>
                  <a:cubicBezTo>
                    <a:pt x="409" y="676"/>
                    <a:pt x="409" y="677"/>
                    <a:pt x="408" y="676"/>
                  </a:cubicBezTo>
                  <a:cubicBezTo>
                    <a:pt x="407" y="676"/>
                    <a:pt x="410" y="675"/>
                    <a:pt x="409" y="676"/>
                  </a:cubicBezTo>
                  <a:close/>
                  <a:moveTo>
                    <a:pt x="400" y="518"/>
                  </a:moveTo>
                  <a:cubicBezTo>
                    <a:pt x="397" y="519"/>
                    <a:pt x="400" y="515"/>
                    <a:pt x="401" y="517"/>
                  </a:cubicBezTo>
                  <a:cubicBezTo>
                    <a:pt x="401" y="518"/>
                    <a:pt x="401" y="518"/>
                    <a:pt x="400" y="518"/>
                  </a:cubicBezTo>
                  <a:close/>
                  <a:moveTo>
                    <a:pt x="400" y="648"/>
                  </a:move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8"/>
                  </a:cubicBezTo>
                  <a:close/>
                  <a:moveTo>
                    <a:pt x="392" y="551"/>
                  </a:moveTo>
                  <a:cubicBezTo>
                    <a:pt x="393" y="549"/>
                    <a:pt x="397" y="551"/>
                    <a:pt x="396" y="553"/>
                  </a:cubicBezTo>
                  <a:cubicBezTo>
                    <a:pt x="395" y="555"/>
                    <a:pt x="390" y="554"/>
                    <a:pt x="392" y="551"/>
                  </a:cubicBezTo>
                  <a:close/>
                  <a:moveTo>
                    <a:pt x="393" y="587"/>
                  </a:moveTo>
                  <a:cubicBezTo>
                    <a:pt x="390" y="588"/>
                    <a:pt x="394" y="586"/>
                    <a:pt x="393" y="587"/>
                  </a:cubicBezTo>
                  <a:close/>
                  <a:moveTo>
                    <a:pt x="394" y="493"/>
                  </a:moveTo>
                  <a:cubicBezTo>
                    <a:pt x="394" y="493"/>
                    <a:pt x="393" y="494"/>
                    <a:pt x="393" y="493"/>
                  </a:cubicBezTo>
                  <a:cubicBezTo>
                    <a:pt x="391" y="492"/>
                    <a:pt x="396" y="491"/>
                    <a:pt x="394" y="493"/>
                  </a:cubicBezTo>
                  <a:close/>
                  <a:moveTo>
                    <a:pt x="394" y="530"/>
                  </a:moveTo>
                  <a:cubicBezTo>
                    <a:pt x="394" y="530"/>
                    <a:pt x="394" y="531"/>
                    <a:pt x="394" y="530"/>
                  </a:cubicBezTo>
                  <a:cubicBezTo>
                    <a:pt x="393" y="530"/>
                    <a:pt x="395" y="529"/>
                    <a:pt x="394" y="530"/>
                  </a:cubicBezTo>
                  <a:close/>
                  <a:moveTo>
                    <a:pt x="397" y="543"/>
                  </a:moveTo>
                  <a:cubicBezTo>
                    <a:pt x="397" y="543"/>
                    <a:pt x="396" y="544"/>
                    <a:pt x="396" y="543"/>
                  </a:cubicBezTo>
                  <a:cubicBezTo>
                    <a:pt x="395" y="543"/>
                    <a:pt x="398" y="542"/>
                    <a:pt x="397" y="543"/>
                  </a:cubicBezTo>
                  <a:close/>
                  <a:moveTo>
                    <a:pt x="396" y="585"/>
                  </a:moveTo>
                  <a:cubicBezTo>
                    <a:pt x="396" y="586"/>
                    <a:pt x="396" y="586"/>
                    <a:pt x="396" y="586"/>
                  </a:cubicBezTo>
                  <a:cubicBezTo>
                    <a:pt x="394" y="587"/>
                    <a:pt x="396" y="586"/>
                    <a:pt x="396" y="585"/>
                  </a:cubicBezTo>
                  <a:close/>
                  <a:moveTo>
                    <a:pt x="396" y="601"/>
                  </a:moveTo>
                  <a:cubicBezTo>
                    <a:pt x="397" y="601"/>
                    <a:pt x="396" y="602"/>
                    <a:pt x="395" y="603"/>
                  </a:cubicBezTo>
                  <a:cubicBezTo>
                    <a:pt x="395" y="602"/>
                    <a:pt x="396" y="601"/>
                    <a:pt x="396" y="601"/>
                  </a:cubicBezTo>
                  <a:close/>
                  <a:moveTo>
                    <a:pt x="399" y="645"/>
                  </a:moveTo>
                  <a:cubicBezTo>
                    <a:pt x="399" y="646"/>
                    <a:pt x="396" y="647"/>
                    <a:pt x="397" y="645"/>
                  </a:cubicBezTo>
                  <a:cubicBezTo>
                    <a:pt x="397" y="643"/>
                    <a:pt x="399" y="644"/>
                    <a:pt x="399" y="645"/>
                  </a:cubicBezTo>
                  <a:close/>
                  <a:moveTo>
                    <a:pt x="398" y="622"/>
                  </a:moveTo>
                  <a:cubicBezTo>
                    <a:pt x="395" y="624"/>
                    <a:pt x="397" y="618"/>
                    <a:pt x="399" y="619"/>
                  </a:cubicBezTo>
                  <a:cubicBezTo>
                    <a:pt x="401" y="620"/>
                    <a:pt x="399" y="622"/>
                    <a:pt x="398" y="622"/>
                  </a:cubicBezTo>
                  <a:close/>
                  <a:moveTo>
                    <a:pt x="397" y="513"/>
                  </a:moveTo>
                  <a:cubicBezTo>
                    <a:pt x="397" y="513"/>
                    <a:pt x="399" y="513"/>
                    <a:pt x="399" y="513"/>
                  </a:cubicBezTo>
                  <a:cubicBezTo>
                    <a:pt x="399" y="514"/>
                    <a:pt x="397" y="514"/>
                    <a:pt x="397" y="513"/>
                  </a:cubicBezTo>
                  <a:close/>
                  <a:moveTo>
                    <a:pt x="397" y="606"/>
                  </a:moveTo>
                  <a:cubicBezTo>
                    <a:pt x="397" y="605"/>
                    <a:pt x="397" y="605"/>
                    <a:pt x="398" y="605"/>
                  </a:cubicBezTo>
                  <a:cubicBezTo>
                    <a:pt x="399" y="605"/>
                    <a:pt x="398" y="607"/>
                    <a:pt x="397" y="606"/>
                  </a:cubicBezTo>
                  <a:close/>
                  <a:moveTo>
                    <a:pt x="397" y="461"/>
                  </a:moveTo>
                  <a:cubicBezTo>
                    <a:pt x="398" y="459"/>
                    <a:pt x="400" y="459"/>
                    <a:pt x="402" y="458"/>
                  </a:cubicBezTo>
                  <a:cubicBezTo>
                    <a:pt x="401" y="460"/>
                    <a:pt x="399" y="460"/>
                    <a:pt x="397" y="461"/>
                  </a:cubicBezTo>
                  <a:close/>
                  <a:moveTo>
                    <a:pt x="401" y="364"/>
                  </a:moveTo>
                  <a:cubicBezTo>
                    <a:pt x="399" y="366"/>
                    <a:pt x="401" y="361"/>
                    <a:pt x="402" y="362"/>
                  </a:cubicBezTo>
                  <a:cubicBezTo>
                    <a:pt x="403" y="362"/>
                    <a:pt x="401" y="364"/>
                    <a:pt x="401" y="364"/>
                  </a:cubicBezTo>
                  <a:close/>
                  <a:moveTo>
                    <a:pt x="400" y="245"/>
                  </a:moveTo>
                  <a:cubicBezTo>
                    <a:pt x="401" y="244"/>
                    <a:pt x="399" y="246"/>
                    <a:pt x="400" y="245"/>
                  </a:cubicBezTo>
                  <a:close/>
                  <a:moveTo>
                    <a:pt x="402" y="477"/>
                  </a:moveTo>
                  <a:cubicBezTo>
                    <a:pt x="401" y="478"/>
                    <a:pt x="403" y="476"/>
                    <a:pt x="402" y="477"/>
                  </a:cubicBezTo>
                  <a:close/>
                  <a:moveTo>
                    <a:pt x="402" y="458"/>
                  </a:moveTo>
                  <a:cubicBezTo>
                    <a:pt x="401" y="457"/>
                    <a:pt x="406" y="457"/>
                    <a:pt x="404" y="458"/>
                  </a:cubicBezTo>
                  <a:cubicBezTo>
                    <a:pt x="403" y="458"/>
                    <a:pt x="403" y="459"/>
                    <a:pt x="402" y="458"/>
                  </a:cubicBezTo>
                  <a:close/>
                  <a:moveTo>
                    <a:pt x="406" y="578"/>
                  </a:moveTo>
                  <a:cubicBezTo>
                    <a:pt x="406" y="578"/>
                    <a:pt x="408" y="577"/>
                    <a:pt x="409" y="578"/>
                  </a:cubicBezTo>
                  <a:cubicBezTo>
                    <a:pt x="409" y="579"/>
                    <a:pt x="406" y="580"/>
                    <a:pt x="406" y="578"/>
                  </a:cubicBezTo>
                  <a:close/>
                  <a:moveTo>
                    <a:pt x="409" y="606"/>
                  </a:moveTo>
                  <a:cubicBezTo>
                    <a:pt x="408" y="607"/>
                    <a:pt x="407" y="606"/>
                    <a:pt x="409" y="606"/>
                  </a:cubicBezTo>
                  <a:close/>
                  <a:moveTo>
                    <a:pt x="408" y="313"/>
                  </a:moveTo>
                  <a:cubicBezTo>
                    <a:pt x="407" y="314"/>
                    <a:pt x="409" y="312"/>
                    <a:pt x="408" y="313"/>
                  </a:cubicBezTo>
                  <a:close/>
                  <a:moveTo>
                    <a:pt x="407" y="275"/>
                  </a:moveTo>
                  <a:cubicBezTo>
                    <a:pt x="407" y="273"/>
                    <a:pt x="410" y="273"/>
                    <a:pt x="407" y="275"/>
                  </a:cubicBezTo>
                  <a:close/>
                  <a:moveTo>
                    <a:pt x="408" y="442"/>
                  </a:moveTo>
                  <a:cubicBezTo>
                    <a:pt x="408" y="443"/>
                    <a:pt x="407" y="443"/>
                    <a:pt x="406" y="443"/>
                  </a:cubicBezTo>
                  <a:cubicBezTo>
                    <a:pt x="406" y="443"/>
                    <a:pt x="407" y="442"/>
                    <a:pt x="408" y="442"/>
                  </a:cubicBezTo>
                  <a:close/>
                  <a:moveTo>
                    <a:pt x="406" y="543"/>
                  </a:moveTo>
                  <a:cubicBezTo>
                    <a:pt x="406" y="544"/>
                    <a:pt x="405" y="543"/>
                    <a:pt x="405" y="543"/>
                  </a:cubicBezTo>
                  <a:cubicBezTo>
                    <a:pt x="406" y="542"/>
                    <a:pt x="406" y="543"/>
                    <a:pt x="406" y="543"/>
                  </a:cubicBezTo>
                  <a:close/>
                  <a:moveTo>
                    <a:pt x="405" y="445"/>
                  </a:moveTo>
                  <a:cubicBezTo>
                    <a:pt x="404" y="444"/>
                    <a:pt x="406" y="443"/>
                    <a:pt x="405" y="445"/>
                  </a:cubicBezTo>
                  <a:close/>
                  <a:moveTo>
                    <a:pt x="404" y="396"/>
                  </a:moveTo>
                  <a:cubicBezTo>
                    <a:pt x="404" y="395"/>
                    <a:pt x="405" y="395"/>
                    <a:pt x="406" y="395"/>
                  </a:cubicBezTo>
                  <a:cubicBezTo>
                    <a:pt x="405" y="395"/>
                    <a:pt x="405" y="396"/>
                    <a:pt x="404" y="396"/>
                  </a:cubicBezTo>
                  <a:close/>
                  <a:moveTo>
                    <a:pt x="403" y="318"/>
                  </a:moveTo>
                  <a:cubicBezTo>
                    <a:pt x="403" y="317"/>
                    <a:pt x="404" y="317"/>
                    <a:pt x="404" y="316"/>
                  </a:cubicBezTo>
                  <a:cubicBezTo>
                    <a:pt x="405" y="316"/>
                    <a:pt x="403" y="318"/>
                    <a:pt x="403" y="318"/>
                  </a:cubicBezTo>
                  <a:close/>
                  <a:moveTo>
                    <a:pt x="404" y="524"/>
                  </a:moveTo>
                  <a:cubicBezTo>
                    <a:pt x="404" y="524"/>
                    <a:pt x="404" y="523"/>
                    <a:pt x="404" y="523"/>
                  </a:cubicBezTo>
                  <a:cubicBezTo>
                    <a:pt x="404" y="521"/>
                    <a:pt x="406" y="524"/>
                    <a:pt x="404" y="524"/>
                  </a:cubicBezTo>
                  <a:close/>
                  <a:moveTo>
                    <a:pt x="405" y="525"/>
                  </a:moveTo>
                  <a:cubicBezTo>
                    <a:pt x="405" y="525"/>
                    <a:pt x="405" y="525"/>
                    <a:pt x="405" y="525"/>
                  </a:cubicBezTo>
                  <a:cubicBezTo>
                    <a:pt x="405" y="525"/>
                    <a:pt x="405" y="525"/>
                    <a:pt x="405" y="525"/>
                  </a:cubicBezTo>
                  <a:close/>
                  <a:moveTo>
                    <a:pt x="404" y="655"/>
                  </a:moveTo>
                  <a:cubicBezTo>
                    <a:pt x="405" y="653"/>
                    <a:pt x="407" y="655"/>
                    <a:pt x="404" y="655"/>
                  </a:cubicBezTo>
                  <a:close/>
                  <a:moveTo>
                    <a:pt x="407" y="684"/>
                  </a:moveTo>
                  <a:cubicBezTo>
                    <a:pt x="407" y="684"/>
                    <a:pt x="405" y="685"/>
                    <a:pt x="405" y="683"/>
                  </a:cubicBezTo>
                  <a:cubicBezTo>
                    <a:pt x="405" y="683"/>
                    <a:pt x="407" y="683"/>
                    <a:pt x="407" y="684"/>
                  </a:cubicBezTo>
                  <a:close/>
                  <a:moveTo>
                    <a:pt x="409" y="608"/>
                  </a:moveTo>
                  <a:cubicBezTo>
                    <a:pt x="410" y="608"/>
                    <a:pt x="408" y="610"/>
                    <a:pt x="407" y="609"/>
                  </a:cubicBezTo>
                  <a:cubicBezTo>
                    <a:pt x="407" y="609"/>
                    <a:pt x="409" y="608"/>
                    <a:pt x="409" y="608"/>
                  </a:cubicBezTo>
                  <a:close/>
                  <a:moveTo>
                    <a:pt x="410" y="568"/>
                  </a:moveTo>
                  <a:cubicBezTo>
                    <a:pt x="410" y="568"/>
                    <a:pt x="409" y="568"/>
                    <a:pt x="409" y="568"/>
                  </a:cubicBezTo>
                  <a:cubicBezTo>
                    <a:pt x="408" y="567"/>
                    <a:pt x="411" y="566"/>
                    <a:pt x="410" y="568"/>
                  </a:cubicBezTo>
                  <a:close/>
                  <a:moveTo>
                    <a:pt x="409" y="52"/>
                  </a:moveTo>
                  <a:cubicBezTo>
                    <a:pt x="410" y="51"/>
                    <a:pt x="412" y="49"/>
                    <a:pt x="414" y="50"/>
                  </a:cubicBezTo>
                  <a:cubicBezTo>
                    <a:pt x="416" y="51"/>
                    <a:pt x="411" y="53"/>
                    <a:pt x="409" y="52"/>
                  </a:cubicBezTo>
                  <a:close/>
                  <a:moveTo>
                    <a:pt x="409" y="237"/>
                  </a:moveTo>
                  <a:cubicBezTo>
                    <a:pt x="409" y="239"/>
                    <a:pt x="407" y="238"/>
                    <a:pt x="409" y="237"/>
                  </a:cubicBezTo>
                  <a:close/>
                  <a:moveTo>
                    <a:pt x="408" y="55"/>
                  </a:moveTo>
                  <a:cubicBezTo>
                    <a:pt x="408" y="55"/>
                    <a:pt x="408" y="55"/>
                    <a:pt x="409" y="55"/>
                  </a:cubicBezTo>
                  <a:cubicBezTo>
                    <a:pt x="409" y="57"/>
                    <a:pt x="406" y="53"/>
                    <a:pt x="408" y="55"/>
                  </a:cubicBezTo>
                  <a:close/>
                  <a:moveTo>
                    <a:pt x="406" y="162"/>
                  </a:moveTo>
                  <a:cubicBezTo>
                    <a:pt x="404" y="163"/>
                    <a:pt x="403" y="163"/>
                    <a:pt x="401" y="163"/>
                  </a:cubicBezTo>
                  <a:cubicBezTo>
                    <a:pt x="401" y="164"/>
                    <a:pt x="400" y="164"/>
                    <a:pt x="400" y="164"/>
                  </a:cubicBezTo>
                  <a:cubicBezTo>
                    <a:pt x="400" y="164"/>
                    <a:pt x="401" y="164"/>
                    <a:pt x="401" y="163"/>
                  </a:cubicBezTo>
                  <a:cubicBezTo>
                    <a:pt x="403" y="162"/>
                    <a:pt x="406" y="160"/>
                    <a:pt x="407" y="159"/>
                  </a:cubicBezTo>
                  <a:cubicBezTo>
                    <a:pt x="410" y="159"/>
                    <a:pt x="406" y="162"/>
                    <a:pt x="406" y="162"/>
                  </a:cubicBezTo>
                  <a:close/>
                  <a:moveTo>
                    <a:pt x="393" y="311"/>
                  </a:moveTo>
                  <a:cubicBezTo>
                    <a:pt x="391" y="311"/>
                    <a:pt x="394" y="305"/>
                    <a:pt x="395" y="306"/>
                  </a:cubicBezTo>
                  <a:cubicBezTo>
                    <a:pt x="397" y="307"/>
                    <a:pt x="394" y="311"/>
                    <a:pt x="393" y="311"/>
                  </a:cubicBezTo>
                  <a:close/>
                  <a:moveTo>
                    <a:pt x="396" y="305"/>
                  </a:moveTo>
                  <a:cubicBezTo>
                    <a:pt x="397" y="304"/>
                    <a:pt x="395" y="306"/>
                    <a:pt x="396" y="305"/>
                  </a:cubicBezTo>
                  <a:close/>
                  <a:moveTo>
                    <a:pt x="394" y="421"/>
                  </a:moveTo>
                  <a:cubicBezTo>
                    <a:pt x="395" y="422"/>
                    <a:pt x="393" y="423"/>
                    <a:pt x="394" y="421"/>
                  </a:cubicBezTo>
                  <a:close/>
                  <a:moveTo>
                    <a:pt x="393" y="423"/>
                  </a:moveTo>
                  <a:cubicBezTo>
                    <a:pt x="393" y="424"/>
                    <a:pt x="392" y="424"/>
                    <a:pt x="391" y="424"/>
                  </a:cubicBezTo>
                  <a:cubicBezTo>
                    <a:pt x="391" y="423"/>
                    <a:pt x="392" y="423"/>
                    <a:pt x="393" y="423"/>
                  </a:cubicBezTo>
                  <a:close/>
                  <a:moveTo>
                    <a:pt x="391" y="240"/>
                  </a:moveTo>
                  <a:cubicBezTo>
                    <a:pt x="390" y="240"/>
                    <a:pt x="392" y="238"/>
                    <a:pt x="391" y="240"/>
                  </a:cubicBezTo>
                  <a:close/>
                  <a:moveTo>
                    <a:pt x="392" y="270"/>
                  </a:moveTo>
                  <a:cubicBezTo>
                    <a:pt x="391" y="270"/>
                    <a:pt x="393" y="269"/>
                    <a:pt x="393" y="268"/>
                  </a:cubicBezTo>
                  <a:cubicBezTo>
                    <a:pt x="394" y="269"/>
                    <a:pt x="392" y="269"/>
                    <a:pt x="392" y="270"/>
                  </a:cubicBezTo>
                  <a:close/>
                  <a:moveTo>
                    <a:pt x="392" y="138"/>
                  </a:moveTo>
                  <a:cubicBezTo>
                    <a:pt x="394" y="139"/>
                    <a:pt x="391" y="137"/>
                    <a:pt x="392" y="138"/>
                  </a:cubicBezTo>
                  <a:close/>
                  <a:moveTo>
                    <a:pt x="390" y="132"/>
                  </a:moveTo>
                  <a:cubicBezTo>
                    <a:pt x="391" y="132"/>
                    <a:pt x="392" y="132"/>
                    <a:pt x="392" y="132"/>
                  </a:cubicBezTo>
                  <a:cubicBezTo>
                    <a:pt x="392" y="132"/>
                    <a:pt x="391" y="133"/>
                    <a:pt x="390" y="132"/>
                  </a:cubicBezTo>
                  <a:close/>
                  <a:moveTo>
                    <a:pt x="384" y="595"/>
                  </a:moveTo>
                  <a:cubicBezTo>
                    <a:pt x="392" y="593"/>
                    <a:pt x="390" y="603"/>
                    <a:pt x="384" y="604"/>
                  </a:cubicBezTo>
                  <a:cubicBezTo>
                    <a:pt x="378" y="604"/>
                    <a:pt x="379" y="597"/>
                    <a:pt x="384" y="595"/>
                  </a:cubicBezTo>
                  <a:close/>
                  <a:moveTo>
                    <a:pt x="380" y="627"/>
                  </a:moveTo>
                  <a:cubicBezTo>
                    <a:pt x="380" y="627"/>
                    <a:pt x="379" y="627"/>
                    <a:pt x="379" y="627"/>
                  </a:cubicBezTo>
                  <a:cubicBezTo>
                    <a:pt x="379" y="624"/>
                    <a:pt x="381" y="628"/>
                    <a:pt x="380" y="627"/>
                  </a:cubicBezTo>
                  <a:close/>
                  <a:moveTo>
                    <a:pt x="387" y="569"/>
                  </a:moveTo>
                  <a:cubicBezTo>
                    <a:pt x="387" y="569"/>
                    <a:pt x="387" y="569"/>
                    <a:pt x="387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8" y="569"/>
                    <a:pt x="389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7" y="569"/>
                    <a:pt x="387" y="569"/>
                  </a:cubicBezTo>
                  <a:close/>
                  <a:moveTo>
                    <a:pt x="380" y="511"/>
                  </a:moveTo>
                  <a:cubicBezTo>
                    <a:pt x="380" y="511"/>
                    <a:pt x="380" y="512"/>
                    <a:pt x="380" y="512"/>
                  </a:cubicBezTo>
                  <a:cubicBezTo>
                    <a:pt x="379" y="511"/>
                    <a:pt x="381" y="510"/>
                    <a:pt x="380" y="511"/>
                  </a:cubicBezTo>
                  <a:close/>
                  <a:moveTo>
                    <a:pt x="379" y="533"/>
                  </a:moveTo>
                  <a:cubicBezTo>
                    <a:pt x="380" y="532"/>
                    <a:pt x="381" y="533"/>
                    <a:pt x="379" y="533"/>
                  </a:cubicBezTo>
                  <a:close/>
                  <a:moveTo>
                    <a:pt x="379" y="572"/>
                  </a:move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lose/>
                  <a:moveTo>
                    <a:pt x="380" y="590"/>
                  </a:moveTo>
                  <a:cubicBezTo>
                    <a:pt x="380" y="590"/>
                    <a:pt x="379" y="591"/>
                    <a:pt x="379" y="591"/>
                  </a:cubicBezTo>
                  <a:cubicBezTo>
                    <a:pt x="378" y="592"/>
                    <a:pt x="379" y="589"/>
                    <a:pt x="380" y="590"/>
                  </a:cubicBezTo>
                  <a:close/>
                  <a:moveTo>
                    <a:pt x="381" y="633"/>
                  </a:moveTo>
                  <a:cubicBezTo>
                    <a:pt x="382" y="633"/>
                    <a:pt x="384" y="632"/>
                    <a:pt x="384" y="632"/>
                  </a:cubicBezTo>
                  <a:cubicBezTo>
                    <a:pt x="385" y="633"/>
                    <a:pt x="381" y="634"/>
                    <a:pt x="381" y="633"/>
                  </a:cubicBezTo>
                  <a:close/>
                  <a:moveTo>
                    <a:pt x="382" y="620"/>
                  </a:moveTo>
                  <a:cubicBezTo>
                    <a:pt x="379" y="617"/>
                    <a:pt x="382" y="612"/>
                    <a:pt x="386" y="611"/>
                  </a:cubicBezTo>
                  <a:cubicBezTo>
                    <a:pt x="387" y="610"/>
                    <a:pt x="390" y="611"/>
                    <a:pt x="392" y="611"/>
                  </a:cubicBezTo>
                  <a:cubicBezTo>
                    <a:pt x="395" y="611"/>
                    <a:pt x="393" y="611"/>
                    <a:pt x="395" y="613"/>
                  </a:cubicBezTo>
                  <a:cubicBezTo>
                    <a:pt x="397" y="616"/>
                    <a:pt x="396" y="621"/>
                    <a:pt x="392" y="620"/>
                  </a:cubicBezTo>
                  <a:cubicBezTo>
                    <a:pt x="394" y="614"/>
                    <a:pt x="391" y="621"/>
                    <a:pt x="389" y="622"/>
                  </a:cubicBezTo>
                  <a:cubicBezTo>
                    <a:pt x="388" y="622"/>
                    <a:pt x="383" y="621"/>
                    <a:pt x="382" y="620"/>
                  </a:cubicBezTo>
                  <a:close/>
                  <a:moveTo>
                    <a:pt x="388" y="623"/>
                  </a:moveTo>
                  <a:cubicBezTo>
                    <a:pt x="389" y="623"/>
                    <a:pt x="397" y="619"/>
                    <a:pt x="396" y="622"/>
                  </a:cubicBezTo>
                  <a:cubicBezTo>
                    <a:pt x="396" y="623"/>
                    <a:pt x="390" y="624"/>
                    <a:pt x="388" y="623"/>
                  </a:cubicBezTo>
                  <a:close/>
                  <a:moveTo>
                    <a:pt x="394" y="625"/>
                  </a:moveTo>
                  <a:cubicBezTo>
                    <a:pt x="394" y="626"/>
                    <a:pt x="393" y="626"/>
                    <a:pt x="392" y="625"/>
                  </a:cubicBezTo>
                  <a:cubicBezTo>
                    <a:pt x="392" y="624"/>
                    <a:pt x="395" y="625"/>
                    <a:pt x="394" y="625"/>
                  </a:cubicBezTo>
                  <a:close/>
                  <a:moveTo>
                    <a:pt x="392" y="698"/>
                  </a:moveTo>
                  <a:cubicBezTo>
                    <a:pt x="392" y="698"/>
                    <a:pt x="394" y="697"/>
                    <a:pt x="394" y="698"/>
                  </a:cubicBezTo>
                  <a:cubicBezTo>
                    <a:pt x="394" y="699"/>
                    <a:pt x="393" y="698"/>
                    <a:pt x="392" y="698"/>
                  </a:cubicBezTo>
                  <a:close/>
                  <a:moveTo>
                    <a:pt x="392" y="637"/>
                  </a:moveTo>
                  <a:cubicBezTo>
                    <a:pt x="392" y="636"/>
                    <a:pt x="394" y="636"/>
                    <a:pt x="394" y="637"/>
                  </a:cubicBezTo>
                  <a:cubicBezTo>
                    <a:pt x="395" y="638"/>
                    <a:pt x="392" y="637"/>
                    <a:pt x="392" y="637"/>
                  </a:cubicBezTo>
                  <a:close/>
                  <a:moveTo>
                    <a:pt x="395" y="671"/>
                  </a:moveTo>
                  <a:cubicBezTo>
                    <a:pt x="394" y="671"/>
                    <a:pt x="396" y="670"/>
                    <a:pt x="397" y="671"/>
                  </a:cubicBezTo>
                  <a:cubicBezTo>
                    <a:pt x="397" y="672"/>
                    <a:pt x="395" y="672"/>
                    <a:pt x="395" y="671"/>
                  </a:cubicBezTo>
                  <a:close/>
                  <a:moveTo>
                    <a:pt x="396" y="648"/>
                  </a:moveTo>
                  <a:cubicBezTo>
                    <a:pt x="396" y="647"/>
                    <a:pt x="397" y="647"/>
                    <a:pt x="398" y="648"/>
                  </a:cubicBezTo>
                  <a:cubicBezTo>
                    <a:pt x="397" y="648"/>
                    <a:pt x="397" y="648"/>
                    <a:pt x="396" y="648"/>
                  </a:cubicBezTo>
                  <a:close/>
                  <a:moveTo>
                    <a:pt x="400" y="692"/>
                  </a:moveTo>
                  <a:cubicBezTo>
                    <a:pt x="399" y="692"/>
                    <a:pt x="397" y="692"/>
                    <a:pt x="397" y="691"/>
                  </a:cubicBezTo>
                  <a:cubicBezTo>
                    <a:pt x="397" y="689"/>
                    <a:pt x="400" y="691"/>
                    <a:pt x="400" y="692"/>
                  </a:cubicBezTo>
                  <a:close/>
                  <a:moveTo>
                    <a:pt x="401" y="665"/>
                  </a:moveTo>
                  <a:cubicBezTo>
                    <a:pt x="401" y="663"/>
                    <a:pt x="401" y="666"/>
                    <a:pt x="401" y="665"/>
                  </a:cubicBezTo>
                  <a:close/>
                  <a:moveTo>
                    <a:pt x="400" y="653"/>
                  </a:moveTo>
                  <a:cubicBezTo>
                    <a:pt x="400" y="650"/>
                    <a:pt x="404" y="652"/>
                    <a:pt x="403" y="653"/>
                  </a:cubicBezTo>
                  <a:cubicBezTo>
                    <a:pt x="403" y="655"/>
                    <a:pt x="400" y="654"/>
                    <a:pt x="400" y="653"/>
                  </a:cubicBezTo>
                  <a:close/>
                  <a:moveTo>
                    <a:pt x="402" y="661"/>
                  </a:moveTo>
                  <a:cubicBezTo>
                    <a:pt x="401" y="660"/>
                    <a:pt x="403" y="660"/>
                    <a:pt x="403" y="660"/>
                  </a:cubicBezTo>
                  <a:cubicBezTo>
                    <a:pt x="403" y="661"/>
                    <a:pt x="402" y="661"/>
                    <a:pt x="402" y="661"/>
                  </a:cubicBezTo>
                  <a:close/>
                  <a:moveTo>
                    <a:pt x="405" y="663"/>
                  </a:moveTo>
                  <a:cubicBezTo>
                    <a:pt x="404" y="664"/>
                    <a:pt x="404" y="664"/>
                    <a:pt x="403" y="663"/>
                  </a:cubicBezTo>
                  <a:cubicBezTo>
                    <a:pt x="403" y="662"/>
                    <a:pt x="406" y="662"/>
                    <a:pt x="405" y="663"/>
                  </a:cubicBezTo>
                  <a:close/>
                  <a:moveTo>
                    <a:pt x="404" y="703"/>
                  </a:moveTo>
                  <a:cubicBezTo>
                    <a:pt x="405" y="701"/>
                    <a:pt x="409" y="701"/>
                    <a:pt x="411" y="701"/>
                  </a:cubicBezTo>
                  <a:cubicBezTo>
                    <a:pt x="409" y="702"/>
                    <a:pt x="406" y="702"/>
                    <a:pt x="404" y="703"/>
                  </a:cubicBezTo>
                  <a:close/>
                  <a:moveTo>
                    <a:pt x="407" y="752"/>
                  </a:moveTo>
                  <a:cubicBezTo>
                    <a:pt x="407" y="753"/>
                    <a:pt x="406" y="751"/>
                    <a:pt x="406" y="751"/>
                  </a:cubicBezTo>
                  <a:cubicBezTo>
                    <a:pt x="406" y="750"/>
                    <a:pt x="409" y="751"/>
                    <a:pt x="407" y="752"/>
                  </a:cubicBezTo>
                  <a:close/>
                  <a:moveTo>
                    <a:pt x="404" y="753"/>
                  </a:moveTo>
                  <a:cubicBezTo>
                    <a:pt x="405" y="752"/>
                    <a:pt x="406" y="753"/>
                    <a:pt x="407" y="753"/>
                  </a:cubicBezTo>
                  <a:cubicBezTo>
                    <a:pt x="406" y="754"/>
                    <a:pt x="405" y="753"/>
                    <a:pt x="404" y="753"/>
                  </a:cubicBezTo>
                  <a:close/>
                  <a:moveTo>
                    <a:pt x="413" y="782"/>
                  </a:moveTo>
                  <a:cubicBezTo>
                    <a:pt x="412" y="781"/>
                    <a:pt x="415" y="781"/>
                    <a:pt x="415" y="782"/>
                  </a:cubicBezTo>
                  <a:cubicBezTo>
                    <a:pt x="415" y="782"/>
                    <a:pt x="413" y="783"/>
                    <a:pt x="413" y="782"/>
                  </a:cubicBezTo>
                  <a:close/>
                  <a:moveTo>
                    <a:pt x="415" y="790"/>
                  </a:moveTo>
                  <a:cubicBezTo>
                    <a:pt x="415" y="790"/>
                    <a:pt x="416" y="791"/>
                    <a:pt x="416" y="791"/>
                  </a:cubicBezTo>
                  <a:cubicBezTo>
                    <a:pt x="416" y="792"/>
                    <a:pt x="414" y="791"/>
                    <a:pt x="415" y="790"/>
                  </a:cubicBezTo>
                  <a:close/>
                  <a:moveTo>
                    <a:pt x="416" y="769"/>
                  </a:moveTo>
                  <a:cubicBezTo>
                    <a:pt x="415" y="771"/>
                    <a:pt x="412" y="767"/>
                    <a:pt x="409" y="767"/>
                  </a:cubicBezTo>
                  <a:cubicBezTo>
                    <a:pt x="408" y="767"/>
                    <a:pt x="403" y="768"/>
                    <a:pt x="402" y="766"/>
                  </a:cubicBezTo>
                  <a:cubicBezTo>
                    <a:pt x="402" y="764"/>
                    <a:pt x="408" y="766"/>
                    <a:pt x="409" y="765"/>
                  </a:cubicBezTo>
                  <a:cubicBezTo>
                    <a:pt x="409" y="765"/>
                    <a:pt x="407" y="761"/>
                    <a:pt x="407" y="760"/>
                  </a:cubicBezTo>
                  <a:cubicBezTo>
                    <a:pt x="407" y="752"/>
                    <a:pt x="419" y="758"/>
                    <a:pt x="422" y="761"/>
                  </a:cubicBezTo>
                  <a:cubicBezTo>
                    <a:pt x="426" y="765"/>
                    <a:pt x="417" y="761"/>
                    <a:pt x="419" y="766"/>
                  </a:cubicBezTo>
                  <a:cubicBezTo>
                    <a:pt x="416" y="764"/>
                    <a:pt x="417" y="769"/>
                    <a:pt x="416" y="769"/>
                  </a:cubicBezTo>
                  <a:close/>
                  <a:moveTo>
                    <a:pt x="420" y="776"/>
                  </a:moveTo>
                  <a:cubicBezTo>
                    <a:pt x="422" y="777"/>
                    <a:pt x="419" y="780"/>
                    <a:pt x="419" y="777"/>
                  </a:cubicBezTo>
                  <a:cubicBezTo>
                    <a:pt x="419" y="777"/>
                    <a:pt x="419" y="776"/>
                    <a:pt x="420" y="776"/>
                  </a:cubicBezTo>
                  <a:close/>
                  <a:moveTo>
                    <a:pt x="419" y="781"/>
                  </a:moveTo>
                  <a:cubicBezTo>
                    <a:pt x="420" y="780"/>
                    <a:pt x="421" y="780"/>
                    <a:pt x="423" y="780"/>
                  </a:cubicBezTo>
                  <a:cubicBezTo>
                    <a:pt x="422" y="781"/>
                    <a:pt x="420" y="781"/>
                    <a:pt x="419" y="781"/>
                  </a:cubicBezTo>
                  <a:close/>
                  <a:moveTo>
                    <a:pt x="422" y="781"/>
                  </a:moveTo>
                  <a:cubicBezTo>
                    <a:pt x="422" y="780"/>
                    <a:pt x="423" y="780"/>
                    <a:pt x="423" y="781"/>
                  </a:cubicBezTo>
                  <a:cubicBezTo>
                    <a:pt x="423" y="781"/>
                    <a:pt x="422" y="782"/>
                    <a:pt x="422" y="781"/>
                  </a:cubicBezTo>
                  <a:close/>
                  <a:moveTo>
                    <a:pt x="424" y="780"/>
                  </a:moveTo>
                  <a:cubicBezTo>
                    <a:pt x="423" y="780"/>
                    <a:pt x="426" y="781"/>
                    <a:pt x="424" y="780"/>
                  </a:cubicBezTo>
                  <a:close/>
                  <a:moveTo>
                    <a:pt x="428" y="750"/>
                  </a:moveTo>
                  <a:cubicBezTo>
                    <a:pt x="427" y="750"/>
                    <a:pt x="427" y="749"/>
                    <a:pt x="428" y="750"/>
                  </a:cubicBezTo>
                  <a:close/>
                  <a:moveTo>
                    <a:pt x="424" y="728"/>
                  </a:moveTo>
                  <a:cubicBezTo>
                    <a:pt x="424" y="727"/>
                    <a:pt x="428" y="726"/>
                    <a:pt x="428" y="728"/>
                  </a:cubicBezTo>
                  <a:cubicBezTo>
                    <a:pt x="429" y="730"/>
                    <a:pt x="424" y="731"/>
                    <a:pt x="424" y="728"/>
                  </a:cubicBezTo>
                  <a:close/>
                  <a:moveTo>
                    <a:pt x="429" y="774"/>
                  </a:moveTo>
                  <a:cubicBezTo>
                    <a:pt x="429" y="773"/>
                    <a:pt x="431" y="773"/>
                    <a:pt x="431" y="773"/>
                  </a:cubicBezTo>
                  <a:cubicBezTo>
                    <a:pt x="432" y="774"/>
                    <a:pt x="429" y="775"/>
                    <a:pt x="429" y="774"/>
                  </a:cubicBezTo>
                  <a:close/>
                  <a:moveTo>
                    <a:pt x="436" y="765"/>
                  </a:moveTo>
                  <a:cubicBezTo>
                    <a:pt x="437" y="763"/>
                    <a:pt x="441" y="765"/>
                    <a:pt x="441" y="767"/>
                  </a:cubicBezTo>
                  <a:cubicBezTo>
                    <a:pt x="440" y="769"/>
                    <a:pt x="435" y="768"/>
                    <a:pt x="436" y="765"/>
                  </a:cubicBezTo>
                  <a:close/>
                  <a:moveTo>
                    <a:pt x="430" y="758"/>
                  </a:moveTo>
                  <a:cubicBezTo>
                    <a:pt x="432" y="757"/>
                    <a:pt x="442" y="760"/>
                    <a:pt x="441" y="760"/>
                  </a:cubicBezTo>
                  <a:cubicBezTo>
                    <a:pt x="440" y="761"/>
                    <a:pt x="433" y="758"/>
                    <a:pt x="430" y="758"/>
                  </a:cubicBezTo>
                  <a:close/>
                  <a:moveTo>
                    <a:pt x="439" y="757"/>
                  </a:moveTo>
                  <a:cubicBezTo>
                    <a:pt x="440" y="755"/>
                    <a:pt x="443" y="755"/>
                    <a:pt x="445" y="756"/>
                  </a:cubicBezTo>
                  <a:cubicBezTo>
                    <a:pt x="443" y="756"/>
                    <a:pt x="441" y="757"/>
                    <a:pt x="439" y="757"/>
                  </a:cubicBezTo>
                  <a:close/>
                  <a:moveTo>
                    <a:pt x="442" y="718"/>
                  </a:moveTo>
                  <a:cubicBezTo>
                    <a:pt x="442" y="716"/>
                    <a:pt x="446" y="716"/>
                    <a:pt x="446" y="718"/>
                  </a:cubicBezTo>
                  <a:cubicBezTo>
                    <a:pt x="446" y="718"/>
                    <a:pt x="442" y="720"/>
                    <a:pt x="442" y="718"/>
                  </a:cubicBezTo>
                  <a:close/>
                  <a:moveTo>
                    <a:pt x="446" y="755"/>
                  </a:moveTo>
                  <a:cubicBezTo>
                    <a:pt x="448" y="755"/>
                    <a:pt x="450" y="754"/>
                    <a:pt x="452" y="755"/>
                  </a:cubicBezTo>
                  <a:cubicBezTo>
                    <a:pt x="450" y="755"/>
                    <a:pt x="448" y="756"/>
                    <a:pt x="446" y="755"/>
                  </a:cubicBezTo>
                  <a:close/>
                  <a:moveTo>
                    <a:pt x="453" y="520"/>
                  </a:moveTo>
                  <a:cubicBezTo>
                    <a:pt x="454" y="520"/>
                    <a:pt x="453" y="521"/>
                    <a:pt x="453" y="521"/>
                  </a:cubicBezTo>
                  <a:cubicBezTo>
                    <a:pt x="450" y="523"/>
                    <a:pt x="452" y="518"/>
                    <a:pt x="453" y="520"/>
                  </a:cubicBezTo>
                  <a:close/>
                  <a:moveTo>
                    <a:pt x="453" y="590"/>
                  </a:moveTo>
                  <a:cubicBezTo>
                    <a:pt x="452" y="590"/>
                    <a:pt x="453" y="590"/>
                    <a:pt x="453" y="590"/>
                  </a:cubicBezTo>
                  <a:cubicBezTo>
                    <a:pt x="454" y="590"/>
                    <a:pt x="453" y="590"/>
                    <a:pt x="453" y="590"/>
                  </a:cubicBezTo>
                  <a:close/>
                  <a:moveTo>
                    <a:pt x="455" y="750"/>
                  </a:moveTo>
                  <a:cubicBezTo>
                    <a:pt x="455" y="750"/>
                    <a:pt x="454" y="750"/>
                    <a:pt x="455" y="750"/>
                  </a:cubicBezTo>
                  <a:close/>
                  <a:moveTo>
                    <a:pt x="455" y="750"/>
                  </a:move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lose/>
                  <a:moveTo>
                    <a:pt x="453" y="740"/>
                  </a:moveTo>
                  <a:cubicBezTo>
                    <a:pt x="455" y="737"/>
                    <a:pt x="457" y="739"/>
                    <a:pt x="453" y="740"/>
                  </a:cubicBezTo>
                  <a:close/>
                  <a:moveTo>
                    <a:pt x="454" y="643"/>
                  </a:moveTo>
                  <a:cubicBezTo>
                    <a:pt x="454" y="642"/>
                    <a:pt x="455" y="641"/>
                    <a:pt x="455" y="641"/>
                  </a:cubicBezTo>
                  <a:cubicBezTo>
                    <a:pt x="458" y="642"/>
                    <a:pt x="455" y="645"/>
                    <a:pt x="454" y="643"/>
                  </a:cubicBezTo>
                  <a:close/>
                  <a:moveTo>
                    <a:pt x="459" y="703"/>
                  </a:moveTo>
                  <a:cubicBezTo>
                    <a:pt x="456" y="704"/>
                    <a:pt x="455" y="702"/>
                    <a:pt x="459" y="703"/>
                  </a:cubicBezTo>
                  <a:close/>
                  <a:moveTo>
                    <a:pt x="457" y="743"/>
                  </a:moveTo>
                  <a:cubicBezTo>
                    <a:pt x="458" y="741"/>
                    <a:pt x="461" y="740"/>
                    <a:pt x="462" y="742"/>
                  </a:cubicBezTo>
                  <a:cubicBezTo>
                    <a:pt x="465" y="746"/>
                    <a:pt x="457" y="747"/>
                    <a:pt x="457" y="743"/>
                  </a:cubicBezTo>
                  <a:close/>
                  <a:moveTo>
                    <a:pt x="464" y="717"/>
                  </a:moveTo>
                  <a:cubicBezTo>
                    <a:pt x="463" y="717"/>
                    <a:pt x="463" y="717"/>
                    <a:pt x="464" y="717"/>
                  </a:cubicBezTo>
                  <a:close/>
                  <a:moveTo>
                    <a:pt x="466" y="739"/>
                  </a:moveTo>
                  <a:cubicBezTo>
                    <a:pt x="465" y="739"/>
                    <a:pt x="464" y="740"/>
                    <a:pt x="464" y="739"/>
                  </a:cubicBezTo>
                  <a:cubicBezTo>
                    <a:pt x="462" y="736"/>
                    <a:pt x="469" y="737"/>
                    <a:pt x="466" y="739"/>
                  </a:cubicBezTo>
                  <a:close/>
                  <a:moveTo>
                    <a:pt x="464" y="729"/>
                  </a:moveTo>
                  <a:cubicBezTo>
                    <a:pt x="465" y="728"/>
                    <a:pt x="466" y="728"/>
                    <a:pt x="467" y="728"/>
                  </a:cubicBezTo>
                  <a:cubicBezTo>
                    <a:pt x="467" y="729"/>
                    <a:pt x="465" y="729"/>
                    <a:pt x="464" y="729"/>
                  </a:cubicBezTo>
                  <a:close/>
                  <a:moveTo>
                    <a:pt x="465" y="693"/>
                  </a:moveTo>
                  <a:cubicBezTo>
                    <a:pt x="466" y="692"/>
                    <a:pt x="468" y="692"/>
                    <a:pt x="469" y="692"/>
                  </a:cubicBezTo>
                  <a:cubicBezTo>
                    <a:pt x="469" y="693"/>
                    <a:pt x="466" y="692"/>
                    <a:pt x="465" y="693"/>
                  </a:cubicBezTo>
                  <a:close/>
                  <a:moveTo>
                    <a:pt x="470" y="685"/>
                  </a:moveTo>
                  <a:cubicBezTo>
                    <a:pt x="470" y="686"/>
                    <a:pt x="468" y="685"/>
                    <a:pt x="470" y="685"/>
                  </a:cubicBezTo>
                  <a:close/>
                  <a:moveTo>
                    <a:pt x="467" y="662"/>
                  </a:moveTo>
                  <a:cubicBezTo>
                    <a:pt x="468" y="661"/>
                    <a:pt x="470" y="660"/>
                    <a:pt x="471" y="661"/>
                  </a:cubicBezTo>
                  <a:cubicBezTo>
                    <a:pt x="470" y="661"/>
                    <a:pt x="468" y="662"/>
                    <a:pt x="467" y="662"/>
                  </a:cubicBezTo>
                  <a:close/>
                  <a:moveTo>
                    <a:pt x="471" y="692"/>
                  </a:moveTo>
                  <a:cubicBezTo>
                    <a:pt x="471" y="691"/>
                    <a:pt x="473" y="690"/>
                    <a:pt x="473" y="691"/>
                  </a:cubicBezTo>
                  <a:cubicBezTo>
                    <a:pt x="473" y="691"/>
                    <a:pt x="472" y="691"/>
                    <a:pt x="471" y="692"/>
                  </a:cubicBezTo>
                  <a:close/>
                  <a:moveTo>
                    <a:pt x="472" y="674"/>
                  </a:moveTo>
                  <a:cubicBezTo>
                    <a:pt x="472" y="673"/>
                    <a:pt x="472" y="673"/>
                    <a:pt x="473" y="674"/>
                  </a:cubicBezTo>
                  <a:cubicBezTo>
                    <a:pt x="474" y="674"/>
                    <a:pt x="471" y="676"/>
                    <a:pt x="472" y="674"/>
                  </a:cubicBezTo>
                  <a:close/>
                  <a:moveTo>
                    <a:pt x="472" y="660"/>
                  </a:moveTo>
                  <a:cubicBezTo>
                    <a:pt x="472" y="660"/>
                    <a:pt x="473" y="659"/>
                    <a:pt x="474" y="660"/>
                  </a:cubicBezTo>
                  <a:cubicBezTo>
                    <a:pt x="474" y="660"/>
                    <a:pt x="472" y="660"/>
                    <a:pt x="472" y="660"/>
                  </a:cubicBezTo>
                  <a:close/>
                  <a:moveTo>
                    <a:pt x="466" y="644"/>
                  </a:moveTo>
                  <a:cubicBezTo>
                    <a:pt x="466" y="644"/>
                    <a:pt x="464" y="645"/>
                    <a:pt x="465" y="644"/>
                  </a:cubicBezTo>
                  <a:cubicBezTo>
                    <a:pt x="468" y="641"/>
                    <a:pt x="473" y="641"/>
                    <a:pt x="476" y="640"/>
                  </a:cubicBezTo>
                  <a:cubicBezTo>
                    <a:pt x="473" y="642"/>
                    <a:pt x="468" y="644"/>
                    <a:pt x="466" y="644"/>
                  </a:cubicBezTo>
                  <a:close/>
                  <a:moveTo>
                    <a:pt x="475" y="253"/>
                  </a:moveTo>
                  <a:cubicBezTo>
                    <a:pt x="475" y="253"/>
                    <a:pt x="476" y="252"/>
                    <a:pt x="476" y="253"/>
                  </a:cubicBezTo>
                  <a:cubicBezTo>
                    <a:pt x="477" y="255"/>
                    <a:pt x="474" y="255"/>
                    <a:pt x="475" y="253"/>
                  </a:cubicBezTo>
                  <a:close/>
                  <a:moveTo>
                    <a:pt x="478" y="685"/>
                  </a:moveTo>
                  <a:cubicBezTo>
                    <a:pt x="478" y="684"/>
                    <a:pt x="481" y="684"/>
                    <a:pt x="482" y="684"/>
                  </a:cubicBezTo>
                  <a:cubicBezTo>
                    <a:pt x="482" y="685"/>
                    <a:pt x="479" y="685"/>
                    <a:pt x="478" y="685"/>
                  </a:cubicBezTo>
                  <a:close/>
                  <a:moveTo>
                    <a:pt x="476" y="672"/>
                  </a:moveTo>
                  <a:cubicBezTo>
                    <a:pt x="476" y="668"/>
                    <a:pt x="483" y="671"/>
                    <a:pt x="482" y="673"/>
                  </a:cubicBezTo>
                  <a:cubicBezTo>
                    <a:pt x="482" y="675"/>
                    <a:pt x="476" y="675"/>
                    <a:pt x="476" y="672"/>
                  </a:cubicBezTo>
                  <a:close/>
                  <a:moveTo>
                    <a:pt x="484" y="112"/>
                  </a:moveTo>
                  <a:cubicBezTo>
                    <a:pt x="484" y="111"/>
                    <a:pt x="486" y="111"/>
                    <a:pt x="486" y="111"/>
                  </a:cubicBezTo>
                  <a:cubicBezTo>
                    <a:pt x="488" y="111"/>
                    <a:pt x="489" y="111"/>
                    <a:pt x="489" y="113"/>
                  </a:cubicBezTo>
                  <a:cubicBezTo>
                    <a:pt x="489" y="114"/>
                    <a:pt x="484" y="115"/>
                    <a:pt x="483" y="114"/>
                  </a:cubicBezTo>
                  <a:cubicBezTo>
                    <a:pt x="483" y="113"/>
                    <a:pt x="484" y="113"/>
                    <a:pt x="484" y="112"/>
                  </a:cubicBezTo>
                  <a:cubicBezTo>
                    <a:pt x="484" y="112"/>
                    <a:pt x="484" y="112"/>
                    <a:pt x="484" y="112"/>
                  </a:cubicBezTo>
                  <a:close/>
                  <a:moveTo>
                    <a:pt x="483" y="110"/>
                  </a:moveTo>
                  <a:cubicBezTo>
                    <a:pt x="483" y="111"/>
                    <a:pt x="482" y="111"/>
                    <a:pt x="481" y="111"/>
                  </a:cubicBezTo>
                  <a:cubicBezTo>
                    <a:pt x="481" y="110"/>
                    <a:pt x="483" y="111"/>
                    <a:pt x="483" y="110"/>
                  </a:cubicBezTo>
                  <a:close/>
                  <a:moveTo>
                    <a:pt x="476" y="116"/>
                  </a:moveTo>
                  <a:cubicBezTo>
                    <a:pt x="477" y="116"/>
                    <a:pt x="476" y="117"/>
                    <a:pt x="476" y="117"/>
                  </a:cubicBezTo>
                  <a:cubicBezTo>
                    <a:pt x="475" y="117"/>
                    <a:pt x="476" y="116"/>
                    <a:pt x="476" y="116"/>
                  </a:cubicBezTo>
                  <a:close/>
                  <a:moveTo>
                    <a:pt x="482" y="122"/>
                  </a:moveTo>
                  <a:cubicBezTo>
                    <a:pt x="481" y="124"/>
                    <a:pt x="477" y="125"/>
                    <a:pt x="475" y="126"/>
                  </a:cubicBezTo>
                  <a:cubicBezTo>
                    <a:pt x="477" y="124"/>
                    <a:pt x="479" y="123"/>
                    <a:pt x="482" y="122"/>
                  </a:cubicBezTo>
                  <a:close/>
                  <a:moveTo>
                    <a:pt x="476" y="146"/>
                  </a:moveTo>
                  <a:cubicBezTo>
                    <a:pt x="474" y="149"/>
                    <a:pt x="470" y="149"/>
                    <a:pt x="467" y="150"/>
                  </a:cubicBezTo>
                  <a:cubicBezTo>
                    <a:pt x="469" y="148"/>
                    <a:pt x="473" y="148"/>
                    <a:pt x="476" y="146"/>
                  </a:cubicBezTo>
                  <a:close/>
                  <a:moveTo>
                    <a:pt x="474" y="126"/>
                  </a:moveTo>
                  <a:cubicBezTo>
                    <a:pt x="473" y="127"/>
                    <a:pt x="471" y="128"/>
                    <a:pt x="469" y="128"/>
                  </a:cubicBezTo>
                  <a:cubicBezTo>
                    <a:pt x="470" y="128"/>
                    <a:pt x="471" y="129"/>
                    <a:pt x="470" y="130"/>
                  </a:cubicBezTo>
                  <a:cubicBezTo>
                    <a:pt x="470" y="131"/>
                    <a:pt x="467" y="131"/>
                    <a:pt x="467" y="130"/>
                  </a:cubicBezTo>
                  <a:cubicBezTo>
                    <a:pt x="467" y="129"/>
                    <a:pt x="468" y="129"/>
                    <a:pt x="469" y="128"/>
                  </a:cubicBezTo>
                  <a:cubicBezTo>
                    <a:pt x="469" y="128"/>
                    <a:pt x="468" y="128"/>
                    <a:pt x="468" y="128"/>
                  </a:cubicBezTo>
                  <a:cubicBezTo>
                    <a:pt x="470" y="127"/>
                    <a:pt x="472" y="127"/>
                    <a:pt x="474" y="126"/>
                  </a:cubicBezTo>
                  <a:close/>
                  <a:moveTo>
                    <a:pt x="470" y="106"/>
                  </a:moveTo>
                  <a:cubicBezTo>
                    <a:pt x="470" y="106"/>
                    <a:pt x="470" y="107"/>
                    <a:pt x="469" y="107"/>
                  </a:cubicBezTo>
                  <a:cubicBezTo>
                    <a:pt x="469" y="107"/>
                    <a:pt x="469" y="106"/>
                    <a:pt x="470" y="106"/>
                  </a:cubicBezTo>
                  <a:close/>
                  <a:moveTo>
                    <a:pt x="469" y="74"/>
                  </a:moveTo>
                  <a:cubicBezTo>
                    <a:pt x="468" y="74"/>
                    <a:pt x="467" y="74"/>
                    <a:pt x="466" y="74"/>
                  </a:cubicBezTo>
                  <a:cubicBezTo>
                    <a:pt x="467" y="73"/>
                    <a:pt x="468" y="73"/>
                    <a:pt x="469" y="74"/>
                  </a:cubicBezTo>
                  <a:close/>
                  <a:moveTo>
                    <a:pt x="466" y="75"/>
                  </a:moveTo>
                  <a:cubicBezTo>
                    <a:pt x="466" y="75"/>
                    <a:pt x="468" y="76"/>
                    <a:pt x="468" y="75"/>
                  </a:cubicBezTo>
                  <a:cubicBezTo>
                    <a:pt x="468" y="77"/>
                    <a:pt x="465" y="76"/>
                    <a:pt x="466" y="75"/>
                  </a:cubicBezTo>
                  <a:close/>
                  <a:moveTo>
                    <a:pt x="468" y="80"/>
                  </a:moveTo>
                  <a:cubicBezTo>
                    <a:pt x="468" y="81"/>
                    <a:pt x="466" y="81"/>
                    <a:pt x="466" y="79"/>
                  </a:cubicBezTo>
                  <a:cubicBezTo>
                    <a:pt x="467" y="79"/>
                    <a:pt x="468" y="79"/>
                    <a:pt x="468" y="80"/>
                  </a:cubicBezTo>
                  <a:close/>
                  <a:moveTo>
                    <a:pt x="466" y="93"/>
                  </a:moveTo>
                  <a:cubicBezTo>
                    <a:pt x="466" y="95"/>
                    <a:pt x="465" y="93"/>
                    <a:pt x="466" y="93"/>
                  </a:cubicBezTo>
                  <a:close/>
                  <a:moveTo>
                    <a:pt x="470" y="95"/>
                  </a:moveTo>
                  <a:cubicBezTo>
                    <a:pt x="472" y="95"/>
                    <a:pt x="473" y="98"/>
                    <a:pt x="471" y="100"/>
                  </a:cubicBezTo>
                  <a:cubicBezTo>
                    <a:pt x="470" y="101"/>
                    <a:pt x="468" y="101"/>
                    <a:pt x="467" y="101"/>
                  </a:cubicBezTo>
                  <a:cubicBezTo>
                    <a:pt x="465" y="101"/>
                    <a:pt x="463" y="102"/>
                    <a:pt x="463" y="101"/>
                  </a:cubicBezTo>
                  <a:cubicBezTo>
                    <a:pt x="463" y="101"/>
                    <a:pt x="463" y="101"/>
                    <a:pt x="464" y="101"/>
                  </a:cubicBezTo>
                  <a:cubicBezTo>
                    <a:pt x="463" y="101"/>
                    <a:pt x="463" y="101"/>
                    <a:pt x="463" y="101"/>
                  </a:cubicBezTo>
                  <a:cubicBezTo>
                    <a:pt x="463" y="101"/>
                    <a:pt x="462" y="100"/>
                    <a:pt x="462" y="101"/>
                  </a:cubicBezTo>
                  <a:cubicBezTo>
                    <a:pt x="461" y="99"/>
                    <a:pt x="467" y="94"/>
                    <a:pt x="470" y="95"/>
                  </a:cubicBezTo>
                  <a:close/>
                  <a:moveTo>
                    <a:pt x="470" y="59"/>
                  </a:moveTo>
                  <a:cubicBezTo>
                    <a:pt x="470" y="59"/>
                    <a:pt x="470" y="60"/>
                    <a:pt x="470" y="59"/>
                  </a:cubicBezTo>
                  <a:cubicBezTo>
                    <a:pt x="469" y="59"/>
                    <a:pt x="470" y="58"/>
                    <a:pt x="470" y="59"/>
                  </a:cubicBezTo>
                  <a:close/>
                  <a:moveTo>
                    <a:pt x="453" y="60"/>
                  </a:moveTo>
                  <a:cubicBezTo>
                    <a:pt x="455" y="59"/>
                    <a:pt x="458" y="61"/>
                    <a:pt x="461" y="61"/>
                  </a:cubicBezTo>
                  <a:cubicBezTo>
                    <a:pt x="462" y="61"/>
                    <a:pt x="467" y="59"/>
                    <a:pt x="468" y="61"/>
                  </a:cubicBezTo>
                  <a:cubicBezTo>
                    <a:pt x="468" y="62"/>
                    <a:pt x="462" y="62"/>
                    <a:pt x="462" y="62"/>
                  </a:cubicBezTo>
                  <a:cubicBezTo>
                    <a:pt x="462" y="63"/>
                    <a:pt x="465" y="66"/>
                    <a:pt x="465" y="67"/>
                  </a:cubicBezTo>
                  <a:cubicBezTo>
                    <a:pt x="467" y="75"/>
                    <a:pt x="454" y="72"/>
                    <a:pt x="450" y="70"/>
                  </a:cubicBezTo>
                  <a:cubicBezTo>
                    <a:pt x="445" y="67"/>
                    <a:pt x="455" y="69"/>
                    <a:pt x="451" y="64"/>
                  </a:cubicBezTo>
                  <a:cubicBezTo>
                    <a:pt x="455" y="66"/>
                    <a:pt x="453" y="61"/>
                    <a:pt x="453" y="60"/>
                  </a:cubicBezTo>
                  <a:close/>
                  <a:moveTo>
                    <a:pt x="454" y="47"/>
                  </a:moveTo>
                  <a:cubicBezTo>
                    <a:pt x="455" y="48"/>
                    <a:pt x="452" y="49"/>
                    <a:pt x="452" y="48"/>
                  </a:cubicBezTo>
                  <a:cubicBezTo>
                    <a:pt x="452" y="47"/>
                    <a:pt x="454" y="47"/>
                    <a:pt x="454" y="47"/>
                  </a:cubicBezTo>
                  <a:close/>
                  <a:moveTo>
                    <a:pt x="455" y="21"/>
                  </a:moveTo>
                  <a:cubicBezTo>
                    <a:pt x="456" y="22"/>
                    <a:pt x="453" y="22"/>
                    <a:pt x="453" y="21"/>
                  </a:cubicBezTo>
                  <a:cubicBezTo>
                    <a:pt x="453" y="20"/>
                    <a:pt x="455" y="20"/>
                    <a:pt x="455" y="21"/>
                  </a:cubicBezTo>
                  <a:close/>
                  <a:moveTo>
                    <a:pt x="454" y="23"/>
                  </a:moveTo>
                  <a:cubicBezTo>
                    <a:pt x="454" y="25"/>
                    <a:pt x="450" y="24"/>
                    <a:pt x="450" y="23"/>
                  </a:cubicBezTo>
                  <a:cubicBezTo>
                    <a:pt x="450" y="22"/>
                    <a:pt x="454" y="21"/>
                    <a:pt x="454" y="23"/>
                  </a:cubicBezTo>
                  <a:close/>
                  <a:moveTo>
                    <a:pt x="447" y="8"/>
                  </a:moveTo>
                  <a:cubicBezTo>
                    <a:pt x="448" y="9"/>
                    <a:pt x="446" y="9"/>
                    <a:pt x="446" y="9"/>
                  </a:cubicBezTo>
                  <a:cubicBezTo>
                    <a:pt x="446" y="8"/>
                    <a:pt x="447" y="8"/>
                    <a:pt x="447" y="8"/>
                  </a:cubicBezTo>
                  <a:close/>
                  <a:moveTo>
                    <a:pt x="446" y="11"/>
                  </a:moveTo>
                  <a:cubicBezTo>
                    <a:pt x="447" y="11"/>
                    <a:pt x="450" y="8"/>
                    <a:pt x="451" y="10"/>
                  </a:cubicBezTo>
                  <a:cubicBezTo>
                    <a:pt x="453" y="14"/>
                    <a:pt x="448" y="13"/>
                    <a:pt x="447" y="13"/>
                  </a:cubicBezTo>
                  <a:cubicBezTo>
                    <a:pt x="447" y="13"/>
                    <a:pt x="447" y="13"/>
                    <a:pt x="446" y="13"/>
                  </a:cubicBezTo>
                  <a:cubicBezTo>
                    <a:pt x="446" y="14"/>
                    <a:pt x="444" y="14"/>
                    <a:pt x="444" y="13"/>
                  </a:cubicBezTo>
                  <a:cubicBezTo>
                    <a:pt x="444" y="13"/>
                    <a:pt x="444" y="13"/>
                    <a:pt x="444" y="13"/>
                  </a:cubicBezTo>
                  <a:cubicBezTo>
                    <a:pt x="444" y="12"/>
                    <a:pt x="444" y="12"/>
                    <a:pt x="444" y="12"/>
                  </a:cubicBezTo>
                  <a:cubicBezTo>
                    <a:pt x="444" y="12"/>
                    <a:pt x="444" y="11"/>
                    <a:pt x="444" y="12"/>
                  </a:cubicBezTo>
                  <a:cubicBezTo>
                    <a:pt x="444" y="11"/>
                    <a:pt x="445" y="11"/>
                    <a:pt x="445" y="11"/>
                  </a:cubicBezTo>
                  <a:cubicBezTo>
                    <a:pt x="446" y="11"/>
                    <a:pt x="446" y="11"/>
                    <a:pt x="446" y="11"/>
                  </a:cubicBezTo>
                  <a:close/>
                  <a:moveTo>
                    <a:pt x="442" y="4"/>
                  </a:moveTo>
                  <a:cubicBezTo>
                    <a:pt x="444" y="3"/>
                    <a:pt x="444" y="5"/>
                    <a:pt x="442" y="4"/>
                  </a:cubicBezTo>
                  <a:close/>
                  <a:moveTo>
                    <a:pt x="442" y="6"/>
                  </a:moveTo>
                  <a:cubicBezTo>
                    <a:pt x="442" y="6"/>
                    <a:pt x="443" y="7"/>
                    <a:pt x="443" y="7"/>
                  </a:cubicBezTo>
                  <a:cubicBezTo>
                    <a:pt x="444" y="9"/>
                    <a:pt x="440" y="7"/>
                    <a:pt x="442" y="6"/>
                  </a:cubicBezTo>
                  <a:close/>
                  <a:moveTo>
                    <a:pt x="442" y="12"/>
                  </a:moveTo>
                  <a:cubicBezTo>
                    <a:pt x="441" y="12"/>
                    <a:pt x="442" y="11"/>
                    <a:pt x="442" y="12"/>
                  </a:cubicBezTo>
                  <a:cubicBezTo>
                    <a:pt x="443" y="12"/>
                    <a:pt x="442" y="12"/>
                    <a:pt x="442" y="12"/>
                  </a:cubicBezTo>
                  <a:close/>
                  <a:moveTo>
                    <a:pt x="442" y="23"/>
                  </a:moveTo>
                  <a:cubicBezTo>
                    <a:pt x="442" y="23"/>
                    <a:pt x="441" y="24"/>
                    <a:pt x="441" y="23"/>
                  </a:cubicBezTo>
                  <a:cubicBezTo>
                    <a:pt x="441" y="23"/>
                    <a:pt x="442" y="23"/>
                    <a:pt x="442" y="23"/>
                  </a:cubicBezTo>
                  <a:close/>
                  <a:moveTo>
                    <a:pt x="440" y="7"/>
                  </a:moveTo>
                  <a:cubicBezTo>
                    <a:pt x="441" y="7"/>
                    <a:pt x="439" y="7"/>
                    <a:pt x="439" y="7"/>
                  </a:cubicBezTo>
                  <a:cubicBezTo>
                    <a:pt x="439" y="6"/>
                    <a:pt x="440" y="6"/>
                    <a:pt x="440" y="7"/>
                  </a:cubicBezTo>
                  <a:close/>
                  <a:moveTo>
                    <a:pt x="441" y="16"/>
                  </a:moveTo>
                  <a:cubicBezTo>
                    <a:pt x="441" y="17"/>
                    <a:pt x="438" y="17"/>
                    <a:pt x="439" y="16"/>
                  </a:cubicBezTo>
                  <a:cubicBezTo>
                    <a:pt x="439" y="15"/>
                    <a:pt x="440" y="16"/>
                    <a:pt x="441" y="16"/>
                  </a:cubicBezTo>
                  <a:close/>
                  <a:moveTo>
                    <a:pt x="439" y="25"/>
                  </a:moveTo>
                  <a:cubicBezTo>
                    <a:pt x="440" y="26"/>
                    <a:pt x="437" y="27"/>
                    <a:pt x="437" y="26"/>
                  </a:cubicBezTo>
                  <a:cubicBezTo>
                    <a:pt x="436" y="25"/>
                    <a:pt x="439" y="25"/>
                    <a:pt x="439" y="25"/>
                  </a:cubicBezTo>
                  <a:close/>
                  <a:moveTo>
                    <a:pt x="436" y="30"/>
                  </a:moveTo>
                  <a:cubicBezTo>
                    <a:pt x="437" y="29"/>
                    <a:pt x="438" y="31"/>
                    <a:pt x="436" y="30"/>
                  </a:cubicBezTo>
                  <a:close/>
                  <a:moveTo>
                    <a:pt x="434" y="10"/>
                  </a:moveTo>
                  <a:cubicBezTo>
                    <a:pt x="435" y="11"/>
                    <a:pt x="433" y="11"/>
                    <a:pt x="433" y="11"/>
                  </a:cubicBezTo>
                  <a:cubicBezTo>
                    <a:pt x="432" y="11"/>
                    <a:pt x="434" y="10"/>
                    <a:pt x="434" y="10"/>
                  </a:cubicBezTo>
                  <a:close/>
                  <a:moveTo>
                    <a:pt x="432" y="13"/>
                  </a:moveTo>
                  <a:cubicBezTo>
                    <a:pt x="433" y="14"/>
                    <a:pt x="429" y="15"/>
                    <a:pt x="430" y="13"/>
                  </a:cubicBezTo>
                  <a:cubicBezTo>
                    <a:pt x="430" y="13"/>
                    <a:pt x="431" y="12"/>
                    <a:pt x="432" y="13"/>
                  </a:cubicBezTo>
                  <a:close/>
                  <a:moveTo>
                    <a:pt x="430" y="16"/>
                  </a:moveTo>
                  <a:cubicBezTo>
                    <a:pt x="430" y="16"/>
                    <a:pt x="431" y="15"/>
                    <a:pt x="432" y="16"/>
                  </a:cubicBezTo>
                  <a:cubicBezTo>
                    <a:pt x="432" y="17"/>
                    <a:pt x="430" y="17"/>
                    <a:pt x="430" y="16"/>
                  </a:cubicBezTo>
                  <a:close/>
                  <a:moveTo>
                    <a:pt x="432" y="26"/>
                  </a:moveTo>
                  <a:cubicBezTo>
                    <a:pt x="431" y="26"/>
                    <a:pt x="430" y="27"/>
                    <a:pt x="429" y="26"/>
                  </a:cubicBezTo>
                  <a:cubicBezTo>
                    <a:pt x="430" y="25"/>
                    <a:pt x="431" y="25"/>
                    <a:pt x="432" y="26"/>
                  </a:cubicBezTo>
                  <a:close/>
                  <a:moveTo>
                    <a:pt x="428" y="27"/>
                  </a:moveTo>
                  <a:cubicBezTo>
                    <a:pt x="428" y="27"/>
                    <a:pt x="427" y="28"/>
                    <a:pt x="426" y="27"/>
                  </a:cubicBezTo>
                  <a:cubicBezTo>
                    <a:pt x="426" y="26"/>
                    <a:pt x="427" y="26"/>
                    <a:pt x="428" y="27"/>
                  </a:cubicBezTo>
                  <a:close/>
                  <a:moveTo>
                    <a:pt x="426" y="23"/>
                  </a:moveTo>
                  <a:cubicBezTo>
                    <a:pt x="425" y="22"/>
                    <a:pt x="428" y="23"/>
                    <a:pt x="426" y="23"/>
                  </a:cubicBezTo>
                  <a:close/>
                  <a:moveTo>
                    <a:pt x="426" y="37"/>
                  </a:moveTo>
                  <a:cubicBezTo>
                    <a:pt x="428" y="33"/>
                    <a:pt x="436" y="29"/>
                    <a:pt x="439" y="33"/>
                  </a:cubicBezTo>
                  <a:cubicBezTo>
                    <a:pt x="440" y="35"/>
                    <a:pt x="438" y="39"/>
                    <a:pt x="437" y="39"/>
                  </a:cubicBezTo>
                  <a:cubicBezTo>
                    <a:pt x="436" y="39"/>
                    <a:pt x="435" y="39"/>
                    <a:pt x="434" y="39"/>
                  </a:cubicBezTo>
                  <a:cubicBezTo>
                    <a:pt x="433" y="39"/>
                    <a:pt x="433" y="40"/>
                    <a:pt x="433" y="40"/>
                  </a:cubicBezTo>
                  <a:cubicBezTo>
                    <a:pt x="431" y="41"/>
                    <a:pt x="429" y="40"/>
                    <a:pt x="427" y="40"/>
                  </a:cubicBezTo>
                  <a:cubicBezTo>
                    <a:pt x="426" y="39"/>
                    <a:pt x="426" y="40"/>
                    <a:pt x="425" y="40"/>
                  </a:cubicBezTo>
                  <a:cubicBezTo>
                    <a:pt x="425" y="39"/>
                    <a:pt x="426" y="37"/>
                    <a:pt x="426" y="37"/>
                  </a:cubicBezTo>
                  <a:close/>
                  <a:moveTo>
                    <a:pt x="426" y="42"/>
                  </a:moveTo>
                  <a:cubicBezTo>
                    <a:pt x="426" y="43"/>
                    <a:pt x="423" y="43"/>
                    <a:pt x="423" y="43"/>
                  </a:cubicBezTo>
                  <a:cubicBezTo>
                    <a:pt x="422" y="41"/>
                    <a:pt x="425" y="41"/>
                    <a:pt x="426" y="42"/>
                  </a:cubicBezTo>
                  <a:close/>
                  <a:moveTo>
                    <a:pt x="421" y="63"/>
                  </a:moveTo>
                  <a:cubicBezTo>
                    <a:pt x="418" y="65"/>
                    <a:pt x="413" y="66"/>
                    <a:pt x="411" y="64"/>
                  </a:cubicBezTo>
                  <a:cubicBezTo>
                    <a:pt x="410" y="64"/>
                    <a:pt x="410" y="61"/>
                    <a:pt x="412" y="62"/>
                  </a:cubicBezTo>
                  <a:cubicBezTo>
                    <a:pt x="413" y="62"/>
                    <a:pt x="413" y="64"/>
                    <a:pt x="413" y="64"/>
                  </a:cubicBezTo>
                  <a:cubicBezTo>
                    <a:pt x="414" y="64"/>
                    <a:pt x="415" y="62"/>
                    <a:pt x="415" y="62"/>
                  </a:cubicBezTo>
                  <a:cubicBezTo>
                    <a:pt x="415" y="61"/>
                    <a:pt x="413" y="61"/>
                    <a:pt x="414" y="60"/>
                  </a:cubicBezTo>
                  <a:cubicBezTo>
                    <a:pt x="413" y="61"/>
                    <a:pt x="412" y="60"/>
                    <a:pt x="414" y="60"/>
                  </a:cubicBezTo>
                  <a:cubicBezTo>
                    <a:pt x="414" y="59"/>
                    <a:pt x="415" y="60"/>
                    <a:pt x="416" y="60"/>
                  </a:cubicBezTo>
                  <a:cubicBezTo>
                    <a:pt x="417" y="59"/>
                    <a:pt x="417" y="59"/>
                    <a:pt x="419" y="59"/>
                  </a:cubicBezTo>
                  <a:cubicBezTo>
                    <a:pt x="420" y="59"/>
                    <a:pt x="424" y="62"/>
                    <a:pt x="421" y="63"/>
                  </a:cubicBezTo>
                  <a:close/>
                  <a:moveTo>
                    <a:pt x="422" y="29"/>
                  </a:moveTo>
                  <a:cubicBezTo>
                    <a:pt x="422" y="31"/>
                    <a:pt x="418" y="31"/>
                    <a:pt x="417" y="30"/>
                  </a:cubicBezTo>
                  <a:cubicBezTo>
                    <a:pt x="416" y="29"/>
                    <a:pt x="421" y="27"/>
                    <a:pt x="422" y="29"/>
                  </a:cubicBezTo>
                  <a:close/>
                  <a:moveTo>
                    <a:pt x="416" y="12"/>
                  </a:moveTo>
                  <a:cubicBezTo>
                    <a:pt x="415" y="12"/>
                    <a:pt x="417" y="13"/>
                    <a:pt x="416" y="12"/>
                  </a:cubicBezTo>
                  <a:close/>
                  <a:moveTo>
                    <a:pt x="414" y="18"/>
                  </a:moveTo>
                  <a:cubicBezTo>
                    <a:pt x="414" y="19"/>
                    <a:pt x="413" y="19"/>
                    <a:pt x="412" y="18"/>
                  </a:cubicBezTo>
                  <a:cubicBezTo>
                    <a:pt x="411" y="18"/>
                    <a:pt x="414" y="17"/>
                    <a:pt x="414" y="18"/>
                  </a:cubicBezTo>
                  <a:close/>
                  <a:moveTo>
                    <a:pt x="410" y="17"/>
                  </a:moveTo>
                  <a:cubicBezTo>
                    <a:pt x="412" y="16"/>
                    <a:pt x="413" y="18"/>
                    <a:pt x="410" y="17"/>
                  </a:cubicBezTo>
                  <a:close/>
                  <a:moveTo>
                    <a:pt x="409" y="31"/>
                  </a:moveTo>
                  <a:cubicBezTo>
                    <a:pt x="411" y="29"/>
                    <a:pt x="412" y="33"/>
                    <a:pt x="409" y="31"/>
                  </a:cubicBezTo>
                  <a:close/>
                  <a:moveTo>
                    <a:pt x="410" y="38"/>
                  </a:moveTo>
                  <a:cubicBezTo>
                    <a:pt x="409" y="37"/>
                    <a:pt x="411" y="38"/>
                    <a:pt x="410" y="38"/>
                  </a:cubicBezTo>
                  <a:close/>
                  <a:moveTo>
                    <a:pt x="410" y="14"/>
                  </a:moveTo>
                  <a:cubicBezTo>
                    <a:pt x="410" y="15"/>
                    <a:pt x="410" y="15"/>
                    <a:pt x="409" y="15"/>
                  </a:cubicBezTo>
                  <a:cubicBezTo>
                    <a:pt x="407" y="16"/>
                    <a:pt x="409" y="12"/>
                    <a:pt x="410" y="14"/>
                  </a:cubicBezTo>
                  <a:close/>
                  <a:moveTo>
                    <a:pt x="410" y="23"/>
                  </a:moveTo>
                  <a:cubicBezTo>
                    <a:pt x="411" y="24"/>
                    <a:pt x="408" y="25"/>
                    <a:pt x="408" y="24"/>
                  </a:cubicBezTo>
                  <a:cubicBezTo>
                    <a:pt x="407" y="23"/>
                    <a:pt x="410" y="22"/>
                    <a:pt x="410" y="23"/>
                  </a:cubicBezTo>
                  <a:close/>
                  <a:moveTo>
                    <a:pt x="406" y="35"/>
                  </a:moveTo>
                  <a:cubicBezTo>
                    <a:pt x="405" y="35"/>
                    <a:pt x="404" y="34"/>
                    <a:pt x="404" y="34"/>
                  </a:cubicBezTo>
                  <a:cubicBezTo>
                    <a:pt x="402" y="31"/>
                    <a:pt x="411" y="34"/>
                    <a:pt x="406" y="35"/>
                  </a:cubicBezTo>
                  <a:close/>
                  <a:moveTo>
                    <a:pt x="406" y="37"/>
                  </a:moveTo>
                  <a:cubicBezTo>
                    <a:pt x="405" y="36"/>
                    <a:pt x="406" y="37"/>
                    <a:pt x="407" y="36"/>
                  </a:cubicBezTo>
                  <a:cubicBezTo>
                    <a:pt x="407" y="37"/>
                    <a:pt x="406" y="37"/>
                    <a:pt x="406" y="37"/>
                  </a:cubicBezTo>
                  <a:close/>
                  <a:moveTo>
                    <a:pt x="394" y="46"/>
                  </a:moveTo>
                  <a:cubicBezTo>
                    <a:pt x="400" y="45"/>
                    <a:pt x="404" y="44"/>
                    <a:pt x="409" y="43"/>
                  </a:cubicBezTo>
                  <a:cubicBezTo>
                    <a:pt x="411" y="43"/>
                    <a:pt x="417" y="42"/>
                    <a:pt x="418" y="43"/>
                  </a:cubicBezTo>
                  <a:cubicBezTo>
                    <a:pt x="419" y="44"/>
                    <a:pt x="410" y="45"/>
                    <a:pt x="407" y="45"/>
                  </a:cubicBezTo>
                  <a:cubicBezTo>
                    <a:pt x="403" y="46"/>
                    <a:pt x="401" y="46"/>
                    <a:pt x="398" y="47"/>
                  </a:cubicBezTo>
                  <a:cubicBezTo>
                    <a:pt x="400" y="47"/>
                    <a:pt x="403" y="48"/>
                    <a:pt x="402" y="51"/>
                  </a:cubicBezTo>
                  <a:cubicBezTo>
                    <a:pt x="402" y="56"/>
                    <a:pt x="394" y="55"/>
                    <a:pt x="390" y="53"/>
                  </a:cubicBezTo>
                  <a:cubicBezTo>
                    <a:pt x="390" y="53"/>
                    <a:pt x="390" y="52"/>
                    <a:pt x="390" y="52"/>
                  </a:cubicBezTo>
                  <a:cubicBezTo>
                    <a:pt x="389" y="51"/>
                    <a:pt x="392" y="48"/>
                    <a:pt x="394" y="47"/>
                  </a:cubicBezTo>
                  <a:cubicBezTo>
                    <a:pt x="393" y="48"/>
                    <a:pt x="391" y="48"/>
                    <a:pt x="390" y="48"/>
                  </a:cubicBezTo>
                  <a:cubicBezTo>
                    <a:pt x="385" y="48"/>
                    <a:pt x="394" y="46"/>
                    <a:pt x="394" y="46"/>
                  </a:cubicBezTo>
                  <a:close/>
                  <a:moveTo>
                    <a:pt x="393" y="64"/>
                  </a:moveTo>
                  <a:cubicBezTo>
                    <a:pt x="392" y="65"/>
                    <a:pt x="389" y="66"/>
                    <a:pt x="387" y="66"/>
                  </a:cubicBezTo>
                  <a:cubicBezTo>
                    <a:pt x="389" y="64"/>
                    <a:pt x="391" y="65"/>
                    <a:pt x="393" y="64"/>
                  </a:cubicBezTo>
                  <a:close/>
                  <a:moveTo>
                    <a:pt x="388" y="66"/>
                  </a:moveTo>
                  <a:cubicBezTo>
                    <a:pt x="389" y="66"/>
                    <a:pt x="387" y="68"/>
                    <a:pt x="387" y="67"/>
                  </a:cubicBezTo>
                  <a:cubicBezTo>
                    <a:pt x="387" y="66"/>
                    <a:pt x="388" y="66"/>
                    <a:pt x="388" y="66"/>
                  </a:cubicBezTo>
                  <a:close/>
                  <a:moveTo>
                    <a:pt x="387" y="116"/>
                  </a:moveTo>
                  <a:cubicBezTo>
                    <a:pt x="387" y="116"/>
                    <a:pt x="387" y="116"/>
                    <a:pt x="387" y="116"/>
                  </a:cubicBezTo>
                  <a:cubicBezTo>
                    <a:pt x="388" y="116"/>
                    <a:pt x="387" y="116"/>
                    <a:pt x="387" y="116"/>
                  </a:cubicBezTo>
                  <a:close/>
                  <a:moveTo>
                    <a:pt x="388" y="136"/>
                  </a:moveTo>
                  <a:cubicBezTo>
                    <a:pt x="387" y="137"/>
                    <a:pt x="386" y="135"/>
                    <a:pt x="388" y="136"/>
                  </a:cubicBezTo>
                  <a:close/>
                  <a:moveTo>
                    <a:pt x="386" y="125"/>
                  </a:moveTo>
                  <a:cubicBezTo>
                    <a:pt x="385" y="126"/>
                    <a:pt x="381" y="127"/>
                    <a:pt x="381" y="126"/>
                  </a:cubicBezTo>
                  <a:cubicBezTo>
                    <a:pt x="383" y="126"/>
                    <a:pt x="384" y="124"/>
                    <a:pt x="386" y="125"/>
                  </a:cubicBezTo>
                  <a:close/>
                  <a:moveTo>
                    <a:pt x="382" y="167"/>
                  </a:moveTo>
                  <a:cubicBezTo>
                    <a:pt x="382" y="165"/>
                    <a:pt x="384" y="165"/>
                    <a:pt x="385" y="166"/>
                  </a:cubicBezTo>
                  <a:cubicBezTo>
                    <a:pt x="385" y="168"/>
                    <a:pt x="382" y="168"/>
                    <a:pt x="382" y="167"/>
                  </a:cubicBezTo>
                  <a:close/>
                  <a:moveTo>
                    <a:pt x="384" y="66"/>
                  </a:moveTo>
                  <a:cubicBezTo>
                    <a:pt x="385" y="65"/>
                    <a:pt x="386" y="67"/>
                    <a:pt x="384" y="66"/>
                  </a:cubicBezTo>
                  <a:close/>
                  <a:moveTo>
                    <a:pt x="383" y="67"/>
                  </a:moveTo>
                  <a:cubicBezTo>
                    <a:pt x="382" y="67"/>
                    <a:pt x="381" y="68"/>
                    <a:pt x="380" y="68"/>
                  </a:cubicBezTo>
                  <a:cubicBezTo>
                    <a:pt x="380" y="66"/>
                    <a:pt x="382" y="67"/>
                    <a:pt x="383" y="67"/>
                  </a:cubicBezTo>
                  <a:close/>
                  <a:moveTo>
                    <a:pt x="386" y="172"/>
                  </a:moveTo>
                  <a:cubicBezTo>
                    <a:pt x="387" y="176"/>
                    <a:pt x="379" y="176"/>
                    <a:pt x="379" y="173"/>
                  </a:cubicBezTo>
                  <a:cubicBezTo>
                    <a:pt x="378" y="170"/>
                    <a:pt x="386" y="168"/>
                    <a:pt x="386" y="172"/>
                  </a:cubicBezTo>
                  <a:close/>
                  <a:moveTo>
                    <a:pt x="379" y="127"/>
                  </a:moveTo>
                  <a:cubicBezTo>
                    <a:pt x="380" y="127"/>
                    <a:pt x="377" y="128"/>
                    <a:pt x="377" y="128"/>
                  </a:cubicBezTo>
                  <a:cubicBezTo>
                    <a:pt x="377" y="128"/>
                    <a:pt x="378" y="127"/>
                    <a:pt x="379" y="127"/>
                  </a:cubicBezTo>
                  <a:close/>
                  <a:moveTo>
                    <a:pt x="377" y="223"/>
                  </a:moveTo>
                  <a:cubicBezTo>
                    <a:pt x="376" y="224"/>
                    <a:pt x="373" y="225"/>
                    <a:pt x="372" y="227"/>
                  </a:cubicBezTo>
                  <a:cubicBezTo>
                    <a:pt x="372" y="225"/>
                    <a:pt x="375" y="224"/>
                    <a:pt x="377" y="223"/>
                  </a:cubicBezTo>
                  <a:close/>
                  <a:moveTo>
                    <a:pt x="376" y="378"/>
                  </a:moveTo>
                  <a:cubicBezTo>
                    <a:pt x="376" y="378"/>
                    <a:pt x="375" y="379"/>
                    <a:pt x="376" y="378"/>
                  </a:cubicBezTo>
                  <a:cubicBezTo>
                    <a:pt x="376" y="378"/>
                    <a:pt x="376" y="378"/>
                    <a:pt x="376" y="378"/>
                  </a:cubicBezTo>
                  <a:close/>
                  <a:moveTo>
                    <a:pt x="375" y="462"/>
                  </a:moveTo>
                  <a:cubicBezTo>
                    <a:pt x="376" y="462"/>
                    <a:pt x="375" y="464"/>
                    <a:pt x="375" y="464"/>
                  </a:cubicBezTo>
                  <a:cubicBezTo>
                    <a:pt x="372" y="466"/>
                    <a:pt x="374" y="460"/>
                    <a:pt x="375" y="462"/>
                  </a:cubicBezTo>
                  <a:close/>
                  <a:moveTo>
                    <a:pt x="374" y="451"/>
                  </a:moveTo>
                  <a:cubicBezTo>
                    <a:pt x="374" y="451"/>
                    <a:pt x="374" y="451"/>
                    <a:pt x="374" y="451"/>
                  </a:cubicBezTo>
                  <a:cubicBezTo>
                    <a:pt x="373" y="451"/>
                    <a:pt x="374" y="451"/>
                    <a:pt x="374" y="451"/>
                  </a:cubicBezTo>
                  <a:close/>
                  <a:moveTo>
                    <a:pt x="369" y="182"/>
                  </a:move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lose/>
                  <a:moveTo>
                    <a:pt x="375" y="371"/>
                  </a:moveTo>
                  <a:cubicBezTo>
                    <a:pt x="375" y="372"/>
                    <a:pt x="374" y="373"/>
                    <a:pt x="372" y="373"/>
                  </a:cubicBezTo>
                  <a:cubicBezTo>
                    <a:pt x="371" y="374"/>
                    <a:pt x="370" y="374"/>
                    <a:pt x="370" y="372"/>
                  </a:cubicBezTo>
                  <a:cubicBezTo>
                    <a:pt x="368" y="368"/>
                    <a:pt x="375" y="367"/>
                    <a:pt x="375" y="371"/>
                  </a:cubicBezTo>
                  <a:close/>
                  <a:moveTo>
                    <a:pt x="374" y="472"/>
                  </a:moveTo>
                  <a:cubicBezTo>
                    <a:pt x="373" y="473"/>
                    <a:pt x="371" y="475"/>
                    <a:pt x="369" y="475"/>
                  </a:cubicBezTo>
                  <a:cubicBezTo>
                    <a:pt x="370" y="474"/>
                    <a:pt x="372" y="473"/>
                    <a:pt x="374" y="472"/>
                  </a:cubicBezTo>
                  <a:close/>
                  <a:moveTo>
                    <a:pt x="369" y="228"/>
                  </a:moveTo>
                  <a:cubicBezTo>
                    <a:pt x="367" y="231"/>
                    <a:pt x="366" y="228"/>
                    <a:pt x="369" y="228"/>
                  </a:cubicBezTo>
                  <a:close/>
                  <a:moveTo>
                    <a:pt x="368" y="370"/>
                  </a:moveTo>
                  <a:cubicBezTo>
                    <a:pt x="367" y="371"/>
                    <a:pt x="370" y="369"/>
                    <a:pt x="368" y="370"/>
                  </a:cubicBezTo>
                  <a:close/>
                  <a:moveTo>
                    <a:pt x="368" y="319"/>
                  </a:moveTo>
                  <a:cubicBezTo>
                    <a:pt x="369" y="319"/>
                    <a:pt x="368" y="320"/>
                    <a:pt x="368" y="320"/>
                  </a:cubicBezTo>
                  <a:cubicBezTo>
                    <a:pt x="367" y="322"/>
                    <a:pt x="367" y="318"/>
                    <a:pt x="368" y="319"/>
                  </a:cubicBezTo>
                  <a:close/>
                  <a:moveTo>
                    <a:pt x="367" y="94"/>
                  </a:moveTo>
                  <a:cubicBezTo>
                    <a:pt x="366" y="92"/>
                    <a:pt x="368" y="94"/>
                    <a:pt x="367" y="94"/>
                  </a:cubicBezTo>
                  <a:close/>
                  <a:moveTo>
                    <a:pt x="374" y="488"/>
                  </a:moveTo>
                  <a:cubicBezTo>
                    <a:pt x="375" y="486"/>
                    <a:pt x="380" y="483"/>
                    <a:pt x="383" y="481"/>
                  </a:cubicBezTo>
                  <a:cubicBezTo>
                    <a:pt x="383" y="481"/>
                    <a:pt x="383" y="479"/>
                    <a:pt x="384" y="480"/>
                  </a:cubicBezTo>
                  <a:cubicBezTo>
                    <a:pt x="385" y="481"/>
                    <a:pt x="382" y="484"/>
                    <a:pt x="382" y="484"/>
                  </a:cubicBezTo>
                  <a:cubicBezTo>
                    <a:pt x="380" y="485"/>
                    <a:pt x="378" y="486"/>
                    <a:pt x="376" y="487"/>
                  </a:cubicBezTo>
                  <a:cubicBezTo>
                    <a:pt x="372" y="489"/>
                    <a:pt x="369" y="494"/>
                    <a:pt x="365" y="496"/>
                  </a:cubicBezTo>
                  <a:cubicBezTo>
                    <a:pt x="365" y="492"/>
                    <a:pt x="372" y="491"/>
                    <a:pt x="374" y="488"/>
                  </a:cubicBezTo>
                  <a:close/>
                  <a:moveTo>
                    <a:pt x="365" y="407"/>
                  </a:moveTo>
                  <a:cubicBezTo>
                    <a:pt x="366" y="406"/>
                    <a:pt x="364" y="408"/>
                    <a:pt x="365" y="407"/>
                  </a:cubicBezTo>
                  <a:close/>
                  <a:moveTo>
                    <a:pt x="354" y="444"/>
                  </a:moveTo>
                  <a:cubicBezTo>
                    <a:pt x="356" y="441"/>
                    <a:pt x="360" y="438"/>
                    <a:pt x="365" y="437"/>
                  </a:cubicBezTo>
                  <a:cubicBezTo>
                    <a:pt x="361" y="439"/>
                    <a:pt x="358" y="442"/>
                    <a:pt x="354" y="444"/>
                  </a:cubicBezTo>
                  <a:close/>
                  <a:moveTo>
                    <a:pt x="354" y="419"/>
                  </a:moveTo>
                  <a:cubicBezTo>
                    <a:pt x="353" y="419"/>
                    <a:pt x="356" y="417"/>
                    <a:pt x="354" y="419"/>
                  </a:cubicBezTo>
                  <a:close/>
                  <a:moveTo>
                    <a:pt x="358" y="413"/>
                  </a:moveTo>
                  <a:cubicBezTo>
                    <a:pt x="358" y="414"/>
                    <a:pt x="357" y="415"/>
                    <a:pt x="356" y="415"/>
                  </a:cubicBezTo>
                  <a:cubicBezTo>
                    <a:pt x="356" y="414"/>
                    <a:pt x="357" y="414"/>
                    <a:pt x="358" y="413"/>
                  </a:cubicBezTo>
                  <a:close/>
                  <a:moveTo>
                    <a:pt x="358" y="130"/>
                  </a:moveTo>
                  <a:cubicBezTo>
                    <a:pt x="357" y="129"/>
                    <a:pt x="358" y="132"/>
                    <a:pt x="358" y="130"/>
                  </a:cubicBezTo>
                  <a:close/>
                  <a:moveTo>
                    <a:pt x="359" y="414"/>
                  </a:moveTo>
                  <a:cubicBezTo>
                    <a:pt x="358" y="415"/>
                    <a:pt x="358" y="416"/>
                    <a:pt x="357" y="416"/>
                  </a:cubicBezTo>
                  <a:cubicBezTo>
                    <a:pt x="358" y="415"/>
                    <a:pt x="358" y="414"/>
                    <a:pt x="359" y="414"/>
                  </a:cubicBezTo>
                  <a:close/>
                  <a:moveTo>
                    <a:pt x="357" y="416"/>
                  </a:moveTo>
                  <a:cubicBezTo>
                    <a:pt x="357" y="417"/>
                    <a:pt x="356" y="417"/>
                    <a:pt x="355" y="418"/>
                  </a:cubicBezTo>
                  <a:cubicBezTo>
                    <a:pt x="355" y="417"/>
                    <a:pt x="356" y="416"/>
                    <a:pt x="357" y="416"/>
                  </a:cubicBezTo>
                  <a:close/>
                  <a:moveTo>
                    <a:pt x="360" y="312"/>
                  </a:moveTo>
                  <a:cubicBezTo>
                    <a:pt x="360" y="312"/>
                    <a:pt x="360" y="313"/>
                    <a:pt x="359" y="313"/>
                  </a:cubicBezTo>
                  <a:cubicBezTo>
                    <a:pt x="359" y="312"/>
                    <a:pt x="361" y="311"/>
                    <a:pt x="360" y="312"/>
                  </a:cubicBezTo>
                  <a:close/>
                  <a:moveTo>
                    <a:pt x="360" y="411"/>
                  </a:moveTo>
                  <a:cubicBezTo>
                    <a:pt x="359" y="413"/>
                    <a:pt x="361" y="411"/>
                    <a:pt x="360" y="411"/>
                  </a:cubicBezTo>
                  <a:close/>
                  <a:moveTo>
                    <a:pt x="359" y="414"/>
                  </a:moveTo>
                  <a:cubicBezTo>
                    <a:pt x="360" y="412"/>
                    <a:pt x="361" y="414"/>
                    <a:pt x="359" y="414"/>
                  </a:cubicBezTo>
                  <a:close/>
                  <a:moveTo>
                    <a:pt x="361" y="412"/>
                  </a:moveTo>
                  <a:cubicBezTo>
                    <a:pt x="362" y="411"/>
                    <a:pt x="362" y="410"/>
                    <a:pt x="364" y="410"/>
                  </a:cubicBezTo>
                  <a:cubicBezTo>
                    <a:pt x="363" y="411"/>
                    <a:pt x="363" y="412"/>
                    <a:pt x="361" y="412"/>
                  </a:cubicBezTo>
                  <a:close/>
                  <a:moveTo>
                    <a:pt x="364" y="204"/>
                  </a:moveTo>
                  <a:cubicBezTo>
                    <a:pt x="364" y="203"/>
                    <a:pt x="365" y="205"/>
                    <a:pt x="364" y="204"/>
                  </a:cubicBezTo>
                  <a:close/>
                  <a:moveTo>
                    <a:pt x="363" y="409"/>
                  </a:moveTo>
                  <a:cubicBezTo>
                    <a:pt x="362" y="409"/>
                    <a:pt x="366" y="407"/>
                    <a:pt x="363" y="409"/>
                  </a:cubicBezTo>
                  <a:close/>
                  <a:moveTo>
                    <a:pt x="362" y="253"/>
                  </a:moveTo>
                  <a:cubicBezTo>
                    <a:pt x="361" y="253"/>
                    <a:pt x="361" y="254"/>
                    <a:pt x="360" y="253"/>
                  </a:cubicBezTo>
                  <a:cubicBezTo>
                    <a:pt x="358" y="249"/>
                    <a:pt x="366" y="251"/>
                    <a:pt x="362" y="253"/>
                  </a:cubicBezTo>
                  <a:close/>
                  <a:moveTo>
                    <a:pt x="362" y="67"/>
                  </a:moveTo>
                  <a:cubicBezTo>
                    <a:pt x="362" y="68"/>
                    <a:pt x="361" y="68"/>
                    <a:pt x="360" y="68"/>
                  </a:cubicBezTo>
                  <a:cubicBezTo>
                    <a:pt x="360" y="67"/>
                    <a:pt x="362" y="67"/>
                    <a:pt x="362" y="67"/>
                  </a:cubicBezTo>
                  <a:close/>
                  <a:moveTo>
                    <a:pt x="363" y="73"/>
                  </a:moveTo>
                  <a:cubicBezTo>
                    <a:pt x="363" y="73"/>
                    <a:pt x="360" y="73"/>
                    <a:pt x="359" y="73"/>
                  </a:cubicBezTo>
                  <a:cubicBezTo>
                    <a:pt x="359" y="72"/>
                    <a:pt x="363" y="70"/>
                    <a:pt x="363" y="73"/>
                  </a:cubicBezTo>
                  <a:close/>
                  <a:moveTo>
                    <a:pt x="359" y="40"/>
                  </a:moveTo>
                  <a:cubicBezTo>
                    <a:pt x="360" y="40"/>
                    <a:pt x="359" y="41"/>
                    <a:pt x="358" y="40"/>
                  </a:cubicBezTo>
                  <a:cubicBezTo>
                    <a:pt x="358" y="40"/>
                    <a:pt x="358" y="39"/>
                    <a:pt x="359" y="40"/>
                  </a:cubicBezTo>
                  <a:close/>
                  <a:moveTo>
                    <a:pt x="359" y="47"/>
                  </a:moveTo>
                  <a:cubicBezTo>
                    <a:pt x="359" y="47"/>
                    <a:pt x="357" y="47"/>
                    <a:pt x="357" y="46"/>
                  </a:cubicBezTo>
                  <a:cubicBezTo>
                    <a:pt x="357" y="46"/>
                    <a:pt x="358" y="46"/>
                    <a:pt x="359" y="47"/>
                  </a:cubicBezTo>
                  <a:close/>
                  <a:moveTo>
                    <a:pt x="350" y="49"/>
                  </a:moveTo>
                  <a:cubicBezTo>
                    <a:pt x="350" y="49"/>
                    <a:pt x="350" y="50"/>
                    <a:pt x="349" y="50"/>
                  </a:cubicBezTo>
                  <a:cubicBezTo>
                    <a:pt x="348" y="49"/>
                    <a:pt x="350" y="48"/>
                    <a:pt x="350" y="49"/>
                  </a:cubicBezTo>
                  <a:close/>
                  <a:moveTo>
                    <a:pt x="347" y="81"/>
                  </a:moveTo>
                  <a:cubicBezTo>
                    <a:pt x="347" y="82"/>
                    <a:pt x="346" y="82"/>
                    <a:pt x="346" y="82"/>
                  </a:cubicBezTo>
                  <a:cubicBezTo>
                    <a:pt x="345" y="81"/>
                    <a:pt x="347" y="80"/>
                    <a:pt x="347" y="81"/>
                  </a:cubicBezTo>
                  <a:close/>
                  <a:moveTo>
                    <a:pt x="346" y="127"/>
                  </a:moveTo>
                  <a:cubicBezTo>
                    <a:pt x="348" y="124"/>
                    <a:pt x="357" y="125"/>
                    <a:pt x="357" y="129"/>
                  </a:cubicBezTo>
                  <a:cubicBezTo>
                    <a:pt x="356" y="136"/>
                    <a:pt x="342" y="134"/>
                    <a:pt x="346" y="127"/>
                  </a:cubicBezTo>
                  <a:close/>
                  <a:moveTo>
                    <a:pt x="353" y="149"/>
                  </a:moveTo>
                  <a:cubicBezTo>
                    <a:pt x="354" y="147"/>
                    <a:pt x="357" y="148"/>
                    <a:pt x="353" y="149"/>
                  </a:cubicBezTo>
                  <a:close/>
                  <a:moveTo>
                    <a:pt x="345" y="114"/>
                  </a:moveTo>
                  <a:cubicBezTo>
                    <a:pt x="345" y="115"/>
                    <a:pt x="343" y="114"/>
                    <a:pt x="345" y="114"/>
                  </a:cubicBezTo>
                  <a:close/>
                  <a:moveTo>
                    <a:pt x="344" y="85"/>
                  </a:moveTo>
                  <a:cubicBezTo>
                    <a:pt x="343" y="85"/>
                    <a:pt x="343" y="84"/>
                    <a:pt x="343" y="84"/>
                  </a:cubicBezTo>
                  <a:cubicBezTo>
                    <a:pt x="342" y="82"/>
                    <a:pt x="345" y="84"/>
                    <a:pt x="344" y="85"/>
                  </a:cubicBezTo>
                  <a:close/>
                  <a:moveTo>
                    <a:pt x="347" y="145"/>
                  </a:moveTo>
                  <a:cubicBezTo>
                    <a:pt x="345" y="147"/>
                    <a:pt x="341" y="149"/>
                    <a:pt x="338" y="149"/>
                  </a:cubicBezTo>
                  <a:cubicBezTo>
                    <a:pt x="340" y="148"/>
                    <a:pt x="344" y="147"/>
                    <a:pt x="347" y="145"/>
                  </a:cubicBezTo>
                  <a:close/>
                  <a:moveTo>
                    <a:pt x="339" y="111"/>
                  </a:moveTo>
                  <a:cubicBezTo>
                    <a:pt x="339" y="111"/>
                    <a:pt x="338" y="112"/>
                    <a:pt x="338" y="112"/>
                  </a:cubicBezTo>
                  <a:cubicBezTo>
                    <a:pt x="337" y="111"/>
                    <a:pt x="338" y="111"/>
                    <a:pt x="339" y="111"/>
                  </a:cubicBezTo>
                  <a:close/>
                  <a:moveTo>
                    <a:pt x="340" y="58"/>
                  </a:moveTo>
                  <a:cubicBezTo>
                    <a:pt x="340" y="58"/>
                    <a:pt x="338" y="59"/>
                    <a:pt x="338" y="58"/>
                  </a:cubicBezTo>
                  <a:cubicBezTo>
                    <a:pt x="338" y="58"/>
                    <a:pt x="340" y="57"/>
                    <a:pt x="340" y="58"/>
                  </a:cubicBezTo>
                  <a:close/>
                  <a:moveTo>
                    <a:pt x="338" y="85"/>
                  </a:moveTo>
                  <a:cubicBezTo>
                    <a:pt x="337" y="85"/>
                    <a:pt x="337" y="86"/>
                    <a:pt x="336" y="85"/>
                  </a:cubicBezTo>
                  <a:cubicBezTo>
                    <a:pt x="336" y="85"/>
                    <a:pt x="337" y="85"/>
                    <a:pt x="338" y="85"/>
                  </a:cubicBezTo>
                  <a:close/>
                  <a:moveTo>
                    <a:pt x="336" y="151"/>
                  </a:moveTo>
                  <a:cubicBezTo>
                    <a:pt x="336" y="151"/>
                    <a:pt x="336" y="150"/>
                    <a:pt x="337" y="150"/>
                  </a:cubicBezTo>
                  <a:cubicBezTo>
                    <a:pt x="337" y="150"/>
                    <a:pt x="336" y="151"/>
                    <a:pt x="336" y="151"/>
                  </a:cubicBezTo>
                  <a:close/>
                  <a:moveTo>
                    <a:pt x="337" y="161"/>
                  </a:moveTo>
                  <a:cubicBezTo>
                    <a:pt x="337" y="162"/>
                    <a:pt x="335" y="163"/>
                    <a:pt x="335" y="161"/>
                  </a:cubicBezTo>
                  <a:cubicBezTo>
                    <a:pt x="335" y="160"/>
                    <a:pt x="337" y="161"/>
                    <a:pt x="337" y="161"/>
                  </a:cubicBezTo>
                  <a:close/>
                  <a:moveTo>
                    <a:pt x="335" y="151"/>
                  </a:moveTo>
                  <a:cubicBezTo>
                    <a:pt x="336" y="151"/>
                    <a:pt x="333" y="153"/>
                    <a:pt x="333" y="152"/>
                  </a:cubicBezTo>
                  <a:cubicBezTo>
                    <a:pt x="333" y="151"/>
                    <a:pt x="335" y="151"/>
                    <a:pt x="335" y="151"/>
                  </a:cubicBezTo>
                  <a:close/>
                  <a:moveTo>
                    <a:pt x="334" y="65"/>
                  </a:moveTo>
                  <a:cubicBezTo>
                    <a:pt x="333" y="65"/>
                    <a:pt x="333" y="65"/>
                    <a:pt x="332" y="65"/>
                  </a:cubicBezTo>
                  <a:cubicBezTo>
                    <a:pt x="332" y="65"/>
                    <a:pt x="333" y="64"/>
                    <a:pt x="334" y="65"/>
                  </a:cubicBezTo>
                  <a:close/>
                  <a:moveTo>
                    <a:pt x="356" y="172"/>
                  </a:moveTo>
                  <a:cubicBezTo>
                    <a:pt x="348" y="177"/>
                    <a:pt x="339" y="182"/>
                    <a:pt x="329" y="187"/>
                  </a:cubicBezTo>
                  <a:cubicBezTo>
                    <a:pt x="329" y="187"/>
                    <a:pt x="327" y="189"/>
                    <a:pt x="326" y="188"/>
                  </a:cubicBezTo>
                  <a:cubicBezTo>
                    <a:pt x="325" y="187"/>
                    <a:pt x="329" y="186"/>
                    <a:pt x="327" y="187"/>
                  </a:cubicBezTo>
                  <a:cubicBezTo>
                    <a:pt x="336" y="181"/>
                    <a:pt x="347" y="175"/>
                    <a:pt x="356" y="172"/>
                  </a:cubicBezTo>
                  <a:close/>
                  <a:moveTo>
                    <a:pt x="331" y="92"/>
                  </a:moveTo>
                  <a:cubicBezTo>
                    <a:pt x="331" y="94"/>
                    <a:pt x="328" y="93"/>
                    <a:pt x="328" y="92"/>
                  </a:cubicBezTo>
                  <a:cubicBezTo>
                    <a:pt x="329" y="91"/>
                    <a:pt x="330" y="91"/>
                    <a:pt x="331" y="92"/>
                  </a:cubicBezTo>
                  <a:close/>
                  <a:moveTo>
                    <a:pt x="326" y="66"/>
                  </a:moveTo>
                  <a:cubicBezTo>
                    <a:pt x="325" y="67"/>
                    <a:pt x="324" y="66"/>
                    <a:pt x="323" y="66"/>
                  </a:cubicBezTo>
                  <a:cubicBezTo>
                    <a:pt x="323" y="65"/>
                    <a:pt x="325" y="66"/>
                    <a:pt x="326" y="66"/>
                  </a:cubicBezTo>
                  <a:close/>
                  <a:moveTo>
                    <a:pt x="323" y="101"/>
                  </a:moveTo>
                  <a:cubicBezTo>
                    <a:pt x="323" y="101"/>
                    <a:pt x="325" y="99"/>
                    <a:pt x="325" y="101"/>
                  </a:cubicBezTo>
                  <a:cubicBezTo>
                    <a:pt x="326" y="102"/>
                    <a:pt x="322" y="103"/>
                    <a:pt x="323" y="101"/>
                  </a:cubicBezTo>
                  <a:close/>
                  <a:moveTo>
                    <a:pt x="320" y="102"/>
                  </a:moveTo>
                  <a:cubicBezTo>
                    <a:pt x="321" y="100"/>
                    <a:pt x="323" y="102"/>
                    <a:pt x="320" y="102"/>
                  </a:cubicBezTo>
                  <a:close/>
                  <a:moveTo>
                    <a:pt x="313" y="98"/>
                  </a:moveTo>
                  <a:cubicBezTo>
                    <a:pt x="313" y="98"/>
                    <a:pt x="316" y="96"/>
                    <a:pt x="317" y="98"/>
                  </a:cubicBezTo>
                  <a:cubicBezTo>
                    <a:pt x="317" y="99"/>
                    <a:pt x="313" y="99"/>
                    <a:pt x="313" y="98"/>
                  </a:cubicBezTo>
                  <a:close/>
                  <a:moveTo>
                    <a:pt x="316" y="67"/>
                  </a:moveTo>
                  <a:cubicBezTo>
                    <a:pt x="317" y="67"/>
                    <a:pt x="315" y="68"/>
                    <a:pt x="314" y="68"/>
                  </a:cubicBezTo>
                  <a:cubicBezTo>
                    <a:pt x="315" y="67"/>
                    <a:pt x="315" y="67"/>
                    <a:pt x="316" y="67"/>
                  </a:cubicBezTo>
                  <a:close/>
                  <a:moveTo>
                    <a:pt x="313" y="68"/>
                  </a:moveTo>
                  <a:cubicBezTo>
                    <a:pt x="313" y="68"/>
                    <a:pt x="312" y="68"/>
                    <a:pt x="311" y="68"/>
                  </a:cubicBezTo>
                  <a:cubicBezTo>
                    <a:pt x="311" y="68"/>
                    <a:pt x="313" y="67"/>
                    <a:pt x="313" y="68"/>
                  </a:cubicBezTo>
                  <a:close/>
                  <a:moveTo>
                    <a:pt x="300" y="82"/>
                  </a:moveTo>
                  <a:cubicBezTo>
                    <a:pt x="298" y="83"/>
                    <a:pt x="298" y="82"/>
                    <a:pt x="300" y="82"/>
                  </a:cubicBezTo>
                  <a:close/>
                  <a:moveTo>
                    <a:pt x="299" y="99"/>
                  </a:moveTo>
                  <a:cubicBezTo>
                    <a:pt x="298" y="100"/>
                    <a:pt x="294" y="100"/>
                    <a:pt x="294" y="100"/>
                  </a:cubicBezTo>
                  <a:cubicBezTo>
                    <a:pt x="293" y="100"/>
                    <a:pt x="293" y="99"/>
                    <a:pt x="293" y="99"/>
                  </a:cubicBezTo>
                  <a:cubicBezTo>
                    <a:pt x="293" y="99"/>
                    <a:pt x="291" y="101"/>
                    <a:pt x="291" y="99"/>
                  </a:cubicBezTo>
                  <a:cubicBezTo>
                    <a:pt x="290" y="98"/>
                    <a:pt x="300" y="95"/>
                    <a:pt x="299" y="99"/>
                  </a:cubicBezTo>
                  <a:close/>
                  <a:moveTo>
                    <a:pt x="293" y="116"/>
                  </a:moveTo>
                  <a:cubicBezTo>
                    <a:pt x="299" y="113"/>
                    <a:pt x="305" y="113"/>
                    <a:pt x="311" y="110"/>
                  </a:cubicBezTo>
                  <a:cubicBezTo>
                    <a:pt x="316" y="108"/>
                    <a:pt x="321" y="105"/>
                    <a:pt x="327" y="105"/>
                  </a:cubicBezTo>
                  <a:cubicBezTo>
                    <a:pt x="327" y="105"/>
                    <a:pt x="328" y="105"/>
                    <a:pt x="328" y="106"/>
                  </a:cubicBezTo>
                  <a:cubicBezTo>
                    <a:pt x="328" y="107"/>
                    <a:pt x="318" y="110"/>
                    <a:pt x="315" y="111"/>
                  </a:cubicBezTo>
                  <a:cubicBezTo>
                    <a:pt x="310" y="112"/>
                    <a:pt x="306" y="113"/>
                    <a:pt x="301" y="114"/>
                  </a:cubicBezTo>
                  <a:cubicBezTo>
                    <a:pt x="299" y="115"/>
                    <a:pt x="294" y="118"/>
                    <a:pt x="292" y="118"/>
                  </a:cubicBezTo>
                  <a:cubicBezTo>
                    <a:pt x="288" y="118"/>
                    <a:pt x="293" y="116"/>
                    <a:pt x="293" y="116"/>
                  </a:cubicBezTo>
                  <a:close/>
                  <a:moveTo>
                    <a:pt x="294" y="382"/>
                  </a:moveTo>
                  <a:cubicBezTo>
                    <a:pt x="294" y="382"/>
                    <a:pt x="293" y="382"/>
                    <a:pt x="292" y="384"/>
                  </a:cubicBezTo>
                  <a:cubicBezTo>
                    <a:pt x="289" y="386"/>
                    <a:pt x="286" y="391"/>
                    <a:pt x="283" y="396"/>
                  </a:cubicBezTo>
                  <a:cubicBezTo>
                    <a:pt x="281" y="399"/>
                    <a:pt x="280" y="403"/>
                    <a:pt x="278" y="405"/>
                  </a:cubicBezTo>
                  <a:cubicBezTo>
                    <a:pt x="278" y="406"/>
                    <a:pt x="277" y="406"/>
                    <a:pt x="277" y="406"/>
                  </a:cubicBezTo>
                  <a:cubicBezTo>
                    <a:pt x="276" y="406"/>
                    <a:pt x="280" y="399"/>
                    <a:pt x="281" y="398"/>
                  </a:cubicBezTo>
                  <a:cubicBezTo>
                    <a:pt x="283" y="395"/>
                    <a:pt x="284" y="392"/>
                    <a:pt x="286" y="390"/>
                  </a:cubicBezTo>
                  <a:cubicBezTo>
                    <a:pt x="287" y="388"/>
                    <a:pt x="291" y="385"/>
                    <a:pt x="291" y="382"/>
                  </a:cubicBezTo>
                  <a:cubicBezTo>
                    <a:pt x="291" y="382"/>
                    <a:pt x="290" y="380"/>
                    <a:pt x="290" y="379"/>
                  </a:cubicBezTo>
                  <a:cubicBezTo>
                    <a:pt x="290" y="375"/>
                    <a:pt x="298" y="376"/>
                    <a:pt x="294" y="382"/>
                  </a:cubicBezTo>
                  <a:close/>
                  <a:moveTo>
                    <a:pt x="286" y="197"/>
                  </a:moveTo>
                  <a:cubicBezTo>
                    <a:pt x="286" y="197"/>
                    <a:pt x="286" y="198"/>
                    <a:pt x="286" y="198"/>
                  </a:cubicBezTo>
                  <a:cubicBezTo>
                    <a:pt x="285" y="198"/>
                    <a:pt x="285" y="196"/>
                    <a:pt x="286" y="197"/>
                  </a:cubicBezTo>
                  <a:close/>
                  <a:moveTo>
                    <a:pt x="286" y="346"/>
                  </a:moveTo>
                  <a:cubicBezTo>
                    <a:pt x="287" y="346"/>
                    <a:pt x="286" y="347"/>
                    <a:pt x="286" y="348"/>
                  </a:cubicBezTo>
                  <a:cubicBezTo>
                    <a:pt x="284" y="350"/>
                    <a:pt x="284" y="344"/>
                    <a:pt x="286" y="346"/>
                  </a:cubicBezTo>
                  <a:close/>
                  <a:moveTo>
                    <a:pt x="284" y="385"/>
                  </a:moveTo>
                  <a:cubicBezTo>
                    <a:pt x="284" y="386"/>
                    <a:pt x="283" y="386"/>
                    <a:pt x="283" y="386"/>
                  </a:cubicBezTo>
                  <a:cubicBezTo>
                    <a:pt x="282" y="386"/>
                    <a:pt x="284" y="385"/>
                    <a:pt x="284" y="385"/>
                  </a:cubicBezTo>
                  <a:close/>
                  <a:moveTo>
                    <a:pt x="281" y="387"/>
                  </a:moveTo>
                  <a:cubicBezTo>
                    <a:pt x="283" y="388"/>
                    <a:pt x="280" y="390"/>
                    <a:pt x="279" y="391"/>
                  </a:cubicBezTo>
                  <a:cubicBezTo>
                    <a:pt x="280" y="389"/>
                    <a:pt x="281" y="388"/>
                    <a:pt x="281" y="387"/>
                  </a:cubicBezTo>
                  <a:close/>
                  <a:moveTo>
                    <a:pt x="278" y="392"/>
                  </a:moveTo>
                  <a:cubicBezTo>
                    <a:pt x="278" y="393"/>
                    <a:pt x="277" y="393"/>
                    <a:pt x="277" y="394"/>
                  </a:cubicBezTo>
                  <a:cubicBezTo>
                    <a:pt x="276" y="394"/>
                    <a:pt x="277" y="392"/>
                    <a:pt x="278" y="392"/>
                  </a:cubicBezTo>
                  <a:close/>
                  <a:moveTo>
                    <a:pt x="275" y="342"/>
                  </a:moveTo>
                  <a:cubicBezTo>
                    <a:pt x="274" y="343"/>
                    <a:pt x="274" y="343"/>
                    <a:pt x="273" y="344"/>
                  </a:cubicBezTo>
                  <a:cubicBezTo>
                    <a:pt x="273" y="344"/>
                    <a:pt x="274" y="342"/>
                    <a:pt x="275" y="342"/>
                  </a:cubicBezTo>
                  <a:close/>
                  <a:moveTo>
                    <a:pt x="273" y="119"/>
                  </a:moveTo>
                  <a:cubicBezTo>
                    <a:pt x="273" y="120"/>
                    <a:pt x="272" y="119"/>
                    <a:pt x="271" y="120"/>
                  </a:cubicBezTo>
                  <a:cubicBezTo>
                    <a:pt x="271" y="119"/>
                    <a:pt x="273" y="119"/>
                    <a:pt x="273" y="119"/>
                  </a:cubicBezTo>
                  <a:close/>
                  <a:moveTo>
                    <a:pt x="272" y="481"/>
                  </a:moveTo>
                  <a:cubicBezTo>
                    <a:pt x="273" y="482"/>
                    <a:pt x="271" y="483"/>
                    <a:pt x="271" y="483"/>
                  </a:cubicBezTo>
                  <a:cubicBezTo>
                    <a:pt x="269" y="483"/>
                    <a:pt x="271" y="480"/>
                    <a:pt x="272" y="481"/>
                  </a:cubicBezTo>
                  <a:close/>
                  <a:moveTo>
                    <a:pt x="270" y="120"/>
                  </a:moveTo>
                  <a:cubicBezTo>
                    <a:pt x="269" y="119"/>
                    <a:pt x="271" y="121"/>
                    <a:pt x="270" y="120"/>
                  </a:cubicBezTo>
                  <a:close/>
                  <a:moveTo>
                    <a:pt x="270" y="409"/>
                  </a:moveTo>
                  <a:cubicBezTo>
                    <a:pt x="270" y="410"/>
                    <a:pt x="269" y="410"/>
                    <a:pt x="269" y="411"/>
                  </a:cubicBezTo>
                  <a:cubicBezTo>
                    <a:pt x="268" y="410"/>
                    <a:pt x="270" y="409"/>
                    <a:pt x="270" y="409"/>
                  </a:cubicBezTo>
                  <a:close/>
                  <a:moveTo>
                    <a:pt x="269" y="378"/>
                  </a:moveTo>
                  <a:cubicBezTo>
                    <a:pt x="269" y="380"/>
                    <a:pt x="267" y="379"/>
                    <a:pt x="266" y="380"/>
                  </a:cubicBezTo>
                  <a:cubicBezTo>
                    <a:pt x="266" y="379"/>
                    <a:pt x="268" y="379"/>
                    <a:pt x="269" y="378"/>
                  </a:cubicBezTo>
                  <a:close/>
                  <a:moveTo>
                    <a:pt x="267" y="407"/>
                  </a:moveTo>
                  <a:cubicBezTo>
                    <a:pt x="269" y="408"/>
                    <a:pt x="267" y="411"/>
                    <a:pt x="266" y="411"/>
                  </a:cubicBezTo>
                  <a:cubicBezTo>
                    <a:pt x="263" y="412"/>
                    <a:pt x="265" y="406"/>
                    <a:pt x="267" y="407"/>
                  </a:cubicBezTo>
                  <a:close/>
                  <a:moveTo>
                    <a:pt x="264" y="422"/>
                  </a:moveTo>
                  <a:cubicBezTo>
                    <a:pt x="265" y="423"/>
                    <a:pt x="264" y="423"/>
                    <a:pt x="264" y="423"/>
                  </a:cubicBezTo>
                  <a:cubicBezTo>
                    <a:pt x="263" y="424"/>
                    <a:pt x="264" y="422"/>
                    <a:pt x="264" y="422"/>
                  </a:cubicBezTo>
                  <a:close/>
                  <a:moveTo>
                    <a:pt x="264" y="455"/>
                  </a:moveTo>
                  <a:cubicBezTo>
                    <a:pt x="266" y="456"/>
                    <a:pt x="265" y="457"/>
                    <a:pt x="264" y="458"/>
                  </a:cubicBezTo>
                  <a:cubicBezTo>
                    <a:pt x="262" y="459"/>
                    <a:pt x="262" y="454"/>
                    <a:pt x="264" y="455"/>
                  </a:cubicBezTo>
                  <a:close/>
                  <a:moveTo>
                    <a:pt x="262" y="487"/>
                  </a:moveTo>
                  <a:cubicBezTo>
                    <a:pt x="263" y="486"/>
                    <a:pt x="262" y="487"/>
                    <a:pt x="262" y="487"/>
                  </a:cubicBezTo>
                  <a:cubicBezTo>
                    <a:pt x="262" y="487"/>
                    <a:pt x="262" y="487"/>
                    <a:pt x="262" y="487"/>
                  </a:cubicBezTo>
                  <a:close/>
                  <a:moveTo>
                    <a:pt x="262" y="390"/>
                  </a:moveTo>
                  <a:cubicBezTo>
                    <a:pt x="262" y="390"/>
                    <a:pt x="261" y="391"/>
                    <a:pt x="261" y="391"/>
                  </a:cubicBezTo>
                  <a:cubicBezTo>
                    <a:pt x="260" y="392"/>
                    <a:pt x="261" y="389"/>
                    <a:pt x="262" y="390"/>
                  </a:cubicBezTo>
                  <a:close/>
                  <a:moveTo>
                    <a:pt x="261" y="409"/>
                  </a:moveTo>
                  <a:cubicBezTo>
                    <a:pt x="262" y="410"/>
                    <a:pt x="261" y="412"/>
                    <a:pt x="261" y="412"/>
                  </a:cubicBezTo>
                  <a:cubicBezTo>
                    <a:pt x="258" y="415"/>
                    <a:pt x="259" y="408"/>
                    <a:pt x="261" y="409"/>
                  </a:cubicBezTo>
                  <a:close/>
                  <a:moveTo>
                    <a:pt x="260" y="161"/>
                  </a:moveTo>
                  <a:cubicBezTo>
                    <a:pt x="259" y="162"/>
                    <a:pt x="258" y="162"/>
                    <a:pt x="257" y="162"/>
                  </a:cubicBezTo>
                  <a:cubicBezTo>
                    <a:pt x="258" y="161"/>
                    <a:pt x="259" y="161"/>
                    <a:pt x="260" y="161"/>
                  </a:cubicBezTo>
                  <a:close/>
                  <a:moveTo>
                    <a:pt x="256" y="236"/>
                  </a:moveTo>
                  <a:cubicBezTo>
                    <a:pt x="257" y="236"/>
                    <a:pt x="257" y="237"/>
                    <a:pt x="257" y="237"/>
                  </a:cubicBezTo>
                  <a:cubicBezTo>
                    <a:pt x="255" y="239"/>
                    <a:pt x="255" y="235"/>
                    <a:pt x="256" y="236"/>
                  </a:cubicBezTo>
                  <a:close/>
                  <a:moveTo>
                    <a:pt x="220" y="484"/>
                  </a:moveTo>
                  <a:cubicBezTo>
                    <a:pt x="219" y="485"/>
                    <a:pt x="219" y="482"/>
                    <a:pt x="220" y="482"/>
                  </a:cubicBezTo>
                  <a:cubicBezTo>
                    <a:pt x="220" y="483"/>
                    <a:pt x="220" y="483"/>
                    <a:pt x="220" y="484"/>
                  </a:cubicBezTo>
                  <a:close/>
                  <a:moveTo>
                    <a:pt x="219" y="482"/>
                  </a:moveTo>
                  <a:cubicBezTo>
                    <a:pt x="218" y="481"/>
                    <a:pt x="220" y="479"/>
                    <a:pt x="220" y="480"/>
                  </a:cubicBezTo>
                  <a:cubicBezTo>
                    <a:pt x="221" y="482"/>
                    <a:pt x="219" y="483"/>
                    <a:pt x="219" y="482"/>
                  </a:cubicBezTo>
                  <a:close/>
                  <a:moveTo>
                    <a:pt x="223" y="478"/>
                  </a:moveTo>
                  <a:cubicBezTo>
                    <a:pt x="219" y="481"/>
                    <a:pt x="218" y="471"/>
                    <a:pt x="222" y="470"/>
                  </a:cubicBezTo>
                  <a:cubicBezTo>
                    <a:pt x="220" y="474"/>
                    <a:pt x="224" y="473"/>
                    <a:pt x="224" y="475"/>
                  </a:cubicBezTo>
                  <a:cubicBezTo>
                    <a:pt x="224" y="475"/>
                    <a:pt x="223" y="477"/>
                    <a:pt x="223" y="478"/>
                  </a:cubicBezTo>
                  <a:close/>
                  <a:moveTo>
                    <a:pt x="226" y="519"/>
                  </a:moveTo>
                  <a:cubicBezTo>
                    <a:pt x="226" y="519"/>
                    <a:pt x="226" y="519"/>
                    <a:pt x="226" y="519"/>
                  </a:cubicBezTo>
                  <a:cubicBezTo>
                    <a:pt x="226" y="518"/>
                    <a:pt x="227" y="518"/>
                    <a:pt x="227" y="518"/>
                  </a:cubicBezTo>
                  <a:cubicBezTo>
                    <a:pt x="226" y="518"/>
                    <a:pt x="226" y="519"/>
                    <a:pt x="226" y="519"/>
                  </a:cubicBezTo>
                  <a:close/>
                  <a:moveTo>
                    <a:pt x="231" y="488"/>
                  </a:moveTo>
                  <a:cubicBezTo>
                    <a:pt x="232" y="486"/>
                    <a:pt x="234" y="487"/>
                    <a:pt x="231" y="488"/>
                  </a:cubicBezTo>
                  <a:close/>
                  <a:moveTo>
                    <a:pt x="236" y="473"/>
                  </a:moveTo>
                  <a:cubicBezTo>
                    <a:pt x="236" y="474"/>
                    <a:pt x="238" y="474"/>
                    <a:pt x="236" y="476"/>
                  </a:cubicBezTo>
                  <a:cubicBezTo>
                    <a:pt x="237" y="475"/>
                    <a:pt x="234" y="476"/>
                    <a:pt x="234" y="476"/>
                  </a:cubicBezTo>
                  <a:cubicBezTo>
                    <a:pt x="233" y="475"/>
                    <a:pt x="233" y="474"/>
                    <a:pt x="235" y="473"/>
                  </a:cubicBezTo>
                  <a:cubicBezTo>
                    <a:pt x="233" y="473"/>
                    <a:pt x="231" y="472"/>
                    <a:pt x="231" y="470"/>
                  </a:cubicBezTo>
                  <a:cubicBezTo>
                    <a:pt x="231" y="467"/>
                    <a:pt x="233" y="465"/>
                    <a:pt x="236" y="464"/>
                  </a:cubicBezTo>
                  <a:cubicBezTo>
                    <a:pt x="236" y="464"/>
                    <a:pt x="236" y="464"/>
                    <a:pt x="236" y="464"/>
                  </a:cubicBezTo>
                  <a:cubicBezTo>
                    <a:pt x="237" y="464"/>
                    <a:pt x="238" y="466"/>
                    <a:pt x="238" y="466"/>
                  </a:cubicBezTo>
                  <a:cubicBezTo>
                    <a:pt x="240" y="467"/>
                    <a:pt x="239" y="462"/>
                    <a:pt x="241" y="463"/>
                  </a:cubicBezTo>
                  <a:cubicBezTo>
                    <a:pt x="244" y="463"/>
                    <a:pt x="241" y="465"/>
                    <a:pt x="241" y="466"/>
                  </a:cubicBezTo>
                  <a:cubicBezTo>
                    <a:pt x="240" y="468"/>
                    <a:pt x="242" y="468"/>
                    <a:pt x="239" y="470"/>
                  </a:cubicBezTo>
                  <a:cubicBezTo>
                    <a:pt x="238" y="470"/>
                    <a:pt x="236" y="473"/>
                    <a:pt x="236" y="473"/>
                  </a:cubicBezTo>
                  <a:close/>
                  <a:moveTo>
                    <a:pt x="232" y="444"/>
                  </a:moveTo>
                  <a:cubicBezTo>
                    <a:pt x="233" y="444"/>
                    <a:pt x="233" y="443"/>
                    <a:pt x="233" y="444"/>
                  </a:cubicBezTo>
                  <a:cubicBezTo>
                    <a:pt x="232" y="444"/>
                    <a:pt x="232" y="444"/>
                    <a:pt x="232" y="444"/>
                  </a:cubicBezTo>
                  <a:close/>
                  <a:moveTo>
                    <a:pt x="237" y="453"/>
                  </a:moveTo>
                  <a:cubicBezTo>
                    <a:pt x="239" y="450"/>
                    <a:pt x="241" y="447"/>
                    <a:pt x="243" y="445"/>
                  </a:cubicBezTo>
                  <a:cubicBezTo>
                    <a:pt x="242" y="448"/>
                    <a:pt x="240" y="450"/>
                    <a:pt x="237" y="453"/>
                  </a:cubicBezTo>
                  <a:close/>
                  <a:moveTo>
                    <a:pt x="243" y="461"/>
                  </a:moveTo>
                  <a:cubicBezTo>
                    <a:pt x="242" y="462"/>
                    <a:pt x="243" y="460"/>
                    <a:pt x="243" y="460"/>
                  </a:cubicBezTo>
                  <a:cubicBezTo>
                    <a:pt x="244" y="460"/>
                    <a:pt x="244" y="461"/>
                    <a:pt x="243" y="461"/>
                  </a:cubicBezTo>
                  <a:close/>
                  <a:moveTo>
                    <a:pt x="238" y="463"/>
                  </a:moveTo>
                  <a:cubicBezTo>
                    <a:pt x="237" y="462"/>
                    <a:pt x="239" y="461"/>
                    <a:pt x="239" y="462"/>
                  </a:cubicBezTo>
                  <a:cubicBezTo>
                    <a:pt x="241" y="463"/>
                    <a:pt x="238" y="465"/>
                    <a:pt x="238" y="463"/>
                  </a:cubicBezTo>
                  <a:close/>
                  <a:moveTo>
                    <a:pt x="237" y="446"/>
                  </a:moveTo>
                  <a:cubicBezTo>
                    <a:pt x="234" y="447"/>
                    <a:pt x="235" y="441"/>
                    <a:pt x="238" y="443"/>
                  </a:cubicBezTo>
                  <a:cubicBezTo>
                    <a:pt x="239" y="443"/>
                    <a:pt x="237" y="445"/>
                    <a:pt x="237" y="446"/>
                  </a:cubicBezTo>
                  <a:close/>
                  <a:moveTo>
                    <a:pt x="236" y="453"/>
                  </a:moveTo>
                  <a:cubicBezTo>
                    <a:pt x="236" y="455"/>
                    <a:pt x="234" y="458"/>
                    <a:pt x="233" y="458"/>
                  </a:cubicBezTo>
                  <a:cubicBezTo>
                    <a:pt x="233" y="458"/>
                    <a:pt x="235" y="454"/>
                    <a:pt x="236" y="453"/>
                  </a:cubicBezTo>
                  <a:close/>
                  <a:moveTo>
                    <a:pt x="234" y="464"/>
                  </a:moveTo>
                  <a:cubicBezTo>
                    <a:pt x="235" y="462"/>
                    <a:pt x="233" y="465"/>
                    <a:pt x="234" y="464"/>
                  </a:cubicBezTo>
                  <a:close/>
                  <a:moveTo>
                    <a:pt x="241" y="500"/>
                  </a:moveTo>
                  <a:cubicBezTo>
                    <a:pt x="240" y="501"/>
                    <a:pt x="241" y="499"/>
                    <a:pt x="241" y="499"/>
                  </a:cubicBezTo>
                  <a:cubicBezTo>
                    <a:pt x="242" y="499"/>
                    <a:pt x="242" y="500"/>
                    <a:pt x="241" y="500"/>
                  </a:cubicBezTo>
                  <a:close/>
                  <a:moveTo>
                    <a:pt x="243" y="497"/>
                  </a:moveTo>
                  <a:cubicBezTo>
                    <a:pt x="241" y="498"/>
                    <a:pt x="243" y="494"/>
                    <a:pt x="244" y="496"/>
                  </a:cubicBezTo>
                  <a:cubicBezTo>
                    <a:pt x="244" y="496"/>
                    <a:pt x="243" y="497"/>
                    <a:pt x="243" y="497"/>
                  </a:cubicBezTo>
                  <a:close/>
                  <a:moveTo>
                    <a:pt x="245" y="513"/>
                  </a:moveTo>
                  <a:cubicBezTo>
                    <a:pt x="246" y="513"/>
                    <a:pt x="244" y="514"/>
                    <a:pt x="245" y="513"/>
                  </a:cubicBezTo>
                  <a:close/>
                  <a:moveTo>
                    <a:pt x="244" y="494"/>
                  </a:moveTo>
                  <a:cubicBezTo>
                    <a:pt x="245" y="492"/>
                    <a:pt x="249" y="492"/>
                    <a:pt x="248" y="495"/>
                  </a:cubicBezTo>
                  <a:cubicBezTo>
                    <a:pt x="248" y="497"/>
                    <a:pt x="242" y="497"/>
                    <a:pt x="244" y="494"/>
                  </a:cubicBezTo>
                  <a:close/>
                  <a:moveTo>
                    <a:pt x="248" y="489"/>
                  </a:moveTo>
                  <a:cubicBezTo>
                    <a:pt x="247" y="488"/>
                    <a:pt x="249" y="488"/>
                    <a:pt x="248" y="489"/>
                  </a:cubicBezTo>
                  <a:close/>
                  <a:moveTo>
                    <a:pt x="249" y="485"/>
                  </a:moveTo>
                  <a:cubicBezTo>
                    <a:pt x="248" y="486"/>
                    <a:pt x="249" y="483"/>
                    <a:pt x="249" y="484"/>
                  </a:cubicBezTo>
                  <a:cubicBezTo>
                    <a:pt x="250" y="484"/>
                    <a:pt x="249" y="485"/>
                    <a:pt x="249" y="485"/>
                  </a:cubicBezTo>
                  <a:close/>
                  <a:moveTo>
                    <a:pt x="251" y="501"/>
                  </a:moveTo>
                  <a:cubicBezTo>
                    <a:pt x="251" y="501"/>
                    <a:pt x="251" y="501"/>
                    <a:pt x="251" y="501"/>
                  </a:cubicBezTo>
                  <a:cubicBezTo>
                    <a:pt x="251" y="499"/>
                    <a:pt x="252" y="503"/>
                    <a:pt x="251" y="501"/>
                  </a:cubicBezTo>
                  <a:close/>
                  <a:moveTo>
                    <a:pt x="252" y="488"/>
                  </a:moveTo>
                  <a:cubicBezTo>
                    <a:pt x="252" y="488"/>
                    <a:pt x="251" y="489"/>
                    <a:pt x="251" y="488"/>
                  </a:cubicBezTo>
                  <a:cubicBezTo>
                    <a:pt x="248" y="485"/>
                    <a:pt x="256" y="486"/>
                    <a:pt x="252" y="488"/>
                  </a:cubicBezTo>
                  <a:close/>
                  <a:moveTo>
                    <a:pt x="252" y="480"/>
                  </a:moveTo>
                  <a:cubicBezTo>
                    <a:pt x="251" y="480"/>
                    <a:pt x="251" y="480"/>
                    <a:pt x="251" y="480"/>
                  </a:cubicBezTo>
                  <a:cubicBezTo>
                    <a:pt x="250" y="480"/>
                    <a:pt x="252" y="479"/>
                    <a:pt x="252" y="480"/>
                  </a:cubicBezTo>
                  <a:close/>
                  <a:moveTo>
                    <a:pt x="250" y="475"/>
                  </a:moveTo>
                  <a:cubicBezTo>
                    <a:pt x="248" y="477"/>
                    <a:pt x="245" y="480"/>
                    <a:pt x="244" y="481"/>
                  </a:cubicBezTo>
                  <a:cubicBezTo>
                    <a:pt x="242" y="482"/>
                    <a:pt x="241" y="485"/>
                    <a:pt x="239" y="485"/>
                  </a:cubicBezTo>
                  <a:cubicBezTo>
                    <a:pt x="243" y="480"/>
                    <a:pt x="249" y="474"/>
                    <a:pt x="253" y="470"/>
                  </a:cubicBezTo>
                  <a:cubicBezTo>
                    <a:pt x="256" y="466"/>
                    <a:pt x="251" y="474"/>
                    <a:pt x="250" y="475"/>
                  </a:cubicBezTo>
                  <a:close/>
                  <a:moveTo>
                    <a:pt x="251" y="410"/>
                  </a:moveTo>
                  <a:cubicBezTo>
                    <a:pt x="252" y="411"/>
                    <a:pt x="251" y="412"/>
                    <a:pt x="250" y="412"/>
                  </a:cubicBezTo>
                  <a:cubicBezTo>
                    <a:pt x="248" y="414"/>
                    <a:pt x="248" y="409"/>
                    <a:pt x="251" y="410"/>
                  </a:cubicBezTo>
                  <a:close/>
                  <a:moveTo>
                    <a:pt x="249" y="314"/>
                  </a:moveTo>
                  <a:cubicBezTo>
                    <a:pt x="250" y="313"/>
                    <a:pt x="251" y="314"/>
                    <a:pt x="251" y="314"/>
                  </a:cubicBezTo>
                  <a:cubicBezTo>
                    <a:pt x="250" y="315"/>
                    <a:pt x="249" y="314"/>
                    <a:pt x="249" y="314"/>
                  </a:cubicBezTo>
                  <a:close/>
                  <a:moveTo>
                    <a:pt x="250" y="459"/>
                  </a:moveTo>
                  <a:cubicBezTo>
                    <a:pt x="251" y="458"/>
                    <a:pt x="248" y="460"/>
                    <a:pt x="250" y="459"/>
                  </a:cubicBezTo>
                  <a:close/>
                  <a:moveTo>
                    <a:pt x="254" y="448"/>
                  </a:moveTo>
                  <a:cubicBezTo>
                    <a:pt x="254" y="447"/>
                    <a:pt x="254" y="450"/>
                    <a:pt x="254" y="448"/>
                  </a:cubicBezTo>
                  <a:close/>
                  <a:moveTo>
                    <a:pt x="254" y="252"/>
                  </a:moveTo>
                  <a:cubicBezTo>
                    <a:pt x="255" y="252"/>
                    <a:pt x="254" y="253"/>
                    <a:pt x="254" y="254"/>
                  </a:cubicBezTo>
                  <a:cubicBezTo>
                    <a:pt x="253" y="255"/>
                    <a:pt x="253" y="252"/>
                    <a:pt x="254" y="252"/>
                  </a:cubicBezTo>
                  <a:close/>
                  <a:moveTo>
                    <a:pt x="253" y="418"/>
                  </a:moveTo>
                  <a:cubicBezTo>
                    <a:pt x="254" y="416"/>
                    <a:pt x="255" y="417"/>
                    <a:pt x="253" y="418"/>
                  </a:cubicBezTo>
                  <a:close/>
                  <a:moveTo>
                    <a:pt x="253" y="419"/>
                  </a:moveTo>
                  <a:cubicBezTo>
                    <a:pt x="253" y="421"/>
                    <a:pt x="252" y="419"/>
                    <a:pt x="253" y="419"/>
                  </a:cubicBezTo>
                  <a:close/>
                  <a:moveTo>
                    <a:pt x="251" y="212"/>
                  </a:moveTo>
                  <a:cubicBezTo>
                    <a:pt x="252" y="213"/>
                    <a:pt x="251" y="213"/>
                    <a:pt x="251" y="214"/>
                  </a:cubicBezTo>
                  <a:cubicBezTo>
                    <a:pt x="250" y="214"/>
                    <a:pt x="251" y="213"/>
                    <a:pt x="251" y="212"/>
                  </a:cubicBezTo>
                  <a:close/>
                  <a:moveTo>
                    <a:pt x="250" y="272"/>
                  </a:moveTo>
                  <a:cubicBezTo>
                    <a:pt x="250" y="273"/>
                    <a:pt x="250" y="273"/>
                    <a:pt x="249" y="274"/>
                  </a:cubicBezTo>
                  <a:cubicBezTo>
                    <a:pt x="248" y="275"/>
                    <a:pt x="250" y="272"/>
                    <a:pt x="250" y="272"/>
                  </a:cubicBezTo>
                  <a:close/>
                  <a:moveTo>
                    <a:pt x="249" y="219"/>
                  </a:moveTo>
                  <a:cubicBezTo>
                    <a:pt x="248" y="218"/>
                    <a:pt x="250" y="217"/>
                    <a:pt x="249" y="219"/>
                  </a:cubicBezTo>
                  <a:close/>
                  <a:moveTo>
                    <a:pt x="250" y="374"/>
                  </a:moveTo>
                  <a:cubicBezTo>
                    <a:pt x="250" y="374"/>
                    <a:pt x="250" y="376"/>
                    <a:pt x="249" y="376"/>
                  </a:cubicBezTo>
                  <a:cubicBezTo>
                    <a:pt x="248" y="377"/>
                    <a:pt x="248" y="374"/>
                    <a:pt x="250" y="374"/>
                  </a:cubicBezTo>
                  <a:close/>
                  <a:moveTo>
                    <a:pt x="245" y="428"/>
                  </a:moveTo>
                  <a:cubicBezTo>
                    <a:pt x="246" y="428"/>
                    <a:pt x="245" y="428"/>
                    <a:pt x="245" y="429"/>
                  </a:cubicBezTo>
                  <a:cubicBezTo>
                    <a:pt x="244" y="430"/>
                    <a:pt x="244" y="427"/>
                    <a:pt x="245" y="428"/>
                  </a:cubicBezTo>
                  <a:close/>
                  <a:moveTo>
                    <a:pt x="244" y="378"/>
                  </a:moveTo>
                  <a:cubicBezTo>
                    <a:pt x="245" y="378"/>
                    <a:pt x="244" y="379"/>
                    <a:pt x="243" y="379"/>
                  </a:cubicBezTo>
                  <a:cubicBezTo>
                    <a:pt x="243" y="378"/>
                    <a:pt x="244" y="378"/>
                    <a:pt x="244" y="378"/>
                  </a:cubicBezTo>
                  <a:close/>
                  <a:moveTo>
                    <a:pt x="243" y="406"/>
                  </a:moveTo>
                  <a:cubicBezTo>
                    <a:pt x="246" y="408"/>
                    <a:pt x="243" y="412"/>
                    <a:pt x="242" y="413"/>
                  </a:cubicBezTo>
                  <a:cubicBezTo>
                    <a:pt x="237" y="414"/>
                    <a:pt x="239" y="404"/>
                    <a:pt x="243" y="406"/>
                  </a:cubicBezTo>
                  <a:close/>
                  <a:moveTo>
                    <a:pt x="236" y="275"/>
                  </a:moveTo>
                  <a:cubicBezTo>
                    <a:pt x="237" y="275"/>
                    <a:pt x="237" y="277"/>
                    <a:pt x="236" y="278"/>
                  </a:cubicBezTo>
                  <a:cubicBezTo>
                    <a:pt x="235" y="279"/>
                    <a:pt x="235" y="275"/>
                    <a:pt x="236" y="275"/>
                  </a:cubicBezTo>
                  <a:close/>
                  <a:moveTo>
                    <a:pt x="236" y="430"/>
                  </a:moveTo>
                  <a:cubicBezTo>
                    <a:pt x="235" y="431"/>
                    <a:pt x="235" y="429"/>
                    <a:pt x="236" y="429"/>
                  </a:cubicBezTo>
                  <a:cubicBezTo>
                    <a:pt x="237" y="429"/>
                    <a:pt x="236" y="430"/>
                    <a:pt x="236" y="430"/>
                  </a:cubicBezTo>
                  <a:close/>
                  <a:moveTo>
                    <a:pt x="236" y="371"/>
                  </a:moveTo>
                  <a:cubicBezTo>
                    <a:pt x="237" y="370"/>
                    <a:pt x="235" y="372"/>
                    <a:pt x="236" y="371"/>
                  </a:cubicBezTo>
                  <a:close/>
                  <a:moveTo>
                    <a:pt x="236" y="412"/>
                  </a:moveTo>
                  <a:cubicBezTo>
                    <a:pt x="237" y="413"/>
                    <a:pt x="235" y="414"/>
                    <a:pt x="235" y="415"/>
                  </a:cubicBezTo>
                  <a:cubicBezTo>
                    <a:pt x="234" y="416"/>
                    <a:pt x="235" y="411"/>
                    <a:pt x="236" y="412"/>
                  </a:cubicBezTo>
                  <a:close/>
                  <a:moveTo>
                    <a:pt x="236" y="431"/>
                  </a:moveTo>
                  <a:cubicBezTo>
                    <a:pt x="240" y="431"/>
                    <a:pt x="238" y="437"/>
                    <a:pt x="234" y="438"/>
                  </a:cubicBezTo>
                  <a:cubicBezTo>
                    <a:pt x="233" y="438"/>
                    <a:pt x="230" y="438"/>
                    <a:pt x="231" y="435"/>
                  </a:cubicBezTo>
                  <a:cubicBezTo>
                    <a:pt x="231" y="433"/>
                    <a:pt x="232" y="434"/>
                    <a:pt x="234" y="433"/>
                  </a:cubicBezTo>
                  <a:cubicBezTo>
                    <a:pt x="234" y="432"/>
                    <a:pt x="234" y="431"/>
                    <a:pt x="236" y="431"/>
                  </a:cubicBezTo>
                  <a:close/>
                  <a:moveTo>
                    <a:pt x="234" y="353"/>
                  </a:moveTo>
                  <a:cubicBezTo>
                    <a:pt x="232" y="355"/>
                    <a:pt x="235" y="352"/>
                    <a:pt x="234" y="353"/>
                  </a:cubicBezTo>
                  <a:close/>
                  <a:moveTo>
                    <a:pt x="233" y="336"/>
                  </a:moveTo>
                  <a:cubicBezTo>
                    <a:pt x="233" y="336"/>
                    <a:pt x="233" y="337"/>
                    <a:pt x="232" y="337"/>
                  </a:cubicBezTo>
                  <a:cubicBezTo>
                    <a:pt x="231" y="338"/>
                    <a:pt x="232" y="335"/>
                    <a:pt x="233" y="336"/>
                  </a:cubicBezTo>
                  <a:close/>
                  <a:moveTo>
                    <a:pt x="232" y="409"/>
                  </a:moveTo>
                  <a:cubicBezTo>
                    <a:pt x="232" y="409"/>
                    <a:pt x="232" y="409"/>
                    <a:pt x="232" y="409"/>
                  </a:cubicBezTo>
                  <a:cubicBezTo>
                    <a:pt x="230" y="410"/>
                    <a:pt x="233" y="407"/>
                    <a:pt x="232" y="409"/>
                  </a:cubicBezTo>
                  <a:close/>
                  <a:moveTo>
                    <a:pt x="230" y="395"/>
                  </a:moveTo>
                  <a:cubicBezTo>
                    <a:pt x="231" y="394"/>
                    <a:pt x="231" y="395"/>
                    <a:pt x="231" y="395"/>
                  </a:cubicBezTo>
                  <a:cubicBezTo>
                    <a:pt x="231" y="395"/>
                    <a:pt x="230" y="395"/>
                    <a:pt x="230" y="395"/>
                  </a:cubicBezTo>
                  <a:close/>
                  <a:moveTo>
                    <a:pt x="230" y="490"/>
                  </a:moveTo>
                  <a:cubicBezTo>
                    <a:pt x="230" y="490"/>
                    <a:pt x="230" y="490"/>
                    <a:pt x="230" y="490"/>
                  </a:cubicBezTo>
                  <a:cubicBezTo>
                    <a:pt x="230" y="490"/>
                    <a:pt x="231" y="489"/>
                    <a:pt x="230" y="490"/>
                  </a:cubicBezTo>
                  <a:close/>
                  <a:moveTo>
                    <a:pt x="230" y="495"/>
                  </a:moveTo>
                  <a:cubicBezTo>
                    <a:pt x="230" y="498"/>
                    <a:pt x="226" y="498"/>
                    <a:pt x="225" y="501"/>
                  </a:cubicBezTo>
                  <a:cubicBezTo>
                    <a:pt x="225" y="498"/>
                    <a:pt x="228" y="496"/>
                    <a:pt x="230" y="495"/>
                  </a:cubicBezTo>
                  <a:close/>
                  <a:moveTo>
                    <a:pt x="225" y="486"/>
                  </a:moveTo>
                  <a:cubicBezTo>
                    <a:pt x="226" y="485"/>
                    <a:pt x="227" y="487"/>
                    <a:pt x="225" y="486"/>
                  </a:cubicBezTo>
                  <a:close/>
                  <a:moveTo>
                    <a:pt x="223" y="437"/>
                  </a:moveTo>
                  <a:cubicBezTo>
                    <a:pt x="222" y="438"/>
                    <a:pt x="223" y="435"/>
                    <a:pt x="223" y="435"/>
                  </a:cubicBezTo>
                  <a:cubicBezTo>
                    <a:pt x="224" y="436"/>
                    <a:pt x="223" y="437"/>
                    <a:pt x="223" y="437"/>
                  </a:cubicBezTo>
                  <a:close/>
                  <a:moveTo>
                    <a:pt x="223" y="313"/>
                  </a:moveTo>
                  <a:cubicBezTo>
                    <a:pt x="224" y="313"/>
                    <a:pt x="223" y="315"/>
                    <a:pt x="223" y="316"/>
                  </a:cubicBezTo>
                  <a:cubicBezTo>
                    <a:pt x="219" y="317"/>
                    <a:pt x="220" y="312"/>
                    <a:pt x="223" y="313"/>
                  </a:cubicBezTo>
                  <a:close/>
                  <a:moveTo>
                    <a:pt x="219" y="387"/>
                  </a:moveTo>
                  <a:cubicBezTo>
                    <a:pt x="219" y="389"/>
                    <a:pt x="220" y="388"/>
                    <a:pt x="220" y="389"/>
                  </a:cubicBezTo>
                  <a:cubicBezTo>
                    <a:pt x="222" y="391"/>
                    <a:pt x="219" y="394"/>
                    <a:pt x="218" y="392"/>
                  </a:cubicBezTo>
                  <a:cubicBezTo>
                    <a:pt x="216" y="391"/>
                    <a:pt x="218" y="389"/>
                    <a:pt x="219" y="387"/>
                  </a:cubicBezTo>
                  <a:close/>
                  <a:moveTo>
                    <a:pt x="213" y="346"/>
                  </a:moveTo>
                  <a:cubicBezTo>
                    <a:pt x="213" y="348"/>
                    <a:pt x="211" y="346"/>
                    <a:pt x="213" y="346"/>
                  </a:cubicBezTo>
                  <a:close/>
                  <a:moveTo>
                    <a:pt x="216" y="395"/>
                  </a:moveTo>
                  <a:cubicBezTo>
                    <a:pt x="215" y="395"/>
                    <a:pt x="215" y="396"/>
                    <a:pt x="215" y="396"/>
                  </a:cubicBezTo>
                  <a:cubicBezTo>
                    <a:pt x="214" y="396"/>
                    <a:pt x="215" y="394"/>
                    <a:pt x="216" y="395"/>
                  </a:cubicBezTo>
                  <a:close/>
                  <a:moveTo>
                    <a:pt x="214" y="449"/>
                  </a:moveTo>
                  <a:cubicBezTo>
                    <a:pt x="214" y="450"/>
                    <a:pt x="215" y="447"/>
                    <a:pt x="214" y="449"/>
                  </a:cubicBezTo>
                  <a:close/>
                  <a:moveTo>
                    <a:pt x="214" y="417"/>
                  </a:moveTo>
                  <a:cubicBezTo>
                    <a:pt x="215" y="418"/>
                    <a:pt x="213" y="419"/>
                    <a:pt x="214" y="417"/>
                  </a:cubicBezTo>
                  <a:close/>
                  <a:moveTo>
                    <a:pt x="213" y="341"/>
                  </a:moveTo>
                  <a:cubicBezTo>
                    <a:pt x="213" y="343"/>
                    <a:pt x="211" y="341"/>
                    <a:pt x="213" y="341"/>
                  </a:cubicBezTo>
                  <a:close/>
                  <a:moveTo>
                    <a:pt x="211" y="453"/>
                  </a:moveTo>
                  <a:cubicBezTo>
                    <a:pt x="211" y="454"/>
                    <a:pt x="210" y="451"/>
                    <a:pt x="211" y="451"/>
                  </a:cubicBezTo>
                  <a:cubicBezTo>
                    <a:pt x="211" y="451"/>
                    <a:pt x="212" y="452"/>
                    <a:pt x="211" y="453"/>
                  </a:cubicBezTo>
                  <a:close/>
                  <a:moveTo>
                    <a:pt x="211" y="238"/>
                  </a:moveTo>
                  <a:cubicBezTo>
                    <a:pt x="211" y="238"/>
                    <a:pt x="211" y="238"/>
                    <a:pt x="211" y="238"/>
                  </a:cubicBezTo>
                  <a:cubicBezTo>
                    <a:pt x="211" y="238"/>
                    <a:pt x="212" y="237"/>
                    <a:pt x="211" y="238"/>
                  </a:cubicBezTo>
                  <a:close/>
                  <a:moveTo>
                    <a:pt x="211" y="409"/>
                  </a:moveTo>
                  <a:cubicBezTo>
                    <a:pt x="210" y="408"/>
                    <a:pt x="212" y="408"/>
                    <a:pt x="211" y="409"/>
                  </a:cubicBezTo>
                  <a:close/>
                  <a:moveTo>
                    <a:pt x="210" y="299"/>
                  </a:moveTo>
                  <a:cubicBezTo>
                    <a:pt x="210" y="299"/>
                    <a:pt x="210" y="299"/>
                    <a:pt x="210" y="298"/>
                  </a:cubicBezTo>
                  <a:cubicBezTo>
                    <a:pt x="210" y="299"/>
                    <a:pt x="209" y="299"/>
                    <a:pt x="209" y="299"/>
                  </a:cubicBezTo>
                  <a:cubicBezTo>
                    <a:pt x="209" y="299"/>
                    <a:pt x="210" y="299"/>
                    <a:pt x="210" y="299"/>
                  </a:cubicBezTo>
                  <a:close/>
                  <a:moveTo>
                    <a:pt x="209" y="464"/>
                  </a:moveTo>
                  <a:cubicBezTo>
                    <a:pt x="209" y="465"/>
                    <a:pt x="209" y="462"/>
                    <a:pt x="209" y="464"/>
                  </a:cubicBezTo>
                  <a:close/>
                  <a:moveTo>
                    <a:pt x="201" y="445"/>
                  </a:moveTo>
                  <a:cubicBezTo>
                    <a:pt x="200" y="446"/>
                    <a:pt x="200" y="443"/>
                    <a:pt x="201" y="443"/>
                  </a:cubicBezTo>
                  <a:cubicBezTo>
                    <a:pt x="202" y="443"/>
                    <a:pt x="201" y="444"/>
                    <a:pt x="201" y="445"/>
                  </a:cubicBezTo>
                  <a:close/>
                  <a:moveTo>
                    <a:pt x="202" y="438"/>
                  </a:moveTo>
                  <a:cubicBezTo>
                    <a:pt x="201" y="438"/>
                    <a:pt x="202" y="437"/>
                    <a:pt x="203" y="437"/>
                  </a:cubicBezTo>
                  <a:cubicBezTo>
                    <a:pt x="203" y="437"/>
                    <a:pt x="203" y="438"/>
                    <a:pt x="202" y="438"/>
                  </a:cubicBezTo>
                  <a:close/>
                  <a:moveTo>
                    <a:pt x="201" y="428"/>
                  </a:moveTo>
                  <a:cubicBezTo>
                    <a:pt x="201" y="430"/>
                    <a:pt x="201" y="435"/>
                    <a:pt x="199" y="435"/>
                  </a:cubicBezTo>
                  <a:cubicBezTo>
                    <a:pt x="198" y="436"/>
                    <a:pt x="197" y="436"/>
                    <a:pt x="197" y="434"/>
                  </a:cubicBezTo>
                  <a:cubicBezTo>
                    <a:pt x="198" y="432"/>
                    <a:pt x="203" y="423"/>
                    <a:pt x="203" y="423"/>
                  </a:cubicBezTo>
                  <a:cubicBezTo>
                    <a:pt x="205" y="424"/>
                    <a:pt x="202" y="427"/>
                    <a:pt x="201" y="428"/>
                  </a:cubicBezTo>
                  <a:close/>
                  <a:moveTo>
                    <a:pt x="204" y="400"/>
                  </a:moveTo>
                  <a:cubicBezTo>
                    <a:pt x="202" y="401"/>
                    <a:pt x="203" y="398"/>
                    <a:pt x="204" y="399"/>
                  </a:cubicBezTo>
                  <a:cubicBezTo>
                    <a:pt x="204" y="399"/>
                    <a:pt x="204" y="400"/>
                    <a:pt x="204" y="400"/>
                  </a:cubicBezTo>
                  <a:close/>
                  <a:moveTo>
                    <a:pt x="204" y="455"/>
                  </a:moveTo>
                  <a:cubicBezTo>
                    <a:pt x="204" y="455"/>
                    <a:pt x="206" y="455"/>
                    <a:pt x="205" y="456"/>
                  </a:cubicBezTo>
                  <a:cubicBezTo>
                    <a:pt x="205" y="457"/>
                    <a:pt x="204" y="456"/>
                    <a:pt x="204" y="455"/>
                  </a:cubicBezTo>
                  <a:close/>
                  <a:moveTo>
                    <a:pt x="205" y="428"/>
                  </a:moveTo>
                  <a:cubicBezTo>
                    <a:pt x="206" y="428"/>
                    <a:pt x="206" y="429"/>
                    <a:pt x="205" y="430"/>
                  </a:cubicBezTo>
                  <a:cubicBezTo>
                    <a:pt x="204" y="430"/>
                    <a:pt x="205" y="428"/>
                    <a:pt x="205" y="428"/>
                  </a:cubicBezTo>
                  <a:close/>
                  <a:moveTo>
                    <a:pt x="206" y="456"/>
                  </a:moveTo>
                  <a:cubicBezTo>
                    <a:pt x="207" y="456"/>
                    <a:pt x="206" y="457"/>
                    <a:pt x="206" y="457"/>
                  </a:cubicBezTo>
                  <a:cubicBezTo>
                    <a:pt x="205" y="457"/>
                    <a:pt x="206" y="456"/>
                    <a:pt x="206" y="456"/>
                  </a:cubicBezTo>
                  <a:close/>
                  <a:moveTo>
                    <a:pt x="206" y="467"/>
                  </a:moveTo>
                  <a:cubicBezTo>
                    <a:pt x="207" y="468"/>
                    <a:pt x="205" y="469"/>
                    <a:pt x="206" y="467"/>
                  </a:cubicBezTo>
                  <a:close/>
                  <a:moveTo>
                    <a:pt x="206" y="465"/>
                  </a:moveTo>
                  <a:cubicBezTo>
                    <a:pt x="206" y="465"/>
                    <a:pt x="208" y="465"/>
                    <a:pt x="208" y="465"/>
                  </a:cubicBezTo>
                  <a:cubicBezTo>
                    <a:pt x="208" y="466"/>
                    <a:pt x="205" y="466"/>
                    <a:pt x="206" y="465"/>
                  </a:cubicBezTo>
                  <a:close/>
                  <a:moveTo>
                    <a:pt x="207" y="448"/>
                  </a:moveTo>
                  <a:cubicBezTo>
                    <a:pt x="208" y="447"/>
                    <a:pt x="208" y="448"/>
                    <a:pt x="208" y="449"/>
                  </a:cubicBezTo>
                  <a:cubicBezTo>
                    <a:pt x="208" y="450"/>
                    <a:pt x="207" y="448"/>
                    <a:pt x="207" y="448"/>
                  </a:cubicBezTo>
                  <a:close/>
                  <a:moveTo>
                    <a:pt x="206" y="415"/>
                  </a:moveTo>
                  <a:cubicBezTo>
                    <a:pt x="205" y="416"/>
                    <a:pt x="207" y="413"/>
                    <a:pt x="206" y="415"/>
                  </a:cubicBezTo>
                  <a:close/>
                  <a:moveTo>
                    <a:pt x="204" y="380"/>
                  </a:moveTo>
                  <a:cubicBezTo>
                    <a:pt x="206" y="379"/>
                    <a:pt x="207" y="384"/>
                    <a:pt x="205" y="385"/>
                  </a:cubicBezTo>
                  <a:cubicBezTo>
                    <a:pt x="202" y="386"/>
                    <a:pt x="202" y="381"/>
                    <a:pt x="204" y="380"/>
                  </a:cubicBezTo>
                  <a:close/>
                  <a:moveTo>
                    <a:pt x="203" y="416"/>
                  </a:moveTo>
                  <a:cubicBezTo>
                    <a:pt x="203" y="417"/>
                    <a:pt x="203" y="417"/>
                    <a:pt x="202" y="418"/>
                  </a:cubicBezTo>
                  <a:cubicBezTo>
                    <a:pt x="201" y="419"/>
                    <a:pt x="202" y="416"/>
                    <a:pt x="203" y="416"/>
                  </a:cubicBezTo>
                  <a:close/>
                  <a:moveTo>
                    <a:pt x="202" y="401"/>
                  </a:moveTo>
                  <a:cubicBezTo>
                    <a:pt x="202" y="402"/>
                    <a:pt x="201" y="403"/>
                    <a:pt x="201" y="403"/>
                  </a:cubicBezTo>
                  <a:cubicBezTo>
                    <a:pt x="200" y="404"/>
                    <a:pt x="201" y="401"/>
                    <a:pt x="202" y="401"/>
                  </a:cubicBezTo>
                  <a:close/>
                  <a:moveTo>
                    <a:pt x="200" y="405"/>
                  </a:moveTo>
                  <a:cubicBezTo>
                    <a:pt x="200" y="406"/>
                    <a:pt x="200" y="406"/>
                    <a:pt x="199" y="407"/>
                  </a:cubicBezTo>
                  <a:cubicBezTo>
                    <a:pt x="199" y="407"/>
                    <a:pt x="199" y="405"/>
                    <a:pt x="200" y="405"/>
                  </a:cubicBezTo>
                  <a:close/>
                  <a:moveTo>
                    <a:pt x="198" y="419"/>
                  </a:moveTo>
                  <a:cubicBezTo>
                    <a:pt x="197" y="421"/>
                    <a:pt x="198" y="418"/>
                    <a:pt x="198" y="418"/>
                  </a:cubicBezTo>
                  <a:cubicBezTo>
                    <a:pt x="198" y="418"/>
                    <a:pt x="198" y="419"/>
                    <a:pt x="198" y="419"/>
                  </a:cubicBezTo>
                  <a:close/>
                  <a:moveTo>
                    <a:pt x="198" y="411"/>
                  </a:moveTo>
                  <a:cubicBezTo>
                    <a:pt x="198" y="413"/>
                    <a:pt x="197" y="415"/>
                    <a:pt x="196" y="416"/>
                  </a:cubicBezTo>
                  <a:cubicBezTo>
                    <a:pt x="195" y="415"/>
                    <a:pt x="197" y="412"/>
                    <a:pt x="198" y="411"/>
                  </a:cubicBezTo>
                  <a:close/>
                  <a:moveTo>
                    <a:pt x="196" y="426"/>
                  </a:moveTo>
                  <a:cubicBezTo>
                    <a:pt x="196" y="426"/>
                    <a:pt x="196" y="427"/>
                    <a:pt x="195" y="427"/>
                  </a:cubicBezTo>
                  <a:cubicBezTo>
                    <a:pt x="194" y="428"/>
                    <a:pt x="195" y="426"/>
                    <a:pt x="196" y="426"/>
                  </a:cubicBezTo>
                  <a:close/>
                  <a:moveTo>
                    <a:pt x="75" y="451"/>
                  </a:moveTo>
                  <a:cubicBezTo>
                    <a:pt x="74" y="451"/>
                    <a:pt x="74" y="449"/>
                    <a:pt x="75" y="449"/>
                  </a:cubicBezTo>
                  <a:cubicBezTo>
                    <a:pt x="75" y="450"/>
                    <a:pt x="75" y="450"/>
                    <a:pt x="75" y="451"/>
                  </a:cubicBezTo>
                  <a:close/>
                  <a:moveTo>
                    <a:pt x="84" y="417"/>
                  </a:moveTo>
                  <a:cubicBezTo>
                    <a:pt x="86" y="416"/>
                    <a:pt x="89" y="422"/>
                    <a:pt x="86" y="423"/>
                  </a:cubicBezTo>
                  <a:cubicBezTo>
                    <a:pt x="82" y="425"/>
                    <a:pt x="82" y="417"/>
                    <a:pt x="84" y="417"/>
                  </a:cubicBezTo>
                  <a:close/>
                  <a:moveTo>
                    <a:pt x="82" y="401"/>
                  </a:moveTo>
                  <a:cubicBezTo>
                    <a:pt x="82" y="402"/>
                    <a:pt x="83" y="398"/>
                    <a:pt x="82" y="401"/>
                  </a:cubicBezTo>
                  <a:close/>
                  <a:moveTo>
                    <a:pt x="88" y="429"/>
                  </a:moveTo>
                  <a:cubicBezTo>
                    <a:pt x="88" y="428"/>
                    <a:pt x="88" y="428"/>
                    <a:pt x="88" y="427"/>
                  </a:cubicBezTo>
                  <a:cubicBezTo>
                    <a:pt x="87" y="427"/>
                    <a:pt x="86" y="427"/>
                    <a:pt x="87" y="426"/>
                  </a:cubicBezTo>
                  <a:cubicBezTo>
                    <a:pt x="87" y="426"/>
                    <a:pt x="87" y="426"/>
                    <a:pt x="88" y="426"/>
                  </a:cubicBezTo>
                  <a:cubicBezTo>
                    <a:pt x="88" y="423"/>
                    <a:pt x="90" y="418"/>
                    <a:pt x="90" y="418"/>
                  </a:cubicBezTo>
                  <a:cubicBezTo>
                    <a:pt x="91" y="419"/>
                    <a:pt x="88" y="426"/>
                    <a:pt x="88" y="429"/>
                  </a:cubicBezTo>
                  <a:close/>
                  <a:moveTo>
                    <a:pt x="88" y="449"/>
                  </a:moveTo>
                  <a:cubicBezTo>
                    <a:pt x="87" y="449"/>
                    <a:pt x="89" y="448"/>
                    <a:pt x="88" y="449"/>
                  </a:cubicBezTo>
                  <a:close/>
                  <a:moveTo>
                    <a:pt x="85" y="448"/>
                  </a:moveTo>
                  <a:cubicBezTo>
                    <a:pt x="84" y="450"/>
                    <a:pt x="84" y="446"/>
                    <a:pt x="85" y="446"/>
                  </a:cubicBezTo>
                  <a:cubicBezTo>
                    <a:pt x="86" y="447"/>
                    <a:pt x="86" y="448"/>
                    <a:pt x="85" y="448"/>
                  </a:cubicBezTo>
                  <a:close/>
                  <a:moveTo>
                    <a:pt x="86" y="437"/>
                  </a:moveTo>
                  <a:cubicBezTo>
                    <a:pt x="83" y="434"/>
                    <a:pt x="90" y="436"/>
                    <a:pt x="86" y="437"/>
                  </a:cubicBezTo>
                  <a:cubicBezTo>
                    <a:pt x="86" y="437"/>
                    <a:pt x="86" y="438"/>
                    <a:pt x="86" y="437"/>
                  </a:cubicBezTo>
                  <a:close/>
                  <a:moveTo>
                    <a:pt x="88" y="451"/>
                  </a:moveTo>
                  <a:cubicBezTo>
                    <a:pt x="88" y="451"/>
                    <a:pt x="88" y="452"/>
                    <a:pt x="88" y="452"/>
                  </a:cubicBezTo>
                  <a:cubicBezTo>
                    <a:pt x="87" y="453"/>
                    <a:pt x="87" y="451"/>
                    <a:pt x="88" y="451"/>
                  </a:cubicBezTo>
                  <a:close/>
                  <a:moveTo>
                    <a:pt x="88" y="462"/>
                  </a:moveTo>
                  <a:cubicBezTo>
                    <a:pt x="88" y="460"/>
                    <a:pt x="86" y="457"/>
                    <a:pt x="89" y="457"/>
                  </a:cubicBezTo>
                  <a:cubicBezTo>
                    <a:pt x="93" y="456"/>
                    <a:pt x="88" y="463"/>
                    <a:pt x="88" y="462"/>
                  </a:cubicBezTo>
                  <a:close/>
                  <a:moveTo>
                    <a:pt x="91" y="450"/>
                  </a:moveTo>
                  <a:cubicBezTo>
                    <a:pt x="90" y="451"/>
                    <a:pt x="90" y="450"/>
                    <a:pt x="90" y="449"/>
                  </a:cubicBezTo>
                  <a:cubicBezTo>
                    <a:pt x="90" y="449"/>
                    <a:pt x="91" y="450"/>
                    <a:pt x="91" y="450"/>
                  </a:cubicBezTo>
                  <a:close/>
                  <a:moveTo>
                    <a:pt x="92" y="442"/>
                  </a:moveTo>
                  <a:cubicBezTo>
                    <a:pt x="91" y="443"/>
                    <a:pt x="89" y="440"/>
                    <a:pt x="90" y="440"/>
                  </a:cubicBezTo>
                  <a:cubicBezTo>
                    <a:pt x="91" y="439"/>
                    <a:pt x="93" y="441"/>
                    <a:pt x="92" y="442"/>
                  </a:cubicBezTo>
                  <a:close/>
                  <a:moveTo>
                    <a:pt x="92" y="428"/>
                  </a:moveTo>
                  <a:cubicBezTo>
                    <a:pt x="93" y="429"/>
                    <a:pt x="93" y="430"/>
                    <a:pt x="93" y="431"/>
                  </a:cubicBezTo>
                  <a:cubicBezTo>
                    <a:pt x="91" y="432"/>
                    <a:pt x="91" y="428"/>
                    <a:pt x="92" y="428"/>
                  </a:cubicBezTo>
                  <a:close/>
                  <a:moveTo>
                    <a:pt x="92" y="416"/>
                  </a:moveTo>
                  <a:cubicBezTo>
                    <a:pt x="93" y="416"/>
                    <a:pt x="93" y="417"/>
                    <a:pt x="93" y="417"/>
                  </a:cubicBezTo>
                  <a:cubicBezTo>
                    <a:pt x="92" y="418"/>
                    <a:pt x="92" y="416"/>
                    <a:pt x="92" y="416"/>
                  </a:cubicBezTo>
                  <a:close/>
                  <a:moveTo>
                    <a:pt x="97" y="465"/>
                  </a:moveTo>
                  <a:cubicBezTo>
                    <a:pt x="96" y="466"/>
                    <a:pt x="96" y="463"/>
                    <a:pt x="97" y="463"/>
                  </a:cubicBezTo>
                  <a:cubicBezTo>
                    <a:pt x="98" y="463"/>
                    <a:pt x="98" y="465"/>
                    <a:pt x="97" y="465"/>
                  </a:cubicBezTo>
                  <a:close/>
                  <a:moveTo>
                    <a:pt x="95" y="461"/>
                  </a:moveTo>
                  <a:cubicBezTo>
                    <a:pt x="96" y="462"/>
                    <a:pt x="99" y="462"/>
                    <a:pt x="96" y="463"/>
                  </a:cubicBezTo>
                  <a:cubicBezTo>
                    <a:pt x="95" y="463"/>
                    <a:pt x="94" y="463"/>
                    <a:pt x="93" y="462"/>
                  </a:cubicBezTo>
                  <a:cubicBezTo>
                    <a:pt x="93" y="462"/>
                    <a:pt x="94" y="459"/>
                    <a:pt x="94" y="460"/>
                  </a:cubicBezTo>
                  <a:cubicBezTo>
                    <a:pt x="96" y="458"/>
                    <a:pt x="95" y="461"/>
                    <a:pt x="95" y="461"/>
                  </a:cubicBezTo>
                  <a:close/>
                  <a:moveTo>
                    <a:pt x="103" y="430"/>
                  </a:moveTo>
                  <a:cubicBezTo>
                    <a:pt x="104" y="431"/>
                    <a:pt x="101" y="432"/>
                    <a:pt x="103" y="430"/>
                  </a:cubicBezTo>
                  <a:close/>
                  <a:moveTo>
                    <a:pt x="107" y="428"/>
                  </a:moveTo>
                  <a:cubicBezTo>
                    <a:pt x="106" y="429"/>
                    <a:pt x="105" y="426"/>
                    <a:pt x="107" y="427"/>
                  </a:cubicBezTo>
                  <a:cubicBezTo>
                    <a:pt x="108" y="427"/>
                    <a:pt x="107" y="428"/>
                    <a:pt x="107" y="428"/>
                  </a:cubicBezTo>
                  <a:close/>
                  <a:moveTo>
                    <a:pt x="112" y="444"/>
                  </a:moveTo>
                  <a:cubicBezTo>
                    <a:pt x="111" y="442"/>
                    <a:pt x="112" y="441"/>
                    <a:pt x="112" y="444"/>
                  </a:cubicBezTo>
                  <a:close/>
                  <a:moveTo>
                    <a:pt x="113" y="428"/>
                  </a:moveTo>
                  <a:cubicBezTo>
                    <a:pt x="112" y="429"/>
                    <a:pt x="112" y="426"/>
                    <a:pt x="113" y="427"/>
                  </a:cubicBezTo>
                  <a:cubicBezTo>
                    <a:pt x="113" y="427"/>
                    <a:pt x="113" y="428"/>
                    <a:pt x="113" y="428"/>
                  </a:cubicBezTo>
                  <a:close/>
                  <a:moveTo>
                    <a:pt x="114" y="420"/>
                  </a:moveTo>
                  <a:cubicBezTo>
                    <a:pt x="112" y="420"/>
                    <a:pt x="113" y="419"/>
                    <a:pt x="112" y="418"/>
                  </a:cubicBezTo>
                  <a:cubicBezTo>
                    <a:pt x="111" y="418"/>
                    <a:pt x="111" y="419"/>
                    <a:pt x="110" y="419"/>
                  </a:cubicBezTo>
                  <a:cubicBezTo>
                    <a:pt x="109" y="417"/>
                    <a:pt x="108" y="407"/>
                    <a:pt x="111" y="406"/>
                  </a:cubicBezTo>
                  <a:cubicBezTo>
                    <a:pt x="111" y="406"/>
                    <a:pt x="113" y="408"/>
                    <a:pt x="114" y="406"/>
                  </a:cubicBezTo>
                  <a:cubicBezTo>
                    <a:pt x="114" y="404"/>
                    <a:pt x="117" y="415"/>
                    <a:pt x="117" y="418"/>
                  </a:cubicBezTo>
                  <a:cubicBezTo>
                    <a:pt x="115" y="416"/>
                    <a:pt x="114" y="420"/>
                    <a:pt x="114" y="420"/>
                  </a:cubicBezTo>
                  <a:close/>
                  <a:moveTo>
                    <a:pt x="108" y="393"/>
                  </a:moveTo>
                  <a:cubicBezTo>
                    <a:pt x="110" y="393"/>
                    <a:pt x="112" y="398"/>
                    <a:pt x="109" y="399"/>
                  </a:cubicBezTo>
                  <a:cubicBezTo>
                    <a:pt x="106" y="401"/>
                    <a:pt x="106" y="394"/>
                    <a:pt x="108" y="393"/>
                  </a:cubicBezTo>
                  <a:close/>
                  <a:moveTo>
                    <a:pt x="113" y="402"/>
                  </a:moveTo>
                  <a:cubicBezTo>
                    <a:pt x="112" y="403"/>
                    <a:pt x="112" y="405"/>
                    <a:pt x="111" y="406"/>
                  </a:cubicBezTo>
                  <a:cubicBezTo>
                    <a:pt x="110" y="405"/>
                    <a:pt x="111" y="402"/>
                    <a:pt x="113" y="402"/>
                  </a:cubicBezTo>
                  <a:close/>
                  <a:moveTo>
                    <a:pt x="112" y="359"/>
                  </a:moveTo>
                  <a:cubicBezTo>
                    <a:pt x="110" y="359"/>
                    <a:pt x="113" y="358"/>
                    <a:pt x="112" y="359"/>
                  </a:cubicBezTo>
                  <a:close/>
                  <a:moveTo>
                    <a:pt x="115" y="382"/>
                  </a:moveTo>
                  <a:cubicBezTo>
                    <a:pt x="115" y="382"/>
                    <a:pt x="117" y="385"/>
                    <a:pt x="116" y="386"/>
                  </a:cubicBezTo>
                  <a:cubicBezTo>
                    <a:pt x="116" y="389"/>
                    <a:pt x="113" y="387"/>
                    <a:pt x="114" y="390"/>
                  </a:cubicBezTo>
                  <a:cubicBezTo>
                    <a:pt x="113" y="390"/>
                    <a:pt x="113" y="390"/>
                    <a:pt x="113" y="390"/>
                  </a:cubicBezTo>
                  <a:cubicBezTo>
                    <a:pt x="113" y="387"/>
                    <a:pt x="111" y="381"/>
                    <a:pt x="115" y="382"/>
                  </a:cubicBezTo>
                  <a:close/>
                  <a:moveTo>
                    <a:pt x="113" y="361"/>
                  </a:moveTo>
                  <a:cubicBezTo>
                    <a:pt x="114" y="362"/>
                    <a:pt x="112" y="363"/>
                    <a:pt x="113" y="361"/>
                  </a:cubicBezTo>
                  <a:close/>
                  <a:moveTo>
                    <a:pt x="117" y="394"/>
                  </a:moveTo>
                  <a:cubicBezTo>
                    <a:pt x="116" y="395"/>
                    <a:pt x="116" y="393"/>
                    <a:pt x="116" y="393"/>
                  </a:cubicBezTo>
                  <a:cubicBezTo>
                    <a:pt x="117" y="392"/>
                    <a:pt x="117" y="394"/>
                    <a:pt x="117" y="394"/>
                  </a:cubicBezTo>
                  <a:close/>
                  <a:moveTo>
                    <a:pt x="115" y="440"/>
                  </a:moveTo>
                  <a:cubicBezTo>
                    <a:pt x="114" y="439"/>
                    <a:pt x="116" y="439"/>
                    <a:pt x="115" y="440"/>
                  </a:cubicBezTo>
                  <a:close/>
                  <a:moveTo>
                    <a:pt x="117" y="429"/>
                  </a:moveTo>
                  <a:cubicBezTo>
                    <a:pt x="116" y="430"/>
                    <a:pt x="115" y="424"/>
                    <a:pt x="116" y="423"/>
                  </a:cubicBezTo>
                  <a:cubicBezTo>
                    <a:pt x="117" y="424"/>
                    <a:pt x="118" y="429"/>
                    <a:pt x="117" y="429"/>
                  </a:cubicBezTo>
                  <a:close/>
                  <a:moveTo>
                    <a:pt x="122" y="437"/>
                  </a:moveTo>
                  <a:cubicBezTo>
                    <a:pt x="121" y="438"/>
                    <a:pt x="123" y="435"/>
                    <a:pt x="122" y="437"/>
                  </a:cubicBezTo>
                  <a:close/>
                  <a:moveTo>
                    <a:pt x="121" y="400"/>
                  </a:moveTo>
                  <a:cubicBezTo>
                    <a:pt x="122" y="400"/>
                    <a:pt x="123" y="405"/>
                    <a:pt x="122" y="406"/>
                  </a:cubicBezTo>
                  <a:cubicBezTo>
                    <a:pt x="119" y="407"/>
                    <a:pt x="121" y="400"/>
                    <a:pt x="121" y="400"/>
                  </a:cubicBezTo>
                  <a:close/>
                  <a:moveTo>
                    <a:pt x="124" y="434"/>
                  </a:moveTo>
                  <a:cubicBezTo>
                    <a:pt x="124" y="432"/>
                    <a:pt x="124" y="436"/>
                    <a:pt x="124" y="434"/>
                  </a:cubicBezTo>
                  <a:close/>
                  <a:moveTo>
                    <a:pt x="124" y="420"/>
                  </a:moveTo>
                  <a:cubicBezTo>
                    <a:pt x="123" y="418"/>
                    <a:pt x="124" y="417"/>
                    <a:pt x="122" y="417"/>
                  </a:cubicBezTo>
                  <a:cubicBezTo>
                    <a:pt x="124" y="417"/>
                    <a:pt x="124" y="408"/>
                    <a:pt x="127" y="412"/>
                  </a:cubicBezTo>
                  <a:cubicBezTo>
                    <a:pt x="128" y="413"/>
                    <a:pt x="128" y="416"/>
                    <a:pt x="127" y="416"/>
                  </a:cubicBezTo>
                  <a:cubicBezTo>
                    <a:pt x="125" y="417"/>
                    <a:pt x="124" y="415"/>
                    <a:pt x="124" y="420"/>
                  </a:cubicBezTo>
                  <a:close/>
                  <a:moveTo>
                    <a:pt x="125" y="428"/>
                  </a:moveTo>
                  <a:cubicBezTo>
                    <a:pt x="125" y="430"/>
                    <a:pt x="124" y="426"/>
                    <a:pt x="125" y="427"/>
                  </a:cubicBezTo>
                  <a:cubicBezTo>
                    <a:pt x="125" y="427"/>
                    <a:pt x="125" y="428"/>
                    <a:pt x="125" y="428"/>
                  </a:cubicBezTo>
                  <a:close/>
                  <a:moveTo>
                    <a:pt x="128" y="431"/>
                  </a:moveTo>
                  <a:cubicBezTo>
                    <a:pt x="127" y="433"/>
                    <a:pt x="128" y="440"/>
                    <a:pt x="126" y="440"/>
                  </a:cubicBezTo>
                  <a:cubicBezTo>
                    <a:pt x="127" y="437"/>
                    <a:pt x="126" y="433"/>
                    <a:pt x="127" y="429"/>
                  </a:cubicBezTo>
                  <a:cubicBezTo>
                    <a:pt x="128" y="425"/>
                    <a:pt x="128" y="429"/>
                    <a:pt x="128" y="431"/>
                  </a:cubicBezTo>
                  <a:close/>
                  <a:moveTo>
                    <a:pt x="128" y="426"/>
                  </a:moveTo>
                  <a:cubicBezTo>
                    <a:pt x="129" y="425"/>
                    <a:pt x="128" y="422"/>
                    <a:pt x="129" y="421"/>
                  </a:cubicBezTo>
                  <a:cubicBezTo>
                    <a:pt x="129" y="423"/>
                    <a:pt x="129" y="425"/>
                    <a:pt x="128" y="426"/>
                  </a:cubicBezTo>
                  <a:close/>
                  <a:moveTo>
                    <a:pt x="129" y="421"/>
                  </a:moveTo>
                  <a:cubicBezTo>
                    <a:pt x="128" y="420"/>
                    <a:pt x="129" y="418"/>
                    <a:pt x="130" y="417"/>
                  </a:cubicBezTo>
                  <a:cubicBezTo>
                    <a:pt x="130" y="418"/>
                    <a:pt x="129" y="420"/>
                    <a:pt x="129" y="421"/>
                  </a:cubicBezTo>
                  <a:close/>
                  <a:moveTo>
                    <a:pt x="130" y="416"/>
                  </a:moveTo>
                  <a:cubicBezTo>
                    <a:pt x="130" y="417"/>
                    <a:pt x="129" y="415"/>
                    <a:pt x="130" y="415"/>
                  </a:cubicBezTo>
                  <a:cubicBezTo>
                    <a:pt x="130" y="414"/>
                    <a:pt x="131" y="415"/>
                    <a:pt x="130" y="416"/>
                  </a:cubicBezTo>
                  <a:close/>
                  <a:moveTo>
                    <a:pt x="129" y="392"/>
                  </a:moveTo>
                  <a:cubicBezTo>
                    <a:pt x="127" y="393"/>
                    <a:pt x="127" y="398"/>
                    <a:pt x="126" y="400"/>
                  </a:cubicBezTo>
                  <a:cubicBezTo>
                    <a:pt x="125" y="404"/>
                    <a:pt x="124" y="407"/>
                    <a:pt x="122" y="410"/>
                  </a:cubicBezTo>
                  <a:cubicBezTo>
                    <a:pt x="121" y="405"/>
                    <a:pt x="128" y="396"/>
                    <a:pt x="128" y="391"/>
                  </a:cubicBezTo>
                  <a:cubicBezTo>
                    <a:pt x="128" y="387"/>
                    <a:pt x="126" y="384"/>
                    <a:pt x="132" y="383"/>
                  </a:cubicBezTo>
                  <a:cubicBezTo>
                    <a:pt x="131" y="386"/>
                    <a:pt x="135" y="390"/>
                    <a:pt x="131" y="392"/>
                  </a:cubicBezTo>
                  <a:cubicBezTo>
                    <a:pt x="131" y="392"/>
                    <a:pt x="129" y="391"/>
                    <a:pt x="129" y="392"/>
                  </a:cubicBezTo>
                  <a:close/>
                  <a:moveTo>
                    <a:pt x="124" y="396"/>
                  </a:moveTo>
                  <a:cubicBezTo>
                    <a:pt x="125" y="396"/>
                    <a:pt x="124" y="398"/>
                    <a:pt x="124" y="398"/>
                  </a:cubicBezTo>
                  <a:cubicBezTo>
                    <a:pt x="124" y="398"/>
                    <a:pt x="124" y="397"/>
                    <a:pt x="124" y="396"/>
                  </a:cubicBezTo>
                  <a:close/>
                  <a:moveTo>
                    <a:pt x="125" y="394"/>
                  </a:moveTo>
                  <a:cubicBezTo>
                    <a:pt x="125" y="395"/>
                    <a:pt x="125" y="395"/>
                    <a:pt x="125" y="395"/>
                  </a:cubicBezTo>
                  <a:cubicBezTo>
                    <a:pt x="125" y="396"/>
                    <a:pt x="125" y="395"/>
                    <a:pt x="125" y="394"/>
                  </a:cubicBezTo>
                  <a:close/>
                  <a:moveTo>
                    <a:pt x="132" y="409"/>
                  </a:moveTo>
                  <a:cubicBezTo>
                    <a:pt x="133" y="408"/>
                    <a:pt x="136" y="412"/>
                    <a:pt x="133" y="412"/>
                  </a:cubicBezTo>
                  <a:cubicBezTo>
                    <a:pt x="132" y="413"/>
                    <a:pt x="130" y="410"/>
                    <a:pt x="132" y="409"/>
                  </a:cubicBezTo>
                  <a:close/>
                  <a:moveTo>
                    <a:pt x="133" y="420"/>
                  </a:moveTo>
                  <a:cubicBezTo>
                    <a:pt x="134" y="422"/>
                    <a:pt x="131" y="422"/>
                    <a:pt x="133" y="420"/>
                  </a:cubicBezTo>
                  <a:close/>
                  <a:moveTo>
                    <a:pt x="133" y="456"/>
                  </a:moveTo>
                  <a:cubicBezTo>
                    <a:pt x="134" y="455"/>
                    <a:pt x="135" y="459"/>
                    <a:pt x="135" y="460"/>
                  </a:cubicBezTo>
                  <a:cubicBezTo>
                    <a:pt x="134" y="461"/>
                    <a:pt x="132" y="456"/>
                    <a:pt x="133" y="456"/>
                  </a:cubicBezTo>
                  <a:close/>
                  <a:moveTo>
                    <a:pt x="135" y="433"/>
                  </a:moveTo>
                  <a:cubicBezTo>
                    <a:pt x="135" y="433"/>
                    <a:pt x="136" y="433"/>
                    <a:pt x="135" y="433"/>
                  </a:cubicBezTo>
                  <a:cubicBezTo>
                    <a:pt x="133" y="433"/>
                    <a:pt x="137" y="431"/>
                    <a:pt x="135" y="433"/>
                  </a:cubicBezTo>
                  <a:close/>
                  <a:moveTo>
                    <a:pt x="136" y="461"/>
                  </a:moveTo>
                  <a:cubicBezTo>
                    <a:pt x="134" y="461"/>
                    <a:pt x="137" y="460"/>
                    <a:pt x="136" y="461"/>
                  </a:cubicBezTo>
                  <a:close/>
                  <a:moveTo>
                    <a:pt x="140" y="485"/>
                  </a:moveTo>
                  <a:cubicBezTo>
                    <a:pt x="138" y="486"/>
                    <a:pt x="139" y="481"/>
                    <a:pt x="141" y="482"/>
                  </a:cubicBezTo>
                  <a:cubicBezTo>
                    <a:pt x="141" y="483"/>
                    <a:pt x="141" y="484"/>
                    <a:pt x="140" y="485"/>
                  </a:cubicBezTo>
                  <a:close/>
                  <a:moveTo>
                    <a:pt x="139" y="447"/>
                  </a:moveTo>
                  <a:cubicBezTo>
                    <a:pt x="140" y="447"/>
                    <a:pt x="140" y="447"/>
                    <a:pt x="140" y="447"/>
                  </a:cubicBezTo>
                  <a:cubicBezTo>
                    <a:pt x="141" y="448"/>
                    <a:pt x="139" y="448"/>
                    <a:pt x="139" y="447"/>
                  </a:cubicBezTo>
                  <a:close/>
                  <a:moveTo>
                    <a:pt x="143" y="469"/>
                  </a:moveTo>
                  <a:cubicBezTo>
                    <a:pt x="143" y="469"/>
                    <a:pt x="142" y="470"/>
                    <a:pt x="142" y="470"/>
                  </a:cubicBezTo>
                  <a:cubicBezTo>
                    <a:pt x="141" y="469"/>
                    <a:pt x="143" y="469"/>
                    <a:pt x="143" y="469"/>
                  </a:cubicBezTo>
                  <a:close/>
                  <a:moveTo>
                    <a:pt x="143" y="464"/>
                  </a:moveTo>
                  <a:cubicBezTo>
                    <a:pt x="141" y="466"/>
                    <a:pt x="140" y="460"/>
                    <a:pt x="142" y="461"/>
                  </a:cubicBezTo>
                  <a:cubicBezTo>
                    <a:pt x="144" y="461"/>
                    <a:pt x="143" y="464"/>
                    <a:pt x="143" y="464"/>
                  </a:cubicBezTo>
                  <a:close/>
                  <a:moveTo>
                    <a:pt x="145" y="481"/>
                  </a:moveTo>
                  <a:cubicBezTo>
                    <a:pt x="144" y="483"/>
                    <a:pt x="143" y="479"/>
                    <a:pt x="144" y="479"/>
                  </a:cubicBezTo>
                  <a:cubicBezTo>
                    <a:pt x="144" y="479"/>
                    <a:pt x="145" y="479"/>
                    <a:pt x="145" y="481"/>
                  </a:cubicBezTo>
                  <a:close/>
                  <a:moveTo>
                    <a:pt x="147" y="486"/>
                  </a:move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lose/>
                  <a:moveTo>
                    <a:pt x="147" y="483"/>
                  </a:moveTo>
                  <a:cubicBezTo>
                    <a:pt x="145" y="484"/>
                    <a:pt x="145" y="480"/>
                    <a:pt x="147" y="481"/>
                  </a:cubicBezTo>
                  <a:cubicBezTo>
                    <a:pt x="148" y="481"/>
                    <a:pt x="147" y="483"/>
                    <a:pt x="147" y="483"/>
                  </a:cubicBezTo>
                  <a:close/>
                  <a:moveTo>
                    <a:pt x="148" y="479"/>
                  </a:moveTo>
                  <a:cubicBezTo>
                    <a:pt x="147" y="480"/>
                    <a:pt x="146" y="478"/>
                    <a:pt x="147" y="478"/>
                  </a:cubicBezTo>
                  <a:cubicBezTo>
                    <a:pt x="147" y="478"/>
                    <a:pt x="148" y="479"/>
                    <a:pt x="148" y="479"/>
                  </a:cubicBezTo>
                  <a:close/>
                  <a:moveTo>
                    <a:pt x="151" y="479"/>
                  </a:moveTo>
                  <a:cubicBezTo>
                    <a:pt x="151" y="479"/>
                    <a:pt x="148" y="478"/>
                    <a:pt x="147" y="478"/>
                  </a:cubicBezTo>
                  <a:cubicBezTo>
                    <a:pt x="146" y="473"/>
                    <a:pt x="153" y="476"/>
                    <a:pt x="151" y="479"/>
                  </a:cubicBezTo>
                  <a:close/>
                  <a:moveTo>
                    <a:pt x="149" y="487"/>
                  </a:moveTo>
                  <a:cubicBezTo>
                    <a:pt x="148" y="486"/>
                    <a:pt x="147" y="482"/>
                    <a:pt x="150" y="484"/>
                  </a:cubicBezTo>
                  <a:cubicBezTo>
                    <a:pt x="148" y="481"/>
                    <a:pt x="152" y="481"/>
                    <a:pt x="151" y="484"/>
                  </a:cubicBezTo>
                  <a:cubicBezTo>
                    <a:pt x="151" y="484"/>
                    <a:pt x="149" y="487"/>
                    <a:pt x="149" y="487"/>
                  </a:cubicBezTo>
                  <a:close/>
                  <a:moveTo>
                    <a:pt x="151" y="488"/>
                  </a:moveTo>
                  <a:cubicBezTo>
                    <a:pt x="151" y="488"/>
                    <a:pt x="151" y="488"/>
                    <a:pt x="151" y="488"/>
                  </a:cubicBezTo>
                  <a:cubicBezTo>
                    <a:pt x="151" y="488"/>
                    <a:pt x="151" y="488"/>
                    <a:pt x="152" y="487"/>
                  </a:cubicBezTo>
                  <a:cubicBezTo>
                    <a:pt x="152" y="487"/>
                    <a:pt x="152" y="487"/>
                    <a:pt x="151" y="488"/>
                  </a:cubicBezTo>
                  <a:close/>
                  <a:moveTo>
                    <a:pt x="153" y="489"/>
                  </a:moveTo>
                  <a:cubicBezTo>
                    <a:pt x="153" y="489"/>
                    <a:pt x="153" y="488"/>
                    <a:pt x="153" y="488"/>
                  </a:cubicBezTo>
                  <a:cubicBezTo>
                    <a:pt x="153" y="489"/>
                    <a:pt x="152" y="489"/>
                    <a:pt x="153" y="489"/>
                  </a:cubicBezTo>
                  <a:close/>
                  <a:moveTo>
                    <a:pt x="153" y="459"/>
                  </a:moveTo>
                  <a:cubicBezTo>
                    <a:pt x="152" y="459"/>
                    <a:pt x="144" y="455"/>
                    <a:pt x="145" y="452"/>
                  </a:cubicBezTo>
                  <a:cubicBezTo>
                    <a:pt x="145" y="451"/>
                    <a:pt x="146" y="452"/>
                    <a:pt x="146" y="451"/>
                  </a:cubicBezTo>
                  <a:cubicBezTo>
                    <a:pt x="147" y="449"/>
                    <a:pt x="145" y="449"/>
                    <a:pt x="145" y="447"/>
                  </a:cubicBezTo>
                  <a:cubicBezTo>
                    <a:pt x="149" y="452"/>
                    <a:pt x="148" y="440"/>
                    <a:pt x="152" y="443"/>
                  </a:cubicBezTo>
                  <a:cubicBezTo>
                    <a:pt x="154" y="444"/>
                    <a:pt x="152" y="448"/>
                    <a:pt x="155" y="446"/>
                  </a:cubicBezTo>
                  <a:cubicBezTo>
                    <a:pt x="152" y="448"/>
                    <a:pt x="158" y="450"/>
                    <a:pt x="157" y="454"/>
                  </a:cubicBezTo>
                  <a:cubicBezTo>
                    <a:pt x="157" y="457"/>
                    <a:pt x="155" y="459"/>
                    <a:pt x="153" y="459"/>
                  </a:cubicBezTo>
                  <a:close/>
                  <a:moveTo>
                    <a:pt x="152" y="394"/>
                  </a:moveTo>
                  <a:cubicBezTo>
                    <a:pt x="150" y="396"/>
                    <a:pt x="150" y="391"/>
                    <a:pt x="151" y="391"/>
                  </a:cubicBezTo>
                  <a:cubicBezTo>
                    <a:pt x="152" y="391"/>
                    <a:pt x="152" y="394"/>
                    <a:pt x="152" y="394"/>
                  </a:cubicBezTo>
                  <a:close/>
                  <a:moveTo>
                    <a:pt x="153" y="410"/>
                  </a:moveTo>
                  <a:cubicBezTo>
                    <a:pt x="153" y="411"/>
                    <a:pt x="153" y="411"/>
                    <a:pt x="153" y="411"/>
                  </a:cubicBezTo>
                  <a:cubicBezTo>
                    <a:pt x="151" y="412"/>
                    <a:pt x="152" y="410"/>
                    <a:pt x="153" y="410"/>
                  </a:cubicBezTo>
                  <a:close/>
                  <a:moveTo>
                    <a:pt x="151" y="434"/>
                  </a:moveTo>
                  <a:cubicBezTo>
                    <a:pt x="150" y="435"/>
                    <a:pt x="148" y="434"/>
                    <a:pt x="149" y="432"/>
                  </a:cubicBezTo>
                  <a:cubicBezTo>
                    <a:pt x="150" y="432"/>
                    <a:pt x="153" y="433"/>
                    <a:pt x="151" y="434"/>
                  </a:cubicBezTo>
                  <a:close/>
                  <a:moveTo>
                    <a:pt x="149" y="411"/>
                  </a:moveTo>
                  <a:cubicBezTo>
                    <a:pt x="148" y="413"/>
                    <a:pt x="148" y="428"/>
                    <a:pt x="146" y="429"/>
                  </a:cubicBezTo>
                  <a:cubicBezTo>
                    <a:pt x="144" y="430"/>
                    <a:pt x="145" y="425"/>
                    <a:pt x="145" y="424"/>
                  </a:cubicBezTo>
                  <a:cubicBezTo>
                    <a:pt x="146" y="422"/>
                    <a:pt x="148" y="407"/>
                    <a:pt x="149" y="406"/>
                  </a:cubicBezTo>
                  <a:cubicBezTo>
                    <a:pt x="151" y="405"/>
                    <a:pt x="149" y="411"/>
                    <a:pt x="149" y="411"/>
                  </a:cubicBezTo>
                  <a:close/>
                  <a:moveTo>
                    <a:pt x="154" y="385"/>
                  </a:moveTo>
                  <a:cubicBezTo>
                    <a:pt x="153" y="386"/>
                    <a:pt x="153" y="385"/>
                    <a:pt x="154" y="384"/>
                  </a:cubicBezTo>
                  <a:cubicBezTo>
                    <a:pt x="154" y="384"/>
                    <a:pt x="154" y="385"/>
                    <a:pt x="154" y="385"/>
                  </a:cubicBezTo>
                  <a:close/>
                  <a:moveTo>
                    <a:pt x="155" y="440"/>
                  </a:moveTo>
                  <a:cubicBezTo>
                    <a:pt x="156" y="441"/>
                    <a:pt x="155" y="441"/>
                    <a:pt x="155" y="442"/>
                  </a:cubicBezTo>
                  <a:cubicBezTo>
                    <a:pt x="153" y="443"/>
                    <a:pt x="154" y="439"/>
                    <a:pt x="155" y="440"/>
                  </a:cubicBezTo>
                  <a:close/>
                  <a:moveTo>
                    <a:pt x="160" y="417"/>
                  </a:moveTo>
                  <a:cubicBezTo>
                    <a:pt x="160" y="417"/>
                    <a:pt x="158" y="417"/>
                    <a:pt x="159" y="415"/>
                  </a:cubicBezTo>
                  <a:cubicBezTo>
                    <a:pt x="161" y="419"/>
                    <a:pt x="164" y="409"/>
                    <a:pt x="165" y="414"/>
                  </a:cubicBezTo>
                  <a:cubicBezTo>
                    <a:pt x="166" y="416"/>
                    <a:pt x="168" y="419"/>
                    <a:pt x="167" y="421"/>
                  </a:cubicBezTo>
                  <a:cubicBezTo>
                    <a:pt x="166" y="422"/>
                    <a:pt x="163" y="423"/>
                    <a:pt x="163" y="423"/>
                  </a:cubicBezTo>
                  <a:cubicBezTo>
                    <a:pt x="163" y="425"/>
                    <a:pt x="165" y="427"/>
                    <a:pt x="163" y="428"/>
                  </a:cubicBezTo>
                  <a:cubicBezTo>
                    <a:pt x="160" y="430"/>
                    <a:pt x="158" y="427"/>
                    <a:pt x="158" y="427"/>
                  </a:cubicBezTo>
                  <a:cubicBezTo>
                    <a:pt x="157" y="424"/>
                    <a:pt x="162" y="421"/>
                    <a:pt x="160" y="417"/>
                  </a:cubicBezTo>
                  <a:close/>
                  <a:moveTo>
                    <a:pt x="160" y="402"/>
                  </a:moveTo>
                  <a:cubicBezTo>
                    <a:pt x="161" y="406"/>
                    <a:pt x="158" y="404"/>
                    <a:pt x="160" y="402"/>
                  </a:cubicBezTo>
                  <a:close/>
                  <a:moveTo>
                    <a:pt x="161" y="383"/>
                  </a:moveTo>
                  <a:cubicBezTo>
                    <a:pt x="162" y="384"/>
                    <a:pt x="161" y="387"/>
                    <a:pt x="160" y="387"/>
                  </a:cubicBezTo>
                  <a:cubicBezTo>
                    <a:pt x="159" y="388"/>
                    <a:pt x="160" y="383"/>
                    <a:pt x="161" y="383"/>
                  </a:cubicBezTo>
                  <a:close/>
                  <a:moveTo>
                    <a:pt x="166" y="387"/>
                  </a:moveTo>
                  <a:cubicBezTo>
                    <a:pt x="166" y="387"/>
                    <a:pt x="165" y="387"/>
                    <a:pt x="165" y="387"/>
                  </a:cubicBezTo>
                  <a:cubicBezTo>
                    <a:pt x="164" y="386"/>
                    <a:pt x="166" y="386"/>
                    <a:pt x="166" y="387"/>
                  </a:cubicBezTo>
                  <a:close/>
                  <a:moveTo>
                    <a:pt x="167" y="395"/>
                  </a:moveTo>
                  <a:cubicBezTo>
                    <a:pt x="169" y="395"/>
                    <a:pt x="168" y="398"/>
                    <a:pt x="167" y="398"/>
                  </a:cubicBezTo>
                  <a:cubicBezTo>
                    <a:pt x="166" y="399"/>
                    <a:pt x="166" y="395"/>
                    <a:pt x="167" y="395"/>
                  </a:cubicBezTo>
                  <a:close/>
                  <a:moveTo>
                    <a:pt x="168" y="392"/>
                  </a:moveTo>
                  <a:cubicBezTo>
                    <a:pt x="169" y="392"/>
                    <a:pt x="170" y="393"/>
                    <a:pt x="168" y="393"/>
                  </a:cubicBezTo>
                  <a:cubicBezTo>
                    <a:pt x="166" y="394"/>
                    <a:pt x="166" y="392"/>
                    <a:pt x="168" y="392"/>
                  </a:cubicBezTo>
                  <a:close/>
                  <a:moveTo>
                    <a:pt x="167" y="413"/>
                  </a:moveTo>
                  <a:cubicBezTo>
                    <a:pt x="167" y="415"/>
                    <a:pt x="166" y="411"/>
                    <a:pt x="167" y="412"/>
                  </a:cubicBezTo>
                  <a:cubicBezTo>
                    <a:pt x="167" y="412"/>
                    <a:pt x="167" y="413"/>
                    <a:pt x="167" y="413"/>
                  </a:cubicBezTo>
                  <a:close/>
                  <a:moveTo>
                    <a:pt x="163" y="443"/>
                  </a:moveTo>
                  <a:cubicBezTo>
                    <a:pt x="162" y="444"/>
                    <a:pt x="161" y="442"/>
                    <a:pt x="162" y="441"/>
                  </a:cubicBezTo>
                  <a:cubicBezTo>
                    <a:pt x="162" y="442"/>
                    <a:pt x="163" y="442"/>
                    <a:pt x="163" y="443"/>
                  </a:cubicBezTo>
                  <a:close/>
                  <a:moveTo>
                    <a:pt x="160" y="459"/>
                  </a:moveTo>
                  <a:cubicBezTo>
                    <a:pt x="159" y="460"/>
                    <a:pt x="159" y="458"/>
                    <a:pt x="160" y="457"/>
                  </a:cubicBezTo>
                  <a:cubicBezTo>
                    <a:pt x="160" y="457"/>
                    <a:pt x="161" y="458"/>
                    <a:pt x="160" y="459"/>
                  </a:cubicBezTo>
                  <a:close/>
                  <a:moveTo>
                    <a:pt x="157" y="404"/>
                  </a:moveTo>
                  <a:cubicBezTo>
                    <a:pt x="155" y="406"/>
                    <a:pt x="156" y="399"/>
                    <a:pt x="158" y="401"/>
                  </a:cubicBezTo>
                  <a:cubicBezTo>
                    <a:pt x="159" y="402"/>
                    <a:pt x="157" y="404"/>
                    <a:pt x="157" y="404"/>
                  </a:cubicBezTo>
                  <a:close/>
                  <a:moveTo>
                    <a:pt x="154" y="466"/>
                  </a:moveTo>
                  <a:cubicBezTo>
                    <a:pt x="155" y="466"/>
                    <a:pt x="156" y="467"/>
                    <a:pt x="155" y="468"/>
                  </a:cubicBezTo>
                  <a:cubicBezTo>
                    <a:pt x="154" y="468"/>
                    <a:pt x="154" y="467"/>
                    <a:pt x="154" y="466"/>
                  </a:cubicBezTo>
                  <a:close/>
                  <a:moveTo>
                    <a:pt x="155" y="476"/>
                  </a:moveTo>
                  <a:cubicBezTo>
                    <a:pt x="154" y="476"/>
                    <a:pt x="158" y="472"/>
                    <a:pt x="157" y="471"/>
                  </a:cubicBezTo>
                  <a:cubicBezTo>
                    <a:pt x="159" y="473"/>
                    <a:pt x="156" y="477"/>
                    <a:pt x="155" y="476"/>
                  </a:cubicBezTo>
                  <a:close/>
                  <a:moveTo>
                    <a:pt x="158" y="470"/>
                  </a:moveTo>
                  <a:cubicBezTo>
                    <a:pt x="156" y="466"/>
                    <a:pt x="160" y="467"/>
                    <a:pt x="158" y="470"/>
                  </a:cubicBezTo>
                  <a:close/>
                  <a:moveTo>
                    <a:pt x="159" y="461"/>
                  </a:moveTo>
                  <a:cubicBezTo>
                    <a:pt x="159" y="461"/>
                    <a:pt x="159" y="462"/>
                    <a:pt x="159" y="462"/>
                  </a:cubicBezTo>
                  <a:cubicBezTo>
                    <a:pt x="157" y="464"/>
                    <a:pt x="158" y="460"/>
                    <a:pt x="159" y="461"/>
                  </a:cubicBezTo>
                  <a:close/>
                  <a:moveTo>
                    <a:pt x="159" y="490"/>
                  </a:moveTo>
                  <a:cubicBezTo>
                    <a:pt x="159" y="489"/>
                    <a:pt x="160" y="488"/>
                    <a:pt x="160" y="488"/>
                  </a:cubicBezTo>
                  <a:cubicBezTo>
                    <a:pt x="160" y="489"/>
                    <a:pt x="160" y="489"/>
                    <a:pt x="159" y="490"/>
                  </a:cubicBezTo>
                  <a:close/>
                  <a:moveTo>
                    <a:pt x="160" y="486"/>
                  </a:moveTo>
                  <a:cubicBezTo>
                    <a:pt x="160" y="487"/>
                    <a:pt x="159" y="484"/>
                    <a:pt x="160" y="484"/>
                  </a:cubicBezTo>
                  <a:cubicBezTo>
                    <a:pt x="160" y="484"/>
                    <a:pt x="161" y="485"/>
                    <a:pt x="160" y="486"/>
                  </a:cubicBezTo>
                  <a:close/>
                  <a:moveTo>
                    <a:pt x="161" y="468"/>
                  </a:moveTo>
                  <a:cubicBezTo>
                    <a:pt x="162" y="470"/>
                    <a:pt x="159" y="470"/>
                    <a:pt x="161" y="468"/>
                  </a:cubicBezTo>
                  <a:close/>
                  <a:moveTo>
                    <a:pt x="162" y="461"/>
                  </a:moveTo>
                  <a:cubicBezTo>
                    <a:pt x="163" y="462"/>
                    <a:pt x="163" y="462"/>
                    <a:pt x="162" y="463"/>
                  </a:cubicBezTo>
                  <a:cubicBezTo>
                    <a:pt x="161" y="465"/>
                    <a:pt x="161" y="460"/>
                    <a:pt x="162" y="461"/>
                  </a:cubicBezTo>
                  <a:close/>
                  <a:moveTo>
                    <a:pt x="162" y="497"/>
                  </a:moveTo>
                  <a:cubicBezTo>
                    <a:pt x="164" y="497"/>
                    <a:pt x="161" y="499"/>
                    <a:pt x="162" y="497"/>
                  </a:cubicBezTo>
                  <a:close/>
                  <a:moveTo>
                    <a:pt x="163" y="483"/>
                  </a:moveTo>
                  <a:cubicBezTo>
                    <a:pt x="162" y="485"/>
                    <a:pt x="162" y="481"/>
                    <a:pt x="163" y="483"/>
                  </a:cubicBezTo>
                  <a:cubicBezTo>
                    <a:pt x="163" y="483"/>
                    <a:pt x="164" y="483"/>
                    <a:pt x="163" y="483"/>
                  </a:cubicBezTo>
                  <a:close/>
                  <a:moveTo>
                    <a:pt x="164" y="472"/>
                  </a:moveTo>
                  <a:cubicBezTo>
                    <a:pt x="163" y="474"/>
                    <a:pt x="163" y="471"/>
                    <a:pt x="164" y="472"/>
                  </a:cubicBezTo>
                  <a:cubicBezTo>
                    <a:pt x="164" y="472"/>
                    <a:pt x="164" y="472"/>
                    <a:pt x="164" y="472"/>
                  </a:cubicBezTo>
                  <a:close/>
                  <a:moveTo>
                    <a:pt x="166" y="461"/>
                  </a:moveTo>
                  <a:cubicBezTo>
                    <a:pt x="160" y="465"/>
                    <a:pt x="163" y="449"/>
                    <a:pt x="168" y="453"/>
                  </a:cubicBezTo>
                  <a:cubicBezTo>
                    <a:pt x="167" y="452"/>
                    <a:pt x="168" y="456"/>
                    <a:pt x="168" y="455"/>
                  </a:cubicBezTo>
                  <a:cubicBezTo>
                    <a:pt x="168" y="456"/>
                    <a:pt x="166" y="461"/>
                    <a:pt x="166" y="461"/>
                  </a:cubicBezTo>
                  <a:close/>
                  <a:moveTo>
                    <a:pt x="168" y="450"/>
                  </a:moveTo>
                  <a:cubicBezTo>
                    <a:pt x="167" y="450"/>
                    <a:pt x="167" y="448"/>
                    <a:pt x="168" y="448"/>
                  </a:cubicBezTo>
                  <a:cubicBezTo>
                    <a:pt x="168" y="448"/>
                    <a:pt x="169" y="449"/>
                    <a:pt x="168" y="450"/>
                  </a:cubicBezTo>
                  <a:close/>
                  <a:moveTo>
                    <a:pt x="168" y="433"/>
                  </a:moveTo>
                  <a:cubicBezTo>
                    <a:pt x="168" y="431"/>
                    <a:pt x="168" y="434"/>
                    <a:pt x="168" y="433"/>
                  </a:cubicBezTo>
                  <a:close/>
                  <a:moveTo>
                    <a:pt x="169" y="454"/>
                  </a:moveTo>
                  <a:cubicBezTo>
                    <a:pt x="169" y="455"/>
                    <a:pt x="169" y="452"/>
                    <a:pt x="169" y="454"/>
                  </a:cubicBezTo>
                  <a:close/>
                  <a:moveTo>
                    <a:pt x="171" y="467"/>
                  </a:moveTo>
                  <a:cubicBezTo>
                    <a:pt x="170" y="463"/>
                    <a:pt x="174" y="463"/>
                    <a:pt x="171" y="467"/>
                  </a:cubicBezTo>
                  <a:close/>
                  <a:moveTo>
                    <a:pt x="173" y="473"/>
                  </a:moveTo>
                  <a:cubicBezTo>
                    <a:pt x="172" y="474"/>
                    <a:pt x="172" y="469"/>
                    <a:pt x="173" y="470"/>
                  </a:cubicBezTo>
                  <a:cubicBezTo>
                    <a:pt x="174" y="471"/>
                    <a:pt x="173" y="472"/>
                    <a:pt x="173" y="473"/>
                  </a:cubicBezTo>
                  <a:close/>
                  <a:moveTo>
                    <a:pt x="173" y="462"/>
                  </a:moveTo>
                  <a:cubicBezTo>
                    <a:pt x="172" y="463"/>
                    <a:pt x="173" y="461"/>
                    <a:pt x="173" y="460"/>
                  </a:cubicBezTo>
                  <a:cubicBezTo>
                    <a:pt x="174" y="460"/>
                    <a:pt x="174" y="462"/>
                    <a:pt x="173" y="462"/>
                  </a:cubicBezTo>
                  <a:close/>
                  <a:moveTo>
                    <a:pt x="173" y="460"/>
                  </a:moveTo>
                  <a:cubicBezTo>
                    <a:pt x="172" y="460"/>
                    <a:pt x="170" y="460"/>
                    <a:pt x="170" y="458"/>
                  </a:cubicBezTo>
                  <a:cubicBezTo>
                    <a:pt x="171" y="457"/>
                    <a:pt x="176" y="458"/>
                    <a:pt x="173" y="460"/>
                  </a:cubicBezTo>
                  <a:close/>
                  <a:moveTo>
                    <a:pt x="173" y="418"/>
                  </a:moveTo>
                  <a:cubicBezTo>
                    <a:pt x="174" y="418"/>
                    <a:pt x="174" y="418"/>
                    <a:pt x="173" y="419"/>
                  </a:cubicBezTo>
                  <a:cubicBezTo>
                    <a:pt x="172" y="420"/>
                    <a:pt x="172" y="417"/>
                    <a:pt x="173" y="418"/>
                  </a:cubicBezTo>
                  <a:close/>
                  <a:moveTo>
                    <a:pt x="174" y="409"/>
                  </a:moveTo>
                  <a:cubicBezTo>
                    <a:pt x="175" y="409"/>
                    <a:pt x="174" y="409"/>
                    <a:pt x="174" y="410"/>
                  </a:cubicBezTo>
                  <a:cubicBezTo>
                    <a:pt x="173" y="410"/>
                    <a:pt x="173" y="408"/>
                    <a:pt x="174" y="409"/>
                  </a:cubicBezTo>
                  <a:close/>
                  <a:moveTo>
                    <a:pt x="175" y="414"/>
                  </a:moveTo>
                  <a:cubicBezTo>
                    <a:pt x="177" y="414"/>
                    <a:pt x="177" y="418"/>
                    <a:pt x="176" y="419"/>
                  </a:cubicBezTo>
                  <a:cubicBezTo>
                    <a:pt x="173" y="420"/>
                    <a:pt x="175" y="414"/>
                    <a:pt x="175" y="414"/>
                  </a:cubicBezTo>
                  <a:close/>
                  <a:moveTo>
                    <a:pt x="176" y="430"/>
                  </a:moveTo>
                  <a:cubicBezTo>
                    <a:pt x="175" y="431"/>
                    <a:pt x="175" y="428"/>
                    <a:pt x="176" y="428"/>
                  </a:cubicBezTo>
                  <a:cubicBezTo>
                    <a:pt x="177" y="428"/>
                    <a:pt x="177" y="429"/>
                    <a:pt x="176" y="430"/>
                  </a:cubicBezTo>
                  <a:close/>
                  <a:moveTo>
                    <a:pt x="177" y="433"/>
                  </a:moveTo>
                  <a:cubicBezTo>
                    <a:pt x="178" y="434"/>
                    <a:pt x="178" y="436"/>
                    <a:pt x="177" y="436"/>
                  </a:cubicBezTo>
                  <a:cubicBezTo>
                    <a:pt x="175" y="439"/>
                    <a:pt x="175" y="431"/>
                    <a:pt x="177" y="433"/>
                  </a:cubicBezTo>
                  <a:close/>
                  <a:moveTo>
                    <a:pt x="178" y="429"/>
                  </a:moveTo>
                  <a:cubicBezTo>
                    <a:pt x="177" y="428"/>
                    <a:pt x="178" y="426"/>
                    <a:pt x="179" y="426"/>
                  </a:cubicBezTo>
                  <a:cubicBezTo>
                    <a:pt x="178" y="427"/>
                    <a:pt x="178" y="428"/>
                    <a:pt x="178" y="429"/>
                  </a:cubicBezTo>
                  <a:close/>
                  <a:moveTo>
                    <a:pt x="178" y="432"/>
                  </a:moveTo>
                  <a:cubicBezTo>
                    <a:pt x="177" y="433"/>
                    <a:pt x="178" y="431"/>
                    <a:pt x="178" y="430"/>
                  </a:cubicBezTo>
                  <a:cubicBezTo>
                    <a:pt x="179" y="430"/>
                    <a:pt x="179" y="431"/>
                    <a:pt x="178" y="432"/>
                  </a:cubicBezTo>
                  <a:close/>
                  <a:moveTo>
                    <a:pt x="179" y="411"/>
                  </a:moveTo>
                  <a:cubicBezTo>
                    <a:pt x="176" y="413"/>
                    <a:pt x="176" y="406"/>
                    <a:pt x="178" y="408"/>
                  </a:cubicBezTo>
                  <a:cubicBezTo>
                    <a:pt x="179" y="408"/>
                    <a:pt x="179" y="410"/>
                    <a:pt x="179" y="411"/>
                  </a:cubicBezTo>
                  <a:close/>
                  <a:moveTo>
                    <a:pt x="178" y="467"/>
                  </a:moveTo>
                  <a:cubicBezTo>
                    <a:pt x="176" y="466"/>
                    <a:pt x="179" y="464"/>
                    <a:pt x="179" y="462"/>
                  </a:cubicBezTo>
                  <a:cubicBezTo>
                    <a:pt x="180" y="463"/>
                    <a:pt x="179" y="468"/>
                    <a:pt x="178" y="467"/>
                  </a:cubicBezTo>
                  <a:close/>
                  <a:moveTo>
                    <a:pt x="182" y="477"/>
                  </a:moveTo>
                  <a:cubicBezTo>
                    <a:pt x="182" y="477"/>
                    <a:pt x="179" y="477"/>
                    <a:pt x="180" y="476"/>
                  </a:cubicBezTo>
                  <a:cubicBezTo>
                    <a:pt x="181" y="475"/>
                    <a:pt x="184" y="477"/>
                    <a:pt x="182" y="477"/>
                  </a:cubicBezTo>
                  <a:close/>
                  <a:moveTo>
                    <a:pt x="180" y="459"/>
                  </a:moveTo>
                  <a:cubicBezTo>
                    <a:pt x="181" y="457"/>
                    <a:pt x="182" y="456"/>
                    <a:pt x="182" y="455"/>
                  </a:cubicBezTo>
                  <a:cubicBezTo>
                    <a:pt x="182" y="456"/>
                    <a:pt x="182" y="458"/>
                    <a:pt x="180" y="459"/>
                  </a:cubicBezTo>
                  <a:close/>
                  <a:moveTo>
                    <a:pt x="183" y="432"/>
                  </a:moveTo>
                  <a:cubicBezTo>
                    <a:pt x="182" y="433"/>
                    <a:pt x="182" y="430"/>
                    <a:pt x="183" y="431"/>
                  </a:cubicBezTo>
                  <a:cubicBezTo>
                    <a:pt x="183" y="431"/>
                    <a:pt x="183" y="432"/>
                    <a:pt x="183" y="432"/>
                  </a:cubicBezTo>
                  <a:close/>
                  <a:moveTo>
                    <a:pt x="184" y="458"/>
                  </a:moveTo>
                  <a:cubicBezTo>
                    <a:pt x="183" y="456"/>
                    <a:pt x="186" y="456"/>
                    <a:pt x="184" y="458"/>
                  </a:cubicBezTo>
                  <a:close/>
                  <a:moveTo>
                    <a:pt x="184" y="423"/>
                  </a:moveTo>
                  <a:cubicBezTo>
                    <a:pt x="184" y="423"/>
                    <a:pt x="184" y="423"/>
                    <a:pt x="184" y="423"/>
                  </a:cubicBezTo>
                  <a:cubicBezTo>
                    <a:pt x="185" y="422"/>
                    <a:pt x="185" y="422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lose/>
                  <a:moveTo>
                    <a:pt x="184" y="452"/>
                  </a:moveTo>
                  <a:cubicBezTo>
                    <a:pt x="182" y="449"/>
                    <a:pt x="186" y="449"/>
                    <a:pt x="184" y="452"/>
                  </a:cubicBezTo>
                  <a:close/>
                  <a:moveTo>
                    <a:pt x="184" y="464"/>
                  </a:moveTo>
                  <a:cubicBezTo>
                    <a:pt x="185" y="466"/>
                    <a:pt x="182" y="465"/>
                    <a:pt x="184" y="464"/>
                  </a:cubicBezTo>
                  <a:close/>
                  <a:moveTo>
                    <a:pt x="185" y="467"/>
                  </a:moveTo>
                  <a:cubicBezTo>
                    <a:pt x="186" y="471"/>
                    <a:pt x="182" y="470"/>
                    <a:pt x="185" y="467"/>
                  </a:cubicBezTo>
                  <a:close/>
                  <a:moveTo>
                    <a:pt x="190" y="491"/>
                  </a:moveTo>
                  <a:cubicBezTo>
                    <a:pt x="189" y="492"/>
                    <a:pt x="189" y="488"/>
                    <a:pt x="190" y="489"/>
                  </a:cubicBezTo>
                  <a:cubicBezTo>
                    <a:pt x="191" y="490"/>
                    <a:pt x="190" y="491"/>
                    <a:pt x="190" y="491"/>
                  </a:cubicBezTo>
                  <a:close/>
                  <a:moveTo>
                    <a:pt x="194" y="474"/>
                  </a:moveTo>
                  <a:cubicBezTo>
                    <a:pt x="195" y="475"/>
                    <a:pt x="194" y="475"/>
                    <a:pt x="194" y="475"/>
                  </a:cubicBezTo>
                  <a:cubicBezTo>
                    <a:pt x="193" y="476"/>
                    <a:pt x="193" y="473"/>
                    <a:pt x="194" y="474"/>
                  </a:cubicBezTo>
                  <a:close/>
                  <a:moveTo>
                    <a:pt x="195" y="474"/>
                  </a:moveTo>
                  <a:cubicBezTo>
                    <a:pt x="197" y="475"/>
                    <a:pt x="194" y="476"/>
                    <a:pt x="195" y="474"/>
                  </a:cubicBezTo>
                  <a:close/>
                  <a:moveTo>
                    <a:pt x="195" y="490"/>
                  </a:moveTo>
                  <a:cubicBezTo>
                    <a:pt x="195" y="490"/>
                    <a:pt x="195" y="491"/>
                    <a:pt x="195" y="491"/>
                  </a:cubicBezTo>
                  <a:cubicBezTo>
                    <a:pt x="194" y="493"/>
                    <a:pt x="194" y="489"/>
                    <a:pt x="195" y="490"/>
                  </a:cubicBezTo>
                  <a:close/>
                  <a:moveTo>
                    <a:pt x="194" y="384"/>
                  </a:moveTo>
                  <a:cubicBezTo>
                    <a:pt x="193" y="385"/>
                    <a:pt x="194" y="382"/>
                    <a:pt x="195" y="383"/>
                  </a:cubicBezTo>
                  <a:cubicBezTo>
                    <a:pt x="195" y="383"/>
                    <a:pt x="194" y="384"/>
                    <a:pt x="194" y="384"/>
                  </a:cubicBezTo>
                  <a:close/>
                  <a:moveTo>
                    <a:pt x="194" y="321"/>
                  </a:moveTo>
                  <a:cubicBezTo>
                    <a:pt x="195" y="321"/>
                    <a:pt x="194" y="322"/>
                    <a:pt x="194" y="322"/>
                  </a:cubicBezTo>
                  <a:cubicBezTo>
                    <a:pt x="192" y="324"/>
                    <a:pt x="193" y="321"/>
                    <a:pt x="194" y="321"/>
                  </a:cubicBezTo>
                  <a:close/>
                  <a:moveTo>
                    <a:pt x="192" y="489"/>
                  </a:moveTo>
                  <a:cubicBezTo>
                    <a:pt x="191" y="491"/>
                    <a:pt x="192" y="487"/>
                    <a:pt x="193" y="488"/>
                  </a:cubicBezTo>
                  <a:cubicBezTo>
                    <a:pt x="194" y="489"/>
                    <a:pt x="193" y="489"/>
                    <a:pt x="192" y="489"/>
                  </a:cubicBezTo>
                  <a:close/>
                  <a:moveTo>
                    <a:pt x="192" y="466"/>
                  </a:moveTo>
                  <a:cubicBezTo>
                    <a:pt x="190" y="466"/>
                    <a:pt x="191" y="463"/>
                    <a:pt x="192" y="464"/>
                  </a:cubicBezTo>
                  <a:cubicBezTo>
                    <a:pt x="193" y="465"/>
                    <a:pt x="192" y="465"/>
                    <a:pt x="192" y="466"/>
                  </a:cubicBezTo>
                  <a:close/>
                  <a:moveTo>
                    <a:pt x="191" y="461"/>
                  </a:moveTo>
                  <a:cubicBezTo>
                    <a:pt x="192" y="460"/>
                    <a:pt x="193" y="460"/>
                    <a:pt x="191" y="461"/>
                  </a:cubicBezTo>
                  <a:close/>
                  <a:moveTo>
                    <a:pt x="191" y="403"/>
                  </a:moveTo>
                  <a:cubicBezTo>
                    <a:pt x="189" y="404"/>
                    <a:pt x="190" y="400"/>
                    <a:pt x="191" y="400"/>
                  </a:cubicBezTo>
                  <a:cubicBezTo>
                    <a:pt x="192" y="400"/>
                    <a:pt x="193" y="403"/>
                    <a:pt x="191" y="403"/>
                  </a:cubicBezTo>
                  <a:close/>
                  <a:moveTo>
                    <a:pt x="191" y="311"/>
                  </a:moveTo>
                  <a:cubicBezTo>
                    <a:pt x="192" y="310"/>
                    <a:pt x="192" y="311"/>
                    <a:pt x="192" y="312"/>
                  </a:cubicBezTo>
                  <a:cubicBezTo>
                    <a:pt x="191" y="313"/>
                    <a:pt x="191" y="311"/>
                    <a:pt x="191" y="311"/>
                  </a:cubicBezTo>
                  <a:close/>
                  <a:moveTo>
                    <a:pt x="190" y="343"/>
                  </a:moveTo>
                  <a:cubicBezTo>
                    <a:pt x="190" y="340"/>
                    <a:pt x="192" y="342"/>
                    <a:pt x="190" y="343"/>
                  </a:cubicBezTo>
                  <a:close/>
                  <a:moveTo>
                    <a:pt x="191" y="480"/>
                  </a:moveTo>
                  <a:cubicBezTo>
                    <a:pt x="191" y="481"/>
                    <a:pt x="189" y="483"/>
                    <a:pt x="188" y="483"/>
                  </a:cubicBezTo>
                  <a:cubicBezTo>
                    <a:pt x="183" y="484"/>
                    <a:pt x="190" y="478"/>
                    <a:pt x="191" y="480"/>
                  </a:cubicBezTo>
                  <a:close/>
                  <a:moveTo>
                    <a:pt x="188" y="475"/>
                  </a:moveTo>
                  <a:cubicBezTo>
                    <a:pt x="187" y="476"/>
                    <a:pt x="188" y="473"/>
                    <a:pt x="189" y="474"/>
                  </a:cubicBezTo>
                  <a:cubicBezTo>
                    <a:pt x="189" y="474"/>
                    <a:pt x="189" y="475"/>
                    <a:pt x="188" y="475"/>
                  </a:cubicBezTo>
                  <a:close/>
                  <a:moveTo>
                    <a:pt x="189" y="478"/>
                  </a:move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9" y="478"/>
                    <a:pt x="189" y="478"/>
                  </a:cubicBezTo>
                  <a:close/>
                  <a:moveTo>
                    <a:pt x="189" y="439"/>
                  </a:moveTo>
                  <a:cubicBezTo>
                    <a:pt x="188" y="441"/>
                    <a:pt x="189" y="438"/>
                    <a:pt x="189" y="439"/>
                  </a:cubicBezTo>
                  <a:close/>
                  <a:moveTo>
                    <a:pt x="188" y="458"/>
                  </a:moveTo>
                  <a:cubicBezTo>
                    <a:pt x="190" y="459"/>
                    <a:pt x="190" y="462"/>
                    <a:pt x="189" y="462"/>
                  </a:cubicBezTo>
                  <a:cubicBezTo>
                    <a:pt x="186" y="464"/>
                    <a:pt x="186" y="458"/>
                    <a:pt x="188" y="458"/>
                  </a:cubicBezTo>
                  <a:close/>
                  <a:moveTo>
                    <a:pt x="187" y="458"/>
                  </a:moveTo>
                  <a:cubicBezTo>
                    <a:pt x="186" y="459"/>
                    <a:pt x="188" y="457"/>
                    <a:pt x="187" y="458"/>
                  </a:cubicBezTo>
                  <a:close/>
                  <a:moveTo>
                    <a:pt x="187" y="433"/>
                  </a:moveTo>
                  <a:cubicBezTo>
                    <a:pt x="185" y="434"/>
                    <a:pt x="185" y="430"/>
                    <a:pt x="187" y="431"/>
                  </a:cubicBezTo>
                  <a:cubicBezTo>
                    <a:pt x="188" y="432"/>
                    <a:pt x="187" y="433"/>
                    <a:pt x="187" y="433"/>
                  </a:cubicBezTo>
                  <a:close/>
                  <a:moveTo>
                    <a:pt x="187" y="298"/>
                  </a:moveTo>
                  <a:cubicBezTo>
                    <a:pt x="187" y="299"/>
                    <a:pt x="186" y="300"/>
                    <a:pt x="186" y="301"/>
                  </a:cubicBezTo>
                  <a:cubicBezTo>
                    <a:pt x="185" y="302"/>
                    <a:pt x="186" y="298"/>
                    <a:pt x="187" y="298"/>
                  </a:cubicBezTo>
                  <a:close/>
                  <a:moveTo>
                    <a:pt x="185" y="303"/>
                  </a:moveTo>
                  <a:cubicBezTo>
                    <a:pt x="186" y="304"/>
                    <a:pt x="185" y="306"/>
                    <a:pt x="185" y="308"/>
                  </a:cubicBezTo>
                  <a:cubicBezTo>
                    <a:pt x="183" y="307"/>
                    <a:pt x="185" y="304"/>
                    <a:pt x="185" y="303"/>
                  </a:cubicBezTo>
                  <a:close/>
                  <a:moveTo>
                    <a:pt x="185" y="380"/>
                  </a:moveTo>
                  <a:cubicBezTo>
                    <a:pt x="187" y="380"/>
                    <a:pt x="186" y="386"/>
                    <a:pt x="184" y="386"/>
                  </a:cubicBezTo>
                  <a:cubicBezTo>
                    <a:pt x="181" y="387"/>
                    <a:pt x="182" y="380"/>
                    <a:pt x="185" y="380"/>
                  </a:cubicBezTo>
                  <a:close/>
                  <a:moveTo>
                    <a:pt x="185" y="400"/>
                  </a:moveTo>
                  <a:cubicBezTo>
                    <a:pt x="184" y="400"/>
                    <a:pt x="185" y="397"/>
                    <a:pt x="186" y="398"/>
                  </a:cubicBezTo>
                  <a:cubicBezTo>
                    <a:pt x="186" y="399"/>
                    <a:pt x="186" y="400"/>
                    <a:pt x="185" y="400"/>
                  </a:cubicBezTo>
                  <a:close/>
                  <a:moveTo>
                    <a:pt x="183" y="360"/>
                  </a:moveTo>
                  <a:cubicBezTo>
                    <a:pt x="182" y="361"/>
                    <a:pt x="184" y="358"/>
                    <a:pt x="183" y="360"/>
                  </a:cubicBezTo>
                  <a:close/>
                  <a:moveTo>
                    <a:pt x="183" y="311"/>
                  </a:moveTo>
                  <a:cubicBezTo>
                    <a:pt x="184" y="312"/>
                    <a:pt x="183" y="313"/>
                    <a:pt x="182" y="314"/>
                  </a:cubicBezTo>
                  <a:cubicBezTo>
                    <a:pt x="181" y="315"/>
                    <a:pt x="181" y="310"/>
                    <a:pt x="183" y="311"/>
                  </a:cubicBezTo>
                  <a:close/>
                  <a:moveTo>
                    <a:pt x="184" y="408"/>
                  </a:moveTo>
                  <a:cubicBezTo>
                    <a:pt x="185" y="409"/>
                    <a:pt x="185" y="411"/>
                    <a:pt x="186" y="411"/>
                  </a:cubicBezTo>
                  <a:cubicBezTo>
                    <a:pt x="188" y="412"/>
                    <a:pt x="187" y="416"/>
                    <a:pt x="185" y="417"/>
                  </a:cubicBezTo>
                  <a:cubicBezTo>
                    <a:pt x="181" y="418"/>
                    <a:pt x="182" y="416"/>
                    <a:pt x="181" y="414"/>
                  </a:cubicBezTo>
                  <a:cubicBezTo>
                    <a:pt x="181" y="414"/>
                    <a:pt x="180" y="413"/>
                    <a:pt x="180" y="413"/>
                  </a:cubicBezTo>
                  <a:cubicBezTo>
                    <a:pt x="180" y="411"/>
                    <a:pt x="182" y="408"/>
                    <a:pt x="184" y="408"/>
                  </a:cubicBezTo>
                  <a:close/>
                  <a:moveTo>
                    <a:pt x="180" y="440"/>
                  </a:moveTo>
                  <a:cubicBezTo>
                    <a:pt x="181" y="440"/>
                    <a:pt x="180" y="441"/>
                    <a:pt x="180" y="441"/>
                  </a:cubicBezTo>
                  <a:cubicBezTo>
                    <a:pt x="179" y="441"/>
                    <a:pt x="180" y="440"/>
                    <a:pt x="180" y="440"/>
                  </a:cubicBezTo>
                  <a:close/>
                  <a:moveTo>
                    <a:pt x="179" y="443"/>
                  </a:moveTo>
                  <a:cubicBezTo>
                    <a:pt x="178" y="441"/>
                    <a:pt x="181" y="441"/>
                    <a:pt x="179" y="443"/>
                  </a:cubicBezTo>
                  <a:close/>
                  <a:moveTo>
                    <a:pt x="179" y="317"/>
                  </a:moveTo>
                  <a:cubicBezTo>
                    <a:pt x="180" y="320"/>
                    <a:pt x="177" y="318"/>
                    <a:pt x="179" y="317"/>
                  </a:cubicBezTo>
                  <a:close/>
                  <a:moveTo>
                    <a:pt x="178" y="324"/>
                  </a:moveTo>
                  <a:cubicBezTo>
                    <a:pt x="176" y="323"/>
                    <a:pt x="178" y="321"/>
                    <a:pt x="178" y="320"/>
                  </a:cubicBezTo>
                  <a:cubicBezTo>
                    <a:pt x="179" y="321"/>
                    <a:pt x="178" y="323"/>
                    <a:pt x="178" y="324"/>
                  </a:cubicBezTo>
                  <a:close/>
                  <a:moveTo>
                    <a:pt x="178" y="296"/>
                  </a:moveTo>
                  <a:cubicBezTo>
                    <a:pt x="179" y="297"/>
                    <a:pt x="177" y="298"/>
                    <a:pt x="177" y="298"/>
                  </a:cubicBezTo>
                  <a:cubicBezTo>
                    <a:pt x="176" y="299"/>
                    <a:pt x="177" y="295"/>
                    <a:pt x="178" y="296"/>
                  </a:cubicBezTo>
                  <a:close/>
                  <a:moveTo>
                    <a:pt x="174" y="309"/>
                  </a:moveTo>
                  <a:cubicBezTo>
                    <a:pt x="175" y="310"/>
                    <a:pt x="173" y="310"/>
                    <a:pt x="174" y="309"/>
                  </a:cubicBezTo>
                  <a:close/>
                  <a:moveTo>
                    <a:pt x="175" y="357"/>
                  </a:moveTo>
                  <a:cubicBezTo>
                    <a:pt x="175" y="359"/>
                    <a:pt x="173" y="358"/>
                    <a:pt x="175" y="357"/>
                  </a:cubicBezTo>
                  <a:close/>
                  <a:moveTo>
                    <a:pt x="174" y="377"/>
                  </a:moveTo>
                  <a:cubicBezTo>
                    <a:pt x="175" y="378"/>
                    <a:pt x="174" y="379"/>
                    <a:pt x="173" y="380"/>
                  </a:cubicBezTo>
                  <a:cubicBezTo>
                    <a:pt x="173" y="379"/>
                    <a:pt x="174" y="378"/>
                    <a:pt x="174" y="377"/>
                  </a:cubicBezTo>
                  <a:close/>
                  <a:moveTo>
                    <a:pt x="172" y="391"/>
                  </a:moveTo>
                  <a:cubicBezTo>
                    <a:pt x="172" y="390"/>
                    <a:pt x="175" y="392"/>
                    <a:pt x="176" y="391"/>
                  </a:cubicBezTo>
                  <a:cubicBezTo>
                    <a:pt x="176" y="390"/>
                    <a:pt x="174" y="389"/>
                    <a:pt x="175" y="388"/>
                  </a:cubicBezTo>
                  <a:cubicBezTo>
                    <a:pt x="178" y="385"/>
                    <a:pt x="181" y="394"/>
                    <a:pt x="178" y="396"/>
                  </a:cubicBezTo>
                  <a:cubicBezTo>
                    <a:pt x="176" y="397"/>
                    <a:pt x="174" y="397"/>
                    <a:pt x="173" y="396"/>
                  </a:cubicBezTo>
                  <a:cubicBezTo>
                    <a:pt x="173" y="396"/>
                    <a:pt x="172" y="392"/>
                    <a:pt x="172" y="391"/>
                  </a:cubicBezTo>
                  <a:close/>
                  <a:moveTo>
                    <a:pt x="172" y="439"/>
                  </a:moveTo>
                  <a:cubicBezTo>
                    <a:pt x="173" y="439"/>
                    <a:pt x="173" y="441"/>
                    <a:pt x="172" y="441"/>
                  </a:cubicBezTo>
                  <a:cubicBezTo>
                    <a:pt x="170" y="443"/>
                    <a:pt x="170" y="437"/>
                    <a:pt x="172" y="439"/>
                  </a:cubicBezTo>
                  <a:close/>
                  <a:moveTo>
                    <a:pt x="169" y="427"/>
                  </a:moveTo>
                  <a:cubicBezTo>
                    <a:pt x="166" y="428"/>
                    <a:pt x="167" y="422"/>
                    <a:pt x="169" y="422"/>
                  </a:cubicBezTo>
                  <a:cubicBezTo>
                    <a:pt x="171" y="422"/>
                    <a:pt x="171" y="426"/>
                    <a:pt x="169" y="427"/>
                  </a:cubicBezTo>
                  <a:close/>
                  <a:moveTo>
                    <a:pt x="165" y="288"/>
                  </a:moveTo>
                  <a:cubicBezTo>
                    <a:pt x="166" y="288"/>
                    <a:pt x="166" y="289"/>
                    <a:pt x="166" y="290"/>
                  </a:cubicBezTo>
                  <a:cubicBezTo>
                    <a:pt x="165" y="291"/>
                    <a:pt x="164" y="288"/>
                    <a:pt x="165" y="288"/>
                  </a:cubicBezTo>
                  <a:close/>
                  <a:moveTo>
                    <a:pt x="163" y="282"/>
                  </a:moveTo>
                  <a:cubicBezTo>
                    <a:pt x="164" y="282"/>
                    <a:pt x="164" y="284"/>
                    <a:pt x="163" y="284"/>
                  </a:cubicBezTo>
                  <a:cubicBezTo>
                    <a:pt x="162" y="286"/>
                    <a:pt x="161" y="282"/>
                    <a:pt x="163" y="282"/>
                  </a:cubicBezTo>
                  <a:close/>
                  <a:moveTo>
                    <a:pt x="161" y="324"/>
                  </a:moveTo>
                  <a:cubicBezTo>
                    <a:pt x="161" y="324"/>
                    <a:pt x="162" y="322"/>
                    <a:pt x="162" y="321"/>
                  </a:cubicBezTo>
                  <a:cubicBezTo>
                    <a:pt x="162" y="322"/>
                    <a:pt x="166" y="321"/>
                    <a:pt x="166" y="321"/>
                  </a:cubicBezTo>
                  <a:cubicBezTo>
                    <a:pt x="166" y="321"/>
                    <a:pt x="166" y="322"/>
                    <a:pt x="166" y="322"/>
                  </a:cubicBezTo>
                  <a:cubicBezTo>
                    <a:pt x="167" y="323"/>
                    <a:pt x="168" y="322"/>
                    <a:pt x="168" y="323"/>
                  </a:cubicBezTo>
                  <a:cubicBezTo>
                    <a:pt x="171" y="328"/>
                    <a:pt x="168" y="335"/>
                    <a:pt x="165" y="336"/>
                  </a:cubicBezTo>
                  <a:cubicBezTo>
                    <a:pt x="163" y="337"/>
                    <a:pt x="160" y="335"/>
                    <a:pt x="160" y="334"/>
                  </a:cubicBezTo>
                  <a:cubicBezTo>
                    <a:pt x="160" y="334"/>
                    <a:pt x="160" y="332"/>
                    <a:pt x="160" y="333"/>
                  </a:cubicBezTo>
                  <a:cubicBezTo>
                    <a:pt x="160" y="331"/>
                    <a:pt x="158" y="332"/>
                    <a:pt x="158" y="330"/>
                  </a:cubicBezTo>
                  <a:cubicBezTo>
                    <a:pt x="156" y="327"/>
                    <a:pt x="159" y="326"/>
                    <a:pt x="161" y="324"/>
                  </a:cubicBezTo>
                  <a:close/>
                  <a:moveTo>
                    <a:pt x="157" y="351"/>
                  </a:moveTo>
                  <a:cubicBezTo>
                    <a:pt x="159" y="352"/>
                    <a:pt x="156" y="353"/>
                    <a:pt x="157" y="351"/>
                  </a:cubicBezTo>
                  <a:close/>
                  <a:moveTo>
                    <a:pt x="157" y="367"/>
                  </a:moveTo>
                  <a:cubicBezTo>
                    <a:pt x="157" y="366"/>
                    <a:pt x="158" y="367"/>
                    <a:pt x="158" y="367"/>
                  </a:cubicBezTo>
                  <a:cubicBezTo>
                    <a:pt x="159" y="366"/>
                    <a:pt x="157" y="364"/>
                    <a:pt x="159" y="364"/>
                  </a:cubicBezTo>
                  <a:cubicBezTo>
                    <a:pt x="162" y="364"/>
                    <a:pt x="159" y="373"/>
                    <a:pt x="159" y="374"/>
                  </a:cubicBezTo>
                  <a:cubicBezTo>
                    <a:pt x="159" y="372"/>
                    <a:pt x="154" y="369"/>
                    <a:pt x="157" y="367"/>
                  </a:cubicBezTo>
                  <a:close/>
                  <a:moveTo>
                    <a:pt x="157" y="386"/>
                  </a:moveTo>
                  <a:cubicBezTo>
                    <a:pt x="158" y="386"/>
                    <a:pt x="157" y="388"/>
                    <a:pt x="156" y="389"/>
                  </a:cubicBezTo>
                  <a:cubicBezTo>
                    <a:pt x="155" y="389"/>
                    <a:pt x="155" y="385"/>
                    <a:pt x="157" y="386"/>
                  </a:cubicBezTo>
                  <a:close/>
                  <a:moveTo>
                    <a:pt x="155" y="373"/>
                  </a:moveTo>
                  <a:cubicBezTo>
                    <a:pt x="154" y="374"/>
                    <a:pt x="154" y="372"/>
                    <a:pt x="155" y="371"/>
                  </a:cubicBezTo>
                  <a:cubicBezTo>
                    <a:pt x="156" y="371"/>
                    <a:pt x="156" y="373"/>
                    <a:pt x="155" y="373"/>
                  </a:cubicBezTo>
                  <a:close/>
                  <a:moveTo>
                    <a:pt x="153" y="242"/>
                  </a:moveTo>
                  <a:cubicBezTo>
                    <a:pt x="153" y="242"/>
                    <a:pt x="154" y="237"/>
                    <a:pt x="155" y="238"/>
                  </a:cubicBezTo>
                  <a:cubicBezTo>
                    <a:pt x="156" y="238"/>
                    <a:pt x="154" y="243"/>
                    <a:pt x="154" y="241"/>
                  </a:cubicBezTo>
                  <a:cubicBezTo>
                    <a:pt x="153" y="247"/>
                    <a:pt x="153" y="255"/>
                    <a:pt x="152" y="262"/>
                  </a:cubicBezTo>
                  <a:cubicBezTo>
                    <a:pt x="152" y="262"/>
                    <a:pt x="151" y="264"/>
                    <a:pt x="151" y="264"/>
                  </a:cubicBezTo>
                  <a:cubicBezTo>
                    <a:pt x="149" y="265"/>
                    <a:pt x="152" y="246"/>
                    <a:pt x="153" y="242"/>
                  </a:cubicBezTo>
                  <a:close/>
                  <a:moveTo>
                    <a:pt x="150" y="352"/>
                  </a:moveTo>
                  <a:cubicBezTo>
                    <a:pt x="151" y="351"/>
                    <a:pt x="155" y="357"/>
                    <a:pt x="155" y="359"/>
                  </a:cubicBezTo>
                  <a:cubicBezTo>
                    <a:pt x="155" y="360"/>
                    <a:pt x="154" y="362"/>
                    <a:pt x="152" y="363"/>
                  </a:cubicBezTo>
                  <a:cubicBezTo>
                    <a:pt x="147" y="365"/>
                    <a:pt x="149" y="352"/>
                    <a:pt x="150" y="352"/>
                  </a:cubicBezTo>
                  <a:close/>
                  <a:moveTo>
                    <a:pt x="148" y="397"/>
                  </a:moveTo>
                  <a:cubicBezTo>
                    <a:pt x="148" y="397"/>
                    <a:pt x="148" y="398"/>
                    <a:pt x="148" y="398"/>
                  </a:cubicBezTo>
                  <a:cubicBezTo>
                    <a:pt x="146" y="396"/>
                    <a:pt x="149" y="396"/>
                    <a:pt x="148" y="397"/>
                  </a:cubicBezTo>
                  <a:close/>
                  <a:moveTo>
                    <a:pt x="147" y="373"/>
                  </a:moveTo>
                  <a:cubicBezTo>
                    <a:pt x="148" y="377"/>
                    <a:pt x="145" y="374"/>
                    <a:pt x="147" y="373"/>
                  </a:cubicBezTo>
                  <a:close/>
                  <a:moveTo>
                    <a:pt x="145" y="340"/>
                  </a:moveTo>
                  <a:cubicBezTo>
                    <a:pt x="148" y="342"/>
                    <a:pt x="144" y="344"/>
                    <a:pt x="145" y="340"/>
                  </a:cubicBezTo>
                  <a:close/>
                  <a:moveTo>
                    <a:pt x="145" y="351"/>
                  </a:moveTo>
                  <a:cubicBezTo>
                    <a:pt x="145" y="351"/>
                    <a:pt x="145" y="352"/>
                    <a:pt x="145" y="352"/>
                  </a:cubicBezTo>
                  <a:cubicBezTo>
                    <a:pt x="143" y="354"/>
                    <a:pt x="143" y="350"/>
                    <a:pt x="145" y="351"/>
                  </a:cubicBezTo>
                  <a:close/>
                  <a:moveTo>
                    <a:pt x="143" y="299"/>
                  </a:moveTo>
                  <a:cubicBezTo>
                    <a:pt x="143" y="299"/>
                    <a:pt x="144" y="301"/>
                    <a:pt x="143" y="301"/>
                  </a:cubicBezTo>
                  <a:cubicBezTo>
                    <a:pt x="142" y="303"/>
                    <a:pt x="142" y="298"/>
                    <a:pt x="143" y="299"/>
                  </a:cubicBezTo>
                  <a:close/>
                  <a:moveTo>
                    <a:pt x="143" y="429"/>
                  </a:moveTo>
                  <a:cubicBezTo>
                    <a:pt x="145" y="430"/>
                    <a:pt x="143" y="430"/>
                    <a:pt x="144" y="431"/>
                  </a:cubicBezTo>
                  <a:cubicBezTo>
                    <a:pt x="145" y="433"/>
                    <a:pt x="146" y="433"/>
                    <a:pt x="146" y="433"/>
                  </a:cubicBezTo>
                  <a:cubicBezTo>
                    <a:pt x="147" y="435"/>
                    <a:pt x="146" y="438"/>
                    <a:pt x="145" y="439"/>
                  </a:cubicBezTo>
                  <a:cubicBezTo>
                    <a:pt x="142" y="440"/>
                    <a:pt x="140" y="438"/>
                    <a:pt x="140" y="435"/>
                  </a:cubicBezTo>
                  <a:cubicBezTo>
                    <a:pt x="141" y="433"/>
                    <a:pt x="143" y="433"/>
                    <a:pt x="143" y="432"/>
                  </a:cubicBezTo>
                  <a:cubicBezTo>
                    <a:pt x="143" y="431"/>
                    <a:pt x="141" y="429"/>
                    <a:pt x="143" y="429"/>
                  </a:cubicBezTo>
                  <a:close/>
                  <a:moveTo>
                    <a:pt x="142" y="354"/>
                  </a:moveTo>
                  <a:cubicBezTo>
                    <a:pt x="143" y="355"/>
                    <a:pt x="140" y="357"/>
                    <a:pt x="142" y="354"/>
                  </a:cubicBezTo>
                  <a:close/>
                  <a:moveTo>
                    <a:pt x="141" y="298"/>
                  </a:moveTo>
                  <a:cubicBezTo>
                    <a:pt x="142" y="301"/>
                    <a:pt x="139" y="299"/>
                    <a:pt x="141" y="298"/>
                  </a:cubicBezTo>
                  <a:close/>
                  <a:moveTo>
                    <a:pt x="140" y="375"/>
                  </a:moveTo>
                  <a:cubicBezTo>
                    <a:pt x="141" y="375"/>
                    <a:pt x="142" y="377"/>
                    <a:pt x="141" y="378"/>
                  </a:cubicBezTo>
                  <a:cubicBezTo>
                    <a:pt x="140" y="380"/>
                    <a:pt x="139" y="375"/>
                    <a:pt x="140" y="375"/>
                  </a:cubicBezTo>
                  <a:close/>
                  <a:moveTo>
                    <a:pt x="142" y="405"/>
                  </a:moveTo>
                  <a:cubicBezTo>
                    <a:pt x="141" y="406"/>
                    <a:pt x="141" y="406"/>
                    <a:pt x="141" y="406"/>
                  </a:cubicBezTo>
                  <a:cubicBezTo>
                    <a:pt x="141" y="406"/>
                    <a:pt x="141" y="406"/>
                    <a:pt x="142" y="405"/>
                  </a:cubicBezTo>
                  <a:close/>
                  <a:moveTo>
                    <a:pt x="141" y="417"/>
                  </a:moveTo>
                  <a:cubicBezTo>
                    <a:pt x="142" y="418"/>
                    <a:pt x="141" y="420"/>
                    <a:pt x="141" y="420"/>
                  </a:cubicBezTo>
                  <a:cubicBezTo>
                    <a:pt x="139" y="422"/>
                    <a:pt x="139" y="417"/>
                    <a:pt x="141" y="417"/>
                  </a:cubicBezTo>
                  <a:close/>
                  <a:moveTo>
                    <a:pt x="137" y="465"/>
                  </a:moveTo>
                  <a:cubicBezTo>
                    <a:pt x="135" y="470"/>
                    <a:pt x="131" y="464"/>
                    <a:pt x="136" y="463"/>
                  </a:cubicBezTo>
                  <a:cubicBezTo>
                    <a:pt x="136" y="463"/>
                    <a:pt x="139" y="463"/>
                    <a:pt x="139" y="463"/>
                  </a:cubicBezTo>
                  <a:cubicBezTo>
                    <a:pt x="142" y="466"/>
                    <a:pt x="137" y="469"/>
                    <a:pt x="137" y="465"/>
                  </a:cubicBezTo>
                  <a:close/>
                  <a:moveTo>
                    <a:pt x="138" y="439"/>
                  </a:moveTo>
                  <a:cubicBezTo>
                    <a:pt x="139" y="439"/>
                    <a:pt x="139" y="440"/>
                    <a:pt x="139" y="441"/>
                  </a:cubicBezTo>
                  <a:cubicBezTo>
                    <a:pt x="138" y="441"/>
                    <a:pt x="138" y="439"/>
                    <a:pt x="138" y="439"/>
                  </a:cubicBezTo>
                  <a:close/>
                  <a:moveTo>
                    <a:pt x="138" y="452"/>
                  </a:moveTo>
                  <a:cubicBezTo>
                    <a:pt x="137" y="454"/>
                    <a:pt x="136" y="451"/>
                    <a:pt x="137" y="451"/>
                  </a:cubicBezTo>
                  <a:cubicBezTo>
                    <a:pt x="138" y="451"/>
                    <a:pt x="138" y="452"/>
                    <a:pt x="138" y="452"/>
                  </a:cubicBezTo>
                  <a:close/>
                  <a:moveTo>
                    <a:pt x="137" y="363"/>
                  </a:moveTo>
                  <a:cubicBezTo>
                    <a:pt x="137" y="363"/>
                    <a:pt x="135" y="363"/>
                    <a:pt x="135" y="364"/>
                  </a:cubicBezTo>
                  <a:cubicBezTo>
                    <a:pt x="133" y="367"/>
                    <a:pt x="138" y="377"/>
                    <a:pt x="134" y="379"/>
                  </a:cubicBezTo>
                  <a:cubicBezTo>
                    <a:pt x="132" y="380"/>
                    <a:pt x="133" y="366"/>
                    <a:pt x="134" y="364"/>
                  </a:cubicBezTo>
                  <a:cubicBezTo>
                    <a:pt x="134" y="360"/>
                    <a:pt x="134" y="356"/>
                    <a:pt x="134" y="353"/>
                  </a:cubicBezTo>
                  <a:cubicBezTo>
                    <a:pt x="134" y="353"/>
                    <a:pt x="135" y="352"/>
                    <a:pt x="135" y="352"/>
                  </a:cubicBezTo>
                  <a:cubicBezTo>
                    <a:pt x="137" y="353"/>
                    <a:pt x="135" y="355"/>
                    <a:pt x="135" y="357"/>
                  </a:cubicBezTo>
                  <a:cubicBezTo>
                    <a:pt x="135" y="360"/>
                    <a:pt x="138" y="360"/>
                    <a:pt x="137" y="363"/>
                  </a:cubicBezTo>
                  <a:close/>
                  <a:moveTo>
                    <a:pt x="133" y="337"/>
                  </a:moveTo>
                  <a:cubicBezTo>
                    <a:pt x="134" y="338"/>
                    <a:pt x="132" y="339"/>
                    <a:pt x="133" y="337"/>
                  </a:cubicBezTo>
                  <a:close/>
                  <a:moveTo>
                    <a:pt x="136" y="331"/>
                  </a:moveTo>
                  <a:cubicBezTo>
                    <a:pt x="137" y="332"/>
                    <a:pt x="136" y="334"/>
                    <a:pt x="136" y="334"/>
                  </a:cubicBezTo>
                  <a:cubicBezTo>
                    <a:pt x="135" y="335"/>
                    <a:pt x="135" y="331"/>
                    <a:pt x="136" y="331"/>
                  </a:cubicBezTo>
                  <a:close/>
                  <a:moveTo>
                    <a:pt x="133" y="322"/>
                  </a:moveTo>
                  <a:cubicBezTo>
                    <a:pt x="134" y="322"/>
                    <a:pt x="135" y="323"/>
                    <a:pt x="134" y="324"/>
                  </a:cubicBezTo>
                  <a:cubicBezTo>
                    <a:pt x="133" y="325"/>
                    <a:pt x="132" y="322"/>
                    <a:pt x="133" y="322"/>
                  </a:cubicBezTo>
                  <a:close/>
                  <a:moveTo>
                    <a:pt x="133" y="325"/>
                  </a:moveTo>
                  <a:cubicBezTo>
                    <a:pt x="135" y="324"/>
                    <a:pt x="136" y="328"/>
                    <a:pt x="134" y="329"/>
                  </a:cubicBezTo>
                  <a:cubicBezTo>
                    <a:pt x="132" y="331"/>
                    <a:pt x="132" y="325"/>
                    <a:pt x="133" y="325"/>
                  </a:cubicBezTo>
                  <a:close/>
                  <a:moveTo>
                    <a:pt x="132" y="371"/>
                  </a:moveTo>
                  <a:cubicBezTo>
                    <a:pt x="132" y="371"/>
                    <a:pt x="131" y="371"/>
                    <a:pt x="131" y="371"/>
                  </a:cubicBezTo>
                  <a:cubicBezTo>
                    <a:pt x="131" y="370"/>
                    <a:pt x="133" y="370"/>
                    <a:pt x="132" y="371"/>
                  </a:cubicBezTo>
                  <a:close/>
                  <a:moveTo>
                    <a:pt x="129" y="374"/>
                  </a:moveTo>
                  <a:cubicBezTo>
                    <a:pt x="129" y="376"/>
                    <a:pt x="127" y="374"/>
                    <a:pt x="129" y="374"/>
                  </a:cubicBezTo>
                  <a:close/>
                  <a:moveTo>
                    <a:pt x="128" y="318"/>
                  </a:moveTo>
                  <a:cubicBezTo>
                    <a:pt x="128" y="319"/>
                    <a:pt x="127" y="319"/>
                    <a:pt x="127" y="320"/>
                  </a:cubicBezTo>
                  <a:cubicBezTo>
                    <a:pt x="127" y="320"/>
                    <a:pt x="127" y="318"/>
                    <a:pt x="128" y="318"/>
                  </a:cubicBezTo>
                  <a:close/>
                  <a:moveTo>
                    <a:pt x="126" y="325"/>
                  </a:moveTo>
                  <a:cubicBezTo>
                    <a:pt x="127" y="326"/>
                    <a:pt x="126" y="328"/>
                    <a:pt x="126" y="329"/>
                  </a:cubicBezTo>
                  <a:cubicBezTo>
                    <a:pt x="124" y="329"/>
                    <a:pt x="126" y="326"/>
                    <a:pt x="126" y="325"/>
                  </a:cubicBezTo>
                  <a:close/>
                  <a:moveTo>
                    <a:pt x="124" y="375"/>
                  </a:moveTo>
                  <a:cubicBezTo>
                    <a:pt x="124" y="374"/>
                    <a:pt x="125" y="375"/>
                    <a:pt x="125" y="375"/>
                  </a:cubicBezTo>
                  <a:cubicBezTo>
                    <a:pt x="125" y="375"/>
                    <a:pt x="124" y="375"/>
                    <a:pt x="124" y="375"/>
                  </a:cubicBezTo>
                  <a:close/>
                  <a:moveTo>
                    <a:pt x="120" y="352"/>
                  </a:moveTo>
                  <a:cubicBezTo>
                    <a:pt x="121" y="352"/>
                    <a:pt x="122" y="353"/>
                    <a:pt x="121" y="354"/>
                  </a:cubicBezTo>
                  <a:cubicBezTo>
                    <a:pt x="120" y="356"/>
                    <a:pt x="119" y="352"/>
                    <a:pt x="120" y="352"/>
                  </a:cubicBezTo>
                  <a:close/>
                  <a:moveTo>
                    <a:pt x="124" y="362"/>
                  </a:moveTo>
                  <a:cubicBezTo>
                    <a:pt x="126" y="364"/>
                    <a:pt x="124" y="368"/>
                    <a:pt x="121" y="367"/>
                  </a:cubicBezTo>
                  <a:cubicBezTo>
                    <a:pt x="120" y="367"/>
                    <a:pt x="121" y="364"/>
                    <a:pt x="120" y="362"/>
                  </a:cubicBezTo>
                  <a:cubicBezTo>
                    <a:pt x="121" y="365"/>
                    <a:pt x="124" y="362"/>
                    <a:pt x="124" y="362"/>
                  </a:cubicBezTo>
                  <a:close/>
                  <a:moveTo>
                    <a:pt x="121" y="425"/>
                  </a:moveTo>
                  <a:cubicBezTo>
                    <a:pt x="121" y="425"/>
                    <a:pt x="120" y="425"/>
                    <a:pt x="120" y="425"/>
                  </a:cubicBezTo>
                  <a:cubicBezTo>
                    <a:pt x="118" y="423"/>
                    <a:pt x="123" y="422"/>
                    <a:pt x="121" y="425"/>
                  </a:cubicBezTo>
                  <a:close/>
                  <a:moveTo>
                    <a:pt x="119" y="435"/>
                  </a:moveTo>
                  <a:cubicBezTo>
                    <a:pt x="118" y="435"/>
                    <a:pt x="119" y="435"/>
                    <a:pt x="119" y="434"/>
                  </a:cubicBezTo>
                  <a:cubicBezTo>
                    <a:pt x="119" y="434"/>
                    <a:pt x="119" y="435"/>
                    <a:pt x="119" y="435"/>
                  </a:cubicBezTo>
                  <a:close/>
                  <a:moveTo>
                    <a:pt x="112" y="346"/>
                  </a:moveTo>
                  <a:cubicBezTo>
                    <a:pt x="112" y="346"/>
                    <a:pt x="114" y="344"/>
                    <a:pt x="116" y="345"/>
                  </a:cubicBezTo>
                  <a:cubicBezTo>
                    <a:pt x="118" y="345"/>
                    <a:pt x="119" y="348"/>
                    <a:pt x="119" y="351"/>
                  </a:cubicBezTo>
                  <a:cubicBezTo>
                    <a:pt x="118" y="352"/>
                    <a:pt x="117" y="355"/>
                    <a:pt x="117" y="355"/>
                  </a:cubicBezTo>
                  <a:cubicBezTo>
                    <a:pt x="117" y="355"/>
                    <a:pt x="113" y="354"/>
                    <a:pt x="112" y="352"/>
                  </a:cubicBezTo>
                  <a:cubicBezTo>
                    <a:pt x="112" y="352"/>
                    <a:pt x="111" y="347"/>
                    <a:pt x="112" y="346"/>
                  </a:cubicBezTo>
                  <a:close/>
                  <a:moveTo>
                    <a:pt x="111" y="354"/>
                  </a:moveTo>
                  <a:cubicBezTo>
                    <a:pt x="112" y="354"/>
                    <a:pt x="111" y="355"/>
                    <a:pt x="111" y="355"/>
                  </a:cubicBezTo>
                  <a:cubicBezTo>
                    <a:pt x="110" y="356"/>
                    <a:pt x="110" y="353"/>
                    <a:pt x="111" y="354"/>
                  </a:cubicBezTo>
                  <a:close/>
                  <a:moveTo>
                    <a:pt x="110" y="283"/>
                  </a:moveTo>
                  <a:cubicBezTo>
                    <a:pt x="110" y="283"/>
                    <a:pt x="110" y="284"/>
                    <a:pt x="110" y="284"/>
                  </a:cubicBezTo>
                  <a:cubicBezTo>
                    <a:pt x="109" y="286"/>
                    <a:pt x="109" y="282"/>
                    <a:pt x="110" y="283"/>
                  </a:cubicBezTo>
                  <a:close/>
                  <a:moveTo>
                    <a:pt x="108" y="299"/>
                  </a:moveTo>
                  <a:cubicBezTo>
                    <a:pt x="109" y="299"/>
                    <a:pt x="109" y="300"/>
                    <a:pt x="109" y="301"/>
                  </a:cubicBezTo>
                  <a:cubicBezTo>
                    <a:pt x="108" y="302"/>
                    <a:pt x="107" y="299"/>
                    <a:pt x="108" y="299"/>
                  </a:cubicBezTo>
                  <a:close/>
                  <a:moveTo>
                    <a:pt x="109" y="347"/>
                  </a:moveTo>
                  <a:cubicBezTo>
                    <a:pt x="111" y="348"/>
                    <a:pt x="110" y="352"/>
                    <a:pt x="109" y="353"/>
                  </a:cubicBezTo>
                  <a:cubicBezTo>
                    <a:pt x="106" y="355"/>
                    <a:pt x="106" y="346"/>
                    <a:pt x="109" y="347"/>
                  </a:cubicBezTo>
                  <a:close/>
                  <a:moveTo>
                    <a:pt x="108" y="421"/>
                  </a:moveTo>
                  <a:cubicBezTo>
                    <a:pt x="109" y="422"/>
                    <a:pt x="107" y="425"/>
                    <a:pt x="107" y="425"/>
                  </a:cubicBezTo>
                  <a:cubicBezTo>
                    <a:pt x="104" y="426"/>
                    <a:pt x="106" y="420"/>
                    <a:pt x="108" y="421"/>
                  </a:cubicBezTo>
                  <a:close/>
                  <a:moveTo>
                    <a:pt x="105" y="283"/>
                  </a:moveTo>
                  <a:cubicBezTo>
                    <a:pt x="106" y="283"/>
                    <a:pt x="107" y="285"/>
                    <a:pt x="106" y="286"/>
                  </a:cubicBezTo>
                  <a:cubicBezTo>
                    <a:pt x="104" y="287"/>
                    <a:pt x="104" y="284"/>
                    <a:pt x="105" y="283"/>
                  </a:cubicBezTo>
                  <a:close/>
                  <a:moveTo>
                    <a:pt x="105" y="425"/>
                  </a:moveTo>
                  <a:cubicBezTo>
                    <a:pt x="105" y="423"/>
                    <a:pt x="104" y="426"/>
                    <a:pt x="105" y="425"/>
                  </a:cubicBezTo>
                  <a:close/>
                  <a:moveTo>
                    <a:pt x="104" y="301"/>
                  </a:moveTo>
                  <a:cubicBezTo>
                    <a:pt x="106" y="302"/>
                    <a:pt x="103" y="304"/>
                    <a:pt x="104" y="301"/>
                  </a:cubicBezTo>
                  <a:close/>
                  <a:moveTo>
                    <a:pt x="104" y="370"/>
                  </a:moveTo>
                  <a:cubicBezTo>
                    <a:pt x="104" y="370"/>
                    <a:pt x="104" y="372"/>
                    <a:pt x="104" y="372"/>
                  </a:cubicBezTo>
                  <a:cubicBezTo>
                    <a:pt x="103" y="373"/>
                    <a:pt x="103" y="370"/>
                    <a:pt x="104" y="370"/>
                  </a:cubicBezTo>
                  <a:close/>
                  <a:moveTo>
                    <a:pt x="102" y="425"/>
                  </a:moveTo>
                  <a:cubicBezTo>
                    <a:pt x="103" y="426"/>
                    <a:pt x="103" y="426"/>
                    <a:pt x="103" y="426"/>
                  </a:cubicBezTo>
                  <a:cubicBezTo>
                    <a:pt x="104" y="426"/>
                    <a:pt x="106" y="426"/>
                    <a:pt x="104" y="428"/>
                  </a:cubicBezTo>
                  <a:cubicBezTo>
                    <a:pt x="104" y="428"/>
                    <a:pt x="104" y="428"/>
                    <a:pt x="103" y="428"/>
                  </a:cubicBezTo>
                  <a:cubicBezTo>
                    <a:pt x="103" y="428"/>
                    <a:pt x="103" y="428"/>
                    <a:pt x="103" y="427"/>
                  </a:cubicBezTo>
                  <a:cubicBezTo>
                    <a:pt x="102" y="428"/>
                    <a:pt x="102" y="428"/>
                    <a:pt x="102" y="428"/>
                  </a:cubicBezTo>
                  <a:cubicBezTo>
                    <a:pt x="100" y="429"/>
                    <a:pt x="100" y="424"/>
                    <a:pt x="102" y="425"/>
                  </a:cubicBezTo>
                  <a:close/>
                  <a:moveTo>
                    <a:pt x="101" y="363"/>
                  </a:moveTo>
                  <a:cubicBezTo>
                    <a:pt x="99" y="362"/>
                    <a:pt x="101" y="362"/>
                    <a:pt x="101" y="363"/>
                  </a:cubicBezTo>
                  <a:close/>
                  <a:moveTo>
                    <a:pt x="100" y="315"/>
                  </a:moveTo>
                  <a:cubicBezTo>
                    <a:pt x="100" y="318"/>
                    <a:pt x="98" y="316"/>
                    <a:pt x="100" y="315"/>
                  </a:cubicBezTo>
                  <a:close/>
                  <a:moveTo>
                    <a:pt x="99" y="422"/>
                  </a:moveTo>
                  <a:cubicBezTo>
                    <a:pt x="99" y="422"/>
                    <a:pt x="100" y="423"/>
                    <a:pt x="99" y="424"/>
                  </a:cubicBezTo>
                  <a:cubicBezTo>
                    <a:pt x="98" y="426"/>
                    <a:pt x="98" y="421"/>
                    <a:pt x="99" y="422"/>
                  </a:cubicBezTo>
                  <a:close/>
                  <a:moveTo>
                    <a:pt x="96" y="297"/>
                  </a:moveTo>
                  <a:cubicBezTo>
                    <a:pt x="97" y="298"/>
                    <a:pt x="95" y="298"/>
                    <a:pt x="96" y="297"/>
                  </a:cubicBezTo>
                  <a:cubicBezTo>
                    <a:pt x="96" y="297"/>
                    <a:pt x="96" y="297"/>
                    <a:pt x="96" y="297"/>
                  </a:cubicBezTo>
                  <a:close/>
                  <a:moveTo>
                    <a:pt x="96" y="305"/>
                  </a:moveTo>
                  <a:cubicBezTo>
                    <a:pt x="96" y="305"/>
                    <a:pt x="96" y="304"/>
                    <a:pt x="96" y="303"/>
                  </a:cubicBezTo>
                  <a:cubicBezTo>
                    <a:pt x="96" y="303"/>
                    <a:pt x="97" y="304"/>
                    <a:pt x="96" y="305"/>
                  </a:cubicBezTo>
                  <a:close/>
                  <a:moveTo>
                    <a:pt x="96" y="380"/>
                  </a:moveTo>
                  <a:cubicBezTo>
                    <a:pt x="97" y="380"/>
                    <a:pt x="97" y="383"/>
                    <a:pt x="96" y="384"/>
                  </a:cubicBezTo>
                  <a:cubicBezTo>
                    <a:pt x="93" y="385"/>
                    <a:pt x="94" y="379"/>
                    <a:pt x="96" y="380"/>
                  </a:cubicBezTo>
                  <a:close/>
                  <a:moveTo>
                    <a:pt x="95" y="393"/>
                  </a:moveTo>
                  <a:cubicBezTo>
                    <a:pt x="94" y="391"/>
                    <a:pt x="97" y="391"/>
                    <a:pt x="95" y="393"/>
                  </a:cubicBezTo>
                  <a:close/>
                  <a:moveTo>
                    <a:pt x="97" y="431"/>
                  </a:moveTo>
                  <a:cubicBezTo>
                    <a:pt x="97" y="432"/>
                    <a:pt x="95" y="434"/>
                    <a:pt x="94" y="434"/>
                  </a:cubicBezTo>
                  <a:cubicBezTo>
                    <a:pt x="95" y="434"/>
                    <a:pt x="94" y="436"/>
                    <a:pt x="93" y="436"/>
                  </a:cubicBezTo>
                  <a:cubicBezTo>
                    <a:pt x="93" y="435"/>
                    <a:pt x="93" y="433"/>
                    <a:pt x="94" y="434"/>
                  </a:cubicBezTo>
                  <a:cubicBezTo>
                    <a:pt x="93" y="433"/>
                    <a:pt x="93" y="430"/>
                    <a:pt x="94" y="430"/>
                  </a:cubicBezTo>
                  <a:cubicBezTo>
                    <a:pt x="95" y="430"/>
                    <a:pt x="97" y="431"/>
                    <a:pt x="97" y="431"/>
                  </a:cubicBezTo>
                  <a:close/>
                  <a:moveTo>
                    <a:pt x="93" y="359"/>
                  </a:moveTo>
                  <a:cubicBezTo>
                    <a:pt x="94" y="362"/>
                    <a:pt x="91" y="360"/>
                    <a:pt x="93" y="359"/>
                  </a:cubicBezTo>
                  <a:close/>
                  <a:moveTo>
                    <a:pt x="93" y="379"/>
                  </a:moveTo>
                  <a:cubicBezTo>
                    <a:pt x="94" y="382"/>
                    <a:pt x="91" y="380"/>
                    <a:pt x="93" y="379"/>
                  </a:cubicBezTo>
                  <a:close/>
                  <a:moveTo>
                    <a:pt x="92" y="391"/>
                  </a:moveTo>
                  <a:cubicBezTo>
                    <a:pt x="92" y="393"/>
                    <a:pt x="91" y="393"/>
                    <a:pt x="91" y="391"/>
                  </a:cubicBezTo>
                  <a:cubicBezTo>
                    <a:pt x="91" y="391"/>
                    <a:pt x="92" y="391"/>
                    <a:pt x="92" y="391"/>
                  </a:cubicBezTo>
                  <a:close/>
                  <a:moveTo>
                    <a:pt x="89" y="352"/>
                  </a:moveTo>
                  <a:cubicBezTo>
                    <a:pt x="90" y="354"/>
                    <a:pt x="88" y="354"/>
                    <a:pt x="89" y="352"/>
                  </a:cubicBezTo>
                  <a:close/>
                  <a:moveTo>
                    <a:pt x="89" y="400"/>
                  </a:moveTo>
                  <a:cubicBezTo>
                    <a:pt x="88" y="401"/>
                    <a:pt x="90" y="399"/>
                    <a:pt x="89" y="400"/>
                  </a:cubicBezTo>
                  <a:close/>
                  <a:moveTo>
                    <a:pt x="87" y="362"/>
                  </a:moveTo>
                  <a:cubicBezTo>
                    <a:pt x="88" y="361"/>
                    <a:pt x="89" y="364"/>
                    <a:pt x="88" y="364"/>
                  </a:cubicBezTo>
                  <a:cubicBezTo>
                    <a:pt x="87" y="365"/>
                    <a:pt x="86" y="362"/>
                    <a:pt x="87" y="362"/>
                  </a:cubicBezTo>
                  <a:close/>
                  <a:moveTo>
                    <a:pt x="85" y="385"/>
                  </a:moveTo>
                  <a:cubicBezTo>
                    <a:pt x="86" y="384"/>
                    <a:pt x="87" y="385"/>
                    <a:pt x="87" y="385"/>
                  </a:cubicBezTo>
                  <a:cubicBezTo>
                    <a:pt x="89" y="388"/>
                    <a:pt x="84" y="388"/>
                    <a:pt x="85" y="385"/>
                  </a:cubicBezTo>
                  <a:close/>
                  <a:moveTo>
                    <a:pt x="86" y="398"/>
                  </a:moveTo>
                  <a:cubicBezTo>
                    <a:pt x="86" y="398"/>
                    <a:pt x="85" y="398"/>
                    <a:pt x="85" y="398"/>
                  </a:cubicBezTo>
                  <a:cubicBezTo>
                    <a:pt x="85" y="397"/>
                    <a:pt x="86" y="398"/>
                    <a:pt x="86" y="398"/>
                  </a:cubicBezTo>
                  <a:close/>
                  <a:moveTo>
                    <a:pt x="87" y="400"/>
                  </a:moveTo>
                  <a:cubicBezTo>
                    <a:pt x="88" y="400"/>
                    <a:pt x="87" y="402"/>
                    <a:pt x="88" y="402"/>
                  </a:cubicBezTo>
                  <a:cubicBezTo>
                    <a:pt x="88" y="403"/>
                    <a:pt x="91" y="402"/>
                    <a:pt x="92" y="402"/>
                  </a:cubicBezTo>
                  <a:cubicBezTo>
                    <a:pt x="92" y="402"/>
                    <a:pt x="94" y="405"/>
                    <a:pt x="94" y="405"/>
                  </a:cubicBezTo>
                  <a:cubicBezTo>
                    <a:pt x="96" y="408"/>
                    <a:pt x="92" y="411"/>
                    <a:pt x="92" y="414"/>
                  </a:cubicBezTo>
                  <a:cubicBezTo>
                    <a:pt x="90" y="412"/>
                    <a:pt x="86" y="411"/>
                    <a:pt x="86" y="407"/>
                  </a:cubicBezTo>
                  <a:cubicBezTo>
                    <a:pt x="83" y="412"/>
                    <a:pt x="83" y="400"/>
                    <a:pt x="87" y="400"/>
                  </a:cubicBezTo>
                  <a:close/>
                  <a:moveTo>
                    <a:pt x="84" y="412"/>
                  </a:moveTo>
                  <a:cubicBezTo>
                    <a:pt x="84" y="412"/>
                    <a:pt x="84" y="413"/>
                    <a:pt x="84" y="413"/>
                  </a:cubicBezTo>
                  <a:cubicBezTo>
                    <a:pt x="83" y="414"/>
                    <a:pt x="83" y="412"/>
                    <a:pt x="84" y="412"/>
                  </a:cubicBezTo>
                  <a:close/>
                  <a:moveTo>
                    <a:pt x="82" y="395"/>
                  </a:moveTo>
                  <a:cubicBezTo>
                    <a:pt x="83" y="395"/>
                    <a:pt x="84" y="397"/>
                    <a:pt x="83" y="398"/>
                  </a:cubicBezTo>
                  <a:cubicBezTo>
                    <a:pt x="81" y="398"/>
                    <a:pt x="81" y="396"/>
                    <a:pt x="82" y="395"/>
                  </a:cubicBezTo>
                  <a:close/>
                  <a:moveTo>
                    <a:pt x="81" y="405"/>
                  </a:moveTo>
                  <a:cubicBezTo>
                    <a:pt x="81" y="405"/>
                    <a:pt x="81" y="405"/>
                    <a:pt x="81" y="405"/>
                  </a:cubicBezTo>
                  <a:cubicBezTo>
                    <a:pt x="79" y="406"/>
                    <a:pt x="83" y="403"/>
                    <a:pt x="81" y="405"/>
                  </a:cubicBezTo>
                  <a:close/>
                  <a:moveTo>
                    <a:pt x="80" y="427"/>
                  </a:moveTo>
                  <a:cubicBezTo>
                    <a:pt x="80" y="425"/>
                    <a:pt x="82" y="427"/>
                    <a:pt x="80" y="427"/>
                  </a:cubicBezTo>
                  <a:close/>
                  <a:moveTo>
                    <a:pt x="79" y="403"/>
                  </a:moveTo>
                  <a:cubicBezTo>
                    <a:pt x="80" y="402"/>
                    <a:pt x="80" y="403"/>
                    <a:pt x="80" y="403"/>
                  </a:cubicBezTo>
                  <a:cubicBezTo>
                    <a:pt x="80" y="403"/>
                    <a:pt x="79" y="403"/>
                    <a:pt x="79" y="403"/>
                  </a:cubicBezTo>
                  <a:close/>
                  <a:moveTo>
                    <a:pt x="79" y="352"/>
                  </a:moveTo>
                  <a:cubicBezTo>
                    <a:pt x="79" y="355"/>
                    <a:pt x="78" y="357"/>
                    <a:pt x="79" y="361"/>
                  </a:cubicBezTo>
                  <a:cubicBezTo>
                    <a:pt x="77" y="359"/>
                    <a:pt x="77" y="353"/>
                    <a:pt x="79" y="352"/>
                  </a:cubicBezTo>
                  <a:close/>
                  <a:moveTo>
                    <a:pt x="79" y="363"/>
                  </a:moveTo>
                  <a:cubicBezTo>
                    <a:pt x="78" y="366"/>
                    <a:pt x="80" y="370"/>
                    <a:pt x="79" y="372"/>
                  </a:cubicBezTo>
                  <a:cubicBezTo>
                    <a:pt x="78" y="375"/>
                    <a:pt x="76" y="365"/>
                    <a:pt x="79" y="363"/>
                  </a:cubicBezTo>
                  <a:close/>
                  <a:moveTo>
                    <a:pt x="77" y="429"/>
                  </a:moveTo>
                  <a:cubicBezTo>
                    <a:pt x="79" y="430"/>
                    <a:pt x="78" y="431"/>
                    <a:pt x="78" y="432"/>
                  </a:cubicBezTo>
                  <a:cubicBezTo>
                    <a:pt x="80" y="429"/>
                    <a:pt x="81" y="434"/>
                    <a:pt x="83" y="433"/>
                  </a:cubicBezTo>
                  <a:cubicBezTo>
                    <a:pt x="82" y="436"/>
                    <a:pt x="84" y="439"/>
                    <a:pt x="82" y="441"/>
                  </a:cubicBezTo>
                  <a:cubicBezTo>
                    <a:pt x="81" y="442"/>
                    <a:pt x="79" y="442"/>
                    <a:pt x="78" y="441"/>
                  </a:cubicBezTo>
                  <a:cubicBezTo>
                    <a:pt x="76" y="440"/>
                    <a:pt x="75" y="433"/>
                    <a:pt x="75" y="432"/>
                  </a:cubicBezTo>
                  <a:cubicBezTo>
                    <a:pt x="75" y="433"/>
                    <a:pt x="78" y="431"/>
                    <a:pt x="77" y="429"/>
                  </a:cubicBezTo>
                  <a:close/>
                  <a:moveTo>
                    <a:pt x="76" y="420"/>
                  </a:move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lose/>
                  <a:moveTo>
                    <a:pt x="76" y="370"/>
                  </a:moveTo>
                  <a:cubicBezTo>
                    <a:pt x="78" y="371"/>
                    <a:pt x="76" y="374"/>
                    <a:pt x="76" y="370"/>
                  </a:cubicBezTo>
                  <a:close/>
                  <a:moveTo>
                    <a:pt x="75" y="384"/>
                  </a:moveTo>
                  <a:cubicBezTo>
                    <a:pt x="76" y="386"/>
                    <a:pt x="74" y="386"/>
                    <a:pt x="75" y="384"/>
                  </a:cubicBezTo>
                  <a:close/>
                  <a:moveTo>
                    <a:pt x="75" y="426"/>
                  </a:moveTo>
                  <a:cubicBezTo>
                    <a:pt x="74" y="426"/>
                    <a:pt x="75" y="424"/>
                    <a:pt x="75" y="426"/>
                  </a:cubicBezTo>
                  <a:close/>
                  <a:moveTo>
                    <a:pt x="74" y="369"/>
                  </a:moveTo>
                  <a:cubicBezTo>
                    <a:pt x="74" y="371"/>
                    <a:pt x="74" y="367"/>
                    <a:pt x="74" y="369"/>
                  </a:cubicBezTo>
                  <a:close/>
                  <a:moveTo>
                    <a:pt x="57" y="427"/>
                  </a:moveTo>
                  <a:cubicBezTo>
                    <a:pt x="55" y="426"/>
                    <a:pt x="55" y="426"/>
                    <a:pt x="56" y="423"/>
                  </a:cubicBezTo>
                  <a:cubicBezTo>
                    <a:pt x="57" y="424"/>
                    <a:pt x="60" y="430"/>
                    <a:pt x="57" y="427"/>
                  </a:cubicBezTo>
                  <a:close/>
                  <a:moveTo>
                    <a:pt x="58" y="394"/>
                  </a:moveTo>
                  <a:cubicBezTo>
                    <a:pt x="58" y="395"/>
                    <a:pt x="57" y="395"/>
                    <a:pt x="57" y="395"/>
                  </a:cubicBezTo>
                  <a:cubicBezTo>
                    <a:pt x="57" y="395"/>
                    <a:pt x="57" y="393"/>
                    <a:pt x="58" y="394"/>
                  </a:cubicBezTo>
                  <a:close/>
                  <a:moveTo>
                    <a:pt x="60" y="383"/>
                  </a:moveTo>
                  <a:cubicBezTo>
                    <a:pt x="60" y="384"/>
                    <a:pt x="59" y="382"/>
                    <a:pt x="59" y="382"/>
                  </a:cubicBezTo>
                  <a:cubicBezTo>
                    <a:pt x="60" y="381"/>
                    <a:pt x="60" y="382"/>
                    <a:pt x="60" y="383"/>
                  </a:cubicBezTo>
                  <a:close/>
                  <a:moveTo>
                    <a:pt x="62" y="438"/>
                  </a:moveTo>
                  <a:cubicBezTo>
                    <a:pt x="61" y="439"/>
                    <a:pt x="61" y="436"/>
                    <a:pt x="61" y="436"/>
                  </a:cubicBezTo>
                  <a:cubicBezTo>
                    <a:pt x="62" y="435"/>
                    <a:pt x="63" y="437"/>
                    <a:pt x="62" y="438"/>
                  </a:cubicBezTo>
                  <a:close/>
                  <a:moveTo>
                    <a:pt x="63" y="434"/>
                  </a:moveTo>
                  <a:cubicBezTo>
                    <a:pt x="64" y="434"/>
                    <a:pt x="64" y="435"/>
                    <a:pt x="64" y="435"/>
                  </a:cubicBezTo>
                  <a:cubicBezTo>
                    <a:pt x="63" y="436"/>
                    <a:pt x="62" y="433"/>
                    <a:pt x="63" y="434"/>
                  </a:cubicBezTo>
                  <a:close/>
                  <a:moveTo>
                    <a:pt x="63" y="409"/>
                  </a:moveTo>
                  <a:cubicBezTo>
                    <a:pt x="62" y="410"/>
                    <a:pt x="62" y="407"/>
                    <a:pt x="63" y="409"/>
                  </a:cubicBezTo>
                  <a:close/>
                  <a:moveTo>
                    <a:pt x="64" y="436"/>
                  </a:moveTo>
                  <a:cubicBezTo>
                    <a:pt x="65" y="437"/>
                    <a:pt x="63" y="438"/>
                    <a:pt x="64" y="436"/>
                  </a:cubicBezTo>
                  <a:close/>
                  <a:moveTo>
                    <a:pt x="66" y="438"/>
                  </a:moveTo>
                  <a:cubicBezTo>
                    <a:pt x="66" y="439"/>
                    <a:pt x="65" y="437"/>
                    <a:pt x="65" y="437"/>
                  </a:cubicBezTo>
                  <a:cubicBezTo>
                    <a:pt x="66" y="437"/>
                    <a:pt x="66" y="437"/>
                    <a:pt x="66" y="438"/>
                  </a:cubicBezTo>
                  <a:close/>
                  <a:moveTo>
                    <a:pt x="67" y="426"/>
                  </a:moveTo>
                  <a:cubicBezTo>
                    <a:pt x="68" y="426"/>
                    <a:pt x="68" y="427"/>
                    <a:pt x="68" y="428"/>
                  </a:cubicBezTo>
                  <a:cubicBezTo>
                    <a:pt x="67" y="428"/>
                    <a:pt x="67" y="426"/>
                    <a:pt x="67" y="426"/>
                  </a:cubicBezTo>
                  <a:close/>
                  <a:moveTo>
                    <a:pt x="68" y="438"/>
                  </a:moveTo>
                  <a:cubicBezTo>
                    <a:pt x="67" y="439"/>
                    <a:pt x="70" y="438"/>
                    <a:pt x="68" y="438"/>
                  </a:cubicBezTo>
                  <a:close/>
                  <a:moveTo>
                    <a:pt x="69" y="428"/>
                  </a:moveTo>
                  <a:cubicBezTo>
                    <a:pt x="70" y="428"/>
                    <a:pt x="70" y="429"/>
                    <a:pt x="70" y="430"/>
                  </a:cubicBezTo>
                  <a:cubicBezTo>
                    <a:pt x="70" y="431"/>
                    <a:pt x="69" y="429"/>
                    <a:pt x="69" y="428"/>
                  </a:cubicBezTo>
                  <a:close/>
                  <a:moveTo>
                    <a:pt x="70" y="403"/>
                  </a:moveTo>
                  <a:cubicBezTo>
                    <a:pt x="70" y="401"/>
                    <a:pt x="70" y="404"/>
                    <a:pt x="70" y="403"/>
                  </a:cubicBezTo>
                  <a:close/>
                  <a:moveTo>
                    <a:pt x="72" y="435"/>
                  </a:moveTo>
                  <a:cubicBezTo>
                    <a:pt x="70" y="436"/>
                    <a:pt x="70" y="433"/>
                    <a:pt x="71" y="433"/>
                  </a:cubicBezTo>
                  <a:cubicBezTo>
                    <a:pt x="72" y="432"/>
                    <a:pt x="73" y="434"/>
                    <a:pt x="72" y="435"/>
                  </a:cubicBezTo>
                  <a:close/>
                  <a:moveTo>
                    <a:pt x="72" y="432"/>
                  </a:moveTo>
                  <a:cubicBezTo>
                    <a:pt x="71" y="431"/>
                    <a:pt x="71" y="430"/>
                    <a:pt x="70" y="429"/>
                  </a:cubicBezTo>
                  <a:cubicBezTo>
                    <a:pt x="71" y="430"/>
                    <a:pt x="72" y="431"/>
                    <a:pt x="72" y="432"/>
                  </a:cubicBezTo>
                  <a:close/>
                  <a:moveTo>
                    <a:pt x="70" y="364"/>
                  </a:moveTo>
                  <a:cubicBezTo>
                    <a:pt x="68" y="366"/>
                    <a:pt x="67" y="361"/>
                    <a:pt x="69" y="360"/>
                  </a:cubicBezTo>
                  <a:cubicBezTo>
                    <a:pt x="70" y="360"/>
                    <a:pt x="71" y="363"/>
                    <a:pt x="70" y="364"/>
                  </a:cubicBezTo>
                  <a:close/>
                  <a:moveTo>
                    <a:pt x="68" y="340"/>
                  </a:moveTo>
                  <a:cubicBezTo>
                    <a:pt x="71" y="345"/>
                    <a:pt x="67" y="346"/>
                    <a:pt x="68" y="340"/>
                  </a:cubicBezTo>
                  <a:close/>
                  <a:moveTo>
                    <a:pt x="69" y="393"/>
                  </a:moveTo>
                  <a:cubicBezTo>
                    <a:pt x="70" y="394"/>
                    <a:pt x="70" y="395"/>
                    <a:pt x="69" y="395"/>
                  </a:cubicBezTo>
                  <a:cubicBezTo>
                    <a:pt x="67" y="397"/>
                    <a:pt x="67" y="390"/>
                    <a:pt x="69" y="393"/>
                  </a:cubicBezTo>
                  <a:close/>
                  <a:moveTo>
                    <a:pt x="66" y="377"/>
                  </a:moveTo>
                  <a:cubicBezTo>
                    <a:pt x="67" y="377"/>
                    <a:pt x="68" y="378"/>
                    <a:pt x="67" y="379"/>
                  </a:cubicBezTo>
                  <a:cubicBezTo>
                    <a:pt x="66" y="380"/>
                    <a:pt x="65" y="377"/>
                    <a:pt x="66" y="377"/>
                  </a:cubicBezTo>
                  <a:close/>
                  <a:moveTo>
                    <a:pt x="65" y="423"/>
                  </a:moveTo>
                  <a:cubicBezTo>
                    <a:pt x="65" y="424"/>
                    <a:pt x="64" y="420"/>
                    <a:pt x="65" y="420"/>
                  </a:cubicBezTo>
                  <a:cubicBezTo>
                    <a:pt x="66" y="420"/>
                    <a:pt x="66" y="422"/>
                    <a:pt x="65" y="423"/>
                  </a:cubicBezTo>
                  <a:close/>
                  <a:moveTo>
                    <a:pt x="65" y="406"/>
                  </a:moveTo>
                  <a:cubicBezTo>
                    <a:pt x="65" y="407"/>
                    <a:pt x="65" y="405"/>
                    <a:pt x="64" y="404"/>
                  </a:cubicBezTo>
                  <a:cubicBezTo>
                    <a:pt x="66" y="404"/>
                    <a:pt x="65" y="406"/>
                    <a:pt x="65" y="406"/>
                  </a:cubicBezTo>
                  <a:close/>
                  <a:moveTo>
                    <a:pt x="65" y="377"/>
                  </a:moveTo>
                  <a:cubicBezTo>
                    <a:pt x="65" y="377"/>
                    <a:pt x="65" y="378"/>
                    <a:pt x="65" y="378"/>
                  </a:cubicBezTo>
                  <a:cubicBezTo>
                    <a:pt x="64" y="380"/>
                    <a:pt x="63" y="376"/>
                    <a:pt x="65" y="377"/>
                  </a:cubicBezTo>
                  <a:close/>
                  <a:moveTo>
                    <a:pt x="62" y="377"/>
                  </a:moveTo>
                  <a:cubicBezTo>
                    <a:pt x="64" y="376"/>
                    <a:pt x="65" y="381"/>
                    <a:pt x="63" y="382"/>
                  </a:cubicBezTo>
                  <a:cubicBezTo>
                    <a:pt x="61" y="384"/>
                    <a:pt x="61" y="378"/>
                    <a:pt x="62" y="377"/>
                  </a:cubicBezTo>
                  <a:close/>
                  <a:moveTo>
                    <a:pt x="61" y="384"/>
                  </a:moveTo>
                  <a:cubicBezTo>
                    <a:pt x="61" y="384"/>
                    <a:pt x="62" y="386"/>
                    <a:pt x="62" y="387"/>
                  </a:cubicBezTo>
                  <a:cubicBezTo>
                    <a:pt x="61" y="388"/>
                    <a:pt x="60" y="384"/>
                    <a:pt x="61" y="384"/>
                  </a:cubicBezTo>
                  <a:close/>
                  <a:moveTo>
                    <a:pt x="59" y="359"/>
                  </a:moveTo>
                  <a:cubicBezTo>
                    <a:pt x="60" y="358"/>
                    <a:pt x="61" y="362"/>
                    <a:pt x="60" y="362"/>
                  </a:cubicBezTo>
                  <a:cubicBezTo>
                    <a:pt x="58" y="363"/>
                    <a:pt x="58" y="359"/>
                    <a:pt x="59" y="359"/>
                  </a:cubicBezTo>
                  <a:close/>
                  <a:moveTo>
                    <a:pt x="57" y="368"/>
                  </a:moveTo>
                  <a:cubicBezTo>
                    <a:pt x="58" y="368"/>
                    <a:pt x="58" y="370"/>
                    <a:pt x="57" y="370"/>
                  </a:cubicBezTo>
                  <a:cubicBezTo>
                    <a:pt x="56" y="371"/>
                    <a:pt x="56" y="367"/>
                    <a:pt x="57" y="368"/>
                  </a:cubicBezTo>
                  <a:close/>
                  <a:moveTo>
                    <a:pt x="57" y="352"/>
                  </a:moveTo>
                  <a:cubicBezTo>
                    <a:pt x="57" y="354"/>
                    <a:pt x="56" y="354"/>
                    <a:pt x="56" y="352"/>
                  </a:cubicBezTo>
                  <a:cubicBezTo>
                    <a:pt x="56" y="352"/>
                    <a:pt x="56" y="352"/>
                    <a:pt x="57" y="352"/>
                  </a:cubicBezTo>
                  <a:close/>
                  <a:moveTo>
                    <a:pt x="57" y="422"/>
                  </a:moveTo>
                  <a:cubicBezTo>
                    <a:pt x="56" y="423"/>
                    <a:pt x="55" y="421"/>
                    <a:pt x="56" y="421"/>
                  </a:cubicBezTo>
                  <a:cubicBezTo>
                    <a:pt x="56" y="420"/>
                    <a:pt x="57" y="421"/>
                    <a:pt x="57" y="422"/>
                  </a:cubicBezTo>
                  <a:close/>
                  <a:moveTo>
                    <a:pt x="55" y="396"/>
                  </a:moveTo>
                  <a:cubicBezTo>
                    <a:pt x="55" y="396"/>
                    <a:pt x="56" y="397"/>
                    <a:pt x="56" y="398"/>
                  </a:cubicBezTo>
                  <a:cubicBezTo>
                    <a:pt x="55" y="399"/>
                    <a:pt x="54" y="397"/>
                    <a:pt x="55" y="396"/>
                  </a:cubicBezTo>
                  <a:close/>
                  <a:moveTo>
                    <a:pt x="53" y="387"/>
                  </a:moveTo>
                  <a:cubicBezTo>
                    <a:pt x="53" y="387"/>
                    <a:pt x="54" y="388"/>
                    <a:pt x="53" y="389"/>
                  </a:cubicBezTo>
                  <a:cubicBezTo>
                    <a:pt x="52" y="390"/>
                    <a:pt x="51" y="387"/>
                    <a:pt x="53" y="387"/>
                  </a:cubicBezTo>
                  <a:close/>
                  <a:moveTo>
                    <a:pt x="13" y="370"/>
                  </a:moveTo>
                  <a:cubicBezTo>
                    <a:pt x="14" y="371"/>
                    <a:pt x="12" y="371"/>
                    <a:pt x="13" y="370"/>
                  </a:cubicBezTo>
                  <a:close/>
                  <a:moveTo>
                    <a:pt x="49" y="418"/>
                  </a:moveTo>
                  <a:cubicBezTo>
                    <a:pt x="51" y="418"/>
                    <a:pt x="49" y="420"/>
                    <a:pt x="49" y="418"/>
                  </a:cubicBezTo>
                  <a:close/>
                  <a:moveTo>
                    <a:pt x="51" y="423"/>
                  </a:moveTo>
                  <a:cubicBezTo>
                    <a:pt x="50" y="424"/>
                    <a:pt x="51" y="419"/>
                    <a:pt x="51" y="423"/>
                  </a:cubicBezTo>
                  <a:cubicBezTo>
                    <a:pt x="51" y="423"/>
                    <a:pt x="51" y="423"/>
                    <a:pt x="51" y="423"/>
                  </a:cubicBezTo>
                  <a:close/>
                  <a:moveTo>
                    <a:pt x="51" y="402"/>
                  </a:moveTo>
                  <a:cubicBezTo>
                    <a:pt x="50" y="402"/>
                    <a:pt x="50" y="401"/>
                    <a:pt x="50" y="401"/>
                  </a:cubicBezTo>
                  <a:cubicBezTo>
                    <a:pt x="51" y="401"/>
                    <a:pt x="51" y="401"/>
                    <a:pt x="51" y="402"/>
                  </a:cubicBezTo>
                  <a:close/>
                  <a:moveTo>
                    <a:pt x="50" y="364"/>
                  </a:moveTo>
                  <a:cubicBezTo>
                    <a:pt x="49" y="365"/>
                    <a:pt x="49" y="361"/>
                    <a:pt x="50" y="361"/>
                  </a:cubicBezTo>
                  <a:cubicBezTo>
                    <a:pt x="50" y="360"/>
                    <a:pt x="51" y="363"/>
                    <a:pt x="50" y="364"/>
                  </a:cubicBezTo>
                  <a:close/>
                  <a:moveTo>
                    <a:pt x="50" y="340"/>
                  </a:moveTo>
                  <a:cubicBezTo>
                    <a:pt x="50" y="340"/>
                    <a:pt x="51" y="341"/>
                    <a:pt x="50" y="342"/>
                  </a:cubicBezTo>
                  <a:cubicBezTo>
                    <a:pt x="50" y="343"/>
                    <a:pt x="50" y="341"/>
                    <a:pt x="50" y="340"/>
                  </a:cubicBezTo>
                  <a:close/>
                  <a:moveTo>
                    <a:pt x="45" y="343"/>
                  </a:moveTo>
                  <a:cubicBezTo>
                    <a:pt x="43" y="342"/>
                    <a:pt x="45" y="340"/>
                    <a:pt x="45" y="343"/>
                  </a:cubicBezTo>
                  <a:close/>
                  <a:moveTo>
                    <a:pt x="33" y="345"/>
                  </a:moveTo>
                  <a:cubicBezTo>
                    <a:pt x="33" y="345"/>
                    <a:pt x="33" y="346"/>
                    <a:pt x="33" y="346"/>
                  </a:cubicBezTo>
                  <a:cubicBezTo>
                    <a:pt x="31" y="346"/>
                    <a:pt x="35" y="343"/>
                    <a:pt x="33" y="345"/>
                  </a:cubicBezTo>
                  <a:close/>
                  <a:moveTo>
                    <a:pt x="32" y="346"/>
                  </a:moveTo>
                  <a:cubicBezTo>
                    <a:pt x="31" y="347"/>
                    <a:pt x="35" y="345"/>
                    <a:pt x="34" y="345"/>
                  </a:cubicBezTo>
                  <a:cubicBezTo>
                    <a:pt x="35" y="345"/>
                    <a:pt x="38" y="351"/>
                    <a:pt x="37" y="355"/>
                  </a:cubicBezTo>
                  <a:cubicBezTo>
                    <a:pt x="37" y="354"/>
                    <a:pt x="34" y="356"/>
                    <a:pt x="34" y="357"/>
                  </a:cubicBezTo>
                  <a:cubicBezTo>
                    <a:pt x="33" y="356"/>
                    <a:pt x="30" y="349"/>
                    <a:pt x="32" y="346"/>
                  </a:cubicBezTo>
                  <a:close/>
                  <a:moveTo>
                    <a:pt x="31" y="370"/>
                  </a:moveTo>
                  <a:cubicBezTo>
                    <a:pt x="32" y="370"/>
                    <a:pt x="32" y="371"/>
                    <a:pt x="32" y="372"/>
                  </a:cubicBezTo>
                  <a:cubicBezTo>
                    <a:pt x="32" y="373"/>
                    <a:pt x="30" y="370"/>
                    <a:pt x="31" y="370"/>
                  </a:cubicBezTo>
                  <a:close/>
                  <a:moveTo>
                    <a:pt x="16" y="392"/>
                  </a:moveTo>
                  <a:cubicBezTo>
                    <a:pt x="15" y="391"/>
                    <a:pt x="14" y="386"/>
                    <a:pt x="14" y="383"/>
                  </a:cubicBezTo>
                  <a:cubicBezTo>
                    <a:pt x="14" y="383"/>
                    <a:pt x="14" y="384"/>
                    <a:pt x="14" y="384"/>
                  </a:cubicBezTo>
                  <a:cubicBezTo>
                    <a:pt x="15" y="387"/>
                    <a:pt x="17" y="389"/>
                    <a:pt x="16" y="392"/>
                  </a:cubicBezTo>
                  <a:close/>
                  <a:moveTo>
                    <a:pt x="20" y="381"/>
                  </a:moveTo>
                  <a:cubicBezTo>
                    <a:pt x="15" y="383"/>
                    <a:pt x="12" y="373"/>
                    <a:pt x="15" y="371"/>
                  </a:cubicBezTo>
                  <a:cubicBezTo>
                    <a:pt x="18" y="370"/>
                    <a:pt x="25" y="379"/>
                    <a:pt x="20" y="381"/>
                  </a:cubicBezTo>
                  <a:close/>
                  <a:moveTo>
                    <a:pt x="21" y="396"/>
                  </a:moveTo>
                  <a:cubicBezTo>
                    <a:pt x="23" y="396"/>
                    <a:pt x="21" y="398"/>
                    <a:pt x="21" y="396"/>
                  </a:cubicBezTo>
                  <a:close/>
                  <a:moveTo>
                    <a:pt x="22" y="368"/>
                  </a:moveTo>
                  <a:cubicBezTo>
                    <a:pt x="20" y="369"/>
                    <a:pt x="17" y="364"/>
                    <a:pt x="19" y="363"/>
                  </a:cubicBezTo>
                  <a:cubicBezTo>
                    <a:pt x="19" y="363"/>
                    <a:pt x="20" y="362"/>
                    <a:pt x="20" y="362"/>
                  </a:cubicBezTo>
                  <a:cubicBezTo>
                    <a:pt x="23" y="361"/>
                    <a:pt x="24" y="367"/>
                    <a:pt x="22" y="368"/>
                  </a:cubicBezTo>
                  <a:close/>
                  <a:moveTo>
                    <a:pt x="23" y="397"/>
                  </a:moveTo>
                  <a:cubicBezTo>
                    <a:pt x="24" y="398"/>
                    <a:pt x="23" y="401"/>
                    <a:pt x="23" y="397"/>
                  </a:cubicBezTo>
                  <a:close/>
                  <a:moveTo>
                    <a:pt x="27" y="376"/>
                  </a:moveTo>
                  <a:cubicBezTo>
                    <a:pt x="28" y="375"/>
                    <a:pt x="31" y="380"/>
                    <a:pt x="29" y="381"/>
                  </a:cubicBezTo>
                  <a:cubicBezTo>
                    <a:pt x="27" y="382"/>
                    <a:pt x="26" y="377"/>
                    <a:pt x="27" y="376"/>
                  </a:cubicBezTo>
                  <a:close/>
                  <a:moveTo>
                    <a:pt x="26" y="382"/>
                  </a:moveTo>
                  <a:cubicBezTo>
                    <a:pt x="26" y="382"/>
                    <a:pt x="27" y="382"/>
                    <a:pt x="27" y="383"/>
                  </a:cubicBezTo>
                  <a:cubicBezTo>
                    <a:pt x="27" y="383"/>
                    <a:pt x="26" y="383"/>
                    <a:pt x="26" y="382"/>
                  </a:cubicBezTo>
                  <a:close/>
                  <a:moveTo>
                    <a:pt x="33" y="400"/>
                  </a:moveTo>
                  <a:cubicBezTo>
                    <a:pt x="34" y="403"/>
                    <a:pt x="32" y="404"/>
                    <a:pt x="33" y="400"/>
                  </a:cubicBezTo>
                  <a:close/>
                  <a:moveTo>
                    <a:pt x="34" y="395"/>
                  </a:moveTo>
                  <a:cubicBezTo>
                    <a:pt x="32" y="396"/>
                    <a:pt x="29" y="395"/>
                    <a:pt x="28" y="393"/>
                  </a:cubicBezTo>
                  <a:cubicBezTo>
                    <a:pt x="28" y="393"/>
                    <a:pt x="29" y="392"/>
                    <a:pt x="29" y="391"/>
                  </a:cubicBezTo>
                  <a:cubicBezTo>
                    <a:pt x="28" y="389"/>
                    <a:pt x="26" y="390"/>
                    <a:pt x="28" y="388"/>
                  </a:cubicBezTo>
                  <a:cubicBezTo>
                    <a:pt x="30" y="387"/>
                    <a:pt x="27" y="387"/>
                    <a:pt x="29" y="386"/>
                  </a:cubicBezTo>
                  <a:cubicBezTo>
                    <a:pt x="30" y="386"/>
                    <a:pt x="31" y="382"/>
                    <a:pt x="33" y="382"/>
                  </a:cubicBezTo>
                  <a:cubicBezTo>
                    <a:pt x="34" y="382"/>
                    <a:pt x="34" y="385"/>
                    <a:pt x="35" y="385"/>
                  </a:cubicBezTo>
                  <a:cubicBezTo>
                    <a:pt x="38" y="386"/>
                    <a:pt x="35" y="385"/>
                    <a:pt x="36" y="387"/>
                  </a:cubicBezTo>
                  <a:cubicBezTo>
                    <a:pt x="36" y="387"/>
                    <a:pt x="38" y="388"/>
                    <a:pt x="38" y="388"/>
                  </a:cubicBezTo>
                  <a:cubicBezTo>
                    <a:pt x="38" y="390"/>
                    <a:pt x="36" y="395"/>
                    <a:pt x="34" y="395"/>
                  </a:cubicBezTo>
                  <a:close/>
                  <a:moveTo>
                    <a:pt x="39" y="373"/>
                  </a:moveTo>
                  <a:cubicBezTo>
                    <a:pt x="40" y="374"/>
                    <a:pt x="40" y="375"/>
                    <a:pt x="40" y="376"/>
                  </a:cubicBezTo>
                  <a:cubicBezTo>
                    <a:pt x="38" y="377"/>
                    <a:pt x="37" y="373"/>
                    <a:pt x="39" y="373"/>
                  </a:cubicBezTo>
                  <a:close/>
                  <a:moveTo>
                    <a:pt x="39" y="406"/>
                  </a:moveTo>
                  <a:cubicBezTo>
                    <a:pt x="40" y="406"/>
                    <a:pt x="38" y="408"/>
                    <a:pt x="39" y="406"/>
                  </a:cubicBezTo>
                  <a:close/>
                  <a:moveTo>
                    <a:pt x="40" y="384"/>
                  </a:moveTo>
                  <a:cubicBezTo>
                    <a:pt x="40" y="384"/>
                    <a:pt x="41" y="385"/>
                    <a:pt x="40" y="386"/>
                  </a:cubicBezTo>
                  <a:cubicBezTo>
                    <a:pt x="40" y="386"/>
                    <a:pt x="39" y="385"/>
                    <a:pt x="40" y="384"/>
                  </a:cubicBezTo>
                  <a:close/>
                  <a:moveTo>
                    <a:pt x="42" y="412"/>
                  </a:moveTo>
                  <a:cubicBezTo>
                    <a:pt x="41" y="414"/>
                    <a:pt x="40" y="411"/>
                    <a:pt x="41" y="411"/>
                  </a:cubicBezTo>
                  <a:cubicBezTo>
                    <a:pt x="41" y="411"/>
                    <a:pt x="42" y="411"/>
                    <a:pt x="42" y="412"/>
                  </a:cubicBezTo>
                  <a:close/>
                  <a:moveTo>
                    <a:pt x="43" y="354"/>
                  </a:moveTo>
                  <a:cubicBezTo>
                    <a:pt x="43" y="355"/>
                    <a:pt x="42" y="353"/>
                    <a:pt x="43" y="353"/>
                  </a:cubicBezTo>
                  <a:cubicBezTo>
                    <a:pt x="43" y="353"/>
                    <a:pt x="44" y="354"/>
                    <a:pt x="43" y="354"/>
                  </a:cubicBezTo>
                  <a:close/>
                  <a:moveTo>
                    <a:pt x="45" y="344"/>
                  </a:moveTo>
                  <a:cubicBezTo>
                    <a:pt x="45" y="344"/>
                    <a:pt x="47" y="345"/>
                    <a:pt x="48" y="344"/>
                  </a:cubicBezTo>
                  <a:cubicBezTo>
                    <a:pt x="46" y="345"/>
                    <a:pt x="50" y="347"/>
                    <a:pt x="50" y="348"/>
                  </a:cubicBezTo>
                  <a:cubicBezTo>
                    <a:pt x="50" y="349"/>
                    <a:pt x="50" y="355"/>
                    <a:pt x="46" y="354"/>
                  </a:cubicBezTo>
                  <a:cubicBezTo>
                    <a:pt x="43" y="353"/>
                    <a:pt x="43" y="346"/>
                    <a:pt x="45" y="344"/>
                  </a:cubicBezTo>
                  <a:close/>
                  <a:moveTo>
                    <a:pt x="48" y="390"/>
                  </a:moveTo>
                  <a:cubicBezTo>
                    <a:pt x="49" y="390"/>
                    <a:pt x="47" y="392"/>
                    <a:pt x="48" y="390"/>
                  </a:cubicBezTo>
                  <a:close/>
                  <a:moveTo>
                    <a:pt x="48" y="406"/>
                  </a:moveTo>
                  <a:cubicBezTo>
                    <a:pt x="47" y="407"/>
                    <a:pt x="47" y="405"/>
                    <a:pt x="48" y="404"/>
                  </a:cubicBezTo>
                  <a:cubicBezTo>
                    <a:pt x="48" y="404"/>
                    <a:pt x="48" y="405"/>
                    <a:pt x="48" y="406"/>
                  </a:cubicBezTo>
                  <a:close/>
                  <a:moveTo>
                    <a:pt x="46" y="416"/>
                  </a:moveTo>
                  <a:cubicBezTo>
                    <a:pt x="47" y="417"/>
                    <a:pt x="47" y="418"/>
                    <a:pt x="48" y="419"/>
                  </a:cubicBezTo>
                  <a:cubicBezTo>
                    <a:pt x="46" y="419"/>
                    <a:pt x="47" y="417"/>
                    <a:pt x="46" y="416"/>
                  </a:cubicBezTo>
                  <a:close/>
                  <a:moveTo>
                    <a:pt x="45" y="412"/>
                  </a:moveTo>
                  <a:cubicBezTo>
                    <a:pt x="46" y="411"/>
                    <a:pt x="45" y="410"/>
                    <a:pt x="45" y="410"/>
                  </a:cubicBezTo>
                  <a:cubicBezTo>
                    <a:pt x="47" y="409"/>
                    <a:pt x="46" y="411"/>
                    <a:pt x="48" y="412"/>
                  </a:cubicBezTo>
                  <a:cubicBezTo>
                    <a:pt x="48" y="412"/>
                    <a:pt x="49" y="412"/>
                    <a:pt x="49" y="412"/>
                  </a:cubicBezTo>
                  <a:cubicBezTo>
                    <a:pt x="50" y="414"/>
                    <a:pt x="49" y="416"/>
                    <a:pt x="48" y="416"/>
                  </a:cubicBezTo>
                  <a:cubicBezTo>
                    <a:pt x="45" y="417"/>
                    <a:pt x="44" y="414"/>
                    <a:pt x="45" y="4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59BE4E-EBFB-C1E5-7F6B-BE2F968B72AA}"/>
                </a:ext>
              </a:extLst>
            </p:cNvPr>
            <p:cNvSpPr/>
            <p:nvPr/>
          </p:nvSpPr>
          <p:spPr>
            <a:xfrm>
              <a:off x="3596156" y="3812875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10" name="Freeform 140">
              <a:extLst>
                <a:ext uri="{FF2B5EF4-FFF2-40B4-BE49-F238E27FC236}">
                  <a16:creationId xmlns:a16="http://schemas.microsoft.com/office/drawing/2014/main" id="{71894FD9-A961-53BC-62B7-688D952BEB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6718" y="1707772"/>
              <a:ext cx="2029127" cy="1930777"/>
            </a:xfrm>
            <a:custGeom>
              <a:avLst/>
              <a:gdLst>
                <a:gd name="T0" fmla="*/ 138 w 832"/>
                <a:gd name="T1" fmla="*/ 476 h 793"/>
                <a:gd name="T2" fmla="*/ 201 w 832"/>
                <a:gd name="T3" fmla="*/ 469 h 793"/>
                <a:gd name="T4" fmla="*/ 181 w 832"/>
                <a:gd name="T5" fmla="*/ 508 h 793"/>
                <a:gd name="T6" fmla="*/ 228 w 832"/>
                <a:gd name="T7" fmla="*/ 531 h 793"/>
                <a:gd name="T8" fmla="*/ 299 w 832"/>
                <a:gd name="T9" fmla="*/ 524 h 793"/>
                <a:gd name="T10" fmla="*/ 313 w 832"/>
                <a:gd name="T11" fmla="*/ 582 h 793"/>
                <a:gd name="T12" fmla="*/ 386 w 832"/>
                <a:gd name="T13" fmla="*/ 657 h 793"/>
                <a:gd name="T14" fmla="*/ 377 w 832"/>
                <a:gd name="T15" fmla="*/ 733 h 793"/>
                <a:gd name="T16" fmla="*/ 730 w 832"/>
                <a:gd name="T17" fmla="*/ 282 h 793"/>
                <a:gd name="T18" fmla="*/ 710 w 832"/>
                <a:gd name="T19" fmla="*/ 255 h 793"/>
                <a:gd name="T20" fmla="*/ 636 w 832"/>
                <a:gd name="T21" fmla="*/ 285 h 793"/>
                <a:gd name="T22" fmla="*/ 609 w 832"/>
                <a:gd name="T23" fmla="*/ 220 h 793"/>
                <a:gd name="T24" fmla="*/ 513 w 832"/>
                <a:gd name="T25" fmla="*/ 163 h 793"/>
                <a:gd name="T26" fmla="*/ 489 w 832"/>
                <a:gd name="T27" fmla="*/ 92 h 793"/>
                <a:gd name="T28" fmla="*/ 475 w 832"/>
                <a:gd name="T29" fmla="*/ 43 h 793"/>
                <a:gd name="T30" fmla="*/ 354 w 832"/>
                <a:gd name="T31" fmla="*/ 39 h 793"/>
                <a:gd name="T32" fmla="*/ 277 w 832"/>
                <a:gd name="T33" fmla="*/ 496 h 793"/>
                <a:gd name="T34" fmla="*/ 815 w 832"/>
                <a:gd name="T35" fmla="*/ 374 h 793"/>
                <a:gd name="T36" fmla="*/ 776 w 832"/>
                <a:gd name="T37" fmla="*/ 327 h 793"/>
                <a:gd name="T38" fmla="*/ 741 w 832"/>
                <a:gd name="T39" fmla="*/ 324 h 793"/>
                <a:gd name="T40" fmla="*/ 695 w 832"/>
                <a:gd name="T41" fmla="*/ 438 h 793"/>
                <a:gd name="T42" fmla="*/ 691 w 832"/>
                <a:gd name="T43" fmla="*/ 299 h 793"/>
                <a:gd name="T44" fmla="*/ 644 w 832"/>
                <a:gd name="T45" fmla="*/ 398 h 793"/>
                <a:gd name="T46" fmla="*/ 484 w 832"/>
                <a:gd name="T47" fmla="*/ 157 h 793"/>
                <a:gd name="T48" fmla="*/ 527 w 832"/>
                <a:gd name="T49" fmla="*/ 671 h 793"/>
                <a:gd name="T50" fmla="*/ 570 w 832"/>
                <a:gd name="T51" fmla="*/ 335 h 793"/>
                <a:gd name="T52" fmla="*/ 591 w 832"/>
                <a:gd name="T53" fmla="*/ 396 h 793"/>
                <a:gd name="T54" fmla="*/ 613 w 832"/>
                <a:gd name="T55" fmla="*/ 276 h 793"/>
                <a:gd name="T56" fmla="*/ 607 w 832"/>
                <a:gd name="T57" fmla="*/ 228 h 793"/>
                <a:gd name="T58" fmla="*/ 549 w 832"/>
                <a:gd name="T59" fmla="*/ 270 h 793"/>
                <a:gd name="T60" fmla="*/ 506 w 832"/>
                <a:gd name="T61" fmla="*/ 202 h 793"/>
                <a:gd name="T62" fmla="*/ 481 w 832"/>
                <a:gd name="T63" fmla="*/ 85 h 793"/>
                <a:gd name="T64" fmla="*/ 300 w 832"/>
                <a:gd name="T65" fmla="*/ 462 h 793"/>
                <a:gd name="T66" fmla="*/ 312 w 832"/>
                <a:gd name="T67" fmla="*/ 574 h 793"/>
                <a:gd name="T68" fmla="*/ 341 w 832"/>
                <a:gd name="T69" fmla="*/ 515 h 793"/>
                <a:gd name="T70" fmla="*/ 319 w 832"/>
                <a:gd name="T71" fmla="*/ 563 h 793"/>
                <a:gd name="T72" fmla="*/ 367 w 832"/>
                <a:gd name="T73" fmla="*/ 558 h 793"/>
                <a:gd name="T74" fmla="*/ 445 w 832"/>
                <a:gd name="T75" fmla="*/ 112 h 793"/>
                <a:gd name="T76" fmla="*/ 469 w 832"/>
                <a:gd name="T77" fmla="*/ 613 h 793"/>
                <a:gd name="T78" fmla="*/ 416 w 832"/>
                <a:gd name="T79" fmla="*/ 113 h 793"/>
                <a:gd name="T80" fmla="*/ 432 w 832"/>
                <a:gd name="T81" fmla="*/ 246 h 793"/>
                <a:gd name="T82" fmla="*/ 442 w 832"/>
                <a:gd name="T83" fmla="*/ 577 h 793"/>
                <a:gd name="T84" fmla="*/ 427 w 832"/>
                <a:gd name="T85" fmla="*/ 695 h 793"/>
                <a:gd name="T86" fmla="*/ 469 w 832"/>
                <a:gd name="T87" fmla="*/ 188 h 793"/>
                <a:gd name="T88" fmla="*/ 410 w 832"/>
                <a:gd name="T89" fmla="*/ 668 h 793"/>
                <a:gd name="T90" fmla="*/ 409 w 832"/>
                <a:gd name="T91" fmla="*/ 52 h 793"/>
                <a:gd name="T92" fmla="*/ 411 w 832"/>
                <a:gd name="T93" fmla="*/ 701 h 793"/>
                <a:gd name="T94" fmla="*/ 472 w 832"/>
                <a:gd name="T95" fmla="*/ 674 h 793"/>
                <a:gd name="T96" fmla="*/ 442 w 832"/>
                <a:gd name="T97" fmla="*/ 6 h 793"/>
                <a:gd name="T98" fmla="*/ 387 w 832"/>
                <a:gd name="T99" fmla="*/ 67 h 793"/>
                <a:gd name="T100" fmla="*/ 360 w 832"/>
                <a:gd name="T101" fmla="*/ 68 h 793"/>
                <a:gd name="T102" fmla="*/ 290 w 832"/>
                <a:gd name="T103" fmla="*/ 379 h 793"/>
                <a:gd name="T104" fmla="*/ 238 w 832"/>
                <a:gd name="T105" fmla="*/ 443 h 793"/>
                <a:gd name="T106" fmla="*/ 231 w 832"/>
                <a:gd name="T107" fmla="*/ 395 h 793"/>
                <a:gd name="T108" fmla="*/ 75 w 832"/>
                <a:gd name="T109" fmla="*/ 451 h 793"/>
                <a:gd name="T110" fmla="*/ 124 w 832"/>
                <a:gd name="T111" fmla="*/ 420 h 793"/>
                <a:gd name="T112" fmla="*/ 149 w 832"/>
                <a:gd name="T113" fmla="*/ 411 h 793"/>
                <a:gd name="T114" fmla="*/ 173 w 832"/>
                <a:gd name="T115" fmla="*/ 418 h 793"/>
                <a:gd name="T116" fmla="*/ 187 w 832"/>
                <a:gd name="T117" fmla="*/ 433 h 793"/>
                <a:gd name="T118" fmla="*/ 147 w 832"/>
                <a:gd name="T119" fmla="*/ 373 h 793"/>
                <a:gd name="T120" fmla="*/ 108 w 832"/>
                <a:gd name="T121" fmla="*/ 299 h 793"/>
                <a:gd name="T122" fmla="*/ 78 w 832"/>
                <a:gd name="T123" fmla="*/ 441 h 793"/>
                <a:gd name="T124" fmla="*/ 49 w 832"/>
                <a:gd name="T125" fmla="*/ 418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32" h="793">
                  <a:moveTo>
                    <a:pt x="49" y="426"/>
                  </a:moveTo>
                  <a:cubicBezTo>
                    <a:pt x="70" y="447"/>
                    <a:pt x="70" y="447"/>
                    <a:pt x="70" y="447"/>
                  </a:cubicBezTo>
                  <a:cubicBezTo>
                    <a:pt x="71" y="445"/>
                    <a:pt x="72" y="443"/>
                    <a:pt x="73" y="446"/>
                  </a:cubicBezTo>
                  <a:cubicBezTo>
                    <a:pt x="73" y="446"/>
                    <a:pt x="74" y="448"/>
                    <a:pt x="72" y="449"/>
                  </a:cubicBezTo>
                  <a:cubicBezTo>
                    <a:pt x="72" y="449"/>
                    <a:pt x="72" y="449"/>
                    <a:pt x="72" y="449"/>
                  </a:cubicBezTo>
                  <a:cubicBezTo>
                    <a:pt x="76" y="453"/>
                    <a:pt x="76" y="453"/>
                    <a:pt x="76" y="453"/>
                  </a:cubicBezTo>
                  <a:cubicBezTo>
                    <a:pt x="76" y="451"/>
                    <a:pt x="76" y="449"/>
                    <a:pt x="76" y="449"/>
                  </a:cubicBezTo>
                  <a:cubicBezTo>
                    <a:pt x="77" y="449"/>
                    <a:pt x="78" y="450"/>
                    <a:pt x="78" y="451"/>
                  </a:cubicBezTo>
                  <a:cubicBezTo>
                    <a:pt x="78" y="451"/>
                    <a:pt x="78" y="451"/>
                    <a:pt x="78" y="451"/>
                  </a:cubicBezTo>
                  <a:cubicBezTo>
                    <a:pt x="79" y="452"/>
                    <a:pt x="78" y="454"/>
                    <a:pt x="78" y="455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1" y="458"/>
                    <a:pt x="83" y="459"/>
                    <a:pt x="83" y="460"/>
                  </a:cubicBezTo>
                  <a:cubicBezTo>
                    <a:pt x="83" y="460"/>
                    <a:pt x="84" y="460"/>
                    <a:pt x="84" y="460"/>
                  </a:cubicBezTo>
                  <a:cubicBezTo>
                    <a:pt x="88" y="465"/>
                    <a:pt x="88" y="465"/>
                    <a:pt x="88" y="465"/>
                  </a:cubicBezTo>
                  <a:cubicBezTo>
                    <a:pt x="88" y="464"/>
                    <a:pt x="88" y="463"/>
                    <a:pt x="88" y="463"/>
                  </a:cubicBezTo>
                  <a:cubicBezTo>
                    <a:pt x="88" y="464"/>
                    <a:pt x="88" y="464"/>
                    <a:pt x="88" y="465"/>
                  </a:cubicBezTo>
                  <a:cubicBezTo>
                    <a:pt x="90" y="467"/>
                    <a:pt x="90" y="467"/>
                    <a:pt x="90" y="467"/>
                  </a:cubicBezTo>
                  <a:cubicBezTo>
                    <a:pt x="90" y="463"/>
                    <a:pt x="97" y="464"/>
                    <a:pt x="96" y="468"/>
                  </a:cubicBezTo>
                  <a:cubicBezTo>
                    <a:pt x="96" y="468"/>
                    <a:pt x="95" y="469"/>
                    <a:pt x="95" y="469"/>
                  </a:cubicBezTo>
                  <a:cubicBezTo>
                    <a:pt x="95" y="470"/>
                    <a:pt x="96" y="472"/>
                    <a:pt x="96" y="473"/>
                  </a:cubicBezTo>
                  <a:cubicBezTo>
                    <a:pt x="98" y="475"/>
                    <a:pt x="98" y="475"/>
                    <a:pt x="98" y="475"/>
                  </a:cubicBezTo>
                  <a:cubicBezTo>
                    <a:pt x="98" y="473"/>
                    <a:pt x="98" y="471"/>
                    <a:pt x="99" y="471"/>
                  </a:cubicBezTo>
                  <a:cubicBezTo>
                    <a:pt x="99" y="471"/>
                    <a:pt x="100" y="472"/>
                    <a:pt x="101" y="471"/>
                  </a:cubicBezTo>
                  <a:cubicBezTo>
                    <a:pt x="102" y="471"/>
                    <a:pt x="101" y="469"/>
                    <a:pt x="102" y="466"/>
                  </a:cubicBezTo>
                  <a:cubicBezTo>
                    <a:pt x="102" y="465"/>
                    <a:pt x="104" y="464"/>
                    <a:pt x="103" y="463"/>
                  </a:cubicBezTo>
                  <a:cubicBezTo>
                    <a:pt x="104" y="462"/>
                    <a:pt x="104" y="463"/>
                    <a:pt x="105" y="463"/>
                  </a:cubicBezTo>
                  <a:cubicBezTo>
                    <a:pt x="104" y="462"/>
                    <a:pt x="104" y="462"/>
                    <a:pt x="104" y="461"/>
                  </a:cubicBezTo>
                  <a:cubicBezTo>
                    <a:pt x="104" y="461"/>
                    <a:pt x="104" y="461"/>
                    <a:pt x="103" y="461"/>
                  </a:cubicBezTo>
                  <a:cubicBezTo>
                    <a:pt x="101" y="464"/>
                    <a:pt x="99" y="462"/>
                    <a:pt x="97" y="459"/>
                  </a:cubicBezTo>
                  <a:cubicBezTo>
                    <a:pt x="96" y="459"/>
                    <a:pt x="96" y="458"/>
                    <a:pt x="96" y="458"/>
                  </a:cubicBezTo>
                  <a:cubicBezTo>
                    <a:pt x="96" y="457"/>
                    <a:pt x="96" y="456"/>
                    <a:pt x="96" y="455"/>
                  </a:cubicBezTo>
                  <a:cubicBezTo>
                    <a:pt x="97" y="457"/>
                    <a:pt x="97" y="456"/>
                    <a:pt x="97" y="456"/>
                  </a:cubicBezTo>
                  <a:cubicBezTo>
                    <a:pt x="95" y="457"/>
                    <a:pt x="98" y="448"/>
                    <a:pt x="97" y="446"/>
                  </a:cubicBezTo>
                  <a:cubicBezTo>
                    <a:pt x="96" y="445"/>
                    <a:pt x="95" y="445"/>
                    <a:pt x="95" y="445"/>
                  </a:cubicBezTo>
                  <a:cubicBezTo>
                    <a:pt x="95" y="444"/>
                    <a:pt x="95" y="437"/>
                    <a:pt x="96" y="436"/>
                  </a:cubicBezTo>
                  <a:cubicBezTo>
                    <a:pt x="96" y="436"/>
                    <a:pt x="98" y="434"/>
                    <a:pt x="98" y="434"/>
                  </a:cubicBezTo>
                  <a:cubicBezTo>
                    <a:pt x="98" y="434"/>
                    <a:pt x="98" y="433"/>
                    <a:pt x="99" y="433"/>
                  </a:cubicBezTo>
                  <a:cubicBezTo>
                    <a:pt x="100" y="432"/>
                    <a:pt x="102" y="436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4" y="440"/>
                    <a:pt x="104" y="441"/>
                    <a:pt x="104" y="442"/>
                  </a:cubicBezTo>
                  <a:cubicBezTo>
                    <a:pt x="105" y="444"/>
                    <a:pt x="107" y="445"/>
                    <a:pt x="108" y="443"/>
                  </a:cubicBezTo>
                  <a:cubicBezTo>
                    <a:pt x="107" y="444"/>
                    <a:pt x="106" y="440"/>
                    <a:pt x="107" y="440"/>
                  </a:cubicBezTo>
                  <a:cubicBezTo>
                    <a:pt x="108" y="440"/>
                    <a:pt x="110" y="446"/>
                    <a:pt x="112" y="445"/>
                  </a:cubicBezTo>
                  <a:cubicBezTo>
                    <a:pt x="111" y="445"/>
                    <a:pt x="113" y="442"/>
                    <a:pt x="113" y="442"/>
                  </a:cubicBezTo>
                  <a:cubicBezTo>
                    <a:pt x="114" y="442"/>
                    <a:pt x="114" y="445"/>
                    <a:pt x="115" y="446"/>
                  </a:cubicBezTo>
                  <a:cubicBezTo>
                    <a:pt x="116" y="446"/>
                    <a:pt x="116" y="446"/>
                    <a:pt x="116" y="446"/>
                  </a:cubicBezTo>
                  <a:cubicBezTo>
                    <a:pt x="117" y="446"/>
                    <a:pt x="117" y="446"/>
                    <a:pt x="118" y="446"/>
                  </a:cubicBezTo>
                  <a:cubicBezTo>
                    <a:pt x="118" y="445"/>
                    <a:pt x="117" y="444"/>
                    <a:pt x="119" y="444"/>
                  </a:cubicBezTo>
                  <a:cubicBezTo>
                    <a:pt x="117" y="443"/>
                    <a:pt x="117" y="442"/>
                    <a:pt x="116" y="440"/>
                  </a:cubicBezTo>
                  <a:cubicBezTo>
                    <a:pt x="117" y="442"/>
                    <a:pt x="119" y="442"/>
                    <a:pt x="119" y="443"/>
                  </a:cubicBezTo>
                  <a:cubicBezTo>
                    <a:pt x="120" y="445"/>
                    <a:pt x="119" y="443"/>
                    <a:pt x="121" y="440"/>
                  </a:cubicBezTo>
                  <a:cubicBezTo>
                    <a:pt x="120" y="440"/>
                    <a:pt x="120" y="441"/>
                    <a:pt x="119" y="441"/>
                  </a:cubicBezTo>
                  <a:cubicBezTo>
                    <a:pt x="114" y="441"/>
                    <a:pt x="118" y="433"/>
                    <a:pt x="121" y="436"/>
                  </a:cubicBezTo>
                  <a:cubicBezTo>
                    <a:pt x="122" y="436"/>
                    <a:pt x="121" y="440"/>
                    <a:pt x="121" y="440"/>
                  </a:cubicBezTo>
                  <a:cubicBezTo>
                    <a:pt x="122" y="442"/>
                    <a:pt x="123" y="441"/>
                    <a:pt x="125" y="441"/>
                  </a:cubicBezTo>
                  <a:cubicBezTo>
                    <a:pt x="125" y="442"/>
                    <a:pt x="124" y="443"/>
                    <a:pt x="125" y="444"/>
                  </a:cubicBezTo>
                  <a:cubicBezTo>
                    <a:pt x="125" y="445"/>
                    <a:pt x="126" y="444"/>
                    <a:pt x="126" y="444"/>
                  </a:cubicBezTo>
                  <a:cubicBezTo>
                    <a:pt x="128" y="445"/>
                    <a:pt x="128" y="451"/>
                    <a:pt x="129" y="450"/>
                  </a:cubicBezTo>
                  <a:cubicBezTo>
                    <a:pt x="129" y="450"/>
                    <a:pt x="129" y="450"/>
                    <a:pt x="129" y="451"/>
                  </a:cubicBezTo>
                  <a:cubicBezTo>
                    <a:pt x="129" y="451"/>
                    <a:pt x="129" y="451"/>
                    <a:pt x="130" y="451"/>
                  </a:cubicBezTo>
                  <a:cubicBezTo>
                    <a:pt x="130" y="451"/>
                    <a:pt x="130" y="451"/>
                    <a:pt x="130" y="451"/>
                  </a:cubicBezTo>
                  <a:cubicBezTo>
                    <a:pt x="130" y="451"/>
                    <a:pt x="129" y="451"/>
                    <a:pt x="129" y="451"/>
                  </a:cubicBezTo>
                  <a:cubicBezTo>
                    <a:pt x="128" y="452"/>
                    <a:pt x="126" y="454"/>
                    <a:pt x="124" y="455"/>
                  </a:cubicBezTo>
                  <a:cubicBezTo>
                    <a:pt x="124" y="456"/>
                    <a:pt x="124" y="457"/>
                    <a:pt x="123" y="457"/>
                  </a:cubicBezTo>
                  <a:cubicBezTo>
                    <a:pt x="121" y="456"/>
                    <a:pt x="123" y="453"/>
                    <a:pt x="121" y="454"/>
                  </a:cubicBezTo>
                  <a:cubicBezTo>
                    <a:pt x="117" y="455"/>
                    <a:pt x="122" y="462"/>
                    <a:pt x="126" y="460"/>
                  </a:cubicBezTo>
                  <a:cubicBezTo>
                    <a:pt x="126" y="462"/>
                    <a:pt x="125" y="464"/>
                    <a:pt x="123" y="465"/>
                  </a:cubicBezTo>
                  <a:cubicBezTo>
                    <a:pt x="124" y="465"/>
                    <a:pt x="125" y="466"/>
                    <a:pt x="124" y="467"/>
                  </a:cubicBezTo>
                  <a:cubicBezTo>
                    <a:pt x="123" y="468"/>
                    <a:pt x="122" y="466"/>
                    <a:pt x="123" y="466"/>
                  </a:cubicBezTo>
                  <a:cubicBezTo>
                    <a:pt x="122" y="466"/>
                    <a:pt x="122" y="466"/>
                    <a:pt x="121" y="467"/>
                  </a:cubicBezTo>
                  <a:cubicBezTo>
                    <a:pt x="122" y="467"/>
                    <a:pt x="122" y="467"/>
                    <a:pt x="122" y="468"/>
                  </a:cubicBezTo>
                  <a:cubicBezTo>
                    <a:pt x="121" y="468"/>
                    <a:pt x="121" y="467"/>
                    <a:pt x="121" y="467"/>
                  </a:cubicBezTo>
                  <a:cubicBezTo>
                    <a:pt x="121" y="467"/>
                    <a:pt x="120" y="467"/>
                    <a:pt x="120" y="467"/>
                  </a:cubicBezTo>
                  <a:cubicBezTo>
                    <a:pt x="121" y="467"/>
                    <a:pt x="121" y="469"/>
                    <a:pt x="121" y="471"/>
                  </a:cubicBezTo>
                  <a:cubicBezTo>
                    <a:pt x="121" y="471"/>
                    <a:pt x="121" y="471"/>
                    <a:pt x="121" y="471"/>
                  </a:cubicBezTo>
                  <a:cubicBezTo>
                    <a:pt x="122" y="471"/>
                    <a:pt x="122" y="472"/>
                    <a:pt x="122" y="472"/>
                  </a:cubicBezTo>
                  <a:cubicBezTo>
                    <a:pt x="122" y="472"/>
                    <a:pt x="122" y="472"/>
                    <a:pt x="122" y="472"/>
                  </a:cubicBezTo>
                  <a:cubicBezTo>
                    <a:pt x="122" y="472"/>
                    <a:pt x="122" y="473"/>
                    <a:pt x="122" y="473"/>
                  </a:cubicBezTo>
                  <a:cubicBezTo>
                    <a:pt x="123" y="474"/>
                    <a:pt x="123" y="473"/>
                    <a:pt x="123" y="472"/>
                  </a:cubicBezTo>
                  <a:cubicBezTo>
                    <a:pt x="124" y="471"/>
                    <a:pt x="124" y="476"/>
                    <a:pt x="123" y="476"/>
                  </a:cubicBezTo>
                  <a:cubicBezTo>
                    <a:pt x="124" y="476"/>
                    <a:pt x="125" y="475"/>
                    <a:pt x="125" y="474"/>
                  </a:cubicBezTo>
                  <a:cubicBezTo>
                    <a:pt x="124" y="474"/>
                    <a:pt x="124" y="470"/>
                    <a:pt x="125" y="471"/>
                  </a:cubicBezTo>
                  <a:cubicBezTo>
                    <a:pt x="125" y="472"/>
                    <a:pt x="125" y="472"/>
                    <a:pt x="125" y="472"/>
                  </a:cubicBezTo>
                  <a:cubicBezTo>
                    <a:pt x="125" y="472"/>
                    <a:pt x="126" y="472"/>
                    <a:pt x="126" y="472"/>
                  </a:cubicBezTo>
                  <a:cubicBezTo>
                    <a:pt x="125" y="472"/>
                    <a:pt x="127" y="473"/>
                    <a:pt x="126" y="474"/>
                  </a:cubicBezTo>
                  <a:cubicBezTo>
                    <a:pt x="128" y="473"/>
                    <a:pt x="127" y="470"/>
                    <a:pt x="128" y="470"/>
                  </a:cubicBezTo>
                  <a:cubicBezTo>
                    <a:pt x="131" y="472"/>
                    <a:pt x="127" y="476"/>
                    <a:pt x="127" y="477"/>
                  </a:cubicBezTo>
                  <a:cubicBezTo>
                    <a:pt x="127" y="477"/>
                    <a:pt x="128" y="478"/>
                    <a:pt x="128" y="478"/>
                  </a:cubicBezTo>
                  <a:cubicBezTo>
                    <a:pt x="128" y="478"/>
                    <a:pt x="128" y="477"/>
                    <a:pt x="128" y="477"/>
                  </a:cubicBezTo>
                  <a:cubicBezTo>
                    <a:pt x="129" y="475"/>
                    <a:pt x="130" y="471"/>
                    <a:pt x="132" y="473"/>
                  </a:cubicBezTo>
                  <a:cubicBezTo>
                    <a:pt x="131" y="473"/>
                    <a:pt x="131" y="472"/>
                    <a:pt x="132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4" y="470"/>
                    <a:pt x="136" y="471"/>
                    <a:pt x="135" y="472"/>
                  </a:cubicBezTo>
                  <a:cubicBezTo>
                    <a:pt x="136" y="475"/>
                    <a:pt x="136" y="481"/>
                    <a:pt x="138" y="476"/>
                  </a:cubicBezTo>
                  <a:cubicBezTo>
                    <a:pt x="137" y="478"/>
                    <a:pt x="141" y="480"/>
                    <a:pt x="139" y="482"/>
                  </a:cubicBezTo>
                  <a:cubicBezTo>
                    <a:pt x="139" y="482"/>
                    <a:pt x="138" y="482"/>
                    <a:pt x="138" y="482"/>
                  </a:cubicBezTo>
                  <a:cubicBezTo>
                    <a:pt x="138" y="483"/>
                    <a:pt x="141" y="489"/>
                    <a:pt x="142" y="489"/>
                  </a:cubicBezTo>
                  <a:cubicBezTo>
                    <a:pt x="143" y="489"/>
                    <a:pt x="144" y="483"/>
                    <a:pt x="146" y="486"/>
                  </a:cubicBezTo>
                  <a:cubicBezTo>
                    <a:pt x="146" y="487"/>
                    <a:pt x="145" y="490"/>
                    <a:pt x="145" y="490"/>
                  </a:cubicBezTo>
                  <a:cubicBezTo>
                    <a:pt x="141" y="491"/>
                    <a:pt x="146" y="492"/>
                    <a:pt x="147" y="492"/>
                  </a:cubicBezTo>
                  <a:cubicBezTo>
                    <a:pt x="148" y="492"/>
                    <a:pt x="147" y="490"/>
                    <a:pt x="148" y="490"/>
                  </a:cubicBezTo>
                  <a:cubicBezTo>
                    <a:pt x="148" y="490"/>
                    <a:pt x="151" y="493"/>
                    <a:pt x="151" y="492"/>
                  </a:cubicBezTo>
                  <a:cubicBezTo>
                    <a:pt x="152" y="493"/>
                    <a:pt x="153" y="492"/>
                    <a:pt x="152" y="495"/>
                  </a:cubicBezTo>
                  <a:cubicBezTo>
                    <a:pt x="153" y="495"/>
                    <a:pt x="153" y="493"/>
                    <a:pt x="154" y="492"/>
                  </a:cubicBezTo>
                  <a:cubicBezTo>
                    <a:pt x="154" y="491"/>
                    <a:pt x="155" y="490"/>
                    <a:pt x="156" y="491"/>
                  </a:cubicBezTo>
                  <a:cubicBezTo>
                    <a:pt x="156" y="491"/>
                    <a:pt x="157" y="491"/>
                    <a:pt x="157" y="491"/>
                  </a:cubicBezTo>
                  <a:cubicBezTo>
                    <a:pt x="157" y="492"/>
                    <a:pt x="157" y="492"/>
                    <a:pt x="157" y="492"/>
                  </a:cubicBezTo>
                  <a:cubicBezTo>
                    <a:pt x="157" y="493"/>
                    <a:pt x="156" y="494"/>
                    <a:pt x="156" y="494"/>
                  </a:cubicBezTo>
                  <a:cubicBezTo>
                    <a:pt x="156" y="494"/>
                    <a:pt x="156" y="495"/>
                    <a:pt x="155" y="495"/>
                  </a:cubicBezTo>
                  <a:cubicBezTo>
                    <a:pt x="156" y="495"/>
                    <a:pt x="156" y="495"/>
                    <a:pt x="157" y="496"/>
                  </a:cubicBezTo>
                  <a:cubicBezTo>
                    <a:pt x="157" y="495"/>
                    <a:pt x="158" y="495"/>
                    <a:pt x="158" y="495"/>
                  </a:cubicBezTo>
                  <a:cubicBezTo>
                    <a:pt x="160" y="495"/>
                    <a:pt x="161" y="498"/>
                    <a:pt x="160" y="499"/>
                  </a:cubicBezTo>
                  <a:cubicBezTo>
                    <a:pt x="160" y="500"/>
                    <a:pt x="160" y="500"/>
                    <a:pt x="161" y="500"/>
                  </a:cubicBezTo>
                  <a:cubicBezTo>
                    <a:pt x="160" y="501"/>
                    <a:pt x="158" y="503"/>
                    <a:pt x="158" y="504"/>
                  </a:cubicBezTo>
                  <a:cubicBezTo>
                    <a:pt x="158" y="504"/>
                    <a:pt x="158" y="504"/>
                    <a:pt x="158" y="504"/>
                  </a:cubicBezTo>
                  <a:cubicBezTo>
                    <a:pt x="158" y="504"/>
                    <a:pt x="157" y="504"/>
                    <a:pt x="157" y="504"/>
                  </a:cubicBezTo>
                  <a:cubicBezTo>
                    <a:pt x="157" y="504"/>
                    <a:pt x="157" y="505"/>
                    <a:pt x="157" y="505"/>
                  </a:cubicBezTo>
                  <a:cubicBezTo>
                    <a:pt x="157" y="507"/>
                    <a:pt x="161" y="504"/>
                    <a:pt x="162" y="507"/>
                  </a:cubicBezTo>
                  <a:cubicBezTo>
                    <a:pt x="161" y="505"/>
                    <a:pt x="162" y="504"/>
                    <a:pt x="163" y="503"/>
                  </a:cubicBezTo>
                  <a:cubicBezTo>
                    <a:pt x="162" y="502"/>
                    <a:pt x="163" y="499"/>
                    <a:pt x="165" y="500"/>
                  </a:cubicBezTo>
                  <a:cubicBezTo>
                    <a:pt x="164" y="498"/>
                    <a:pt x="163" y="495"/>
                    <a:pt x="166" y="496"/>
                  </a:cubicBezTo>
                  <a:cubicBezTo>
                    <a:pt x="166" y="495"/>
                    <a:pt x="166" y="495"/>
                    <a:pt x="166" y="494"/>
                  </a:cubicBezTo>
                  <a:cubicBezTo>
                    <a:pt x="165" y="497"/>
                    <a:pt x="164" y="494"/>
                    <a:pt x="165" y="493"/>
                  </a:cubicBezTo>
                  <a:cubicBezTo>
                    <a:pt x="165" y="492"/>
                    <a:pt x="166" y="493"/>
                    <a:pt x="166" y="493"/>
                  </a:cubicBezTo>
                  <a:cubicBezTo>
                    <a:pt x="167" y="493"/>
                    <a:pt x="166" y="491"/>
                    <a:pt x="167" y="490"/>
                  </a:cubicBezTo>
                  <a:cubicBezTo>
                    <a:pt x="169" y="488"/>
                    <a:pt x="170" y="489"/>
                    <a:pt x="170" y="486"/>
                  </a:cubicBezTo>
                  <a:cubicBezTo>
                    <a:pt x="169" y="483"/>
                    <a:pt x="172" y="482"/>
                    <a:pt x="171" y="480"/>
                  </a:cubicBezTo>
                  <a:cubicBezTo>
                    <a:pt x="170" y="479"/>
                    <a:pt x="164" y="481"/>
                    <a:pt x="165" y="477"/>
                  </a:cubicBezTo>
                  <a:cubicBezTo>
                    <a:pt x="165" y="476"/>
                    <a:pt x="166" y="477"/>
                    <a:pt x="166" y="475"/>
                  </a:cubicBezTo>
                  <a:cubicBezTo>
                    <a:pt x="165" y="474"/>
                    <a:pt x="167" y="467"/>
                    <a:pt x="169" y="473"/>
                  </a:cubicBezTo>
                  <a:cubicBezTo>
                    <a:pt x="169" y="473"/>
                    <a:pt x="168" y="475"/>
                    <a:pt x="168" y="475"/>
                  </a:cubicBezTo>
                  <a:cubicBezTo>
                    <a:pt x="168" y="477"/>
                    <a:pt x="171" y="477"/>
                    <a:pt x="171" y="478"/>
                  </a:cubicBezTo>
                  <a:cubicBezTo>
                    <a:pt x="172" y="478"/>
                    <a:pt x="170" y="480"/>
                    <a:pt x="171" y="480"/>
                  </a:cubicBezTo>
                  <a:cubicBezTo>
                    <a:pt x="173" y="480"/>
                    <a:pt x="173" y="477"/>
                    <a:pt x="174" y="477"/>
                  </a:cubicBezTo>
                  <a:cubicBezTo>
                    <a:pt x="173" y="476"/>
                    <a:pt x="170" y="476"/>
                    <a:pt x="172" y="475"/>
                  </a:cubicBezTo>
                  <a:cubicBezTo>
                    <a:pt x="172" y="474"/>
                    <a:pt x="176" y="476"/>
                    <a:pt x="176" y="476"/>
                  </a:cubicBezTo>
                  <a:cubicBezTo>
                    <a:pt x="179" y="476"/>
                    <a:pt x="179" y="475"/>
                    <a:pt x="180" y="478"/>
                  </a:cubicBezTo>
                  <a:cubicBezTo>
                    <a:pt x="180" y="480"/>
                    <a:pt x="179" y="483"/>
                    <a:pt x="178" y="484"/>
                  </a:cubicBezTo>
                  <a:cubicBezTo>
                    <a:pt x="176" y="486"/>
                    <a:pt x="178" y="484"/>
                    <a:pt x="180" y="485"/>
                  </a:cubicBezTo>
                  <a:cubicBezTo>
                    <a:pt x="181" y="486"/>
                    <a:pt x="182" y="488"/>
                    <a:pt x="182" y="490"/>
                  </a:cubicBezTo>
                  <a:cubicBezTo>
                    <a:pt x="183" y="489"/>
                    <a:pt x="185" y="488"/>
                    <a:pt x="185" y="490"/>
                  </a:cubicBezTo>
                  <a:cubicBezTo>
                    <a:pt x="185" y="489"/>
                    <a:pt x="185" y="489"/>
                    <a:pt x="185" y="489"/>
                  </a:cubicBezTo>
                  <a:cubicBezTo>
                    <a:pt x="186" y="490"/>
                    <a:pt x="185" y="490"/>
                    <a:pt x="185" y="490"/>
                  </a:cubicBezTo>
                  <a:cubicBezTo>
                    <a:pt x="185" y="490"/>
                    <a:pt x="185" y="490"/>
                    <a:pt x="185" y="491"/>
                  </a:cubicBezTo>
                  <a:cubicBezTo>
                    <a:pt x="185" y="487"/>
                    <a:pt x="190" y="497"/>
                    <a:pt x="191" y="494"/>
                  </a:cubicBezTo>
                  <a:cubicBezTo>
                    <a:pt x="192" y="494"/>
                    <a:pt x="192" y="493"/>
                    <a:pt x="192" y="493"/>
                  </a:cubicBezTo>
                  <a:cubicBezTo>
                    <a:pt x="192" y="493"/>
                    <a:pt x="192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4" y="493"/>
                    <a:pt x="195" y="492"/>
                    <a:pt x="196" y="492"/>
                  </a:cubicBezTo>
                  <a:cubicBezTo>
                    <a:pt x="196" y="491"/>
                    <a:pt x="197" y="491"/>
                    <a:pt x="197" y="491"/>
                  </a:cubicBezTo>
                  <a:cubicBezTo>
                    <a:pt x="198" y="491"/>
                    <a:pt x="199" y="491"/>
                    <a:pt x="200" y="493"/>
                  </a:cubicBezTo>
                  <a:cubicBezTo>
                    <a:pt x="202" y="496"/>
                    <a:pt x="201" y="491"/>
                    <a:pt x="200" y="491"/>
                  </a:cubicBezTo>
                  <a:cubicBezTo>
                    <a:pt x="200" y="491"/>
                    <a:pt x="200" y="490"/>
                    <a:pt x="200" y="489"/>
                  </a:cubicBezTo>
                  <a:cubicBezTo>
                    <a:pt x="199" y="489"/>
                    <a:pt x="199" y="489"/>
                    <a:pt x="199" y="489"/>
                  </a:cubicBezTo>
                  <a:cubicBezTo>
                    <a:pt x="199" y="487"/>
                    <a:pt x="199" y="484"/>
                    <a:pt x="200" y="483"/>
                  </a:cubicBezTo>
                  <a:cubicBezTo>
                    <a:pt x="200" y="485"/>
                    <a:pt x="200" y="486"/>
                    <a:pt x="201" y="488"/>
                  </a:cubicBezTo>
                  <a:cubicBezTo>
                    <a:pt x="201" y="487"/>
                    <a:pt x="202" y="487"/>
                    <a:pt x="202" y="488"/>
                  </a:cubicBezTo>
                  <a:cubicBezTo>
                    <a:pt x="202" y="488"/>
                    <a:pt x="202" y="489"/>
                    <a:pt x="201" y="489"/>
                  </a:cubicBezTo>
                  <a:cubicBezTo>
                    <a:pt x="201" y="489"/>
                    <a:pt x="201" y="490"/>
                    <a:pt x="201" y="490"/>
                  </a:cubicBezTo>
                  <a:cubicBezTo>
                    <a:pt x="202" y="489"/>
                    <a:pt x="202" y="488"/>
                    <a:pt x="203" y="487"/>
                  </a:cubicBezTo>
                  <a:cubicBezTo>
                    <a:pt x="202" y="488"/>
                    <a:pt x="203" y="490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5" y="491"/>
                    <a:pt x="205" y="491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8"/>
                    <a:pt x="206" y="487"/>
                    <a:pt x="206" y="487"/>
                  </a:cubicBezTo>
                  <a:cubicBezTo>
                    <a:pt x="205" y="486"/>
                    <a:pt x="204" y="486"/>
                    <a:pt x="203" y="486"/>
                  </a:cubicBezTo>
                  <a:cubicBezTo>
                    <a:pt x="203" y="487"/>
                    <a:pt x="202" y="487"/>
                    <a:pt x="202" y="487"/>
                  </a:cubicBezTo>
                  <a:cubicBezTo>
                    <a:pt x="201" y="487"/>
                    <a:pt x="201" y="486"/>
                    <a:pt x="202" y="486"/>
                  </a:cubicBezTo>
                  <a:cubicBezTo>
                    <a:pt x="202" y="486"/>
                    <a:pt x="201" y="486"/>
                    <a:pt x="201" y="486"/>
                  </a:cubicBezTo>
                  <a:cubicBezTo>
                    <a:pt x="201" y="485"/>
                    <a:pt x="201" y="483"/>
                    <a:pt x="202" y="481"/>
                  </a:cubicBezTo>
                  <a:cubicBezTo>
                    <a:pt x="200" y="482"/>
                    <a:pt x="199" y="481"/>
                    <a:pt x="199" y="478"/>
                  </a:cubicBezTo>
                  <a:cubicBezTo>
                    <a:pt x="199" y="478"/>
                    <a:pt x="199" y="478"/>
                    <a:pt x="199" y="478"/>
                  </a:cubicBezTo>
                  <a:cubicBezTo>
                    <a:pt x="199" y="479"/>
                    <a:pt x="197" y="484"/>
                    <a:pt x="197" y="485"/>
                  </a:cubicBezTo>
                  <a:cubicBezTo>
                    <a:pt x="197" y="485"/>
                    <a:pt x="198" y="490"/>
                    <a:pt x="196" y="487"/>
                  </a:cubicBezTo>
                  <a:cubicBezTo>
                    <a:pt x="194" y="486"/>
                    <a:pt x="198" y="481"/>
                    <a:pt x="198" y="478"/>
                  </a:cubicBezTo>
                  <a:cubicBezTo>
                    <a:pt x="197" y="478"/>
                    <a:pt x="197" y="477"/>
                    <a:pt x="197" y="477"/>
                  </a:cubicBezTo>
                  <a:cubicBezTo>
                    <a:pt x="197" y="476"/>
                    <a:pt x="197" y="475"/>
                    <a:pt x="198" y="475"/>
                  </a:cubicBezTo>
                  <a:cubicBezTo>
                    <a:pt x="198" y="474"/>
                    <a:pt x="198" y="474"/>
                    <a:pt x="198" y="473"/>
                  </a:cubicBezTo>
                  <a:cubicBezTo>
                    <a:pt x="198" y="472"/>
                    <a:pt x="197" y="473"/>
                    <a:pt x="196" y="473"/>
                  </a:cubicBezTo>
                  <a:cubicBezTo>
                    <a:pt x="196" y="472"/>
                    <a:pt x="195" y="470"/>
                    <a:pt x="195" y="470"/>
                  </a:cubicBezTo>
                  <a:cubicBezTo>
                    <a:pt x="195" y="468"/>
                    <a:pt x="198" y="469"/>
                    <a:pt x="199" y="470"/>
                  </a:cubicBezTo>
                  <a:cubicBezTo>
                    <a:pt x="198" y="469"/>
                    <a:pt x="200" y="470"/>
                    <a:pt x="201" y="469"/>
                  </a:cubicBezTo>
                  <a:cubicBezTo>
                    <a:pt x="200" y="470"/>
                    <a:pt x="202" y="464"/>
                    <a:pt x="204" y="464"/>
                  </a:cubicBezTo>
                  <a:cubicBezTo>
                    <a:pt x="204" y="465"/>
                    <a:pt x="203" y="468"/>
                    <a:pt x="203" y="469"/>
                  </a:cubicBezTo>
                  <a:cubicBezTo>
                    <a:pt x="203" y="469"/>
                    <a:pt x="203" y="469"/>
                    <a:pt x="203" y="469"/>
                  </a:cubicBezTo>
                  <a:cubicBezTo>
                    <a:pt x="203" y="469"/>
                    <a:pt x="204" y="468"/>
                    <a:pt x="204" y="469"/>
                  </a:cubicBezTo>
                  <a:cubicBezTo>
                    <a:pt x="205" y="469"/>
                    <a:pt x="205" y="470"/>
                    <a:pt x="205" y="471"/>
                  </a:cubicBezTo>
                  <a:cubicBezTo>
                    <a:pt x="205" y="471"/>
                    <a:pt x="205" y="471"/>
                    <a:pt x="205" y="471"/>
                  </a:cubicBezTo>
                  <a:cubicBezTo>
                    <a:pt x="205" y="471"/>
                    <a:pt x="205" y="472"/>
                    <a:pt x="203" y="472"/>
                  </a:cubicBezTo>
                  <a:cubicBezTo>
                    <a:pt x="201" y="472"/>
                    <a:pt x="203" y="473"/>
                    <a:pt x="204" y="474"/>
                  </a:cubicBezTo>
                  <a:cubicBezTo>
                    <a:pt x="204" y="474"/>
                    <a:pt x="204" y="474"/>
                    <a:pt x="204" y="474"/>
                  </a:cubicBezTo>
                  <a:cubicBezTo>
                    <a:pt x="205" y="474"/>
                    <a:pt x="205" y="474"/>
                    <a:pt x="205" y="474"/>
                  </a:cubicBezTo>
                  <a:cubicBezTo>
                    <a:pt x="206" y="475"/>
                    <a:pt x="206" y="476"/>
                    <a:pt x="205" y="476"/>
                  </a:cubicBezTo>
                  <a:cubicBezTo>
                    <a:pt x="206" y="477"/>
                    <a:pt x="207" y="476"/>
                    <a:pt x="208" y="476"/>
                  </a:cubicBezTo>
                  <a:cubicBezTo>
                    <a:pt x="209" y="476"/>
                    <a:pt x="208" y="477"/>
                    <a:pt x="209" y="478"/>
                  </a:cubicBezTo>
                  <a:cubicBezTo>
                    <a:pt x="209" y="478"/>
                    <a:pt x="209" y="478"/>
                    <a:pt x="209" y="478"/>
                  </a:cubicBezTo>
                  <a:cubicBezTo>
                    <a:pt x="212" y="475"/>
                    <a:pt x="215" y="470"/>
                    <a:pt x="211" y="471"/>
                  </a:cubicBezTo>
                  <a:cubicBezTo>
                    <a:pt x="214" y="469"/>
                    <a:pt x="210" y="467"/>
                    <a:pt x="209" y="466"/>
                  </a:cubicBezTo>
                  <a:cubicBezTo>
                    <a:pt x="208" y="464"/>
                    <a:pt x="210" y="467"/>
                    <a:pt x="210" y="466"/>
                  </a:cubicBezTo>
                  <a:cubicBezTo>
                    <a:pt x="212" y="465"/>
                    <a:pt x="209" y="463"/>
                    <a:pt x="210" y="460"/>
                  </a:cubicBezTo>
                  <a:cubicBezTo>
                    <a:pt x="210" y="460"/>
                    <a:pt x="212" y="458"/>
                    <a:pt x="212" y="458"/>
                  </a:cubicBezTo>
                  <a:cubicBezTo>
                    <a:pt x="213" y="456"/>
                    <a:pt x="210" y="457"/>
                    <a:pt x="213" y="456"/>
                  </a:cubicBezTo>
                  <a:cubicBezTo>
                    <a:pt x="215" y="456"/>
                    <a:pt x="216" y="452"/>
                    <a:pt x="217" y="451"/>
                  </a:cubicBezTo>
                  <a:cubicBezTo>
                    <a:pt x="217" y="451"/>
                    <a:pt x="221" y="451"/>
                    <a:pt x="221" y="449"/>
                  </a:cubicBezTo>
                  <a:cubicBezTo>
                    <a:pt x="217" y="452"/>
                    <a:pt x="215" y="447"/>
                    <a:pt x="217" y="446"/>
                  </a:cubicBezTo>
                  <a:cubicBezTo>
                    <a:pt x="217" y="446"/>
                    <a:pt x="216" y="443"/>
                    <a:pt x="219" y="443"/>
                  </a:cubicBezTo>
                  <a:cubicBezTo>
                    <a:pt x="221" y="442"/>
                    <a:pt x="220" y="443"/>
                    <a:pt x="222" y="441"/>
                  </a:cubicBezTo>
                  <a:cubicBezTo>
                    <a:pt x="224" y="440"/>
                    <a:pt x="222" y="448"/>
                    <a:pt x="222" y="449"/>
                  </a:cubicBezTo>
                  <a:cubicBezTo>
                    <a:pt x="223" y="451"/>
                    <a:pt x="224" y="448"/>
                    <a:pt x="224" y="451"/>
                  </a:cubicBezTo>
                  <a:cubicBezTo>
                    <a:pt x="225" y="457"/>
                    <a:pt x="228" y="468"/>
                    <a:pt x="219" y="471"/>
                  </a:cubicBezTo>
                  <a:cubicBezTo>
                    <a:pt x="217" y="471"/>
                    <a:pt x="216" y="470"/>
                    <a:pt x="215" y="471"/>
                  </a:cubicBezTo>
                  <a:cubicBezTo>
                    <a:pt x="213" y="473"/>
                    <a:pt x="212" y="475"/>
                    <a:pt x="211" y="478"/>
                  </a:cubicBezTo>
                  <a:cubicBezTo>
                    <a:pt x="211" y="478"/>
                    <a:pt x="211" y="478"/>
                    <a:pt x="211" y="478"/>
                  </a:cubicBezTo>
                  <a:cubicBezTo>
                    <a:pt x="212" y="478"/>
                    <a:pt x="211" y="480"/>
                    <a:pt x="211" y="480"/>
                  </a:cubicBezTo>
                  <a:cubicBezTo>
                    <a:pt x="212" y="480"/>
                    <a:pt x="213" y="480"/>
                    <a:pt x="213" y="480"/>
                  </a:cubicBezTo>
                  <a:cubicBezTo>
                    <a:pt x="214" y="480"/>
                    <a:pt x="214" y="479"/>
                    <a:pt x="215" y="479"/>
                  </a:cubicBezTo>
                  <a:cubicBezTo>
                    <a:pt x="215" y="480"/>
                    <a:pt x="215" y="480"/>
                    <a:pt x="215" y="480"/>
                  </a:cubicBezTo>
                  <a:cubicBezTo>
                    <a:pt x="215" y="480"/>
                    <a:pt x="216" y="480"/>
                    <a:pt x="216" y="481"/>
                  </a:cubicBezTo>
                  <a:cubicBezTo>
                    <a:pt x="216" y="482"/>
                    <a:pt x="215" y="484"/>
                    <a:pt x="217" y="483"/>
                  </a:cubicBezTo>
                  <a:cubicBezTo>
                    <a:pt x="216" y="484"/>
                    <a:pt x="216" y="486"/>
                    <a:pt x="216" y="487"/>
                  </a:cubicBezTo>
                  <a:cubicBezTo>
                    <a:pt x="216" y="487"/>
                    <a:pt x="216" y="487"/>
                    <a:pt x="216" y="487"/>
                  </a:cubicBezTo>
                  <a:cubicBezTo>
                    <a:pt x="217" y="487"/>
                    <a:pt x="219" y="486"/>
                    <a:pt x="219" y="486"/>
                  </a:cubicBezTo>
                  <a:cubicBezTo>
                    <a:pt x="220" y="486"/>
                    <a:pt x="219" y="489"/>
                    <a:pt x="217" y="490"/>
                  </a:cubicBezTo>
                  <a:cubicBezTo>
                    <a:pt x="217" y="491"/>
                    <a:pt x="217" y="492"/>
                    <a:pt x="217" y="492"/>
                  </a:cubicBezTo>
                  <a:cubicBezTo>
                    <a:pt x="217" y="492"/>
                    <a:pt x="221" y="486"/>
                    <a:pt x="222" y="489"/>
                  </a:cubicBezTo>
                  <a:cubicBezTo>
                    <a:pt x="222" y="489"/>
                    <a:pt x="222" y="489"/>
                    <a:pt x="222" y="489"/>
                  </a:cubicBezTo>
                  <a:cubicBezTo>
                    <a:pt x="222" y="489"/>
                    <a:pt x="225" y="487"/>
                    <a:pt x="225" y="487"/>
                  </a:cubicBezTo>
                  <a:cubicBezTo>
                    <a:pt x="227" y="489"/>
                    <a:pt x="224" y="492"/>
                    <a:pt x="223" y="494"/>
                  </a:cubicBezTo>
                  <a:cubicBezTo>
                    <a:pt x="225" y="494"/>
                    <a:pt x="226" y="495"/>
                    <a:pt x="225" y="496"/>
                  </a:cubicBezTo>
                  <a:cubicBezTo>
                    <a:pt x="225" y="497"/>
                    <a:pt x="225" y="497"/>
                    <a:pt x="224" y="497"/>
                  </a:cubicBezTo>
                  <a:cubicBezTo>
                    <a:pt x="225" y="498"/>
                    <a:pt x="225" y="498"/>
                    <a:pt x="223" y="499"/>
                  </a:cubicBezTo>
                  <a:cubicBezTo>
                    <a:pt x="223" y="499"/>
                    <a:pt x="223" y="500"/>
                    <a:pt x="222" y="499"/>
                  </a:cubicBezTo>
                  <a:cubicBezTo>
                    <a:pt x="221" y="499"/>
                    <a:pt x="221" y="498"/>
                    <a:pt x="222" y="498"/>
                  </a:cubicBezTo>
                  <a:cubicBezTo>
                    <a:pt x="222" y="498"/>
                    <a:pt x="222" y="498"/>
                    <a:pt x="221" y="498"/>
                  </a:cubicBezTo>
                  <a:cubicBezTo>
                    <a:pt x="221" y="500"/>
                    <a:pt x="221" y="502"/>
                    <a:pt x="219" y="503"/>
                  </a:cubicBezTo>
                  <a:cubicBezTo>
                    <a:pt x="219" y="504"/>
                    <a:pt x="219" y="504"/>
                    <a:pt x="220" y="505"/>
                  </a:cubicBezTo>
                  <a:cubicBezTo>
                    <a:pt x="220" y="505"/>
                    <a:pt x="220" y="505"/>
                    <a:pt x="220" y="505"/>
                  </a:cubicBezTo>
                  <a:cubicBezTo>
                    <a:pt x="221" y="504"/>
                    <a:pt x="222" y="503"/>
                    <a:pt x="223" y="502"/>
                  </a:cubicBezTo>
                  <a:cubicBezTo>
                    <a:pt x="223" y="504"/>
                    <a:pt x="222" y="505"/>
                    <a:pt x="220" y="506"/>
                  </a:cubicBezTo>
                  <a:cubicBezTo>
                    <a:pt x="220" y="507"/>
                    <a:pt x="220" y="507"/>
                    <a:pt x="220" y="507"/>
                  </a:cubicBezTo>
                  <a:cubicBezTo>
                    <a:pt x="221" y="506"/>
                    <a:pt x="221" y="506"/>
                    <a:pt x="221" y="506"/>
                  </a:cubicBezTo>
                  <a:cubicBezTo>
                    <a:pt x="222" y="507"/>
                    <a:pt x="221" y="507"/>
                    <a:pt x="220" y="507"/>
                  </a:cubicBezTo>
                  <a:cubicBezTo>
                    <a:pt x="219" y="509"/>
                    <a:pt x="216" y="511"/>
                    <a:pt x="215" y="512"/>
                  </a:cubicBezTo>
                  <a:cubicBezTo>
                    <a:pt x="216" y="512"/>
                    <a:pt x="216" y="512"/>
                    <a:pt x="216" y="512"/>
                  </a:cubicBezTo>
                  <a:cubicBezTo>
                    <a:pt x="217" y="512"/>
                    <a:pt x="217" y="513"/>
                    <a:pt x="217" y="514"/>
                  </a:cubicBezTo>
                  <a:cubicBezTo>
                    <a:pt x="217" y="515"/>
                    <a:pt x="217" y="515"/>
                    <a:pt x="217" y="515"/>
                  </a:cubicBezTo>
                  <a:cubicBezTo>
                    <a:pt x="217" y="516"/>
                    <a:pt x="215" y="519"/>
                    <a:pt x="214" y="518"/>
                  </a:cubicBezTo>
                  <a:cubicBezTo>
                    <a:pt x="214" y="518"/>
                    <a:pt x="214" y="518"/>
                    <a:pt x="214" y="517"/>
                  </a:cubicBezTo>
                  <a:cubicBezTo>
                    <a:pt x="214" y="518"/>
                    <a:pt x="214" y="518"/>
                    <a:pt x="214" y="518"/>
                  </a:cubicBezTo>
                  <a:cubicBezTo>
                    <a:pt x="214" y="518"/>
                    <a:pt x="213" y="518"/>
                    <a:pt x="213" y="518"/>
                  </a:cubicBezTo>
                  <a:cubicBezTo>
                    <a:pt x="211" y="517"/>
                    <a:pt x="213" y="516"/>
                    <a:pt x="214" y="517"/>
                  </a:cubicBezTo>
                  <a:cubicBezTo>
                    <a:pt x="214" y="516"/>
                    <a:pt x="214" y="516"/>
                    <a:pt x="214" y="515"/>
                  </a:cubicBezTo>
                  <a:cubicBezTo>
                    <a:pt x="213" y="516"/>
                    <a:pt x="213" y="516"/>
                    <a:pt x="213" y="516"/>
                  </a:cubicBezTo>
                  <a:cubicBezTo>
                    <a:pt x="212" y="517"/>
                    <a:pt x="211" y="516"/>
                    <a:pt x="212" y="515"/>
                  </a:cubicBezTo>
                  <a:cubicBezTo>
                    <a:pt x="209" y="515"/>
                    <a:pt x="203" y="515"/>
                    <a:pt x="204" y="515"/>
                  </a:cubicBezTo>
                  <a:cubicBezTo>
                    <a:pt x="203" y="515"/>
                    <a:pt x="200" y="523"/>
                    <a:pt x="200" y="518"/>
                  </a:cubicBezTo>
                  <a:cubicBezTo>
                    <a:pt x="200" y="519"/>
                    <a:pt x="200" y="519"/>
                    <a:pt x="200" y="519"/>
                  </a:cubicBezTo>
                  <a:cubicBezTo>
                    <a:pt x="200" y="519"/>
                    <a:pt x="200" y="519"/>
                    <a:pt x="199" y="519"/>
                  </a:cubicBezTo>
                  <a:cubicBezTo>
                    <a:pt x="199" y="520"/>
                    <a:pt x="199" y="520"/>
                    <a:pt x="198" y="519"/>
                  </a:cubicBezTo>
                  <a:cubicBezTo>
                    <a:pt x="198" y="520"/>
                    <a:pt x="198" y="520"/>
                    <a:pt x="198" y="520"/>
                  </a:cubicBezTo>
                  <a:cubicBezTo>
                    <a:pt x="197" y="521"/>
                    <a:pt x="197" y="519"/>
                    <a:pt x="197" y="519"/>
                  </a:cubicBezTo>
                  <a:cubicBezTo>
                    <a:pt x="196" y="518"/>
                    <a:pt x="196" y="517"/>
                    <a:pt x="195" y="517"/>
                  </a:cubicBezTo>
                  <a:cubicBezTo>
                    <a:pt x="195" y="517"/>
                    <a:pt x="193" y="516"/>
                    <a:pt x="193" y="517"/>
                  </a:cubicBezTo>
                  <a:cubicBezTo>
                    <a:pt x="192" y="515"/>
                    <a:pt x="194" y="514"/>
                    <a:pt x="194" y="513"/>
                  </a:cubicBezTo>
                  <a:cubicBezTo>
                    <a:pt x="194" y="512"/>
                    <a:pt x="194" y="512"/>
                    <a:pt x="194" y="511"/>
                  </a:cubicBezTo>
                  <a:cubicBezTo>
                    <a:pt x="194" y="513"/>
                    <a:pt x="193" y="514"/>
                    <a:pt x="192" y="513"/>
                  </a:cubicBezTo>
                  <a:cubicBezTo>
                    <a:pt x="191" y="513"/>
                    <a:pt x="191" y="513"/>
                    <a:pt x="191" y="512"/>
                  </a:cubicBezTo>
                  <a:cubicBezTo>
                    <a:pt x="190" y="512"/>
                    <a:pt x="189" y="511"/>
                    <a:pt x="189" y="510"/>
                  </a:cubicBezTo>
                  <a:cubicBezTo>
                    <a:pt x="190" y="509"/>
                    <a:pt x="190" y="509"/>
                    <a:pt x="191" y="509"/>
                  </a:cubicBezTo>
                  <a:cubicBezTo>
                    <a:pt x="191" y="508"/>
                    <a:pt x="192" y="507"/>
                    <a:pt x="193" y="507"/>
                  </a:cubicBezTo>
                  <a:cubicBezTo>
                    <a:pt x="193" y="507"/>
                    <a:pt x="194" y="508"/>
                    <a:pt x="194" y="508"/>
                  </a:cubicBezTo>
                  <a:cubicBezTo>
                    <a:pt x="196" y="507"/>
                    <a:pt x="193" y="505"/>
                    <a:pt x="197" y="505"/>
                  </a:cubicBezTo>
                  <a:cubicBezTo>
                    <a:pt x="194" y="505"/>
                    <a:pt x="194" y="501"/>
                    <a:pt x="191" y="501"/>
                  </a:cubicBezTo>
                  <a:cubicBezTo>
                    <a:pt x="190" y="501"/>
                    <a:pt x="185" y="504"/>
                    <a:pt x="185" y="505"/>
                  </a:cubicBezTo>
                  <a:cubicBezTo>
                    <a:pt x="185" y="505"/>
                    <a:pt x="186" y="505"/>
                    <a:pt x="185" y="506"/>
                  </a:cubicBezTo>
                  <a:cubicBezTo>
                    <a:pt x="186" y="506"/>
                    <a:pt x="186" y="506"/>
                    <a:pt x="186" y="506"/>
                  </a:cubicBezTo>
                  <a:cubicBezTo>
                    <a:pt x="186" y="506"/>
                    <a:pt x="186" y="506"/>
                    <a:pt x="185" y="506"/>
                  </a:cubicBezTo>
                  <a:cubicBezTo>
                    <a:pt x="185" y="506"/>
                    <a:pt x="185" y="506"/>
                    <a:pt x="185" y="506"/>
                  </a:cubicBezTo>
                  <a:cubicBezTo>
                    <a:pt x="185" y="507"/>
                    <a:pt x="182" y="505"/>
                    <a:pt x="180" y="507"/>
                  </a:cubicBezTo>
                  <a:cubicBezTo>
                    <a:pt x="181" y="506"/>
                    <a:pt x="179" y="508"/>
                    <a:pt x="180" y="508"/>
                  </a:cubicBezTo>
                  <a:cubicBezTo>
                    <a:pt x="180" y="509"/>
                    <a:pt x="181" y="508"/>
                    <a:pt x="181" y="508"/>
                  </a:cubicBezTo>
                  <a:cubicBezTo>
                    <a:pt x="181" y="507"/>
                    <a:pt x="181" y="506"/>
                    <a:pt x="182" y="506"/>
                  </a:cubicBezTo>
                  <a:cubicBezTo>
                    <a:pt x="183" y="507"/>
                    <a:pt x="182" y="508"/>
                    <a:pt x="182" y="508"/>
                  </a:cubicBezTo>
                  <a:cubicBezTo>
                    <a:pt x="183" y="509"/>
                    <a:pt x="181" y="511"/>
                    <a:pt x="182" y="512"/>
                  </a:cubicBezTo>
                  <a:cubicBezTo>
                    <a:pt x="182" y="514"/>
                    <a:pt x="183" y="512"/>
                    <a:pt x="184" y="514"/>
                  </a:cubicBezTo>
                  <a:cubicBezTo>
                    <a:pt x="181" y="513"/>
                    <a:pt x="182" y="514"/>
                    <a:pt x="182" y="515"/>
                  </a:cubicBezTo>
                  <a:cubicBezTo>
                    <a:pt x="182" y="515"/>
                    <a:pt x="182" y="515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7"/>
                    <a:pt x="182" y="517"/>
                  </a:cubicBezTo>
                  <a:cubicBezTo>
                    <a:pt x="182" y="519"/>
                    <a:pt x="180" y="520"/>
                    <a:pt x="180" y="522"/>
                  </a:cubicBezTo>
                  <a:cubicBezTo>
                    <a:pt x="180" y="522"/>
                    <a:pt x="181" y="523"/>
                    <a:pt x="181" y="523"/>
                  </a:cubicBezTo>
                  <a:cubicBezTo>
                    <a:pt x="181" y="523"/>
                    <a:pt x="180" y="523"/>
                    <a:pt x="180" y="523"/>
                  </a:cubicBezTo>
                  <a:cubicBezTo>
                    <a:pt x="180" y="523"/>
                    <a:pt x="180" y="524"/>
                    <a:pt x="180" y="524"/>
                  </a:cubicBezTo>
                  <a:cubicBezTo>
                    <a:pt x="180" y="524"/>
                    <a:pt x="182" y="523"/>
                    <a:pt x="183" y="524"/>
                  </a:cubicBezTo>
                  <a:cubicBezTo>
                    <a:pt x="185" y="525"/>
                    <a:pt x="183" y="527"/>
                    <a:pt x="184" y="528"/>
                  </a:cubicBezTo>
                  <a:cubicBezTo>
                    <a:pt x="184" y="528"/>
                    <a:pt x="186" y="529"/>
                    <a:pt x="186" y="530"/>
                  </a:cubicBezTo>
                  <a:cubicBezTo>
                    <a:pt x="187" y="529"/>
                    <a:pt x="188" y="528"/>
                    <a:pt x="190" y="528"/>
                  </a:cubicBezTo>
                  <a:cubicBezTo>
                    <a:pt x="191" y="529"/>
                    <a:pt x="188" y="530"/>
                    <a:pt x="189" y="530"/>
                  </a:cubicBezTo>
                  <a:cubicBezTo>
                    <a:pt x="189" y="530"/>
                    <a:pt x="189" y="530"/>
                    <a:pt x="189" y="531"/>
                  </a:cubicBezTo>
                  <a:cubicBezTo>
                    <a:pt x="189" y="531"/>
                    <a:pt x="189" y="531"/>
                    <a:pt x="189" y="530"/>
                  </a:cubicBezTo>
                  <a:cubicBezTo>
                    <a:pt x="190" y="530"/>
                    <a:pt x="190" y="528"/>
                    <a:pt x="191" y="529"/>
                  </a:cubicBezTo>
                  <a:cubicBezTo>
                    <a:pt x="192" y="529"/>
                    <a:pt x="192" y="530"/>
                    <a:pt x="192" y="531"/>
                  </a:cubicBezTo>
                  <a:cubicBezTo>
                    <a:pt x="193" y="531"/>
                    <a:pt x="193" y="532"/>
                    <a:pt x="192" y="534"/>
                  </a:cubicBezTo>
                  <a:cubicBezTo>
                    <a:pt x="192" y="534"/>
                    <a:pt x="192" y="534"/>
                    <a:pt x="191" y="535"/>
                  </a:cubicBezTo>
                  <a:cubicBezTo>
                    <a:pt x="191" y="535"/>
                    <a:pt x="190" y="535"/>
                    <a:pt x="189" y="535"/>
                  </a:cubicBezTo>
                  <a:cubicBezTo>
                    <a:pt x="188" y="535"/>
                    <a:pt x="188" y="535"/>
                    <a:pt x="187" y="537"/>
                  </a:cubicBezTo>
                  <a:cubicBezTo>
                    <a:pt x="187" y="536"/>
                    <a:pt x="187" y="535"/>
                    <a:pt x="187" y="535"/>
                  </a:cubicBezTo>
                  <a:cubicBezTo>
                    <a:pt x="187" y="535"/>
                    <a:pt x="187" y="535"/>
                    <a:pt x="187" y="535"/>
                  </a:cubicBezTo>
                  <a:cubicBezTo>
                    <a:pt x="187" y="536"/>
                    <a:pt x="186" y="538"/>
                    <a:pt x="186" y="539"/>
                  </a:cubicBezTo>
                  <a:cubicBezTo>
                    <a:pt x="186" y="539"/>
                    <a:pt x="185" y="538"/>
                    <a:pt x="185" y="538"/>
                  </a:cubicBezTo>
                  <a:cubicBezTo>
                    <a:pt x="185" y="538"/>
                    <a:pt x="185" y="539"/>
                    <a:pt x="185" y="539"/>
                  </a:cubicBezTo>
                  <a:cubicBezTo>
                    <a:pt x="184" y="540"/>
                    <a:pt x="182" y="542"/>
                    <a:pt x="185" y="541"/>
                  </a:cubicBezTo>
                  <a:cubicBezTo>
                    <a:pt x="186" y="540"/>
                    <a:pt x="184" y="544"/>
                    <a:pt x="185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7" y="541"/>
                    <a:pt x="184" y="539"/>
                    <a:pt x="187" y="538"/>
                  </a:cubicBezTo>
                  <a:cubicBezTo>
                    <a:pt x="187" y="538"/>
                    <a:pt x="187" y="539"/>
                    <a:pt x="187" y="539"/>
                  </a:cubicBezTo>
                  <a:cubicBezTo>
                    <a:pt x="189" y="540"/>
                    <a:pt x="191" y="538"/>
                    <a:pt x="192" y="540"/>
                  </a:cubicBezTo>
                  <a:cubicBezTo>
                    <a:pt x="192" y="541"/>
                    <a:pt x="190" y="540"/>
                    <a:pt x="190" y="542"/>
                  </a:cubicBezTo>
                  <a:cubicBezTo>
                    <a:pt x="190" y="543"/>
                    <a:pt x="194" y="542"/>
                    <a:pt x="195" y="540"/>
                  </a:cubicBezTo>
                  <a:cubicBezTo>
                    <a:pt x="194" y="540"/>
                    <a:pt x="194" y="539"/>
                    <a:pt x="194" y="538"/>
                  </a:cubicBezTo>
                  <a:cubicBezTo>
                    <a:pt x="194" y="538"/>
                    <a:pt x="194" y="538"/>
                    <a:pt x="194" y="537"/>
                  </a:cubicBezTo>
                  <a:cubicBezTo>
                    <a:pt x="194" y="538"/>
                    <a:pt x="194" y="538"/>
                    <a:pt x="194" y="538"/>
                  </a:cubicBezTo>
                  <a:cubicBezTo>
                    <a:pt x="195" y="537"/>
                    <a:pt x="195" y="537"/>
                    <a:pt x="195" y="537"/>
                  </a:cubicBezTo>
                  <a:cubicBezTo>
                    <a:pt x="195" y="537"/>
                    <a:pt x="197" y="538"/>
                    <a:pt x="197" y="538"/>
                  </a:cubicBezTo>
                  <a:cubicBezTo>
                    <a:pt x="198" y="538"/>
                    <a:pt x="199" y="537"/>
                    <a:pt x="199" y="536"/>
                  </a:cubicBezTo>
                  <a:cubicBezTo>
                    <a:pt x="198" y="536"/>
                    <a:pt x="197" y="535"/>
                    <a:pt x="197" y="534"/>
                  </a:cubicBezTo>
                  <a:cubicBezTo>
                    <a:pt x="197" y="534"/>
                    <a:pt x="196" y="534"/>
                    <a:pt x="196" y="534"/>
                  </a:cubicBezTo>
                  <a:cubicBezTo>
                    <a:pt x="196" y="534"/>
                    <a:pt x="196" y="533"/>
                    <a:pt x="196" y="533"/>
                  </a:cubicBezTo>
                  <a:cubicBezTo>
                    <a:pt x="196" y="533"/>
                    <a:pt x="196" y="533"/>
                    <a:pt x="196" y="532"/>
                  </a:cubicBezTo>
                  <a:cubicBezTo>
                    <a:pt x="196" y="532"/>
                    <a:pt x="196" y="532"/>
                    <a:pt x="196" y="532"/>
                  </a:cubicBezTo>
                  <a:cubicBezTo>
                    <a:pt x="195" y="533"/>
                    <a:pt x="195" y="532"/>
                    <a:pt x="195" y="532"/>
                  </a:cubicBezTo>
                  <a:cubicBezTo>
                    <a:pt x="195" y="531"/>
                    <a:pt x="195" y="531"/>
                    <a:pt x="196" y="531"/>
                  </a:cubicBezTo>
                  <a:cubicBezTo>
                    <a:pt x="195" y="529"/>
                    <a:pt x="196" y="527"/>
                    <a:pt x="198" y="526"/>
                  </a:cubicBezTo>
                  <a:cubicBezTo>
                    <a:pt x="198" y="525"/>
                    <a:pt x="199" y="524"/>
                    <a:pt x="200" y="524"/>
                  </a:cubicBezTo>
                  <a:cubicBezTo>
                    <a:pt x="200" y="523"/>
                    <a:pt x="201" y="520"/>
                    <a:pt x="202" y="521"/>
                  </a:cubicBezTo>
                  <a:cubicBezTo>
                    <a:pt x="203" y="522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5" y="523"/>
                    <a:pt x="207" y="524"/>
                    <a:pt x="208" y="525"/>
                  </a:cubicBezTo>
                  <a:cubicBezTo>
                    <a:pt x="208" y="525"/>
                    <a:pt x="209" y="525"/>
                    <a:pt x="209" y="525"/>
                  </a:cubicBezTo>
                  <a:cubicBezTo>
                    <a:pt x="209" y="525"/>
                    <a:pt x="209" y="525"/>
                    <a:pt x="209" y="526"/>
                  </a:cubicBezTo>
                  <a:cubicBezTo>
                    <a:pt x="209" y="526"/>
                    <a:pt x="209" y="526"/>
                    <a:pt x="209" y="526"/>
                  </a:cubicBezTo>
                  <a:cubicBezTo>
                    <a:pt x="211" y="528"/>
                    <a:pt x="212" y="531"/>
                    <a:pt x="211" y="533"/>
                  </a:cubicBezTo>
                  <a:cubicBezTo>
                    <a:pt x="211" y="533"/>
                    <a:pt x="210" y="536"/>
                    <a:pt x="209" y="536"/>
                  </a:cubicBezTo>
                  <a:cubicBezTo>
                    <a:pt x="209" y="536"/>
                    <a:pt x="208" y="535"/>
                    <a:pt x="208" y="535"/>
                  </a:cubicBezTo>
                  <a:cubicBezTo>
                    <a:pt x="208" y="535"/>
                    <a:pt x="208" y="535"/>
                    <a:pt x="208" y="535"/>
                  </a:cubicBezTo>
                  <a:cubicBezTo>
                    <a:pt x="207" y="536"/>
                    <a:pt x="207" y="537"/>
                    <a:pt x="206" y="537"/>
                  </a:cubicBezTo>
                  <a:cubicBezTo>
                    <a:pt x="207" y="537"/>
                    <a:pt x="207" y="537"/>
                    <a:pt x="208" y="538"/>
                  </a:cubicBezTo>
                  <a:cubicBezTo>
                    <a:pt x="208" y="538"/>
                    <a:pt x="206" y="539"/>
                    <a:pt x="206" y="538"/>
                  </a:cubicBezTo>
                  <a:cubicBezTo>
                    <a:pt x="206" y="538"/>
                    <a:pt x="206" y="538"/>
                    <a:pt x="206" y="538"/>
                  </a:cubicBezTo>
                  <a:cubicBezTo>
                    <a:pt x="205" y="539"/>
                    <a:pt x="205" y="540"/>
                    <a:pt x="206" y="541"/>
                  </a:cubicBezTo>
                  <a:cubicBezTo>
                    <a:pt x="206" y="541"/>
                    <a:pt x="209" y="539"/>
                    <a:pt x="209" y="542"/>
                  </a:cubicBezTo>
                  <a:cubicBezTo>
                    <a:pt x="206" y="541"/>
                    <a:pt x="208" y="542"/>
                    <a:pt x="208" y="545"/>
                  </a:cubicBezTo>
                  <a:cubicBezTo>
                    <a:pt x="207" y="549"/>
                    <a:pt x="207" y="547"/>
                    <a:pt x="209" y="545"/>
                  </a:cubicBezTo>
                  <a:cubicBezTo>
                    <a:pt x="211" y="543"/>
                    <a:pt x="211" y="545"/>
                    <a:pt x="212" y="543"/>
                  </a:cubicBezTo>
                  <a:cubicBezTo>
                    <a:pt x="212" y="543"/>
                    <a:pt x="213" y="541"/>
                    <a:pt x="213" y="539"/>
                  </a:cubicBezTo>
                  <a:cubicBezTo>
                    <a:pt x="213" y="539"/>
                    <a:pt x="213" y="539"/>
                    <a:pt x="213" y="538"/>
                  </a:cubicBezTo>
                  <a:cubicBezTo>
                    <a:pt x="213" y="538"/>
                    <a:pt x="213" y="537"/>
                    <a:pt x="213" y="537"/>
                  </a:cubicBezTo>
                  <a:cubicBezTo>
                    <a:pt x="213" y="538"/>
                    <a:pt x="209" y="536"/>
                    <a:pt x="211" y="535"/>
                  </a:cubicBezTo>
                  <a:cubicBezTo>
                    <a:pt x="211" y="535"/>
                    <a:pt x="212" y="535"/>
                    <a:pt x="212" y="535"/>
                  </a:cubicBezTo>
                  <a:cubicBezTo>
                    <a:pt x="212" y="533"/>
                    <a:pt x="214" y="530"/>
                    <a:pt x="214" y="529"/>
                  </a:cubicBezTo>
                  <a:cubicBezTo>
                    <a:pt x="216" y="526"/>
                    <a:pt x="216" y="526"/>
                    <a:pt x="215" y="529"/>
                  </a:cubicBezTo>
                  <a:cubicBezTo>
                    <a:pt x="214" y="531"/>
                    <a:pt x="214" y="533"/>
                    <a:pt x="214" y="534"/>
                  </a:cubicBezTo>
                  <a:cubicBezTo>
                    <a:pt x="215" y="534"/>
                    <a:pt x="214" y="532"/>
                    <a:pt x="215" y="531"/>
                  </a:cubicBezTo>
                  <a:cubicBezTo>
                    <a:pt x="215" y="530"/>
                    <a:pt x="217" y="530"/>
                    <a:pt x="218" y="529"/>
                  </a:cubicBezTo>
                  <a:cubicBezTo>
                    <a:pt x="218" y="528"/>
                    <a:pt x="219" y="528"/>
                    <a:pt x="219" y="528"/>
                  </a:cubicBezTo>
                  <a:cubicBezTo>
                    <a:pt x="219" y="528"/>
                    <a:pt x="219" y="528"/>
                    <a:pt x="220" y="528"/>
                  </a:cubicBezTo>
                  <a:cubicBezTo>
                    <a:pt x="220" y="528"/>
                    <a:pt x="220" y="528"/>
                    <a:pt x="220" y="528"/>
                  </a:cubicBezTo>
                  <a:cubicBezTo>
                    <a:pt x="219" y="526"/>
                    <a:pt x="222" y="526"/>
                    <a:pt x="222" y="527"/>
                  </a:cubicBezTo>
                  <a:cubicBezTo>
                    <a:pt x="222" y="527"/>
                    <a:pt x="223" y="527"/>
                    <a:pt x="223" y="527"/>
                  </a:cubicBezTo>
                  <a:cubicBezTo>
                    <a:pt x="223" y="527"/>
                    <a:pt x="223" y="527"/>
                    <a:pt x="223" y="528"/>
                  </a:cubicBezTo>
                  <a:cubicBezTo>
                    <a:pt x="223" y="528"/>
                    <a:pt x="223" y="528"/>
                    <a:pt x="223" y="528"/>
                  </a:cubicBezTo>
                  <a:cubicBezTo>
                    <a:pt x="223" y="528"/>
                    <a:pt x="224" y="530"/>
                    <a:pt x="225" y="532"/>
                  </a:cubicBezTo>
                  <a:cubicBezTo>
                    <a:pt x="225" y="531"/>
                    <a:pt x="227" y="531"/>
                    <a:pt x="227" y="532"/>
                  </a:cubicBezTo>
                  <a:cubicBezTo>
                    <a:pt x="227" y="532"/>
                    <a:pt x="226" y="532"/>
                    <a:pt x="226" y="532"/>
                  </a:cubicBezTo>
                  <a:cubicBezTo>
                    <a:pt x="227" y="533"/>
                    <a:pt x="227" y="533"/>
                    <a:pt x="228" y="531"/>
                  </a:cubicBezTo>
                  <a:cubicBezTo>
                    <a:pt x="228" y="531"/>
                    <a:pt x="228" y="531"/>
                    <a:pt x="228" y="531"/>
                  </a:cubicBezTo>
                  <a:cubicBezTo>
                    <a:pt x="229" y="531"/>
                    <a:pt x="236" y="530"/>
                    <a:pt x="233" y="528"/>
                  </a:cubicBezTo>
                  <a:cubicBezTo>
                    <a:pt x="232" y="527"/>
                    <a:pt x="232" y="529"/>
                    <a:pt x="232" y="529"/>
                  </a:cubicBezTo>
                  <a:cubicBezTo>
                    <a:pt x="231" y="529"/>
                    <a:pt x="232" y="528"/>
                    <a:pt x="231" y="528"/>
                  </a:cubicBezTo>
                  <a:cubicBezTo>
                    <a:pt x="230" y="527"/>
                    <a:pt x="229" y="530"/>
                    <a:pt x="227" y="529"/>
                  </a:cubicBezTo>
                  <a:cubicBezTo>
                    <a:pt x="230" y="529"/>
                    <a:pt x="228" y="525"/>
                    <a:pt x="230" y="525"/>
                  </a:cubicBezTo>
                  <a:cubicBezTo>
                    <a:pt x="231" y="524"/>
                    <a:pt x="234" y="528"/>
                    <a:pt x="235" y="528"/>
                  </a:cubicBezTo>
                  <a:cubicBezTo>
                    <a:pt x="238" y="528"/>
                    <a:pt x="239" y="526"/>
                    <a:pt x="241" y="523"/>
                  </a:cubicBezTo>
                  <a:cubicBezTo>
                    <a:pt x="239" y="524"/>
                    <a:pt x="238" y="524"/>
                    <a:pt x="236" y="523"/>
                  </a:cubicBezTo>
                  <a:cubicBezTo>
                    <a:pt x="235" y="524"/>
                    <a:pt x="234" y="525"/>
                    <a:pt x="233" y="522"/>
                  </a:cubicBezTo>
                  <a:cubicBezTo>
                    <a:pt x="232" y="521"/>
                    <a:pt x="229" y="517"/>
                    <a:pt x="231" y="515"/>
                  </a:cubicBezTo>
                  <a:cubicBezTo>
                    <a:pt x="235" y="512"/>
                    <a:pt x="241" y="508"/>
                    <a:pt x="242" y="503"/>
                  </a:cubicBezTo>
                  <a:cubicBezTo>
                    <a:pt x="237" y="508"/>
                    <a:pt x="237" y="501"/>
                    <a:pt x="243" y="501"/>
                  </a:cubicBezTo>
                  <a:cubicBezTo>
                    <a:pt x="241" y="503"/>
                    <a:pt x="244" y="501"/>
                    <a:pt x="244" y="503"/>
                  </a:cubicBezTo>
                  <a:cubicBezTo>
                    <a:pt x="244" y="503"/>
                    <a:pt x="244" y="503"/>
                    <a:pt x="244" y="504"/>
                  </a:cubicBezTo>
                  <a:cubicBezTo>
                    <a:pt x="244" y="504"/>
                    <a:pt x="244" y="504"/>
                    <a:pt x="244" y="504"/>
                  </a:cubicBezTo>
                  <a:cubicBezTo>
                    <a:pt x="247" y="504"/>
                    <a:pt x="242" y="508"/>
                    <a:pt x="243" y="505"/>
                  </a:cubicBezTo>
                  <a:cubicBezTo>
                    <a:pt x="243" y="505"/>
                    <a:pt x="243" y="505"/>
                    <a:pt x="243" y="505"/>
                  </a:cubicBezTo>
                  <a:cubicBezTo>
                    <a:pt x="243" y="505"/>
                    <a:pt x="242" y="506"/>
                    <a:pt x="242" y="507"/>
                  </a:cubicBezTo>
                  <a:cubicBezTo>
                    <a:pt x="241" y="510"/>
                    <a:pt x="241" y="514"/>
                    <a:pt x="242" y="517"/>
                  </a:cubicBezTo>
                  <a:cubicBezTo>
                    <a:pt x="243" y="517"/>
                    <a:pt x="243" y="518"/>
                    <a:pt x="243" y="518"/>
                  </a:cubicBezTo>
                  <a:cubicBezTo>
                    <a:pt x="243" y="519"/>
                    <a:pt x="243" y="519"/>
                    <a:pt x="243" y="519"/>
                  </a:cubicBezTo>
                  <a:cubicBezTo>
                    <a:pt x="244" y="520"/>
                    <a:pt x="246" y="520"/>
                    <a:pt x="248" y="516"/>
                  </a:cubicBezTo>
                  <a:cubicBezTo>
                    <a:pt x="248" y="523"/>
                    <a:pt x="254" y="514"/>
                    <a:pt x="253" y="512"/>
                  </a:cubicBezTo>
                  <a:cubicBezTo>
                    <a:pt x="253" y="512"/>
                    <a:pt x="251" y="511"/>
                    <a:pt x="251" y="511"/>
                  </a:cubicBezTo>
                  <a:cubicBezTo>
                    <a:pt x="250" y="510"/>
                    <a:pt x="251" y="507"/>
                    <a:pt x="252" y="506"/>
                  </a:cubicBezTo>
                  <a:cubicBezTo>
                    <a:pt x="253" y="505"/>
                    <a:pt x="257" y="499"/>
                    <a:pt x="255" y="503"/>
                  </a:cubicBezTo>
                  <a:cubicBezTo>
                    <a:pt x="255" y="505"/>
                    <a:pt x="255" y="507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4" y="510"/>
                    <a:pt x="254" y="511"/>
                    <a:pt x="254" y="513"/>
                  </a:cubicBezTo>
                  <a:cubicBezTo>
                    <a:pt x="254" y="515"/>
                    <a:pt x="252" y="517"/>
                    <a:pt x="252" y="518"/>
                  </a:cubicBezTo>
                  <a:cubicBezTo>
                    <a:pt x="252" y="517"/>
                    <a:pt x="252" y="517"/>
                    <a:pt x="253" y="518"/>
                  </a:cubicBezTo>
                  <a:cubicBezTo>
                    <a:pt x="253" y="519"/>
                    <a:pt x="254" y="519"/>
                    <a:pt x="254" y="519"/>
                  </a:cubicBezTo>
                  <a:cubicBezTo>
                    <a:pt x="253" y="520"/>
                    <a:pt x="253" y="520"/>
                    <a:pt x="253" y="520"/>
                  </a:cubicBezTo>
                  <a:cubicBezTo>
                    <a:pt x="253" y="520"/>
                    <a:pt x="253" y="521"/>
                    <a:pt x="254" y="521"/>
                  </a:cubicBezTo>
                  <a:cubicBezTo>
                    <a:pt x="256" y="521"/>
                    <a:pt x="256" y="513"/>
                    <a:pt x="257" y="510"/>
                  </a:cubicBezTo>
                  <a:cubicBezTo>
                    <a:pt x="256" y="510"/>
                    <a:pt x="256" y="510"/>
                    <a:pt x="256" y="510"/>
                  </a:cubicBezTo>
                  <a:cubicBezTo>
                    <a:pt x="255" y="509"/>
                    <a:pt x="256" y="509"/>
                    <a:pt x="257" y="509"/>
                  </a:cubicBezTo>
                  <a:cubicBezTo>
                    <a:pt x="257" y="509"/>
                    <a:pt x="257" y="509"/>
                    <a:pt x="257" y="509"/>
                  </a:cubicBezTo>
                  <a:cubicBezTo>
                    <a:pt x="257" y="508"/>
                    <a:pt x="257" y="507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8" y="504"/>
                    <a:pt x="259" y="501"/>
                    <a:pt x="259" y="501"/>
                  </a:cubicBezTo>
                  <a:cubicBezTo>
                    <a:pt x="262" y="499"/>
                    <a:pt x="256" y="514"/>
                    <a:pt x="262" y="510"/>
                  </a:cubicBezTo>
                  <a:cubicBezTo>
                    <a:pt x="262" y="510"/>
                    <a:pt x="267" y="506"/>
                    <a:pt x="267" y="505"/>
                  </a:cubicBezTo>
                  <a:cubicBezTo>
                    <a:pt x="267" y="504"/>
                    <a:pt x="265" y="505"/>
                    <a:pt x="264" y="505"/>
                  </a:cubicBezTo>
                  <a:cubicBezTo>
                    <a:pt x="263" y="504"/>
                    <a:pt x="264" y="501"/>
                    <a:pt x="265" y="500"/>
                  </a:cubicBezTo>
                  <a:cubicBezTo>
                    <a:pt x="267" y="500"/>
                    <a:pt x="267" y="502"/>
                    <a:pt x="267" y="502"/>
                  </a:cubicBezTo>
                  <a:cubicBezTo>
                    <a:pt x="269" y="502"/>
                    <a:pt x="270" y="500"/>
                    <a:pt x="271" y="498"/>
                  </a:cubicBezTo>
                  <a:cubicBezTo>
                    <a:pt x="271" y="498"/>
                    <a:pt x="271" y="498"/>
                    <a:pt x="270" y="498"/>
                  </a:cubicBezTo>
                  <a:cubicBezTo>
                    <a:pt x="271" y="497"/>
                    <a:pt x="271" y="497"/>
                    <a:pt x="271" y="497"/>
                  </a:cubicBezTo>
                  <a:cubicBezTo>
                    <a:pt x="272" y="495"/>
                    <a:pt x="273" y="494"/>
                    <a:pt x="274" y="493"/>
                  </a:cubicBezTo>
                  <a:cubicBezTo>
                    <a:pt x="276" y="490"/>
                    <a:pt x="277" y="487"/>
                    <a:pt x="278" y="487"/>
                  </a:cubicBezTo>
                  <a:cubicBezTo>
                    <a:pt x="278" y="486"/>
                    <a:pt x="280" y="489"/>
                    <a:pt x="282" y="489"/>
                  </a:cubicBezTo>
                  <a:cubicBezTo>
                    <a:pt x="284" y="489"/>
                    <a:pt x="284" y="486"/>
                    <a:pt x="284" y="489"/>
                  </a:cubicBezTo>
                  <a:cubicBezTo>
                    <a:pt x="284" y="491"/>
                    <a:pt x="285" y="489"/>
                    <a:pt x="285" y="492"/>
                  </a:cubicBezTo>
                  <a:cubicBezTo>
                    <a:pt x="285" y="493"/>
                    <a:pt x="281" y="498"/>
                    <a:pt x="278" y="496"/>
                  </a:cubicBezTo>
                  <a:cubicBezTo>
                    <a:pt x="277" y="496"/>
                    <a:pt x="277" y="493"/>
                    <a:pt x="275" y="495"/>
                  </a:cubicBezTo>
                  <a:cubicBezTo>
                    <a:pt x="275" y="496"/>
                    <a:pt x="275" y="498"/>
                    <a:pt x="274" y="499"/>
                  </a:cubicBezTo>
                  <a:cubicBezTo>
                    <a:pt x="273" y="502"/>
                    <a:pt x="268" y="505"/>
                    <a:pt x="267" y="508"/>
                  </a:cubicBezTo>
                  <a:cubicBezTo>
                    <a:pt x="266" y="510"/>
                    <a:pt x="266" y="513"/>
                    <a:pt x="264" y="516"/>
                  </a:cubicBezTo>
                  <a:cubicBezTo>
                    <a:pt x="263" y="518"/>
                    <a:pt x="257" y="521"/>
                    <a:pt x="257" y="523"/>
                  </a:cubicBezTo>
                  <a:cubicBezTo>
                    <a:pt x="257" y="523"/>
                    <a:pt x="258" y="524"/>
                    <a:pt x="258" y="525"/>
                  </a:cubicBezTo>
                  <a:cubicBezTo>
                    <a:pt x="258" y="525"/>
                    <a:pt x="259" y="525"/>
                    <a:pt x="259" y="525"/>
                  </a:cubicBezTo>
                  <a:cubicBezTo>
                    <a:pt x="259" y="525"/>
                    <a:pt x="259" y="525"/>
                    <a:pt x="259" y="525"/>
                  </a:cubicBezTo>
                  <a:cubicBezTo>
                    <a:pt x="261" y="527"/>
                    <a:pt x="265" y="529"/>
                    <a:pt x="267" y="528"/>
                  </a:cubicBezTo>
                  <a:cubicBezTo>
                    <a:pt x="268" y="528"/>
                    <a:pt x="268" y="528"/>
                    <a:pt x="268" y="528"/>
                  </a:cubicBezTo>
                  <a:cubicBezTo>
                    <a:pt x="268" y="527"/>
                    <a:pt x="268" y="526"/>
                    <a:pt x="268" y="525"/>
                  </a:cubicBezTo>
                  <a:cubicBezTo>
                    <a:pt x="270" y="521"/>
                    <a:pt x="278" y="518"/>
                    <a:pt x="282" y="521"/>
                  </a:cubicBezTo>
                  <a:cubicBezTo>
                    <a:pt x="282" y="521"/>
                    <a:pt x="282" y="521"/>
                    <a:pt x="282" y="522"/>
                  </a:cubicBezTo>
                  <a:cubicBezTo>
                    <a:pt x="282" y="522"/>
                    <a:pt x="282" y="522"/>
                    <a:pt x="282" y="521"/>
                  </a:cubicBezTo>
                  <a:cubicBezTo>
                    <a:pt x="283" y="520"/>
                    <a:pt x="282" y="521"/>
                    <a:pt x="282" y="522"/>
                  </a:cubicBezTo>
                  <a:cubicBezTo>
                    <a:pt x="282" y="522"/>
                    <a:pt x="282" y="522"/>
                    <a:pt x="283" y="523"/>
                  </a:cubicBezTo>
                  <a:cubicBezTo>
                    <a:pt x="284" y="522"/>
                    <a:pt x="285" y="522"/>
                    <a:pt x="285" y="521"/>
                  </a:cubicBezTo>
                  <a:cubicBezTo>
                    <a:pt x="286" y="523"/>
                    <a:pt x="287" y="519"/>
                    <a:pt x="289" y="519"/>
                  </a:cubicBezTo>
                  <a:cubicBezTo>
                    <a:pt x="290" y="519"/>
                    <a:pt x="292" y="521"/>
                    <a:pt x="292" y="519"/>
                  </a:cubicBezTo>
                  <a:cubicBezTo>
                    <a:pt x="292" y="524"/>
                    <a:pt x="301" y="516"/>
                    <a:pt x="302" y="515"/>
                  </a:cubicBezTo>
                  <a:cubicBezTo>
                    <a:pt x="301" y="515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4" y="515"/>
                    <a:pt x="293" y="515"/>
                    <a:pt x="293" y="515"/>
                  </a:cubicBezTo>
                  <a:cubicBezTo>
                    <a:pt x="292" y="513"/>
                    <a:pt x="294" y="514"/>
                    <a:pt x="295" y="512"/>
                  </a:cubicBezTo>
                  <a:cubicBezTo>
                    <a:pt x="295" y="512"/>
                    <a:pt x="295" y="512"/>
                    <a:pt x="295" y="512"/>
                  </a:cubicBezTo>
                  <a:cubicBezTo>
                    <a:pt x="294" y="512"/>
                    <a:pt x="293" y="511"/>
                    <a:pt x="294" y="510"/>
                  </a:cubicBezTo>
                  <a:cubicBezTo>
                    <a:pt x="294" y="510"/>
                    <a:pt x="294" y="510"/>
                    <a:pt x="294" y="510"/>
                  </a:cubicBezTo>
                  <a:cubicBezTo>
                    <a:pt x="293" y="509"/>
                    <a:pt x="293" y="508"/>
                    <a:pt x="293" y="507"/>
                  </a:cubicBezTo>
                  <a:cubicBezTo>
                    <a:pt x="293" y="507"/>
                    <a:pt x="296" y="504"/>
                    <a:pt x="297" y="504"/>
                  </a:cubicBezTo>
                  <a:cubicBezTo>
                    <a:pt x="298" y="504"/>
                    <a:pt x="300" y="499"/>
                    <a:pt x="302" y="499"/>
                  </a:cubicBezTo>
                  <a:cubicBezTo>
                    <a:pt x="303" y="500"/>
                    <a:pt x="300" y="501"/>
                    <a:pt x="301" y="503"/>
                  </a:cubicBezTo>
                  <a:cubicBezTo>
                    <a:pt x="302" y="503"/>
                    <a:pt x="304" y="502"/>
                    <a:pt x="305" y="503"/>
                  </a:cubicBezTo>
                  <a:cubicBezTo>
                    <a:pt x="305" y="503"/>
                    <a:pt x="304" y="505"/>
                    <a:pt x="305" y="506"/>
                  </a:cubicBezTo>
                  <a:cubicBezTo>
                    <a:pt x="305" y="505"/>
                    <a:pt x="308" y="505"/>
                    <a:pt x="308" y="506"/>
                  </a:cubicBezTo>
                  <a:cubicBezTo>
                    <a:pt x="309" y="508"/>
                    <a:pt x="306" y="507"/>
                    <a:pt x="306" y="508"/>
                  </a:cubicBezTo>
                  <a:cubicBezTo>
                    <a:pt x="305" y="509"/>
                    <a:pt x="306" y="509"/>
                    <a:pt x="306" y="510"/>
                  </a:cubicBezTo>
                  <a:cubicBezTo>
                    <a:pt x="306" y="511"/>
                    <a:pt x="305" y="511"/>
                    <a:pt x="304" y="513"/>
                  </a:cubicBezTo>
                  <a:cubicBezTo>
                    <a:pt x="304" y="513"/>
                    <a:pt x="304" y="514"/>
                    <a:pt x="304" y="514"/>
                  </a:cubicBezTo>
                  <a:cubicBezTo>
                    <a:pt x="302" y="517"/>
                    <a:pt x="296" y="519"/>
                    <a:pt x="297" y="524"/>
                  </a:cubicBezTo>
                  <a:cubicBezTo>
                    <a:pt x="297" y="525"/>
                    <a:pt x="298" y="525"/>
                    <a:pt x="299" y="524"/>
                  </a:cubicBezTo>
                  <a:cubicBezTo>
                    <a:pt x="298" y="527"/>
                    <a:pt x="295" y="535"/>
                    <a:pt x="289" y="536"/>
                  </a:cubicBezTo>
                  <a:cubicBezTo>
                    <a:pt x="289" y="536"/>
                    <a:pt x="286" y="535"/>
                    <a:pt x="285" y="534"/>
                  </a:cubicBezTo>
                  <a:cubicBezTo>
                    <a:pt x="285" y="534"/>
                    <a:pt x="284" y="533"/>
                    <a:pt x="283" y="532"/>
                  </a:cubicBezTo>
                  <a:cubicBezTo>
                    <a:pt x="283" y="532"/>
                    <a:pt x="283" y="532"/>
                    <a:pt x="283" y="531"/>
                  </a:cubicBezTo>
                  <a:cubicBezTo>
                    <a:pt x="283" y="531"/>
                    <a:pt x="283" y="531"/>
                    <a:pt x="283" y="531"/>
                  </a:cubicBezTo>
                  <a:cubicBezTo>
                    <a:pt x="282" y="531"/>
                    <a:pt x="282" y="530"/>
                    <a:pt x="282" y="530"/>
                  </a:cubicBezTo>
                  <a:cubicBezTo>
                    <a:pt x="280" y="531"/>
                    <a:pt x="278" y="533"/>
                    <a:pt x="277" y="533"/>
                  </a:cubicBezTo>
                  <a:cubicBezTo>
                    <a:pt x="278" y="535"/>
                    <a:pt x="280" y="534"/>
                    <a:pt x="281" y="534"/>
                  </a:cubicBezTo>
                  <a:cubicBezTo>
                    <a:pt x="281" y="534"/>
                    <a:pt x="280" y="534"/>
                    <a:pt x="280" y="535"/>
                  </a:cubicBezTo>
                  <a:cubicBezTo>
                    <a:pt x="281" y="535"/>
                    <a:pt x="282" y="535"/>
                    <a:pt x="282" y="536"/>
                  </a:cubicBezTo>
                  <a:cubicBezTo>
                    <a:pt x="283" y="537"/>
                    <a:pt x="281" y="536"/>
                    <a:pt x="281" y="537"/>
                  </a:cubicBezTo>
                  <a:cubicBezTo>
                    <a:pt x="280" y="538"/>
                    <a:pt x="282" y="537"/>
                    <a:pt x="280" y="539"/>
                  </a:cubicBezTo>
                  <a:cubicBezTo>
                    <a:pt x="279" y="541"/>
                    <a:pt x="276" y="540"/>
                    <a:pt x="275" y="541"/>
                  </a:cubicBezTo>
                  <a:cubicBezTo>
                    <a:pt x="275" y="541"/>
                    <a:pt x="275" y="541"/>
                    <a:pt x="275" y="542"/>
                  </a:cubicBezTo>
                  <a:cubicBezTo>
                    <a:pt x="276" y="542"/>
                    <a:pt x="276" y="543"/>
                    <a:pt x="277" y="543"/>
                  </a:cubicBezTo>
                  <a:cubicBezTo>
                    <a:pt x="277" y="543"/>
                    <a:pt x="275" y="544"/>
                    <a:pt x="276" y="546"/>
                  </a:cubicBezTo>
                  <a:cubicBezTo>
                    <a:pt x="276" y="547"/>
                    <a:pt x="277" y="546"/>
                    <a:pt x="277" y="546"/>
                  </a:cubicBezTo>
                  <a:cubicBezTo>
                    <a:pt x="277" y="547"/>
                    <a:pt x="277" y="551"/>
                    <a:pt x="277" y="551"/>
                  </a:cubicBezTo>
                  <a:cubicBezTo>
                    <a:pt x="276" y="552"/>
                    <a:pt x="274" y="550"/>
                    <a:pt x="272" y="551"/>
                  </a:cubicBezTo>
                  <a:cubicBezTo>
                    <a:pt x="273" y="551"/>
                    <a:pt x="269" y="553"/>
                    <a:pt x="269" y="553"/>
                  </a:cubicBezTo>
                  <a:cubicBezTo>
                    <a:pt x="269" y="554"/>
                    <a:pt x="270" y="555"/>
                    <a:pt x="270" y="556"/>
                  </a:cubicBezTo>
                  <a:cubicBezTo>
                    <a:pt x="269" y="558"/>
                    <a:pt x="267" y="558"/>
                    <a:pt x="267" y="560"/>
                  </a:cubicBezTo>
                  <a:cubicBezTo>
                    <a:pt x="267" y="561"/>
                    <a:pt x="264" y="565"/>
                    <a:pt x="262" y="565"/>
                  </a:cubicBezTo>
                  <a:cubicBezTo>
                    <a:pt x="257" y="564"/>
                    <a:pt x="260" y="557"/>
                    <a:pt x="254" y="558"/>
                  </a:cubicBezTo>
                  <a:cubicBezTo>
                    <a:pt x="254" y="552"/>
                    <a:pt x="248" y="563"/>
                    <a:pt x="247" y="562"/>
                  </a:cubicBezTo>
                  <a:cubicBezTo>
                    <a:pt x="246" y="562"/>
                    <a:pt x="246" y="562"/>
                    <a:pt x="246" y="562"/>
                  </a:cubicBezTo>
                  <a:cubicBezTo>
                    <a:pt x="246" y="563"/>
                    <a:pt x="246" y="563"/>
                    <a:pt x="246" y="563"/>
                  </a:cubicBezTo>
                  <a:cubicBezTo>
                    <a:pt x="245" y="563"/>
                    <a:pt x="246" y="562"/>
                    <a:pt x="246" y="562"/>
                  </a:cubicBezTo>
                  <a:cubicBezTo>
                    <a:pt x="245" y="561"/>
                    <a:pt x="246" y="561"/>
                    <a:pt x="246" y="562"/>
                  </a:cubicBezTo>
                  <a:cubicBezTo>
                    <a:pt x="247" y="560"/>
                    <a:pt x="251" y="555"/>
                    <a:pt x="246" y="557"/>
                  </a:cubicBezTo>
                  <a:cubicBezTo>
                    <a:pt x="245" y="558"/>
                    <a:pt x="246" y="561"/>
                    <a:pt x="245" y="561"/>
                  </a:cubicBezTo>
                  <a:cubicBezTo>
                    <a:pt x="244" y="562"/>
                    <a:pt x="241" y="560"/>
                    <a:pt x="239" y="561"/>
                  </a:cubicBezTo>
                  <a:cubicBezTo>
                    <a:pt x="239" y="561"/>
                    <a:pt x="237" y="564"/>
                    <a:pt x="238" y="565"/>
                  </a:cubicBezTo>
                  <a:cubicBezTo>
                    <a:pt x="238" y="567"/>
                    <a:pt x="240" y="566"/>
                    <a:pt x="238" y="568"/>
                  </a:cubicBezTo>
                  <a:cubicBezTo>
                    <a:pt x="238" y="569"/>
                    <a:pt x="239" y="568"/>
                    <a:pt x="239" y="568"/>
                  </a:cubicBezTo>
                  <a:cubicBezTo>
                    <a:pt x="238" y="569"/>
                    <a:pt x="239" y="570"/>
                    <a:pt x="241" y="570"/>
                  </a:cubicBezTo>
                  <a:cubicBezTo>
                    <a:pt x="238" y="572"/>
                    <a:pt x="235" y="572"/>
                    <a:pt x="237" y="575"/>
                  </a:cubicBezTo>
                  <a:cubicBezTo>
                    <a:pt x="237" y="575"/>
                    <a:pt x="242" y="578"/>
                    <a:pt x="242" y="579"/>
                  </a:cubicBezTo>
                  <a:cubicBezTo>
                    <a:pt x="245" y="577"/>
                    <a:pt x="240" y="574"/>
                    <a:pt x="241" y="571"/>
                  </a:cubicBezTo>
                  <a:cubicBezTo>
                    <a:pt x="243" y="569"/>
                    <a:pt x="244" y="576"/>
                    <a:pt x="245" y="576"/>
                  </a:cubicBezTo>
                  <a:cubicBezTo>
                    <a:pt x="246" y="577"/>
                    <a:pt x="245" y="575"/>
                    <a:pt x="246" y="576"/>
                  </a:cubicBezTo>
                  <a:cubicBezTo>
                    <a:pt x="248" y="576"/>
                    <a:pt x="249" y="578"/>
                    <a:pt x="250" y="577"/>
                  </a:cubicBezTo>
                  <a:cubicBezTo>
                    <a:pt x="250" y="576"/>
                    <a:pt x="247" y="576"/>
                    <a:pt x="248" y="574"/>
                  </a:cubicBezTo>
                  <a:cubicBezTo>
                    <a:pt x="249" y="573"/>
                    <a:pt x="252" y="575"/>
                    <a:pt x="251" y="576"/>
                  </a:cubicBezTo>
                  <a:cubicBezTo>
                    <a:pt x="252" y="576"/>
                    <a:pt x="253" y="576"/>
                    <a:pt x="254" y="577"/>
                  </a:cubicBezTo>
                  <a:cubicBezTo>
                    <a:pt x="254" y="576"/>
                    <a:pt x="254" y="576"/>
                    <a:pt x="255" y="576"/>
                  </a:cubicBezTo>
                  <a:cubicBezTo>
                    <a:pt x="255" y="576"/>
                    <a:pt x="255" y="577"/>
                    <a:pt x="254" y="578"/>
                  </a:cubicBezTo>
                  <a:cubicBezTo>
                    <a:pt x="255" y="580"/>
                    <a:pt x="254" y="582"/>
                    <a:pt x="253" y="583"/>
                  </a:cubicBezTo>
                  <a:cubicBezTo>
                    <a:pt x="253" y="583"/>
                    <a:pt x="253" y="583"/>
                    <a:pt x="253" y="583"/>
                  </a:cubicBezTo>
                  <a:cubicBezTo>
                    <a:pt x="255" y="584"/>
                    <a:pt x="254" y="582"/>
                    <a:pt x="255" y="583"/>
                  </a:cubicBezTo>
                  <a:cubicBezTo>
                    <a:pt x="255" y="583"/>
                    <a:pt x="256" y="583"/>
                    <a:pt x="256" y="583"/>
                  </a:cubicBezTo>
                  <a:cubicBezTo>
                    <a:pt x="257" y="581"/>
                    <a:pt x="258" y="578"/>
                    <a:pt x="259" y="578"/>
                  </a:cubicBezTo>
                  <a:cubicBezTo>
                    <a:pt x="260" y="577"/>
                    <a:pt x="262" y="580"/>
                    <a:pt x="262" y="578"/>
                  </a:cubicBezTo>
                  <a:cubicBezTo>
                    <a:pt x="263" y="577"/>
                    <a:pt x="261" y="575"/>
                    <a:pt x="260" y="575"/>
                  </a:cubicBezTo>
                  <a:cubicBezTo>
                    <a:pt x="261" y="575"/>
                    <a:pt x="261" y="572"/>
                    <a:pt x="261" y="572"/>
                  </a:cubicBezTo>
                  <a:cubicBezTo>
                    <a:pt x="259" y="572"/>
                    <a:pt x="257" y="574"/>
                    <a:pt x="256" y="573"/>
                  </a:cubicBezTo>
                  <a:cubicBezTo>
                    <a:pt x="255" y="573"/>
                    <a:pt x="258" y="571"/>
                    <a:pt x="258" y="570"/>
                  </a:cubicBezTo>
                  <a:cubicBezTo>
                    <a:pt x="258" y="573"/>
                    <a:pt x="261" y="569"/>
                    <a:pt x="263" y="568"/>
                  </a:cubicBezTo>
                  <a:cubicBezTo>
                    <a:pt x="264" y="568"/>
                    <a:pt x="266" y="568"/>
                    <a:pt x="267" y="568"/>
                  </a:cubicBezTo>
                  <a:cubicBezTo>
                    <a:pt x="268" y="567"/>
                    <a:pt x="266" y="565"/>
                    <a:pt x="269" y="564"/>
                  </a:cubicBezTo>
                  <a:cubicBezTo>
                    <a:pt x="269" y="564"/>
                    <a:pt x="268" y="566"/>
                    <a:pt x="269" y="566"/>
                  </a:cubicBezTo>
                  <a:cubicBezTo>
                    <a:pt x="269" y="567"/>
                    <a:pt x="271" y="564"/>
                    <a:pt x="273" y="566"/>
                  </a:cubicBezTo>
                  <a:cubicBezTo>
                    <a:pt x="273" y="566"/>
                    <a:pt x="272" y="568"/>
                    <a:pt x="272" y="570"/>
                  </a:cubicBezTo>
                  <a:cubicBezTo>
                    <a:pt x="272" y="570"/>
                    <a:pt x="272" y="571"/>
                    <a:pt x="272" y="572"/>
                  </a:cubicBezTo>
                  <a:cubicBezTo>
                    <a:pt x="274" y="572"/>
                    <a:pt x="279" y="573"/>
                    <a:pt x="280" y="573"/>
                  </a:cubicBezTo>
                  <a:cubicBezTo>
                    <a:pt x="281" y="574"/>
                    <a:pt x="279" y="576"/>
                    <a:pt x="282" y="576"/>
                  </a:cubicBezTo>
                  <a:cubicBezTo>
                    <a:pt x="279" y="578"/>
                    <a:pt x="284" y="579"/>
                    <a:pt x="283" y="581"/>
                  </a:cubicBezTo>
                  <a:cubicBezTo>
                    <a:pt x="283" y="581"/>
                    <a:pt x="281" y="581"/>
                    <a:pt x="281" y="582"/>
                  </a:cubicBezTo>
                  <a:cubicBezTo>
                    <a:pt x="281" y="582"/>
                    <a:pt x="282" y="583"/>
                    <a:pt x="281" y="584"/>
                  </a:cubicBezTo>
                  <a:cubicBezTo>
                    <a:pt x="281" y="584"/>
                    <a:pt x="281" y="584"/>
                    <a:pt x="281" y="584"/>
                  </a:cubicBezTo>
                  <a:cubicBezTo>
                    <a:pt x="282" y="585"/>
                    <a:pt x="283" y="587"/>
                    <a:pt x="282" y="588"/>
                  </a:cubicBezTo>
                  <a:cubicBezTo>
                    <a:pt x="283" y="588"/>
                    <a:pt x="283" y="588"/>
                    <a:pt x="284" y="588"/>
                  </a:cubicBezTo>
                  <a:cubicBezTo>
                    <a:pt x="283" y="588"/>
                    <a:pt x="283" y="587"/>
                    <a:pt x="283" y="586"/>
                  </a:cubicBezTo>
                  <a:cubicBezTo>
                    <a:pt x="283" y="585"/>
                    <a:pt x="284" y="585"/>
                    <a:pt x="285" y="584"/>
                  </a:cubicBezTo>
                  <a:cubicBezTo>
                    <a:pt x="285" y="584"/>
                    <a:pt x="285" y="583"/>
                    <a:pt x="286" y="582"/>
                  </a:cubicBezTo>
                  <a:cubicBezTo>
                    <a:pt x="286" y="582"/>
                    <a:pt x="286" y="582"/>
                    <a:pt x="286" y="582"/>
                  </a:cubicBezTo>
                  <a:cubicBezTo>
                    <a:pt x="286" y="582"/>
                    <a:pt x="287" y="582"/>
                    <a:pt x="287" y="582"/>
                  </a:cubicBezTo>
                  <a:cubicBezTo>
                    <a:pt x="288" y="581"/>
                    <a:pt x="290" y="580"/>
                    <a:pt x="291" y="578"/>
                  </a:cubicBezTo>
                  <a:cubicBezTo>
                    <a:pt x="289" y="581"/>
                    <a:pt x="293" y="581"/>
                    <a:pt x="293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3" y="581"/>
                    <a:pt x="293" y="580"/>
                    <a:pt x="293" y="580"/>
                  </a:cubicBezTo>
                  <a:cubicBezTo>
                    <a:pt x="292" y="579"/>
                    <a:pt x="293" y="574"/>
                    <a:pt x="294" y="574"/>
                  </a:cubicBezTo>
                  <a:cubicBezTo>
                    <a:pt x="295" y="573"/>
                    <a:pt x="295" y="574"/>
                    <a:pt x="295" y="574"/>
                  </a:cubicBezTo>
                  <a:cubicBezTo>
                    <a:pt x="297" y="574"/>
                    <a:pt x="299" y="572"/>
                    <a:pt x="302" y="573"/>
                  </a:cubicBezTo>
                  <a:cubicBezTo>
                    <a:pt x="301" y="574"/>
                    <a:pt x="299" y="573"/>
                    <a:pt x="299" y="575"/>
                  </a:cubicBezTo>
                  <a:cubicBezTo>
                    <a:pt x="298" y="576"/>
                    <a:pt x="300" y="575"/>
                    <a:pt x="300" y="576"/>
                  </a:cubicBezTo>
                  <a:cubicBezTo>
                    <a:pt x="301" y="577"/>
                    <a:pt x="298" y="581"/>
                    <a:pt x="295" y="581"/>
                  </a:cubicBezTo>
                  <a:cubicBezTo>
                    <a:pt x="295" y="582"/>
                    <a:pt x="294" y="583"/>
                    <a:pt x="294" y="584"/>
                  </a:cubicBezTo>
                  <a:cubicBezTo>
                    <a:pt x="294" y="584"/>
                    <a:pt x="295" y="584"/>
                    <a:pt x="295" y="584"/>
                  </a:cubicBezTo>
                  <a:cubicBezTo>
                    <a:pt x="296" y="583"/>
                    <a:pt x="299" y="582"/>
                    <a:pt x="300" y="580"/>
                  </a:cubicBezTo>
                  <a:cubicBezTo>
                    <a:pt x="301" y="580"/>
                    <a:pt x="300" y="578"/>
                    <a:pt x="301" y="578"/>
                  </a:cubicBezTo>
                  <a:cubicBezTo>
                    <a:pt x="301" y="577"/>
                    <a:pt x="302" y="577"/>
                    <a:pt x="302" y="576"/>
                  </a:cubicBezTo>
                  <a:cubicBezTo>
                    <a:pt x="302" y="575"/>
                    <a:pt x="301" y="576"/>
                    <a:pt x="301" y="574"/>
                  </a:cubicBezTo>
                  <a:cubicBezTo>
                    <a:pt x="302" y="573"/>
                    <a:pt x="303" y="573"/>
                    <a:pt x="304" y="573"/>
                  </a:cubicBezTo>
                  <a:cubicBezTo>
                    <a:pt x="304" y="574"/>
                    <a:pt x="303" y="576"/>
                    <a:pt x="304" y="578"/>
                  </a:cubicBezTo>
                  <a:cubicBezTo>
                    <a:pt x="304" y="578"/>
                    <a:pt x="306" y="578"/>
                    <a:pt x="307" y="579"/>
                  </a:cubicBezTo>
                  <a:cubicBezTo>
                    <a:pt x="308" y="580"/>
                    <a:pt x="308" y="581"/>
                    <a:pt x="311" y="579"/>
                  </a:cubicBezTo>
                  <a:cubicBezTo>
                    <a:pt x="307" y="583"/>
                    <a:pt x="312" y="581"/>
                    <a:pt x="313" y="582"/>
                  </a:cubicBezTo>
                  <a:cubicBezTo>
                    <a:pt x="312" y="582"/>
                    <a:pt x="312" y="589"/>
                    <a:pt x="312" y="589"/>
                  </a:cubicBezTo>
                  <a:cubicBezTo>
                    <a:pt x="312" y="590"/>
                    <a:pt x="310" y="593"/>
                    <a:pt x="310" y="595"/>
                  </a:cubicBezTo>
                  <a:cubicBezTo>
                    <a:pt x="310" y="594"/>
                    <a:pt x="310" y="594"/>
                    <a:pt x="311" y="594"/>
                  </a:cubicBezTo>
                  <a:cubicBezTo>
                    <a:pt x="311" y="595"/>
                    <a:pt x="310" y="595"/>
                    <a:pt x="310" y="596"/>
                  </a:cubicBezTo>
                  <a:cubicBezTo>
                    <a:pt x="310" y="596"/>
                    <a:pt x="310" y="596"/>
                    <a:pt x="310" y="596"/>
                  </a:cubicBezTo>
                  <a:cubicBezTo>
                    <a:pt x="310" y="596"/>
                    <a:pt x="310" y="596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4" y="594"/>
                    <a:pt x="320" y="594"/>
                    <a:pt x="324" y="595"/>
                  </a:cubicBezTo>
                  <a:cubicBezTo>
                    <a:pt x="324" y="594"/>
                    <a:pt x="324" y="593"/>
                    <a:pt x="324" y="593"/>
                  </a:cubicBezTo>
                  <a:cubicBezTo>
                    <a:pt x="325" y="593"/>
                    <a:pt x="325" y="594"/>
                    <a:pt x="325" y="595"/>
                  </a:cubicBezTo>
                  <a:cubicBezTo>
                    <a:pt x="326" y="595"/>
                    <a:pt x="326" y="596"/>
                    <a:pt x="326" y="596"/>
                  </a:cubicBezTo>
                  <a:cubicBezTo>
                    <a:pt x="326" y="597"/>
                    <a:pt x="325" y="597"/>
                    <a:pt x="323" y="598"/>
                  </a:cubicBezTo>
                  <a:cubicBezTo>
                    <a:pt x="324" y="598"/>
                    <a:pt x="324" y="598"/>
                    <a:pt x="324" y="599"/>
                  </a:cubicBezTo>
                  <a:cubicBezTo>
                    <a:pt x="324" y="600"/>
                    <a:pt x="323" y="601"/>
                    <a:pt x="322" y="601"/>
                  </a:cubicBezTo>
                  <a:cubicBezTo>
                    <a:pt x="323" y="602"/>
                    <a:pt x="322" y="603"/>
                    <a:pt x="321" y="604"/>
                  </a:cubicBezTo>
                  <a:cubicBezTo>
                    <a:pt x="321" y="604"/>
                    <a:pt x="320" y="604"/>
                    <a:pt x="319" y="604"/>
                  </a:cubicBezTo>
                  <a:cubicBezTo>
                    <a:pt x="319" y="605"/>
                    <a:pt x="320" y="605"/>
                    <a:pt x="321" y="605"/>
                  </a:cubicBezTo>
                  <a:cubicBezTo>
                    <a:pt x="323" y="604"/>
                    <a:pt x="325" y="602"/>
                    <a:pt x="325" y="602"/>
                  </a:cubicBezTo>
                  <a:cubicBezTo>
                    <a:pt x="325" y="601"/>
                    <a:pt x="325" y="601"/>
                    <a:pt x="325" y="601"/>
                  </a:cubicBezTo>
                  <a:cubicBezTo>
                    <a:pt x="329" y="600"/>
                    <a:pt x="327" y="609"/>
                    <a:pt x="325" y="607"/>
                  </a:cubicBezTo>
                  <a:cubicBezTo>
                    <a:pt x="325" y="607"/>
                    <a:pt x="324" y="605"/>
                    <a:pt x="324" y="605"/>
                  </a:cubicBezTo>
                  <a:cubicBezTo>
                    <a:pt x="323" y="605"/>
                    <a:pt x="319" y="608"/>
                    <a:pt x="318" y="609"/>
                  </a:cubicBezTo>
                  <a:cubicBezTo>
                    <a:pt x="317" y="609"/>
                    <a:pt x="316" y="609"/>
                    <a:pt x="316" y="610"/>
                  </a:cubicBezTo>
                  <a:cubicBezTo>
                    <a:pt x="316" y="610"/>
                    <a:pt x="317" y="612"/>
                    <a:pt x="316" y="613"/>
                  </a:cubicBezTo>
                  <a:cubicBezTo>
                    <a:pt x="316" y="613"/>
                    <a:pt x="315" y="614"/>
                    <a:pt x="315" y="614"/>
                  </a:cubicBezTo>
                  <a:cubicBezTo>
                    <a:pt x="315" y="614"/>
                    <a:pt x="313" y="617"/>
                    <a:pt x="313" y="618"/>
                  </a:cubicBezTo>
                  <a:cubicBezTo>
                    <a:pt x="314" y="618"/>
                    <a:pt x="315" y="618"/>
                    <a:pt x="315" y="617"/>
                  </a:cubicBezTo>
                  <a:cubicBezTo>
                    <a:pt x="315" y="617"/>
                    <a:pt x="316" y="619"/>
                    <a:pt x="315" y="620"/>
                  </a:cubicBezTo>
                  <a:cubicBezTo>
                    <a:pt x="315" y="620"/>
                    <a:pt x="315" y="620"/>
                    <a:pt x="315" y="620"/>
                  </a:cubicBezTo>
                  <a:cubicBezTo>
                    <a:pt x="315" y="621"/>
                    <a:pt x="315" y="621"/>
                    <a:pt x="316" y="621"/>
                  </a:cubicBezTo>
                  <a:cubicBezTo>
                    <a:pt x="316" y="621"/>
                    <a:pt x="316" y="620"/>
                    <a:pt x="317" y="619"/>
                  </a:cubicBezTo>
                  <a:cubicBezTo>
                    <a:pt x="317" y="620"/>
                    <a:pt x="316" y="620"/>
                    <a:pt x="316" y="619"/>
                  </a:cubicBezTo>
                  <a:cubicBezTo>
                    <a:pt x="316" y="618"/>
                    <a:pt x="316" y="618"/>
                    <a:pt x="316" y="618"/>
                  </a:cubicBezTo>
                  <a:cubicBezTo>
                    <a:pt x="316" y="617"/>
                    <a:pt x="317" y="616"/>
                    <a:pt x="318" y="617"/>
                  </a:cubicBezTo>
                  <a:cubicBezTo>
                    <a:pt x="318" y="618"/>
                    <a:pt x="318" y="618"/>
                    <a:pt x="317" y="618"/>
                  </a:cubicBezTo>
                  <a:cubicBezTo>
                    <a:pt x="317" y="618"/>
                    <a:pt x="317" y="618"/>
                    <a:pt x="317" y="618"/>
                  </a:cubicBezTo>
                  <a:cubicBezTo>
                    <a:pt x="318" y="618"/>
                    <a:pt x="318" y="618"/>
                    <a:pt x="318" y="618"/>
                  </a:cubicBezTo>
                  <a:cubicBezTo>
                    <a:pt x="318" y="619"/>
                    <a:pt x="318" y="619"/>
                    <a:pt x="317" y="619"/>
                  </a:cubicBezTo>
                  <a:cubicBezTo>
                    <a:pt x="319" y="618"/>
                    <a:pt x="320" y="618"/>
                    <a:pt x="321" y="620"/>
                  </a:cubicBezTo>
                  <a:cubicBezTo>
                    <a:pt x="322" y="621"/>
                    <a:pt x="321" y="623"/>
                    <a:pt x="320" y="623"/>
                  </a:cubicBezTo>
                  <a:cubicBezTo>
                    <a:pt x="320" y="623"/>
                    <a:pt x="320" y="623"/>
                    <a:pt x="320" y="623"/>
                  </a:cubicBezTo>
                  <a:cubicBezTo>
                    <a:pt x="322" y="623"/>
                    <a:pt x="320" y="624"/>
                    <a:pt x="321" y="624"/>
                  </a:cubicBezTo>
                  <a:cubicBezTo>
                    <a:pt x="321" y="625"/>
                    <a:pt x="322" y="624"/>
                    <a:pt x="322" y="624"/>
                  </a:cubicBezTo>
                  <a:cubicBezTo>
                    <a:pt x="322" y="624"/>
                    <a:pt x="322" y="624"/>
                    <a:pt x="322" y="624"/>
                  </a:cubicBezTo>
                  <a:cubicBezTo>
                    <a:pt x="323" y="624"/>
                    <a:pt x="323" y="624"/>
                    <a:pt x="324" y="624"/>
                  </a:cubicBezTo>
                  <a:cubicBezTo>
                    <a:pt x="326" y="625"/>
                    <a:pt x="323" y="629"/>
                    <a:pt x="324" y="631"/>
                  </a:cubicBezTo>
                  <a:cubicBezTo>
                    <a:pt x="325" y="631"/>
                    <a:pt x="326" y="631"/>
                    <a:pt x="327" y="631"/>
                  </a:cubicBezTo>
                  <a:cubicBezTo>
                    <a:pt x="328" y="630"/>
                    <a:pt x="328" y="629"/>
                    <a:pt x="329" y="628"/>
                  </a:cubicBezTo>
                  <a:cubicBezTo>
                    <a:pt x="328" y="627"/>
                    <a:pt x="327" y="626"/>
                    <a:pt x="328" y="624"/>
                  </a:cubicBezTo>
                  <a:cubicBezTo>
                    <a:pt x="330" y="620"/>
                    <a:pt x="335" y="622"/>
                    <a:pt x="336" y="625"/>
                  </a:cubicBezTo>
                  <a:cubicBezTo>
                    <a:pt x="337" y="625"/>
                    <a:pt x="337" y="625"/>
                    <a:pt x="338" y="624"/>
                  </a:cubicBezTo>
                  <a:cubicBezTo>
                    <a:pt x="338" y="624"/>
                    <a:pt x="337" y="625"/>
                    <a:pt x="337" y="625"/>
                  </a:cubicBezTo>
                  <a:cubicBezTo>
                    <a:pt x="339" y="624"/>
                    <a:pt x="342" y="623"/>
                    <a:pt x="344" y="624"/>
                  </a:cubicBezTo>
                  <a:cubicBezTo>
                    <a:pt x="345" y="624"/>
                    <a:pt x="347" y="624"/>
                    <a:pt x="347" y="624"/>
                  </a:cubicBezTo>
                  <a:cubicBezTo>
                    <a:pt x="347" y="625"/>
                    <a:pt x="346" y="625"/>
                    <a:pt x="345" y="625"/>
                  </a:cubicBezTo>
                  <a:cubicBezTo>
                    <a:pt x="345" y="625"/>
                    <a:pt x="345" y="626"/>
                    <a:pt x="345" y="626"/>
                  </a:cubicBezTo>
                  <a:cubicBezTo>
                    <a:pt x="345" y="627"/>
                    <a:pt x="345" y="628"/>
                    <a:pt x="345" y="629"/>
                  </a:cubicBezTo>
                  <a:cubicBezTo>
                    <a:pt x="347" y="629"/>
                    <a:pt x="348" y="630"/>
                    <a:pt x="346" y="632"/>
                  </a:cubicBezTo>
                  <a:cubicBezTo>
                    <a:pt x="345" y="634"/>
                    <a:pt x="346" y="636"/>
                    <a:pt x="346" y="636"/>
                  </a:cubicBezTo>
                  <a:cubicBezTo>
                    <a:pt x="346" y="637"/>
                    <a:pt x="345" y="637"/>
                    <a:pt x="345" y="638"/>
                  </a:cubicBezTo>
                  <a:cubicBezTo>
                    <a:pt x="347" y="637"/>
                    <a:pt x="349" y="635"/>
                    <a:pt x="351" y="634"/>
                  </a:cubicBezTo>
                  <a:cubicBezTo>
                    <a:pt x="349" y="632"/>
                    <a:pt x="347" y="629"/>
                    <a:pt x="351" y="627"/>
                  </a:cubicBezTo>
                  <a:cubicBezTo>
                    <a:pt x="352" y="627"/>
                    <a:pt x="352" y="627"/>
                    <a:pt x="353" y="627"/>
                  </a:cubicBezTo>
                  <a:cubicBezTo>
                    <a:pt x="352" y="627"/>
                    <a:pt x="353" y="622"/>
                    <a:pt x="355" y="624"/>
                  </a:cubicBezTo>
                  <a:cubicBezTo>
                    <a:pt x="356" y="625"/>
                    <a:pt x="355" y="626"/>
                    <a:pt x="355" y="626"/>
                  </a:cubicBezTo>
                  <a:cubicBezTo>
                    <a:pt x="354" y="627"/>
                    <a:pt x="354" y="627"/>
                    <a:pt x="354" y="627"/>
                  </a:cubicBezTo>
                  <a:cubicBezTo>
                    <a:pt x="356" y="627"/>
                    <a:pt x="358" y="627"/>
                    <a:pt x="359" y="626"/>
                  </a:cubicBezTo>
                  <a:cubicBezTo>
                    <a:pt x="362" y="624"/>
                    <a:pt x="361" y="624"/>
                    <a:pt x="363" y="625"/>
                  </a:cubicBezTo>
                  <a:cubicBezTo>
                    <a:pt x="363" y="626"/>
                    <a:pt x="363" y="627"/>
                    <a:pt x="365" y="626"/>
                  </a:cubicBezTo>
                  <a:cubicBezTo>
                    <a:pt x="365" y="626"/>
                    <a:pt x="369" y="622"/>
                    <a:pt x="368" y="625"/>
                  </a:cubicBezTo>
                  <a:cubicBezTo>
                    <a:pt x="368" y="626"/>
                    <a:pt x="367" y="626"/>
                    <a:pt x="367" y="626"/>
                  </a:cubicBezTo>
                  <a:cubicBezTo>
                    <a:pt x="367" y="627"/>
                    <a:pt x="371" y="627"/>
                    <a:pt x="372" y="628"/>
                  </a:cubicBezTo>
                  <a:cubicBezTo>
                    <a:pt x="372" y="629"/>
                    <a:pt x="367" y="630"/>
                    <a:pt x="370" y="632"/>
                  </a:cubicBezTo>
                  <a:cubicBezTo>
                    <a:pt x="370" y="633"/>
                    <a:pt x="371" y="633"/>
                    <a:pt x="371" y="633"/>
                  </a:cubicBezTo>
                  <a:cubicBezTo>
                    <a:pt x="371" y="633"/>
                    <a:pt x="370" y="633"/>
                    <a:pt x="370" y="634"/>
                  </a:cubicBezTo>
                  <a:cubicBezTo>
                    <a:pt x="369" y="635"/>
                    <a:pt x="369" y="636"/>
                    <a:pt x="370" y="636"/>
                  </a:cubicBezTo>
                  <a:cubicBezTo>
                    <a:pt x="371" y="636"/>
                    <a:pt x="372" y="636"/>
                    <a:pt x="372" y="637"/>
                  </a:cubicBezTo>
                  <a:cubicBezTo>
                    <a:pt x="372" y="638"/>
                    <a:pt x="372" y="638"/>
                    <a:pt x="371" y="638"/>
                  </a:cubicBezTo>
                  <a:cubicBezTo>
                    <a:pt x="371" y="639"/>
                    <a:pt x="370" y="639"/>
                    <a:pt x="370" y="639"/>
                  </a:cubicBezTo>
                  <a:cubicBezTo>
                    <a:pt x="371" y="640"/>
                    <a:pt x="372" y="640"/>
                    <a:pt x="373" y="640"/>
                  </a:cubicBezTo>
                  <a:cubicBezTo>
                    <a:pt x="373" y="642"/>
                    <a:pt x="371" y="643"/>
                    <a:pt x="371" y="644"/>
                  </a:cubicBezTo>
                  <a:cubicBezTo>
                    <a:pt x="372" y="647"/>
                    <a:pt x="375" y="644"/>
                    <a:pt x="377" y="645"/>
                  </a:cubicBezTo>
                  <a:cubicBezTo>
                    <a:pt x="378" y="645"/>
                    <a:pt x="379" y="648"/>
                    <a:pt x="381" y="646"/>
                  </a:cubicBezTo>
                  <a:cubicBezTo>
                    <a:pt x="382" y="645"/>
                    <a:pt x="381" y="642"/>
                    <a:pt x="385" y="641"/>
                  </a:cubicBezTo>
                  <a:cubicBezTo>
                    <a:pt x="386" y="641"/>
                    <a:pt x="391" y="640"/>
                    <a:pt x="392" y="642"/>
                  </a:cubicBezTo>
                  <a:cubicBezTo>
                    <a:pt x="392" y="643"/>
                    <a:pt x="390" y="642"/>
                    <a:pt x="389" y="643"/>
                  </a:cubicBezTo>
                  <a:cubicBezTo>
                    <a:pt x="388" y="644"/>
                    <a:pt x="390" y="646"/>
                    <a:pt x="390" y="646"/>
                  </a:cubicBezTo>
                  <a:cubicBezTo>
                    <a:pt x="389" y="648"/>
                    <a:pt x="387" y="647"/>
                    <a:pt x="386" y="648"/>
                  </a:cubicBezTo>
                  <a:cubicBezTo>
                    <a:pt x="386" y="648"/>
                    <a:pt x="387" y="648"/>
                    <a:pt x="387" y="649"/>
                  </a:cubicBezTo>
                  <a:cubicBezTo>
                    <a:pt x="387" y="649"/>
                    <a:pt x="386" y="649"/>
                    <a:pt x="386" y="649"/>
                  </a:cubicBezTo>
                  <a:cubicBezTo>
                    <a:pt x="386" y="651"/>
                    <a:pt x="387" y="652"/>
                    <a:pt x="385" y="653"/>
                  </a:cubicBezTo>
                  <a:cubicBezTo>
                    <a:pt x="385" y="653"/>
                    <a:pt x="385" y="653"/>
                    <a:pt x="385" y="653"/>
                  </a:cubicBezTo>
                  <a:cubicBezTo>
                    <a:pt x="385" y="653"/>
                    <a:pt x="385" y="654"/>
                    <a:pt x="385" y="654"/>
                  </a:cubicBezTo>
                  <a:cubicBezTo>
                    <a:pt x="385" y="654"/>
                    <a:pt x="386" y="655"/>
                    <a:pt x="384" y="656"/>
                  </a:cubicBezTo>
                  <a:cubicBezTo>
                    <a:pt x="383" y="656"/>
                    <a:pt x="383" y="656"/>
                    <a:pt x="383" y="656"/>
                  </a:cubicBezTo>
                  <a:cubicBezTo>
                    <a:pt x="383" y="656"/>
                    <a:pt x="384" y="657"/>
                    <a:pt x="384" y="657"/>
                  </a:cubicBezTo>
                  <a:cubicBezTo>
                    <a:pt x="385" y="657"/>
                    <a:pt x="386" y="657"/>
                    <a:pt x="386" y="657"/>
                  </a:cubicBezTo>
                  <a:cubicBezTo>
                    <a:pt x="387" y="657"/>
                    <a:pt x="387" y="658"/>
                    <a:pt x="387" y="658"/>
                  </a:cubicBezTo>
                  <a:cubicBezTo>
                    <a:pt x="387" y="658"/>
                    <a:pt x="387" y="659"/>
                    <a:pt x="386" y="659"/>
                  </a:cubicBezTo>
                  <a:cubicBezTo>
                    <a:pt x="386" y="660"/>
                    <a:pt x="386" y="661"/>
                    <a:pt x="386" y="661"/>
                  </a:cubicBezTo>
                  <a:cubicBezTo>
                    <a:pt x="385" y="662"/>
                    <a:pt x="382" y="661"/>
                    <a:pt x="380" y="662"/>
                  </a:cubicBezTo>
                  <a:cubicBezTo>
                    <a:pt x="381" y="660"/>
                    <a:pt x="381" y="659"/>
                    <a:pt x="379" y="660"/>
                  </a:cubicBezTo>
                  <a:cubicBezTo>
                    <a:pt x="377" y="661"/>
                    <a:pt x="379" y="661"/>
                    <a:pt x="379" y="662"/>
                  </a:cubicBezTo>
                  <a:cubicBezTo>
                    <a:pt x="379" y="662"/>
                    <a:pt x="377" y="662"/>
                    <a:pt x="378" y="663"/>
                  </a:cubicBezTo>
                  <a:cubicBezTo>
                    <a:pt x="378" y="663"/>
                    <a:pt x="378" y="663"/>
                    <a:pt x="378" y="663"/>
                  </a:cubicBezTo>
                  <a:cubicBezTo>
                    <a:pt x="380" y="663"/>
                    <a:pt x="383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5" y="662"/>
                    <a:pt x="385" y="663"/>
                    <a:pt x="384" y="664"/>
                  </a:cubicBezTo>
                  <a:cubicBezTo>
                    <a:pt x="385" y="664"/>
                    <a:pt x="385" y="665"/>
                    <a:pt x="385" y="666"/>
                  </a:cubicBezTo>
                  <a:cubicBezTo>
                    <a:pt x="385" y="668"/>
                    <a:pt x="382" y="668"/>
                    <a:pt x="379" y="668"/>
                  </a:cubicBezTo>
                  <a:cubicBezTo>
                    <a:pt x="379" y="669"/>
                    <a:pt x="380" y="670"/>
                    <a:pt x="379" y="671"/>
                  </a:cubicBezTo>
                  <a:cubicBezTo>
                    <a:pt x="378" y="673"/>
                    <a:pt x="375" y="673"/>
                    <a:pt x="376" y="674"/>
                  </a:cubicBezTo>
                  <a:cubicBezTo>
                    <a:pt x="374" y="673"/>
                    <a:pt x="372" y="674"/>
                    <a:pt x="371" y="673"/>
                  </a:cubicBezTo>
                  <a:cubicBezTo>
                    <a:pt x="368" y="671"/>
                    <a:pt x="369" y="671"/>
                    <a:pt x="365" y="671"/>
                  </a:cubicBezTo>
                  <a:cubicBezTo>
                    <a:pt x="365" y="671"/>
                    <a:pt x="364" y="671"/>
                    <a:pt x="363" y="671"/>
                  </a:cubicBezTo>
                  <a:cubicBezTo>
                    <a:pt x="360" y="671"/>
                    <a:pt x="361" y="672"/>
                    <a:pt x="362" y="674"/>
                  </a:cubicBezTo>
                  <a:cubicBezTo>
                    <a:pt x="359" y="672"/>
                    <a:pt x="360" y="674"/>
                    <a:pt x="362" y="675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62" y="675"/>
                    <a:pt x="362" y="675"/>
                    <a:pt x="362" y="676"/>
                  </a:cubicBezTo>
                  <a:cubicBezTo>
                    <a:pt x="362" y="676"/>
                    <a:pt x="363" y="676"/>
                    <a:pt x="363" y="676"/>
                  </a:cubicBezTo>
                  <a:cubicBezTo>
                    <a:pt x="363" y="676"/>
                    <a:pt x="365" y="674"/>
                    <a:pt x="365" y="675"/>
                  </a:cubicBezTo>
                  <a:cubicBezTo>
                    <a:pt x="366" y="676"/>
                    <a:pt x="361" y="679"/>
                    <a:pt x="365" y="680"/>
                  </a:cubicBezTo>
                  <a:cubicBezTo>
                    <a:pt x="359" y="680"/>
                    <a:pt x="366" y="684"/>
                    <a:pt x="368" y="686"/>
                  </a:cubicBezTo>
                  <a:cubicBezTo>
                    <a:pt x="369" y="687"/>
                    <a:pt x="369" y="689"/>
                    <a:pt x="370" y="690"/>
                  </a:cubicBezTo>
                  <a:cubicBezTo>
                    <a:pt x="370" y="691"/>
                    <a:pt x="371" y="692"/>
                    <a:pt x="370" y="692"/>
                  </a:cubicBezTo>
                  <a:cubicBezTo>
                    <a:pt x="370" y="692"/>
                    <a:pt x="370" y="692"/>
                    <a:pt x="370" y="692"/>
                  </a:cubicBezTo>
                  <a:cubicBezTo>
                    <a:pt x="371" y="693"/>
                    <a:pt x="371" y="694"/>
                    <a:pt x="372" y="694"/>
                  </a:cubicBezTo>
                  <a:cubicBezTo>
                    <a:pt x="372" y="694"/>
                    <a:pt x="372" y="694"/>
                    <a:pt x="372" y="694"/>
                  </a:cubicBezTo>
                  <a:cubicBezTo>
                    <a:pt x="373" y="694"/>
                    <a:pt x="373" y="694"/>
                    <a:pt x="373" y="694"/>
                  </a:cubicBezTo>
                  <a:cubicBezTo>
                    <a:pt x="374" y="693"/>
                    <a:pt x="376" y="692"/>
                    <a:pt x="377" y="693"/>
                  </a:cubicBezTo>
                  <a:cubicBezTo>
                    <a:pt x="378" y="692"/>
                    <a:pt x="379" y="694"/>
                    <a:pt x="379" y="695"/>
                  </a:cubicBezTo>
                  <a:cubicBezTo>
                    <a:pt x="380" y="695"/>
                    <a:pt x="381" y="694"/>
                    <a:pt x="382" y="695"/>
                  </a:cubicBezTo>
                  <a:cubicBezTo>
                    <a:pt x="383" y="695"/>
                    <a:pt x="381" y="695"/>
                    <a:pt x="379" y="695"/>
                  </a:cubicBezTo>
                  <a:cubicBezTo>
                    <a:pt x="379" y="696"/>
                    <a:pt x="379" y="697"/>
                    <a:pt x="378" y="697"/>
                  </a:cubicBezTo>
                  <a:cubicBezTo>
                    <a:pt x="380" y="698"/>
                    <a:pt x="382" y="698"/>
                    <a:pt x="382" y="698"/>
                  </a:cubicBezTo>
                  <a:cubicBezTo>
                    <a:pt x="382" y="698"/>
                    <a:pt x="382" y="698"/>
                    <a:pt x="383" y="698"/>
                  </a:cubicBezTo>
                  <a:cubicBezTo>
                    <a:pt x="382" y="698"/>
                    <a:pt x="381" y="697"/>
                    <a:pt x="380" y="697"/>
                  </a:cubicBezTo>
                  <a:cubicBezTo>
                    <a:pt x="381" y="697"/>
                    <a:pt x="383" y="697"/>
                    <a:pt x="384" y="697"/>
                  </a:cubicBezTo>
                  <a:cubicBezTo>
                    <a:pt x="384" y="697"/>
                    <a:pt x="384" y="697"/>
                    <a:pt x="385" y="697"/>
                  </a:cubicBezTo>
                  <a:cubicBezTo>
                    <a:pt x="384" y="696"/>
                    <a:pt x="385" y="695"/>
                    <a:pt x="386" y="696"/>
                  </a:cubicBezTo>
                  <a:cubicBezTo>
                    <a:pt x="387" y="695"/>
                    <a:pt x="388" y="695"/>
                    <a:pt x="389" y="696"/>
                  </a:cubicBezTo>
                  <a:cubicBezTo>
                    <a:pt x="389" y="696"/>
                    <a:pt x="388" y="696"/>
                    <a:pt x="387" y="697"/>
                  </a:cubicBezTo>
                  <a:cubicBezTo>
                    <a:pt x="387" y="697"/>
                    <a:pt x="388" y="699"/>
                    <a:pt x="387" y="698"/>
                  </a:cubicBezTo>
                  <a:cubicBezTo>
                    <a:pt x="387" y="698"/>
                    <a:pt x="387" y="698"/>
                    <a:pt x="387" y="698"/>
                  </a:cubicBezTo>
                  <a:cubicBezTo>
                    <a:pt x="387" y="697"/>
                    <a:pt x="387" y="697"/>
                    <a:pt x="387" y="697"/>
                  </a:cubicBezTo>
                  <a:cubicBezTo>
                    <a:pt x="386" y="697"/>
                    <a:pt x="386" y="698"/>
                    <a:pt x="385" y="698"/>
                  </a:cubicBezTo>
                  <a:cubicBezTo>
                    <a:pt x="386" y="698"/>
                    <a:pt x="387" y="699"/>
                    <a:pt x="387" y="699"/>
                  </a:cubicBezTo>
                  <a:cubicBezTo>
                    <a:pt x="387" y="700"/>
                    <a:pt x="386" y="699"/>
                    <a:pt x="385" y="699"/>
                  </a:cubicBezTo>
                  <a:cubicBezTo>
                    <a:pt x="385" y="699"/>
                    <a:pt x="385" y="700"/>
                    <a:pt x="385" y="700"/>
                  </a:cubicBezTo>
                  <a:cubicBezTo>
                    <a:pt x="386" y="700"/>
                    <a:pt x="387" y="699"/>
                    <a:pt x="388" y="700"/>
                  </a:cubicBezTo>
                  <a:cubicBezTo>
                    <a:pt x="389" y="700"/>
                    <a:pt x="388" y="704"/>
                    <a:pt x="391" y="702"/>
                  </a:cubicBezTo>
                  <a:cubicBezTo>
                    <a:pt x="392" y="702"/>
                    <a:pt x="391" y="701"/>
                    <a:pt x="391" y="701"/>
                  </a:cubicBezTo>
                  <a:cubicBezTo>
                    <a:pt x="391" y="701"/>
                    <a:pt x="391" y="700"/>
                    <a:pt x="391" y="700"/>
                  </a:cubicBezTo>
                  <a:cubicBezTo>
                    <a:pt x="390" y="700"/>
                    <a:pt x="390" y="700"/>
                    <a:pt x="390" y="700"/>
                  </a:cubicBezTo>
                  <a:cubicBezTo>
                    <a:pt x="389" y="699"/>
                    <a:pt x="391" y="698"/>
                    <a:pt x="391" y="699"/>
                  </a:cubicBezTo>
                  <a:cubicBezTo>
                    <a:pt x="391" y="699"/>
                    <a:pt x="391" y="699"/>
                    <a:pt x="391" y="699"/>
                  </a:cubicBezTo>
                  <a:cubicBezTo>
                    <a:pt x="392" y="699"/>
                    <a:pt x="395" y="701"/>
                    <a:pt x="397" y="701"/>
                  </a:cubicBezTo>
                  <a:cubicBezTo>
                    <a:pt x="395" y="702"/>
                    <a:pt x="396" y="703"/>
                    <a:pt x="397" y="704"/>
                  </a:cubicBezTo>
                  <a:cubicBezTo>
                    <a:pt x="399" y="704"/>
                    <a:pt x="401" y="703"/>
                    <a:pt x="403" y="702"/>
                  </a:cubicBezTo>
                  <a:cubicBezTo>
                    <a:pt x="402" y="704"/>
                    <a:pt x="399" y="704"/>
                    <a:pt x="397" y="704"/>
                  </a:cubicBezTo>
                  <a:cubicBezTo>
                    <a:pt x="398" y="705"/>
                    <a:pt x="398" y="706"/>
                    <a:pt x="397" y="707"/>
                  </a:cubicBezTo>
                  <a:cubicBezTo>
                    <a:pt x="396" y="708"/>
                    <a:pt x="392" y="706"/>
                    <a:pt x="391" y="708"/>
                  </a:cubicBezTo>
                  <a:cubicBezTo>
                    <a:pt x="391" y="708"/>
                    <a:pt x="392" y="708"/>
                    <a:pt x="392" y="709"/>
                  </a:cubicBezTo>
                  <a:cubicBezTo>
                    <a:pt x="392" y="710"/>
                    <a:pt x="389" y="711"/>
                    <a:pt x="392" y="712"/>
                  </a:cubicBezTo>
                  <a:cubicBezTo>
                    <a:pt x="392" y="712"/>
                    <a:pt x="397" y="714"/>
                    <a:pt x="398" y="714"/>
                  </a:cubicBezTo>
                  <a:cubicBezTo>
                    <a:pt x="401" y="715"/>
                    <a:pt x="403" y="715"/>
                    <a:pt x="406" y="717"/>
                  </a:cubicBezTo>
                  <a:cubicBezTo>
                    <a:pt x="402" y="716"/>
                    <a:pt x="401" y="718"/>
                    <a:pt x="397" y="718"/>
                  </a:cubicBezTo>
                  <a:cubicBezTo>
                    <a:pt x="394" y="718"/>
                    <a:pt x="391" y="714"/>
                    <a:pt x="388" y="714"/>
                  </a:cubicBezTo>
                  <a:cubicBezTo>
                    <a:pt x="388" y="714"/>
                    <a:pt x="384" y="717"/>
                    <a:pt x="383" y="717"/>
                  </a:cubicBezTo>
                  <a:cubicBezTo>
                    <a:pt x="382" y="717"/>
                    <a:pt x="381" y="715"/>
                    <a:pt x="381" y="716"/>
                  </a:cubicBezTo>
                  <a:cubicBezTo>
                    <a:pt x="381" y="717"/>
                    <a:pt x="382" y="717"/>
                    <a:pt x="382" y="717"/>
                  </a:cubicBezTo>
                  <a:cubicBezTo>
                    <a:pt x="382" y="717"/>
                    <a:pt x="382" y="717"/>
                    <a:pt x="383" y="717"/>
                  </a:cubicBezTo>
                  <a:cubicBezTo>
                    <a:pt x="383" y="717"/>
                    <a:pt x="384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7" y="717"/>
                    <a:pt x="388" y="718"/>
                    <a:pt x="388" y="718"/>
                  </a:cubicBezTo>
                  <a:cubicBezTo>
                    <a:pt x="388" y="718"/>
                    <a:pt x="388" y="719"/>
                    <a:pt x="388" y="719"/>
                  </a:cubicBezTo>
                  <a:cubicBezTo>
                    <a:pt x="387" y="720"/>
                    <a:pt x="386" y="721"/>
                    <a:pt x="385" y="721"/>
                  </a:cubicBezTo>
                  <a:cubicBezTo>
                    <a:pt x="384" y="721"/>
                    <a:pt x="382" y="720"/>
                    <a:pt x="382" y="718"/>
                  </a:cubicBezTo>
                  <a:cubicBezTo>
                    <a:pt x="382" y="719"/>
                    <a:pt x="382" y="718"/>
                    <a:pt x="382" y="719"/>
                  </a:cubicBezTo>
                  <a:cubicBezTo>
                    <a:pt x="382" y="719"/>
                    <a:pt x="380" y="720"/>
                    <a:pt x="379" y="719"/>
                  </a:cubicBezTo>
                  <a:cubicBezTo>
                    <a:pt x="379" y="720"/>
                    <a:pt x="379" y="720"/>
                    <a:pt x="379" y="721"/>
                  </a:cubicBezTo>
                  <a:cubicBezTo>
                    <a:pt x="379" y="721"/>
                    <a:pt x="380" y="720"/>
                    <a:pt x="380" y="720"/>
                  </a:cubicBezTo>
                  <a:cubicBezTo>
                    <a:pt x="380" y="720"/>
                    <a:pt x="380" y="721"/>
                    <a:pt x="380" y="721"/>
                  </a:cubicBezTo>
                  <a:cubicBezTo>
                    <a:pt x="381" y="722"/>
                    <a:pt x="383" y="724"/>
                    <a:pt x="384" y="725"/>
                  </a:cubicBezTo>
                  <a:cubicBezTo>
                    <a:pt x="383" y="725"/>
                    <a:pt x="382" y="726"/>
                    <a:pt x="383" y="726"/>
                  </a:cubicBezTo>
                  <a:cubicBezTo>
                    <a:pt x="384" y="726"/>
                    <a:pt x="387" y="726"/>
                    <a:pt x="384" y="728"/>
                  </a:cubicBezTo>
                  <a:cubicBezTo>
                    <a:pt x="384" y="728"/>
                    <a:pt x="384" y="728"/>
                    <a:pt x="384" y="728"/>
                  </a:cubicBezTo>
                  <a:cubicBezTo>
                    <a:pt x="385" y="728"/>
                    <a:pt x="385" y="729"/>
                    <a:pt x="385" y="729"/>
                  </a:cubicBezTo>
                  <a:cubicBezTo>
                    <a:pt x="388" y="729"/>
                    <a:pt x="390" y="728"/>
                    <a:pt x="393" y="728"/>
                  </a:cubicBezTo>
                  <a:cubicBezTo>
                    <a:pt x="397" y="727"/>
                    <a:pt x="391" y="730"/>
                    <a:pt x="390" y="730"/>
                  </a:cubicBezTo>
                  <a:cubicBezTo>
                    <a:pt x="388" y="730"/>
                    <a:pt x="386" y="731"/>
                    <a:pt x="384" y="731"/>
                  </a:cubicBezTo>
                  <a:cubicBezTo>
                    <a:pt x="384" y="731"/>
                    <a:pt x="383" y="731"/>
                    <a:pt x="383" y="732"/>
                  </a:cubicBezTo>
                  <a:cubicBezTo>
                    <a:pt x="383" y="732"/>
                    <a:pt x="382" y="732"/>
                    <a:pt x="381" y="731"/>
                  </a:cubicBezTo>
                  <a:cubicBezTo>
                    <a:pt x="380" y="732"/>
                    <a:pt x="378" y="732"/>
                    <a:pt x="377" y="733"/>
                  </a:cubicBezTo>
                  <a:cubicBezTo>
                    <a:pt x="376" y="734"/>
                    <a:pt x="375" y="735"/>
                    <a:pt x="375" y="736"/>
                  </a:cubicBezTo>
                  <a:cubicBezTo>
                    <a:pt x="376" y="736"/>
                    <a:pt x="376" y="736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8" y="737"/>
                    <a:pt x="380" y="738"/>
                    <a:pt x="379" y="739"/>
                  </a:cubicBezTo>
                  <a:cubicBezTo>
                    <a:pt x="380" y="739"/>
                    <a:pt x="380" y="739"/>
                    <a:pt x="380" y="739"/>
                  </a:cubicBezTo>
                  <a:cubicBezTo>
                    <a:pt x="380" y="741"/>
                    <a:pt x="378" y="741"/>
                    <a:pt x="376" y="742"/>
                  </a:cubicBezTo>
                  <a:cubicBezTo>
                    <a:pt x="377" y="742"/>
                    <a:pt x="376" y="743"/>
                    <a:pt x="375" y="743"/>
                  </a:cubicBezTo>
                  <a:cubicBezTo>
                    <a:pt x="375" y="743"/>
                    <a:pt x="375" y="743"/>
                    <a:pt x="375" y="743"/>
                  </a:cubicBezTo>
                  <a:cubicBezTo>
                    <a:pt x="376" y="744"/>
                    <a:pt x="378" y="745"/>
                    <a:pt x="379" y="745"/>
                  </a:cubicBezTo>
                  <a:cubicBezTo>
                    <a:pt x="380" y="745"/>
                    <a:pt x="382" y="746"/>
                    <a:pt x="382" y="747"/>
                  </a:cubicBezTo>
                  <a:cubicBezTo>
                    <a:pt x="383" y="747"/>
                    <a:pt x="384" y="748"/>
                    <a:pt x="384" y="749"/>
                  </a:cubicBezTo>
                  <a:cubicBezTo>
                    <a:pt x="384" y="749"/>
                    <a:pt x="385" y="749"/>
                    <a:pt x="386" y="750"/>
                  </a:cubicBezTo>
                  <a:cubicBezTo>
                    <a:pt x="387" y="751"/>
                    <a:pt x="386" y="753"/>
                    <a:pt x="385" y="753"/>
                  </a:cubicBezTo>
                  <a:cubicBezTo>
                    <a:pt x="385" y="753"/>
                    <a:pt x="385" y="753"/>
                    <a:pt x="385" y="753"/>
                  </a:cubicBezTo>
                  <a:cubicBezTo>
                    <a:pt x="385" y="754"/>
                    <a:pt x="385" y="754"/>
                    <a:pt x="384" y="755"/>
                  </a:cubicBezTo>
                  <a:cubicBezTo>
                    <a:pt x="385" y="755"/>
                    <a:pt x="386" y="754"/>
                    <a:pt x="387" y="755"/>
                  </a:cubicBezTo>
                  <a:cubicBezTo>
                    <a:pt x="388" y="754"/>
                    <a:pt x="388" y="753"/>
                    <a:pt x="388" y="753"/>
                  </a:cubicBezTo>
                  <a:cubicBezTo>
                    <a:pt x="389" y="753"/>
                    <a:pt x="391" y="753"/>
                    <a:pt x="392" y="752"/>
                  </a:cubicBezTo>
                  <a:cubicBezTo>
                    <a:pt x="393" y="751"/>
                    <a:pt x="394" y="751"/>
                    <a:pt x="396" y="751"/>
                  </a:cubicBezTo>
                  <a:cubicBezTo>
                    <a:pt x="396" y="750"/>
                    <a:pt x="396" y="750"/>
                    <a:pt x="396" y="749"/>
                  </a:cubicBezTo>
                  <a:cubicBezTo>
                    <a:pt x="397" y="749"/>
                    <a:pt x="398" y="751"/>
                    <a:pt x="399" y="751"/>
                  </a:cubicBezTo>
                  <a:cubicBezTo>
                    <a:pt x="399" y="750"/>
                    <a:pt x="399" y="750"/>
                    <a:pt x="399" y="750"/>
                  </a:cubicBezTo>
                  <a:cubicBezTo>
                    <a:pt x="399" y="750"/>
                    <a:pt x="400" y="750"/>
                    <a:pt x="399" y="750"/>
                  </a:cubicBezTo>
                  <a:cubicBezTo>
                    <a:pt x="399" y="750"/>
                    <a:pt x="400" y="751"/>
                    <a:pt x="400" y="751"/>
                  </a:cubicBezTo>
                  <a:cubicBezTo>
                    <a:pt x="401" y="751"/>
                    <a:pt x="402" y="750"/>
                    <a:pt x="403" y="750"/>
                  </a:cubicBezTo>
                  <a:cubicBezTo>
                    <a:pt x="403" y="750"/>
                    <a:pt x="402" y="751"/>
                    <a:pt x="402" y="751"/>
                  </a:cubicBezTo>
                  <a:cubicBezTo>
                    <a:pt x="403" y="753"/>
                    <a:pt x="407" y="757"/>
                    <a:pt x="407" y="758"/>
                  </a:cubicBezTo>
                  <a:cubicBezTo>
                    <a:pt x="407" y="760"/>
                    <a:pt x="402" y="760"/>
                    <a:pt x="400" y="762"/>
                  </a:cubicBezTo>
                  <a:cubicBezTo>
                    <a:pt x="400" y="763"/>
                    <a:pt x="401" y="764"/>
                    <a:pt x="400" y="765"/>
                  </a:cubicBezTo>
                  <a:cubicBezTo>
                    <a:pt x="398" y="765"/>
                    <a:pt x="399" y="763"/>
                    <a:pt x="398" y="763"/>
                  </a:cubicBezTo>
                  <a:cubicBezTo>
                    <a:pt x="397" y="762"/>
                    <a:pt x="393" y="761"/>
                    <a:pt x="391" y="760"/>
                  </a:cubicBezTo>
                  <a:cubicBezTo>
                    <a:pt x="390" y="760"/>
                    <a:pt x="389" y="759"/>
                    <a:pt x="388" y="758"/>
                  </a:cubicBezTo>
                  <a:cubicBezTo>
                    <a:pt x="387" y="759"/>
                    <a:pt x="384" y="759"/>
                    <a:pt x="382" y="759"/>
                  </a:cubicBezTo>
                  <a:cubicBezTo>
                    <a:pt x="385" y="762"/>
                    <a:pt x="385" y="762"/>
                    <a:pt x="385" y="762"/>
                  </a:cubicBezTo>
                  <a:cubicBezTo>
                    <a:pt x="386" y="762"/>
                    <a:pt x="387" y="763"/>
                    <a:pt x="387" y="763"/>
                  </a:cubicBezTo>
                  <a:cubicBezTo>
                    <a:pt x="387" y="763"/>
                    <a:pt x="386" y="763"/>
                    <a:pt x="386" y="763"/>
                  </a:cubicBezTo>
                  <a:cubicBezTo>
                    <a:pt x="393" y="769"/>
                    <a:pt x="393" y="769"/>
                    <a:pt x="393" y="769"/>
                  </a:cubicBezTo>
                  <a:cubicBezTo>
                    <a:pt x="394" y="769"/>
                    <a:pt x="395" y="769"/>
                    <a:pt x="396" y="770"/>
                  </a:cubicBezTo>
                  <a:cubicBezTo>
                    <a:pt x="396" y="771"/>
                    <a:pt x="396" y="772"/>
                    <a:pt x="395" y="772"/>
                  </a:cubicBezTo>
                  <a:cubicBezTo>
                    <a:pt x="397" y="774"/>
                    <a:pt x="397" y="774"/>
                    <a:pt x="397" y="774"/>
                  </a:cubicBezTo>
                  <a:cubicBezTo>
                    <a:pt x="398" y="773"/>
                    <a:pt x="401" y="773"/>
                    <a:pt x="404" y="772"/>
                  </a:cubicBezTo>
                  <a:cubicBezTo>
                    <a:pt x="405" y="771"/>
                    <a:pt x="408" y="769"/>
                    <a:pt x="410" y="769"/>
                  </a:cubicBezTo>
                  <a:cubicBezTo>
                    <a:pt x="411" y="770"/>
                    <a:pt x="411" y="772"/>
                    <a:pt x="411" y="772"/>
                  </a:cubicBezTo>
                  <a:cubicBezTo>
                    <a:pt x="412" y="772"/>
                    <a:pt x="412" y="771"/>
                    <a:pt x="412" y="771"/>
                  </a:cubicBezTo>
                  <a:cubicBezTo>
                    <a:pt x="413" y="772"/>
                    <a:pt x="414" y="773"/>
                    <a:pt x="414" y="774"/>
                  </a:cubicBezTo>
                  <a:cubicBezTo>
                    <a:pt x="415" y="774"/>
                    <a:pt x="416" y="774"/>
                    <a:pt x="416" y="775"/>
                  </a:cubicBezTo>
                  <a:cubicBezTo>
                    <a:pt x="416" y="775"/>
                    <a:pt x="415" y="776"/>
                    <a:pt x="414" y="776"/>
                  </a:cubicBezTo>
                  <a:cubicBezTo>
                    <a:pt x="413" y="777"/>
                    <a:pt x="412" y="778"/>
                    <a:pt x="411" y="776"/>
                  </a:cubicBezTo>
                  <a:cubicBezTo>
                    <a:pt x="411" y="775"/>
                    <a:pt x="410" y="776"/>
                    <a:pt x="410" y="777"/>
                  </a:cubicBezTo>
                  <a:cubicBezTo>
                    <a:pt x="411" y="778"/>
                    <a:pt x="412" y="778"/>
                    <a:pt x="412" y="779"/>
                  </a:cubicBezTo>
                  <a:cubicBezTo>
                    <a:pt x="412" y="780"/>
                    <a:pt x="411" y="780"/>
                    <a:pt x="409" y="781"/>
                  </a:cubicBezTo>
                  <a:cubicBezTo>
                    <a:pt x="411" y="782"/>
                    <a:pt x="412" y="783"/>
                    <a:pt x="412" y="784"/>
                  </a:cubicBezTo>
                  <a:cubicBezTo>
                    <a:pt x="412" y="784"/>
                    <a:pt x="411" y="786"/>
                    <a:pt x="410" y="787"/>
                  </a:cubicBezTo>
                  <a:cubicBezTo>
                    <a:pt x="416" y="793"/>
                    <a:pt x="416" y="793"/>
                    <a:pt x="416" y="793"/>
                  </a:cubicBezTo>
                  <a:cubicBezTo>
                    <a:pt x="435" y="774"/>
                    <a:pt x="435" y="774"/>
                    <a:pt x="435" y="774"/>
                  </a:cubicBezTo>
                  <a:cubicBezTo>
                    <a:pt x="435" y="773"/>
                    <a:pt x="435" y="773"/>
                    <a:pt x="436" y="773"/>
                  </a:cubicBezTo>
                  <a:cubicBezTo>
                    <a:pt x="454" y="755"/>
                    <a:pt x="454" y="755"/>
                    <a:pt x="454" y="755"/>
                  </a:cubicBezTo>
                  <a:cubicBezTo>
                    <a:pt x="454" y="755"/>
                    <a:pt x="454" y="755"/>
                    <a:pt x="454" y="754"/>
                  </a:cubicBezTo>
                  <a:cubicBezTo>
                    <a:pt x="453" y="754"/>
                    <a:pt x="454" y="754"/>
                    <a:pt x="455" y="754"/>
                  </a:cubicBezTo>
                  <a:cubicBezTo>
                    <a:pt x="494" y="715"/>
                    <a:pt x="494" y="715"/>
                    <a:pt x="494" y="715"/>
                  </a:cubicBezTo>
                  <a:cubicBezTo>
                    <a:pt x="494" y="715"/>
                    <a:pt x="493" y="715"/>
                    <a:pt x="493" y="715"/>
                  </a:cubicBezTo>
                  <a:cubicBezTo>
                    <a:pt x="493" y="715"/>
                    <a:pt x="494" y="715"/>
                    <a:pt x="494" y="715"/>
                  </a:cubicBezTo>
                  <a:cubicBezTo>
                    <a:pt x="805" y="403"/>
                    <a:pt x="805" y="403"/>
                    <a:pt x="805" y="403"/>
                  </a:cubicBezTo>
                  <a:cubicBezTo>
                    <a:pt x="804" y="403"/>
                    <a:pt x="806" y="402"/>
                    <a:pt x="806" y="403"/>
                  </a:cubicBezTo>
                  <a:cubicBezTo>
                    <a:pt x="809" y="400"/>
                    <a:pt x="809" y="400"/>
                    <a:pt x="809" y="400"/>
                  </a:cubicBezTo>
                  <a:cubicBezTo>
                    <a:pt x="808" y="398"/>
                    <a:pt x="807" y="397"/>
                    <a:pt x="806" y="396"/>
                  </a:cubicBezTo>
                  <a:cubicBezTo>
                    <a:pt x="806" y="394"/>
                    <a:pt x="806" y="392"/>
                    <a:pt x="808" y="391"/>
                  </a:cubicBezTo>
                  <a:cubicBezTo>
                    <a:pt x="810" y="389"/>
                    <a:pt x="812" y="393"/>
                    <a:pt x="813" y="396"/>
                  </a:cubicBezTo>
                  <a:cubicBezTo>
                    <a:pt x="824" y="384"/>
                    <a:pt x="824" y="384"/>
                    <a:pt x="824" y="384"/>
                  </a:cubicBezTo>
                  <a:cubicBezTo>
                    <a:pt x="824" y="380"/>
                    <a:pt x="819" y="373"/>
                    <a:pt x="822" y="371"/>
                  </a:cubicBezTo>
                  <a:cubicBezTo>
                    <a:pt x="823" y="370"/>
                    <a:pt x="825" y="379"/>
                    <a:pt x="825" y="383"/>
                  </a:cubicBezTo>
                  <a:cubicBezTo>
                    <a:pt x="832" y="377"/>
                    <a:pt x="832" y="377"/>
                    <a:pt x="832" y="377"/>
                  </a:cubicBezTo>
                  <a:cubicBezTo>
                    <a:pt x="801" y="346"/>
                    <a:pt x="801" y="346"/>
                    <a:pt x="801" y="346"/>
                  </a:cubicBezTo>
                  <a:cubicBezTo>
                    <a:pt x="801" y="347"/>
                    <a:pt x="801" y="348"/>
                    <a:pt x="800" y="348"/>
                  </a:cubicBezTo>
                  <a:cubicBezTo>
                    <a:pt x="799" y="349"/>
                    <a:pt x="799" y="346"/>
                    <a:pt x="800" y="345"/>
                  </a:cubicBezTo>
                  <a:cubicBezTo>
                    <a:pt x="787" y="332"/>
                    <a:pt x="787" y="332"/>
                    <a:pt x="787" y="332"/>
                  </a:cubicBezTo>
                  <a:cubicBezTo>
                    <a:pt x="787" y="334"/>
                    <a:pt x="785" y="338"/>
                    <a:pt x="787" y="340"/>
                  </a:cubicBezTo>
                  <a:cubicBezTo>
                    <a:pt x="788" y="341"/>
                    <a:pt x="789" y="341"/>
                    <a:pt x="788" y="342"/>
                  </a:cubicBezTo>
                  <a:cubicBezTo>
                    <a:pt x="786" y="339"/>
                    <a:pt x="785" y="349"/>
                    <a:pt x="783" y="344"/>
                  </a:cubicBezTo>
                  <a:cubicBezTo>
                    <a:pt x="781" y="343"/>
                    <a:pt x="779" y="341"/>
                    <a:pt x="780" y="338"/>
                  </a:cubicBezTo>
                  <a:cubicBezTo>
                    <a:pt x="780" y="337"/>
                    <a:pt x="782" y="336"/>
                    <a:pt x="783" y="335"/>
                  </a:cubicBezTo>
                  <a:cubicBezTo>
                    <a:pt x="783" y="334"/>
                    <a:pt x="780" y="332"/>
                    <a:pt x="782" y="330"/>
                  </a:cubicBezTo>
                  <a:cubicBezTo>
                    <a:pt x="783" y="329"/>
                    <a:pt x="783" y="329"/>
                    <a:pt x="784" y="329"/>
                  </a:cubicBezTo>
                  <a:cubicBezTo>
                    <a:pt x="751" y="296"/>
                    <a:pt x="751" y="296"/>
                    <a:pt x="751" y="296"/>
                  </a:cubicBezTo>
                  <a:cubicBezTo>
                    <a:pt x="751" y="297"/>
                    <a:pt x="751" y="297"/>
                    <a:pt x="751" y="298"/>
                  </a:cubicBezTo>
                  <a:cubicBezTo>
                    <a:pt x="750" y="297"/>
                    <a:pt x="750" y="296"/>
                    <a:pt x="751" y="296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46" y="292"/>
                    <a:pt x="746" y="293"/>
                    <a:pt x="746" y="293"/>
                  </a:cubicBezTo>
                  <a:cubicBezTo>
                    <a:pt x="745" y="292"/>
                    <a:pt x="746" y="292"/>
                    <a:pt x="746" y="291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33" y="278"/>
                    <a:pt x="733" y="278"/>
                    <a:pt x="733" y="278"/>
                  </a:cubicBezTo>
                  <a:cubicBezTo>
                    <a:pt x="732" y="278"/>
                    <a:pt x="731" y="278"/>
                    <a:pt x="730" y="276"/>
                  </a:cubicBezTo>
                  <a:cubicBezTo>
                    <a:pt x="728" y="274"/>
                    <a:pt x="730" y="279"/>
                    <a:pt x="730" y="279"/>
                  </a:cubicBezTo>
                  <a:cubicBezTo>
                    <a:pt x="731" y="279"/>
                    <a:pt x="731" y="279"/>
                    <a:pt x="731" y="280"/>
                  </a:cubicBezTo>
                  <a:cubicBezTo>
                    <a:pt x="732" y="280"/>
                    <a:pt x="732" y="280"/>
                    <a:pt x="732" y="281"/>
                  </a:cubicBezTo>
                  <a:cubicBezTo>
                    <a:pt x="732" y="282"/>
                    <a:pt x="733" y="285"/>
                    <a:pt x="732" y="286"/>
                  </a:cubicBezTo>
                  <a:cubicBezTo>
                    <a:pt x="732" y="284"/>
                    <a:pt x="731" y="283"/>
                    <a:pt x="731" y="282"/>
                  </a:cubicBezTo>
                  <a:cubicBezTo>
                    <a:pt x="730" y="282"/>
                    <a:pt x="730" y="282"/>
                    <a:pt x="730" y="282"/>
                  </a:cubicBezTo>
                  <a:cubicBezTo>
                    <a:pt x="729" y="282"/>
                    <a:pt x="730" y="281"/>
                    <a:pt x="730" y="281"/>
                  </a:cubicBezTo>
                  <a:cubicBezTo>
                    <a:pt x="730" y="280"/>
                    <a:pt x="730" y="280"/>
                    <a:pt x="730" y="279"/>
                  </a:cubicBezTo>
                  <a:cubicBezTo>
                    <a:pt x="729" y="281"/>
                    <a:pt x="730" y="282"/>
                    <a:pt x="728" y="283"/>
                  </a:cubicBezTo>
                  <a:cubicBezTo>
                    <a:pt x="729" y="282"/>
                    <a:pt x="728" y="280"/>
                    <a:pt x="727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79"/>
                    <a:pt x="726" y="279"/>
                  </a:cubicBezTo>
                  <a:cubicBezTo>
                    <a:pt x="726" y="279"/>
                    <a:pt x="725" y="279"/>
                    <a:pt x="726" y="281"/>
                  </a:cubicBezTo>
                  <a:cubicBezTo>
                    <a:pt x="726" y="281"/>
                    <a:pt x="726" y="281"/>
                    <a:pt x="726" y="281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81"/>
                    <a:pt x="727" y="281"/>
                  </a:cubicBezTo>
                  <a:cubicBezTo>
                    <a:pt x="727" y="281"/>
                    <a:pt x="727" y="282"/>
                    <a:pt x="727" y="282"/>
                  </a:cubicBezTo>
                  <a:cubicBezTo>
                    <a:pt x="727" y="282"/>
                    <a:pt x="727" y="282"/>
                    <a:pt x="726" y="282"/>
                  </a:cubicBezTo>
                  <a:cubicBezTo>
                    <a:pt x="726" y="283"/>
                    <a:pt x="726" y="284"/>
                    <a:pt x="726" y="284"/>
                  </a:cubicBezTo>
                  <a:cubicBezTo>
                    <a:pt x="726" y="284"/>
                    <a:pt x="727" y="284"/>
                    <a:pt x="728" y="284"/>
                  </a:cubicBezTo>
                  <a:cubicBezTo>
                    <a:pt x="729" y="283"/>
                    <a:pt x="729" y="282"/>
                    <a:pt x="730" y="283"/>
                  </a:cubicBezTo>
                  <a:cubicBezTo>
                    <a:pt x="730" y="283"/>
                    <a:pt x="730" y="283"/>
                    <a:pt x="730" y="284"/>
                  </a:cubicBezTo>
                  <a:cubicBezTo>
                    <a:pt x="730" y="284"/>
                    <a:pt x="730" y="284"/>
                    <a:pt x="730" y="284"/>
                  </a:cubicBezTo>
                  <a:cubicBezTo>
                    <a:pt x="731" y="284"/>
                    <a:pt x="731" y="287"/>
                    <a:pt x="731" y="288"/>
                  </a:cubicBezTo>
                  <a:cubicBezTo>
                    <a:pt x="732" y="287"/>
                    <a:pt x="734" y="288"/>
                    <a:pt x="735" y="291"/>
                  </a:cubicBezTo>
                  <a:cubicBezTo>
                    <a:pt x="735" y="291"/>
                    <a:pt x="735" y="291"/>
                    <a:pt x="735" y="291"/>
                  </a:cubicBezTo>
                  <a:cubicBezTo>
                    <a:pt x="735" y="290"/>
                    <a:pt x="736" y="285"/>
                    <a:pt x="735" y="284"/>
                  </a:cubicBezTo>
                  <a:cubicBezTo>
                    <a:pt x="735" y="284"/>
                    <a:pt x="732" y="279"/>
                    <a:pt x="736" y="281"/>
                  </a:cubicBezTo>
                  <a:cubicBezTo>
                    <a:pt x="737" y="282"/>
                    <a:pt x="735" y="287"/>
                    <a:pt x="736" y="291"/>
                  </a:cubicBezTo>
                  <a:cubicBezTo>
                    <a:pt x="736" y="291"/>
                    <a:pt x="737" y="291"/>
                    <a:pt x="737" y="291"/>
                  </a:cubicBezTo>
                  <a:cubicBezTo>
                    <a:pt x="737" y="293"/>
                    <a:pt x="737" y="293"/>
                    <a:pt x="737" y="293"/>
                  </a:cubicBezTo>
                  <a:cubicBezTo>
                    <a:pt x="737" y="294"/>
                    <a:pt x="737" y="295"/>
                    <a:pt x="736" y="295"/>
                  </a:cubicBezTo>
                  <a:cubicBezTo>
                    <a:pt x="737" y="296"/>
                    <a:pt x="738" y="295"/>
                    <a:pt x="739" y="295"/>
                  </a:cubicBezTo>
                  <a:cubicBezTo>
                    <a:pt x="739" y="295"/>
                    <a:pt x="741" y="297"/>
                    <a:pt x="741" y="297"/>
                  </a:cubicBezTo>
                  <a:cubicBezTo>
                    <a:pt x="741" y="300"/>
                    <a:pt x="738" y="300"/>
                    <a:pt x="736" y="298"/>
                  </a:cubicBezTo>
                  <a:cubicBezTo>
                    <a:pt x="738" y="300"/>
                    <a:pt x="735" y="299"/>
                    <a:pt x="735" y="300"/>
                  </a:cubicBezTo>
                  <a:cubicBezTo>
                    <a:pt x="735" y="299"/>
                    <a:pt x="735" y="305"/>
                    <a:pt x="733" y="305"/>
                  </a:cubicBezTo>
                  <a:cubicBezTo>
                    <a:pt x="733" y="305"/>
                    <a:pt x="734" y="301"/>
                    <a:pt x="733" y="300"/>
                  </a:cubicBezTo>
                  <a:cubicBezTo>
                    <a:pt x="733" y="300"/>
                    <a:pt x="733" y="300"/>
                    <a:pt x="733" y="300"/>
                  </a:cubicBezTo>
                  <a:cubicBezTo>
                    <a:pt x="733" y="301"/>
                    <a:pt x="732" y="301"/>
                    <a:pt x="732" y="301"/>
                  </a:cubicBezTo>
                  <a:cubicBezTo>
                    <a:pt x="731" y="301"/>
                    <a:pt x="731" y="300"/>
                    <a:pt x="731" y="299"/>
                  </a:cubicBezTo>
                  <a:cubicBezTo>
                    <a:pt x="731" y="299"/>
                    <a:pt x="731" y="299"/>
                    <a:pt x="731" y="299"/>
                  </a:cubicBezTo>
                  <a:cubicBezTo>
                    <a:pt x="731" y="299"/>
                    <a:pt x="731" y="298"/>
                    <a:pt x="732" y="298"/>
                  </a:cubicBezTo>
                  <a:cubicBezTo>
                    <a:pt x="734" y="297"/>
                    <a:pt x="732" y="297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29" y="295"/>
                    <a:pt x="729" y="295"/>
                    <a:pt x="729" y="294"/>
                  </a:cubicBezTo>
                  <a:cubicBezTo>
                    <a:pt x="728" y="294"/>
                    <a:pt x="728" y="295"/>
                    <a:pt x="727" y="295"/>
                  </a:cubicBezTo>
                  <a:cubicBezTo>
                    <a:pt x="725" y="295"/>
                    <a:pt x="726" y="293"/>
                    <a:pt x="725" y="293"/>
                  </a:cubicBezTo>
                  <a:cubicBezTo>
                    <a:pt x="725" y="293"/>
                    <a:pt x="725" y="293"/>
                    <a:pt x="725" y="293"/>
                  </a:cubicBezTo>
                  <a:cubicBezTo>
                    <a:pt x="723" y="297"/>
                    <a:pt x="721" y="302"/>
                    <a:pt x="725" y="300"/>
                  </a:cubicBezTo>
                  <a:cubicBezTo>
                    <a:pt x="723" y="303"/>
                    <a:pt x="726" y="304"/>
                    <a:pt x="728" y="305"/>
                  </a:cubicBezTo>
                  <a:cubicBezTo>
                    <a:pt x="729" y="306"/>
                    <a:pt x="727" y="304"/>
                    <a:pt x="726" y="305"/>
                  </a:cubicBezTo>
                  <a:cubicBezTo>
                    <a:pt x="725" y="306"/>
                    <a:pt x="728" y="308"/>
                    <a:pt x="728" y="310"/>
                  </a:cubicBezTo>
                  <a:cubicBezTo>
                    <a:pt x="728" y="311"/>
                    <a:pt x="727" y="313"/>
                    <a:pt x="727" y="313"/>
                  </a:cubicBezTo>
                  <a:cubicBezTo>
                    <a:pt x="727" y="315"/>
                    <a:pt x="729" y="314"/>
                    <a:pt x="727" y="315"/>
                  </a:cubicBezTo>
                  <a:cubicBezTo>
                    <a:pt x="724" y="316"/>
                    <a:pt x="725" y="320"/>
                    <a:pt x="724" y="321"/>
                  </a:cubicBezTo>
                  <a:cubicBezTo>
                    <a:pt x="723" y="322"/>
                    <a:pt x="720" y="322"/>
                    <a:pt x="720" y="324"/>
                  </a:cubicBezTo>
                  <a:cubicBezTo>
                    <a:pt x="723" y="320"/>
                    <a:pt x="727" y="325"/>
                    <a:pt x="725" y="326"/>
                  </a:cubicBezTo>
                  <a:cubicBezTo>
                    <a:pt x="725" y="326"/>
                    <a:pt x="727" y="329"/>
                    <a:pt x="724" y="330"/>
                  </a:cubicBezTo>
                  <a:cubicBezTo>
                    <a:pt x="722" y="330"/>
                    <a:pt x="723" y="330"/>
                    <a:pt x="721" y="332"/>
                  </a:cubicBezTo>
                  <a:cubicBezTo>
                    <a:pt x="720" y="334"/>
                    <a:pt x="720" y="325"/>
                    <a:pt x="719" y="324"/>
                  </a:cubicBezTo>
                  <a:cubicBezTo>
                    <a:pt x="718" y="323"/>
                    <a:pt x="718" y="326"/>
                    <a:pt x="717" y="323"/>
                  </a:cubicBezTo>
                  <a:cubicBezTo>
                    <a:pt x="715" y="317"/>
                    <a:pt x="709" y="307"/>
                    <a:pt x="717" y="303"/>
                  </a:cubicBezTo>
                  <a:cubicBezTo>
                    <a:pt x="718" y="302"/>
                    <a:pt x="720" y="302"/>
                    <a:pt x="721" y="301"/>
                  </a:cubicBezTo>
                  <a:cubicBezTo>
                    <a:pt x="722" y="299"/>
                    <a:pt x="723" y="297"/>
                    <a:pt x="723" y="294"/>
                  </a:cubicBezTo>
                  <a:cubicBezTo>
                    <a:pt x="723" y="294"/>
                    <a:pt x="723" y="294"/>
                    <a:pt x="723" y="294"/>
                  </a:cubicBezTo>
                  <a:cubicBezTo>
                    <a:pt x="722" y="294"/>
                    <a:pt x="723" y="292"/>
                    <a:pt x="722" y="292"/>
                  </a:cubicBezTo>
                  <a:cubicBezTo>
                    <a:pt x="722" y="292"/>
                    <a:pt x="721" y="292"/>
                    <a:pt x="720" y="292"/>
                  </a:cubicBezTo>
                  <a:cubicBezTo>
                    <a:pt x="720" y="293"/>
                    <a:pt x="719" y="293"/>
                    <a:pt x="719" y="293"/>
                  </a:cubicBezTo>
                  <a:cubicBezTo>
                    <a:pt x="719" y="293"/>
                    <a:pt x="719" y="293"/>
                    <a:pt x="719" y="292"/>
                  </a:cubicBezTo>
                  <a:cubicBezTo>
                    <a:pt x="718" y="293"/>
                    <a:pt x="718" y="292"/>
                    <a:pt x="718" y="292"/>
                  </a:cubicBezTo>
                  <a:cubicBezTo>
                    <a:pt x="717" y="291"/>
                    <a:pt x="718" y="289"/>
                    <a:pt x="716" y="290"/>
                  </a:cubicBezTo>
                  <a:cubicBezTo>
                    <a:pt x="716" y="289"/>
                    <a:pt x="716" y="287"/>
                    <a:pt x="716" y="286"/>
                  </a:cubicBezTo>
                  <a:cubicBezTo>
                    <a:pt x="716" y="286"/>
                    <a:pt x="716" y="286"/>
                    <a:pt x="716" y="286"/>
                  </a:cubicBezTo>
                  <a:cubicBezTo>
                    <a:pt x="715" y="286"/>
                    <a:pt x="713" y="288"/>
                    <a:pt x="713" y="288"/>
                  </a:cubicBezTo>
                  <a:cubicBezTo>
                    <a:pt x="712" y="288"/>
                    <a:pt x="713" y="285"/>
                    <a:pt x="714" y="283"/>
                  </a:cubicBezTo>
                  <a:cubicBezTo>
                    <a:pt x="714" y="282"/>
                    <a:pt x="714" y="282"/>
                    <a:pt x="713" y="282"/>
                  </a:cubicBezTo>
                  <a:cubicBezTo>
                    <a:pt x="714" y="282"/>
                    <a:pt x="711" y="288"/>
                    <a:pt x="709" y="285"/>
                  </a:cubicBezTo>
                  <a:cubicBezTo>
                    <a:pt x="709" y="286"/>
                    <a:pt x="709" y="286"/>
                    <a:pt x="709" y="286"/>
                  </a:cubicBezTo>
                  <a:cubicBezTo>
                    <a:pt x="709" y="286"/>
                    <a:pt x="707" y="288"/>
                    <a:pt x="707" y="288"/>
                  </a:cubicBezTo>
                  <a:cubicBezTo>
                    <a:pt x="705" y="287"/>
                    <a:pt x="707" y="283"/>
                    <a:pt x="707" y="281"/>
                  </a:cubicBezTo>
                  <a:cubicBezTo>
                    <a:pt x="706" y="281"/>
                    <a:pt x="705" y="280"/>
                    <a:pt x="705" y="279"/>
                  </a:cubicBezTo>
                  <a:cubicBezTo>
                    <a:pt x="705" y="279"/>
                    <a:pt x="705" y="278"/>
                    <a:pt x="706" y="278"/>
                  </a:cubicBezTo>
                  <a:cubicBezTo>
                    <a:pt x="705" y="278"/>
                    <a:pt x="705" y="277"/>
                    <a:pt x="706" y="276"/>
                  </a:cubicBezTo>
                  <a:cubicBezTo>
                    <a:pt x="706" y="276"/>
                    <a:pt x="707" y="275"/>
                    <a:pt x="707" y="276"/>
                  </a:cubicBezTo>
                  <a:cubicBezTo>
                    <a:pt x="708" y="276"/>
                    <a:pt x="708" y="277"/>
                    <a:pt x="708" y="277"/>
                  </a:cubicBezTo>
                  <a:cubicBezTo>
                    <a:pt x="708" y="277"/>
                    <a:pt x="708" y="277"/>
                    <a:pt x="708" y="277"/>
                  </a:cubicBezTo>
                  <a:cubicBezTo>
                    <a:pt x="708" y="275"/>
                    <a:pt x="707" y="273"/>
                    <a:pt x="709" y="271"/>
                  </a:cubicBezTo>
                  <a:cubicBezTo>
                    <a:pt x="709" y="270"/>
                    <a:pt x="708" y="270"/>
                    <a:pt x="708" y="270"/>
                  </a:cubicBezTo>
                  <a:cubicBezTo>
                    <a:pt x="708" y="269"/>
                    <a:pt x="708" y="269"/>
                    <a:pt x="707" y="269"/>
                  </a:cubicBezTo>
                  <a:cubicBezTo>
                    <a:pt x="707" y="271"/>
                    <a:pt x="706" y="272"/>
                    <a:pt x="705" y="273"/>
                  </a:cubicBezTo>
                  <a:cubicBezTo>
                    <a:pt x="705" y="272"/>
                    <a:pt x="706" y="270"/>
                    <a:pt x="707" y="268"/>
                  </a:cubicBezTo>
                  <a:cubicBezTo>
                    <a:pt x="707" y="268"/>
                    <a:pt x="707" y="268"/>
                    <a:pt x="707" y="268"/>
                  </a:cubicBezTo>
                  <a:cubicBezTo>
                    <a:pt x="707" y="268"/>
                    <a:pt x="706" y="269"/>
                    <a:pt x="706" y="269"/>
                  </a:cubicBezTo>
                  <a:cubicBezTo>
                    <a:pt x="705" y="268"/>
                    <a:pt x="707" y="267"/>
                    <a:pt x="707" y="268"/>
                  </a:cubicBezTo>
                  <a:cubicBezTo>
                    <a:pt x="708" y="266"/>
                    <a:pt x="710" y="263"/>
                    <a:pt x="711" y="262"/>
                  </a:cubicBezTo>
                  <a:cubicBezTo>
                    <a:pt x="710" y="262"/>
                    <a:pt x="710" y="262"/>
                    <a:pt x="710" y="262"/>
                  </a:cubicBezTo>
                  <a:cubicBezTo>
                    <a:pt x="709" y="262"/>
                    <a:pt x="709" y="261"/>
                    <a:pt x="709" y="260"/>
                  </a:cubicBezTo>
                  <a:cubicBezTo>
                    <a:pt x="708" y="260"/>
                    <a:pt x="708" y="259"/>
                    <a:pt x="708" y="259"/>
                  </a:cubicBezTo>
                  <a:cubicBezTo>
                    <a:pt x="708" y="258"/>
                    <a:pt x="709" y="256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08" y="256"/>
                    <a:pt x="707" y="254"/>
                    <a:pt x="708" y="253"/>
                  </a:cubicBezTo>
                  <a:cubicBezTo>
                    <a:pt x="703" y="248"/>
                    <a:pt x="703" y="248"/>
                    <a:pt x="703" y="248"/>
                  </a:cubicBezTo>
                  <a:cubicBezTo>
                    <a:pt x="702" y="248"/>
                    <a:pt x="702" y="248"/>
                    <a:pt x="702" y="248"/>
                  </a:cubicBezTo>
                  <a:cubicBezTo>
                    <a:pt x="702" y="248"/>
                    <a:pt x="702" y="248"/>
                    <a:pt x="703" y="248"/>
                  </a:cubicBezTo>
                  <a:cubicBezTo>
                    <a:pt x="704" y="249"/>
                    <a:pt x="700" y="250"/>
                    <a:pt x="701" y="249"/>
                  </a:cubicBezTo>
                  <a:cubicBezTo>
                    <a:pt x="700" y="249"/>
                    <a:pt x="700" y="249"/>
                    <a:pt x="700" y="249"/>
                  </a:cubicBezTo>
                  <a:cubicBezTo>
                    <a:pt x="699" y="249"/>
                    <a:pt x="699" y="249"/>
                    <a:pt x="699" y="248"/>
                  </a:cubicBezTo>
                  <a:cubicBezTo>
                    <a:pt x="699" y="248"/>
                    <a:pt x="699" y="248"/>
                    <a:pt x="699" y="248"/>
                  </a:cubicBezTo>
                  <a:cubicBezTo>
                    <a:pt x="699" y="248"/>
                    <a:pt x="698" y="246"/>
                    <a:pt x="696" y="245"/>
                  </a:cubicBezTo>
                  <a:cubicBezTo>
                    <a:pt x="696" y="246"/>
                    <a:pt x="695" y="246"/>
                    <a:pt x="695" y="245"/>
                  </a:cubicBezTo>
                  <a:cubicBezTo>
                    <a:pt x="695" y="245"/>
                    <a:pt x="695" y="245"/>
                    <a:pt x="695" y="245"/>
                  </a:cubicBezTo>
                  <a:cubicBezTo>
                    <a:pt x="695" y="244"/>
                    <a:pt x="694" y="245"/>
                    <a:pt x="694" y="246"/>
                  </a:cubicBezTo>
                  <a:cubicBezTo>
                    <a:pt x="694" y="246"/>
                    <a:pt x="694" y="246"/>
                    <a:pt x="694" y="247"/>
                  </a:cubicBezTo>
                  <a:cubicBezTo>
                    <a:pt x="693" y="247"/>
                    <a:pt x="686" y="249"/>
                    <a:pt x="690" y="250"/>
                  </a:cubicBezTo>
                  <a:cubicBezTo>
                    <a:pt x="691" y="251"/>
                    <a:pt x="690" y="249"/>
                    <a:pt x="690" y="249"/>
                  </a:cubicBezTo>
                  <a:cubicBezTo>
                    <a:pt x="691" y="249"/>
                    <a:pt x="691" y="250"/>
                    <a:pt x="691" y="250"/>
                  </a:cubicBezTo>
                  <a:cubicBezTo>
                    <a:pt x="692" y="250"/>
                    <a:pt x="693" y="248"/>
                    <a:pt x="695" y="248"/>
                  </a:cubicBezTo>
                  <a:cubicBezTo>
                    <a:pt x="692" y="249"/>
                    <a:pt x="695" y="252"/>
                    <a:pt x="694" y="253"/>
                  </a:cubicBezTo>
                  <a:cubicBezTo>
                    <a:pt x="692" y="254"/>
                    <a:pt x="689" y="251"/>
                    <a:pt x="688" y="251"/>
                  </a:cubicBezTo>
                  <a:cubicBezTo>
                    <a:pt x="685" y="252"/>
                    <a:pt x="684" y="254"/>
                    <a:pt x="683" y="257"/>
                  </a:cubicBezTo>
                  <a:cubicBezTo>
                    <a:pt x="684" y="256"/>
                    <a:pt x="686" y="256"/>
                    <a:pt x="688" y="256"/>
                  </a:cubicBezTo>
                  <a:cubicBezTo>
                    <a:pt x="688" y="255"/>
                    <a:pt x="689" y="254"/>
                    <a:pt x="691" y="256"/>
                  </a:cubicBezTo>
                  <a:cubicBezTo>
                    <a:pt x="692" y="257"/>
                    <a:pt x="696" y="260"/>
                    <a:pt x="695" y="262"/>
                  </a:cubicBezTo>
                  <a:cubicBezTo>
                    <a:pt x="692" y="266"/>
                    <a:pt x="687" y="271"/>
                    <a:pt x="687" y="277"/>
                  </a:cubicBezTo>
                  <a:cubicBezTo>
                    <a:pt x="690" y="271"/>
                    <a:pt x="692" y="278"/>
                    <a:pt x="687" y="279"/>
                  </a:cubicBezTo>
                  <a:cubicBezTo>
                    <a:pt x="688" y="277"/>
                    <a:pt x="686" y="279"/>
                    <a:pt x="685" y="278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2" y="277"/>
                    <a:pt x="685" y="272"/>
                    <a:pt x="685" y="275"/>
                  </a:cubicBezTo>
                  <a:cubicBezTo>
                    <a:pt x="685" y="275"/>
                    <a:pt x="685" y="275"/>
                    <a:pt x="685" y="275"/>
                  </a:cubicBezTo>
                  <a:cubicBezTo>
                    <a:pt x="686" y="275"/>
                    <a:pt x="686" y="274"/>
                    <a:pt x="686" y="273"/>
                  </a:cubicBezTo>
                  <a:cubicBezTo>
                    <a:pt x="686" y="270"/>
                    <a:pt x="685" y="266"/>
                    <a:pt x="684" y="263"/>
                  </a:cubicBezTo>
                  <a:cubicBezTo>
                    <a:pt x="683" y="263"/>
                    <a:pt x="682" y="263"/>
                    <a:pt x="682" y="262"/>
                  </a:cubicBezTo>
                  <a:cubicBezTo>
                    <a:pt x="682" y="262"/>
                    <a:pt x="682" y="262"/>
                    <a:pt x="682" y="261"/>
                  </a:cubicBezTo>
                  <a:cubicBezTo>
                    <a:pt x="680" y="261"/>
                    <a:pt x="679" y="261"/>
                    <a:pt x="678" y="265"/>
                  </a:cubicBezTo>
                  <a:cubicBezTo>
                    <a:pt x="676" y="258"/>
                    <a:pt x="673" y="269"/>
                    <a:pt x="674" y="271"/>
                  </a:cubicBezTo>
                  <a:cubicBezTo>
                    <a:pt x="674" y="271"/>
                    <a:pt x="676" y="271"/>
                    <a:pt x="676" y="271"/>
                  </a:cubicBezTo>
                  <a:cubicBezTo>
                    <a:pt x="677" y="272"/>
                    <a:pt x="677" y="275"/>
                    <a:pt x="677" y="276"/>
                  </a:cubicBezTo>
                  <a:cubicBezTo>
                    <a:pt x="676" y="278"/>
                    <a:pt x="673" y="285"/>
                    <a:pt x="674" y="280"/>
                  </a:cubicBezTo>
                  <a:cubicBezTo>
                    <a:pt x="674" y="278"/>
                    <a:pt x="674" y="276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3"/>
                    <a:pt x="673" y="272"/>
                    <a:pt x="673" y="270"/>
                  </a:cubicBezTo>
                  <a:cubicBezTo>
                    <a:pt x="673" y="268"/>
                    <a:pt x="674" y="266"/>
                    <a:pt x="674" y="265"/>
                  </a:cubicBezTo>
                  <a:cubicBezTo>
                    <a:pt x="674" y="265"/>
                    <a:pt x="673" y="265"/>
                    <a:pt x="672" y="265"/>
                  </a:cubicBezTo>
                  <a:cubicBezTo>
                    <a:pt x="672" y="264"/>
                    <a:pt x="672" y="264"/>
                    <a:pt x="672" y="264"/>
                  </a:cubicBezTo>
                  <a:cubicBezTo>
                    <a:pt x="672" y="263"/>
                    <a:pt x="672" y="263"/>
                    <a:pt x="672" y="263"/>
                  </a:cubicBezTo>
                  <a:cubicBezTo>
                    <a:pt x="672" y="263"/>
                    <a:pt x="671" y="262"/>
                    <a:pt x="671" y="262"/>
                  </a:cubicBezTo>
                  <a:cubicBezTo>
                    <a:pt x="669" y="263"/>
                    <a:pt x="671" y="271"/>
                    <a:pt x="671" y="274"/>
                  </a:cubicBezTo>
                  <a:cubicBezTo>
                    <a:pt x="671" y="274"/>
                    <a:pt x="672" y="273"/>
                    <a:pt x="672" y="274"/>
                  </a:cubicBezTo>
                  <a:cubicBezTo>
                    <a:pt x="673" y="274"/>
                    <a:pt x="672" y="275"/>
                    <a:pt x="671" y="275"/>
                  </a:cubicBezTo>
                  <a:cubicBezTo>
                    <a:pt x="671" y="275"/>
                    <a:pt x="671" y="275"/>
                    <a:pt x="671" y="275"/>
                  </a:cubicBezTo>
                  <a:cubicBezTo>
                    <a:pt x="671" y="275"/>
                    <a:pt x="671" y="276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80"/>
                    <a:pt x="671" y="282"/>
                    <a:pt x="671" y="283"/>
                  </a:cubicBezTo>
                  <a:cubicBezTo>
                    <a:pt x="668" y="286"/>
                    <a:pt x="671" y="269"/>
                    <a:pt x="666" y="275"/>
                  </a:cubicBezTo>
                  <a:cubicBezTo>
                    <a:pt x="666" y="275"/>
                    <a:pt x="662" y="280"/>
                    <a:pt x="662" y="281"/>
                  </a:cubicBezTo>
                  <a:cubicBezTo>
                    <a:pt x="663" y="282"/>
                    <a:pt x="664" y="280"/>
                    <a:pt x="665" y="281"/>
                  </a:cubicBezTo>
                  <a:cubicBezTo>
                    <a:pt x="667" y="281"/>
                    <a:pt x="666" y="284"/>
                    <a:pt x="665" y="285"/>
                  </a:cubicBezTo>
                  <a:cubicBezTo>
                    <a:pt x="664" y="286"/>
                    <a:pt x="663" y="284"/>
                    <a:pt x="663" y="284"/>
                  </a:cubicBezTo>
                  <a:cubicBezTo>
                    <a:pt x="661" y="285"/>
                    <a:pt x="660" y="287"/>
                    <a:pt x="660" y="289"/>
                  </a:cubicBezTo>
                  <a:cubicBezTo>
                    <a:pt x="660" y="289"/>
                    <a:pt x="660" y="289"/>
                    <a:pt x="661" y="289"/>
                  </a:cubicBezTo>
                  <a:cubicBezTo>
                    <a:pt x="661" y="289"/>
                    <a:pt x="660" y="290"/>
                    <a:pt x="660" y="290"/>
                  </a:cubicBezTo>
                  <a:cubicBezTo>
                    <a:pt x="660" y="291"/>
                    <a:pt x="660" y="293"/>
                    <a:pt x="659" y="295"/>
                  </a:cubicBezTo>
                  <a:cubicBezTo>
                    <a:pt x="657" y="298"/>
                    <a:pt x="657" y="301"/>
                    <a:pt x="656" y="301"/>
                  </a:cubicBezTo>
                  <a:cubicBezTo>
                    <a:pt x="656" y="302"/>
                    <a:pt x="654" y="300"/>
                    <a:pt x="652" y="300"/>
                  </a:cubicBezTo>
                  <a:cubicBezTo>
                    <a:pt x="650" y="301"/>
                    <a:pt x="651" y="303"/>
                    <a:pt x="649" y="300"/>
                  </a:cubicBezTo>
                  <a:cubicBezTo>
                    <a:pt x="649" y="299"/>
                    <a:pt x="649" y="301"/>
                    <a:pt x="648" y="298"/>
                  </a:cubicBezTo>
                  <a:cubicBezTo>
                    <a:pt x="648" y="297"/>
                    <a:pt x="650" y="291"/>
                    <a:pt x="654" y="292"/>
                  </a:cubicBezTo>
                  <a:cubicBezTo>
                    <a:pt x="655" y="292"/>
                    <a:pt x="656" y="295"/>
                    <a:pt x="657" y="292"/>
                  </a:cubicBezTo>
                  <a:cubicBezTo>
                    <a:pt x="657" y="291"/>
                    <a:pt x="656" y="290"/>
                    <a:pt x="656" y="288"/>
                  </a:cubicBezTo>
                  <a:cubicBezTo>
                    <a:pt x="657" y="285"/>
                    <a:pt x="661" y="281"/>
                    <a:pt x="662" y="278"/>
                  </a:cubicBezTo>
                  <a:cubicBezTo>
                    <a:pt x="662" y="276"/>
                    <a:pt x="661" y="273"/>
                    <a:pt x="662" y="269"/>
                  </a:cubicBezTo>
                  <a:cubicBezTo>
                    <a:pt x="663" y="267"/>
                    <a:pt x="668" y="263"/>
                    <a:pt x="667" y="261"/>
                  </a:cubicBezTo>
                  <a:cubicBezTo>
                    <a:pt x="667" y="261"/>
                    <a:pt x="667" y="260"/>
                    <a:pt x="666" y="260"/>
                  </a:cubicBezTo>
                  <a:cubicBezTo>
                    <a:pt x="666" y="260"/>
                    <a:pt x="665" y="260"/>
                    <a:pt x="665" y="260"/>
                  </a:cubicBezTo>
                  <a:cubicBezTo>
                    <a:pt x="665" y="260"/>
                    <a:pt x="665" y="259"/>
                    <a:pt x="665" y="259"/>
                  </a:cubicBezTo>
                  <a:cubicBezTo>
                    <a:pt x="663" y="258"/>
                    <a:pt x="659" y="257"/>
                    <a:pt x="656" y="259"/>
                  </a:cubicBezTo>
                  <a:cubicBezTo>
                    <a:pt x="656" y="259"/>
                    <a:pt x="656" y="259"/>
                    <a:pt x="656" y="259"/>
                  </a:cubicBezTo>
                  <a:cubicBezTo>
                    <a:pt x="656" y="260"/>
                    <a:pt x="656" y="261"/>
                    <a:pt x="656" y="262"/>
                  </a:cubicBezTo>
                  <a:cubicBezTo>
                    <a:pt x="655" y="266"/>
                    <a:pt x="648" y="271"/>
                    <a:pt x="644" y="269"/>
                  </a:cubicBezTo>
                  <a:cubicBezTo>
                    <a:pt x="644" y="269"/>
                    <a:pt x="644" y="269"/>
                    <a:pt x="643" y="268"/>
                  </a:cubicBezTo>
                  <a:cubicBezTo>
                    <a:pt x="643" y="269"/>
                    <a:pt x="643" y="269"/>
                    <a:pt x="643" y="269"/>
                  </a:cubicBezTo>
                  <a:cubicBezTo>
                    <a:pt x="643" y="270"/>
                    <a:pt x="643" y="269"/>
                    <a:pt x="643" y="268"/>
                  </a:cubicBezTo>
                  <a:cubicBezTo>
                    <a:pt x="643" y="268"/>
                    <a:pt x="643" y="268"/>
                    <a:pt x="643" y="268"/>
                  </a:cubicBezTo>
                  <a:cubicBezTo>
                    <a:pt x="642" y="268"/>
                    <a:pt x="641" y="269"/>
                    <a:pt x="641" y="270"/>
                  </a:cubicBezTo>
                  <a:cubicBezTo>
                    <a:pt x="639" y="269"/>
                    <a:pt x="639" y="272"/>
                    <a:pt x="638" y="272"/>
                  </a:cubicBezTo>
                  <a:cubicBezTo>
                    <a:pt x="636" y="273"/>
                    <a:pt x="634" y="271"/>
                    <a:pt x="634" y="274"/>
                  </a:cubicBezTo>
                  <a:cubicBezTo>
                    <a:pt x="633" y="269"/>
                    <a:pt x="626" y="278"/>
                    <a:pt x="626" y="280"/>
                  </a:cubicBezTo>
                  <a:cubicBezTo>
                    <a:pt x="627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4" y="278"/>
                    <a:pt x="634" y="277"/>
                    <a:pt x="635" y="278"/>
                  </a:cubicBezTo>
                  <a:cubicBezTo>
                    <a:pt x="636" y="279"/>
                    <a:pt x="634" y="279"/>
                    <a:pt x="634" y="280"/>
                  </a:cubicBezTo>
                  <a:cubicBezTo>
                    <a:pt x="634" y="281"/>
                    <a:pt x="634" y="281"/>
                    <a:pt x="634" y="281"/>
                  </a:cubicBezTo>
                  <a:cubicBezTo>
                    <a:pt x="635" y="281"/>
                    <a:pt x="635" y="281"/>
                    <a:pt x="635" y="283"/>
                  </a:cubicBezTo>
                  <a:cubicBezTo>
                    <a:pt x="635" y="283"/>
                    <a:pt x="635" y="283"/>
                    <a:pt x="635" y="283"/>
                  </a:cubicBezTo>
                  <a:cubicBezTo>
                    <a:pt x="636" y="284"/>
                    <a:pt x="636" y="284"/>
                    <a:pt x="636" y="285"/>
                  </a:cubicBezTo>
                  <a:cubicBezTo>
                    <a:pt x="636" y="285"/>
                    <a:pt x="634" y="289"/>
                    <a:pt x="633" y="289"/>
                  </a:cubicBezTo>
                  <a:cubicBezTo>
                    <a:pt x="633" y="290"/>
                    <a:pt x="631" y="295"/>
                    <a:pt x="630" y="295"/>
                  </a:cubicBezTo>
                  <a:cubicBezTo>
                    <a:pt x="628" y="294"/>
                    <a:pt x="631" y="293"/>
                    <a:pt x="630" y="292"/>
                  </a:cubicBezTo>
                  <a:cubicBezTo>
                    <a:pt x="629" y="291"/>
                    <a:pt x="627" y="292"/>
                    <a:pt x="626" y="292"/>
                  </a:cubicBezTo>
                  <a:cubicBezTo>
                    <a:pt x="625" y="292"/>
                    <a:pt x="626" y="290"/>
                    <a:pt x="625" y="290"/>
                  </a:cubicBezTo>
                  <a:cubicBezTo>
                    <a:pt x="625" y="290"/>
                    <a:pt x="622" y="291"/>
                    <a:pt x="622" y="290"/>
                  </a:cubicBezTo>
                  <a:cubicBezTo>
                    <a:pt x="621" y="288"/>
                    <a:pt x="624" y="289"/>
                    <a:pt x="624" y="287"/>
                  </a:cubicBezTo>
                  <a:cubicBezTo>
                    <a:pt x="624" y="287"/>
                    <a:pt x="623" y="286"/>
                    <a:pt x="623" y="286"/>
                  </a:cubicBezTo>
                  <a:cubicBezTo>
                    <a:pt x="622" y="285"/>
                    <a:pt x="624" y="284"/>
                    <a:pt x="624" y="282"/>
                  </a:cubicBezTo>
                  <a:cubicBezTo>
                    <a:pt x="624" y="282"/>
                    <a:pt x="624" y="281"/>
                    <a:pt x="624" y="281"/>
                  </a:cubicBezTo>
                  <a:cubicBezTo>
                    <a:pt x="625" y="278"/>
                    <a:pt x="631" y="274"/>
                    <a:pt x="629" y="270"/>
                  </a:cubicBezTo>
                  <a:cubicBezTo>
                    <a:pt x="628" y="269"/>
                    <a:pt x="627" y="269"/>
                    <a:pt x="627" y="270"/>
                  </a:cubicBezTo>
                  <a:cubicBezTo>
                    <a:pt x="627" y="267"/>
                    <a:pt x="628" y="258"/>
                    <a:pt x="633" y="256"/>
                  </a:cubicBezTo>
                  <a:cubicBezTo>
                    <a:pt x="634" y="256"/>
                    <a:pt x="636" y="256"/>
                    <a:pt x="637" y="257"/>
                  </a:cubicBezTo>
                  <a:cubicBezTo>
                    <a:pt x="638" y="257"/>
                    <a:pt x="639" y="258"/>
                    <a:pt x="640" y="258"/>
                  </a:cubicBezTo>
                  <a:cubicBezTo>
                    <a:pt x="640" y="258"/>
                    <a:pt x="640" y="259"/>
                    <a:pt x="640" y="259"/>
                  </a:cubicBezTo>
                  <a:cubicBezTo>
                    <a:pt x="640" y="259"/>
                    <a:pt x="640" y="259"/>
                    <a:pt x="640" y="259"/>
                  </a:cubicBezTo>
                  <a:cubicBezTo>
                    <a:pt x="641" y="260"/>
                    <a:pt x="641" y="260"/>
                    <a:pt x="642" y="260"/>
                  </a:cubicBezTo>
                  <a:cubicBezTo>
                    <a:pt x="643" y="259"/>
                    <a:pt x="644" y="257"/>
                    <a:pt x="645" y="256"/>
                  </a:cubicBezTo>
                  <a:cubicBezTo>
                    <a:pt x="644" y="254"/>
                    <a:pt x="643" y="256"/>
                    <a:pt x="641" y="257"/>
                  </a:cubicBezTo>
                  <a:cubicBezTo>
                    <a:pt x="642" y="256"/>
                    <a:pt x="642" y="256"/>
                    <a:pt x="642" y="255"/>
                  </a:cubicBezTo>
                  <a:cubicBezTo>
                    <a:pt x="641" y="255"/>
                    <a:pt x="640" y="255"/>
                    <a:pt x="640" y="255"/>
                  </a:cubicBezTo>
                  <a:cubicBezTo>
                    <a:pt x="639" y="254"/>
                    <a:pt x="641" y="254"/>
                    <a:pt x="641" y="253"/>
                  </a:cubicBezTo>
                  <a:cubicBezTo>
                    <a:pt x="642" y="252"/>
                    <a:pt x="640" y="253"/>
                    <a:pt x="641" y="251"/>
                  </a:cubicBezTo>
                  <a:cubicBezTo>
                    <a:pt x="642" y="249"/>
                    <a:pt x="645" y="249"/>
                    <a:pt x="646" y="248"/>
                  </a:cubicBezTo>
                  <a:cubicBezTo>
                    <a:pt x="646" y="248"/>
                    <a:pt x="646" y="248"/>
                    <a:pt x="646" y="247"/>
                  </a:cubicBezTo>
                  <a:cubicBezTo>
                    <a:pt x="645" y="247"/>
                    <a:pt x="644" y="247"/>
                    <a:pt x="644" y="247"/>
                  </a:cubicBezTo>
                  <a:cubicBezTo>
                    <a:pt x="644" y="246"/>
                    <a:pt x="645" y="245"/>
                    <a:pt x="644" y="243"/>
                  </a:cubicBezTo>
                  <a:cubicBezTo>
                    <a:pt x="643" y="243"/>
                    <a:pt x="643" y="243"/>
                    <a:pt x="643" y="243"/>
                  </a:cubicBezTo>
                  <a:cubicBezTo>
                    <a:pt x="642" y="243"/>
                    <a:pt x="641" y="239"/>
                    <a:pt x="641" y="239"/>
                  </a:cubicBezTo>
                  <a:cubicBezTo>
                    <a:pt x="642" y="237"/>
                    <a:pt x="644" y="239"/>
                    <a:pt x="646" y="237"/>
                  </a:cubicBezTo>
                  <a:cubicBezTo>
                    <a:pt x="645" y="238"/>
                    <a:pt x="648" y="235"/>
                    <a:pt x="648" y="235"/>
                  </a:cubicBezTo>
                  <a:cubicBezTo>
                    <a:pt x="648" y="234"/>
                    <a:pt x="647" y="233"/>
                    <a:pt x="647" y="232"/>
                  </a:cubicBezTo>
                  <a:cubicBezTo>
                    <a:pt x="647" y="230"/>
                    <a:pt x="649" y="230"/>
                    <a:pt x="649" y="228"/>
                  </a:cubicBezTo>
                  <a:cubicBezTo>
                    <a:pt x="648" y="226"/>
                    <a:pt x="651" y="222"/>
                    <a:pt x="653" y="222"/>
                  </a:cubicBezTo>
                  <a:cubicBezTo>
                    <a:pt x="657" y="221"/>
                    <a:pt x="656" y="229"/>
                    <a:pt x="662" y="226"/>
                  </a:cubicBezTo>
                  <a:cubicBezTo>
                    <a:pt x="663" y="232"/>
                    <a:pt x="667" y="220"/>
                    <a:pt x="668" y="220"/>
                  </a:cubicBezTo>
                  <a:cubicBezTo>
                    <a:pt x="668" y="220"/>
                    <a:pt x="668" y="220"/>
                    <a:pt x="668" y="220"/>
                  </a:cubicBezTo>
                  <a:cubicBezTo>
                    <a:pt x="668" y="220"/>
                    <a:pt x="668" y="220"/>
                    <a:pt x="669" y="220"/>
                  </a:cubicBezTo>
                  <a:cubicBezTo>
                    <a:pt x="669" y="220"/>
                    <a:pt x="669" y="220"/>
                    <a:pt x="669" y="220"/>
                  </a:cubicBezTo>
                  <a:cubicBezTo>
                    <a:pt x="670" y="222"/>
                    <a:pt x="669" y="221"/>
                    <a:pt x="668" y="221"/>
                  </a:cubicBezTo>
                  <a:cubicBezTo>
                    <a:pt x="669" y="222"/>
                    <a:pt x="665" y="229"/>
                    <a:pt x="670" y="225"/>
                  </a:cubicBezTo>
                  <a:cubicBezTo>
                    <a:pt x="671" y="224"/>
                    <a:pt x="669" y="222"/>
                    <a:pt x="670" y="221"/>
                  </a:cubicBezTo>
                  <a:cubicBezTo>
                    <a:pt x="671" y="220"/>
                    <a:pt x="674" y="221"/>
                    <a:pt x="675" y="220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3" y="211"/>
                    <a:pt x="660" y="209"/>
                    <a:pt x="661" y="208"/>
                  </a:cubicBezTo>
                  <a:cubicBezTo>
                    <a:pt x="659" y="209"/>
                    <a:pt x="658" y="209"/>
                    <a:pt x="658" y="208"/>
                  </a:cubicBezTo>
                  <a:cubicBezTo>
                    <a:pt x="657" y="209"/>
                    <a:pt x="657" y="209"/>
                    <a:pt x="657" y="209"/>
                  </a:cubicBezTo>
                  <a:cubicBezTo>
                    <a:pt x="657" y="209"/>
                    <a:pt x="657" y="208"/>
                    <a:pt x="657" y="207"/>
                  </a:cubicBezTo>
                  <a:cubicBezTo>
                    <a:pt x="656" y="206"/>
                    <a:pt x="656" y="203"/>
                    <a:pt x="656" y="202"/>
                  </a:cubicBezTo>
                  <a:cubicBezTo>
                    <a:pt x="656" y="202"/>
                    <a:pt x="656" y="202"/>
                    <a:pt x="656" y="202"/>
                  </a:cubicBezTo>
                  <a:cubicBezTo>
                    <a:pt x="655" y="202"/>
                    <a:pt x="656" y="203"/>
                    <a:pt x="655" y="203"/>
                  </a:cubicBezTo>
                  <a:cubicBezTo>
                    <a:pt x="655" y="203"/>
                    <a:pt x="654" y="202"/>
                    <a:pt x="654" y="202"/>
                  </a:cubicBezTo>
                  <a:cubicBezTo>
                    <a:pt x="654" y="205"/>
                    <a:pt x="653" y="207"/>
                    <a:pt x="652" y="208"/>
                  </a:cubicBezTo>
                  <a:cubicBezTo>
                    <a:pt x="651" y="209"/>
                    <a:pt x="649" y="207"/>
                    <a:pt x="649" y="209"/>
                  </a:cubicBezTo>
                  <a:cubicBezTo>
                    <a:pt x="649" y="210"/>
                    <a:pt x="651" y="211"/>
                    <a:pt x="652" y="212"/>
                  </a:cubicBezTo>
                  <a:cubicBezTo>
                    <a:pt x="652" y="212"/>
                    <a:pt x="652" y="214"/>
                    <a:pt x="652" y="214"/>
                  </a:cubicBezTo>
                  <a:cubicBezTo>
                    <a:pt x="653" y="214"/>
                    <a:pt x="655" y="212"/>
                    <a:pt x="656" y="212"/>
                  </a:cubicBezTo>
                  <a:cubicBezTo>
                    <a:pt x="657" y="213"/>
                    <a:pt x="655" y="215"/>
                    <a:pt x="655" y="216"/>
                  </a:cubicBezTo>
                  <a:cubicBezTo>
                    <a:pt x="654" y="213"/>
                    <a:pt x="652" y="217"/>
                    <a:pt x="651" y="218"/>
                  </a:cubicBezTo>
                  <a:cubicBezTo>
                    <a:pt x="650" y="220"/>
                    <a:pt x="647" y="220"/>
                    <a:pt x="647" y="220"/>
                  </a:cubicBezTo>
                  <a:cubicBezTo>
                    <a:pt x="646" y="221"/>
                    <a:pt x="649" y="223"/>
                    <a:pt x="646" y="224"/>
                  </a:cubicBezTo>
                  <a:cubicBezTo>
                    <a:pt x="645" y="224"/>
                    <a:pt x="646" y="223"/>
                    <a:pt x="646" y="222"/>
                  </a:cubicBezTo>
                  <a:cubicBezTo>
                    <a:pt x="645" y="222"/>
                    <a:pt x="643" y="224"/>
                    <a:pt x="642" y="223"/>
                  </a:cubicBezTo>
                  <a:cubicBezTo>
                    <a:pt x="641" y="223"/>
                    <a:pt x="642" y="221"/>
                    <a:pt x="641" y="220"/>
                  </a:cubicBezTo>
                  <a:cubicBezTo>
                    <a:pt x="641" y="219"/>
                    <a:pt x="641" y="218"/>
                    <a:pt x="641" y="217"/>
                  </a:cubicBezTo>
                  <a:cubicBezTo>
                    <a:pt x="639" y="218"/>
                    <a:pt x="634" y="218"/>
                    <a:pt x="633" y="218"/>
                  </a:cubicBezTo>
                  <a:cubicBezTo>
                    <a:pt x="632" y="217"/>
                    <a:pt x="633" y="215"/>
                    <a:pt x="630" y="216"/>
                  </a:cubicBezTo>
                  <a:cubicBezTo>
                    <a:pt x="633" y="213"/>
                    <a:pt x="628" y="213"/>
                    <a:pt x="628" y="212"/>
                  </a:cubicBezTo>
                  <a:cubicBezTo>
                    <a:pt x="628" y="211"/>
                    <a:pt x="630" y="210"/>
                    <a:pt x="630" y="210"/>
                  </a:cubicBezTo>
                  <a:cubicBezTo>
                    <a:pt x="630" y="209"/>
                    <a:pt x="629" y="209"/>
                    <a:pt x="629" y="208"/>
                  </a:cubicBezTo>
                  <a:cubicBezTo>
                    <a:pt x="629" y="208"/>
                    <a:pt x="629" y="208"/>
                    <a:pt x="629" y="207"/>
                  </a:cubicBezTo>
                  <a:cubicBezTo>
                    <a:pt x="628" y="207"/>
                    <a:pt x="627" y="205"/>
                    <a:pt x="627" y="204"/>
                  </a:cubicBezTo>
                  <a:cubicBezTo>
                    <a:pt x="627" y="204"/>
                    <a:pt x="626" y="204"/>
                    <a:pt x="626" y="204"/>
                  </a:cubicBezTo>
                  <a:cubicBezTo>
                    <a:pt x="626" y="205"/>
                    <a:pt x="627" y="205"/>
                    <a:pt x="627" y="206"/>
                  </a:cubicBezTo>
                  <a:cubicBezTo>
                    <a:pt x="627" y="207"/>
                    <a:pt x="626" y="208"/>
                    <a:pt x="626" y="208"/>
                  </a:cubicBezTo>
                  <a:cubicBezTo>
                    <a:pt x="626" y="209"/>
                    <a:pt x="625" y="210"/>
                    <a:pt x="625" y="210"/>
                  </a:cubicBezTo>
                  <a:cubicBezTo>
                    <a:pt x="625" y="210"/>
                    <a:pt x="625" y="210"/>
                    <a:pt x="625" y="211"/>
                  </a:cubicBezTo>
                  <a:cubicBezTo>
                    <a:pt x="625" y="211"/>
                    <a:pt x="625" y="211"/>
                    <a:pt x="624" y="211"/>
                  </a:cubicBezTo>
                  <a:cubicBezTo>
                    <a:pt x="623" y="212"/>
                    <a:pt x="622" y="214"/>
                    <a:pt x="621" y="216"/>
                  </a:cubicBezTo>
                  <a:cubicBezTo>
                    <a:pt x="622" y="213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9" y="214"/>
                  </a:cubicBezTo>
                  <a:cubicBezTo>
                    <a:pt x="620" y="215"/>
                    <a:pt x="620" y="220"/>
                    <a:pt x="619" y="221"/>
                  </a:cubicBezTo>
                  <a:cubicBezTo>
                    <a:pt x="619" y="221"/>
                    <a:pt x="619" y="220"/>
                    <a:pt x="618" y="220"/>
                  </a:cubicBezTo>
                  <a:cubicBezTo>
                    <a:pt x="616" y="221"/>
                    <a:pt x="615" y="224"/>
                    <a:pt x="612" y="224"/>
                  </a:cubicBezTo>
                  <a:cubicBezTo>
                    <a:pt x="612" y="222"/>
                    <a:pt x="614" y="222"/>
                    <a:pt x="615" y="221"/>
                  </a:cubicBezTo>
                  <a:cubicBezTo>
                    <a:pt x="615" y="220"/>
                    <a:pt x="613" y="221"/>
                    <a:pt x="613" y="220"/>
                  </a:cubicBezTo>
                  <a:cubicBezTo>
                    <a:pt x="612" y="219"/>
                    <a:pt x="614" y="214"/>
                    <a:pt x="617" y="214"/>
                  </a:cubicBezTo>
                  <a:cubicBezTo>
                    <a:pt x="617" y="213"/>
                    <a:pt x="617" y="212"/>
                    <a:pt x="617" y="211"/>
                  </a:cubicBezTo>
                  <a:cubicBezTo>
                    <a:pt x="617" y="211"/>
                    <a:pt x="616" y="211"/>
                    <a:pt x="616" y="211"/>
                  </a:cubicBezTo>
                  <a:cubicBezTo>
                    <a:pt x="615" y="212"/>
                    <a:pt x="612" y="214"/>
                    <a:pt x="612" y="216"/>
                  </a:cubicBezTo>
                  <a:cubicBezTo>
                    <a:pt x="611" y="217"/>
                    <a:pt x="612" y="218"/>
                    <a:pt x="612" y="218"/>
                  </a:cubicBezTo>
                  <a:cubicBezTo>
                    <a:pt x="612" y="219"/>
                    <a:pt x="610" y="220"/>
                    <a:pt x="611" y="220"/>
                  </a:cubicBezTo>
                  <a:cubicBezTo>
                    <a:pt x="611" y="222"/>
                    <a:pt x="612" y="221"/>
                    <a:pt x="612" y="222"/>
                  </a:cubicBezTo>
                  <a:cubicBezTo>
                    <a:pt x="612" y="223"/>
                    <a:pt x="610" y="224"/>
                    <a:pt x="610" y="224"/>
                  </a:cubicBezTo>
                  <a:cubicBezTo>
                    <a:pt x="609" y="223"/>
                    <a:pt x="610" y="221"/>
                    <a:pt x="609" y="220"/>
                  </a:cubicBezTo>
                  <a:cubicBezTo>
                    <a:pt x="608" y="219"/>
                    <a:pt x="607" y="220"/>
                    <a:pt x="606" y="219"/>
                  </a:cubicBezTo>
                  <a:cubicBezTo>
                    <a:pt x="604" y="218"/>
                    <a:pt x="604" y="217"/>
                    <a:pt x="601" y="219"/>
                  </a:cubicBezTo>
                  <a:cubicBezTo>
                    <a:pt x="604" y="215"/>
                    <a:pt x="600" y="218"/>
                    <a:pt x="599" y="217"/>
                  </a:cubicBezTo>
                  <a:cubicBezTo>
                    <a:pt x="599" y="217"/>
                    <a:pt x="598" y="211"/>
                    <a:pt x="598" y="210"/>
                  </a:cubicBezTo>
                  <a:cubicBezTo>
                    <a:pt x="598" y="209"/>
                    <a:pt x="599" y="206"/>
                    <a:pt x="599" y="204"/>
                  </a:cubicBezTo>
                  <a:cubicBezTo>
                    <a:pt x="599" y="205"/>
                    <a:pt x="599" y="205"/>
                    <a:pt x="598" y="206"/>
                  </a:cubicBezTo>
                  <a:cubicBezTo>
                    <a:pt x="598" y="205"/>
                    <a:pt x="598" y="204"/>
                    <a:pt x="599" y="203"/>
                  </a:cubicBezTo>
                  <a:cubicBezTo>
                    <a:pt x="599" y="203"/>
                    <a:pt x="599" y="203"/>
                    <a:pt x="599" y="203"/>
                  </a:cubicBezTo>
                  <a:cubicBezTo>
                    <a:pt x="598" y="203"/>
                    <a:pt x="598" y="204"/>
                    <a:pt x="598" y="204"/>
                  </a:cubicBezTo>
                  <a:cubicBezTo>
                    <a:pt x="598" y="204"/>
                    <a:pt x="598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5" y="206"/>
                    <a:pt x="589" y="207"/>
                    <a:pt x="586" y="207"/>
                  </a:cubicBezTo>
                  <a:cubicBezTo>
                    <a:pt x="586" y="208"/>
                    <a:pt x="586" y="209"/>
                    <a:pt x="585" y="209"/>
                  </a:cubicBezTo>
                  <a:cubicBezTo>
                    <a:pt x="584" y="210"/>
                    <a:pt x="584" y="208"/>
                    <a:pt x="584" y="208"/>
                  </a:cubicBezTo>
                  <a:cubicBezTo>
                    <a:pt x="583" y="207"/>
                    <a:pt x="583" y="207"/>
                    <a:pt x="583" y="207"/>
                  </a:cubicBezTo>
                  <a:cubicBezTo>
                    <a:pt x="583" y="206"/>
                    <a:pt x="584" y="205"/>
                    <a:pt x="585" y="205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3"/>
                    <a:pt x="584" y="202"/>
                    <a:pt x="585" y="201"/>
                  </a:cubicBezTo>
                  <a:cubicBezTo>
                    <a:pt x="585" y="200"/>
                    <a:pt x="585" y="199"/>
                    <a:pt x="585" y="198"/>
                  </a:cubicBezTo>
                  <a:cubicBezTo>
                    <a:pt x="586" y="197"/>
                    <a:pt x="587" y="197"/>
                    <a:pt x="588" y="197"/>
                  </a:cubicBezTo>
                  <a:cubicBezTo>
                    <a:pt x="587" y="197"/>
                    <a:pt x="587" y="197"/>
                    <a:pt x="585" y="198"/>
                  </a:cubicBezTo>
                  <a:cubicBezTo>
                    <a:pt x="584" y="198"/>
                    <a:pt x="583" y="201"/>
                    <a:pt x="583" y="201"/>
                  </a:cubicBezTo>
                  <a:cubicBezTo>
                    <a:pt x="582" y="202"/>
                    <a:pt x="582" y="202"/>
                    <a:pt x="583" y="202"/>
                  </a:cubicBezTo>
                  <a:cubicBezTo>
                    <a:pt x="579" y="203"/>
                    <a:pt x="579" y="195"/>
                    <a:pt x="582" y="196"/>
                  </a:cubicBezTo>
                  <a:cubicBezTo>
                    <a:pt x="581" y="196"/>
                    <a:pt x="583" y="198"/>
                    <a:pt x="582" y="198"/>
                  </a:cubicBezTo>
                  <a:cubicBezTo>
                    <a:pt x="583" y="198"/>
                    <a:pt x="587" y="194"/>
                    <a:pt x="588" y="192"/>
                  </a:cubicBezTo>
                  <a:cubicBezTo>
                    <a:pt x="589" y="192"/>
                    <a:pt x="589" y="192"/>
                    <a:pt x="590" y="191"/>
                  </a:cubicBezTo>
                  <a:cubicBezTo>
                    <a:pt x="589" y="190"/>
                    <a:pt x="588" y="189"/>
                    <a:pt x="588" y="188"/>
                  </a:cubicBezTo>
                  <a:cubicBezTo>
                    <a:pt x="588" y="188"/>
                    <a:pt x="589" y="187"/>
                    <a:pt x="589" y="187"/>
                  </a:cubicBezTo>
                  <a:cubicBezTo>
                    <a:pt x="589" y="186"/>
                    <a:pt x="590" y="183"/>
                    <a:pt x="590" y="183"/>
                  </a:cubicBezTo>
                  <a:cubicBezTo>
                    <a:pt x="590" y="182"/>
                    <a:pt x="588" y="183"/>
                    <a:pt x="589" y="184"/>
                  </a:cubicBezTo>
                  <a:cubicBezTo>
                    <a:pt x="589" y="184"/>
                    <a:pt x="587" y="182"/>
                    <a:pt x="588" y="181"/>
                  </a:cubicBezTo>
                  <a:cubicBezTo>
                    <a:pt x="588" y="180"/>
                    <a:pt x="588" y="180"/>
                    <a:pt x="588" y="180"/>
                  </a:cubicBezTo>
                  <a:cubicBezTo>
                    <a:pt x="588" y="180"/>
                    <a:pt x="587" y="180"/>
                    <a:pt x="587" y="180"/>
                  </a:cubicBezTo>
                  <a:cubicBezTo>
                    <a:pt x="587" y="180"/>
                    <a:pt x="586" y="181"/>
                    <a:pt x="586" y="182"/>
                  </a:cubicBezTo>
                  <a:cubicBezTo>
                    <a:pt x="586" y="182"/>
                    <a:pt x="587" y="182"/>
                    <a:pt x="587" y="182"/>
                  </a:cubicBezTo>
                  <a:cubicBezTo>
                    <a:pt x="588" y="183"/>
                    <a:pt x="587" y="183"/>
                    <a:pt x="587" y="183"/>
                  </a:cubicBezTo>
                  <a:cubicBezTo>
                    <a:pt x="587" y="184"/>
                    <a:pt x="587" y="185"/>
                    <a:pt x="586" y="184"/>
                  </a:cubicBezTo>
                  <a:cubicBezTo>
                    <a:pt x="585" y="184"/>
                    <a:pt x="586" y="184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5" y="184"/>
                    <a:pt x="583" y="184"/>
                    <a:pt x="582" y="182"/>
                  </a:cubicBezTo>
                  <a:cubicBezTo>
                    <a:pt x="581" y="181"/>
                    <a:pt x="582" y="180"/>
                    <a:pt x="582" y="179"/>
                  </a:cubicBezTo>
                  <a:cubicBezTo>
                    <a:pt x="582" y="179"/>
                    <a:pt x="582" y="179"/>
                    <a:pt x="582" y="179"/>
                  </a:cubicBezTo>
                  <a:cubicBezTo>
                    <a:pt x="580" y="180"/>
                    <a:pt x="582" y="179"/>
                    <a:pt x="581" y="178"/>
                  </a:cubicBezTo>
                  <a:cubicBezTo>
                    <a:pt x="581" y="178"/>
                    <a:pt x="580" y="178"/>
                    <a:pt x="580" y="179"/>
                  </a:cubicBezTo>
                  <a:cubicBezTo>
                    <a:pt x="580" y="179"/>
                    <a:pt x="580" y="179"/>
                    <a:pt x="580" y="179"/>
                  </a:cubicBezTo>
                  <a:cubicBezTo>
                    <a:pt x="579" y="179"/>
                    <a:pt x="579" y="179"/>
                    <a:pt x="578" y="179"/>
                  </a:cubicBezTo>
                  <a:cubicBezTo>
                    <a:pt x="575" y="179"/>
                    <a:pt x="578" y="174"/>
                    <a:pt x="576" y="173"/>
                  </a:cubicBezTo>
                  <a:cubicBezTo>
                    <a:pt x="575" y="173"/>
                    <a:pt x="574" y="173"/>
                    <a:pt x="574" y="174"/>
                  </a:cubicBezTo>
                  <a:cubicBezTo>
                    <a:pt x="573" y="174"/>
                    <a:pt x="573" y="175"/>
                    <a:pt x="572" y="177"/>
                  </a:cubicBezTo>
                  <a:cubicBezTo>
                    <a:pt x="574" y="177"/>
                    <a:pt x="575" y="178"/>
                    <a:pt x="574" y="180"/>
                  </a:cubicBezTo>
                  <a:cubicBezTo>
                    <a:pt x="574" y="184"/>
                    <a:pt x="568" y="184"/>
                    <a:pt x="566" y="181"/>
                  </a:cubicBezTo>
                  <a:cubicBezTo>
                    <a:pt x="566" y="181"/>
                    <a:pt x="565" y="182"/>
                    <a:pt x="565" y="183"/>
                  </a:cubicBezTo>
                  <a:cubicBezTo>
                    <a:pt x="565" y="182"/>
                    <a:pt x="565" y="182"/>
                    <a:pt x="565" y="181"/>
                  </a:cubicBezTo>
                  <a:cubicBezTo>
                    <a:pt x="563" y="183"/>
                    <a:pt x="561" y="184"/>
                    <a:pt x="559" y="184"/>
                  </a:cubicBezTo>
                  <a:cubicBezTo>
                    <a:pt x="558" y="185"/>
                    <a:pt x="556" y="185"/>
                    <a:pt x="556" y="185"/>
                  </a:cubicBezTo>
                  <a:cubicBezTo>
                    <a:pt x="555" y="184"/>
                    <a:pt x="557" y="184"/>
                    <a:pt x="558" y="183"/>
                  </a:cubicBezTo>
                  <a:cubicBezTo>
                    <a:pt x="558" y="183"/>
                    <a:pt x="557" y="183"/>
                    <a:pt x="557" y="183"/>
                  </a:cubicBezTo>
                  <a:cubicBezTo>
                    <a:pt x="557" y="182"/>
                    <a:pt x="556" y="181"/>
                    <a:pt x="556" y="180"/>
                  </a:cubicBezTo>
                  <a:cubicBezTo>
                    <a:pt x="555" y="180"/>
                    <a:pt x="553" y="179"/>
                    <a:pt x="554" y="176"/>
                  </a:cubicBezTo>
                  <a:cubicBezTo>
                    <a:pt x="555" y="175"/>
                    <a:pt x="554" y="173"/>
                    <a:pt x="554" y="172"/>
                  </a:cubicBezTo>
                  <a:cubicBezTo>
                    <a:pt x="554" y="172"/>
                    <a:pt x="555" y="171"/>
                    <a:pt x="554" y="171"/>
                  </a:cubicBezTo>
                  <a:cubicBezTo>
                    <a:pt x="553" y="172"/>
                    <a:pt x="551" y="174"/>
                    <a:pt x="550" y="176"/>
                  </a:cubicBezTo>
                  <a:cubicBezTo>
                    <a:pt x="552" y="178"/>
                    <a:pt x="555" y="180"/>
                    <a:pt x="551" y="183"/>
                  </a:cubicBezTo>
                  <a:cubicBezTo>
                    <a:pt x="550" y="183"/>
                    <a:pt x="550" y="183"/>
                    <a:pt x="549" y="183"/>
                  </a:cubicBezTo>
                  <a:cubicBezTo>
                    <a:pt x="550" y="183"/>
                    <a:pt x="550" y="188"/>
                    <a:pt x="548" y="187"/>
                  </a:cubicBezTo>
                  <a:cubicBezTo>
                    <a:pt x="547" y="186"/>
                    <a:pt x="547" y="185"/>
                    <a:pt x="548" y="184"/>
                  </a:cubicBezTo>
                  <a:cubicBezTo>
                    <a:pt x="548" y="184"/>
                    <a:pt x="548" y="184"/>
                    <a:pt x="549" y="184"/>
                  </a:cubicBezTo>
                  <a:cubicBezTo>
                    <a:pt x="547" y="184"/>
                    <a:pt x="544" y="185"/>
                    <a:pt x="543" y="186"/>
                  </a:cubicBezTo>
                  <a:cubicBezTo>
                    <a:pt x="541" y="188"/>
                    <a:pt x="543" y="189"/>
                    <a:pt x="540" y="187"/>
                  </a:cubicBezTo>
                  <a:cubicBezTo>
                    <a:pt x="540" y="187"/>
                    <a:pt x="539" y="186"/>
                    <a:pt x="538" y="187"/>
                  </a:cubicBezTo>
                  <a:cubicBezTo>
                    <a:pt x="538" y="187"/>
                    <a:pt x="535" y="192"/>
                    <a:pt x="535" y="189"/>
                  </a:cubicBezTo>
                  <a:cubicBezTo>
                    <a:pt x="535" y="188"/>
                    <a:pt x="536" y="188"/>
                    <a:pt x="536" y="188"/>
                  </a:cubicBezTo>
                  <a:cubicBezTo>
                    <a:pt x="535" y="187"/>
                    <a:pt x="531" y="188"/>
                    <a:pt x="531" y="187"/>
                  </a:cubicBezTo>
                  <a:cubicBezTo>
                    <a:pt x="530" y="186"/>
                    <a:pt x="535" y="184"/>
                    <a:pt x="532" y="182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31" y="182"/>
                    <a:pt x="531" y="181"/>
                    <a:pt x="531" y="181"/>
                  </a:cubicBezTo>
                  <a:cubicBezTo>
                    <a:pt x="532" y="179"/>
                    <a:pt x="532" y="179"/>
                    <a:pt x="531" y="178"/>
                  </a:cubicBezTo>
                  <a:cubicBezTo>
                    <a:pt x="530" y="179"/>
                    <a:pt x="528" y="180"/>
                    <a:pt x="528" y="178"/>
                  </a:cubicBezTo>
                  <a:cubicBezTo>
                    <a:pt x="528" y="178"/>
                    <a:pt x="528" y="177"/>
                    <a:pt x="529" y="177"/>
                  </a:cubicBezTo>
                  <a:cubicBezTo>
                    <a:pt x="529" y="176"/>
                    <a:pt x="530" y="176"/>
                    <a:pt x="529" y="176"/>
                  </a:cubicBezTo>
                  <a:cubicBezTo>
                    <a:pt x="529" y="175"/>
                    <a:pt x="527" y="176"/>
                    <a:pt x="527" y="175"/>
                  </a:cubicBezTo>
                  <a:cubicBezTo>
                    <a:pt x="526" y="174"/>
                    <a:pt x="528" y="172"/>
                    <a:pt x="527" y="171"/>
                  </a:cubicBezTo>
                  <a:cubicBezTo>
                    <a:pt x="526" y="169"/>
                    <a:pt x="524" y="172"/>
                    <a:pt x="521" y="172"/>
                  </a:cubicBezTo>
                  <a:cubicBezTo>
                    <a:pt x="521" y="172"/>
                    <a:pt x="519" y="170"/>
                    <a:pt x="517" y="172"/>
                  </a:cubicBezTo>
                  <a:cubicBezTo>
                    <a:pt x="516" y="173"/>
                    <a:pt x="518" y="176"/>
                    <a:pt x="515" y="177"/>
                  </a:cubicBezTo>
                  <a:cubicBezTo>
                    <a:pt x="514" y="178"/>
                    <a:pt x="509" y="180"/>
                    <a:pt x="508" y="178"/>
                  </a:cubicBezTo>
                  <a:cubicBezTo>
                    <a:pt x="508" y="177"/>
                    <a:pt x="510" y="177"/>
                    <a:pt x="510" y="177"/>
                  </a:cubicBezTo>
                  <a:cubicBezTo>
                    <a:pt x="511" y="176"/>
                    <a:pt x="509" y="174"/>
                    <a:pt x="509" y="174"/>
                  </a:cubicBezTo>
                  <a:cubicBezTo>
                    <a:pt x="510" y="172"/>
                    <a:pt x="512" y="172"/>
                    <a:pt x="512" y="171"/>
                  </a:cubicBezTo>
                  <a:cubicBezTo>
                    <a:pt x="512" y="171"/>
                    <a:pt x="511" y="171"/>
                    <a:pt x="511" y="170"/>
                  </a:cubicBezTo>
                  <a:cubicBezTo>
                    <a:pt x="511" y="170"/>
                    <a:pt x="512" y="170"/>
                    <a:pt x="512" y="170"/>
                  </a:cubicBezTo>
                  <a:cubicBezTo>
                    <a:pt x="511" y="168"/>
                    <a:pt x="511" y="167"/>
                    <a:pt x="512" y="166"/>
                  </a:cubicBezTo>
                  <a:cubicBezTo>
                    <a:pt x="512" y="166"/>
                    <a:pt x="512" y="166"/>
                    <a:pt x="512" y="165"/>
                  </a:cubicBezTo>
                  <a:cubicBezTo>
                    <a:pt x="512" y="165"/>
                    <a:pt x="512" y="165"/>
                    <a:pt x="512" y="165"/>
                  </a:cubicBezTo>
                  <a:cubicBezTo>
                    <a:pt x="511" y="165"/>
                    <a:pt x="511" y="164"/>
                    <a:pt x="513" y="163"/>
                  </a:cubicBezTo>
                  <a:cubicBezTo>
                    <a:pt x="513" y="163"/>
                    <a:pt x="513" y="162"/>
                    <a:pt x="513" y="162"/>
                  </a:cubicBezTo>
                  <a:cubicBezTo>
                    <a:pt x="513" y="162"/>
                    <a:pt x="512" y="162"/>
                    <a:pt x="512" y="162"/>
                  </a:cubicBezTo>
                  <a:cubicBezTo>
                    <a:pt x="511" y="162"/>
                    <a:pt x="510" y="162"/>
                    <a:pt x="510" y="162"/>
                  </a:cubicBezTo>
                  <a:cubicBezTo>
                    <a:pt x="509" y="162"/>
                    <a:pt x="509" y="162"/>
                    <a:pt x="509" y="161"/>
                  </a:cubicBezTo>
                  <a:cubicBezTo>
                    <a:pt x="508" y="161"/>
                    <a:pt x="509" y="160"/>
                    <a:pt x="509" y="160"/>
                  </a:cubicBezTo>
                  <a:cubicBezTo>
                    <a:pt x="509" y="159"/>
                    <a:pt x="509" y="158"/>
                    <a:pt x="509" y="158"/>
                  </a:cubicBezTo>
                  <a:cubicBezTo>
                    <a:pt x="510" y="158"/>
                    <a:pt x="513" y="158"/>
                    <a:pt x="515" y="156"/>
                  </a:cubicBezTo>
                  <a:cubicBezTo>
                    <a:pt x="514" y="158"/>
                    <a:pt x="515" y="159"/>
                    <a:pt x="516" y="157"/>
                  </a:cubicBezTo>
                  <a:cubicBezTo>
                    <a:pt x="518" y="156"/>
                    <a:pt x="516" y="156"/>
                    <a:pt x="516" y="156"/>
                  </a:cubicBezTo>
                  <a:cubicBezTo>
                    <a:pt x="516" y="156"/>
                    <a:pt x="517" y="155"/>
                    <a:pt x="516" y="154"/>
                  </a:cubicBezTo>
                  <a:cubicBezTo>
                    <a:pt x="516" y="154"/>
                    <a:pt x="516" y="154"/>
                    <a:pt x="516" y="154"/>
                  </a:cubicBezTo>
                  <a:cubicBezTo>
                    <a:pt x="514" y="155"/>
                    <a:pt x="512" y="156"/>
                    <a:pt x="510" y="155"/>
                  </a:cubicBezTo>
                  <a:cubicBezTo>
                    <a:pt x="510" y="156"/>
                    <a:pt x="510" y="156"/>
                    <a:pt x="510" y="156"/>
                  </a:cubicBezTo>
                  <a:cubicBezTo>
                    <a:pt x="510" y="156"/>
                    <a:pt x="511" y="156"/>
                    <a:pt x="511" y="156"/>
                  </a:cubicBezTo>
                  <a:cubicBezTo>
                    <a:pt x="510" y="157"/>
                    <a:pt x="510" y="156"/>
                    <a:pt x="510" y="155"/>
                  </a:cubicBezTo>
                  <a:cubicBezTo>
                    <a:pt x="509" y="155"/>
                    <a:pt x="509" y="154"/>
                    <a:pt x="509" y="154"/>
                  </a:cubicBezTo>
                  <a:cubicBezTo>
                    <a:pt x="509" y="152"/>
                    <a:pt x="511" y="150"/>
                    <a:pt x="514" y="150"/>
                  </a:cubicBezTo>
                  <a:cubicBezTo>
                    <a:pt x="514" y="149"/>
                    <a:pt x="512" y="148"/>
                    <a:pt x="513" y="147"/>
                  </a:cubicBezTo>
                  <a:cubicBezTo>
                    <a:pt x="514" y="145"/>
                    <a:pt x="517" y="144"/>
                    <a:pt x="516" y="143"/>
                  </a:cubicBezTo>
                  <a:cubicBezTo>
                    <a:pt x="517" y="143"/>
                    <a:pt x="520" y="142"/>
                    <a:pt x="521" y="143"/>
                  </a:cubicBezTo>
                  <a:cubicBezTo>
                    <a:pt x="524" y="144"/>
                    <a:pt x="523" y="145"/>
                    <a:pt x="527" y="143"/>
                  </a:cubicBezTo>
                  <a:cubicBezTo>
                    <a:pt x="527" y="143"/>
                    <a:pt x="528" y="143"/>
                    <a:pt x="529" y="143"/>
                  </a:cubicBezTo>
                  <a:cubicBezTo>
                    <a:pt x="531" y="142"/>
                    <a:pt x="530" y="142"/>
                    <a:pt x="529" y="139"/>
                  </a:cubicBezTo>
                  <a:cubicBezTo>
                    <a:pt x="532" y="141"/>
                    <a:pt x="531" y="139"/>
                    <a:pt x="529" y="138"/>
                  </a:cubicBezTo>
                  <a:cubicBezTo>
                    <a:pt x="529" y="139"/>
                    <a:pt x="529" y="139"/>
                    <a:pt x="529" y="139"/>
                  </a:cubicBezTo>
                  <a:cubicBezTo>
                    <a:pt x="529" y="139"/>
                    <a:pt x="529" y="139"/>
                    <a:pt x="529" y="138"/>
                  </a:cubicBezTo>
                  <a:cubicBezTo>
                    <a:pt x="528" y="138"/>
                    <a:pt x="528" y="138"/>
                    <a:pt x="528" y="138"/>
                  </a:cubicBezTo>
                  <a:cubicBezTo>
                    <a:pt x="528" y="138"/>
                    <a:pt x="526" y="141"/>
                    <a:pt x="526" y="139"/>
                  </a:cubicBezTo>
                  <a:cubicBezTo>
                    <a:pt x="525" y="139"/>
                    <a:pt x="528" y="135"/>
                    <a:pt x="525" y="135"/>
                  </a:cubicBezTo>
                  <a:cubicBezTo>
                    <a:pt x="531" y="133"/>
                    <a:pt x="523" y="131"/>
                    <a:pt x="520" y="130"/>
                  </a:cubicBezTo>
                  <a:cubicBezTo>
                    <a:pt x="519" y="129"/>
                    <a:pt x="518" y="127"/>
                    <a:pt x="518" y="126"/>
                  </a:cubicBezTo>
                  <a:cubicBezTo>
                    <a:pt x="517" y="126"/>
                    <a:pt x="516" y="125"/>
                    <a:pt x="517" y="124"/>
                  </a:cubicBezTo>
                  <a:cubicBezTo>
                    <a:pt x="517" y="124"/>
                    <a:pt x="517" y="124"/>
                    <a:pt x="517" y="124"/>
                  </a:cubicBezTo>
                  <a:cubicBezTo>
                    <a:pt x="516" y="123"/>
                    <a:pt x="516" y="123"/>
                    <a:pt x="515" y="123"/>
                  </a:cubicBezTo>
                  <a:cubicBezTo>
                    <a:pt x="515" y="123"/>
                    <a:pt x="514" y="123"/>
                    <a:pt x="514" y="123"/>
                  </a:cubicBezTo>
                  <a:cubicBezTo>
                    <a:pt x="514" y="123"/>
                    <a:pt x="513" y="123"/>
                    <a:pt x="513" y="124"/>
                  </a:cubicBezTo>
                  <a:cubicBezTo>
                    <a:pt x="513" y="124"/>
                    <a:pt x="511" y="125"/>
                    <a:pt x="510" y="125"/>
                  </a:cubicBezTo>
                  <a:cubicBezTo>
                    <a:pt x="509" y="126"/>
                    <a:pt x="508" y="125"/>
                    <a:pt x="508" y="124"/>
                  </a:cubicBezTo>
                  <a:cubicBezTo>
                    <a:pt x="507" y="124"/>
                    <a:pt x="506" y="125"/>
                    <a:pt x="505" y="125"/>
                  </a:cubicBezTo>
                  <a:cubicBezTo>
                    <a:pt x="504" y="124"/>
                    <a:pt x="506" y="124"/>
                    <a:pt x="507" y="123"/>
                  </a:cubicBezTo>
                  <a:cubicBezTo>
                    <a:pt x="507" y="122"/>
                    <a:pt x="507" y="122"/>
                    <a:pt x="508" y="121"/>
                  </a:cubicBezTo>
                  <a:cubicBezTo>
                    <a:pt x="506" y="121"/>
                    <a:pt x="504" y="121"/>
                    <a:pt x="504" y="121"/>
                  </a:cubicBezTo>
                  <a:cubicBezTo>
                    <a:pt x="504" y="121"/>
                    <a:pt x="504" y="121"/>
                    <a:pt x="503" y="121"/>
                  </a:cubicBezTo>
                  <a:cubicBezTo>
                    <a:pt x="504" y="122"/>
                    <a:pt x="505" y="122"/>
                    <a:pt x="506" y="122"/>
                  </a:cubicBezTo>
                  <a:cubicBezTo>
                    <a:pt x="505" y="123"/>
                    <a:pt x="504" y="123"/>
                    <a:pt x="502" y="122"/>
                  </a:cubicBezTo>
                  <a:cubicBezTo>
                    <a:pt x="502" y="123"/>
                    <a:pt x="502" y="123"/>
                    <a:pt x="502" y="123"/>
                  </a:cubicBezTo>
                  <a:cubicBezTo>
                    <a:pt x="502" y="124"/>
                    <a:pt x="501" y="125"/>
                    <a:pt x="500" y="125"/>
                  </a:cubicBezTo>
                  <a:cubicBezTo>
                    <a:pt x="500" y="126"/>
                    <a:pt x="499" y="126"/>
                    <a:pt x="498" y="125"/>
                  </a:cubicBezTo>
                  <a:cubicBezTo>
                    <a:pt x="498" y="125"/>
                    <a:pt x="499" y="124"/>
                    <a:pt x="499" y="124"/>
                  </a:cubicBezTo>
                  <a:cubicBezTo>
                    <a:pt x="499" y="123"/>
                    <a:pt x="498" y="122"/>
                    <a:pt x="499" y="123"/>
                  </a:cubicBezTo>
                  <a:cubicBezTo>
                    <a:pt x="499" y="123"/>
                    <a:pt x="499" y="123"/>
                    <a:pt x="500" y="123"/>
                  </a:cubicBezTo>
                  <a:cubicBezTo>
                    <a:pt x="500" y="123"/>
                    <a:pt x="500" y="123"/>
                    <a:pt x="500" y="123"/>
                  </a:cubicBezTo>
                  <a:cubicBezTo>
                    <a:pt x="500" y="123"/>
                    <a:pt x="500" y="123"/>
                    <a:pt x="501" y="122"/>
                  </a:cubicBezTo>
                  <a:cubicBezTo>
                    <a:pt x="500" y="122"/>
                    <a:pt x="499" y="122"/>
                    <a:pt x="499" y="121"/>
                  </a:cubicBezTo>
                  <a:cubicBezTo>
                    <a:pt x="499" y="121"/>
                    <a:pt x="500" y="121"/>
                    <a:pt x="501" y="121"/>
                  </a:cubicBezTo>
                  <a:cubicBezTo>
                    <a:pt x="501" y="121"/>
                    <a:pt x="501" y="121"/>
                    <a:pt x="500" y="120"/>
                  </a:cubicBezTo>
                  <a:cubicBezTo>
                    <a:pt x="499" y="120"/>
                    <a:pt x="499" y="121"/>
                    <a:pt x="498" y="121"/>
                  </a:cubicBezTo>
                  <a:cubicBezTo>
                    <a:pt x="497" y="121"/>
                    <a:pt x="496" y="117"/>
                    <a:pt x="494" y="120"/>
                  </a:cubicBezTo>
                  <a:cubicBezTo>
                    <a:pt x="494" y="120"/>
                    <a:pt x="495" y="121"/>
                    <a:pt x="495" y="121"/>
                  </a:cubicBezTo>
                  <a:cubicBezTo>
                    <a:pt x="495" y="121"/>
                    <a:pt x="495" y="121"/>
                    <a:pt x="495" y="121"/>
                  </a:cubicBezTo>
                  <a:cubicBezTo>
                    <a:pt x="495" y="121"/>
                    <a:pt x="496" y="121"/>
                    <a:pt x="496" y="121"/>
                  </a:cubicBezTo>
                  <a:cubicBezTo>
                    <a:pt x="497" y="122"/>
                    <a:pt x="495" y="123"/>
                    <a:pt x="495" y="122"/>
                  </a:cubicBezTo>
                  <a:cubicBezTo>
                    <a:pt x="495" y="122"/>
                    <a:pt x="495" y="122"/>
                    <a:pt x="495" y="122"/>
                  </a:cubicBezTo>
                  <a:cubicBezTo>
                    <a:pt x="494" y="123"/>
                    <a:pt x="490" y="122"/>
                    <a:pt x="489" y="122"/>
                  </a:cubicBezTo>
                  <a:cubicBezTo>
                    <a:pt x="491" y="121"/>
                    <a:pt x="489" y="120"/>
                    <a:pt x="488" y="119"/>
                  </a:cubicBezTo>
                  <a:cubicBezTo>
                    <a:pt x="486" y="120"/>
                    <a:pt x="484" y="121"/>
                    <a:pt x="482" y="122"/>
                  </a:cubicBezTo>
                  <a:cubicBezTo>
                    <a:pt x="483" y="121"/>
                    <a:pt x="486" y="120"/>
                    <a:pt x="488" y="119"/>
                  </a:cubicBezTo>
                  <a:cubicBezTo>
                    <a:pt x="487" y="118"/>
                    <a:pt x="486" y="118"/>
                    <a:pt x="487" y="117"/>
                  </a:cubicBezTo>
                  <a:cubicBezTo>
                    <a:pt x="488" y="115"/>
                    <a:pt x="492" y="116"/>
                    <a:pt x="493" y="114"/>
                  </a:cubicBezTo>
                  <a:cubicBezTo>
                    <a:pt x="493" y="113"/>
                    <a:pt x="492" y="114"/>
                    <a:pt x="492" y="114"/>
                  </a:cubicBezTo>
                  <a:cubicBezTo>
                    <a:pt x="492" y="112"/>
                    <a:pt x="494" y="111"/>
                    <a:pt x="491" y="110"/>
                  </a:cubicBezTo>
                  <a:cubicBezTo>
                    <a:pt x="491" y="110"/>
                    <a:pt x="486" y="109"/>
                    <a:pt x="484" y="110"/>
                  </a:cubicBezTo>
                  <a:cubicBezTo>
                    <a:pt x="481" y="110"/>
                    <a:pt x="479" y="110"/>
                    <a:pt x="477" y="109"/>
                  </a:cubicBezTo>
                  <a:cubicBezTo>
                    <a:pt x="480" y="109"/>
                    <a:pt x="481" y="107"/>
                    <a:pt x="483" y="106"/>
                  </a:cubicBezTo>
                  <a:cubicBezTo>
                    <a:pt x="484" y="106"/>
                    <a:pt x="484" y="106"/>
                    <a:pt x="484" y="106"/>
                  </a:cubicBezTo>
                  <a:cubicBezTo>
                    <a:pt x="488" y="105"/>
                    <a:pt x="491" y="108"/>
                    <a:pt x="494" y="107"/>
                  </a:cubicBezTo>
                  <a:cubicBezTo>
                    <a:pt x="494" y="107"/>
                    <a:pt x="498" y="104"/>
                    <a:pt x="498" y="103"/>
                  </a:cubicBezTo>
                  <a:cubicBezTo>
                    <a:pt x="499" y="103"/>
                    <a:pt x="500" y="104"/>
                    <a:pt x="501" y="103"/>
                  </a:cubicBezTo>
                  <a:cubicBezTo>
                    <a:pt x="500" y="103"/>
                    <a:pt x="500" y="103"/>
                    <a:pt x="499" y="103"/>
                  </a:cubicBezTo>
                  <a:cubicBezTo>
                    <a:pt x="499" y="103"/>
                    <a:pt x="499" y="103"/>
                    <a:pt x="499" y="103"/>
                  </a:cubicBezTo>
                  <a:cubicBezTo>
                    <a:pt x="498" y="103"/>
                    <a:pt x="497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4" y="104"/>
                    <a:pt x="493" y="104"/>
                    <a:pt x="493" y="103"/>
                  </a:cubicBezTo>
                  <a:cubicBezTo>
                    <a:pt x="493" y="103"/>
                    <a:pt x="493" y="102"/>
                    <a:pt x="493" y="102"/>
                  </a:cubicBezTo>
                  <a:cubicBezTo>
                    <a:pt x="493" y="101"/>
                    <a:pt x="494" y="100"/>
                    <a:pt x="495" y="100"/>
                  </a:cubicBezTo>
                  <a:cubicBezTo>
                    <a:pt x="496" y="99"/>
                    <a:pt x="499" y="100"/>
                    <a:pt x="499" y="102"/>
                  </a:cubicBezTo>
                  <a:cubicBezTo>
                    <a:pt x="499" y="102"/>
                    <a:pt x="499" y="102"/>
                    <a:pt x="499" y="102"/>
                  </a:cubicBezTo>
                  <a:cubicBezTo>
                    <a:pt x="499" y="101"/>
                    <a:pt x="501" y="100"/>
                    <a:pt x="502" y="100"/>
                  </a:cubicBezTo>
                  <a:cubicBezTo>
                    <a:pt x="502" y="99"/>
                    <a:pt x="502" y="99"/>
                    <a:pt x="501" y="99"/>
                  </a:cubicBezTo>
                  <a:cubicBezTo>
                    <a:pt x="501" y="99"/>
                    <a:pt x="501" y="99"/>
                    <a:pt x="501" y="99"/>
                  </a:cubicBezTo>
                  <a:cubicBezTo>
                    <a:pt x="500" y="100"/>
                    <a:pt x="500" y="99"/>
                    <a:pt x="501" y="98"/>
                  </a:cubicBezTo>
                  <a:cubicBezTo>
                    <a:pt x="499" y="97"/>
                    <a:pt x="497" y="97"/>
                    <a:pt x="495" y="96"/>
                  </a:cubicBezTo>
                  <a:cubicBezTo>
                    <a:pt x="497" y="95"/>
                    <a:pt x="497" y="95"/>
                    <a:pt x="497" y="94"/>
                  </a:cubicBezTo>
                  <a:cubicBezTo>
                    <a:pt x="495" y="95"/>
                    <a:pt x="492" y="95"/>
                    <a:pt x="494" y="93"/>
                  </a:cubicBezTo>
                  <a:cubicBezTo>
                    <a:pt x="494" y="93"/>
                    <a:pt x="495" y="93"/>
                    <a:pt x="495" y="93"/>
                  </a:cubicBezTo>
                  <a:cubicBezTo>
                    <a:pt x="494" y="92"/>
                    <a:pt x="494" y="92"/>
                    <a:pt x="494" y="92"/>
                  </a:cubicBezTo>
                  <a:cubicBezTo>
                    <a:pt x="491" y="93"/>
                    <a:pt x="489" y="94"/>
                    <a:pt x="486" y="95"/>
                  </a:cubicBezTo>
                  <a:cubicBezTo>
                    <a:pt x="483" y="96"/>
                    <a:pt x="487" y="93"/>
                    <a:pt x="489" y="92"/>
                  </a:cubicBezTo>
                  <a:cubicBezTo>
                    <a:pt x="490" y="91"/>
                    <a:pt x="492" y="91"/>
                    <a:pt x="494" y="90"/>
                  </a:cubicBezTo>
                  <a:cubicBezTo>
                    <a:pt x="494" y="90"/>
                    <a:pt x="495" y="89"/>
                    <a:pt x="495" y="89"/>
                  </a:cubicBezTo>
                  <a:cubicBezTo>
                    <a:pt x="495" y="89"/>
                    <a:pt x="496" y="89"/>
                    <a:pt x="497" y="89"/>
                  </a:cubicBezTo>
                  <a:cubicBezTo>
                    <a:pt x="498" y="88"/>
                    <a:pt x="499" y="87"/>
                    <a:pt x="500" y="86"/>
                  </a:cubicBezTo>
                  <a:cubicBezTo>
                    <a:pt x="501" y="85"/>
                    <a:pt x="502" y="84"/>
                    <a:pt x="501" y="83"/>
                  </a:cubicBezTo>
                  <a:cubicBezTo>
                    <a:pt x="501" y="83"/>
                    <a:pt x="500" y="83"/>
                    <a:pt x="500" y="82"/>
                  </a:cubicBezTo>
                  <a:cubicBezTo>
                    <a:pt x="500" y="82"/>
                    <a:pt x="500" y="83"/>
                    <a:pt x="500" y="83"/>
                  </a:cubicBezTo>
                  <a:cubicBezTo>
                    <a:pt x="499" y="83"/>
                    <a:pt x="499" y="82"/>
                    <a:pt x="499" y="82"/>
                  </a:cubicBezTo>
                  <a:cubicBezTo>
                    <a:pt x="498" y="82"/>
                    <a:pt x="496" y="82"/>
                    <a:pt x="497" y="81"/>
                  </a:cubicBezTo>
                  <a:cubicBezTo>
                    <a:pt x="496" y="81"/>
                    <a:pt x="496" y="81"/>
                    <a:pt x="496" y="81"/>
                  </a:cubicBezTo>
                  <a:cubicBezTo>
                    <a:pt x="496" y="79"/>
                    <a:pt x="497" y="79"/>
                    <a:pt x="499" y="78"/>
                  </a:cubicBezTo>
                  <a:cubicBezTo>
                    <a:pt x="499" y="77"/>
                    <a:pt x="499" y="77"/>
                    <a:pt x="499" y="76"/>
                  </a:cubicBezTo>
                  <a:cubicBezTo>
                    <a:pt x="499" y="76"/>
                    <a:pt x="500" y="76"/>
                    <a:pt x="500" y="76"/>
                  </a:cubicBezTo>
                  <a:cubicBezTo>
                    <a:pt x="499" y="75"/>
                    <a:pt x="497" y="75"/>
                    <a:pt x="495" y="75"/>
                  </a:cubicBezTo>
                  <a:cubicBezTo>
                    <a:pt x="494" y="75"/>
                    <a:pt x="492" y="75"/>
                    <a:pt x="492" y="74"/>
                  </a:cubicBezTo>
                  <a:cubicBezTo>
                    <a:pt x="491" y="74"/>
                    <a:pt x="490" y="73"/>
                    <a:pt x="490" y="72"/>
                  </a:cubicBezTo>
                  <a:cubicBezTo>
                    <a:pt x="489" y="73"/>
                    <a:pt x="489" y="73"/>
                    <a:pt x="488" y="72"/>
                  </a:cubicBezTo>
                  <a:cubicBezTo>
                    <a:pt x="487" y="71"/>
                    <a:pt x="486" y="69"/>
                    <a:pt x="488" y="68"/>
                  </a:cubicBezTo>
                  <a:cubicBezTo>
                    <a:pt x="488" y="68"/>
                    <a:pt x="488" y="68"/>
                    <a:pt x="488" y="68"/>
                  </a:cubicBezTo>
                  <a:cubicBezTo>
                    <a:pt x="488" y="68"/>
                    <a:pt x="488" y="67"/>
                    <a:pt x="488" y="67"/>
                  </a:cubicBezTo>
                  <a:cubicBezTo>
                    <a:pt x="487" y="67"/>
                    <a:pt x="486" y="68"/>
                    <a:pt x="485" y="67"/>
                  </a:cubicBezTo>
                  <a:cubicBezTo>
                    <a:pt x="485" y="68"/>
                    <a:pt x="484" y="69"/>
                    <a:pt x="484" y="69"/>
                  </a:cubicBezTo>
                  <a:cubicBezTo>
                    <a:pt x="484" y="70"/>
                    <a:pt x="482" y="70"/>
                    <a:pt x="481" y="71"/>
                  </a:cubicBezTo>
                  <a:cubicBezTo>
                    <a:pt x="480" y="73"/>
                    <a:pt x="479" y="73"/>
                    <a:pt x="478" y="74"/>
                  </a:cubicBezTo>
                  <a:cubicBezTo>
                    <a:pt x="477" y="74"/>
                    <a:pt x="478" y="75"/>
                    <a:pt x="478" y="75"/>
                  </a:cubicBezTo>
                  <a:cubicBezTo>
                    <a:pt x="477" y="75"/>
                    <a:pt x="475" y="74"/>
                    <a:pt x="475" y="75"/>
                  </a:cubicBezTo>
                  <a:cubicBezTo>
                    <a:pt x="475" y="75"/>
                    <a:pt x="475" y="75"/>
                    <a:pt x="474" y="75"/>
                  </a:cubicBezTo>
                  <a:cubicBezTo>
                    <a:pt x="474" y="75"/>
                    <a:pt x="474" y="75"/>
                    <a:pt x="474" y="75"/>
                  </a:cubicBezTo>
                  <a:cubicBezTo>
                    <a:pt x="474" y="75"/>
                    <a:pt x="474" y="75"/>
                    <a:pt x="473" y="75"/>
                  </a:cubicBezTo>
                  <a:cubicBezTo>
                    <a:pt x="472" y="75"/>
                    <a:pt x="472" y="76"/>
                    <a:pt x="471" y="76"/>
                  </a:cubicBezTo>
                  <a:cubicBezTo>
                    <a:pt x="471" y="76"/>
                    <a:pt x="472" y="75"/>
                    <a:pt x="472" y="75"/>
                  </a:cubicBezTo>
                  <a:cubicBezTo>
                    <a:pt x="470" y="73"/>
                    <a:pt x="466" y="70"/>
                    <a:pt x="465" y="69"/>
                  </a:cubicBezTo>
                  <a:cubicBezTo>
                    <a:pt x="465" y="67"/>
                    <a:pt x="470" y="66"/>
                    <a:pt x="471" y="64"/>
                  </a:cubicBezTo>
                  <a:cubicBezTo>
                    <a:pt x="471" y="63"/>
                    <a:pt x="469" y="62"/>
                    <a:pt x="471" y="61"/>
                  </a:cubicBezTo>
                  <a:cubicBezTo>
                    <a:pt x="472" y="60"/>
                    <a:pt x="472" y="62"/>
                    <a:pt x="473" y="63"/>
                  </a:cubicBezTo>
                  <a:cubicBezTo>
                    <a:pt x="474" y="63"/>
                    <a:pt x="478" y="63"/>
                    <a:pt x="481" y="63"/>
                  </a:cubicBezTo>
                  <a:cubicBezTo>
                    <a:pt x="482" y="64"/>
                    <a:pt x="483" y="64"/>
                    <a:pt x="484" y="64"/>
                  </a:cubicBezTo>
                  <a:cubicBezTo>
                    <a:pt x="485" y="63"/>
                    <a:pt x="489" y="62"/>
                    <a:pt x="490" y="62"/>
                  </a:cubicBezTo>
                  <a:cubicBezTo>
                    <a:pt x="490" y="61"/>
                    <a:pt x="488" y="62"/>
                    <a:pt x="488" y="60"/>
                  </a:cubicBezTo>
                  <a:cubicBezTo>
                    <a:pt x="489" y="60"/>
                    <a:pt x="490" y="61"/>
                    <a:pt x="491" y="61"/>
                  </a:cubicBezTo>
                  <a:cubicBezTo>
                    <a:pt x="493" y="60"/>
                    <a:pt x="497" y="60"/>
                    <a:pt x="499" y="59"/>
                  </a:cubicBezTo>
                  <a:cubicBezTo>
                    <a:pt x="499" y="58"/>
                    <a:pt x="499" y="57"/>
                    <a:pt x="498" y="57"/>
                  </a:cubicBezTo>
                  <a:cubicBezTo>
                    <a:pt x="498" y="57"/>
                    <a:pt x="497" y="58"/>
                    <a:pt x="497" y="58"/>
                  </a:cubicBezTo>
                  <a:cubicBezTo>
                    <a:pt x="497" y="58"/>
                    <a:pt x="494" y="57"/>
                    <a:pt x="491" y="56"/>
                  </a:cubicBezTo>
                  <a:cubicBezTo>
                    <a:pt x="490" y="56"/>
                    <a:pt x="490" y="56"/>
                    <a:pt x="490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4"/>
                    <a:pt x="489" y="53"/>
                    <a:pt x="489" y="53"/>
                  </a:cubicBezTo>
                  <a:cubicBezTo>
                    <a:pt x="487" y="51"/>
                    <a:pt x="483" y="53"/>
                    <a:pt x="481" y="52"/>
                  </a:cubicBezTo>
                  <a:cubicBezTo>
                    <a:pt x="481" y="52"/>
                    <a:pt x="480" y="52"/>
                    <a:pt x="479" y="52"/>
                  </a:cubicBezTo>
                  <a:cubicBezTo>
                    <a:pt x="479" y="52"/>
                    <a:pt x="479" y="52"/>
                    <a:pt x="479" y="52"/>
                  </a:cubicBezTo>
                  <a:cubicBezTo>
                    <a:pt x="479" y="54"/>
                    <a:pt x="474" y="56"/>
                    <a:pt x="473" y="54"/>
                  </a:cubicBezTo>
                  <a:cubicBezTo>
                    <a:pt x="472" y="53"/>
                    <a:pt x="473" y="51"/>
                    <a:pt x="475" y="50"/>
                  </a:cubicBezTo>
                  <a:cubicBezTo>
                    <a:pt x="475" y="50"/>
                    <a:pt x="475" y="50"/>
                    <a:pt x="475" y="50"/>
                  </a:cubicBezTo>
                  <a:cubicBezTo>
                    <a:pt x="475" y="50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4" y="49"/>
                    <a:pt x="473" y="49"/>
                    <a:pt x="472" y="49"/>
                  </a:cubicBezTo>
                  <a:cubicBezTo>
                    <a:pt x="472" y="49"/>
                    <a:pt x="472" y="50"/>
                    <a:pt x="472" y="50"/>
                  </a:cubicBezTo>
                  <a:cubicBezTo>
                    <a:pt x="471" y="50"/>
                    <a:pt x="471" y="51"/>
                    <a:pt x="471" y="51"/>
                  </a:cubicBezTo>
                  <a:cubicBezTo>
                    <a:pt x="470" y="53"/>
                    <a:pt x="467" y="53"/>
                    <a:pt x="465" y="55"/>
                  </a:cubicBezTo>
                  <a:cubicBezTo>
                    <a:pt x="464" y="56"/>
                    <a:pt x="461" y="59"/>
                    <a:pt x="460" y="59"/>
                  </a:cubicBezTo>
                  <a:cubicBezTo>
                    <a:pt x="459" y="59"/>
                    <a:pt x="458" y="57"/>
                    <a:pt x="458" y="56"/>
                  </a:cubicBezTo>
                  <a:cubicBezTo>
                    <a:pt x="457" y="56"/>
                    <a:pt x="457" y="57"/>
                    <a:pt x="457" y="57"/>
                  </a:cubicBezTo>
                  <a:cubicBezTo>
                    <a:pt x="456" y="58"/>
                    <a:pt x="455" y="57"/>
                    <a:pt x="454" y="56"/>
                  </a:cubicBezTo>
                  <a:cubicBezTo>
                    <a:pt x="453" y="56"/>
                    <a:pt x="452" y="56"/>
                    <a:pt x="452" y="55"/>
                  </a:cubicBezTo>
                  <a:cubicBezTo>
                    <a:pt x="452" y="55"/>
                    <a:pt x="453" y="54"/>
                    <a:pt x="454" y="53"/>
                  </a:cubicBezTo>
                  <a:cubicBezTo>
                    <a:pt x="455" y="52"/>
                    <a:pt x="456" y="51"/>
                    <a:pt x="457" y="53"/>
                  </a:cubicBezTo>
                  <a:cubicBezTo>
                    <a:pt x="458" y="53"/>
                    <a:pt x="458" y="53"/>
                    <a:pt x="458" y="51"/>
                  </a:cubicBezTo>
                  <a:cubicBezTo>
                    <a:pt x="456" y="51"/>
                    <a:pt x="455" y="51"/>
                    <a:pt x="455" y="50"/>
                  </a:cubicBezTo>
                  <a:cubicBezTo>
                    <a:pt x="455" y="49"/>
                    <a:pt x="456" y="48"/>
                    <a:pt x="457" y="48"/>
                  </a:cubicBezTo>
                  <a:cubicBezTo>
                    <a:pt x="456" y="47"/>
                    <a:pt x="454" y="46"/>
                    <a:pt x="454" y="45"/>
                  </a:cubicBezTo>
                  <a:cubicBezTo>
                    <a:pt x="454" y="45"/>
                    <a:pt x="455" y="42"/>
                    <a:pt x="456" y="41"/>
                  </a:cubicBezTo>
                  <a:cubicBezTo>
                    <a:pt x="457" y="41"/>
                    <a:pt x="460" y="40"/>
                    <a:pt x="460" y="40"/>
                  </a:cubicBezTo>
                  <a:cubicBezTo>
                    <a:pt x="460" y="39"/>
                    <a:pt x="459" y="39"/>
                    <a:pt x="458" y="39"/>
                  </a:cubicBezTo>
                  <a:cubicBezTo>
                    <a:pt x="458" y="39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7" y="40"/>
                    <a:pt x="456" y="41"/>
                    <a:pt x="455" y="40"/>
                  </a:cubicBezTo>
                  <a:cubicBezTo>
                    <a:pt x="455" y="40"/>
                    <a:pt x="455" y="40"/>
                    <a:pt x="455" y="39"/>
                  </a:cubicBezTo>
                  <a:cubicBezTo>
                    <a:pt x="455" y="39"/>
                    <a:pt x="455" y="39"/>
                    <a:pt x="454" y="39"/>
                  </a:cubicBezTo>
                  <a:cubicBezTo>
                    <a:pt x="454" y="39"/>
                    <a:pt x="454" y="39"/>
                    <a:pt x="455" y="38"/>
                  </a:cubicBezTo>
                  <a:cubicBezTo>
                    <a:pt x="455" y="38"/>
                    <a:pt x="455" y="38"/>
                    <a:pt x="454" y="38"/>
                  </a:cubicBezTo>
                  <a:cubicBezTo>
                    <a:pt x="455" y="37"/>
                    <a:pt x="458" y="37"/>
                    <a:pt x="458" y="38"/>
                  </a:cubicBezTo>
                  <a:cubicBezTo>
                    <a:pt x="459" y="38"/>
                    <a:pt x="462" y="38"/>
                    <a:pt x="461" y="39"/>
                  </a:cubicBezTo>
                  <a:cubicBezTo>
                    <a:pt x="461" y="39"/>
                    <a:pt x="460" y="40"/>
                    <a:pt x="460" y="40"/>
                  </a:cubicBezTo>
                  <a:cubicBezTo>
                    <a:pt x="461" y="41"/>
                    <a:pt x="462" y="40"/>
                    <a:pt x="462" y="40"/>
                  </a:cubicBezTo>
                  <a:cubicBezTo>
                    <a:pt x="463" y="40"/>
                    <a:pt x="464" y="41"/>
                    <a:pt x="465" y="42"/>
                  </a:cubicBezTo>
                  <a:cubicBezTo>
                    <a:pt x="466" y="41"/>
                    <a:pt x="467" y="41"/>
                    <a:pt x="467" y="42"/>
                  </a:cubicBezTo>
                  <a:cubicBezTo>
                    <a:pt x="468" y="43"/>
                    <a:pt x="467" y="44"/>
                    <a:pt x="466" y="43"/>
                  </a:cubicBezTo>
                  <a:cubicBezTo>
                    <a:pt x="466" y="44"/>
                    <a:pt x="466" y="44"/>
                    <a:pt x="466" y="44"/>
                  </a:cubicBezTo>
                  <a:cubicBezTo>
                    <a:pt x="467" y="44"/>
                    <a:pt x="469" y="44"/>
                    <a:pt x="470" y="45"/>
                  </a:cubicBezTo>
                  <a:cubicBezTo>
                    <a:pt x="470" y="45"/>
                    <a:pt x="469" y="45"/>
                    <a:pt x="470" y="46"/>
                  </a:cubicBezTo>
                  <a:cubicBezTo>
                    <a:pt x="471" y="45"/>
                    <a:pt x="472" y="45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4" y="44"/>
                    <a:pt x="474" y="44"/>
                    <a:pt x="474" y="44"/>
                  </a:cubicBezTo>
                  <a:cubicBezTo>
                    <a:pt x="473" y="44"/>
                    <a:pt x="473" y="43"/>
                    <a:pt x="473" y="42"/>
                  </a:cubicBezTo>
                  <a:cubicBezTo>
                    <a:pt x="472" y="40"/>
                    <a:pt x="478" y="41"/>
                    <a:pt x="475" y="43"/>
                  </a:cubicBezTo>
                  <a:cubicBezTo>
                    <a:pt x="475" y="43"/>
                    <a:pt x="476" y="43"/>
                    <a:pt x="476" y="43"/>
                  </a:cubicBezTo>
                  <a:cubicBezTo>
                    <a:pt x="477" y="43"/>
                    <a:pt x="479" y="42"/>
                    <a:pt x="478" y="41"/>
                  </a:cubicBezTo>
                  <a:cubicBezTo>
                    <a:pt x="478" y="40"/>
                    <a:pt x="475" y="41"/>
                    <a:pt x="475" y="40"/>
                  </a:cubicBezTo>
                  <a:cubicBezTo>
                    <a:pt x="474" y="39"/>
                    <a:pt x="478" y="37"/>
                    <a:pt x="478" y="37"/>
                  </a:cubicBezTo>
                  <a:cubicBezTo>
                    <a:pt x="478" y="37"/>
                    <a:pt x="478" y="36"/>
                    <a:pt x="478" y="36"/>
                  </a:cubicBezTo>
                  <a:cubicBezTo>
                    <a:pt x="476" y="38"/>
                    <a:pt x="473" y="38"/>
                    <a:pt x="470" y="38"/>
                  </a:cubicBezTo>
                  <a:cubicBezTo>
                    <a:pt x="468" y="37"/>
                    <a:pt x="468" y="34"/>
                    <a:pt x="467" y="34"/>
                  </a:cubicBezTo>
                  <a:cubicBezTo>
                    <a:pt x="465" y="34"/>
                    <a:pt x="463" y="34"/>
                    <a:pt x="461" y="35"/>
                  </a:cubicBezTo>
                  <a:cubicBezTo>
                    <a:pt x="462" y="34"/>
                    <a:pt x="463" y="34"/>
                    <a:pt x="464" y="33"/>
                  </a:cubicBezTo>
                  <a:cubicBezTo>
                    <a:pt x="464" y="32"/>
                    <a:pt x="465" y="33"/>
                    <a:pt x="466" y="33"/>
                  </a:cubicBezTo>
                  <a:cubicBezTo>
                    <a:pt x="466" y="32"/>
                    <a:pt x="466" y="32"/>
                    <a:pt x="466" y="31"/>
                  </a:cubicBezTo>
                  <a:cubicBezTo>
                    <a:pt x="466" y="31"/>
                    <a:pt x="465" y="31"/>
                    <a:pt x="465" y="31"/>
                  </a:cubicBezTo>
                  <a:cubicBezTo>
                    <a:pt x="464" y="30"/>
                    <a:pt x="465" y="30"/>
                    <a:pt x="466" y="30"/>
                  </a:cubicBezTo>
                  <a:cubicBezTo>
                    <a:pt x="466" y="30"/>
                    <a:pt x="466" y="29"/>
                    <a:pt x="466" y="29"/>
                  </a:cubicBezTo>
                  <a:cubicBezTo>
                    <a:pt x="466" y="28"/>
                    <a:pt x="466" y="27"/>
                    <a:pt x="466" y="26"/>
                  </a:cubicBezTo>
                  <a:cubicBezTo>
                    <a:pt x="466" y="26"/>
                    <a:pt x="466" y="26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4"/>
                    <a:pt x="465" y="24"/>
                    <a:pt x="466" y="24"/>
                  </a:cubicBezTo>
                  <a:cubicBezTo>
                    <a:pt x="466" y="22"/>
                    <a:pt x="466" y="21"/>
                    <a:pt x="466" y="20"/>
                  </a:cubicBezTo>
                  <a:cubicBezTo>
                    <a:pt x="466" y="20"/>
                    <a:pt x="466" y="19"/>
                    <a:pt x="466" y="19"/>
                  </a:cubicBezTo>
                  <a:cubicBezTo>
                    <a:pt x="466" y="19"/>
                    <a:pt x="465" y="19"/>
                    <a:pt x="465" y="19"/>
                  </a:cubicBezTo>
                  <a:cubicBezTo>
                    <a:pt x="465" y="18"/>
                    <a:pt x="465" y="18"/>
                    <a:pt x="466" y="18"/>
                  </a:cubicBezTo>
                  <a:cubicBezTo>
                    <a:pt x="466" y="16"/>
                    <a:pt x="467" y="15"/>
                    <a:pt x="467" y="14"/>
                  </a:cubicBezTo>
                  <a:cubicBezTo>
                    <a:pt x="467" y="14"/>
                    <a:pt x="467" y="14"/>
                    <a:pt x="467" y="14"/>
                  </a:cubicBezTo>
                  <a:cubicBezTo>
                    <a:pt x="465" y="14"/>
                    <a:pt x="463" y="14"/>
                    <a:pt x="463" y="13"/>
                  </a:cubicBezTo>
                  <a:cubicBezTo>
                    <a:pt x="463" y="11"/>
                    <a:pt x="464" y="11"/>
                    <a:pt x="465" y="10"/>
                  </a:cubicBezTo>
                  <a:cubicBezTo>
                    <a:pt x="463" y="8"/>
                    <a:pt x="463" y="8"/>
                    <a:pt x="463" y="8"/>
                  </a:cubicBezTo>
                  <a:cubicBezTo>
                    <a:pt x="463" y="11"/>
                    <a:pt x="462" y="14"/>
                    <a:pt x="460" y="14"/>
                  </a:cubicBezTo>
                  <a:cubicBezTo>
                    <a:pt x="459" y="15"/>
                    <a:pt x="455" y="14"/>
                    <a:pt x="455" y="14"/>
                  </a:cubicBezTo>
                  <a:cubicBezTo>
                    <a:pt x="454" y="14"/>
                    <a:pt x="454" y="12"/>
                    <a:pt x="454" y="12"/>
                  </a:cubicBezTo>
                  <a:cubicBezTo>
                    <a:pt x="451" y="10"/>
                    <a:pt x="454" y="10"/>
                    <a:pt x="449" y="9"/>
                  </a:cubicBezTo>
                  <a:cubicBezTo>
                    <a:pt x="450" y="8"/>
                    <a:pt x="452" y="7"/>
                    <a:pt x="453" y="6"/>
                  </a:cubicBezTo>
                  <a:cubicBezTo>
                    <a:pt x="453" y="6"/>
                    <a:pt x="452" y="4"/>
                    <a:pt x="452" y="5"/>
                  </a:cubicBezTo>
                  <a:cubicBezTo>
                    <a:pt x="453" y="3"/>
                    <a:pt x="456" y="5"/>
                    <a:pt x="458" y="3"/>
                  </a:cubicBezTo>
                  <a:cubicBezTo>
                    <a:pt x="458" y="3"/>
                    <a:pt x="458" y="3"/>
                    <a:pt x="458" y="3"/>
                  </a:cubicBezTo>
                  <a:cubicBezTo>
                    <a:pt x="457" y="3"/>
                    <a:pt x="456" y="3"/>
                    <a:pt x="455" y="2"/>
                  </a:cubicBezTo>
                  <a:cubicBezTo>
                    <a:pt x="454" y="3"/>
                    <a:pt x="454" y="3"/>
                    <a:pt x="454" y="1"/>
                  </a:cubicBezTo>
                  <a:cubicBezTo>
                    <a:pt x="452" y="5"/>
                    <a:pt x="443" y="5"/>
                    <a:pt x="442" y="0"/>
                  </a:cubicBezTo>
                  <a:cubicBezTo>
                    <a:pt x="442" y="0"/>
                    <a:pt x="442" y="0"/>
                    <a:pt x="443" y="0"/>
                  </a:cubicBezTo>
                  <a:cubicBezTo>
                    <a:pt x="442" y="0"/>
                    <a:pt x="442" y="0"/>
                    <a:pt x="442" y="0"/>
                  </a:cubicBezTo>
                  <a:cubicBezTo>
                    <a:pt x="440" y="3"/>
                    <a:pt x="437" y="4"/>
                    <a:pt x="434" y="3"/>
                  </a:cubicBezTo>
                  <a:cubicBezTo>
                    <a:pt x="434" y="3"/>
                    <a:pt x="434" y="3"/>
                    <a:pt x="433" y="3"/>
                  </a:cubicBezTo>
                  <a:cubicBezTo>
                    <a:pt x="431" y="4"/>
                    <a:pt x="428" y="6"/>
                    <a:pt x="426" y="6"/>
                  </a:cubicBezTo>
                  <a:cubicBezTo>
                    <a:pt x="425" y="6"/>
                    <a:pt x="424" y="6"/>
                    <a:pt x="423" y="6"/>
                  </a:cubicBezTo>
                  <a:cubicBezTo>
                    <a:pt x="421" y="6"/>
                    <a:pt x="419" y="9"/>
                    <a:pt x="417" y="9"/>
                  </a:cubicBezTo>
                  <a:cubicBezTo>
                    <a:pt x="415" y="9"/>
                    <a:pt x="416" y="9"/>
                    <a:pt x="414" y="9"/>
                  </a:cubicBezTo>
                  <a:cubicBezTo>
                    <a:pt x="413" y="10"/>
                    <a:pt x="411" y="11"/>
                    <a:pt x="410" y="11"/>
                  </a:cubicBezTo>
                  <a:cubicBezTo>
                    <a:pt x="409" y="12"/>
                    <a:pt x="406" y="13"/>
                    <a:pt x="406" y="13"/>
                  </a:cubicBezTo>
                  <a:cubicBezTo>
                    <a:pt x="404" y="15"/>
                    <a:pt x="406" y="15"/>
                    <a:pt x="404" y="14"/>
                  </a:cubicBezTo>
                  <a:cubicBezTo>
                    <a:pt x="403" y="14"/>
                    <a:pt x="403" y="15"/>
                    <a:pt x="402" y="15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4" y="16"/>
                    <a:pt x="402" y="17"/>
                    <a:pt x="401" y="16"/>
                  </a:cubicBezTo>
                  <a:cubicBezTo>
                    <a:pt x="401" y="16"/>
                    <a:pt x="400" y="16"/>
                    <a:pt x="400" y="17"/>
                  </a:cubicBezTo>
                  <a:cubicBezTo>
                    <a:pt x="400" y="17"/>
                    <a:pt x="400" y="18"/>
                    <a:pt x="400" y="18"/>
                  </a:cubicBezTo>
                  <a:cubicBezTo>
                    <a:pt x="403" y="19"/>
                    <a:pt x="405" y="17"/>
                    <a:pt x="403" y="21"/>
                  </a:cubicBezTo>
                  <a:cubicBezTo>
                    <a:pt x="403" y="22"/>
                    <a:pt x="404" y="22"/>
                    <a:pt x="404" y="22"/>
                  </a:cubicBezTo>
                  <a:cubicBezTo>
                    <a:pt x="402" y="24"/>
                    <a:pt x="401" y="21"/>
                    <a:pt x="401" y="21"/>
                  </a:cubicBezTo>
                  <a:cubicBezTo>
                    <a:pt x="400" y="22"/>
                    <a:pt x="400" y="23"/>
                    <a:pt x="402" y="24"/>
                  </a:cubicBezTo>
                  <a:cubicBezTo>
                    <a:pt x="402" y="25"/>
                    <a:pt x="399" y="25"/>
                    <a:pt x="398" y="24"/>
                  </a:cubicBezTo>
                  <a:cubicBezTo>
                    <a:pt x="398" y="24"/>
                    <a:pt x="396" y="21"/>
                    <a:pt x="395" y="20"/>
                  </a:cubicBezTo>
                  <a:cubicBezTo>
                    <a:pt x="394" y="20"/>
                    <a:pt x="393" y="21"/>
                    <a:pt x="392" y="21"/>
                  </a:cubicBezTo>
                  <a:cubicBezTo>
                    <a:pt x="390" y="22"/>
                    <a:pt x="387" y="23"/>
                    <a:pt x="385" y="24"/>
                  </a:cubicBezTo>
                  <a:cubicBezTo>
                    <a:pt x="384" y="25"/>
                    <a:pt x="384" y="25"/>
                    <a:pt x="383" y="25"/>
                  </a:cubicBezTo>
                  <a:cubicBezTo>
                    <a:pt x="382" y="25"/>
                    <a:pt x="381" y="26"/>
                    <a:pt x="380" y="26"/>
                  </a:cubicBezTo>
                  <a:cubicBezTo>
                    <a:pt x="378" y="27"/>
                    <a:pt x="375" y="28"/>
                    <a:pt x="373" y="29"/>
                  </a:cubicBezTo>
                  <a:cubicBezTo>
                    <a:pt x="373" y="29"/>
                    <a:pt x="374" y="29"/>
                    <a:pt x="373" y="29"/>
                  </a:cubicBezTo>
                  <a:cubicBezTo>
                    <a:pt x="373" y="29"/>
                    <a:pt x="373" y="29"/>
                    <a:pt x="373" y="29"/>
                  </a:cubicBezTo>
                  <a:cubicBezTo>
                    <a:pt x="372" y="29"/>
                    <a:pt x="372" y="29"/>
                    <a:pt x="371" y="30"/>
                  </a:cubicBezTo>
                  <a:cubicBezTo>
                    <a:pt x="371" y="30"/>
                    <a:pt x="367" y="30"/>
                    <a:pt x="367" y="31"/>
                  </a:cubicBezTo>
                  <a:cubicBezTo>
                    <a:pt x="367" y="31"/>
                    <a:pt x="374" y="29"/>
                    <a:pt x="373" y="34"/>
                  </a:cubicBezTo>
                  <a:cubicBezTo>
                    <a:pt x="372" y="34"/>
                    <a:pt x="372" y="34"/>
                    <a:pt x="372" y="35"/>
                  </a:cubicBezTo>
                  <a:cubicBezTo>
                    <a:pt x="376" y="34"/>
                    <a:pt x="381" y="34"/>
                    <a:pt x="385" y="36"/>
                  </a:cubicBezTo>
                  <a:cubicBezTo>
                    <a:pt x="385" y="33"/>
                    <a:pt x="377" y="33"/>
                    <a:pt x="377" y="30"/>
                  </a:cubicBezTo>
                  <a:cubicBezTo>
                    <a:pt x="377" y="28"/>
                    <a:pt x="384" y="30"/>
                    <a:pt x="385" y="29"/>
                  </a:cubicBezTo>
                  <a:cubicBezTo>
                    <a:pt x="386" y="28"/>
                    <a:pt x="385" y="27"/>
                    <a:pt x="386" y="27"/>
                  </a:cubicBezTo>
                  <a:cubicBezTo>
                    <a:pt x="387" y="27"/>
                    <a:pt x="390" y="29"/>
                    <a:pt x="390" y="26"/>
                  </a:cubicBezTo>
                  <a:cubicBezTo>
                    <a:pt x="389" y="23"/>
                    <a:pt x="401" y="29"/>
                    <a:pt x="402" y="32"/>
                  </a:cubicBezTo>
                  <a:cubicBezTo>
                    <a:pt x="402" y="34"/>
                    <a:pt x="401" y="37"/>
                    <a:pt x="400" y="38"/>
                  </a:cubicBezTo>
                  <a:cubicBezTo>
                    <a:pt x="400" y="38"/>
                    <a:pt x="394" y="39"/>
                    <a:pt x="393" y="39"/>
                  </a:cubicBezTo>
                  <a:cubicBezTo>
                    <a:pt x="392" y="39"/>
                    <a:pt x="391" y="39"/>
                    <a:pt x="390" y="38"/>
                  </a:cubicBezTo>
                  <a:cubicBezTo>
                    <a:pt x="390" y="39"/>
                    <a:pt x="390" y="39"/>
                    <a:pt x="391" y="39"/>
                  </a:cubicBezTo>
                  <a:cubicBezTo>
                    <a:pt x="391" y="40"/>
                    <a:pt x="392" y="43"/>
                    <a:pt x="391" y="44"/>
                  </a:cubicBezTo>
                  <a:cubicBezTo>
                    <a:pt x="388" y="49"/>
                    <a:pt x="377" y="47"/>
                    <a:pt x="372" y="45"/>
                  </a:cubicBezTo>
                  <a:cubicBezTo>
                    <a:pt x="373" y="46"/>
                    <a:pt x="373" y="47"/>
                    <a:pt x="373" y="48"/>
                  </a:cubicBezTo>
                  <a:cubicBezTo>
                    <a:pt x="372" y="51"/>
                    <a:pt x="363" y="49"/>
                    <a:pt x="363" y="46"/>
                  </a:cubicBezTo>
                  <a:cubicBezTo>
                    <a:pt x="363" y="47"/>
                    <a:pt x="361" y="46"/>
                    <a:pt x="361" y="46"/>
                  </a:cubicBezTo>
                  <a:cubicBezTo>
                    <a:pt x="361" y="45"/>
                    <a:pt x="363" y="45"/>
                    <a:pt x="363" y="46"/>
                  </a:cubicBezTo>
                  <a:cubicBezTo>
                    <a:pt x="364" y="44"/>
                    <a:pt x="367" y="43"/>
                    <a:pt x="369" y="44"/>
                  </a:cubicBezTo>
                  <a:cubicBezTo>
                    <a:pt x="370" y="44"/>
                    <a:pt x="372" y="43"/>
                    <a:pt x="373" y="41"/>
                  </a:cubicBezTo>
                  <a:cubicBezTo>
                    <a:pt x="373" y="41"/>
                    <a:pt x="372" y="39"/>
                    <a:pt x="372" y="39"/>
                  </a:cubicBezTo>
                  <a:cubicBezTo>
                    <a:pt x="373" y="38"/>
                    <a:pt x="375" y="38"/>
                    <a:pt x="375" y="37"/>
                  </a:cubicBezTo>
                  <a:cubicBezTo>
                    <a:pt x="375" y="35"/>
                    <a:pt x="372" y="36"/>
                    <a:pt x="370" y="35"/>
                  </a:cubicBezTo>
                  <a:cubicBezTo>
                    <a:pt x="367" y="35"/>
                    <a:pt x="363" y="35"/>
                    <a:pt x="362" y="33"/>
                  </a:cubicBezTo>
                  <a:cubicBezTo>
                    <a:pt x="362" y="33"/>
                    <a:pt x="362" y="32"/>
                    <a:pt x="362" y="32"/>
                  </a:cubicBezTo>
                  <a:cubicBezTo>
                    <a:pt x="362" y="32"/>
                    <a:pt x="361" y="32"/>
                    <a:pt x="360" y="33"/>
                  </a:cubicBezTo>
                  <a:cubicBezTo>
                    <a:pt x="360" y="33"/>
                    <a:pt x="358" y="35"/>
                    <a:pt x="357" y="35"/>
                  </a:cubicBezTo>
                  <a:cubicBezTo>
                    <a:pt x="357" y="36"/>
                    <a:pt x="356" y="36"/>
                    <a:pt x="355" y="36"/>
                  </a:cubicBezTo>
                  <a:cubicBezTo>
                    <a:pt x="358" y="38"/>
                    <a:pt x="356" y="39"/>
                    <a:pt x="354" y="39"/>
                  </a:cubicBezTo>
                  <a:cubicBezTo>
                    <a:pt x="353" y="40"/>
                    <a:pt x="352" y="40"/>
                    <a:pt x="352" y="39"/>
                  </a:cubicBezTo>
                  <a:cubicBezTo>
                    <a:pt x="351" y="39"/>
                    <a:pt x="351" y="39"/>
                    <a:pt x="352" y="39"/>
                  </a:cubicBezTo>
                  <a:cubicBezTo>
                    <a:pt x="351" y="39"/>
                    <a:pt x="350" y="38"/>
                    <a:pt x="350" y="38"/>
                  </a:cubicBezTo>
                  <a:cubicBezTo>
                    <a:pt x="350" y="38"/>
                    <a:pt x="349" y="38"/>
                    <a:pt x="349" y="38"/>
                  </a:cubicBezTo>
                  <a:cubicBezTo>
                    <a:pt x="349" y="39"/>
                    <a:pt x="348" y="40"/>
                    <a:pt x="348" y="40"/>
                  </a:cubicBezTo>
                  <a:cubicBezTo>
                    <a:pt x="348" y="40"/>
                    <a:pt x="346" y="40"/>
                    <a:pt x="346" y="40"/>
                  </a:cubicBezTo>
                  <a:cubicBezTo>
                    <a:pt x="345" y="41"/>
                    <a:pt x="344" y="42"/>
                    <a:pt x="343" y="42"/>
                  </a:cubicBezTo>
                  <a:cubicBezTo>
                    <a:pt x="343" y="43"/>
                    <a:pt x="343" y="43"/>
                    <a:pt x="341" y="44"/>
                  </a:cubicBezTo>
                  <a:cubicBezTo>
                    <a:pt x="340" y="44"/>
                    <a:pt x="340" y="45"/>
                    <a:pt x="339" y="46"/>
                  </a:cubicBezTo>
                  <a:cubicBezTo>
                    <a:pt x="335" y="48"/>
                    <a:pt x="331" y="49"/>
                    <a:pt x="327" y="50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7" y="51"/>
                    <a:pt x="329" y="52"/>
                    <a:pt x="330" y="53"/>
                  </a:cubicBezTo>
                  <a:cubicBezTo>
                    <a:pt x="331" y="53"/>
                    <a:pt x="331" y="54"/>
                    <a:pt x="331" y="54"/>
                  </a:cubicBezTo>
                  <a:cubicBezTo>
                    <a:pt x="331" y="55"/>
                    <a:pt x="332" y="56"/>
                    <a:pt x="332" y="58"/>
                  </a:cubicBezTo>
                  <a:cubicBezTo>
                    <a:pt x="331" y="63"/>
                    <a:pt x="321" y="64"/>
                    <a:pt x="314" y="63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7"/>
                    <a:pt x="101" y="277"/>
                    <a:pt x="100" y="277"/>
                  </a:cubicBezTo>
                  <a:cubicBezTo>
                    <a:pt x="100" y="278"/>
                    <a:pt x="100" y="278"/>
                    <a:pt x="100" y="277"/>
                  </a:cubicBezTo>
                  <a:cubicBezTo>
                    <a:pt x="54" y="323"/>
                    <a:pt x="54" y="323"/>
                    <a:pt x="54" y="323"/>
                  </a:cubicBezTo>
                  <a:cubicBezTo>
                    <a:pt x="55" y="323"/>
                    <a:pt x="56" y="326"/>
                    <a:pt x="56" y="328"/>
                  </a:cubicBezTo>
                  <a:cubicBezTo>
                    <a:pt x="55" y="331"/>
                    <a:pt x="50" y="332"/>
                    <a:pt x="48" y="329"/>
                  </a:cubicBezTo>
                  <a:cubicBezTo>
                    <a:pt x="47" y="330"/>
                    <a:pt x="47" y="330"/>
                    <a:pt x="47" y="330"/>
                  </a:cubicBezTo>
                  <a:cubicBezTo>
                    <a:pt x="48" y="330"/>
                    <a:pt x="47" y="331"/>
                    <a:pt x="47" y="331"/>
                  </a:cubicBezTo>
                  <a:cubicBezTo>
                    <a:pt x="47" y="332"/>
                    <a:pt x="46" y="331"/>
                    <a:pt x="46" y="331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10" y="367"/>
                    <a:pt x="10" y="367"/>
                    <a:pt x="10" y="367"/>
                  </a:cubicBezTo>
                  <a:cubicBezTo>
                    <a:pt x="11" y="369"/>
                    <a:pt x="11" y="372"/>
                    <a:pt x="12" y="373"/>
                  </a:cubicBezTo>
                  <a:cubicBezTo>
                    <a:pt x="13" y="373"/>
                    <a:pt x="13" y="372"/>
                    <a:pt x="13" y="372"/>
                  </a:cubicBezTo>
                  <a:cubicBezTo>
                    <a:pt x="14" y="374"/>
                    <a:pt x="14" y="378"/>
                    <a:pt x="14" y="381"/>
                  </a:cubicBezTo>
                  <a:cubicBezTo>
                    <a:pt x="14" y="380"/>
                    <a:pt x="14" y="380"/>
                    <a:pt x="13" y="380"/>
                  </a:cubicBezTo>
                  <a:cubicBezTo>
                    <a:pt x="13" y="380"/>
                    <a:pt x="9" y="382"/>
                    <a:pt x="8" y="382"/>
                  </a:cubicBezTo>
                  <a:cubicBezTo>
                    <a:pt x="6" y="381"/>
                    <a:pt x="4" y="377"/>
                    <a:pt x="4" y="373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49" y="426"/>
                    <a:pt x="49" y="426"/>
                    <a:pt x="49" y="426"/>
                  </a:cubicBezTo>
                  <a:cubicBezTo>
                    <a:pt x="47" y="424"/>
                    <a:pt x="49" y="419"/>
                    <a:pt x="49" y="426"/>
                  </a:cubicBezTo>
                  <a:close/>
                  <a:moveTo>
                    <a:pt x="100" y="466"/>
                  </a:moveTo>
                  <a:cubicBezTo>
                    <a:pt x="101" y="465"/>
                    <a:pt x="100" y="468"/>
                    <a:pt x="100" y="466"/>
                  </a:cubicBezTo>
                  <a:close/>
                  <a:moveTo>
                    <a:pt x="122" y="458"/>
                  </a:moveTo>
                  <a:cubicBezTo>
                    <a:pt x="121" y="460"/>
                    <a:pt x="120" y="456"/>
                    <a:pt x="122" y="457"/>
                  </a:cubicBezTo>
                  <a:cubicBezTo>
                    <a:pt x="123" y="457"/>
                    <a:pt x="122" y="458"/>
                    <a:pt x="122" y="458"/>
                  </a:cubicBezTo>
                  <a:close/>
                  <a:moveTo>
                    <a:pt x="166" y="487"/>
                  </a:moveTo>
                  <a:cubicBezTo>
                    <a:pt x="167" y="486"/>
                    <a:pt x="167" y="489"/>
                    <a:pt x="167" y="489"/>
                  </a:cubicBezTo>
                  <a:cubicBezTo>
                    <a:pt x="165" y="490"/>
                    <a:pt x="165" y="487"/>
                    <a:pt x="166" y="487"/>
                  </a:cubicBezTo>
                  <a:close/>
                  <a:moveTo>
                    <a:pt x="212" y="472"/>
                  </a:moveTo>
                  <a:cubicBezTo>
                    <a:pt x="212" y="472"/>
                    <a:pt x="212" y="473"/>
                    <a:pt x="212" y="473"/>
                  </a:cubicBezTo>
                  <a:cubicBezTo>
                    <a:pt x="212" y="472"/>
                    <a:pt x="212" y="472"/>
                    <a:pt x="211" y="472"/>
                  </a:cubicBezTo>
                  <a:cubicBezTo>
                    <a:pt x="211" y="472"/>
                    <a:pt x="211" y="472"/>
                    <a:pt x="212" y="472"/>
                  </a:cubicBezTo>
                  <a:close/>
                  <a:moveTo>
                    <a:pt x="188" y="526"/>
                  </a:moveTo>
                  <a:cubicBezTo>
                    <a:pt x="189" y="527"/>
                    <a:pt x="187" y="527"/>
                    <a:pt x="188" y="526"/>
                  </a:cubicBezTo>
                  <a:close/>
                  <a:moveTo>
                    <a:pt x="190" y="520"/>
                  </a:moveTo>
                  <a:cubicBezTo>
                    <a:pt x="190" y="520"/>
                    <a:pt x="187" y="520"/>
                    <a:pt x="186" y="519"/>
                  </a:cubicBezTo>
                  <a:cubicBezTo>
                    <a:pt x="184" y="517"/>
                    <a:pt x="186" y="512"/>
                    <a:pt x="189" y="513"/>
                  </a:cubicBezTo>
                  <a:cubicBezTo>
                    <a:pt x="190" y="514"/>
                    <a:pt x="190" y="520"/>
                    <a:pt x="190" y="520"/>
                  </a:cubicBezTo>
                  <a:close/>
                  <a:moveTo>
                    <a:pt x="192" y="538"/>
                  </a:moveTo>
                  <a:cubicBezTo>
                    <a:pt x="192" y="536"/>
                    <a:pt x="192" y="539"/>
                    <a:pt x="192" y="538"/>
                  </a:cubicBezTo>
                  <a:close/>
                  <a:moveTo>
                    <a:pt x="191" y="529"/>
                  </a:moveTo>
                  <a:cubicBezTo>
                    <a:pt x="191" y="528"/>
                    <a:pt x="192" y="528"/>
                    <a:pt x="193" y="529"/>
                  </a:cubicBezTo>
                  <a:cubicBezTo>
                    <a:pt x="193" y="529"/>
                    <a:pt x="192" y="530"/>
                    <a:pt x="191" y="529"/>
                  </a:cubicBezTo>
                  <a:close/>
                  <a:moveTo>
                    <a:pt x="194" y="534"/>
                  </a:moveTo>
                  <a:cubicBezTo>
                    <a:pt x="193" y="535"/>
                    <a:pt x="193" y="531"/>
                    <a:pt x="194" y="533"/>
                  </a:cubicBezTo>
                  <a:cubicBezTo>
                    <a:pt x="194" y="533"/>
                    <a:pt x="194" y="533"/>
                    <a:pt x="194" y="534"/>
                  </a:cubicBezTo>
                  <a:close/>
                  <a:moveTo>
                    <a:pt x="194" y="531"/>
                  </a:moveTo>
                  <a:cubicBezTo>
                    <a:pt x="194" y="531"/>
                    <a:pt x="195" y="531"/>
                    <a:pt x="195" y="531"/>
                  </a:cubicBezTo>
                  <a:cubicBezTo>
                    <a:pt x="195" y="532"/>
                    <a:pt x="193" y="532"/>
                    <a:pt x="194" y="531"/>
                  </a:cubicBezTo>
                  <a:close/>
                  <a:moveTo>
                    <a:pt x="196" y="526"/>
                  </a:moveTo>
                  <a:cubicBezTo>
                    <a:pt x="194" y="528"/>
                    <a:pt x="194" y="523"/>
                    <a:pt x="196" y="524"/>
                  </a:cubicBezTo>
                  <a:cubicBezTo>
                    <a:pt x="197" y="525"/>
                    <a:pt x="197" y="526"/>
                    <a:pt x="196" y="526"/>
                  </a:cubicBezTo>
                  <a:close/>
                  <a:moveTo>
                    <a:pt x="208" y="524"/>
                  </a:moveTo>
                  <a:cubicBezTo>
                    <a:pt x="204" y="526"/>
                    <a:pt x="205" y="518"/>
                    <a:pt x="208" y="519"/>
                  </a:cubicBezTo>
                  <a:cubicBezTo>
                    <a:pt x="211" y="520"/>
                    <a:pt x="211" y="523"/>
                    <a:pt x="208" y="524"/>
                  </a:cubicBezTo>
                  <a:close/>
                  <a:moveTo>
                    <a:pt x="211" y="541"/>
                  </a:moveTo>
                  <a:cubicBezTo>
                    <a:pt x="212" y="542"/>
                    <a:pt x="211" y="542"/>
                    <a:pt x="210" y="542"/>
                  </a:cubicBezTo>
                  <a:cubicBezTo>
                    <a:pt x="209" y="542"/>
                    <a:pt x="211" y="540"/>
                    <a:pt x="211" y="541"/>
                  </a:cubicBezTo>
                  <a:close/>
                  <a:moveTo>
                    <a:pt x="215" y="522"/>
                  </a:moveTo>
                  <a:cubicBezTo>
                    <a:pt x="213" y="523"/>
                    <a:pt x="214" y="519"/>
                    <a:pt x="215" y="519"/>
                  </a:cubicBezTo>
                  <a:cubicBezTo>
                    <a:pt x="216" y="518"/>
                    <a:pt x="217" y="521"/>
                    <a:pt x="215" y="522"/>
                  </a:cubicBezTo>
                  <a:close/>
                  <a:moveTo>
                    <a:pt x="219" y="511"/>
                  </a:moveTo>
                  <a:cubicBezTo>
                    <a:pt x="219" y="511"/>
                    <a:pt x="219" y="512"/>
                    <a:pt x="218" y="512"/>
                  </a:cubicBezTo>
                  <a:cubicBezTo>
                    <a:pt x="217" y="513"/>
                    <a:pt x="218" y="509"/>
                    <a:pt x="219" y="511"/>
                  </a:cubicBezTo>
                  <a:close/>
                  <a:moveTo>
                    <a:pt x="218" y="517"/>
                  </a:moveTo>
                  <a:cubicBezTo>
                    <a:pt x="217" y="517"/>
                    <a:pt x="218" y="514"/>
                    <a:pt x="219" y="515"/>
                  </a:cubicBezTo>
                  <a:cubicBezTo>
                    <a:pt x="220" y="516"/>
                    <a:pt x="218" y="517"/>
                    <a:pt x="218" y="517"/>
                  </a:cubicBezTo>
                  <a:close/>
                  <a:moveTo>
                    <a:pt x="224" y="522"/>
                  </a:moveTo>
                  <a:cubicBezTo>
                    <a:pt x="225" y="521"/>
                    <a:pt x="224" y="523"/>
                    <a:pt x="224" y="522"/>
                  </a:cubicBezTo>
                  <a:close/>
                  <a:moveTo>
                    <a:pt x="224" y="505"/>
                  </a:moveTo>
                  <a:cubicBezTo>
                    <a:pt x="224" y="505"/>
                    <a:pt x="225" y="503"/>
                    <a:pt x="224" y="505"/>
                  </a:cubicBezTo>
                  <a:close/>
                  <a:moveTo>
                    <a:pt x="271" y="511"/>
                  </a:moveTo>
                  <a:cubicBezTo>
                    <a:pt x="271" y="511"/>
                    <a:pt x="272" y="510"/>
                    <a:pt x="273" y="510"/>
                  </a:cubicBezTo>
                  <a:cubicBezTo>
                    <a:pt x="273" y="511"/>
                    <a:pt x="272" y="511"/>
                    <a:pt x="271" y="511"/>
                  </a:cubicBezTo>
                  <a:close/>
                  <a:moveTo>
                    <a:pt x="274" y="518"/>
                  </a:moveTo>
                  <a:cubicBezTo>
                    <a:pt x="274" y="518"/>
                    <a:pt x="274" y="518"/>
                    <a:pt x="274" y="518"/>
                  </a:cubicBezTo>
                  <a:cubicBezTo>
                    <a:pt x="274" y="518"/>
                    <a:pt x="273" y="519"/>
                    <a:pt x="274" y="518"/>
                  </a:cubicBezTo>
                  <a:close/>
                  <a:moveTo>
                    <a:pt x="277" y="496"/>
                  </a:moveTo>
                  <a:cubicBezTo>
                    <a:pt x="276" y="496"/>
                    <a:pt x="276" y="496"/>
                    <a:pt x="276" y="496"/>
                  </a:cubicBezTo>
                  <a:cubicBezTo>
                    <a:pt x="276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lose/>
                  <a:moveTo>
                    <a:pt x="294" y="515"/>
                  </a:moveTo>
                  <a:cubicBezTo>
                    <a:pt x="294" y="517"/>
                    <a:pt x="292" y="515"/>
                    <a:pt x="294" y="515"/>
                  </a:cubicBezTo>
                  <a:close/>
                  <a:moveTo>
                    <a:pt x="245" y="575"/>
                  </a:moveTo>
                  <a:cubicBezTo>
                    <a:pt x="245" y="574"/>
                    <a:pt x="246" y="574"/>
                    <a:pt x="246" y="574"/>
                  </a:cubicBezTo>
                  <a:cubicBezTo>
                    <a:pt x="246" y="574"/>
                    <a:pt x="245" y="575"/>
                    <a:pt x="245" y="575"/>
                  </a:cubicBezTo>
                  <a:close/>
                  <a:moveTo>
                    <a:pt x="250" y="560"/>
                  </a:moveTo>
                  <a:cubicBezTo>
                    <a:pt x="251" y="558"/>
                    <a:pt x="252" y="558"/>
                    <a:pt x="254" y="557"/>
                  </a:cubicBezTo>
                  <a:cubicBezTo>
                    <a:pt x="253" y="559"/>
                    <a:pt x="252" y="559"/>
                    <a:pt x="250" y="560"/>
                  </a:cubicBezTo>
                  <a:close/>
                  <a:moveTo>
                    <a:pt x="254" y="561"/>
                  </a:moveTo>
                  <a:cubicBezTo>
                    <a:pt x="253" y="562"/>
                    <a:pt x="255" y="560"/>
                    <a:pt x="254" y="561"/>
                  </a:cubicBezTo>
                  <a:close/>
                  <a:moveTo>
                    <a:pt x="265" y="566"/>
                  </a:moveTo>
                  <a:cubicBezTo>
                    <a:pt x="264" y="563"/>
                    <a:pt x="268" y="563"/>
                    <a:pt x="265" y="566"/>
                  </a:cubicBezTo>
                  <a:close/>
                  <a:moveTo>
                    <a:pt x="281" y="541"/>
                  </a:moveTo>
                  <a:cubicBezTo>
                    <a:pt x="282" y="542"/>
                    <a:pt x="281" y="545"/>
                    <a:pt x="280" y="547"/>
                  </a:cubicBezTo>
                  <a:cubicBezTo>
                    <a:pt x="280" y="545"/>
                    <a:pt x="281" y="543"/>
                    <a:pt x="281" y="541"/>
                  </a:cubicBezTo>
                  <a:close/>
                  <a:moveTo>
                    <a:pt x="278" y="567"/>
                  </a:moveTo>
                  <a:cubicBezTo>
                    <a:pt x="276" y="563"/>
                    <a:pt x="282" y="562"/>
                    <a:pt x="283" y="561"/>
                  </a:cubicBezTo>
                  <a:cubicBezTo>
                    <a:pt x="285" y="564"/>
                    <a:pt x="280" y="570"/>
                    <a:pt x="278" y="567"/>
                  </a:cubicBezTo>
                  <a:close/>
                  <a:moveTo>
                    <a:pt x="319" y="618"/>
                  </a:moveTo>
                  <a:cubicBezTo>
                    <a:pt x="319" y="618"/>
                    <a:pt x="319" y="617"/>
                    <a:pt x="319" y="617"/>
                  </a:cubicBezTo>
                  <a:cubicBezTo>
                    <a:pt x="319" y="613"/>
                    <a:pt x="323" y="617"/>
                    <a:pt x="319" y="618"/>
                  </a:cubicBezTo>
                  <a:close/>
                  <a:moveTo>
                    <a:pt x="369" y="679"/>
                  </a:moveTo>
                  <a:cubicBezTo>
                    <a:pt x="368" y="678"/>
                    <a:pt x="370" y="678"/>
                    <a:pt x="370" y="678"/>
                  </a:cubicBezTo>
                  <a:cubicBezTo>
                    <a:pt x="370" y="679"/>
                    <a:pt x="369" y="679"/>
                    <a:pt x="369" y="679"/>
                  </a:cubicBezTo>
                  <a:close/>
                  <a:moveTo>
                    <a:pt x="370" y="687"/>
                  </a:moveTo>
                  <a:cubicBezTo>
                    <a:pt x="370" y="687"/>
                    <a:pt x="370" y="687"/>
                    <a:pt x="370" y="687"/>
                  </a:cubicBezTo>
                  <a:cubicBezTo>
                    <a:pt x="370" y="685"/>
                    <a:pt x="372" y="689"/>
                    <a:pt x="370" y="687"/>
                  </a:cubicBezTo>
                  <a:close/>
                  <a:moveTo>
                    <a:pt x="375" y="690"/>
                  </a:moveTo>
                  <a:cubicBezTo>
                    <a:pt x="374" y="689"/>
                    <a:pt x="377" y="690"/>
                    <a:pt x="377" y="691"/>
                  </a:cubicBezTo>
                  <a:cubicBezTo>
                    <a:pt x="377" y="691"/>
                    <a:pt x="375" y="691"/>
                    <a:pt x="375" y="690"/>
                  </a:cubicBezTo>
                  <a:close/>
                  <a:moveTo>
                    <a:pt x="380" y="682"/>
                  </a:moveTo>
                  <a:cubicBezTo>
                    <a:pt x="380" y="681"/>
                    <a:pt x="381" y="681"/>
                    <a:pt x="381" y="682"/>
                  </a:cubicBezTo>
                  <a:cubicBezTo>
                    <a:pt x="381" y="682"/>
                    <a:pt x="381" y="682"/>
                    <a:pt x="380" y="682"/>
                  </a:cubicBezTo>
                  <a:close/>
                  <a:moveTo>
                    <a:pt x="387" y="692"/>
                  </a:moveTo>
                  <a:cubicBezTo>
                    <a:pt x="387" y="692"/>
                    <a:pt x="386" y="692"/>
                    <a:pt x="386" y="692"/>
                  </a:cubicBezTo>
                  <a:cubicBezTo>
                    <a:pt x="386" y="689"/>
                    <a:pt x="389" y="694"/>
                    <a:pt x="387" y="692"/>
                  </a:cubicBezTo>
                  <a:close/>
                  <a:moveTo>
                    <a:pt x="388" y="698"/>
                  </a:moveTo>
                  <a:cubicBezTo>
                    <a:pt x="388" y="697"/>
                    <a:pt x="389" y="696"/>
                    <a:pt x="390" y="697"/>
                  </a:cubicBezTo>
                  <a:cubicBezTo>
                    <a:pt x="390" y="697"/>
                    <a:pt x="388" y="698"/>
                    <a:pt x="388" y="698"/>
                  </a:cubicBezTo>
                  <a:close/>
                  <a:moveTo>
                    <a:pt x="397" y="712"/>
                  </a:moveTo>
                  <a:cubicBezTo>
                    <a:pt x="395" y="712"/>
                    <a:pt x="394" y="711"/>
                    <a:pt x="395" y="710"/>
                  </a:cubicBezTo>
                  <a:cubicBezTo>
                    <a:pt x="395" y="708"/>
                    <a:pt x="399" y="709"/>
                    <a:pt x="400" y="711"/>
                  </a:cubicBezTo>
                  <a:cubicBezTo>
                    <a:pt x="400" y="711"/>
                    <a:pt x="400" y="711"/>
                    <a:pt x="399" y="712"/>
                  </a:cubicBezTo>
                  <a:cubicBezTo>
                    <a:pt x="399" y="712"/>
                    <a:pt x="399" y="712"/>
                    <a:pt x="399" y="712"/>
                  </a:cubicBezTo>
                  <a:cubicBezTo>
                    <a:pt x="399" y="713"/>
                    <a:pt x="397" y="713"/>
                    <a:pt x="397" y="712"/>
                  </a:cubicBezTo>
                  <a:close/>
                  <a:moveTo>
                    <a:pt x="399" y="714"/>
                  </a:moveTo>
                  <a:cubicBezTo>
                    <a:pt x="399" y="713"/>
                    <a:pt x="401" y="713"/>
                    <a:pt x="402" y="713"/>
                  </a:cubicBezTo>
                  <a:cubicBezTo>
                    <a:pt x="401" y="714"/>
                    <a:pt x="400" y="714"/>
                    <a:pt x="399" y="714"/>
                  </a:cubicBezTo>
                  <a:close/>
                  <a:moveTo>
                    <a:pt x="379" y="744"/>
                  </a:moveTo>
                  <a:cubicBezTo>
                    <a:pt x="379" y="744"/>
                    <a:pt x="379" y="744"/>
                    <a:pt x="379" y="744"/>
                  </a:cubicBezTo>
                  <a:cubicBezTo>
                    <a:pt x="379" y="743"/>
                    <a:pt x="379" y="743"/>
                    <a:pt x="379" y="744"/>
                  </a:cubicBezTo>
                  <a:close/>
                  <a:moveTo>
                    <a:pt x="379" y="744"/>
                  </a:moveTo>
                  <a:cubicBezTo>
                    <a:pt x="380" y="744"/>
                    <a:pt x="380" y="744"/>
                    <a:pt x="379" y="744"/>
                  </a:cubicBezTo>
                  <a:close/>
                  <a:moveTo>
                    <a:pt x="380" y="742"/>
                  </a:moveTo>
                  <a:cubicBezTo>
                    <a:pt x="380" y="741"/>
                    <a:pt x="381" y="741"/>
                    <a:pt x="381" y="741"/>
                  </a:cubicBezTo>
                  <a:cubicBezTo>
                    <a:pt x="381" y="741"/>
                    <a:pt x="380" y="742"/>
                    <a:pt x="380" y="742"/>
                  </a:cubicBezTo>
                  <a:close/>
                  <a:moveTo>
                    <a:pt x="382" y="744"/>
                  </a:moveTo>
                  <a:cubicBezTo>
                    <a:pt x="382" y="743"/>
                    <a:pt x="383" y="743"/>
                    <a:pt x="384" y="743"/>
                  </a:cubicBezTo>
                  <a:cubicBezTo>
                    <a:pt x="383" y="743"/>
                    <a:pt x="384" y="745"/>
                    <a:pt x="384" y="745"/>
                  </a:cubicBezTo>
                  <a:cubicBezTo>
                    <a:pt x="383" y="746"/>
                    <a:pt x="381" y="746"/>
                    <a:pt x="382" y="744"/>
                  </a:cubicBezTo>
                  <a:close/>
                  <a:moveTo>
                    <a:pt x="385" y="740"/>
                  </a:moveTo>
                  <a:cubicBezTo>
                    <a:pt x="384" y="740"/>
                    <a:pt x="381" y="738"/>
                    <a:pt x="382" y="736"/>
                  </a:cubicBezTo>
                  <a:cubicBezTo>
                    <a:pt x="383" y="734"/>
                    <a:pt x="388" y="733"/>
                    <a:pt x="390" y="734"/>
                  </a:cubicBezTo>
                  <a:cubicBezTo>
                    <a:pt x="391" y="734"/>
                    <a:pt x="391" y="735"/>
                    <a:pt x="392" y="735"/>
                  </a:cubicBezTo>
                  <a:cubicBezTo>
                    <a:pt x="392" y="735"/>
                    <a:pt x="394" y="734"/>
                    <a:pt x="393" y="735"/>
                  </a:cubicBezTo>
                  <a:cubicBezTo>
                    <a:pt x="393" y="736"/>
                    <a:pt x="391" y="737"/>
                    <a:pt x="391" y="738"/>
                  </a:cubicBezTo>
                  <a:cubicBezTo>
                    <a:pt x="391" y="738"/>
                    <a:pt x="393" y="737"/>
                    <a:pt x="392" y="738"/>
                  </a:cubicBezTo>
                  <a:cubicBezTo>
                    <a:pt x="392" y="738"/>
                    <a:pt x="388" y="741"/>
                    <a:pt x="385" y="740"/>
                  </a:cubicBezTo>
                  <a:close/>
                  <a:moveTo>
                    <a:pt x="390" y="741"/>
                  </a:moveTo>
                  <a:cubicBezTo>
                    <a:pt x="389" y="740"/>
                    <a:pt x="391" y="740"/>
                    <a:pt x="391" y="741"/>
                  </a:cubicBezTo>
                  <a:cubicBezTo>
                    <a:pt x="391" y="741"/>
                    <a:pt x="390" y="741"/>
                    <a:pt x="390" y="741"/>
                  </a:cubicBezTo>
                  <a:close/>
                  <a:moveTo>
                    <a:pt x="393" y="751"/>
                  </a:moveTo>
                  <a:cubicBezTo>
                    <a:pt x="389" y="752"/>
                    <a:pt x="393" y="747"/>
                    <a:pt x="395" y="749"/>
                  </a:cubicBezTo>
                  <a:cubicBezTo>
                    <a:pt x="396" y="750"/>
                    <a:pt x="394" y="751"/>
                    <a:pt x="393" y="751"/>
                  </a:cubicBezTo>
                  <a:close/>
                  <a:moveTo>
                    <a:pt x="396" y="739"/>
                  </a:moveTo>
                  <a:cubicBezTo>
                    <a:pt x="396" y="739"/>
                    <a:pt x="396" y="739"/>
                    <a:pt x="396" y="739"/>
                  </a:cubicBezTo>
                  <a:cubicBezTo>
                    <a:pt x="396" y="739"/>
                    <a:pt x="395" y="738"/>
                    <a:pt x="396" y="739"/>
                  </a:cubicBezTo>
                  <a:close/>
                  <a:moveTo>
                    <a:pt x="396" y="740"/>
                  </a:moveTo>
                  <a:cubicBezTo>
                    <a:pt x="395" y="739"/>
                    <a:pt x="397" y="741"/>
                    <a:pt x="396" y="740"/>
                  </a:cubicBezTo>
                  <a:close/>
                  <a:moveTo>
                    <a:pt x="398" y="725"/>
                  </a:moveTo>
                  <a:cubicBezTo>
                    <a:pt x="398" y="724"/>
                    <a:pt x="400" y="724"/>
                    <a:pt x="400" y="724"/>
                  </a:cubicBezTo>
                  <a:cubicBezTo>
                    <a:pt x="401" y="725"/>
                    <a:pt x="399" y="726"/>
                    <a:pt x="398" y="725"/>
                  </a:cubicBezTo>
                  <a:close/>
                  <a:moveTo>
                    <a:pt x="391" y="763"/>
                  </a:moveTo>
                  <a:cubicBezTo>
                    <a:pt x="391" y="762"/>
                    <a:pt x="393" y="762"/>
                    <a:pt x="393" y="763"/>
                  </a:cubicBezTo>
                  <a:cubicBezTo>
                    <a:pt x="393" y="763"/>
                    <a:pt x="391" y="763"/>
                    <a:pt x="391" y="763"/>
                  </a:cubicBezTo>
                  <a:close/>
                  <a:moveTo>
                    <a:pt x="394" y="763"/>
                  </a:moveTo>
                  <a:cubicBezTo>
                    <a:pt x="394" y="762"/>
                    <a:pt x="395" y="763"/>
                    <a:pt x="395" y="764"/>
                  </a:cubicBezTo>
                  <a:cubicBezTo>
                    <a:pt x="395" y="764"/>
                    <a:pt x="394" y="764"/>
                    <a:pt x="394" y="763"/>
                  </a:cubicBezTo>
                  <a:close/>
                  <a:moveTo>
                    <a:pt x="400" y="767"/>
                  </a:moveTo>
                  <a:cubicBezTo>
                    <a:pt x="400" y="766"/>
                    <a:pt x="400" y="766"/>
                    <a:pt x="400" y="766"/>
                  </a:cubicBezTo>
                  <a:cubicBezTo>
                    <a:pt x="401" y="767"/>
                    <a:pt x="399" y="767"/>
                    <a:pt x="400" y="767"/>
                  </a:cubicBezTo>
                  <a:close/>
                  <a:moveTo>
                    <a:pt x="828" y="375"/>
                  </a:moveTo>
                  <a:cubicBezTo>
                    <a:pt x="827" y="373"/>
                    <a:pt x="830" y="374"/>
                    <a:pt x="828" y="375"/>
                  </a:cubicBezTo>
                  <a:close/>
                  <a:moveTo>
                    <a:pt x="826" y="378"/>
                  </a:moveTo>
                  <a:cubicBezTo>
                    <a:pt x="826" y="378"/>
                    <a:pt x="826" y="378"/>
                    <a:pt x="827" y="378"/>
                  </a:cubicBezTo>
                  <a:cubicBezTo>
                    <a:pt x="827" y="379"/>
                    <a:pt x="825" y="380"/>
                    <a:pt x="826" y="378"/>
                  </a:cubicBezTo>
                  <a:close/>
                  <a:moveTo>
                    <a:pt x="815" y="374"/>
                  </a:moveTo>
                  <a:cubicBezTo>
                    <a:pt x="816" y="372"/>
                    <a:pt x="818" y="376"/>
                    <a:pt x="816" y="376"/>
                  </a:cubicBezTo>
                  <a:cubicBezTo>
                    <a:pt x="815" y="376"/>
                    <a:pt x="815" y="375"/>
                    <a:pt x="815" y="374"/>
                  </a:cubicBezTo>
                  <a:close/>
                  <a:moveTo>
                    <a:pt x="810" y="380"/>
                  </a:moveTo>
                  <a:cubicBezTo>
                    <a:pt x="809" y="377"/>
                    <a:pt x="812" y="378"/>
                    <a:pt x="810" y="380"/>
                  </a:cubicBezTo>
                  <a:close/>
                  <a:moveTo>
                    <a:pt x="803" y="357"/>
                  </a:moveTo>
                  <a:cubicBezTo>
                    <a:pt x="803" y="357"/>
                    <a:pt x="804" y="356"/>
                    <a:pt x="804" y="356"/>
                  </a:cubicBezTo>
                  <a:cubicBezTo>
                    <a:pt x="805" y="357"/>
                    <a:pt x="803" y="358"/>
                    <a:pt x="803" y="357"/>
                  </a:cubicBezTo>
                  <a:close/>
                  <a:moveTo>
                    <a:pt x="803" y="384"/>
                  </a:moveTo>
                  <a:cubicBezTo>
                    <a:pt x="802" y="384"/>
                    <a:pt x="802" y="382"/>
                    <a:pt x="802" y="382"/>
                  </a:cubicBezTo>
                  <a:cubicBezTo>
                    <a:pt x="803" y="381"/>
                    <a:pt x="804" y="383"/>
                    <a:pt x="803" y="384"/>
                  </a:cubicBezTo>
                  <a:close/>
                  <a:moveTo>
                    <a:pt x="801" y="361"/>
                  </a:moveTo>
                  <a:cubicBezTo>
                    <a:pt x="802" y="359"/>
                    <a:pt x="803" y="363"/>
                    <a:pt x="802" y="363"/>
                  </a:cubicBezTo>
                  <a:cubicBezTo>
                    <a:pt x="801" y="364"/>
                    <a:pt x="801" y="361"/>
                    <a:pt x="801" y="361"/>
                  </a:cubicBezTo>
                  <a:close/>
                  <a:moveTo>
                    <a:pt x="801" y="371"/>
                  </a:moveTo>
                  <a:cubicBezTo>
                    <a:pt x="801" y="371"/>
                    <a:pt x="801" y="370"/>
                    <a:pt x="801" y="370"/>
                  </a:cubicBezTo>
                  <a:cubicBezTo>
                    <a:pt x="801" y="369"/>
                    <a:pt x="802" y="370"/>
                    <a:pt x="801" y="371"/>
                  </a:cubicBezTo>
                  <a:close/>
                  <a:moveTo>
                    <a:pt x="799" y="382"/>
                  </a:moveTo>
                  <a:cubicBezTo>
                    <a:pt x="799" y="384"/>
                    <a:pt x="804" y="385"/>
                    <a:pt x="802" y="389"/>
                  </a:cubicBezTo>
                  <a:cubicBezTo>
                    <a:pt x="802" y="389"/>
                    <a:pt x="801" y="389"/>
                    <a:pt x="801" y="389"/>
                  </a:cubicBezTo>
                  <a:cubicBezTo>
                    <a:pt x="801" y="390"/>
                    <a:pt x="802" y="391"/>
                    <a:pt x="801" y="392"/>
                  </a:cubicBezTo>
                  <a:cubicBezTo>
                    <a:pt x="798" y="392"/>
                    <a:pt x="799" y="383"/>
                    <a:pt x="799" y="382"/>
                  </a:cubicBezTo>
                  <a:close/>
                  <a:moveTo>
                    <a:pt x="798" y="367"/>
                  </a:moveTo>
                  <a:cubicBezTo>
                    <a:pt x="799" y="366"/>
                    <a:pt x="799" y="370"/>
                    <a:pt x="798" y="370"/>
                  </a:cubicBezTo>
                  <a:cubicBezTo>
                    <a:pt x="797" y="370"/>
                    <a:pt x="798" y="368"/>
                    <a:pt x="798" y="367"/>
                  </a:cubicBezTo>
                  <a:close/>
                  <a:moveTo>
                    <a:pt x="796" y="344"/>
                  </a:moveTo>
                  <a:cubicBezTo>
                    <a:pt x="797" y="343"/>
                    <a:pt x="797" y="346"/>
                    <a:pt x="796" y="345"/>
                  </a:cubicBezTo>
                  <a:cubicBezTo>
                    <a:pt x="795" y="345"/>
                    <a:pt x="796" y="344"/>
                    <a:pt x="796" y="344"/>
                  </a:cubicBezTo>
                  <a:close/>
                  <a:moveTo>
                    <a:pt x="795" y="373"/>
                  </a:moveTo>
                  <a:cubicBezTo>
                    <a:pt x="793" y="373"/>
                    <a:pt x="794" y="370"/>
                    <a:pt x="794" y="370"/>
                  </a:cubicBezTo>
                  <a:cubicBezTo>
                    <a:pt x="795" y="369"/>
                    <a:pt x="796" y="374"/>
                    <a:pt x="795" y="373"/>
                  </a:cubicBezTo>
                  <a:close/>
                  <a:moveTo>
                    <a:pt x="793" y="353"/>
                  </a:moveTo>
                  <a:cubicBezTo>
                    <a:pt x="795" y="350"/>
                    <a:pt x="796" y="357"/>
                    <a:pt x="793" y="356"/>
                  </a:cubicBezTo>
                  <a:cubicBezTo>
                    <a:pt x="792" y="355"/>
                    <a:pt x="793" y="353"/>
                    <a:pt x="793" y="353"/>
                  </a:cubicBezTo>
                  <a:close/>
                  <a:moveTo>
                    <a:pt x="790" y="355"/>
                  </a:moveTo>
                  <a:cubicBezTo>
                    <a:pt x="789" y="351"/>
                    <a:pt x="792" y="353"/>
                    <a:pt x="790" y="355"/>
                  </a:cubicBezTo>
                  <a:close/>
                  <a:moveTo>
                    <a:pt x="789" y="371"/>
                  </a:moveTo>
                  <a:cubicBezTo>
                    <a:pt x="790" y="371"/>
                    <a:pt x="789" y="373"/>
                    <a:pt x="789" y="371"/>
                  </a:cubicBezTo>
                  <a:cubicBezTo>
                    <a:pt x="789" y="371"/>
                    <a:pt x="789" y="371"/>
                    <a:pt x="789" y="371"/>
                  </a:cubicBezTo>
                  <a:close/>
                  <a:moveTo>
                    <a:pt x="788" y="403"/>
                  </a:moveTo>
                  <a:cubicBezTo>
                    <a:pt x="787" y="400"/>
                    <a:pt x="789" y="401"/>
                    <a:pt x="788" y="403"/>
                  </a:cubicBezTo>
                  <a:close/>
                  <a:moveTo>
                    <a:pt x="785" y="361"/>
                  </a:moveTo>
                  <a:cubicBezTo>
                    <a:pt x="786" y="359"/>
                    <a:pt x="787" y="363"/>
                    <a:pt x="786" y="364"/>
                  </a:cubicBezTo>
                  <a:cubicBezTo>
                    <a:pt x="784" y="364"/>
                    <a:pt x="784" y="361"/>
                    <a:pt x="785" y="361"/>
                  </a:cubicBezTo>
                  <a:close/>
                  <a:moveTo>
                    <a:pt x="785" y="365"/>
                  </a:moveTo>
                  <a:cubicBezTo>
                    <a:pt x="787" y="365"/>
                    <a:pt x="787" y="367"/>
                    <a:pt x="785" y="367"/>
                  </a:cubicBezTo>
                  <a:cubicBezTo>
                    <a:pt x="785" y="367"/>
                    <a:pt x="783" y="366"/>
                    <a:pt x="785" y="365"/>
                  </a:cubicBezTo>
                  <a:close/>
                  <a:moveTo>
                    <a:pt x="783" y="380"/>
                  </a:moveTo>
                  <a:cubicBezTo>
                    <a:pt x="784" y="380"/>
                    <a:pt x="783" y="382"/>
                    <a:pt x="783" y="383"/>
                  </a:cubicBezTo>
                  <a:cubicBezTo>
                    <a:pt x="782" y="382"/>
                    <a:pt x="783" y="381"/>
                    <a:pt x="783" y="380"/>
                  </a:cubicBezTo>
                  <a:close/>
                  <a:moveTo>
                    <a:pt x="739" y="294"/>
                  </a:moveTo>
                  <a:cubicBezTo>
                    <a:pt x="737" y="293"/>
                    <a:pt x="740" y="291"/>
                    <a:pt x="739" y="294"/>
                  </a:cubicBezTo>
                  <a:close/>
                  <a:moveTo>
                    <a:pt x="736" y="437"/>
                  </a:moveTo>
                  <a:cubicBezTo>
                    <a:pt x="736" y="437"/>
                    <a:pt x="736" y="436"/>
                    <a:pt x="736" y="435"/>
                  </a:cubicBezTo>
                  <a:cubicBezTo>
                    <a:pt x="737" y="434"/>
                    <a:pt x="737" y="437"/>
                    <a:pt x="736" y="437"/>
                  </a:cubicBezTo>
                  <a:close/>
                  <a:moveTo>
                    <a:pt x="741" y="332"/>
                  </a:moveTo>
                  <a:cubicBezTo>
                    <a:pt x="741" y="331"/>
                    <a:pt x="741" y="331"/>
                    <a:pt x="741" y="330"/>
                  </a:cubicBezTo>
                  <a:cubicBezTo>
                    <a:pt x="742" y="330"/>
                    <a:pt x="741" y="332"/>
                    <a:pt x="741" y="332"/>
                  </a:cubicBezTo>
                  <a:close/>
                  <a:moveTo>
                    <a:pt x="746" y="351"/>
                  </a:moveTo>
                  <a:cubicBezTo>
                    <a:pt x="745" y="351"/>
                    <a:pt x="746" y="350"/>
                    <a:pt x="746" y="350"/>
                  </a:cubicBezTo>
                  <a:cubicBezTo>
                    <a:pt x="747" y="349"/>
                    <a:pt x="747" y="352"/>
                    <a:pt x="746" y="351"/>
                  </a:cubicBezTo>
                  <a:close/>
                  <a:moveTo>
                    <a:pt x="749" y="369"/>
                  </a:moveTo>
                  <a:cubicBezTo>
                    <a:pt x="749" y="369"/>
                    <a:pt x="749" y="368"/>
                    <a:pt x="749" y="368"/>
                  </a:cubicBezTo>
                  <a:cubicBezTo>
                    <a:pt x="750" y="366"/>
                    <a:pt x="750" y="369"/>
                    <a:pt x="749" y="369"/>
                  </a:cubicBezTo>
                  <a:close/>
                  <a:moveTo>
                    <a:pt x="750" y="348"/>
                  </a:moveTo>
                  <a:cubicBezTo>
                    <a:pt x="750" y="348"/>
                    <a:pt x="750" y="347"/>
                    <a:pt x="750" y="347"/>
                  </a:cubicBezTo>
                  <a:cubicBezTo>
                    <a:pt x="750" y="346"/>
                    <a:pt x="751" y="349"/>
                    <a:pt x="750" y="348"/>
                  </a:cubicBezTo>
                  <a:close/>
                  <a:moveTo>
                    <a:pt x="751" y="457"/>
                  </a:moveTo>
                  <a:cubicBezTo>
                    <a:pt x="750" y="457"/>
                    <a:pt x="750" y="454"/>
                    <a:pt x="751" y="454"/>
                  </a:cubicBezTo>
                  <a:cubicBezTo>
                    <a:pt x="754" y="451"/>
                    <a:pt x="754" y="457"/>
                    <a:pt x="751" y="457"/>
                  </a:cubicBezTo>
                  <a:close/>
                  <a:moveTo>
                    <a:pt x="751" y="364"/>
                  </a:moveTo>
                  <a:cubicBezTo>
                    <a:pt x="752" y="363"/>
                    <a:pt x="751" y="366"/>
                    <a:pt x="751" y="366"/>
                  </a:cubicBezTo>
                  <a:cubicBezTo>
                    <a:pt x="750" y="366"/>
                    <a:pt x="750" y="364"/>
                    <a:pt x="751" y="364"/>
                  </a:cubicBezTo>
                  <a:close/>
                  <a:moveTo>
                    <a:pt x="753" y="422"/>
                  </a:moveTo>
                  <a:cubicBezTo>
                    <a:pt x="753" y="420"/>
                    <a:pt x="755" y="421"/>
                    <a:pt x="753" y="422"/>
                  </a:cubicBezTo>
                  <a:close/>
                  <a:moveTo>
                    <a:pt x="762" y="382"/>
                  </a:moveTo>
                  <a:cubicBezTo>
                    <a:pt x="762" y="382"/>
                    <a:pt x="762" y="381"/>
                    <a:pt x="762" y="381"/>
                  </a:cubicBezTo>
                  <a:cubicBezTo>
                    <a:pt x="763" y="380"/>
                    <a:pt x="763" y="383"/>
                    <a:pt x="762" y="382"/>
                  </a:cubicBezTo>
                  <a:close/>
                  <a:moveTo>
                    <a:pt x="767" y="365"/>
                  </a:moveTo>
                  <a:cubicBezTo>
                    <a:pt x="766" y="365"/>
                    <a:pt x="767" y="364"/>
                    <a:pt x="767" y="363"/>
                  </a:cubicBezTo>
                  <a:cubicBezTo>
                    <a:pt x="768" y="363"/>
                    <a:pt x="768" y="365"/>
                    <a:pt x="767" y="365"/>
                  </a:cubicBezTo>
                  <a:close/>
                  <a:moveTo>
                    <a:pt x="772" y="382"/>
                  </a:moveTo>
                  <a:cubicBezTo>
                    <a:pt x="770" y="383"/>
                    <a:pt x="769" y="377"/>
                    <a:pt x="771" y="376"/>
                  </a:cubicBezTo>
                  <a:cubicBezTo>
                    <a:pt x="775" y="374"/>
                    <a:pt x="775" y="382"/>
                    <a:pt x="772" y="382"/>
                  </a:cubicBezTo>
                  <a:close/>
                  <a:moveTo>
                    <a:pt x="771" y="351"/>
                  </a:moveTo>
                  <a:cubicBezTo>
                    <a:pt x="772" y="348"/>
                    <a:pt x="775" y="355"/>
                    <a:pt x="772" y="354"/>
                  </a:cubicBezTo>
                  <a:cubicBezTo>
                    <a:pt x="771" y="353"/>
                    <a:pt x="770" y="352"/>
                    <a:pt x="771" y="351"/>
                  </a:cubicBezTo>
                  <a:close/>
                  <a:moveTo>
                    <a:pt x="776" y="420"/>
                  </a:moveTo>
                  <a:cubicBezTo>
                    <a:pt x="777" y="422"/>
                    <a:pt x="775" y="421"/>
                    <a:pt x="776" y="420"/>
                  </a:cubicBezTo>
                  <a:close/>
                  <a:moveTo>
                    <a:pt x="779" y="402"/>
                  </a:moveTo>
                  <a:cubicBezTo>
                    <a:pt x="779" y="401"/>
                    <a:pt x="778" y="403"/>
                    <a:pt x="779" y="402"/>
                  </a:cubicBezTo>
                  <a:close/>
                  <a:moveTo>
                    <a:pt x="782" y="347"/>
                  </a:moveTo>
                  <a:cubicBezTo>
                    <a:pt x="781" y="347"/>
                    <a:pt x="781" y="346"/>
                    <a:pt x="781" y="346"/>
                  </a:cubicBezTo>
                  <a:cubicBezTo>
                    <a:pt x="781" y="344"/>
                    <a:pt x="783" y="348"/>
                    <a:pt x="782" y="347"/>
                  </a:cubicBezTo>
                  <a:close/>
                  <a:moveTo>
                    <a:pt x="779" y="364"/>
                  </a:moveTo>
                  <a:cubicBezTo>
                    <a:pt x="780" y="364"/>
                    <a:pt x="782" y="368"/>
                    <a:pt x="782" y="368"/>
                  </a:cubicBezTo>
                  <a:cubicBezTo>
                    <a:pt x="782" y="370"/>
                    <a:pt x="779" y="368"/>
                    <a:pt x="778" y="370"/>
                  </a:cubicBezTo>
                  <a:cubicBezTo>
                    <a:pt x="778" y="370"/>
                    <a:pt x="780" y="371"/>
                    <a:pt x="780" y="372"/>
                  </a:cubicBezTo>
                  <a:cubicBezTo>
                    <a:pt x="777" y="376"/>
                    <a:pt x="772" y="368"/>
                    <a:pt x="775" y="365"/>
                  </a:cubicBezTo>
                  <a:cubicBezTo>
                    <a:pt x="776" y="364"/>
                    <a:pt x="778" y="364"/>
                    <a:pt x="779" y="364"/>
                  </a:cubicBezTo>
                  <a:close/>
                  <a:moveTo>
                    <a:pt x="776" y="327"/>
                  </a:moveTo>
                  <a:cubicBezTo>
                    <a:pt x="776" y="329"/>
                    <a:pt x="776" y="326"/>
                    <a:pt x="776" y="327"/>
                  </a:cubicBezTo>
                  <a:close/>
                  <a:moveTo>
                    <a:pt x="776" y="333"/>
                  </a:moveTo>
                  <a:cubicBezTo>
                    <a:pt x="778" y="332"/>
                    <a:pt x="780" y="337"/>
                    <a:pt x="777" y="338"/>
                  </a:cubicBezTo>
                  <a:cubicBezTo>
                    <a:pt x="775" y="338"/>
                    <a:pt x="774" y="334"/>
                    <a:pt x="776" y="333"/>
                  </a:cubicBezTo>
                  <a:close/>
                  <a:moveTo>
                    <a:pt x="775" y="351"/>
                  </a:moveTo>
                  <a:cubicBezTo>
                    <a:pt x="776" y="350"/>
                    <a:pt x="777" y="352"/>
                    <a:pt x="776" y="352"/>
                  </a:cubicBezTo>
                  <a:cubicBezTo>
                    <a:pt x="775" y="352"/>
                    <a:pt x="775" y="351"/>
                    <a:pt x="775" y="351"/>
                  </a:cubicBezTo>
                  <a:close/>
                  <a:moveTo>
                    <a:pt x="774" y="342"/>
                  </a:moveTo>
                  <a:cubicBezTo>
                    <a:pt x="775" y="340"/>
                    <a:pt x="776" y="343"/>
                    <a:pt x="774" y="343"/>
                  </a:cubicBezTo>
                  <a:cubicBezTo>
                    <a:pt x="774" y="343"/>
                    <a:pt x="774" y="342"/>
                    <a:pt x="774" y="342"/>
                  </a:cubicBezTo>
                  <a:close/>
                  <a:moveTo>
                    <a:pt x="773" y="347"/>
                  </a:moveTo>
                  <a:cubicBezTo>
                    <a:pt x="772" y="348"/>
                    <a:pt x="770" y="343"/>
                    <a:pt x="772" y="343"/>
                  </a:cubicBezTo>
                  <a:cubicBezTo>
                    <a:pt x="774" y="341"/>
                    <a:pt x="774" y="347"/>
                    <a:pt x="773" y="347"/>
                  </a:cubicBezTo>
                  <a:close/>
                  <a:moveTo>
                    <a:pt x="770" y="320"/>
                  </a:moveTo>
                  <a:cubicBezTo>
                    <a:pt x="771" y="318"/>
                    <a:pt x="773" y="323"/>
                    <a:pt x="770" y="322"/>
                  </a:cubicBezTo>
                  <a:cubicBezTo>
                    <a:pt x="769" y="322"/>
                    <a:pt x="769" y="320"/>
                    <a:pt x="770" y="320"/>
                  </a:cubicBezTo>
                  <a:close/>
                  <a:moveTo>
                    <a:pt x="769" y="332"/>
                  </a:moveTo>
                  <a:cubicBezTo>
                    <a:pt x="769" y="331"/>
                    <a:pt x="770" y="334"/>
                    <a:pt x="769" y="334"/>
                  </a:cubicBezTo>
                  <a:cubicBezTo>
                    <a:pt x="768" y="334"/>
                    <a:pt x="768" y="333"/>
                    <a:pt x="769" y="332"/>
                  </a:cubicBezTo>
                  <a:close/>
                  <a:moveTo>
                    <a:pt x="766" y="326"/>
                  </a:moveTo>
                  <a:cubicBezTo>
                    <a:pt x="768" y="322"/>
                    <a:pt x="770" y="331"/>
                    <a:pt x="766" y="329"/>
                  </a:cubicBezTo>
                  <a:cubicBezTo>
                    <a:pt x="765" y="328"/>
                    <a:pt x="766" y="327"/>
                    <a:pt x="766" y="326"/>
                  </a:cubicBezTo>
                  <a:close/>
                  <a:moveTo>
                    <a:pt x="767" y="336"/>
                  </a:moveTo>
                  <a:cubicBezTo>
                    <a:pt x="767" y="335"/>
                    <a:pt x="767" y="335"/>
                    <a:pt x="767" y="334"/>
                  </a:cubicBezTo>
                  <a:cubicBezTo>
                    <a:pt x="768" y="334"/>
                    <a:pt x="768" y="336"/>
                    <a:pt x="767" y="336"/>
                  </a:cubicBezTo>
                  <a:close/>
                  <a:moveTo>
                    <a:pt x="767" y="332"/>
                  </a:moveTo>
                  <a:cubicBezTo>
                    <a:pt x="766" y="332"/>
                    <a:pt x="766" y="331"/>
                    <a:pt x="766" y="330"/>
                  </a:cubicBezTo>
                  <a:cubicBezTo>
                    <a:pt x="767" y="329"/>
                    <a:pt x="767" y="332"/>
                    <a:pt x="767" y="332"/>
                  </a:cubicBezTo>
                  <a:close/>
                  <a:moveTo>
                    <a:pt x="767" y="349"/>
                  </a:moveTo>
                  <a:cubicBezTo>
                    <a:pt x="767" y="348"/>
                    <a:pt x="769" y="349"/>
                    <a:pt x="769" y="349"/>
                  </a:cubicBezTo>
                  <a:cubicBezTo>
                    <a:pt x="770" y="351"/>
                    <a:pt x="768" y="355"/>
                    <a:pt x="766" y="355"/>
                  </a:cubicBezTo>
                  <a:cubicBezTo>
                    <a:pt x="765" y="355"/>
                    <a:pt x="764" y="353"/>
                    <a:pt x="763" y="353"/>
                  </a:cubicBezTo>
                  <a:cubicBezTo>
                    <a:pt x="761" y="352"/>
                    <a:pt x="761" y="348"/>
                    <a:pt x="763" y="347"/>
                  </a:cubicBezTo>
                  <a:cubicBezTo>
                    <a:pt x="766" y="345"/>
                    <a:pt x="766" y="347"/>
                    <a:pt x="767" y="349"/>
                  </a:cubicBezTo>
                  <a:close/>
                  <a:moveTo>
                    <a:pt x="762" y="341"/>
                  </a:move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lose/>
                  <a:moveTo>
                    <a:pt x="762" y="320"/>
                  </a:moveTo>
                  <a:cubicBezTo>
                    <a:pt x="764" y="321"/>
                    <a:pt x="761" y="322"/>
                    <a:pt x="762" y="320"/>
                  </a:cubicBezTo>
                  <a:close/>
                  <a:moveTo>
                    <a:pt x="762" y="322"/>
                  </a:moveTo>
                  <a:cubicBezTo>
                    <a:pt x="763" y="322"/>
                    <a:pt x="762" y="323"/>
                    <a:pt x="762" y="323"/>
                  </a:cubicBezTo>
                  <a:cubicBezTo>
                    <a:pt x="761" y="323"/>
                    <a:pt x="762" y="322"/>
                    <a:pt x="762" y="322"/>
                  </a:cubicBezTo>
                  <a:close/>
                  <a:moveTo>
                    <a:pt x="762" y="331"/>
                  </a:moveTo>
                  <a:cubicBezTo>
                    <a:pt x="762" y="330"/>
                    <a:pt x="763" y="333"/>
                    <a:pt x="762" y="332"/>
                  </a:cubicBezTo>
                  <a:cubicBezTo>
                    <a:pt x="761" y="332"/>
                    <a:pt x="762" y="331"/>
                    <a:pt x="762" y="331"/>
                  </a:cubicBezTo>
                  <a:close/>
                  <a:moveTo>
                    <a:pt x="760" y="362"/>
                  </a:moveTo>
                  <a:cubicBezTo>
                    <a:pt x="762" y="360"/>
                    <a:pt x="762" y="364"/>
                    <a:pt x="761" y="364"/>
                  </a:cubicBezTo>
                  <a:cubicBezTo>
                    <a:pt x="760" y="365"/>
                    <a:pt x="759" y="362"/>
                    <a:pt x="760" y="362"/>
                  </a:cubicBezTo>
                  <a:close/>
                  <a:moveTo>
                    <a:pt x="758" y="333"/>
                  </a:moveTo>
                  <a:cubicBezTo>
                    <a:pt x="757" y="333"/>
                    <a:pt x="757" y="332"/>
                    <a:pt x="757" y="331"/>
                  </a:cubicBezTo>
                  <a:cubicBezTo>
                    <a:pt x="759" y="330"/>
                    <a:pt x="760" y="334"/>
                    <a:pt x="758" y="333"/>
                  </a:cubicBezTo>
                  <a:close/>
                  <a:moveTo>
                    <a:pt x="757" y="305"/>
                  </a:moveTo>
                  <a:cubicBezTo>
                    <a:pt x="757" y="307"/>
                    <a:pt x="757" y="308"/>
                    <a:pt x="757" y="309"/>
                  </a:cubicBezTo>
                  <a:cubicBezTo>
                    <a:pt x="756" y="308"/>
                    <a:pt x="756" y="306"/>
                    <a:pt x="757" y="305"/>
                  </a:cubicBezTo>
                  <a:close/>
                  <a:moveTo>
                    <a:pt x="756" y="312"/>
                  </a:moveTo>
                  <a:cubicBezTo>
                    <a:pt x="759" y="315"/>
                    <a:pt x="754" y="316"/>
                    <a:pt x="756" y="312"/>
                  </a:cubicBezTo>
                  <a:close/>
                  <a:moveTo>
                    <a:pt x="755" y="427"/>
                  </a:moveTo>
                  <a:cubicBezTo>
                    <a:pt x="753" y="425"/>
                    <a:pt x="756" y="426"/>
                    <a:pt x="755" y="427"/>
                  </a:cubicBezTo>
                  <a:close/>
                  <a:moveTo>
                    <a:pt x="754" y="387"/>
                  </a:moveTo>
                  <a:cubicBezTo>
                    <a:pt x="752" y="388"/>
                    <a:pt x="750" y="384"/>
                    <a:pt x="752" y="382"/>
                  </a:cubicBezTo>
                  <a:cubicBezTo>
                    <a:pt x="754" y="380"/>
                    <a:pt x="755" y="386"/>
                    <a:pt x="754" y="387"/>
                  </a:cubicBezTo>
                  <a:close/>
                  <a:moveTo>
                    <a:pt x="754" y="326"/>
                  </a:moveTo>
                  <a:cubicBezTo>
                    <a:pt x="754" y="324"/>
                    <a:pt x="754" y="328"/>
                    <a:pt x="754" y="326"/>
                  </a:cubicBezTo>
                  <a:close/>
                  <a:moveTo>
                    <a:pt x="754" y="307"/>
                  </a:moveTo>
                  <a:cubicBezTo>
                    <a:pt x="755" y="308"/>
                    <a:pt x="753" y="309"/>
                    <a:pt x="754" y="307"/>
                  </a:cubicBezTo>
                  <a:close/>
                  <a:moveTo>
                    <a:pt x="752" y="301"/>
                  </a:moveTo>
                  <a:cubicBezTo>
                    <a:pt x="751" y="299"/>
                    <a:pt x="754" y="299"/>
                    <a:pt x="752" y="301"/>
                  </a:cubicBezTo>
                  <a:close/>
                  <a:moveTo>
                    <a:pt x="752" y="350"/>
                  </a:moveTo>
                  <a:cubicBezTo>
                    <a:pt x="753" y="351"/>
                    <a:pt x="753" y="355"/>
                    <a:pt x="752" y="356"/>
                  </a:cubicBezTo>
                  <a:cubicBezTo>
                    <a:pt x="752" y="354"/>
                    <a:pt x="752" y="352"/>
                    <a:pt x="752" y="350"/>
                  </a:cubicBezTo>
                  <a:close/>
                  <a:moveTo>
                    <a:pt x="751" y="362"/>
                  </a:moveTo>
                  <a:cubicBezTo>
                    <a:pt x="751" y="361"/>
                    <a:pt x="751" y="361"/>
                    <a:pt x="751" y="360"/>
                  </a:cubicBezTo>
                  <a:cubicBezTo>
                    <a:pt x="752" y="360"/>
                    <a:pt x="752" y="362"/>
                    <a:pt x="751" y="362"/>
                  </a:cubicBezTo>
                  <a:close/>
                  <a:moveTo>
                    <a:pt x="751" y="307"/>
                  </a:moveTo>
                  <a:cubicBezTo>
                    <a:pt x="752" y="306"/>
                    <a:pt x="750" y="309"/>
                    <a:pt x="751" y="307"/>
                  </a:cubicBezTo>
                  <a:close/>
                  <a:moveTo>
                    <a:pt x="751" y="340"/>
                  </a:moveTo>
                  <a:cubicBezTo>
                    <a:pt x="750" y="341"/>
                    <a:pt x="750" y="339"/>
                    <a:pt x="750" y="339"/>
                  </a:cubicBezTo>
                  <a:cubicBezTo>
                    <a:pt x="751" y="338"/>
                    <a:pt x="751" y="340"/>
                    <a:pt x="751" y="340"/>
                  </a:cubicBezTo>
                  <a:close/>
                  <a:moveTo>
                    <a:pt x="748" y="303"/>
                  </a:moveTo>
                  <a:cubicBezTo>
                    <a:pt x="750" y="301"/>
                    <a:pt x="752" y="307"/>
                    <a:pt x="750" y="307"/>
                  </a:cubicBezTo>
                  <a:cubicBezTo>
                    <a:pt x="748" y="307"/>
                    <a:pt x="748" y="304"/>
                    <a:pt x="748" y="303"/>
                  </a:cubicBezTo>
                  <a:close/>
                  <a:moveTo>
                    <a:pt x="747" y="306"/>
                  </a:moveTo>
                  <a:cubicBezTo>
                    <a:pt x="746" y="307"/>
                    <a:pt x="745" y="306"/>
                    <a:pt x="747" y="306"/>
                  </a:cubicBezTo>
                  <a:close/>
                  <a:moveTo>
                    <a:pt x="745" y="301"/>
                  </a:moveTo>
                  <a:cubicBezTo>
                    <a:pt x="746" y="300"/>
                    <a:pt x="746" y="303"/>
                    <a:pt x="745" y="303"/>
                  </a:cubicBezTo>
                  <a:cubicBezTo>
                    <a:pt x="744" y="302"/>
                    <a:pt x="745" y="301"/>
                    <a:pt x="745" y="301"/>
                  </a:cubicBezTo>
                  <a:close/>
                  <a:moveTo>
                    <a:pt x="745" y="332"/>
                  </a:moveTo>
                  <a:cubicBezTo>
                    <a:pt x="746" y="331"/>
                    <a:pt x="747" y="331"/>
                    <a:pt x="747" y="333"/>
                  </a:cubicBezTo>
                  <a:cubicBezTo>
                    <a:pt x="747" y="335"/>
                    <a:pt x="744" y="345"/>
                    <a:pt x="744" y="345"/>
                  </a:cubicBezTo>
                  <a:cubicBezTo>
                    <a:pt x="742" y="345"/>
                    <a:pt x="744" y="341"/>
                    <a:pt x="744" y="340"/>
                  </a:cubicBezTo>
                  <a:cubicBezTo>
                    <a:pt x="745" y="338"/>
                    <a:pt x="743" y="333"/>
                    <a:pt x="745" y="332"/>
                  </a:cubicBezTo>
                  <a:close/>
                  <a:moveTo>
                    <a:pt x="743" y="354"/>
                  </a:moveTo>
                  <a:cubicBezTo>
                    <a:pt x="744" y="353"/>
                    <a:pt x="742" y="355"/>
                    <a:pt x="743" y="354"/>
                  </a:cubicBezTo>
                  <a:close/>
                  <a:moveTo>
                    <a:pt x="740" y="293"/>
                  </a:moveTo>
                  <a:cubicBezTo>
                    <a:pt x="739" y="293"/>
                    <a:pt x="740" y="292"/>
                    <a:pt x="740" y="292"/>
                  </a:cubicBezTo>
                  <a:cubicBezTo>
                    <a:pt x="741" y="291"/>
                    <a:pt x="741" y="294"/>
                    <a:pt x="740" y="293"/>
                  </a:cubicBezTo>
                  <a:close/>
                  <a:moveTo>
                    <a:pt x="741" y="324"/>
                  </a:moveTo>
                  <a:cubicBezTo>
                    <a:pt x="742" y="322"/>
                    <a:pt x="742" y="325"/>
                    <a:pt x="741" y="325"/>
                  </a:cubicBezTo>
                  <a:cubicBezTo>
                    <a:pt x="740" y="325"/>
                    <a:pt x="741" y="324"/>
                    <a:pt x="741" y="324"/>
                  </a:cubicBezTo>
                  <a:close/>
                  <a:moveTo>
                    <a:pt x="740" y="339"/>
                  </a:moveTo>
                  <a:cubicBezTo>
                    <a:pt x="741" y="338"/>
                    <a:pt x="741" y="340"/>
                    <a:pt x="741" y="340"/>
                  </a:cubicBezTo>
                  <a:cubicBezTo>
                    <a:pt x="740" y="341"/>
                    <a:pt x="740" y="340"/>
                    <a:pt x="740" y="339"/>
                  </a:cubicBezTo>
                  <a:close/>
                  <a:moveTo>
                    <a:pt x="740" y="360"/>
                  </a:moveTo>
                  <a:cubicBezTo>
                    <a:pt x="741" y="361"/>
                    <a:pt x="739" y="362"/>
                    <a:pt x="740" y="360"/>
                  </a:cubicBezTo>
                  <a:close/>
                  <a:moveTo>
                    <a:pt x="739" y="374"/>
                  </a:moveTo>
                  <a:cubicBezTo>
                    <a:pt x="739" y="374"/>
                    <a:pt x="739" y="376"/>
                    <a:pt x="739" y="376"/>
                  </a:cubicBezTo>
                  <a:cubicBezTo>
                    <a:pt x="739" y="375"/>
                    <a:pt x="739" y="375"/>
                    <a:pt x="739" y="374"/>
                  </a:cubicBezTo>
                  <a:close/>
                  <a:moveTo>
                    <a:pt x="737" y="379"/>
                  </a:moveTo>
                  <a:cubicBezTo>
                    <a:pt x="739" y="380"/>
                    <a:pt x="737" y="382"/>
                    <a:pt x="737" y="384"/>
                  </a:cubicBezTo>
                  <a:cubicBezTo>
                    <a:pt x="737" y="382"/>
                    <a:pt x="736" y="383"/>
                    <a:pt x="735" y="382"/>
                  </a:cubicBezTo>
                  <a:cubicBezTo>
                    <a:pt x="733" y="381"/>
                    <a:pt x="736" y="377"/>
                    <a:pt x="737" y="379"/>
                  </a:cubicBezTo>
                  <a:close/>
                  <a:moveTo>
                    <a:pt x="735" y="354"/>
                  </a:moveTo>
                  <a:cubicBezTo>
                    <a:pt x="733" y="353"/>
                    <a:pt x="735" y="352"/>
                    <a:pt x="735" y="354"/>
                  </a:cubicBezTo>
                  <a:close/>
                  <a:moveTo>
                    <a:pt x="734" y="314"/>
                  </a:moveTo>
                  <a:cubicBezTo>
                    <a:pt x="734" y="313"/>
                    <a:pt x="735" y="314"/>
                    <a:pt x="735" y="314"/>
                  </a:cubicBezTo>
                  <a:cubicBezTo>
                    <a:pt x="735" y="315"/>
                    <a:pt x="734" y="315"/>
                    <a:pt x="734" y="314"/>
                  </a:cubicBezTo>
                  <a:close/>
                  <a:moveTo>
                    <a:pt x="733" y="313"/>
                  </a:moveTo>
                  <a:cubicBezTo>
                    <a:pt x="734" y="313"/>
                    <a:pt x="733" y="314"/>
                    <a:pt x="733" y="314"/>
                  </a:cubicBezTo>
                  <a:cubicBezTo>
                    <a:pt x="732" y="314"/>
                    <a:pt x="733" y="313"/>
                    <a:pt x="733" y="313"/>
                  </a:cubicBezTo>
                  <a:close/>
                  <a:moveTo>
                    <a:pt x="734" y="322"/>
                  </a:moveTo>
                  <a:cubicBezTo>
                    <a:pt x="734" y="323"/>
                    <a:pt x="733" y="322"/>
                    <a:pt x="733" y="321"/>
                  </a:cubicBezTo>
                  <a:cubicBezTo>
                    <a:pt x="733" y="320"/>
                    <a:pt x="734" y="321"/>
                    <a:pt x="734" y="322"/>
                  </a:cubicBezTo>
                  <a:close/>
                  <a:moveTo>
                    <a:pt x="731" y="420"/>
                  </a:moveTo>
                  <a:cubicBezTo>
                    <a:pt x="732" y="418"/>
                    <a:pt x="730" y="422"/>
                    <a:pt x="731" y="420"/>
                  </a:cubicBezTo>
                  <a:close/>
                  <a:moveTo>
                    <a:pt x="731" y="303"/>
                  </a:moveTo>
                  <a:cubicBezTo>
                    <a:pt x="729" y="302"/>
                    <a:pt x="731" y="301"/>
                    <a:pt x="731" y="303"/>
                  </a:cubicBezTo>
                  <a:close/>
                  <a:moveTo>
                    <a:pt x="731" y="305"/>
                  </a:moveTo>
                  <a:cubicBezTo>
                    <a:pt x="731" y="305"/>
                    <a:pt x="729" y="305"/>
                    <a:pt x="729" y="305"/>
                  </a:cubicBezTo>
                  <a:cubicBezTo>
                    <a:pt x="729" y="304"/>
                    <a:pt x="732" y="304"/>
                    <a:pt x="731" y="305"/>
                  </a:cubicBezTo>
                  <a:close/>
                  <a:moveTo>
                    <a:pt x="729" y="318"/>
                  </a:moveTo>
                  <a:cubicBezTo>
                    <a:pt x="729" y="317"/>
                    <a:pt x="730" y="319"/>
                    <a:pt x="730" y="320"/>
                  </a:cubicBezTo>
                  <a:cubicBezTo>
                    <a:pt x="729" y="320"/>
                    <a:pt x="729" y="319"/>
                    <a:pt x="729" y="318"/>
                  </a:cubicBezTo>
                  <a:close/>
                  <a:moveTo>
                    <a:pt x="724" y="299"/>
                  </a:move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lose/>
                  <a:moveTo>
                    <a:pt x="728" y="307"/>
                  </a:moveTo>
                  <a:cubicBezTo>
                    <a:pt x="728" y="306"/>
                    <a:pt x="728" y="309"/>
                    <a:pt x="728" y="307"/>
                  </a:cubicBezTo>
                  <a:close/>
                  <a:moveTo>
                    <a:pt x="727" y="323"/>
                  </a:moveTo>
                  <a:cubicBezTo>
                    <a:pt x="727" y="322"/>
                    <a:pt x="726" y="324"/>
                    <a:pt x="727" y="323"/>
                  </a:cubicBezTo>
                  <a:close/>
                  <a:moveTo>
                    <a:pt x="725" y="462"/>
                  </a:moveTo>
                  <a:cubicBezTo>
                    <a:pt x="725" y="463"/>
                    <a:pt x="723" y="463"/>
                    <a:pt x="724" y="462"/>
                  </a:cubicBezTo>
                  <a:cubicBezTo>
                    <a:pt x="724" y="461"/>
                    <a:pt x="725" y="462"/>
                    <a:pt x="725" y="462"/>
                  </a:cubicBezTo>
                  <a:close/>
                  <a:moveTo>
                    <a:pt x="725" y="403"/>
                  </a:moveTo>
                  <a:cubicBezTo>
                    <a:pt x="724" y="405"/>
                    <a:pt x="725" y="402"/>
                    <a:pt x="725" y="403"/>
                  </a:cubicBezTo>
                  <a:close/>
                  <a:moveTo>
                    <a:pt x="724" y="379"/>
                  </a:moveTo>
                  <a:cubicBezTo>
                    <a:pt x="724" y="380"/>
                    <a:pt x="723" y="379"/>
                    <a:pt x="723" y="379"/>
                  </a:cubicBezTo>
                  <a:cubicBezTo>
                    <a:pt x="723" y="379"/>
                    <a:pt x="725" y="379"/>
                    <a:pt x="724" y="379"/>
                  </a:cubicBezTo>
                  <a:close/>
                  <a:moveTo>
                    <a:pt x="721" y="336"/>
                  </a:moveTo>
                  <a:cubicBezTo>
                    <a:pt x="722" y="335"/>
                    <a:pt x="722" y="339"/>
                    <a:pt x="721" y="338"/>
                  </a:cubicBezTo>
                  <a:cubicBezTo>
                    <a:pt x="720" y="338"/>
                    <a:pt x="721" y="336"/>
                    <a:pt x="721" y="336"/>
                  </a:cubicBezTo>
                  <a:close/>
                  <a:moveTo>
                    <a:pt x="719" y="366"/>
                  </a:moveTo>
                  <a:cubicBezTo>
                    <a:pt x="721" y="365"/>
                    <a:pt x="718" y="368"/>
                    <a:pt x="719" y="366"/>
                  </a:cubicBezTo>
                  <a:cubicBezTo>
                    <a:pt x="719" y="366"/>
                    <a:pt x="719" y="366"/>
                    <a:pt x="719" y="366"/>
                  </a:cubicBezTo>
                  <a:close/>
                  <a:moveTo>
                    <a:pt x="708" y="263"/>
                  </a:moveTo>
                  <a:cubicBezTo>
                    <a:pt x="708" y="261"/>
                    <a:pt x="709" y="265"/>
                    <a:pt x="708" y="264"/>
                  </a:cubicBezTo>
                  <a:cubicBezTo>
                    <a:pt x="707" y="263"/>
                    <a:pt x="707" y="263"/>
                    <a:pt x="708" y="263"/>
                  </a:cubicBezTo>
                  <a:close/>
                  <a:moveTo>
                    <a:pt x="707" y="258"/>
                  </a:moveTo>
                  <a:cubicBezTo>
                    <a:pt x="708" y="257"/>
                    <a:pt x="707" y="260"/>
                    <a:pt x="706" y="260"/>
                  </a:cubicBezTo>
                  <a:cubicBezTo>
                    <a:pt x="705" y="259"/>
                    <a:pt x="707" y="258"/>
                    <a:pt x="707" y="258"/>
                  </a:cubicBezTo>
                  <a:close/>
                  <a:moveTo>
                    <a:pt x="681" y="522"/>
                  </a:moveTo>
                  <a:cubicBezTo>
                    <a:pt x="680" y="522"/>
                    <a:pt x="680" y="521"/>
                    <a:pt x="681" y="521"/>
                  </a:cubicBezTo>
                  <a:cubicBezTo>
                    <a:pt x="682" y="519"/>
                    <a:pt x="682" y="523"/>
                    <a:pt x="681" y="522"/>
                  </a:cubicBezTo>
                  <a:close/>
                  <a:moveTo>
                    <a:pt x="682" y="440"/>
                  </a:moveTo>
                  <a:cubicBezTo>
                    <a:pt x="681" y="440"/>
                    <a:pt x="681" y="439"/>
                    <a:pt x="682" y="438"/>
                  </a:cubicBezTo>
                  <a:cubicBezTo>
                    <a:pt x="683" y="436"/>
                    <a:pt x="684" y="441"/>
                    <a:pt x="682" y="440"/>
                  </a:cubicBezTo>
                  <a:close/>
                  <a:moveTo>
                    <a:pt x="682" y="375"/>
                  </a:moveTo>
                  <a:cubicBezTo>
                    <a:pt x="682" y="374"/>
                    <a:pt x="683" y="374"/>
                    <a:pt x="683" y="372"/>
                  </a:cubicBezTo>
                  <a:cubicBezTo>
                    <a:pt x="684" y="373"/>
                    <a:pt x="683" y="375"/>
                    <a:pt x="682" y="375"/>
                  </a:cubicBezTo>
                  <a:close/>
                  <a:moveTo>
                    <a:pt x="684" y="296"/>
                  </a:moveTo>
                  <a:cubicBezTo>
                    <a:pt x="685" y="295"/>
                    <a:pt x="685" y="297"/>
                    <a:pt x="684" y="297"/>
                  </a:cubicBezTo>
                  <a:cubicBezTo>
                    <a:pt x="684" y="297"/>
                    <a:pt x="684" y="296"/>
                    <a:pt x="684" y="296"/>
                  </a:cubicBezTo>
                  <a:close/>
                  <a:moveTo>
                    <a:pt x="685" y="292"/>
                  </a:moveTo>
                  <a:cubicBezTo>
                    <a:pt x="686" y="292"/>
                    <a:pt x="683" y="293"/>
                    <a:pt x="685" y="292"/>
                  </a:cubicBezTo>
                  <a:close/>
                  <a:moveTo>
                    <a:pt x="683" y="302"/>
                  </a:moveTo>
                  <a:cubicBezTo>
                    <a:pt x="683" y="302"/>
                    <a:pt x="684" y="301"/>
                    <a:pt x="684" y="301"/>
                  </a:cubicBezTo>
                  <a:cubicBezTo>
                    <a:pt x="684" y="301"/>
                    <a:pt x="683" y="302"/>
                    <a:pt x="683" y="302"/>
                  </a:cubicBezTo>
                  <a:close/>
                  <a:moveTo>
                    <a:pt x="685" y="376"/>
                  </a:moveTo>
                  <a:cubicBezTo>
                    <a:pt x="684" y="375"/>
                    <a:pt x="685" y="372"/>
                    <a:pt x="685" y="372"/>
                  </a:cubicBezTo>
                  <a:cubicBezTo>
                    <a:pt x="688" y="370"/>
                    <a:pt x="688" y="377"/>
                    <a:pt x="685" y="376"/>
                  </a:cubicBezTo>
                  <a:close/>
                  <a:moveTo>
                    <a:pt x="685" y="360"/>
                  </a:moveTo>
                  <a:cubicBezTo>
                    <a:pt x="685" y="358"/>
                    <a:pt x="686" y="361"/>
                    <a:pt x="685" y="361"/>
                  </a:cubicBezTo>
                  <a:cubicBezTo>
                    <a:pt x="684" y="360"/>
                    <a:pt x="685" y="360"/>
                    <a:pt x="685" y="360"/>
                  </a:cubicBezTo>
                  <a:close/>
                  <a:moveTo>
                    <a:pt x="689" y="346"/>
                  </a:moveTo>
                  <a:cubicBezTo>
                    <a:pt x="687" y="346"/>
                    <a:pt x="688" y="344"/>
                    <a:pt x="688" y="344"/>
                  </a:cubicBezTo>
                  <a:cubicBezTo>
                    <a:pt x="689" y="342"/>
                    <a:pt x="690" y="347"/>
                    <a:pt x="689" y="346"/>
                  </a:cubicBezTo>
                  <a:close/>
                  <a:moveTo>
                    <a:pt x="689" y="333"/>
                  </a:moveTo>
                  <a:cubicBezTo>
                    <a:pt x="689" y="334"/>
                    <a:pt x="688" y="331"/>
                    <a:pt x="689" y="333"/>
                  </a:cubicBezTo>
                  <a:close/>
                  <a:moveTo>
                    <a:pt x="690" y="370"/>
                  </a:moveTo>
                  <a:cubicBezTo>
                    <a:pt x="692" y="367"/>
                    <a:pt x="693" y="373"/>
                    <a:pt x="691" y="372"/>
                  </a:cubicBezTo>
                  <a:cubicBezTo>
                    <a:pt x="690" y="372"/>
                    <a:pt x="690" y="370"/>
                    <a:pt x="690" y="370"/>
                  </a:cubicBezTo>
                  <a:close/>
                  <a:moveTo>
                    <a:pt x="690" y="322"/>
                  </a:moveTo>
                  <a:cubicBezTo>
                    <a:pt x="689" y="323"/>
                    <a:pt x="692" y="320"/>
                    <a:pt x="690" y="322"/>
                  </a:cubicBezTo>
                  <a:close/>
                  <a:moveTo>
                    <a:pt x="691" y="405"/>
                  </a:moveTo>
                  <a:cubicBezTo>
                    <a:pt x="690" y="403"/>
                    <a:pt x="693" y="403"/>
                    <a:pt x="693" y="402"/>
                  </a:cubicBezTo>
                  <a:cubicBezTo>
                    <a:pt x="693" y="403"/>
                    <a:pt x="692" y="404"/>
                    <a:pt x="691" y="405"/>
                  </a:cubicBezTo>
                  <a:close/>
                  <a:moveTo>
                    <a:pt x="694" y="441"/>
                  </a:moveTo>
                  <a:cubicBezTo>
                    <a:pt x="694" y="440"/>
                    <a:pt x="695" y="439"/>
                    <a:pt x="695" y="438"/>
                  </a:cubicBezTo>
                  <a:cubicBezTo>
                    <a:pt x="696" y="439"/>
                    <a:pt x="695" y="441"/>
                    <a:pt x="694" y="441"/>
                  </a:cubicBezTo>
                  <a:close/>
                  <a:moveTo>
                    <a:pt x="695" y="391"/>
                  </a:moveTo>
                  <a:cubicBezTo>
                    <a:pt x="695" y="391"/>
                    <a:pt x="695" y="390"/>
                    <a:pt x="695" y="390"/>
                  </a:cubicBezTo>
                  <a:cubicBezTo>
                    <a:pt x="696" y="389"/>
                    <a:pt x="696" y="392"/>
                    <a:pt x="695" y="391"/>
                  </a:cubicBezTo>
                  <a:close/>
                  <a:moveTo>
                    <a:pt x="701" y="315"/>
                  </a:moveTo>
                  <a:cubicBezTo>
                    <a:pt x="701" y="316"/>
                    <a:pt x="700" y="317"/>
                    <a:pt x="699" y="316"/>
                  </a:cubicBezTo>
                  <a:cubicBezTo>
                    <a:pt x="698" y="316"/>
                    <a:pt x="700" y="313"/>
                    <a:pt x="701" y="315"/>
                  </a:cubicBezTo>
                  <a:close/>
                  <a:moveTo>
                    <a:pt x="699" y="398"/>
                  </a:moveTo>
                  <a:cubicBezTo>
                    <a:pt x="700" y="397"/>
                    <a:pt x="699" y="399"/>
                    <a:pt x="699" y="398"/>
                  </a:cubicBezTo>
                  <a:close/>
                  <a:moveTo>
                    <a:pt x="701" y="369"/>
                  </a:moveTo>
                  <a:cubicBezTo>
                    <a:pt x="700" y="369"/>
                    <a:pt x="700" y="367"/>
                    <a:pt x="701" y="367"/>
                  </a:cubicBezTo>
                  <a:cubicBezTo>
                    <a:pt x="702" y="365"/>
                    <a:pt x="703" y="370"/>
                    <a:pt x="701" y="369"/>
                  </a:cubicBezTo>
                  <a:close/>
                  <a:moveTo>
                    <a:pt x="702" y="351"/>
                  </a:moveTo>
                  <a:cubicBezTo>
                    <a:pt x="701" y="351"/>
                    <a:pt x="702" y="350"/>
                    <a:pt x="702" y="350"/>
                  </a:cubicBezTo>
                  <a:cubicBezTo>
                    <a:pt x="703" y="348"/>
                    <a:pt x="703" y="351"/>
                    <a:pt x="702" y="351"/>
                  </a:cubicBezTo>
                  <a:close/>
                  <a:moveTo>
                    <a:pt x="699" y="334"/>
                  </a:moveTo>
                  <a:cubicBezTo>
                    <a:pt x="700" y="330"/>
                    <a:pt x="702" y="327"/>
                    <a:pt x="704" y="325"/>
                  </a:cubicBezTo>
                  <a:cubicBezTo>
                    <a:pt x="703" y="328"/>
                    <a:pt x="702" y="331"/>
                    <a:pt x="699" y="334"/>
                  </a:cubicBezTo>
                  <a:close/>
                  <a:moveTo>
                    <a:pt x="704" y="313"/>
                  </a:moveTo>
                  <a:cubicBezTo>
                    <a:pt x="704" y="315"/>
                    <a:pt x="705" y="312"/>
                    <a:pt x="704" y="313"/>
                  </a:cubicBezTo>
                  <a:close/>
                  <a:moveTo>
                    <a:pt x="711" y="404"/>
                  </a:moveTo>
                  <a:cubicBezTo>
                    <a:pt x="710" y="404"/>
                    <a:pt x="710" y="402"/>
                    <a:pt x="710" y="402"/>
                  </a:cubicBezTo>
                  <a:cubicBezTo>
                    <a:pt x="712" y="401"/>
                    <a:pt x="712" y="404"/>
                    <a:pt x="711" y="404"/>
                  </a:cubicBezTo>
                  <a:close/>
                  <a:moveTo>
                    <a:pt x="709" y="371"/>
                  </a:moveTo>
                  <a:cubicBezTo>
                    <a:pt x="706" y="370"/>
                    <a:pt x="708" y="365"/>
                    <a:pt x="709" y="365"/>
                  </a:cubicBezTo>
                  <a:cubicBezTo>
                    <a:pt x="713" y="362"/>
                    <a:pt x="713" y="372"/>
                    <a:pt x="709" y="371"/>
                  </a:cubicBezTo>
                  <a:close/>
                  <a:moveTo>
                    <a:pt x="710" y="346"/>
                  </a:moveTo>
                  <a:cubicBezTo>
                    <a:pt x="711" y="345"/>
                    <a:pt x="712" y="347"/>
                    <a:pt x="710" y="347"/>
                  </a:cubicBezTo>
                  <a:cubicBezTo>
                    <a:pt x="709" y="347"/>
                    <a:pt x="710" y="346"/>
                    <a:pt x="710" y="346"/>
                  </a:cubicBezTo>
                  <a:close/>
                  <a:moveTo>
                    <a:pt x="715" y="399"/>
                  </a:moveTo>
                  <a:cubicBezTo>
                    <a:pt x="714" y="399"/>
                    <a:pt x="714" y="397"/>
                    <a:pt x="716" y="397"/>
                  </a:cubicBezTo>
                  <a:cubicBezTo>
                    <a:pt x="716" y="398"/>
                    <a:pt x="715" y="398"/>
                    <a:pt x="715" y="399"/>
                  </a:cubicBezTo>
                  <a:close/>
                  <a:moveTo>
                    <a:pt x="715" y="361"/>
                  </a:moveTo>
                  <a:cubicBezTo>
                    <a:pt x="716" y="359"/>
                    <a:pt x="716" y="364"/>
                    <a:pt x="715" y="363"/>
                  </a:cubicBezTo>
                  <a:cubicBezTo>
                    <a:pt x="714" y="363"/>
                    <a:pt x="715" y="361"/>
                    <a:pt x="715" y="361"/>
                  </a:cubicBezTo>
                  <a:close/>
                  <a:moveTo>
                    <a:pt x="715" y="292"/>
                  </a:moveTo>
                  <a:cubicBezTo>
                    <a:pt x="715" y="292"/>
                    <a:pt x="714" y="295"/>
                    <a:pt x="714" y="294"/>
                  </a:cubicBezTo>
                  <a:cubicBezTo>
                    <a:pt x="713" y="292"/>
                    <a:pt x="714" y="291"/>
                    <a:pt x="715" y="292"/>
                  </a:cubicBezTo>
                  <a:close/>
                  <a:moveTo>
                    <a:pt x="713" y="290"/>
                  </a:moveTo>
                  <a:cubicBezTo>
                    <a:pt x="714" y="289"/>
                    <a:pt x="714" y="291"/>
                    <a:pt x="714" y="291"/>
                  </a:cubicBezTo>
                  <a:cubicBezTo>
                    <a:pt x="713" y="291"/>
                    <a:pt x="713" y="291"/>
                    <a:pt x="713" y="290"/>
                  </a:cubicBezTo>
                  <a:close/>
                  <a:moveTo>
                    <a:pt x="712" y="297"/>
                  </a:moveTo>
                  <a:cubicBezTo>
                    <a:pt x="714" y="293"/>
                    <a:pt x="718" y="302"/>
                    <a:pt x="714" y="304"/>
                  </a:cubicBezTo>
                  <a:cubicBezTo>
                    <a:pt x="715" y="300"/>
                    <a:pt x="712" y="301"/>
                    <a:pt x="711" y="300"/>
                  </a:cubicBezTo>
                  <a:cubicBezTo>
                    <a:pt x="711" y="300"/>
                    <a:pt x="711" y="297"/>
                    <a:pt x="712" y="297"/>
                  </a:cubicBezTo>
                  <a:close/>
                  <a:moveTo>
                    <a:pt x="710" y="332"/>
                  </a:moveTo>
                  <a:cubicBezTo>
                    <a:pt x="711" y="330"/>
                    <a:pt x="709" y="333"/>
                    <a:pt x="710" y="332"/>
                  </a:cubicBezTo>
                  <a:close/>
                  <a:moveTo>
                    <a:pt x="710" y="338"/>
                  </a:moveTo>
                  <a:cubicBezTo>
                    <a:pt x="712" y="338"/>
                    <a:pt x="714" y="337"/>
                    <a:pt x="714" y="340"/>
                  </a:cubicBezTo>
                  <a:cubicBezTo>
                    <a:pt x="714" y="342"/>
                    <a:pt x="713" y="341"/>
                    <a:pt x="712" y="343"/>
                  </a:cubicBezTo>
                  <a:cubicBezTo>
                    <a:pt x="711" y="344"/>
                    <a:pt x="712" y="345"/>
                    <a:pt x="710" y="345"/>
                  </a:cubicBezTo>
                  <a:cubicBezTo>
                    <a:pt x="706" y="346"/>
                    <a:pt x="707" y="339"/>
                    <a:pt x="710" y="338"/>
                  </a:cubicBezTo>
                  <a:close/>
                  <a:moveTo>
                    <a:pt x="707" y="289"/>
                  </a:moveTo>
                  <a:cubicBezTo>
                    <a:pt x="707" y="291"/>
                    <a:pt x="706" y="289"/>
                    <a:pt x="707" y="289"/>
                  </a:cubicBezTo>
                  <a:close/>
                  <a:moveTo>
                    <a:pt x="706" y="334"/>
                  </a:moveTo>
                  <a:cubicBezTo>
                    <a:pt x="704" y="334"/>
                    <a:pt x="705" y="332"/>
                    <a:pt x="706" y="331"/>
                  </a:cubicBezTo>
                  <a:cubicBezTo>
                    <a:pt x="708" y="330"/>
                    <a:pt x="708" y="335"/>
                    <a:pt x="706" y="334"/>
                  </a:cubicBezTo>
                  <a:close/>
                  <a:moveTo>
                    <a:pt x="706" y="318"/>
                  </a:moveTo>
                  <a:cubicBezTo>
                    <a:pt x="707" y="318"/>
                    <a:pt x="706" y="323"/>
                    <a:pt x="705" y="324"/>
                  </a:cubicBezTo>
                  <a:cubicBezTo>
                    <a:pt x="704" y="322"/>
                    <a:pt x="705" y="319"/>
                    <a:pt x="706" y="318"/>
                  </a:cubicBezTo>
                  <a:close/>
                  <a:moveTo>
                    <a:pt x="704" y="271"/>
                  </a:moveTo>
                  <a:cubicBezTo>
                    <a:pt x="704" y="270"/>
                    <a:pt x="703" y="273"/>
                    <a:pt x="704" y="271"/>
                  </a:cubicBezTo>
                  <a:close/>
                  <a:moveTo>
                    <a:pt x="704" y="275"/>
                  </a:moveTo>
                  <a:cubicBezTo>
                    <a:pt x="704" y="277"/>
                    <a:pt x="702" y="280"/>
                    <a:pt x="700" y="282"/>
                  </a:cubicBezTo>
                  <a:cubicBezTo>
                    <a:pt x="700" y="279"/>
                    <a:pt x="703" y="278"/>
                    <a:pt x="704" y="275"/>
                  </a:cubicBezTo>
                  <a:close/>
                  <a:moveTo>
                    <a:pt x="702" y="287"/>
                  </a:moveTo>
                  <a:cubicBezTo>
                    <a:pt x="702" y="287"/>
                    <a:pt x="701" y="288"/>
                    <a:pt x="702" y="287"/>
                  </a:cubicBezTo>
                  <a:cubicBezTo>
                    <a:pt x="702" y="287"/>
                    <a:pt x="702" y="287"/>
                    <a:pt x="702" y="287"/>
                  </a:cubicBezTo>
                  <a:close/>
                  <a:moveTo>
                    <a:pt x="701" y="289"/>
                  </a:moveTo>
                  <a:cubicBezTo>
                    <a:pt x="701" y="291"/>
                    <a:pt x="699" y="290"/>
                    <a:pt x="701" y="289"/>
                  </a:cubicBezTo>
                  <a:close/>
                  <a:moveTo>
                    <a:pt x="700" y="254"/>
                  </a:moveTo>
                  <a:cubicBezTo>
                    <a:pt x="699" y="256"/>
                    <a:pt x="700" y="253"/>
                    <a:pt x="700" y="254"/>
                  </a:cubicBezTo>
                  <a:close/>
                  <a:moveTo>
                    <a:pt x="699" y="257"/>
                  </a:moveTo>
                  <a:cubicBezTo>
                    <a:pt x="699" y="257"/>
                    <a:pt x="699" y="258"/>
                    <a:pt x="698" y="258"/>
                  </a:cubicBezTo>
                  <a:cubicBezTo>
                    <a:pt x="698" y="258"/>
                    <a:pt x="698" y="258"/>
                    <a:pt x="698" y="258"/>
                  </a:cubicBezTo>
                  <a:cubicBezTo>
                    <a:pt x="698" y="258"/>
                    <a:pt x="699" y="258"/>
                    <a:pt x="699" y="257"/>
                  </a:cubicBezTo>
                  <a:close/>
                  <a:moveTo>
                    <a:pt x="698" y="308"/>
                  </a:moveTo>
                  <a:cubicBezTo>
                    <a:pt x="698" y="308"/>
                    <a:pt x="700" y="305"/>
                    <a:pt x="700" y="304"/>
                  </a:cubicBezTo>
                  <a:cubicBezTo>
                    <a:pt x="700" y="303"/>
                    <a:pt x="698" y="304"/>
                    <a:pt x="699" y="302"/>
                  </a:cubicBezTo>
                  <a:cubicBezTo>
                    <a:pt x="698" y="303"/>
                    <a:pt x="702" y="302"/>
                    <a:pt x="701" y="301"/>
                  </a:cubicBezTo>
                  <a:cubicBezTo>
                    <a:pt x="702" y="302"/>
                    <a:pt x="702" y="303"/>
                    <a:pt x="701" y="304"/>
                  </a:cubicBezTo>
                  <a:cubicBezTo>
                    <a:pt x="703" y="304"/>
                    <a:pt x="705" y="304"/>
                    <a:pt x="706" y="306"/>
                  </a:cubicBezTo>
                  <a:cubicBezTo>
                    <a:pt x="707" y="309"/>
                    <a:pt x="705" y="311"/>
                    <a:pt x="702" y="313"/>
                  </a:cubicBezTo>
                  <a:cubicBezTo>
                    <a:pt x="702" y="313"/>
                    <a:pt x="702" y="314"/>
                    <a:pt x="702" y="314"/>
                  </a:cubicBezTo>
                  <a:cubicBezTo>
                    <a:pt x="701" y="314"/>
                    <a:pt x="700" y="311"/>
                    <a:pt x="700" y="311"/>
                  </a:cubicBezTo>
                  <a:cubicBezTo>
                    <a:pt x="697" y="311"/>
                    <a:pt x="699" y="316"/>
                    <a:pt x="698" y="316"/>
                  </a:cubicBezTo>
                  <a:cubicBezTo>
                    <a:pt x="695" y="316"/>
                    <a:pt x="697" y="313"/>
                    <a:pt x="697" y="312"/>
                  </a:cubicBezTo>
                  <a:cubicBezTo>
                    <a:pt x="697" y="310"/>
                    <a:pt x="696" y="310"/>
                    <a:pt x="698" y="308"/>
                  </a:cubicBezTo>
                  <a:close/>
                  <a:moveTo>
                    <a:pt x="696" y="361"/>
                  </a:moveTo>
                  <a:cubicBezTo>
                    <a:pt x="696" y="360"/>
                    <a:pt x="698" y="361"/>
                    <a:pt x="696" y="361"/>
                  </a:cubicBezTo>
                  <a:close/>
                  <a:moveTo>
                    <a:pt x="697" y="362"/>
                  </a:moveTo>
                  <a:cubicBezTo>
                    <a:pt x="696" y="364"/>
                    <a:pt x="695" y="363"/>
                    <a:pt x="697" y="362"/>
                  </a:cubicBezTo>
                  <a:close/>
                  <a:moveTo>
                    <a:pt x="696" y="318"/>
                  </a:moveTo>
                  <a:cubicBezTo>
                    <a:pt x="697" y="316"/>
                    <a:pt x="697" y="318"/>
                    <a:pt x="696" y="319"/>
                  </a:cubicBezTo>
                  <a:cubicBezTo>
                    <a:pt x="696" y="319"/>
                    <a:pt x="696" y="318"/>
                    <a:pt x="696" y="318"/>
                  </a:cubicBezTo>
                  <a:close/>
                  <a:moveTo>
                    <a:pt x="697" y="376"/>
                  </a:moveTo>
                  <a:cubicBezTo>
                    <a:pt x="697" y="376"/>
                    <a:pt x="698" y="382"/>
                    <a:pt x="696" y="382"/>
                  </a:cubicBezTo>
                  <a:cubicBezTo>
                    <a:pt x="694" y="382"/>
                    <a:pt x="694" y="376"/>
                    <a:pt x="697" y="376"/>
                  </a:cubicBezTo>
                  <a:close/>
                  <a:moveTo>
                    <a:pt x="691" y="299"/>
                  </a:moveTo>
                  <a:cubicBezTo>
                    <a:pt x="692" y="297"/>
                    <a:pt x="692" y="294"/>
                    <a:pt x="695" y="294"/>
                  </a:cubicBezTo>
                  <a:cubicBezTo>
                    <a:pt x="692" y="300"/>
                    <a:pt x="687" y="306"/>
                    <a:pt x="684" y="312"/>
                  </a:cubicBezTo>
                  <a:cubicBezTo>
                    <a:pt x="682" y="316"/>
                    <a:pt x="685" y="307"/>
                    <a:pt x="686" y="306"/>
                  </a:cubicBezTo>
                  <a:cubicBezTo>
                    <a:pt x="687" y="303"/>
                    <a:pt x="690" y="300"/>
                    <a:pt x="691" y="299"/>
                  </a:cubicBezTo>
                  <a:close/>
                  <a:moveTo>
                    <a:pt x="688" y="279"/>
                  </a:moveTo>
                  <a:cubicBezTo>
                    <a:pt x="689" y="278"/>
                    <a:pt x="689" y="281"/>
                    <a:pt x="689" y="281"/>
                  </a:cubicBezTo>
                  <a:cubicBezTo>
                    <a:pt x="688" y="281"/>
                    <a:pt x="688" y="280"/>
                    <a:pt x="688" y="279"/>
                  </a:cubicBezTo>
                  <a:close/>
                  <a:moveTo>
                    <a:pt x="687" y="283"/>
                  </a:moveTo>
                  <a:cubicBezTo>
                    <a:pt x="689" y="281"/>
                    <a:pt x="688" y="285"/>
                    <a:pt x="687" y="284"/>
                  </a:cubicBezTo>
                  <a:cubicBezTo>
                    <a:pt x="687" y="284"/>
                    <a:pt x="687" y="283"/>
                    <a:pt x="687" y="283"/>
                  </a:cubicBezTo>
                  <a:close/>
                  <a:moveTo>
                    <a:pt x="687" y="286"/>
                  </a:moveTo>
                  <a:cubicBezTo>
                    <a:pt x="687" y="288"/>
                    <a:pt x="683" y="289"/>
                    <a:pt x="683" y="287"/>
                  </a:cubicBezTo>
                  <a:cubicBezTo>
                    <a:pt x="682" y="284"/>
                    <a:pt x="688" y="282"/>
                    <a:pt x="687" y="286"/>
                  </a:cubicBezTo>
                  <a:close/>
                  <a:moveTo>
                    <a:pt x="681" y="268"/>
                  </a:moveTo>
                  <a:cubicBezTo>
                    <a:pt x="680" y="268"/>
                    <a:pt x="682" y="267"/>
                    <a:pt x="681" y="268"/>
                  </a:cubicBezTo>
                  <a:close/>
                  <a:moveTo>
                    <a:pt x="681" y="294"/>
                  </a:moveTo>
                  <a:cubicBezTo>
                    <a:pt x="681" y="293"/>
                    <a:pt x="681" y="292"/>
                    <a:pt x="682" y="293"/>
                  </a:cubicBezTo>
                  <a:cubicBezTo>
                    <a:pt x="686" y="296"/>
                    <a:pt x="677" y="297"/>
                    <a:pt x="681" y="294"/>
                  </a:cubicBezTo>
                  <a:close/>
                  <a:moveTo>
                    <a:pt x="662" y="447"/>
                  </a:moveTo>
                  <a:cubicBezTo>
                    <a:pt x="663" y="446"/>
                    <a:pt x="661" y="449"/>
                    <a:pt x="662" y="447"/>
                  </a:cubicBezTo>
                  <a:close/>
                  <a:moveTo>
                    <a:pt x="670" y="503"/>
                  </a:moveTo>
                  <a:cubicBezTo>
                    <a:pt x="671" y="502"/>
                    <a:pt x="670" y="504"/>
                    <a:pt x="670" y="503"/>
                  </a:cubicBezTo>
                  <a:close/>
                  <a:moveTo>
                    <a:pt x="674" y="402"/>
                  </a:moveTo>
                  <a:cubicBezTo>
                    <a:pt x="674" y="401"/>
                    <a:pt x="675" y="401"/>
                    <a:pt x="675" y="400"/>
                  </a:cubicBezTo>
                  <a:cubicBezTo>
                    <a:pt x="676" y="400"/>
                    <a:pt x="675" y="402"/>
                    <a:pt x="674" y="402"/>
                  </a:cubicBezTo>
                  <a:close/>
                  <a:moveTo>
                    <a:pt x="677" y="399"/>
                  </a:moveTo>
                  <a:cubicBezTo>
                    <a:pt x="675" y="398"/>
                    <a:pt x="677" y="396"/>
                    <a:pt x="678" y="395"/>
                  </a:cubicBezTo>
                  <a:cubicBezTo>
                    <a:pt x="678" y="396"/>
                    <a:pt x="676" y="398"/>
                    <a:pt x="677" y="399"/>
                  </a:cubicBezTo>
                  <a:close/>
                  <a:moveTo>
                    <a:pt x="678" y="340"/>
                  </a:moveTo>
                  <a:cubicBezTo>
                    <a:pt x="679" y="340"/>
                    <a:pt x="677" y="341"/>
                    <a:pt x="678" y="340"/>
                  </a:cubicBezTo>
                  <a:close/>
                  <a:moveTo>
                    <a:pt x="679" y="510"/>
                  </a:moveTo>
                  <a:cubicBezTo>
                    <a:pt x="678" y="510"/>
                    <a:pt x="678" y="509"/>
                    <a:pt x="679" y="508"/>
                  </a:cubicBezTo>
                  <a:cubicBezTo>
                    <a:pt x="680" y="507"/>
                    <a:pt x="680" y="510"/>
                    <a:pt x="679" y="510"/>
                  </a:cubicBezTo>
                  <a:close/>
                  <a:moveTo>
                    <a:pt x="679" y="393"/>
                  </a:moveTo>
                  <a:cubicBezTo>
                    <a:pt x="679" y="392"/>
                    <a:pt x="679" y="392"/>
                    <a:pt x="679" y="391"/>
                  </a:cubicBezTo>
                  <a:cubicBezTo>
                    <a:pt x="680" y="391"/>
                    <a:pt x="679" y="393"/>
                    <a:pt x="679" y="393"/>
                  </a:cubicBezTo>
                  <a:close/>
                  <a:moveTo>
                    <a:pt x="678" y="281"/>
                  </a:moveTo>
                  <a:cubicBezTo>
                    <a:pt x="679" y="281"/>
                    <a:pt x="679" y="281"/>
                    <a:pt x="679" y="281"/>
                  </a:cubicBezTo>
                  <a:cubicBezTo>
                    <a:pt x="679" y="283"/>
                    <a:pt x="677" y="279"/>
                    <a:pt x="678" y="281"/>
                  </a:cubicBezTo>
                  <a:close/>
                  <a:moveTo>
                    <a:pt x="677" y="329"/>
                  </a:moveTo>
                  <a:cubicBezTo>
                    <a:pt x="675" y="328"/>
                    <a:pt x="676" y="327"/>
                    <a:pt x="676" y="326"/>
                  </a:cubicBezTo>
                  <a:cubicBezTo>
                    <a:pt x="678" y="324"/>
                    <a:pt x="679" y="329"/>
                    <a:pt x="677" y="329"/>
                  </a:cubicBezTo>
                  <a:close/>
                  <a:moveTo>
                    <a:pt x="676" y="297"/>
                  </a:moveTo>
                  <a:cubicBezTo>
                    <a:pt x="677" y="295"/>
                    <a:pt x="677" y="299"/>
                    <a:pt x="676" y="298"/>
                  </a:cubicBezTo>
                  <a:cubicBezTo>
                    <a:pt x="675" y="298"/>
                    <a:pt x="675" y="297"/>
                    <a:pt x="676" y="297"/>
                  </a:cubicBezTo>
                  <a:close/>
                  <a:moveTo>
                    <a:pt x="672" y="331"/>
                  </a:moveTo>
                  <a:cubicBezTo>
                    <a:pt x="673" y="330"/>
                    <a:pt x="672" y="333"/>
                    <a:pt x="672" y="331"/>
                  </a:cubicBezTo>
                  <a:close/>
                  <a:moveTo>
                    <a:pt x="671" y="297"/>
                  </a:moveTo>
                  <a:cubicBezTo>
                    <a:pt x="671" y="297"/>
                    <a:pt x="671" y="297"/>
                    <a:pt x="671" y="298"/>
                  </a:cubicBezTo>
                  <a:cubicBezTo>
                    <a:pt x="670" y="299"/>
                    <a:pt x="671" y="298"/>
                    <a:pt x="671" y="297"/>
                  </a:cubicBezTo>
                  <a:close/>
                  <a:moveTo>
                    <a:pt x="671" y="292"/>
                  </a:moveTo>
                  <a:cubicBezTo>
                    <a:pt x="670" y="294"/>
                    <a:pt x="669" y="295"/>
                    <a:pt x="667" y="297"/>
                  </a:cubicBezTo>
                  <a:cubicBezTo>
                    <a:pt x="668" y="295"/>
                    <a:pt x="669" y="293"/>
                    <a:pt x="671" y="292"/>
                  </a:cubicBezTo>
                  <a:close/>
                  <a:moveTo>
                    <a:pt x="669" y="376"/>
                  </a:moveTo>
                  <a:cubicBezTo>
                    <a:pt x="668" y="375"/>
                    <a:pt x="669" y="374"/>
                    <a:pt x="670" y="374"/>
                  </a:cubicBezTo>
                  <a:cubicBezTo>
                    <a:pt x="671" y="372"/>
                    <a:pt x="670" y="377"/>
                    <a:pt x="669" y="376"/>
                  </a:cubicBezTo>
                  <a:close/>
                  <a:moveTo>
                    <a:pt x="668" y="309"/>
                  </a:moveTo>
                  <a:cubicBezTo>
                    <a:pt x="669" y="309"/>
                    <a:pt x="666" y="310"/>
                    <a:pt x="668" y="309"/>
                  </a:cubicBezTo>
                  <a:close/>
                  <a:moveTo>
                    <a:pt x="665" y="407"/>
                  </a:moveTo>
                  <a:cubicBezTo>
                    <a:pt x="666" y="407"/>
                    <a:pt x="667" y="406"/>
                    <a:pt x="667" y="405"/>
                  </a:cubicBezTo>
                  <a:cubicBezTo>
                    <a:pt x="669" y="402"/>
                    <a:pt x="672" y="396"/>
                    <a:pt x="673" y="391"/>
                  </a:cubicBezTo>
                  <a:cubicBezTo>
                    <a:pt x="674" y="387"/>
                    <a:pt x="674" y="383"/>
                    <a:pt x="675" y="380"/>
                  </a:cubicBezTo>
                  <a:cubicBezTo>
                    <a:pt x="675" y="380"/>
                    <a:pt x="676" y="380"/>
                    <a:pt x="676" y="380"/>
                  </a:cubicBezTo>
                  <a:cubicBezTo>
                    <a:pt x="677" y="380"/>
                    <a:pt x="675" y="387"/>
                    <a:pt x="675" y="389"/>
                  </a:cubicBezTo>
                  <a:cubicBezTo>
                    <a:pt x="673" y="391"/>
                    <a:pt x="673" y="394"/>
                    <a:pt x="672" y="397"/>
                  </a:cubicBezTo>
                  <a:cubicBezTo>
                    <a:pt x="671" y="400"/>
                    <a:pt x="668" y="404"/>
                    <a:pt x="668" y="406"/>
                  </a:cubicBezTo>
                  <a:cubicBezTo>
                    <a:pt x="668" y="406"/>
                    <a:pt x="670" y="407"/>
                    <a:pt x="670" y="408"/>
                  </a:cubicBezTo>
                  <a:cubicBezTo>
                    <a:pt x="671" y="413"/>
                    <a:pt x="663" y="413"/>
                    <a:pt x="665" y="407"/>
                  </a:cubicBezTo>
                  <a:close/>
                  <a:moveTo>
                    <a:pt x="664" y="303"/>
                  </a:moveTo>
                  <a:cubicBezTo>
                    <a:pt x="665" y="303"/>
                    <a:pt x="664" y="306"/>
                    <a:pt x="663" y="305"/>
                  </a:cubicBezTo>
                  <a:cubicBezTo>
                    <a:pt x="662" y="305"/>
                    <a:pt x="663" y="304"/>
                    <a:pt x="664" y="303"/>
                  </a:cubicBezTo>
                  <a:close/>
                  <a:moveTo>
                    <a:pt x="663" y="285"/>
                  </a:moveTo>
                  <a:cubicBezTo>
                    <a:pt x="663" y="284"/>
                    <a:pt x="662" y="286"/>
                    <a:pt x="663" y="285"/>
                  </a:cubicBezTo>
                  <a:close/>
                  <a:moveTo>
                    <a:pt x="662" y="401"/>
                  </a:moveTo>
                  <a:cubicBezTo>
                    <a:pt x="663" y="402"/>
                    <a:pt x="661" y="403"/>
                    <a:pt x="662" y="401"/>
                  </a:cubicBezTo>
                  <a:close/>
                  <a:moveTo>
                    <a:pt x="660" y="496"/>
                  </a:moveTo>
                  <a:cubicBezTo>
                    <a:pt x="661" y="494"/>
                    <a:pt x="662" y="498"/>
                    <a:pt x="660" y="497"/>
                  </a:cubicBezTo>
                  <a:cubicBezTo>
                    <a:pt x="660" y="497"/>
                    <a:pt x="660" y="496"/>
                    <a:pt x="660" y="496"/>
                  </a:cubicBezTo>
                  <a:close/>
                  <a:moveTo>
                    <a:pt x="657" y="276"/>
                  </a:moveTo>
                  <a:cubicBezTo>
                    <a:pt x="657" y="276"/>
                    <a:pt x="656" y="278"/>
                    <a:pt x="655" y="278"/>
                  </a:cubicBezTo>
                  <a:cubicBezTo>
                    <a:pt x="655" y="277"/>
                    <a:pt x="656" y="277"/>
                    <a:pt x="657" y="276"/>
                  </a:cubicBezTo>
                  <a:close/>
                  <a:moveTo>
                    <a:pt x="655" y="292"/>
                  </a:move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lose/>
                  <a:moveTo>
                    <a:pt x="652" y="270"/>
                  </a:moveTo>
                  <a:cubicBezTo>
                    <a:pt x="651" y="272"/>
                    <a:pt x="654" y="269"/>
                    <a:pt x="652" y="270"/>
                  </a:cubicBezTo>
                  <a:close/>
                  <a:moveTo>
                    <a:pt x="634" y="278"/>
                  </a:moveTo>
                  <a:cubicBezTo>
                    <a:pt x="633" y="276"/>
                    <a:pt x="635" y="277"/>
                    <a:pt x="634" y="278"/>
                  </a:cubicBezTo>
                  <a:close/>
                  <a:moveTo>
                    <a:pt x="635" y="274"/>
                  </a:moveTo>
                  <a:cubicBezTo>
                    <a:pt x="636" y="274"/>
                    <a:pt x="634" y="275"/>
                    <a:pt x="635" y="274"/>
                  </a:cubicBezTo>
                  <a:close/>
                  <a:moveTo>
                    <a:pt x="642" y="409"/>
                  </a:moveTo>
                  <a:cubicBezTo>
                    <a:pt x="642" y="409"/>
                    <a:pt x="643" y="409"/>
                    <a:pt x="643" y="410"/>
                  </a:cubicBezTo>
                  <a:cubicBezTo>
                    <a:pt x="643" y="410"/>
                    <a:pt x="641" y="411"/>
                    <a:pt x="642" y="409"/>
                  </a:cubicBezTo>
                  <a:close/>
                  <a:moveTo>
                    <a:pt x="644" y="345"/>
                  </a:moveTo>
                  <a:cubicBezTo>
                    <a:pt x="643" y="345"/>
                    <a:pt x="644" y="344"/>
                    <a:pt x="644" y="344"/>
                  </a:cubicBezTo>
                  <a:cubicBezTo>
                    <a:pt x="645" y="342"/>
                    <a:pt x="645" y="345"/>
                    <a:pt x="644" y="345"/>
                  </a:cubicBezTo>
                  <a:close/>
                  <a:moveTo>
                    <a:pt x="644" y="398"/>
                  </a:moveTo>
                  <a:cubicBezTo>
                    <a:pt x="644" y="400"/>
                    <a:pt x="645" y="397"/>
                    <a:pt x="644" y="398"/>
                  </a:cubicBezTo>
                  <a:close/>
                  <a:moveTo>
                    <a:pt x="644" y="300"/>
                  </a:moveTo>
                  <a:cubicBezTo>
                    <a:pt x="643" y="300"/>
                    <a:pt x="644" y="299"/>
                    <a:pt x="644" y="298"/>
                  </a:cubicBezTo>
                  <a:cubicBezTo>
                    <a:pt x="646" y="297"/>
                    <a:pt x="646" y="301"/>
                    <a:pt x="644" y="300"/>
                  </a:cubicBezTo>
                  <a:close/>
                  <a:moveTo>
                    <a:pt x="646" y="462"/>
                  </a:moveTo>
                  <a:cubicBezTo>
                    <a:pt x="646" y="462"/>
                    <a:pt x="647" y="462"/>
                    <a:pt x="647" y="462"/>
                  </a:cubicBezTo>
                  <a:cubicBezTo>
                    <a:pt x="648" y="462"/>
                    <a:pt x="645" y="464"/>
                    <a:pt x="646" y="462"/>
                  </a:cubicBezTo>
                  <a:close/>
                  <a:moveTo>
                    <a:pt x="647" y="333"/>
                  </a:moveTo>
                  <a:cubicBezTo>
                    <a:pt x="646" y="333"/>
                    <a:pt x="647" y="332"/>
                    <a:pt x="647" y="332"/>
                  </a:cubicBezTo>
                  <a:cubicBezTo>
                    <a:pt x="648" y="331"/>
                    <a:pt x="648" y="334"/>
                    <a:pt x="647" y="333"/>
                  </a:cubicBezTo>
                  <a:close/>
                  <a:moveTo>
                    <a:pt x="657" y="550"/>
                  </a:moveTo>
                  <a:cubicBezTo>
                    <a:pt x="656" y="549"/>
                    <a:pt x="657" y="547"/>
                    <a:pt x="657" y="547"/>
                  </a:cubicBezTo>
                  <a:cubicBezTo>
                    <a:pt x="658" y="545"/>
                    <a:pt x="658" y="550"/>
                    <a:pt x="657" y="550"/>
                  </a:cubicBezTo>
                  <a:close/>
                  <a:moveTo>
                    <a:pt x="660" y="397"/>
                  </a:moveTo>
                  <a:cubicBezTo>
                    <a:pt x="659" y="398"/>
                    <a:pt x="659" y="398"/>
                    <a:pt x="660" y="397"/>
                  </a:cubicBezTo>
                  <a:close/>
                  <a:moveTo>
                    <a:pt x="659" y="427"/>
                  </a:moveTo>
                  <a:cubicBezTo>
                    <a:pt x="660" y="429"/>
                    <a:pt x="658" y="432"/>
                    <a:pt x="657" y="434"/>
                  </a:cubicBezTo>
                  <a:cubicBezTo>
                    <a:pt x="657" y="432"/>
                    <a:pt x="658" y="429"/>
                    <a:pt x="659" y="427"/>
                  </a:cubicBezTo>
                  <a:close/>
                  <a:moveTo>
                    <a:pt x="657" y="435"/>
                  </a:moveTo>
                  <a:cubicBezTo>
                    <a:pt x="657" y="435"/>
                    <a:pt x="657" y="438"/>
                    <a:pt x="655" y="438"/>
                  </a:cubicBezTo>
                  <a:cubicBezTo>
                    <a:pt x="655" y="437"/>
                    <a:pt x="656" y="436"/>
                    <a:pt x="657" y="435"/>
                  </a:cubicBezTo>
                  <a:close/>
                  <a:moveTo>
                    <a:pt x="652" y="328"/>
                  </a:moveTo>
                  <a:cubicBezTo>
                    <a:pt x="652" y="328"/>
                    <a:pt x="653" y="327"/>
                    <a:pt x="653" y="327"/>
                  </a:cubicBezTo>
                  <a:cubicBezTo>
                    <a:pt x="655" y="329"/>
                    <a:pt x="651" y="331"/>
                    <a:pt x="652" y="328"/>
                  </a:cubicBezTo>
                  <a:close/>
                  <a:moveTo>
                    <a:pt x="648" y="307"/>
                  </a:moveTo>
                  <a:cubicBezTo>
                    <a:pt x="653" y="304"/>
                    <a:pt x="650" y="313"/>
                    <a:pt x="649" y="313"/>
                  </a:cubicBezTo>
                  <a:cubicBezTo>
                    <a:pt x="647" y="313"/>
                    <a:pt x="647" y="308"/>
                    <a:pt x="648" y="307"/>
                  </a:cubicBezTo>
                  <a:close/>
                  <a:moveTo>
                    <a:pt x="645" y="296"/>
                  </a:moveTo>
                  <a:cubicBezTo>
                    <a:pt x="643" y="295"/>
                    <a:pt x="645" y="290"/>
                    <a:pt x="646" y="290"/>
                  </a:cubicBezTo>
                  <a:cubicBezTo>
                    <a:pt x="651" y="287"/>
                    <a:pt x="648" y="297"/>
                    <a:pt x="645" y="296"/>
                  </a:cubicBezTo>
                  <a:close/>
                  <a:moveTo>
                    <a:pt x="644" y="284"/>
                  </a:moveTo>
                  <a:cubicBezTo>
                    <a:pt x="644" y="285"/>
                    <a:pt x="645" y="283"/>
                    <a:pt x="644" y="284"/>
                  </a:cubicBezTo>
                  <a:close/>
                  <a:moveTo>
                    <a:pt x="642" y="284"/>
                  </a:moveTo>
                  <a:cubicBezTo>
                    <a:pt x="642" y="284"/>
                    <a:pt x="643" y="283"/>
                    <a:pt x="644" y="284"/>
                  </a:cubicBezTo>
                  <a:cubicBezTo>
                    <a:pt x="646" y="285"/>
                    <a:pt x="641" y="287"/>
                    <a:pt x="642" y="284"/>
                  </a:cubicBezTo>
                  <a:close/>
                  <a:moveTo>
                    <a:pt x="642" y="317"/>
                  </a:moveTo>
                  <a:cubicBezTo>
                    <a:pt x="642" y="318"/>
                    <a:pt x="641" y="317"/>
                    <a:pt x="642" y="317"/>
                  </a:cubicBezTo>
                  <a:close/>
                  <a:moveTo>
                    <a:pt x="642" y="399"/>
                  </a:moveTo>
                  <a:cubicBezTo>
                    <a:pt x="643" y="399"/>
                    <a:pt x="640" y="402"/>
                    <a:pt x="641" y="400"/>
                  </a:cubicBezTo>
                  <a:cubicBezTo>
                    <a:pt x="641" y="400"/>
                    <a:pt x="641" y="399"/>
                    <a:pt x="642" y="399"/>
                  </a:cubicBezTo>
                  <a:close/>
                  <a:moveTo>
                    <a:pt x="641" y="283"/>
                  </a:moveTo>
                  <a:cubicBezTo>
                    <a:pt x="642" y="282"/>
                    <a:pt x="639" y="285"/>
                    <a:pt x="641" y="283"/>
                  </a:cubicBezTo>
                  <a:close/>
                  <a:moveTo>
                    <a:pt x="640" y="331"/>
                  </a:moveTo>
                  <a:cubicBezTo>
                    <a:pt x="640" y="331"/>
                    <a:pt x="640" y="331"/>
                    <a:pt x="640" y="331"/>
                  </a:cubicBezTo>
                  <a:cubicBezTo>
                    <a:pt x="640" y="331"/>
                    <a:pt x="640" y="332"/>
                    <a:pt x="640" y="331"/>
                  </a:cubicBezTo>
                  <a:close/>
                  <a:moveTo>
                    <a:pt x="640" y="338"/>
                  </a:moveTo>
                  <a:cubicBezTo>
                    <a:pt x="641" y="339"/>
                    <a:pt x="639" y="341"/>
                    <a:pt x="639" y="342"/>
                  </a:cubicBezTo>
                  <a:cubicBezTo>
                    <a:pt x="638" y="341"/>
                    <a:pt x="640" y="339"/>
                    <a:pt x="640" y="338"/>
                  </a:cubicBezTo>
                  <a:close/>
                  <a:moveTo>
                    <a:pt x="638" y="310"/>
                  </a:moveTo>
                  <a:cubicBezTo>
                    <a:pt x="638" y="309"/>
                    <a:pt x="639" y="312"/>
                    <a:pt x="638" y="310"/>
                  </a:cubicBezTo>
                  <a:close/>
                  <a:moveTo>
                    <a:pt x="638" y="342"/>
                  </a:moveTo>
                  <a:cubicBezTo>
                    <a:pt x="639" y="343"/>
                    <a:pt x="639" y="344"/>
                    <a:pt x="638" y="344"/>
                  </a:cubicBezTo>
                  <a:cubicBezTo>
                    <a:pt x="638" y="343"/>
                    <a:pt x="639" y="343"/>
                    <a:pt x="638" y="342"/>
                  </a:cubicBezTo>
                  <a:close/>
                  <a:moveTo>
                    <a:pt x="637" y="288"/>
                  </a:moveTo>
                  <a:cubicBezTo>
                    <a:pt x="638" y="289"/>
                    <a:pt x="637" y="289"/>
                    <a:pt x="637" y="290"/>
                  </a:cubicBezTo>
                  <a:cubicBezTo>
                    <a:pt x="636" y="290"/>
                    <a:pt x="637" y="289"/>
                    <a:pt x="637" y="288"/>
                  </a:cubicBezTo>
                  <a:close/>
                  <a:moveTo>
                    <a:pt x="637" y="346"/>
                  </a:moveTo>
                  <a:cubicBezTo>
                    <a:pt x="638" y="345"/>
                    <a:pt x="637" y="347"/>
                    <a:pt x="637" y="347"/>
                  </a:cubicBezTo>
                  <a:cubicBezTo>
                    <a:pt x="636" y="346"/>
                    <a:pt x="637" y="346"/>
                    <a:pt x="637" y="346"/>
                  </a:cubicBezTo>
                  <a:close/>
                  <a:moveTo>
                    <a:pt x="665" y="224"/>
                  </a:moveTo>
                  <a:cubicBezTo>
                    <a:pt x="665" y="225"/>
                    <a:pt x="664" y="226"/>
                    <a:pt x="662" y="227"/>
                  </a:cubicBezTo>
                  <a:cubicBezTo>
                    <a:pt x="663" y="226"/>
                    <a:pt x="664" y="225"/>
                    <a:pt x="665" y="224"/>
                  </a:cubicBezTo>
                  <a:close/>
                  <a:moveTo>
                    <a:pt x="661" y="224"/>
                  </a:moveTo>
                  <a:cubicBezTo>
                    <a:pt x="662" y="222"/>
                    <a:pt x="660" y="225"/>
                    <a:pt x="661" y="224"/>
                  </a:cubicBezTo>
                  <a:close/>
                  <a:moveTo>
                    <a:pt x="649" y="222"/>
                  </a:moveTo>
                  <a:cubicBezTo>
                    <a:pt x="651" y="224"/>
                    <a:pt x="647" y="225"/>
                    <a:pt x="649" y="222"/>
                  </a:cubicBezTo>
                  <a:close/>
                  <a:moveTo>
                    <a:pt x="633" y="251"/>
                  </a:moveTo>
                  <a:cubicBezTo>
                    <a:pt x="632" y="252"/>
                    <a:pt x="633" y="249"/>
                    <a:pt x="633" y="251"/>
                  </a:cubicBezTo>
                  <a:close/>
                  <a:moveTo>
                    <a:pt x="639" y="244"/>
                  </a:moveTo>
                  <a:cubicBezTo>
                    <a:pt x="640" y="245"/>
                    <a:pt x="640" y="248"/>
                    <a:pt x="640" y="250"/>
                  </a:cubicBezTo>
                  <a:cubicBezTo>
                    <a:pt x="638" y="248"/>
                    <a:pt x="639" y="246"/>
                    <a:pt x="639" y="244"/>
                  </a:cubicBezTo>
                  <a:close/>
                  <a:moveTo>
                    <a:pt x="636" y="224"/>
                  </a:moveTo>
                  <a:cubicBezTo>
                    <a:pt x="639" y="227"/>
                    <a:pt x="634" y="229"/>
                    <a:pt x="633" y="230"/>
                  </a:cubicBezTo>
                  <a:cubicBezTo>
                    <a:pt x="631" y="228"/>
                    <a:pt x="634" y="221"/>
                    <a:pt x="636" y="224"/>
                  </a:cubicBezTo>
                  <a:close/>
                  <a:moveTo>
                    <a:pt x="584" y="184"/>
                  </a:moveTo>
                  <a:cubicBezTo>
                    <a:pt x="584" y="184"/>
                    <a:pt x="584" y="185"/>
                    <a:pt x="584" y="185"/>
                  </a:cubicBezTo>
                  <a:cubicBezTo>
                    <a:pt x="585" y="188"/>
                    <a:pt x="581" y="186"/>
                    <a:pt x="584" y="184"/>
                  </a:cubicBezTo>
                  <a:close/>
                  <a:moveTo>
                    <a:pt x="522" y="137"/>
                  </a:moveTo>
                  <a:cubicBezTo>
                    <a:pt x="522" y="138"/>
                    <a:pt x="520" y="138"/>
                    <a:pt x="520" y="138"/>
                  </a:cubicBezTo>
                  <a:cubicBezTo>
                    <a:pt x="520" y="137"/>
                    <a:pt x="521" y="137"/>
                    <a:pt x="522" y="137"/>
                  </a:cubicBezTo>
                  <a:close/>
                  <a:moveTo>
                    <a:pt x="518" y="129"/>
                  </a:moveTo>
                  <a:cubicBezTo>
                    <a:pt x="518" y="129"/>
                    <a:pt x="518" y="129"/>
                    <a:pt x="518" y="129"/>
                  </a:cubicBezTo>
                  <a:cubicBezTo>
                    <a:pt x="519" y="131"/>
                    <a:pt x="516" y="128"/>
                    <a:pt x="518" y="129"/>
                  </a:cubicBezTo>
                  <a:close/>
                  <a:moveTo>
                    <a:pt x="513" y="127"/>
                  </a:moveTo>
                  <a:cubicBezTo>
                    <a:pt x="513" y="128"/>
                    <a:pt x="511" y="128"/>
                    <a:pt x="511" y="127"/>
                  </a:cubicBezTo>
                  <a:cubicBezTo>
                    <a:pt x="511" y="127"/>
                    <a:pt x="513" y="126"/>
                    <a:pt x="513" y="127"/>
                  </a:cubicBezTo>
                  <a:close/>
                  <a:moveTo>
                    <a:pt x="509" y="137"/>
                  </a:moveTo>
                  <a:cubicBezTo>
                    <a:pt x="510" y="137"/>
                    <a:pt x="509" y="138"/>
                    <a:pt x="508" y="137"/>
                  </a:cubicBezTo>
                  <a:cubicBezTo>
                    <a:pt x="508" y="137"/>
                    <a:pt x="509" y="136"/>
                    <a:pt x="509" y="137"/>
                  </a:cubicBezTo>
                  <a:close/>
                  <a:moveTo>
                    <a:pt x="484" y="708"/>
                  </a:moveTo>
                  <a:cubicBezTo>
                    <a:pt x="483" y="705"/>
                    <a:pt x="489" y="705"/>
                    <a:pt x="490" y="705"/>
                  </a:cubicBezTo>
                  <a:cubicBezTo>
                    <a:pt x="490" y="705"/>
                    <a:pt x="485" y="709"/>
                    <a:pt x="484" y="708"/>
                  </a:cubicBezTo>
                  <a:close/>
                  <a:moveTo>
                    <a:pt x="486" y="289"/>
                  </a:moveTo>
                  <a:cubicBezTo>
                    <a:pt x="485" y="290"/>
                    <a:pt x="484" y="289"/>
                    <a:pt x="485" y="289"/>
                  </a:cubicBezTo>
                  <a:cubicBezTo>
                    <a:pt x="485" y="287"/>
                    <a:pt x="486" y="289"/>
                    <a:pt x="486" y="289"/>
                  </a:cubicBezTo>
                  <a:close/>
                  <a:moveTo>
                    <a:pt x="486" y="592"/>
                  </a:moveTo>
                  <a:cubicBezTo>
                    <a:pt x="486" y="590"/>
                    <a:pt x="488" y="591"/>
                    <a:pt x="486" y="592"/>
                  </a:cubicBezTo>
                  <a:close/>
                  <a:moveTo>
                    <a:pt x="484" y="157"/>
                  </a:moveTo>
                  <a:cubicBezTo>
                    <a:pt x="483" y="157"/>
                    <a:pt x="485" y="155"/>
                    <a:pt x="485" y="157"/>
                  </a:cubicBezTo>
                  <a:cubicBezTo>
                    <a:pt x="485" y="156"/>
                    <a:pt x="485" y="158"/>
                    <a:pt x="484" y="157"/>
                  </a:cubicBezTo>
                  <a:close/>
                  <a:moveTo>
                    <a:pt x="492" y="682"/>
                  </a:moveTo>
                  <a:cubicBezTo>
                    <a:pt x="489" y="683"/>
                    <a:pt x="487" y="685"/>
                    <a:pt x="485" y="685"/>
                  </a:cubicBezTo>
                  <a:cubicBezTo>
                    <a:pt x="482" y="685"/>
                    <a:pt x="487" y="682"/>
                    <a:pt x="487" y="682"/>
                  </a:cubicBezTo>
                  <a:cubicBezTo>
                    <a:pt x="489" y="682"/>
                    <a:pt x="490" y="682"/>
                    <a:pt x="492" y="682"/>
                  </a:cubicBezTo>
                  <a:cubicBezTo>
                    <a:pt x="492" y="682"/>
                    <a:pt x="493" y="682"/>
                    <a:pt x="494" y="682"/>
                  </a:cubicBezTo>
                  <a:cubicBezTo>
                    <a:pt x="493" y="682"/>
                    <a:pt x="492" y="682"/>
                    <a:pt x="492" y="682"/>
                  </a:cubicBezTo>
                  <a:close/>
                  <a:moveTo>
                    <a:pt x="488" y="242"/>
                  </a:moveTo>
                  <a:cubicBezTo>
                    <a:pt x="490" y="244"/>
                    <a:pt x="486" y="242"/>
                    <a:pt x="488" y="242"/>
                  </a:cubicBezTo>
                  <a:close/>
                  <a:moveTo>
                    <a:pt x="491" y="215"/>
                  </a:moveTo>
                  <a:cubicBezTo>
                    <a:pt x="491" y="215"/>
                    <a:pt x="493" y="214"/>
                    <a:pt x="492" y="215"/>
                  </a:cubicBezTo>
                  <a:cubicBezTo>
                    <a:pt x="492" y="216"/>
                    <a:pt x="491" y="215"/>
                    <a:pt x="491" y="215"/>
                  </a:cubicBezTo>
                  <a:close/>
                  <a:moveTo>
                    <a:pt x="492" y="262"/>
                  </a:moveTo>
                  <a:cubicBezTo>
                    <a:pt x="493" y="262"/>
                    <a:pt x="491" y="263"/>
                    <a:pt x="491" y="262"/>
                  </a:cubicBezTo>
                  <a:cubicBezTo>
                    <a:pt x="491" y="262"/>
                    <a:pt x="492" y="262"/>
                    <a:pt x="492" y="262"/>
                  </a:cubicBezTo>
                  <a:close/>
                  <a:moveTo>
                    <a:pt x="494" y="708"/>
                  </a:moveTo>
                  <a:cubicBezTo>
                    <a:pt x="494" y="708"/>
                    <a:pt x="494" y="708"/>
                    <a:pt x="495" y="709"/>
                  </a:cubicBezTo>
                  <a:cubicBezTo>
                    <a:pt x="495" y="709"/>
                    <a:pt x="495" y="709"/>
                    <a:pt x="494" y="708"/>
                  </a:cubicBezTo>
                  <a:close/>
                  <a:moveTo>
                    <a:pt x="492" y="616"/>
                  </a:moveTo>
                  <a:cubicBezTo>
                    <a:pt x="492" y="614"/>
                    <a:pt x="495" y="615"/>
                    <a:pt x="495" y="616"/>
                  </a:cubicBezTo>
                  <a:cubicBezTo>
                    <a:pt x="495" y="617"/>
                    <a:pt x="492" y="618"/>
                    <a:pt x="492" y="616"/>
                  </a:cubicBezTo>
                  <a:close/>
                  <a:moveTo>
                    <a:pt x="493" y="299"/>
                  </a:moveTo>
                  <a:cubicBezTo>
                    <a:pt x="493" y="299"/>
                    <a:pt x="494" y="298"/>
                    <a:pt x="494" y="298"/>
                  </a:cubicBezTo>
                  <a:cubicBezTo>
                    <a:pt x="494" y="298"/>
                    <a:pt x="493" y="300"/>
                    <a:pt x="493" y="299"/>
                  </a:cubicBezTo>
                  <a:close/>
                  <a:moveTo>
                    <a:pt x="498" y="330"/>
                  </a:moveTo>
                  <a:cubicBezTo>
                    <a:pt x="498" y="330"/>
                    <a:pt x="498" y="330"/>
                    <a:pt x="498" y="330"/>
                  </a:cubicBezTo>
                  <a:cubicBezTo>
                    <a:pt x="498" y="330"/>
                    <a:pt x="498" y="330"/>
                    <a:pt x="498" y="330"/>
                  </a:cubicBezTo>
                  <a:close/>
                  <a:moveTo>
                    <a:pt x="493" y="278"/>
                  </a:moveTo>
                  <a:cubicBezTo>
                    <a:pt x="494" y="274"/>
                    <a:pt x="496" y="270"/>
                    <a:pt x="498" y="267"/>
                  </a:cubicBezTo>
                  <a:cubicBezTo>
                    <a:pt x="498" y="269"/>
                    <a:pt x="495" y="276"/>
                    <a:pt x="493" y="278"/>
                  </a:cubicBezTo>
                  <a:close/>
                  <a:moveTo>
                    <a:pt x="493" y="238"/>
                  </a:moveTo>
                  <a:cubicBezTo>
                    <a:pt x="493" y="237"/>
                    <a:pt x="494" y="237"/>
                    <a:pt x="494" y="238"/>
                  </a:cubicBezTo>
                  <a:cubicBezTo>
                    <a:pt x="494" y="239"/>
                    <a:pt x="493" y="238"/>
                    <a:pt x="493" y="238"/>
                  </a:cubicBezTo>
                  <a:close/>
                  <a:moveTo>
                    <a:pt x="496" y="258"/>
                  </a:moveTo>
                  <a:cubicBezTo>
                    <a:pt x="499" y="254"/>
                    <a:pt x="498" y="251"/>
                    <a:pt x="501" y="248"/>
                  </a:cubicBezTo>
                  <a:cubicBezTo>
                    <a:pt x="500" y="251"/>
                    <a:pt x="499" y="257"/>
                    <a:pt x="496" y="258"/>
                  </a:cubicBezTo>
                  <a:close/>
                  <a:moveTo>
                    <a:pt x="500" y="217"/>
                  </a:moveTo>
                  <a:cubicBezTo>
                    <a:pt x="501" y="216"/>
                    <a:pt x="502" y="217"/>
                    <a:pt x="500" y="217"/>
                  </a:cubicBezTo>
                  <a:close/>
                  <a:moveTo>
                    <a:pt x="506" y="320"/>
                  </a:moveTo>
                  <a:cubicBezTo>
                    <a:pt x="506" y="322"/>
                    <a:pt x="507" y="319"/>
                    <a:pt x="506" y="320"/>
                  </a:cubicBezTo>
                  <a:close/>
                  <a:moveTo>
                    <a:pt x="511" y="216"/>
                  </a:moveTo>
                  <a:cubicBezTo>
                    <a:pt x="510" y="216"/>
                    <a:pt x="510" y="214"/>
                    <a:pt x="511" y="215"/>
                  </a:cubicBezTo>
                  <a:cubicBezTo>
                    <a:pt x="511" y="215"/>
                    <a:pt x="511" y="216"/>
                    <a:pt x="511" y="216"/>
                  </a:cubicBezTo>
                  <a:close/>
                  <a:moveTo>
                    <a:pt x="511" y="278"/>
                  </a:moveTo>
                  <a:cubicBezTo>
                    <a:pt x="512" y="275"/>
                    <a:pt x="514" y="275"/>
                    <a:pt x="511" y="278"/>
                  </a:cubicBezTo>
                  <a:close/>
                  <a:moveTo>
                    <a:pt x="511" y="668"/>
                  </a:moveTo>
                  <a:cubicBezTo>
                    <a:pt x="510" y="668"/>
                    <a:pt x="509" y="668"/>
                    <a:pt x="509" y="667"/>
                  </a:cubicBezTo>
                  <a:cubicBezTo>
                    <a:pt x="509" y="666"/>
                    <a:pt x="511" y="667"/>
                    <a:pt x="511" y="668"/>
                  </a:cubicBezTo>
                  <a:close/>
                  <a:moveTo>
                    <a:pt x="509" y="255"/>
                  </a:moveTo>
                  <a:cubicBezTo>
                    <a:pt x="509" y="255"/>
                    <a:pt x="509" y="254"/>
                    <a:pt x="509" y="254"/>
                  </a:cubicBezTo>
                  <a:cubicBezTo>
                    <a:pt x="511" y="255"/>
                    <a:pt x="508" y="256"/>
                    <a:pt x="509" y="255"/>
                  </a:cubicBezTo>
                  <a:close/>
                  <a:moveTo>
                    <a:pt x="507" y="244"/>
                  </a:moveTo>
                  <a:cubicBezTo>
                    <a:pt x="507" y="244"/>
                    <a:pt x="509" y="242"/>
                    <a:pt x="509" y="243"/>
                  </a:cubicBezTo>
                  <a:cubicBezTo>
                    <a:pt x="510" y="244"/>
                    <a:pt x="508" y="245"/>
                    <a:pt x="507" y="244"/>
                  </a:cubicBezTo>
                  <a:close/>
                  <a:moveTo>
                    <a:pt x="508" y="683"/>
                  </a:moveTo>
                  <a:cubicBezTo>
                    <a:pt x="508" y="682"/>
                    <a:pt x="512" y="682"/>
                    <a:pt x="512" y="683"/>
                  </a:cubicBezTo>
                  <a:cubicBezTo>
                    <a:pt x="511" y="685"/>
                    <a:pt x="509" y="684"/>
                    <a:pt x="508" y="683"/>
                  </a:cubicBezTo>
                  <a:close/>
                  <a:moveTo>
                    <a:pt x="508" y="677"/>
                  </a:moveTo>
                  <a:cubicBezTo>
                    <a:pt x="509" y="673"/>
                    <a:pt x="516" y="676"/>
                    <a:pt x="516" y="678"/>
                  </a:cubicBezTo>
                  <a:cubicBezTo>
                    <a:pt x="516" y="681"/>
                    <a:pt x="508" y="681"/>
                    <a:pt x="508" y="677"/>
                  </a:cubicBezTo>
                  <a:close/>
                  <a:moveTo>
                    <a:pt x="512" y="416"/>
                  </a:moveTo>
                  <a:cubicBezTo>
                    <a:pt x="513" y="414"/>
                    <a:pt x="515" y="411"/>
                    <a:pt x="518" y="409"/>
                  </a:cubicBezTo>
                  <a:cubicBezTo>
                    <a:pt x="516" y="412"/>
                    <a:pt x="514" y="415"/>
                    <a:pt x="512" y="416"/>
                  </a:cubicBezTo>
                  <a:close/>
                  <a:moveTo>
                    <a:pt x="513" y="311"/>
                  </a:moveTo>
                  <a:cubicBezTo>
                    <a:pt x="515" y="312"/>
                    <a:pt x="512" y="312"/>
                    <a:pt x="513" y="311"/>
                  </a:cubicBezTo>
                  <a:close/>
                  <a:moveTo>
                    <a:pt x="514" y="217"/>
                  </a:moveTo>
                  <a:cubicBezTo>
                    <a:pt x="515" y="218"/>
                    <a:pt x="514" y="219"/>
                    <a:pt x="513" y="219"/>
                  </a:cubicBezTo>
                  <a:cubicBezTo>
                    <a:pt x="513" y="219"/>
                    <a:pt x="514" y="218"/>
                    <a:pt x="514" y="217"/>
                  </a:cubicBezTo>
                  <a:close/>
                  <a:moveTo>
                    <a:pt x="515" y="326"/>
                  </a:moveTo>
                  <a:cubicBezTo>
                    <a:pt x="516" y="324"/>
                    <a:pt x="516" y="328"/>
                    <a:pt x="515" y="327"/>
                  </a:cubicBezTo>
                  <a:cubicBezTo>
                    <a:pt x="514" y="327"/>
                    <a:pt x="515" y="326"/>
                    <a:pt x="515" y="326"/>
                  </a:cubicBezTo>
                  <a:close/>
                  <a:moveTo>
                    <a:pt x="518" y="234"/>
                  </a:moveTo>
                  <a:cubicBezTo>
                    <a:pt x="520" y="232"/>
                    <a:pt x="516" y="235"/>
                    <a:pt x="518" y="234"/>
                  </a:cubicBezTo>
                  <a:close/>
                  <a:moveTo>
                    <a:pt x="518" y="278"/>
                  </a:moveTo>
                  <a:cubicBezTo>
                    <a:pt x="518" y="277"/>
                    <a:pt x="519" y="277"/>
                    <a:pt x="519" y="278"/>
                  </a:cubicBezTo>
                  <a:cubicBezTo>
                    <a:pt x="519" y="278"/>
                    <a:pt x="518" y="278"/>
                    <a:pt x="518" y="278"/>
                  </a:cubicBezTo>
                  <a:close/>
                  <a:moveTo>
                    <a:pt x="519" y="387"/>
                  </a:moveTo>
                  <a:cubicBezTo>
                    <a:pt x="517" y="386"/>
                    <a:pt x="519" y="383"/>
                    <a:pt x="520" y="383"/>
                  </a:cubicBezTo>
                  <a:cubicBezTo>
                    <a:pt x="524" y="381"/>
                    <a:pt x="521" y="388"/>
                    <a:pt x="519" y="387"/>
                  </a:cubicBezTo>
                  <a:close/>
                  <a:moveTo>
                    <a:pt x="520" y="232"/>
                  </a:moveTo>
                  <a:cubicBezTo>
                    <a:pt x="522" y="230"/>
                    <a:pt x="519" y="233"/>
                    <a:pt x="520" y="232"/>
                  </a:cubicBezTo>
                  <a:close/>
                  <a:moveTo>
                    <a:pt x="523" y="431"/>
                  </a:moveTo>
                  <a:cubicBezTo>
                    <a:pt x="522" y="432"/>
                    <a:pt x="524" y="429"/>
                    <a:pt x="523" y="431"/>
                  </a:cubicBezTo>
                  <a:close/>
                  <a:moveTo>
                    <a:pt x="523" y="374"/>
                  </a:moveTo>
                  <a:cubicBezTo>
                    <a:pt x="522" y="374"/>
                    <a:pt x="524" y="373"/>
                    <a:pt x="523" y="374"/>
                  </a:cubicBezTo>
                  <a:close/>
                  <a:moveTo>
                    <a:pt x="523" y="295"/>
                  </a:moveTo>
                  <a:cubicBezTo>
                    <a:pt x="523" y="295"/>
                    <a:pt x="523" y="294"/>
                    <a:pt x="523" y="294"/>
                  </a:cubicBezTo>
                  <a:cubicBezTo>
                    <a:pt x="523" y="294"/>
                    <a:pt x="523" y="294"/>
                    <a:pt x="523" y="294"/>
                  </a:cubicBezTo>
                  <a:cubicBezTo>
                    <a:pt x="523" y="295"/>
                    <a:pt x="523" y="295"/>
                    <a:pt x="523" y="295"/>
                  </a:cubicBezTo>
                  <a:close/>
                  <a:moveTo>
                    <a:pt x="524" y="296"/>
                  </a:moveTo>
                  <a:cubicBezTo>
                    <a:pt x="525" y="296"/>
                    <a:pt x="525" y="296"/>
                    <a:pt x="525" y="296"/>
                  </a:cubicBezTo>
                  <a:cubicBezTo>
                    <a:pt x="526" y="298"/>
                    <a:pt x="523" y="296"/>
                    <a:pt x="524" y="296"/>
                  </a:cubicBezTo>
                  <a:close/>
                  <a:moveTo>
                    <a:pt x="525" y="266"/>
                  </a:moveTo>
                  <a:cubicBezTo>
                    <a:pt x="525" y="264"/>
                    <a:pt x="531" y="263"/>
                    <a:pt x="530" y="267"/>
                  </a:cubicBezTo>
                  <a:cubicBezTo>
                    <a:pt x="529" y="269"/>
                    <a:pt x="525" y="268"/>
                    <a:pt x="525" y="266"/>
                  </a:cubicBezTo>
                  <a:close/>
                  <a:moveTo>
                    <a:pt x="527" y="276"/>
                  </a:moveTo>
                  <a:cubicBezTo>
                    <a:pt x="527" y="275"/>
                    <a:pt x="527" y="275"/>
                    <a:pt x="528" y="275"/>
                  </a:cubicBezTo>
                  <a:cubicBezTo>
                    <a:pt x="529" y="275"/>
                    <a:pt x="526" y="277"/>
                    <a:pt x="527" y="276"/>
                  </a:cubicBezTo>
                  <a:close/>
                  <a:moveTo>
                    <a:pt x="527" y="671"/>
                  </a:move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lose/>
                  <a:moveTo>
                    <a:pt x="527" y="391"/>
                  </a:moveTo>
                  <a:cubicBezTo>
                    <a:pt x="527" y="390"/>
                    <a:pt x="528" y="389"/>
                    <a:pt x="528" y="388"/>
                  </a:cubicBezTo>
                  <a:cubicBezTo>
                    <a:pt x="529" y="389"/>
                    <a:pt x="527" y="390"/>
                    <a:pt x="527" y="391"/>
                  </a:cubicBezTo>
                  <a:close/>
                  <a:moveTo>
                    <a:pt x="530" y="630"/>
                  </a:moveTo>
                  <a:cubicBezTo>
                    <a:pt x="531" y="629"/>
                    <a:pt x="534" y="629"/>
                    <a:pt x="536" y="628"/>
                  </a:cubicBezTo>
                  <a:cubicBezTo>
                    <a:pt x="535" y="630"/>
                    <a:pt x="532" y="630"/>
                    <a:pt x="530" y="630"/>
                  </a:cubicBezTo>
                  <a:close/>
                  <a:moveTo>
                    <a:pt x="531" y="370"/>
                  </a:moveTo>
                  <a:cubicBezTo>
                    <a:pt x="531" y="372"/>
                    <a:pt x="529" y="371"/>
                    <a:pt x="531" y="370"/>
                  </a:cubicBezTo>
                  <a:close/>
                  <a:moveTo>
                    <a:pt x="531" y="366"/>
                  </a:moveTo>
                  <a:cubicBezTo>
                    <a:pt x="531" y="366"/>
                    <a:pt x="531" y="366"/>
                    <a:pt x="531" y="366"/>
                  </a:cubicBezTo>
                  <a:cubicBezTo>
                    <a:pt x="533" y="366"/>
                    <a:pt x="530" y="368"/>
                    <a:pt x="531" y="366"/>
                  </a:cubicBezTo>
                  <a:close/>
                  <a:moveTo>
                    <a:pt x="534" y="304"/>
                  </a:moveTo>
                  <a:cubicBezTo>
                    <a:pt x="534" y="305"/>
                    <a:pt x="532" y="305"/>
                    <a:pt x="532" y="305"/>
                  </a:cubicBezTo>
                  <a:cubicBezTo>
                    <a:pt x="532" y="304"/>
                    <a:pt x="533" y="303"/>
                    <a:pt x="534" y="304"/>
                  </a:cubicBezTo>
                  <a:close/>
                  <a:moveTo>
                    <a:pt x="532" y="287"/>
                  </a:moveTo>
                  <a:cubicBezTo>
                    <a:pt x="532" y="287"/>
                    <a:pt x="533" y="287"/>
                    <a:pt x="533" y="287"/>
                  </a:cubicBezTo>
                  <a:cubicBezTo>
                    <a:pt x="534" y="287"/>
                    <a:pt x="532" y="288"/>
                    <a:pt x="532" y="287"/>
                  </a:cubicBezTo>
                  <a:close/>
                  <a:moveTo>
                    <a:pt x="540" y="437"/>
                  </a:moveTo>
                  <a:cubicBezTo>
                    <a:pt x="539" y="439"/>
                    <a:pt x="538" y="442"/>
                    <a:pt x="536" y="443"/>
                  </a:cubicBezTo>
                  <a:cubicBezTo>
                    <a:pt x="536" y="442"/>
                    <a:pt x="538" y="439"/>
                    <a:pt x="540" y="437"/>
                  </a:cubicBezTo>
                  <a:close/>
                  <a:moveTo>
                    <a:pt x="538" y="243"/>
                  </a:moveTo>
                  <a:cubicBezTo>
                    <a:pt x="538" y="243"/>
                    <a:pt x="537" y="243"/>
                    <a:pt x="537" y="243"/>
                  </a:cubicBezTo>
                  <a:cubicBezTo>
                    <a:pt x="537" y="243"/>
                    <a:pt x="538" y="243"/>
                    <a:pt x="538" y="243"/>
                  </a:cubicBezTo>
                  <a:cubicBezTo>
                    <a:pt x="538" y="243"/>
                    <a:pt x="538" y="243"/>
                    <a:pt x="538" y="243"/>
                  </a:cubicBezTo>
                  <a:close/>
                  <a:moveTo>
                    <a:pt x="538" y="341"/>
                  </a:moveTo>
                  <a:cubicBezTo>
                    <a:pt x="539" y="339"/>
                    <a:pt x="537" y="342"/>
                    <a:pt x="538" y="341"/>
                  </a:cubicBezTo>
                  <a:close/>
                  <a:moveTo>
                    <a:pt x="538" y="243"/>
                  </a:moveTo>
                  <a:cubicBezTo>
                    <a:pt x="539" y="242"/>
                    <a:pt x="539" y="243"/>
                    <a:pt x="538" y="243"/>
                  </a:cubicBezTo>
                  <a:close/>
                  <a:moveTo>
                    <a:pt x="538" y="651"/>
                  </a:moveTo>
                  <a:cubicBezTo>
                    <a:pt x="537" y="653"/>
                    <a:pt x="537" y="650"/>
                    <a:pt x="538" y="651"/>
                  </a:cubicBezTo>
                  <a:close/>
                  <a:moveTo>
                    <a:pt x="538" y="627"/>
                  </a:moveTo>
                  <a:cubicBezTo>
                    <a:pt x="541" y="625"/>
                    <a:pt x="541" y="628"/>
                    <a:pt x="538" y="627"/>
                  </a:cubicBezTo>
                  <a:close/>
                  <a:moveTo>
                    <a:pt x="540" y="436"/>
                  </a:move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5"/>
                    <a:pt x="540" y="435"/>
                  </a:cubicBezTo>
                  <a:cubicBezTo>
                    <a:pt x="540" y="435"/>
                    <a:pt x="540" y="435"/>
                    <a:pt x="540" y="436"/>
                  </a:cubicBezTo>
                  <a:close/>
                  <a:moveTo>
                    <a:pt x="541" y="360"/>
                  </a:moveTo>
                  <a:cubicBezTo>
                    <a:pt x="541" y="359"/>
                    <a:pt x="541" y="358"/>
                    <a:pt x="542" y="359"/>
                  </a:cubicBezTo>
                  <a:cubicBezTo>
                    <a:pt x="544" y="359"/>
                    <a:pt x="539" y="361"/>
                    <a:pt x="541" y="360"/>
                  </a:cubicBezTo>
                  <a:close/>
                  <a:moveTo>
                    <a:pt x="542" y="374"/>
                  </a:moveTo>
                  <a:cubicBezTo>
                    <a:pt x="542" y="375"/>
                    <a:pt x="542" y="376"/>
                    <a:pt x="540" y="376"/>
                  </a:cubicBezTo>
                  <a:cubicBezTo>
                    <a:pt x="541" y="375"/>
                    <a:pt x="541" y="375"/>
                    <a:pt x="542" y="374"/>
                  </a:cubicBezTo>
                  <a:close/>
                  <a:moveTo>
                    <a:pt x="541" y="481"/>
                  </a:moveTo>
                  <a:cubicBezTo>
                    <a:pt x="541" y="481"/>
                    <a:pt x="542" y="479"/>
                    <a:pt x="542" y="478"/>
                  </a:cubicBezTo>
                  <a:cubicBezTo>
                    <a:pt x="543" y="480"/>
                    <a:pt x="541" y="480"/>
                    <a:pt x="541" y="481"/>
                  </a:cubicBezTo>
                  <a:close/>
                  <a:moveTo>
                    <a:pt x="545" y="428"/>
                  </a:moveTo>
                  <a:cubicBezTo>
                    <a:pt x="545" y="429"/>
                    <a:pt x="543" y="432"/>
                    <a:pt x="541" y="434"/>
                  </a:cubicBezTo>
                  <a:cubicBezTo>
                    <a:pt x="542" y="431"/>
                    <a:pt x="547" y="424"/>
                    <a:pt x="545" y="428"/>
                  </a:cubicBezTo>
                  <a:close/>
                  <a:moveTo>
                    <a:pt x="543" y="373"/>
                  </a:moveTo>
                  <a:cubicBezTo>
                    <a:pt x="544" y="374"/>
                    <a:pt x="542" y="374"/>
                    <a:pt x="543" y="373"/>
                  </a:cubicBezTo>
                  <a:close/>
                  <a:moveTo>
                    <a:pt x="554" y="422"/>
                  </a:moveTo>
                  <a:cubicBezTo>
                    <a:pt x="555" y="421"/>
                    <a:pt x="555" y="420"/>
                    <a:pt x="555" y="420"/>
                  </a:cubicBezTo>
                  <a:cubicBezTo>
                    <a:pt x="555" y="421"/>
                    <a:pt x="555" y="421"/>
                    <a:pt x="554" y="422"/>
                  </a:cubicBezTo>
                  <a:close/>
                  <a:moveTo>
                    <a:pt x="556" y="397"/>
                  </a:moveTo>
                  <a:cubicBezTo>
                    <a:pt x="556" y="396"/>
                    <a:pt x="557" y="395"/>
                    <a:pt x="558" y="394"/>
                  </a:cubicBezTo>
                  <a:cubicBezTo>
                    <a:pt x="558" y="395"/>
                    <a:pt x="557" y="397"/>
                    <a:pt x="556" y="397"/>
                  </a:cubicBezTo>
                  <a:close/>
                  <a:moveTo>
                    <a:pt x="559" y="393"/>
                  </a:moveTo>
                  <a:cubicBezTo>
                    <a:pt x="558" y="392"/>
                    <a:pt x="560" y="391"/>
                    <a:pt x="559" y="393"/>
                  </a:cubicBezTo>
                  <a:close/>
                  <a:moveTo>
                    <a:pt x="556" y="329"/>
                  </a:moveTo>
                  <a:cubicBezTo>
                    <a:pt x="557" y="327"/>
                    <a:pt x="559" y="327"/>
                    <a:pt x="561" y="325"/>
                  </a:cubicBezTo>
                  <a:cubicBezTo>
                    <a:pt x="564" y="321"/>
                    <a:pt x="566" y="316"/>
                    <a:pt x="570" y="314"/>
                  </a:cubicBezTo>
                  <a:cubicBezTo>
                    <a:pt x="570" y="318"/>
                    <a:pt x="564" y="320"/>
                    <a:pt x="563" y="323"/>
                  </a:cubicBezTo>
                  <a:cubicBezTo>
                    <a:pt x="562" y="325"/>
                    <a:pt x="558" y="330"/>
                    <a:pt x="556" y="332"/>
                  </a:cubicBezTo>
                  <a:cubicBezTo>
                    <a:pt x="556" y="332"/>
                    <a:pt x="556" y="334"/>
                    <a:pt x="554" y="333"/>
                  </a:cubicBezTo>
                  <a:cubicBezTo>
                    <a:pt x="553" y="332"/>
                    <a:pt x="556" y="329"/>
                    <a:pt x="556" y="329"/>
                  </a:cubicBezTo>
                  <a:close/>
                  <a:moveTo>
                    <a:pt x="553" y="269"/>
                  </a:moveTo>
                  <a:cubicBezTo>
                    <a:pt x="552" y="268"/>
                    <a:pt x="553" y="267"/>
                    <a:pt x="554" y="267"/>
                  </a:cubicBezTo>
                  <a:cubicBezTo>
                    <a:pt x="556" y="265"/>
                    <a:pt x="555" y="270"/>
                    <a:pt x="553" y="269"/>
                  </a:cubicBezTo>
                  <a:close/>
                  <a:moveTo>
                    <a:pt x="559" y="305"/>
                  </a:moveTo>
                  <a:cubicBezTo>
                    <a:pt x="559" y="306"/>
                    <a:pt x="560" y="304"/>
                    <a:pt x="559" y="305"/>
                  </a:cubicBezTo>
                  <a:close/>
                  <a:moveTo>
                    <a:pt x="557" y="240"/>
                  </a:moveTo>
                  <a:cubicBezTo>
                    <a:pt x="557" y="239"/>
                    <a:pt x="559" y="238"/>
                    <a:pt x="560" y="239"/>
                  </a:cubicBezTo>
                  <a:cubicBezTo>
                    <a:pt x="560" y="241"/>
                    <a:pt x="558" y="240"/>
                    <a:pt x="557" y="240"/>
                  </a:cubicBezTo>
                  <a:close/>
                  <a:moveTo>
                    <a:pt x="562" y="297"/>
                  </a:moveTo>
                  <a:cubicBezTo>
                    <a:pt x="562" y="297"/>
                    <a:pt x="562" y="297"/>
                    <a:pt x="562" y="297"/>
                  </a:cubicBezTo>
                  <a:cubicBezTo>
                    <a:pt x="563" y="294"/>
                    <a:pt x="562" y="300"/>
                    <a:pt x="562" y="297"/>
                  </a:cubicBezTo>
                  <a:close/>
                  <a:moveTo>
                    <a:pt x="566" y="259"/>
                  </a:moveTo>
                  <a:cubicBezTo>
                    <a:pt x="566" y="259"/>
                    <a:pt x="565" y="260"/>
                    <a:pt x="564" y="260"/>
                  </a:cubicBezTo>
                  <a:cubicBezTo>
                    <a:pt x="564" y="259"/>
                    <a:pt x="565" y="259"/>
                    <a:pt x="566" y="259"/>
                  </a:cubicBezTo>
                  <a:close/>
                  <a:moveTo>
                    <a:pt x="565" y="234"/>
                  </a:moveTo>
                  <a:cubicBezTo>
                    <a:pt x="565" y="234"/>
                    <a:pt x="565" y="235"/>
                    <a:pt x="565" y="235"/>
                  </a:cubicBezTo>
                  <a:cubicBezTo>
                    <a:pt x="564" y="235"/>
                    <a:pt x="565" y="234"/>
                    <a:pt x="565" y="234"/>
                  </a:cubicBezTo>
                  <a:close/>
                  <a:moveTo>
                    <a:pt x="567" y="309"/>
                  </a:moveTo>
                  <a:cubicBezTo>
                    <a:pt x="567" y="309"/>
                    <a:pt x="567" y="308"/>
                    <a:pt x="567" y="308"/>
                  </a:cubicBezTo>
                  <a:cubicBezTo>
                    <a:pt x="568" y="306"/>
                    <a:pt x="567" y="311"/>
                    <a:pt x="567" y="309"/>
                  </a:cubicBezTo>
                  <a:close/>
                  <a:moveTo>
                    <a:pt x="567" y="294"/>
                  </a:moveTo>
                  <a:cubicBezTo>
                    <a:pt x="568" y="293"/>
                    <a:pt x="567" y="295"/>
                    <a:pt x="567" y="294"/>
                  </a:cubicBezTo>
                  <a:close/>
                  <a:moveTo>
                    <a:pt x="569" y="229"/>
                  </a:moveTo>
                  <a:cubicBezTo>
                    <a:pt x="568" y="228"/>
                    <a:pt x="573" y="224"/>
                    <a:pt x="573" y="224"/>
                  </a:cubicBezTo>
                  <a:cubicBezTo>
                    <a:pt x="578" y="222"/>
                    <a:pt x="570" y="230"/>
                    <a:pt x="569" y="229"/>
                  </a:cubicBezTo>
                  <a:close/>
                  <a:moveTo>
                    <a:pt x="572" y="359"/>
                  </a:moveTo>
                  <a:cubicBezTo>
                    <a:pt x="572" y="359"/>
                    <a:pt x="571" y="359"/>
                    <a:pt x="571" y="360"/>
                  </a:cubicBezTo>
                  <a:cubicBezTo>
                    <a:pt x="571" y="360"/>
                    <a:pt x="571" y="360"/>
                    <a:pt x="571" y="360"/>
                  </a:cubicBezTo>
                  <a:cubicBezTo>
                    <a:pt x="571" y="360"/>
                    <a:pt x="572" y="359"/>
                    <a:pt x="572" y="359"/>
                  </a:cubicBezTo>
                  <a:close/>
                  <a:moveTo>
                    <a:pt x="569" y="301"/>
                  </a:moveTo>
                  <a:cubicBezTo>
                    <a:pt x="569" y="302"/>
                    <a:pt x="570" y="299"/>
                    <a:pt x="569" y="301"/>
                  </a:cubicBezTo>
                  <a:close/>
                  <a:moveTo>
                    <a:pt x="570" y="335"/>
                  </a:moveTo>
                  <a:cubicBezTo>
                    <a:pt x="569" y="336"/>
                    <a:pt x="568" y="337"/>
                    <a:pt x="567" y="339"/>
                  </a:cubicBezTo>
                  <a:cubicBezTo>
                    <a:pt x="567" y="337"/>
                    <a:pt x="568" y="336"/>
                    <a:pt x="570" y="335"/>
                  </a:cubicBezTo>
                  <a:close/>
                  <a:moveTo>
                    <a:pt x="560" y="391"/>
                  </a:moveTo>
                  <a:cubicBezTo>
                    <a:pt x="560" y="390"/>
                    <a:pt x="560" y="390"/>
                    <a:pt x="561" y="389"/>
                  </a:cubicBezTo>
                  <a:cubicBezTo>
                    <a:pt x="561" y="390"/>
                    <a:pt x="561" y="391"/>
                    <a:pt x="560" y="391"/>
                  </a:cubicBezTo>
                  <a:close/>
                  <a:moveTo>
                    <a:pt x="559" y="346"/>
                  </a:moveTo>
                  <a:cubicBezTo>
                    <a:pt x="560" y="344"/>
                    <a:pt x="562" y="343"/>
                    <a:pt x="564" y="341"/>
                  </a:cubicBezTo>
                  <a:cubicBezTo>
                    <a:pt x="563" y="343"/>
                    <a:pt x="561" y="345"/>
                    <a:pt x="559" y="346"/>
                  </a:cubicBezTo>
                  <a:close/>
                  <a:moveTo>
                    <a:pt x="565" y="358"/>
                  </a:moveTo>
                  <a:cubicBezTo>
                    <a:pt x="565" y="359"/>
                    <a:pt x="564" y="360"/>
                    <a:pt x="563" y="360"/>
                  </a:cubicBezTo>
                  <a:cubicBezTo>
                    <a:pt x="564" y="360"/>
                    <a:pt x="565" y="359"/>
                    <a:pt x="565" y="358"/>
                  </a:cubicBezTo>
                  <a:close/>
                  <a:moveTo>
                    <a:pt x="564" y="552"/>
                  </a:moveTo>
                  <a:cubicBezTo>
                    <a:pt x="563" y="551"/>
                    <a:pt x="565" y="550"/>
                    <a:pt x="565" y="549"/>
                  </a:cubicBezTo>
                  <a:cubicBezTo>
                    <a:pt x="565" y="550"/>
                    <a:pt x="565" y="551"/>
                    <a:pt x="564" y="552"/>
                  </a:cubicBezTo>
                  <a:close/>
                  <a:moveTo>
                    <a:pt x="566" y="450"/>
                  </a:moveTo>
                  <a:cubicBezTo>
                    <a:pt x="568" y="448"/>
                    <a:pt x="567" y="453"/>
                    <a:pt x="566" y="453"/>
                  </a:cubicBezTo>
                  <a:cubicBezTo>
                    <a:pt x="565" y="452"/>
                    <a:pt x="566" y="450"/>
                    <a:pt x="566" y="450"/>
                  </a:cubicBezTo>
                  <a:close/>
                  <a:moveTo>
                    <a:pt x="566" y="570"/>
                  </a:moveTo>
                  <a:cubicBezTo>
                    <a:pt x="566" y="570"/>
                    <a:pt x="567" y="570"/>
                    <a:pt x="567" y="570"/>
                  </a:cubicBezTo>
                  <a:cubicBezTo>
                    <a:pt x="568" y="570"/>
                    <a:pt x="566" y="571"/>
                    <a:pt x="566" y="570"/>
                  </a:cubicBezTo>
                  <a:close/>
                  <a:moveTo>
                    <a:pt x="569" y="442"/>
                  </a:moveTo>
                  <a:cubicBezTo>
                    <a:pt x="570" y="441"/>
                    <a:pt x="567" y="444"/>
                    <a:pt x="569" y="442"/>
                  </a:cubicBezTo>
                  <a:close/>
                  <a:moveTo>
                    <a:pt x="567" y="349"/>
                  </a:moveTo>
                  <a:cubicBezTo>
                    <a:pt x="567" y="349"/>
                    <a:pt x="567" y="347"/>
                    <a:pt x="568" y="347"/>
                  </a:cubicBezTo>
                  <a:cubicBezTo>
                    <a:pt x="570" y="344"/>
                    <a:pt x="569" y="350"/>
                    <a:pt x="567" y="349"/>
                  </a:cubicBezTo>
                  <a:close/>
                  <a:moveTo>
                    <a:pt x="571" y="537"/>
                  </a:moveTo>
                  <a:cubicBezTo>
                    <a:pt x="572" y="538"/>
                    <a:pt x="570" y="540"/>
                    <a:pt x="569" y="542"/>
                  </a:cubicBezTo>
                  <a:cubicBezTo>
                    <a:pt x="569" y="541"/>
                    <a:pt x="571" y="539"/>
                    <a:pt x="571" y="537"/>
                  </a:cubicBezTo>
                  <a:close/>
                  <a:moveTo>
                    <a:pt x="570" y="574"/>
                  </a:moveTo>
                  <a:cubicBezTo>
                    <a:pt x="569" y="574"/>
                    <a:pt x="570" y="571"/>
                    <a:pt x="570" y="571"/>
                  </a:cubicBezTo>
                  <a:cubicBezTo>
                    <a:pt x="573" y="569"/>
                    <a:pt x="572" y="575"/>
                    <a:pt x="570" y="574"/>
                  </a:cubicBezTo>
                  <a:close/>
                  <a:moveTo>
                    <a:pt x="572" y="501"/>
                  </a:moveTo>
                  <a:cubicBezTo>
                    <a:pt x="573" y="500"/>
                    <a:pt x="571" y="503"/>
                    <a:pt x="572" y="501"/>
                  </a:cubicBezTo>
                  <a:close/>
                  <a:moveTo>
                    <a:pt x="572" y="232"/>
                  </a:moveTo>
                  <a:cubicBezTo>
                    <a:pt x="572" y="231"/>
                    <a:pt x="574" y="230"/>
                    <a:pt x="574" y="231"/>
                  </a:cubicBezTo>
                  <a:cubicBezTo>
                    <a:pt x="575" y="232"/>
                    <a:pt x="573" y="233"/>
                    <a:pt x="572" y="232"/>
                  </a:cubicBezTo>
                  <a:close/>
                  <a:moveTo>
                    <a:pt x="574" y="385"/>
                  </a:moveTo>
                  <a:cubicBezTo>
                    <a:pt x="574" y="385"/>
                    <a:pt x="573" y="385"/>
                    <a:pt x="573" y="384"/>
                  </a:cubicBezTo>
                  <a:cubicBezTo>
                    <a:pt x="573" y="383"/>
                    <a:pt x="575" y="385"/>
                    <a:pt x="574" y="385"/>
                  </a:cubicBezTo>
                  <a:close/>
                  <a:moveTo>
                    <a:pt x="574" y="252"/>
                  </a:moveTo>
                  <a:cubicBezTo>
                    <a:pt x="573" y="251"/>
                    <a:pt x="574" y="250"/>
                    <a:pt x="574" y="250"/>
                  </a:cubicBezTo>
                  <a:cubicBezTo>
                    <a:pt x="576" y="249"/>
                    <a:pt x="575" y="252"/>
                    <a:pt x="574" y="252"/>
                  </a:cubicBezTo>
                  <a:close/>
                  <a:moveTo>
                    <a:pt x="576" y="495"/>
                  </a:moveTo>
                  <a:cubicBezTo>
                    <a:pt x="576" y="496"/>
                    <a:pt x="575" y="496"/>
                    <a:pt x="575" y="497"/>
                  </a:cubicBezTo>
                  <a:cubicBezTo>
                    <a:pt x="574" y="497"/>
                    <a:pt x="575" y="496"/>
                    <a:pt x="576" y="495"/>
                  </a:cubicBezTo>
                  <a:close/>
                  <a:moveTo>
                    <a:pt x="576" y="533"/>
                  </a:moveTo>
                  <a:cubicBezTo>
                    <a:pt x="575" y="533"/>
                    <a:pt x="577" y="532"/>
                    <a:pt x="576" y="533"/>
                  </a:cubicBezTo>
                  <a:close/>
                  <a:moveTo>
                    <a:pt x="577" y="315"/>
                  </a:moveTo>
                  <a:cubicBezTo>
                    <a:pt x="578" y="316"/>
                    <a:pt x="576" y="316"/>
                    <a:pt x="576" y="315"/>
                  </a:cubicBezTo>
                  <a:cubicBezTo>
                    <a:pt x="576" y="315"/>
                    <a:pt x="577" y="314"/>
                    <a:pt x="577" y="315"/>
                  </a:cubicBezTo>
                  <a:close/>
                  <a:moveTo>
                    <a:pt x="577" y="253"/>
                  </a:moveTo>
                  <a:cubicBezTo>
                    <a:pt x="578" y="252"/>
                    <a:pt x="577" y="254"/>
                    <a:pt x="577" y="253"/>
                  </a:cubicBezTo>
                  <a:close/>
                  <a:moveTo>
                    <a:pt x="581" y="538"/>
                  </a:moveTo>
                  <a:cubicBezTo>
                    <a:pt x="582" y="540"/>
                    <a:pt x="579" y="540"/>
                    <a:pt x="581" y="538"/>
                  </a:cubicBezTo>
                  <a:close/>
                  <a:moveTo>
                    <a:pt x="576" y="423"/>
                  </a:moveTo>
                  <a:cubicBezTo>
                    <a:pt x="579" y="421"/>
                    <a:pt x="580" y="415"/>
                    <a:pt x="583" y="415"/>
                  </a:cubicBezTo>
                  <a:cubicBezTo>
                    <a:pt x="582" y="415"/>
                    <a:pt x="580" y="422"/>
                    <a:pt x="576" y="423"/>
                  </a:cubicBezTo>
                  <a:close/>
                  <a:moveTo>
                    <a:pt x="581" y="348"/>
                  </a:moveTo>
                  <a:cubicBezTo>
                    <a:pt x="582" y="347"/>
                    <a:pt x="581" y="351"/>
                    <a:pt x="582" y="349"/>
                  </a:cubicBezTo>
                  <a:cubicBezTo>
                    <a:pt x="582" y="349"/>
                    <a:pt x="581" y="349"/>
                    <a:pt x="581" y="348"/>
                  </a:cubicBezTo>
                  <a:close/>
                  <a:moveTo>
                    <a:pt x="583" y="310"/>
                  </a:moveTo>
                  <a:cubicBezTo>
                    <a:pt x="581" y="309"/>
                    <a:pt x="583" y="305"/>
                    <a:pt x="584" y="305"/>
                  </a:cubicBezTo>
                  <a:cubicBezTo>
                    <a:pt x="588" y="302"/>
                    <a:pt x="586" y="312"/>
                    <a:pt x="583" y="310"/>
                  </a:cubicBezTo>
                  <a:close/>
                  <a:moveTo>
                    <a:pt x="585" y="506"/>
                  </a:moveTo>
                  <a:cubicBezTo>
                    <a:pt x="585" y="507"/>
                    <a:pt x="585" y="506"/>
                    <a:pt x="586" y="506"/>
                  </a:cubicBezTo>
                  <a:cubicBezTo>
                    <a:pt x="586" y="506"/>
                    <a:pt x="586" y="506"/>
                    <a:pt x="585" y="506"/>
                  </a:cubicBezTo>
                  <a:close/>
                  <a:moveTo>
                    <a:pt x="586" y="505"/>
                  </a:moveTo>
                  <a:cubicBezTo>
                    <a:pt x="584" y="505"/>
                    <a:pt x="586" y="500"/>
                    <a:pt x="587" y="500"/>
                  </a:cubicBezTo>
                  <a:cubicBezTo>
                    <a:pt x="589" y="499"/>
                    <a:pt x="588" y="506"/>
                    <a:pt x="586" y="505"/>
                  </a:cubicBezTo>
                  <a:close/>
                  <a:moveTo>
                    <a:pt x="587" y="431"/>
                  </a:moveTo>
                  <a:cubicBezTo>
                    <a:pt x="587" y="431"/>
                    <a:pt x="587" y="431"/>
                    <a:pt x="587" y="430"/>
                  </a:cubicBezTo>
                  <a:cubicBezTo>
                    <a:pt x="588" y="429"/>
                    <a:pt x="587" y="430"/>
                    <a:pt x="587" y="431"/>
                  </a:cubicBezTo>
                  <a:close/>
                  <a:moveTo>
                    <a:pt x="584" y="371"/>
                  </a:moveTo>
                  <a:cubicBezTo>
                    <a:pt x="587" y="368"/>
                    <a:pt x="589" y="364"/>
                    <a:pt x="593" y="361"/>
                  </a:cubicBezTo>
                  <a:cubicBezTo>
                    <a:pt x="591" y="365"/>
                    <a:pt x="588" y="368"/>
                    <a:pt x="584" y="371"/>
                  </a:cubicBezTo>
                  <a:close/>
                  <a:moveTo>
                    <a:pt x="587" y="302"/>
                  </a:move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lose/>
                  <a:moveTo>
                    <a:pt x="588" y="262"/>
                  </a:moveTo>
                  <a:cubicBezTo>
                    <a:pt x="589" y="262"/>
                    <a:pt x="589" y="264"/>
                    <a:pt x="588" y="264"/>
                  </a:cubicBezTo>
                  <a:cubicBezTo>
                    <a:pt x="588" y="264"/>
                    <a:pt x="589" y="263"/>
                    <a:pt x="588" y="262"/>
                  </a:cubicBezTo>
                  <a:close/>
                  <a:moveTo>
                    <a:pt x="608" y="272"/>
                  </a:moveTo>
                  <a:cubicBezTo>
                    <a:pt x="604" y="277"/>
                    <a:pt x="599" y="281"/>
                    <a:pt x="593" y="285"/>
                  </a:cubicBezTo>
                  <a:cubicBezTo>
                    <a:pt x="598" y="280"/>
                    <a:pt x="602" y="276"/>
                    <a:pt x="608" y="272"/>
                  </a:cubicBezTo>
                  <a:close/>
                  <a:moveTo>
                    <a:pt x="602" y="270"/>
                  </a:moveTo>
                  <a:cubicBezTo>
                    <a:pt x="602" y="269"/>
                    <a:pt x="603" y="268"/>
                    <a:pt x="603" y="270"/>
                  </a:cubicBezTo>
                  <a:cubicBezTo>
                    <a:pt x="604" y="271"/>
                    <a:pt x="602" y="270"/>
                    <a:pt x="602" y="270"/>
                  </a:cubicBezTo>
                  <a:close/>
                  <a:moveTo>
                    <a:pt x="595" y="289"/>
                  </a:moveTo>
                  <a:cubicBezTo>
                    <a:pt x="596" y="288"/>
                    <a:pt x="597" y="288"/>
                    <a:pt x="597" y="288"/>
                  </a:cubicBezTo>
                  <a:cubicBezTo>
                    <a:pt x="598" y="288"/>
                    <a:pt x="591" y="297"/>
                    <a:pt x="589" y="296"/>
                  </a:cubicBezTo>
                  <a:cubicBezTo>
                    <a:pt x="588" y="296"/>
                    <a:pt x="595" y="289"/>
                    <a:pt x="595" y="289"/>
                  </a:cubicBezTo>
                  <a:close/>
                  <a:moveTo>
                    <a:pt x="595" y="391"/>
                  </a:moveTo>
                  <a:cubicBezTo>
                    <a:pt x="595" y="393"/>
                    <a:pt x="593" y="392"/>
                    <a:pt x="595" y="391"/>
                  </a:cubicBezTo>
                  <a:close/>
                  <a:moveTo>
                    <a:pt x="594" y="394"/>
                  </a:moveTo>
                  <a:cubicBezTo>
                    <a:pt x="595" y="393"/>
                    <a:pt x="594" y="395"/>
                    <a:pt x="594" y="394"/>
                  </a:cubicBezTo>
                  <a:close/>
                  <a:moveTo>
                    <a:pt x="591" y="396"/>
                  </a:moveTo>
                  <a:cubicBezTo>
                    <a:pt x="592" y="396"/>
                    <a:pt x="592" y="394"/>
                    <a:pt x="593" y="394"/>
                  </a:cubicBezTo>
                  <a:cubicBezTo>
                    <a:pt x="593" y="395"/>
                    <a:pt x="592" y="396"/>
                    <a:pt x="591" y="396"/>
                  </a:cubicBezTo>
                  <a:close/>
                  <a:moveTo>
                    <a:pt x="592" y="398"/>
                  </a:moveTo>
                  <a:cubicBezTo>
                    <a:pt x="593" y="398"/>
                    <a:pt x="590" y="400"/>
                    <a:pt x="592" y="398"/>
                  </a:cubicBezTo>
                  <a:close/>
                  <a:moveTo>
                    <a:pt x="593" y="300"/>
                  </a:moveTo>
                  <a:cubicBezTo>
                    <a:pt x="592" y="300"/>
                    <a:pt x="593" y="299"/>
                    <a:pt x="593" y="299"/>
                  </a:cubicBezTo>
                  <a:cubicBezTo>
                    <a:pt x="594" y="297"/>
                    <a:pt x="595" y="301"/>
                    <a:pt x="593" y="300"/>
                  </a:cubicBezTo>
                  <a:close/>
                  <a:moveTo>
                    <a:pt x="593" y="297"/>
                  </a:moveTo>
                  <a:cubicBezTo>
                    <a:pt x="593" y="296"/>
                    <a:pt x="594" y="296"/>
                    <a:pt x="595" y="295"/>
                  </a:cubicBezTo>
                  <a:cubicBezTo>
                    <a:pt x="595" y="296"/>
                    <a:pt x="594" y="297"/>
                    <a:pt x="593" y="297"/>
                  </a:cubicBezTo>
                  <a:close/>
                  <a:moveTo>
                    <a:pt x="592" y="298"/>
                  </a:moveTo>
                  <a:cubicBezTo>
                    <a:pt x="591" y="300"/>
                    <a:pt x="589" y="299"/>
                    <a:pt x="592" y="298"/>
                  </a:cubicBezTo>
                  <a:close/>
                  <a:moveTo>
                    <a:pt x="589" y="303"/>
                  </a:moveTo>
                  <a:cubicBezTo>
                    <a:pt x="589" y="303"/>
                    <a:pt x="589" y="302"/>
                    <a:pt x="589" y="302"/>
                  </a:cubicBezTo>
                  <a:cubicBezTo>
                    <a:pt x="591" y="300"/>
                    <a:pt x="590" y="304"/>
                    <a:pt x="589" y="303"/>
                  </a:cubicBezTo>
                  <a:close/>
                  <a:moveTo>
                    <a:pt x="590" y="320"/>
                  </a:moveTo>
                  <a:cubicBezTo>
                    <a:pt x="590" y="321"/>
                    <a:pt x="589" y="321"/>
                    <a:pt x="589" y="322"/>
                  </a:cubicBezTo>
                  <a:cubicBezTo>
                    <a:pt x="588" y="322"/>
                    <a:pt x="589" y="321"/>
                    <a:pt x="590" y="320"/>
                  </a:cubicBezTo>
                  <a:close/>
                  <a:moveTo>
                    <a:pt x="589" y="289"/>
                  </a:moveTo>
                  <a:cubicBezTo>
                    <a:pt x="588" y="287"/>
                    <a:pt x="591" y="287"/>
                    <a:pt x="592" y="285"/>
                  </a:cubicBezTo>
                  <a:cubicBezTo>
                    <a:pt x="593" y="286"/>
                    <a:pt x="590" y="288"/>
                    <a:pt x="589" y="289"/>
                  </a:cubicBezTo>
                  <a:close/>
                  <a:moveTo>
                    <a:pt x="588" y="267"/>
                  </a:moveTo>
                  <a:cubicBezTo>
                    <a:pt x="588" y="267"/>
                    <a:pt x="588" y="267"/>
                    <a:pt x="588" y="267"/>
                  </a:cubicBezTo>
                  <a:cubicBezTo>
                    <a:pt x="588" y="267"/>
                    <a:pt x="588" y="267"/>
                    <a:pt x="588" y="268"/>
                  </a:cubicBezTo>
                  <a:cubicBezTo>
                    <a:pt x="588" y="268"/>
                    <a:pt x="588" y="267"/>
                    <a:pt x="588" y="267"/>
                  </a:cubicBezTo>
                  <a:close/>
                  <a:moveTo>
                    <a:pt x="590" y="400"/>
                  </a:moveTo>
                  <a:cubicBezTo>
                    <a:pt x="590" y="401"/>
                    <a:pt x="591" y="398"/>
                    <a:pt x="590" y="400"/>
                  </a:cubicBezTo>
                  <a:close/>
                  <a:moveTo>
                    <a:pt x="590" y="437"/>
                  </a:moveTo>
                  <a:cubicBezTo>
                    <a:pt x="590" y="436"/>
                    <a:pt x="590" y="435"/>
                    <a:pt x="592" y="434"/>
                  </a:cubicBezTo>
                  <a:cubicBezTo>
                    <a:pt x="593" y="434"/>
                    <a:pt x="594" y="433"/>
                    <a:pt x="595" y="434"/>
                  </a:cubicBezTo>
                  <a:cubicBezTo>
                    <a:pt x="597" y="438"/>
                    <a:pt x="590" y="441"/>
                    <a:pt x="590" y="437"/>
                  </a:cubicBezTo>
                  <a:close/>
                  <a:moveTo>
                    <a:pt x="595" y="391"/>
                  </a:moveTo>
                  <a:cubicBezTo>
                    <a:pt x="595" y="390"/>
                    <a:pt x="595" y="390"/>
                    <a:pt x="596" y="389"/>
                  </a:cubicBezTo>
                  <a:cubicBezTo>
                    <a:pt x="596" y="390"/>
                    <a:pt x="596" y="391"/>
                    <a:pt x="595" y="391"/>
                  </a:cubicBezTo>
                  <a:close/>
                  <a:moveTo>
                    <a:pt x="596" y="565"/>
                  </a:move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lose/>
                  <a:moveTo>
                    <a:pt x="596" y="436"/>
                  </a:moveTo>
                  <a:cubicBezTo>
                    <a:pt x="598" y="435"/>
                    <a:pt x="595" y="438"/>
                    <a:pt x="596" y="436"/>
                  </a:cubicBezTo>
                  <a:close/>
                  <a:moveTo>
                    <a:pt x="596" y="392"/>
                  </a:moveTo>
                  <a:cubicBezTo>
                    <a:pt x="596" y="391"/>
                    <a:pt x="597" y="390"/>
                    <a:pt x="597" y="390"/>
                  </a:cubicBezTo>
                  <a:cubicBezTo>
                    <a:pt x="597" y="391"/>
                    <a:pt x="597" y="392"/>
                    <a:pt x="596" y="392"/>
                  </a:cubicBezTo>
                  <a:close/>
                  <a:moveTo>
                    <a:pt x="596" y="389"/>
                  </a:moveTo>
                  <a:cubicBezTo>
                    <a:pt x="597" y="388"/>
                    <a:pt x="597" y="388"/>
                    <a:pt x="598" y="387"/>
                  </a:cubicBezTo>
                  <a:cubicBezTo>
                    <a:pt x="598" y="388"/>
                    <a:pt x="597" y="389"/>
                    <a:pt x="596" y="389"/>
                  </a:cubicBezTo>
                  <a:close/>
                  <a:moveTo>
                    <a:pt x="597" y="541"/>
                  </a:moveTo>
                  <a:cubicBezTo>
                    <a:pt x="596" y="541"/>
                    <a:pt x="598" y="540"/>
                    <a:pt x="597" y="539"/>
                  </a:cubicBezTo>
                  <a:cubicBezTo>
                    <a:pt x="598" y="539"/>
                    <a:pt x="597" y="541"/>
                    <a:pt x="597" y="541"/>
                  </a:cubicBezTo>
                  <a:close/>
                  <a:moveTo>
                    <a:pt x="597" y="347"/>
                  </a:moveTo>
                  <a:cubicBezTo>
                    <a:pt x="597" y="347"/>
                    <a:pt x="597" y="346"/>
                    <a:pt x="597" y="346"/>
                  </a:cubicBezTo>
                  <a:cubicBezTo>
                    <a:pt x="598" y="344"/>
                    <a:pt x="598" y="348"/>
                    <a:pt x="597" y="347"/>
                  </a:cubicBezTo>
                  <a:close/>
                  <a:moveTo>
                    <a:pt x="598" y="386"/>
                  </a:moveTo>
                  <a:cubicBezTo>
                    <a:pt x="599" y="385"/>
                    <a:pt x="597" y="388"/>
                    <a:pt x="598" y="386"/>
                  </a:cubicBezTo>
                  <a:close/>
                  <a:moveTo>
                    <a:pt x="600" y="336"/>
                  </a:moveTo>
                  <a:cubicBezTo>
                    <a:pt x="598" y="339"/>
                    <a:pt x="603" y="335"/>
                    <a:pt x="600" y="336"/>
                  </a:cubicBezTo>
                  <a:close/>
                  <a:moveTo>
                    <a:pt x="601" y="360"/>
                  </a:moveTo>
                  <a:cubicBezTo>
                    <a:pt x="602" y="358"/>
                    <a:pt x="600" y="361"/>
                    <a:pt x="601" y="360"/>
                  </a:cubicBezTo>
                  <a:close/>
                  <a:moveTo>
                    <a:pt x="601" y="299"/>
                  </a:moveTo>
                  <a:cubicBezTo>
                    <a:pt x="600" y="298"/>
                    <a:pt x="602" y="296"/>
                    <a:pt x="602" y="298"/>
                  </a:cubicBezTo>
                  <a:cubicBezTo>
                    <a:pt x="603" y="298"/>
                    <a:pt x="602" y="299"/>
                    <a:pt x="601" y="299"/>
                  </a:cubicBezTo>
                  <a:close/>
                  <a:moveTo>
                    <a:pt x="602" y="291"/>
                  </a:moveTo>
                  <a:cubicBezTo>
                    <a:pt x="601" y="290"/>
                    <a:pt x="603" y="290"/>
                    <a:pt x="603" y="291"/>
                  </a:cubicBezTo>
                  <a:cubicBezTo>
                    <a:pt x="602" y="291"/>
                    <a:pt x="602" y="291"/>
                    <a:pt x="602" y="291"/>
                  </a:cubicBezTo>
                  <a:close/>
                  <a:moveTo>
                    <a:pt x="603" y="334"/>
                  </a:moveTo>
                  <a:cubicBezTo>
                    <a:pt x="603" y="333"/>
                    <a:pt x="604" y="332"/>
                    <a:pt x="605" y="331"/>
                  </a:cubicBezTo>
                  <a:cubicBezTo>
                    <a:pt x="605" y="333"/>
                    <a:pt x="604" y="333"/>
                    <a:pt x="603" y="334"/>
                  </a:cubicBezTo>
                  <a:close/>
                  <a:moveTo>
                    <a:pt x="605" y="302"/>
                  </a:moveTo>
                  <a:cubicBezTo>
                    <a:pt x="605" y="302"/>
                    <a:pt x="605" y="302"/>
                    <a:pt x="605" y="302"/>
                  </a:cubicBezTo>
                  <a:cubicBezTo>
                    <a:pt x="606" y="304"/>
                    <a:pt x="603" y="302"/>
                    <a:pt x="605" y="302"/>
                  </a:cubicBezTo>
                  <a:close/>
                  <a:moveTo>
                    <a:pt x="605" y="373"/>
                  </a:moveTo>
                  <a:cubicBezTo>
                    <a:pt x="605" y="373"/>
                    <a:pt x="606" y="373"/>
                    <a:pt x="606" y="373"/>
                  </a:cubicBezTo>
                  <a:cubicBezTo>
                    <a:pt x="606" y="374"/>
                    <a:pt x="605" y="373"/>
                    <a:pt x="605" y="373"/>
                  </a:cubicBezTo>
                  <a:close/>
                  <a:moveTo>
                    <a:pt x="606" y="568"/>
                  </a:moveTo>
                  <a:cubicBezTo>
                    <a:pt x="607" y="567"/>
                    <a:pt x="605" y="570"/>
                    <a:pt x="606" y="568"/>
                  </a:cubicBezTo>
                  <a:close/>
                  <a:moveTo>
                    <a:pt x="608" y="285"/>
                  </a:moveTo>
                  <a:cubicBezTo>
                    <a:pt x="608" y="285"/>
                    <a:pt x="609" y="284"/>
                    <a:pt x="609" y="284"/>
                  </a:cubicBezTo>
                  <a:cubicBezTo>
                    <a:pt x="610" y="286"/>
                    <a:pt x="607" y="286"/>
                    <a:pt x="608" y="285"/>
                  </a:cubicBezTo>
                  <a:close/>
                  <a:moveTo>
                    <a:pt x="609" y="319"/>
                  </a:moveTo>
                  <a:cubicBezTo>
                    <a:pt x="610" y="317"/>
                    <a:pt x="608" y="320"/>
                    <a:pt x="609" y="319"/>
                  </a:cubicBezTo>
                  <a:close/>
                  <a:moveTo>
                    <a:pt x="609" y="350"/>
                  </a:moveTo>
                  <a:cubicBezTo>
                    <a:pt x="610" y="349"/>
                    <a:pt x="607" y="351"/>
                    <a:pt x="609" y="350"/>
                  </a:cubicBezTo>
                  <a:close/>
                  <a:moveTo>
                    <a:pt x="609" y="376"/>
                  </a:moveTo>
                  <a:cubicBezTo>
                    <a:pt x="611" y="374"/>
                    <a:pt x="611" y="380"/>
                    <a:pt x="609" y="380"/>
                  </a:cubicBezTo>
                  <a:cubicBezTo>
                    <a:pt x="608" y="379"/>
                    <a:pt x="609" y="377"/>
                    <a:pt x="609" y="376"/>
                  </a:cubicBezTo>
                  <a:close/>
                  <a:moveTo>
                    <a:pt x="609" y="486"/>
                  </a:moveTo>
                  <a:cubicBezTo>
                    <a:pt x="608" y="486"/>
                    <a:pt x="608" y="485"/>
                    <a:pt x="609" y="485"/>
                  </a:cubicBezTo>
                  <a:cubicBezTo>
                    <a:pt x="609" y="483"/>
                    <a:pt x="610" y="487"/>
                    <a:pt x="609" y="486"/>
                  </a:cubicBezTo>
                  <a:close/>
                  <a:moveTo>
                    <a:pt x="610" y="419"/>
                  </a:moveTo>
                  <a:cubicBezTo>
                    <a:pt x="611" y="417"/>
                    <a:pt x="612" y="418"/>
                    <a:pt x="610" y="419"/>
                  </a:cubicBezTo>
                  <a:close/>
                  <a:moveTo>
                    <a:pt x="609" y="349"/>
                  </a:moveTo>
                  <a:cubicBezTo>
                    <a:pt x="610" y="347"/>
                    <a:pt x="611" y="345"/>
                    <a:pt x="613" y="344"/>
                  </a:cubicBezTo>
                  <a:cubicBezTo>
                    <a:pt x="613" y="344"/>
                    <a:pt x="611" y="348"/>
                    <a:pt x="609" y="349"/>
                  </a:cubicBezTo>
                  <a:close/>
                  <a:moveTo>
                    <a:pt x="614" y="312"/>
                  </a:moveTo>
                  <a:cubicBezTo>
                    <a:pt x="615" y="313"/>
                    <a:pt x="615" y="314"/>
                    <a:pt x="614" y="314"/>
                  </a:cubicBezTo>
                  <a:cubicBezTo>
                    <a:pt x="613" y="314"/>
                    <a:pt x="612" y="313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1" y="310"/>
                    <a:pt x="615" y="308"/>
                    <a:pt x="616" y="311"/>
                  </a:cubicBezTo>
                  <a:cubicBezTo>
                    <a:pt x="616" y="311"/>
                    <a:pt x="615" y="312"/>
                    <a:pt x="614" y="312"/>
                  </a:cubicBezTo>
                  <a:close/>
                  <a:moveTo>
                    <a:pt x="613" y="276"/>
                  </a:moveTo>
                  <a:cubicBezTo>
                    <a:pt x="613" y="277"/>
                    <a:pt x="614" y="275"/>
                    <a:pt x="613" y="276"/>
                  </a:cubicBezTo>
                  <a:close/>
                  <a:moveTo>
                    <a:pt x="613" y="259"/>
                  </a:moveTo>
                  <a:cubicBezTo>
                    <a:pt x="613" y="259"/>
                    <a:pt x="613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ubicBezTo>
                    <a:pt x="614" y="258"/>
                    <a:pt x="614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lose/>
                  <a:moveTo>
                    <a:pt x="615" y="309"/>
                  </a:moveTo>
                  <a:cubicBezTo>
                    <a:pt x="614" y="309"/>
                    <a:pt x="615" y="308"/>
                    <a:pt x="615" y="308"/>
                  </a:cubicBezTo>
                  <a:cubicBezTo>
                    <a:pt x="616" y="307"/>
                    <a:pt x="616" y="309"/>
                    <a:pt x="615" y="309"/>
                  </a:cubicBezTo>
                  <a:close/>
                  <a:moveTo>
                    <a:pt x="616" y="256"/>
                  </a:moveTo>
                  <a:cubicBezTo>
                    <a:pt x="616" y="258"/>
                    <a:pt x="614" y="257"/>
                    <a:pt x="616" y="256"/>
                  </a:cubicBezTo>
                  <a:close/>
                  <a:moveTo>
                    <a:pt x="616" y="260"/>
                  </a:moveTo>
                  <a:cubicBezTo>
                    <a:pt x="615" y="261"/>
                    <a:pt x="618" y="258"/>
                    <a:pt x="616" y="260"/>
                  </a:cubicBezTo>
                  <a:close/>
                  <a:moveTo>
                    <a:pt x="616" y="343"/>
                  </a:moveTo>
                  <a:cubicBezTo>
                    <a:pt x="616" y="342"/>
                    <a:pt x="618" y="340"/>
                    <a:pt x="619" y="339"/>
                  </a:cubicBezTo>
                  <a:cubicBezTo>
                    <a:pt x="619" y="341"/>
                    <a:pt x="618" y="342"/>
                    <a:pt x="616" y="343"/>
                  </a:cubicBezTo>
                  <a:close/>
                  <a:moveTo>
                    <a:pt x="617" y="301"/>
                  </a:moveTo>
                  <a:cubicBezTo>
                    <a:pt x="618" y="300"/>
                    <a:pt x="619" y="302"/>
                    <a:pt x="618" y="302"/>
                  </a:cubicBezTo>
                  <a:cubicBezTo>
                    <a:pt x="618" y="302"/>
                    <a:pt x="617" y="301"/>
                    <a:pt x="617" y="301"/>
                  </a:cubicBezTo>
                  <a:close/>
                  <a:moveTo>
                    <a:pt x="618" y="491"/>
                  </a:moveTo>
                  <a:cubicBezTo>
                    <a:pt x="618" y="490"/>
                    <a:pt x="619" y="490"/>
                    <a:pt x="619" y="490"/>
                  </a:cubicBezTo>
                  <a:cubicBezTo>
                    <a:pt x="620" y="490"/>
                    <a:pt x="618" y="492"/>
                    <a:pt x="618" y="491"/>
                  </a:cubicBezTo>
                  <a:close/>
                  <a:moveTo>
                    <a:pt x="622" y="396"/>
                  </a:moveTo>
                  <a:cubicBezTo>
                    <a:pt x="622" y="395"/>
                    <a:pt x="623" y="394"/>
                    <a:pt x="623" y="393"/>
                  </a:cubicBezTo>
                  <a:cubicBezTo>
                    <a:pt x="624" y="393"/>
                    <a:pt x="623" y="395"/>
                    <a:pt x="622" y="396"/>
                  </a:cubicBezTo>
                  <a:close/>
                  <a:moveTo>
                    <a:pt x="630" y="439"/>
                  </a:moveTo>
                  <a:cubicBezTo>
                    <a:pt x="630" y="441"/>
                    <a:pt x="627" y="440"/>
                    <a:pt x="630" y="439"/>
                  </a:cubicBezTo>
                  <a:close/>
                  <a:moveTo>
                    <a:pt x="631" y="548"/>
                  </a:moveTo>
                  <a:cubicBezTo>
                    <a:pt x="631" y="548"/>
                    <a:pt x="632" y="547"/>
                    <a:pt x="633" y="548"/>
                  </a:cubicBezTo>
                  <a:cubicBezTo>
                    <a:pt x="636" y="551"/>
                    <a:pt x="628" y="552"/>
                    <a:pt x="631" y="548"/>
                  </a:cubicBezTo>
                  <a:close/>
                  <a:moveTo>
                    <a:pt x="634" y="433"/>
                  </a:moveTo>
                  <a:cubicBezTo>
                    <a:pt x="632" y="433"/>
                    <a:pt x="633" y="431"/>
                    <a:pt x="633" y="431"/>
                  </a:cubicBezTo>
                  <a:cubicBezTo>
                    <a:pt x="635" y="429"/>
                    <a:pt x="635" y="433"/>
                    <a:pt x="634" y="433"/>
                  </a:cubicBezTo>
                  <a:close/>
                  <a:moveTo>
                    <a:pt x="635" y="495"/>
                  </a:moveTo>
                  <a:cubicBezTo>
                    <a:pt x="636" y="496"/>
                    <a:pt x="634" y="497"/>
                    <a:pt x="635" y="495"/>
                  </a:cubicBezTo>
                  <a:close/>
                  <a:moveTo>
                    <a:pt x="635" y="459"/>
                  </a:moveTo>
                  <a:cubicBezTo>
                    <a:pt x="634" y="458"/>
                    <a:pt x="636" y="459"/>
                    <a:pt x="635" y="459"/>
                  </a:cubicBezTo>
                  <a:close/>
                  <a:moveTo>
                    <a:pt x="631" y="298"/>
                  </a:moveTo>
                  <a:cubicBezTo>
                    <a:pt x="634" y="297"/>
                    <a:pt x="630" y="302"/>
                    <a:pt x="630" y="299"/>
                  </a:cubicBezTo>
                  <a:cubicBezTo>
                    <a:pt x="630" y="299"/>
                    <a:pt x="631" y="298"/>
                    <a:pt x="631" y="298"/>
                  </a:cubicBezTo>
                  <a:close/>
                  <a:moveTo>
                    <a:pt x="629" y="296"/>
                  </a:moveTo>
                  <a:cubicBezTo>
                    <a:pt x="629" y="295"/>
                    <a:pt x="628" y="297"/>
                    <a:pt x="629" y="296"/>
                  </a:cubicBezTo>
                  <a:close/>
                  <a:moveTo>
                    <a:pt x="635" y="314"/>
                  </a:moveTo>
                  <a:cubicBezTo>
                    <a:pt x="633" y="319"/>
                    <a:pt x="630" y="323"/>
                    <a:pt x="628" y="327"/>
                  </a:cubicBezTo>
                  <a:cubicBezTo>
                    <a:pt x="630" y="323"/>
                    <a:pt x="631" y="318"/>
                    <a:pt x="635" y="314"/>
                  </a:cubicBezTo>
                  <a:close/>
                  <a:moveTo>
                    <a:pt x="625" y="391"/>
                  </a:moveTo>
                  <a:cubicBezTo>
                    <a:pt x="624" y="390"/>
                    <a:pt x="626" y="387"/>
                    <a:pt x="627" y="386"/>
                  </a:cubicBezTo>
                  <a:cubicBezTo>
                    <a:pt x="627" y="387"/>
                    <a:pt x="625" y="389"/>
                    <a:pt x="625" y="391"/>
                  </a:cubicBezTo>
                  <a:close/>
                  <a:moveTo>
                    <a:pt x="623" y="307"/>
                  </a:moveTo>
                  <a:cubicBezTo>
                    <a:pt x="623" y="307"/>
                    <a:pt x="623" y="309"/>
                    <a:pt x="622" y="309"/>
                  </a:cubicBezTo>
                  <a:cubicBezTo>
                    <a:pt x="622" y="309"/>
                    <a:pt x="622" y="307"/>
                    <a:pt x="623" y="307"/>
                  </a:cubicBezTo>
                  <a:close/>
                  <a:moveTo>
                    <a:pt x="624" y="333"/>
                  </a:moveTo>
                  <a:cubicBezTo>
                    <a:pt x="624" y="333"/>
                    <a:pt x="627" y="328"/>
                    <a:pt x="627" y="330"/>
                  </a:cubicBezTo>
                  <a:cubicBezTo>
                    <a:pt x="626" y="332"/>
                    <a:pt x="622" y="336"/>
                    <a:pt x="620" y="338"/>
                  </a:cubicBezTo>
                  <a:cubicBezTo>
                    <a:pt x="621" y="337"/>
                    <a:pt x="623" y="335"/>
                    <a:pt x="624" y="333"/>
                  </a:cubicBezTo>
                  <a:close/>
                  <a:moveTo>
                    <a:pt x="620" y="269"/>
                  </a:moveTo>
                  <a:cubicBezTo>
                    <a:pt x="620" y="268"/>
                    <a:pt x="622" y="262"/>
                    <a:pt x="624" y="264"/>
                  </a:cubicBezTo>
                  <a:cubicBezTo>
                    <a:pt x="626" y="265"/>
                    <a:pt x="622" y="268"/>
                    <a:pt x="620" y="269"/>
                  </a:cubicBezTo>
                  <a:close/>
                  <a:moveTo>
                    <a:pt x="626" y="231"/>
                  </a:moveTo>
                  <a:cubicBezTo>
                    <a:pt x="626" y="232"/>
                    <a:pt x="627" y="230"/>
                    <a:pt x="626" y="231"/>
                  </a:cubicBezTo>
                  <a:close/>
                  <a:moveTo>
                    <a:pt x="628" y="249"/>
                  </a:moveTo>
                  <a:cubicBezTo>
                    <a:pt x="628" y="247"/>
                    <a:pt x="630" y="248"/>
                    <a:pt x="628" y="249"/>
                  </a:cubicBezTo>
                  <a:close/>
                  <a:moveTo>
                    <a:pt x="625" y="218"/>
                  </a:moveTo>
                  <a:cubicBezTo>
                    <a:pt x="627" y="217"/>
                    <a:pt x="628" y="217"/>
                    <a:pt x="629" y="218"/>
                  </a:cubicBezTo>
                  <a:cubicBezTo>
                    <a:pt x="631" y="221"/>
                    <a:pt x="626" y="226"/>
                    <a:pt x="624" y="225"/>
                  </a:cubicBezTo>
                  <a:cubicBezTo>
                    <a:pt x="621" y="223"/>
                    <a:pt x="624" y="219"/>
                    <a:pt x="625" y="218"/>
                  </a:cubicBezTo>
                  <a:close/>
                  <a:moveTo>
                    <a:pt x="621" y="229"/>
                  </a:moveTo>
                  <a:cubicBezTo>
                    <a:pt x="621" y="228"/>
                    <a:pt x="622" y="227"/>
                    <a:pt x="622" y="227"/>
                  </a:cubicBezTo>
                  <a:cubicBezTo>
                    <a:pt x="621" y="227"/>
                    <a:pt x="621" y="226"/>
                    <a:pt x="622" y="226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3" y="225"/>
                  </a:cubicBezTo>
                  <a:cubicBezTo>
                    <a:pt x="623" y="226"/>
                    <a:pt x="622" y="226"/>
                    <a:pt x="622" y="226"/>
                  </a:cubicBezTo>
                  <a:cubicBezTo>
                    <a:pt x="622" y="229"/>
                    <a:pt x="621" y="233"/>
                    <a:pt x="620" y="235"/>
                  </a:cubicBezTo>
                  <a:cubicBezTo>
                    <a:pt x="620" y="233"/>
                    <a:pt x="620" y="232"/>
                    <a:pt x="621" y="230"/>
                  </a:cubicBezTo>
                  <a:cubicBezTo>
                    <a:pt x="621" y="230"/>
                    <a:pt x="621" y="230"/>
                    <a:pt x="621" y="230"/>
                  </a:cubicBezTo>
                  <a:cubicBezTo>
                    <a:pt x="621" y="229"/>
                    <a:pt x="621" y="229"/>
                    <a:pt x="621" y="229"/>
                  </a:cubicBezTo>
                  <a:close/>
                  <a:moveTo>
                    <a:pt x="620" y="227"/>
                  </a:moveTo>
                  <a:cubicBezTo>
                    <a:pt x="620" y="229"/>
                    <a:pt x="618" y="228"/>
                    <a:pt x="620" y="227"/>
                  </a:cubicBezTo>
                  <a:close/>
                  <a:moveTo>
                    <a:pt x="623" y="246"/>
                  </a:moveTo>
                  <a:cubicBezTo>
                    <a:pt x="622" y="248"/>
                    <a:pt x="620" y="249"/>
                    <a:pt x="618" y="249"/>
                  </a:cubicBezTo>
                  <a:cubicBezTo>
                    <a:pt x="619" y="248"/>
                    <a:pt x="621" y="247"/>
                    <a:pt x="623" y="246"/>
                  </a:cubicBezTo>
                  <a:close/>
                  <a:moveTo>
                    <a:pt x="619" y="255"/>
                  </a:moveTo>
                  <a:cubicBezTo>
                    <a:pt x="619" y="256"/>
                    <a:pt x="618" y="258"/>
                    <a:pt x="617" y="259"/>
                  </a:cubicBezTo>
                  <a:cubicBezTo>
                    <a:pt x="617" y="257"/>
                    <a:pt x="619" y="256"/>
                    <a:pt x="619" y="255"/>
                  </a:cubicBezTo>
                  <a:close/>
                  <a:moveTo>
                    <a:pt x="615" y="229"/>
                  </a:moveTo>
                  <a:cubicBezTo>
                    <a:pt x="613" y="228"/>
                    <a:pt x="614" y="225"/>
                    <a:pt x="616" y="226"/>
                  </a:cubicBezTo>
                  <a:cubicBezTo>
                    <a:pt x="618" y="226"/>
                    <a:pt x="617" y="230"/>
                    <a:pt x="615" y="229"/>
                  </a:cubicBezTo>
                  <a:cubicBezTo>
                    <a:pt x="617" y="230"/>
                    <a:pt x="615" y="236"/>
                    <a:pt x="612" y="236"/>
                  </a:cubicBezTo>
                  <a:cubicBezTo>
                    <a:pt x="608" y="235"/>
                    <a:pt x="610" y="226"/>
                    <a:pt x="615" y="229"/>
                  </a:cubicBezTo>
                  <a:close/>
                  <a:moveTo>
                    <a:pt x="609" y="276"/>
                  </a:moveTo>
                  <a:cubicBezTo>
                    <a:pt x="608" y="280"/>
                    <a:pt x="603" y="284"/>
                    <a:pt x="599" y="286"/>
                  </a:cubicBezTo>
                  <a:cubicBezTo>
                    <a:pt x="602" y="283"/>
                    <a:pt x="604" y="279"/>
                    <a:pt x="609" y="276"/>
                  </a:cubicBezTo>
                  <a:close/>
                  <a:moveTo>
                    <a:pt x="608" y="229"/>
                  </a:moveTo>
                  <a:cubicBezTo>
                    <a:pt x="608" y="229"/>
                    <a:pt x="608" y="229"/>
                    <a:pt x="608" y="230"/>
                  </a:cubicBezTo>
                  <a:cubicBezTo>
                    <a:pt x="609" y="232"/>
                    <a:pt x="606" y="229"/>
                    <a:pt x="608" y="229"/>
                  </a:cubicBezTo>
                  <a:close/>
                  <a:moveTo>
                    <a:pt x="607" y="228"/>
                  </a:moveTo>
                  <a:cubicBezTo>
                    <a:pt x="608" y="228"/>
                    <a:pt x="607" y="230"/>
                    <a:pt x="606" y="230"/>
                  </a:cubicBezTo>
                  <a:cubicBezTo>
                    <a:pt x="605" y="229"/>
                    <a:pt x="606" y="229"/>
                    <a:pt x="607" y="228"/>
                  </a:cubicBezTo>
                  <a:close/>
                  <a:moveTo>
                    <a:pt x="606" y="253"/>
                  </a:moveTo>
                  <a:cubicBezTo>
                    <a:pt x="608" y="251"/>
                    <a:pt x="609" y="257"/>
                    <a:pt x="606" y="256"/>
                  </a:cubicBezTo>
                  <a:cubicBezTo>
                    <a:pt x="605" y="256"/>
                    <a:pt x="605" y="254"/>
                    <a:pt x="606" y="253"/>
                  </a:cubicBezTo>
                  <a:close/>
                  <a:moveTo>
                    <a:pt x="602" y="228"/>
                  </a:moveTo>
                  <a:cubicBezTo>
                    <a:pt x="602" y="227"/>
                    <a:pt x="603" y="227"/>
                    <a:pt x="604" y="227"/>
                  </a:cubicBezTo>
                  <a:cubicBezTo>
                    <a:pt x="605" y="229"/>
                    <a:pt x="601" y="230"/>
                    <a:pt x="602" y="228"/>
                  </a:cubicBezTo>
                  <a:close/>
                  <a:moveTo>
                    <a:pt x="602" y="225"/>
                  </a:moveTo>
                  <a:cubicBezTo>
                    <a:pt x="602" y="224"/>
                    <a:pt x="601" y="227"/>
                    <a:pt x="602" y="225"/>
                  </a:cubicBezTo>
                  <a:close/>
                  <a:moveTo>
                    <a:pt x="598" y="235"/>
                  </a:moveTo>
                  <a:cubicBezTo>
                    <a:pt x="599" y="233"/>
                    <a:pt x="601" y="238"/>
                    <a:pt x="598" y="237"/>
                  </a:cubicBezTo>
                  <a:cubicBezTo>
                    <a:pt x="597" y="237"/>
                    <a:pt x="597" y="236"/>
                    <a:pt x="598" y="235"/>
                  </a:cubicBezTo>
                  <a:close/>
                  <a:moveTo>
                    <a:pt x="600" y="263"/>
                  </a:moveTo>
                  <a:cubicBezTo>
                    <a:pt x="601" y="262"/>
                    <a:pt x="602" y="258"/>
                    <a:pt x="604" y="257"/>
                  </a:cubicBezTo>
                  <a:cubicBezTo>
                    <a:pt x="608" y="255"/>
                    <a:pt x="600" y="265"/>
                    <a:pt x="599" y="266"/>
                  </a:cubicBezTo>
                  <a:cubicBezTo>
                    <a:pt x="601" y="264"/>
                    <a:pt x="598" y="268"/>
                    <a:pt x="597" y="268"/>
                  </a:cubicBezTo>
                  <a:cubicBezTo>
                    <a:pt x="596" y="267"/>
                    <a:pt x="599" y="264"/>
                    <a:pt x="600" y="263"/>
                  </a:cubicBezTo>
                  <a:close/>
                  <a:moveTo>
                    <a:pt x="594" y="230"/>
                  </a:moveTo>
                  <a:cubicBezTo>
                    <a:pt x="594" y="232"/>
                    <a:pt x="593" y="230"/>
                    <a:pt x="594" y="230"/>
                  </a:cubicBezTo>
                  <a:close/>
                  <a:moveTo>
                    <a:pt x="593" y="249"/>
                  </a:moveTo>
                  <a:cubicBezTo>
                    <a:pt x="594" y="249"/>
                    <a:pt x="593" y="250"/>
                    <a:pt x="593" y="250"/>
                  </a:cubicBezTo>
                  <a:cubicBezTo>
                    <a:pt x="592" y="250"/>
                    <a:pt x="593" y="248"/>
                    <a:pt x="593" y="249"/>
                  </a:cubicBezTo>
                  <a:close/>
                  <a:moveTo>
                    <a:pt x="595" y="252"/>
                  </a:moveTo>
                  <a:cubicBezTo>
                    <a:pt x="594" y="254"/>
                    <a:pt x="591" y="256"/>
                    <a:pt x="589" y="258"/>
                  </a:cubicBezTo>
                  <a:cubicBezTo>
                    <a:pt x="590" y="256"/>
                    <a:pt x="592" y="253"/>
                    <a:pt x="595" y="252"/>
                  </a:cubicBezTo>
                  <a:close/>
                  <a:moveTo>
                    <a:pt x="590" y="221"/>
                  </a:moveTo>
                  <a:cubicBezTo>
                    <a:pt x="590" y="221"/>
                    <a:pt x="590" y="221"/>
                    <a:pt x="591" y="221"/>
                  </a:cubicBezTo>
                  <a:cubicBezTo>
                    <a:pt x="590" y="221"/>
                    <a:pt x="590" y="222"/>
                    <a:pt x="590" y="221"/>
                  </a:cubicBezTo>
                  <a:close/>
                  <a:moveTo>
                    <a:pt x="591" y="238"/>
                  </a:moveTo>
                  <a:cubicBezTo>
                    <a:pt x="591" y="239"/>
                    <a:pt x="588" y="240"/>
                    <a:pt x="588" y="239"/>
                  </a:cubicBezTo>
                  <a:cubicBezTo>
                    <a:pt x="588" y="238"/>
                    <a:pt x="591" y="236"/>
                    <a:pt x="591" y="238"/>
                  </a:cubicBezTo>
                  <a:close/>
                  <a:moveTo>
                    <a:pt x="588" y="289"/>
                  </a:moveTo>
                  <a:cubicBezTo>
                    <a:pt x="589" y="290"/>
                    <a:pt x="585" y="291"/>
                    <a:pt x="586" y="289"/>
                  </a:cubicBezTo>
                  <a:cubicBezTo>
                    <a:pt x="587" y="289"/>
                    <a:pt x="587" y="288"/>
                    <a:pt x="588" y="289"/>
                  </a:cubicBezTo>
                  <a:close/>
                  <a:moveTo>
                    <a:pt x="587" y="214"/>
                  </a:moveTo>
                  <a:cubicBezTo>
                    <a:pt x="588" y="216"/>
                    <a:pt x="584" y="216"/>
                    <a:pt x="584" y="215"/>
                  </a:cubicBezTo>
                  <a:cubicBezTo>
                    <a:pt x="584" y="213"/>
                    <a:pt x="586" y="213"/>
                    <a:pt x="587" y="214"/>
                  </a:cubicBezTo>
                  <a:close/>
                  <a:moveTo>
                    <a:pt x="583" y="217"/>
                  </a:moveTo>
                  <a:cubicBezTo>
                    <a:pt x="583" y="217"/>
                    <a:pt x="585" y="217"/>
                    <a:pt x="584" y="218"/>
                  </a:cubicBezTo>
                  <a:cubicBezTo>
                    <a:pt x="584" y="218"/>
                    <a:pt x="582" y="218"/>
                    <a:pt x="583" y="217"/>
                  </a:cubicBezTo>
                  <a:close/>
                  <a:moveTo>
                    <a:pt x="586" y="259"/>
                  </a:moveTo>
                  <a:cubicBezTo>
                    <a:pt x="586" y="259"/>
                    <a:pt x="584" y="263"/>
                    <a:pt x="582" y="263"/>
                  </a:cubicBezTo>
                  <a:cubicBezTo>
                    <a:pt x="583" y="262"/>
                    <a:pt x="585" y="260"/>
                    <a:pt x="586" y="259"/>
                  </a:cubicBezTo>
                  <a:close/>
                  <a:moveTo>
                    <a:pt x="583" y="250"/>
                  </a:moveTo>
                  <a:cubicBezTo>
                    <a:pt x="583" y="251"/>
                    <a:pt x="582" y="251"/>
                    <a:pt x="581" y="251"/>
                  </a:cubicBezTo>
                  <a:cubicBezTo>
                    <a:pt x="581" y="250"/>
                    <a:pt x="582" y="249"/>
                    <a:pt x="583" y="250"/>
                  </a:cubicBezTo>
                  <a:close/>
                  <a:moveTo>
                    <a:pt x="580" y="258"/>
                  </a:move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lose/>
                  <a:moveTo>
                    <a:pt x="582" y="276"/>
                  </a:moveTo>
                  <a:cubicBezTo>
                    <a:pt x="584" y="278"/>
                    <a:pt x="581" y="280"/>
                    <a:pt x="579" y="280"/>
                  </a:cubicBezTo>
                  <a:cubicBezTo>
                    <a:pt x="579" y="279"/>
                    <a:pt x="581" y="275"/>
                    <a:pt x="582" y="276"/>
                  </a:cubicBezTo>
                  <a:close/>
                  <a:moveTo>
                    <a:pt x="579" y="294"/>
                  </a:moveTo>
                  <a:cubicBezTo>
                    <a:pt x="580" y="294"/>
                    <a:pt x="578" y="295"/>
                    <a:pt x="578" y="294"/>
                  </a:cubicBezTo>
                  <a:cubicBezTo>
                    <a:pt x="578" y="294"/>
                    <a:pt x="579" y="294"/>
                    <a:pt x="579" y="294"/>
                  </a:cubicBezTo>
                  <a:close/>
                  <a:moveTo>
                    <a:pt x="575" y="180"/>
                  </a:moveTo>
                  <a:cubicBezTo>
                    <a:pt x="575" y="180"/>
                    <a:pt x="576" y="180"/>
                    <a:pt x="576" y="180"/>
                  </a:cubicBezTo>
                  <a:cubicBezTo>
                    <a:pt x="577" y="181"/>
                    <a:pt x="574" y="182"/>
                    <a:pt x="575" y="180"/>
                  </a:cubicBezTo>
                  <a:close/>
                  <a:moveTo>
                    <a:pt x="576" y="192"/>
                  </a:moveTo>
                  <a:cubicBezTo>
                    <a:pt x="579" y="190"/>
                    <a:pt x="578" y="196"/>
                    <a:pt x="576" y="195"/>
                  </a:cubicBezTo>
                  <a:cubicBezTo>
                    <a:pt x="574" y="195"/>
                    <a:pt x="575" y="193"/>
                    <a:pt x="576" y="192"/>
                  </a:cubicBezTo>
                  <a:close/>
                  <a:moveTo>
                    <a:pt x="571" y="222"/>
                  </a:moveTo>
                  <a:cubicBezTo>
                    <a:pt x="567" y="221"/>
                    <a:pt x="569" y="214"/>
                    <a:pt x="571" y="212"/>
                  </a:cubicBezTo>
                  <a:cubicBezTo>
                    <a:pt x="579" y="207"/>
                    <a:pt x="578" y="222"/>
                    <a:pt x="571" y="222"/>
                  </a:cubicBezTo>
                  <a:close/>
                  <a:moveTo>
                    <a:pt x="571" y="188"/>
                  </a:moveTo>
                  <a:cubicBezTo>
                    <a:pt x="571" y="188"/>
                    <a:pt x="572" y="186"/>
                    <a:pt x="573" y="188"/>
                  </a:cubicBezTo>
                  <a:cubicBezTo>
                    <a:pt x="573" y="188"/>
                    <a:pt x="572" y="189"/>
                    <a:pt x="571" y="188"/>
                  </a:cubicBezTo>
                  <a:close/>
                  <a:moveTo>
                    <a:pt x="569" y="186"/>
                  </a:moveTo>
                  <a:cubicBezTo>
                    <a:pt x="569" y="186"/>
                    <a:pt x="569" y="186"/>
                    <a:pt x="570" y="185"/>
                  </a:cubicBezTo>
                  <a:cubicBezTo>
                    <a:pt x="570" y="185"/>
                    <a:pt x="570" y="185"/>
                    <a:pt x="570" y="185"/>
                  </a:cubicBezTo>
                  <a:cubicBezTo>
                    <a:pt x="570" y="185"/>
                    <a:pt x="572" y="184"/>
                    <a:pt x="573" y="183"/>
                  </a:cubicBezTo>
                  <a:cubicBezTo>
                    <a:pt x="572" y="186"/>
                    <a:pt x="569" y="187"/>
                    <a:pt x="567" y="188"/>
                  </a:cubicBezTo>
                  <a:cubicBezTo>
                    <a:pt x="567" y="187"/>
                    <a:pt x="568" y="187"/>
                    <a:pt x="569" y="186"/>
                  </a:cubicBezTo>
                  <a:close/>
                  <a:moveTo>
                    <a:pt x="565" y="188"/>
                  </a:moveTo>
                  <a:cubicBezTo>
                    <a:pt x="565" y="188"/>
                    <a:pt x="566" y="187"/>
                    <a:pt x="567" y="188"/>
                  </a:cubicBezTo>
                  <a:cubicBezTo>
                    <a:pt x="567" y="189"/>
                    <a:pt x="563" y="190"/>
                    <a:pt x="565" y="188"/>
                  </a:cubicBezTo>
                  <a:close/>
                  <a:moveTo>
                    <a:pt x="562" y="209"/>
                  </a:moveTo>
                  <a:cubicBezTo>
                    <a:pt x="562" y="210"/>
                    <a:pt x="561" y="210"/>
                    <a:pt x="560" y="209"/>
                  </a:cubicBezTo>
                  <a:cubicBezTo>
                    <a:pt x="560" y="209"/>
                    <a:pt x="561" y="208"/>
                    <a:pt x="562" y="209"/>
                  </a:cubicBezTo>
                  <a:close/>
                  <a:moveTo>
                    <a:pt x="558" y="198"/>
                  </a:moveTo>
                  <a:cubicBezTo>
                    <a:pt x="560" y="196"/>
                    <a:pt x="560" y="199"/>
                    <a:pt x="558" y="199"/>
                  </a:cubicBezTo>
                  <a:cubicBezTo>
                    <a:pt x="558" y="199"/>
                    <a:pt x="558" y="198"/>
                    <a:pt x="558" y="198"/>
                  </a:cubicBezTo>
                  <a:close/>
                  <a:moveTo>
                    <a:pt x="558" y="215"/>
                  </a:moveTo>
                  <a:cubicBezTo>
                    <a:pt x="561" y="213"/>
                    <a:pt x="565" y="210"/>
                    <a:pt x="569" y="209"/>
                  </a:cubicBezTo>
                  <a:cubicBezTo>
                    <a:pt x="567" y="211"/>
                    <a:pt x="560" y="215"/>
                    <a:pt x="557" y="217"/>
                  </a:cubicBezTo>
                  <a:cubicBezTo>
                    <a:pt x="558" y="216"/>
                    <a:pt x="556" y="217"/>
                    <a:pt x="556" y="217"/>
                  </a:cubicBezTo>
                  <a:cubicBezTo>
                    <a:pt x="555" y="215"/>
                    <a:pt x="557" y="215"/>
                    <a:pt x="558" y="215"/>
                  </a:cubicBezTo>
                  <a:close/>
                  <a:moveTo>
                    <a:pt x="559" y="250"/>
                  </a:moveTo>
                  <a:cubicBezTo>
                    <a:pt x="559" y="252"/>
                    <a:pt x="554" y="254"/>
                    <a:pt x="553" y="252"/>
                  </a:cubicBezTo>
                  <a:cubicBezTo>
                    <a:pt x="552" y="249"/>
                    <a:pt x="559" y="246"/>
                    <a:pt x="559" y="250"/>
                  </a:cubicBezTo>
                  <a:close/>
                  <a:moveTo>
                    <a:pt x="551" y="188"/>
                  </a:moveTo>
                  <a:cubicBezTo>
                    <a:pt x="551" y="188"/>
                    <a:pt x="552" y="188"/>
                    <a:pt x="552" y="188"/>
                  </a:cubicBezTo>
                  <a:cubicBezTo>
                    <a:pt x="552" y="190"/>
                    <a:pt x="550" y="190"/>
                    <a:pt x="551" y="188"/>
                  </a:cubicBezTo>
                  <a:close/>
                  <a:moveTo>
                    <a:pt x="552" y="253"/>
                  </a:moveTo>
                  <a:cubicBezTo>
                    <a:pt x="552" y="254"/>
                    <a:pt x="554" y="255"/>
                    <a:pt x="554" y="256"/>
                  </a:cubicBezTo>
                  <a:cubicBezTo>
                    <a:pt x="554" y="258"/>
                    <a:pt x="552" y="256"/>
                    <a:pt x="552" y="258"/>
                  </a:cubicBezTo>
                  <a:cubicBezTo>
                    <a:pt x="549" y="260"/>
                    <a:pt x="550" y="265"/>
                    <a:pt x="548" y="267"/>
                  </a:cubicBezTo>
                  <a:cubicBezTo>
                    <a:pt x="548" y="263"/>
                    <a:pt x="550" y="258"/>
                    <a:pt x="552" y="253"/>
                  </a:cubicBezTo>
                  <a:close/>
                  <a:moveTo>
                    <a:pt x="549" y="270"/>
                  </a:moveTo>
                  <a:cubicBezTo>
                    <a:pt x="548" y="269"/>
                    <a:pt x="550" y="267"/>
                    <a:pt x="551" y="269"/>
                  </a:cubicBezTo>
                  <a:cubicBezTo>
                    <a:pt x="552" y="271"/>
                    <a:pt x="549" y="271"/>
                    <a:pt x="549" y="270"/>
                  </a:cubicBezTo>
                  <a:close/>
                  <a:moveTo>
                    <a:pt x="549" y="310"/>
                  </a:moveTo>
                  <a:cubicBezTo>
                    <a:pt x="548" y="310"/>
                    <a:pt x="549" y="310"/>
                    <a:pt x="549" y="310"/>
                  </a:cubicBezTo>
                  <a:cubicBezTo>
                    <a:pt x="550" y="310"/>
                    <a:pt x="549" y="310"/>
                    <a:pt x="549" y="310"/>
                  </a:cubicBezTo>
                  <a:close/>
                  <a:moveTo>
                    <a:pt x="550" y="302"/>
                  </a:moveTo>
                  <a:cubicBezTo>
                    <a:pt x="551" y="302"/>
                    <a:pt x="551" y="301"/>
                    <a:pt x="551" y="302"/>
                  </a:cubicBezTo>
                  <a:cubicBezTo>
                    <a:pt x="552" y="302"/>
                    <a:pt x="550" y="303"/>
                    <a:pt x="550" y="302"/>
                  </a:cubicBezTo>
                  <a:close/>
                  <a:moveTo>
                    <a:pt x="558" y="345"/>
                  </a:moveTo>
                  <a:cubicBezTo>
                    <a:pt x="556" y="349"/>
                    <a:pt x="551" y="352"/>
                    <a:pt x="547" y="356"/>
                  </a:cubicBezTo>
                  <a:cubicBezTo>
                    <a:pt x="549" y="352"/>
                    <a:pt x="555" y="349"/>
                    <a:pt x="558" y="345"/>
                  </a:cubicBezTo>
                  <a:close/>
                  <a:moveTo>
                    <a:pt x="546" y="192"/>
                  </a:moveTo>
                  <a:cubicBezTo>
                    <a:pt x="547" y="193"/>
                    <a:pt x="545" y="194"/>
                    <a:pt x="545" y="193"/>
                  </a:cubicBezTo>
                  <a:cubicBezTo>
                    <a:pt x="545" y="192"/>
                    <a:pt x="546" y="192"/>
                    <a:pt x="546" y="192"/>
                  </a:cubicBezTo>
                  <a:close/>
                  <a:moveTo>
                    <a:pt x="545" y="198"/>
                  </a:moveTo>
                  <a:cubicBezTo>
                    <a:pt x="546" y="197"/>
                    <a:pt x="546" y="200"/>
                    <a:pt x="545" y="199"/>
                  </a:cubicBezTo>
                  <a:cubicBezTo>
                    <a:pt x="544" y="199"/>
                    <a:pt x="545" y="198"/>
                    <a:pt x="545" y="198"/>
                  </a:cubicBezTo>
                  <a:close/>
                  <a:moveTo>
                    <a:pt x="544" y="232"/>
                  </a:moveTo>
                  <a:cubicBezTo>
                    <a:pt x="545" y="231"/>
                    <a:pt x="546" y="230"/>
                    <a:pt x="546" y="231"/>
                  </a:cubicBezTo>
                  <a:cubicBezTo>
                    <a:pt x="549" y="233"/>
                    <a:pt x="542" y="235"/>
                    <a:pt x="544" y="232"/>
                  </a:cubicBezTo>
                  <a:close/>
                  <a:moveTo>
                    <a:pt x="547" y="281"/>
                  </a:moveTo>
                  <a:cubicBezTo>
                    <a:pt x="546" y="282"/>
                    <a:pt x="545" y="281"/>
                    <a:pt x="547" y="281"/>
                  </a:cubicBezTo>
                  <a:close/>
                  <a:moveTo>
                    <a:pt x="547" y="355"/>
                  </a:moveTo>
                  <a:cubicBezTo>
                    <a:pt x="546" y="357"/>
                    <a:pt x="544" y="358"/>
                    <a:pt x="543" y="359"/>
                  </a:cubicBezTo>
                  <a:cubicBezTo>
                    <a:pt x="543" y="357"/>
                    <a:pt x="545" y="356"/>
                    <a:pt x="547" y="355"/>
                  </a:cubicBezTo>
                  <a:close/>
                  <a:moveTo>
                    <a:pt x="542" y="323"/>
                  </a:moveTo>
                  <a:cubicBezTo>
                    <a:pt x="542" y="323"/>
                    <a:pt x="542" y="322"/>
                    <a:pt x="543" y="323"/>
                  </a:cubicBezTo>
                  <a:cubicBezTo>
                    <a:pt x="545" y="323"/>
                    <a:pt x="541" y="326"/>
                    <a:pt x="542" y="323"/>
                  </a:cubicBezTo>
                  <a:close/>
                  <a:moveTo>
                    <a:pt x="542" y="261"/>
                  </a:moveTo>
                  <a:cubicBezTo>
                    <a:pt x="543" y="259"/>
                    <a:pt x="544" y="261"/>
                    <a:pt x="542" y="261"/>
                  </a:cubicBezTo>
                  <a:close/>
                  <a:moveTo>
                    <a:pt x="541" y="250"/>
                  </a:moveTo>
                  <a:cubicBezTo>
                    <a:pt x="541" y="250"/>
                    <a:pt x="541" y="249"/>
                    <a:pt x="542" y="248"/>
                  </a:cubicBezTo>
                  <a:cubicBezTo>
                    <a:pt x="544" y="247"/>
                    <a:pt x="543" y="252"/>
                    <a:pt x="541" y="250"/>
                  </a:cubicBezTo>
                  <a:close/>
                  <a:moveTo>
                    <a:pt x="543" y="227"/>
                  </a:moveTo>
                  <a:cubicBezTo>
                    <a:pt x="543" y="227"/>
                    <a:pt x="542" y="228"/>
                    <a:pt x="542" y="227"/>
                  </a:cubicBezTo>
                  <a:cubicBezTo>
                    <a:pt x="542" y="227"/>
                    <a:pt x="542" y="227"/>
                    <a:pt x="543" y="227"/>
                  </a:cubicBezTo>
                  <a:close/>
                  <a:moveTo>
                    <a:pt x="541" y="192"/>
                  </a:moveTo>
                  <a:cubicBezTo>
                    <a:pt x="542" y="190"/>
                    <a:pt x="542" y="193"/>
                    <a:pt x="541" y="192"/>
                  </a:cubicBezTo>
                  <a:close/>
                  <a:moveTo>
                    <a:pt x="542" y="240"/>
                  </a:moveTo>
                  <a:cubicBezTo>
                    <a:pt x="542" y="241"/>
                    <a:pt x="540" y="242"/>
                    <a:pt x="539" y="242"/>
                  </a:cubicBezTo>
                  <a:cubicBezTo>
                    <a:pt x="539" y="241"/>
                    <a:pt x="541" y="241"/>
                    <a:pt x="542" y="240"/>
                  </a:cubicBezTo>
                  <a:close/>
                  <a:moveTo>
                    <a:pt x="537" y="195"/>
                  </a:moveTo>
                  <a:cubicBezTo>
                    <a:pt x="538" y="195"/>
                    <a:pt x="536" y="196"/>
                    <a:pt x="536" y="197"/>
                  </a:cubicBezTo>
                  <a:cubicBezTo>
                    <a:pt x="535" y="196"/>
                    <a:pt x="537" y="195"/>
                    <a:pt x="537" y="195"/>
                  </a:cubicBezTo>
                  <a:close/>
                  <a:moveTo>
                    <a:pt x="539" y="194"/>
                  </a:moveTo>
                  <a:cubicBezTo>
                    <a:pt x="538" y="197"/>
                    <a:pt x="536" y="201"/>
                    <a:pt x="534" y="203"/>
                  </a:cubicBezTo>
                  <a:cubicBezTo>
                    <a:pt x="536" y="200"/>
                    <a:pt x="537" y="197"/>
                    <a:pt x="539" y="194"/>
                  </a:cubicBezTo>
                  <a:close/>
                  <a:moveTo>
                    <a:pt x="534" y="200"/>
                  </a:moveTo>
                  <a:cubicBezTo>
                    <a:pt x="534" y="200"/>
                    <a:pt x="534" y="200"/>
                    <a:pt x="534" y="200"/>
                  </a:cubicBezTo>
                  <a:cubicBezTo>
                    <a:pt x="535" y="198"/>
                    <a:pt x="534" y="202"/>
                    <a:pt x="534" y="200"/>
                  </a:cubicBezTo>
                  <a:close/>
                  <a:moveTo>
                    <a:pt x="537" y="244"/>
                  </a:moveTo>
                  <a:cubicBezTo>
                    <a:pt x="536" y="245"/>
                    <a:pt x="534" y="246"/>
                    <a:pt x="532" y="246"/>
                  </a:cubicBezTo>
                  <a:cubicBezTo>
                    <a:pt x="533" y="245"/>
                    <a:pt x="535" y="244"/>
                    <a:pt x="537" y="244"/>
                  </a:cubicBezTo>
                  <a:close/>
                  <a:moveTo>
                    <a:pt x="534" y="205"/>
                  </a:moveTo>
                  <a:cubicBezTo>
                    <a:pt x="534" y="205"/>
                    <a:pt x="533" y="207"/>
                    <a:pt x="533" y="208"/>
                  </a:cubicBezTo>
                  <a:cubicBezTo>
                    <a:pt x="532" y="207"/>
                    <a:pt x="533" y="205"/>
                    <a:pt x="534" y="205"/>
                  </a:cubicBezTo>
                  <a:close/>
                  <a:moveTo>
                    <a:pt x="533" y="224"/>
                  </a:moveTo>
                  <a:cubicBezTo>
                    <a:pt x="534" y="223"/>
                    <a:pt x="533" y="226"/>
                    <a:pt x="532" y="226"/>
                  </a:cubicBezTo>
                  <a:cubicBezTo>
                    <a:pt x="532" y="225"/>
                    <a:pt x="532" y="225"/>
                    <a:pt x="533" y="224"/>
                  </a:cubicBezTo>
                  <a:close/>
                  <a:moveTo>
                    <a:pt x="531" y="209"/>
                  </a:moveTo>
                  <a:cubicBezTo>
                    <a:pt x="532" y="207"/>
                    <a:pt x="533" y="209"/>
                    <a:pt x="531" y="209"/>
                  </a:cubicBezTo>
                  <a:close/>
                  <a:moveTo>
                    <a:pt x="529" y="302"/>
                  </a:moveTo>
                  <a:cubicBezTo>
                    <a:pt x="529" y="301"/>
                    <a:pt x="529" y="301"/>
                    <a:pt x="530" y="300"/>
                  </a:cubicBezTo>
                  <a:cubicBezTo>
                    <a:pt x="532" y="299"/>
                    <a:pt x="531" y="303"/>
                    <a:pt x="529" y="302"/>
                  </a:cubicBezTo>
                  <a:close/>
                  <a:moveTo>
                    <a:pt x="530" y="248"/>
                  </a:moveTo>
                  <a:cubicBezTo>
                    <a:pt x="529" y="248"/>
                    <a:pt x="529" y="248"/>
                    <a:pt x="529" y="248"/>
                  </a:cubicBezTo>
                  <a:cubicBezTo>
                    <a:pt x="529" y="248"/>
                    <a:pt x="533" y="246"/>
                    <a:pt x="530" y="248"/>
                  </a:cubicBezTo>
                  <a:close/>
                  <a:moveTo>
                    <a:pt x="527" y="222"/>
                  </a:moveTo>
                  <a:cubicBezTo>
                    <a:pt x="520" y="225"/>
                    <a:pt x="519" y="215"/>
                    <a:pt x="525" y="213"/>
                  </a:cubicBezTo>
                  <a:cubicBezTo>
                    <a:pt x="530" y="211"/>
                    <a:pt x="532" y="219"/>
                    <a:pt x="527" y="222"/>
                  </a:cubicBezTo>
                  <a:close/>
                  <a:moveTo>
                    <a:pt x="526" y="189"/>
                  </a:moveTo>
                  <a:cubicBezTo>
                    <a:pt x="526" y="187"/>
                    <a:pt x="528" y="189"/>
                    <a:pt x="526" y="189"/>
                  </a:cubicBezTo>
                  <a:close/>
                  <a:moveTo>
                    <a:pt x="526" y="180"/>
                  </a:moveTo>
                  <a:cubicBezTo>
                    <a:pt x="526" y="181"/>
                    <a:pt x="520" y="184"/>
                    <a:pt x="519" y="181"/>
                  </a:cubicBezTo>
                  <a:cubicBezTo>
                    <a:pt x="518" y="177"/>
                    <a:pt x="527" y="175"/>
                    <a:pt x="526" y="180"/>
                  </a:cubicBezTo>
                  <a:close/>
                  <a:moveTo>
                    <a:pt x="523" y="190"/>
                  </a:moveTo>
                  <a:cubicBezTo>
                    <a:pt x="524" y="190"/>
                    <a:pt x="524" y="190"/>
                    <a:pt x="524" y="190"/>
                  </a:cubicBezTo>
                  <a:cubicBezTo>
                    <a:pt x="524" y="192"/>
                    <a:pt x="521" y="189"/>
                    <a:pt x="523" y="190"/>
                  </a:cubicBezTo>
                  <a:close/>
                  <a:moveTo>
                    <a:pt x="520" y="185"/>
                  </a:moveTo>
                  <a:cubicBezTo>
                    <a:pt x="519" y="184"/>
                    <a:pt x="518" y="186"/>
                    <a:pt x="517" y="186"/>
                  </a:cubicBezTo>
                  <a:cubicBezTo>
                    <a:pt x="517" y="185"/>
                    <a:pt x="520" y="184"/>
                    <a:pt x="520" y="185"/>
                  </a:cubicBezTo>
                  <a:close/>
                  <a:moveTo>
                    <a:pt x="523" y="197"/>
                  </a:moveTo>
                  <a:cubicBezTo>
                    <a:pt x="526" y="200"/>
                    <a:pt x="524" y="205"/>
                    <a:pt x="522" y="207"/>
                  </a:cubicBezTo>
                  <a:cubicBezTo>
                    <a:pt x="520" y="208"/>
                    <a:pt x="517" y="208"/>
                    <a:pt x="515" y="208"/>
                  </a:cubicBezTo>
                  <a:cubicBezTo>
                    <a:pt x="512" y="209"/>
                    <a:pt x="514" y="209"/>
                    <a:pt x="512" y="207"/>
                  </a:cubicBezTo>
                  <a:cubicBezTo>
                    <a:pt x="509" y="204"/>
                    <a:pt x="509" y="200"/>
                    <a:pt x="513" y="200"/>
                  </a:cubicBezTo>
                  <a:cubicBezTo>
                    <a:pt x="512" y="206"/>
                    <a:pt x="514" y="198"/>
                    <a:pt x="515" y="197"/>
                  </a:cubicBezTo>
                  <a:cubicBezTo>
                    <a:pt x="516" y="197"/>
                    <a:pt x="521" y="196"/>
                    <a:pt x="523" y="197"/>
                  </a:cubicBezTo>
                  <a:close/>
                  <a:moveTo>
                    <a:pt x="511" y="195"/>
                  </a:moveTo>
                  <a:cubicBezTo>
                    <a:pt x="512" y="196"/>
                    <a:pt x="509" y="196"/>
                    <a:pt x="509" y="195"/>
                  </a:cubicBezTo>
                  <a:cubicBezTo>
                    <a:pt x="510" y="194"/>
                    <a:pt x="511" y="194"/>
                    <a:pt x="511" y="195"/>
                  </a:cubicBezTo>
                  <a:close/>
                  <a:moveTo>
                    <a:pt x="516" y="196"/>
                  </a:moveTo>
                  <a:cubicBezTo>
                    <a:pt x="515" y="196"/>
                    <a:pt x="509" y="201"/>
                    <a:pt x="508" y="199"/>
                  </a:cubicBezTo>
                  <a:cubicBezTo>
                    <a:pt x="508" y="198"/>
                    <a:pt x="514" y="195"/>
                    <a:pt x="516" y="196"/>
                  </a:cubicBezTo>
                  <a:close/>
                  <a:moveTo>
                    <a:pt x="509" y="183"/>
                  </a:moveTo>
                  <a:cubicBezTo>
                    <a:pt x="510" y="184"/>
                    <a:pt x="507" y="185"/>
                    <a:pt x="507" y="184"/>
                  </a:cubicBezTo>
                  <a:cubicBezTo>
                    <a:pt x="506" y="183"/>
                    <a:pt x="509" y="183"/>
                    <a:pt x="509" y="183"/>
                  </a:cubicBezTo>
                  <a:close/>
                  <a:moveTo>
                    <a:pt x="506" y="199"/>
                  </a:moveTo>
                  <a:cubicBezTo>
                    <a:pt x="509" y="197"/>
                    <a:pt x="509" y="203"/>
                    <a:pt x="506" y="202"/>
                  </a:cubicBezTo>
                  <a:cubicBezTo>
                    <a:pt x="505" y="201"/>
                    <a:pt x="506" y="199"/>
                    <a:pt x="506" y="199"/>
                  </a:cubicBezTo>
                  <a:close/>
                  <a:moveTo>
                    <a:pt x="506" y="261"/>
                  </a:moveTo>
                  <a:cubicBezTo>
                    <a:pt x="508" y="260"/>
                    <a:pt x="505" y="263"/>
                    <a:pt x="506" y="262"/>
                  </a:cubicBezTo>
                  <a:cubicBezTo>
                    <a:pt x="506" y="261"/>
                    <a:pt x="506" y="261"/>
                    <a:pt x="506" y="261"/>
                  </a:cubicBezTo>
                  <a:close/>
                  <a:moveTo>
                    <a:pt x="508" y="279"/>
                  </a:moveTo>
                  <a:cubicBezTo>
                    <a:pt x="508" y="281"/>
                    <a:pt x="504" y="283"/>
                    <a:pt x="503" y="281"/>
                  </a:cubicBezTo>
                  <a:cubicBezTo>
                    <a:pt x="502" y="280"/>
                    <a:pt x="507" y="277"/>
                    <a:pt x="508" y="279"/>
                  </a:cubicBezTo>
                  <a:close/>
                  <a:moveTo>
                    <a:pt x="502" y="609"/>
                  </a:moveTo>
                  <a:cubicBezTo>
                    <a:pt x="502" y="607"/>
                    <a:pt x="504" y="608"/>
                    <a:pt x="502" y="609"/>
                  </a:cubicBezTo>
                  <a:close/>
                  <a:moveTo>
                    <a:pt x="503" y="283"/>
                  </a:moveTo>
                  <a:cubicBezTo>
                    <a:pt x="503" y="282"/>
                    <a:pt x="502" y="284"/>
                    <a:pt x="503" y="283"/>
                  </a:cubicBezTo>
                  <a:close/>
                  <a:moveTo>
                    <a:pt x="502" y="173"/>
                  </a:moveTo>
                  <a:cubicBezTo>
                    <a:pt x="503" y="174"/>
                    <a:pt x="502" y="175"/>
                    <a:pt x="501" y="174"/>
                  </a:cubicBezTo>
                  <a:cubicBezTo>
                    <a:pt x="501" y="174"/>
                    <a:pt x="502" y="174"/>
                    <a:pt x="502" y="173"/>
                  </a:cubicBezTo>
                  <a:close/>
                  <a:moveTo>
                    <a:pt x="501" y="129"/>
                  </a:moveTo>
                  <a:cubicBezTo>
                    <a:pt x="501" y="129"/>
                    <a:pt x="501" y="129"/>
                    <a:pt x="501" y="129"/>
                  </a:cubicBezTo>
                  <a:cubicBezTo>
                    <a:pt x="502" y="131"/>
                    <a:pt x="499" y="127"/>
                    <a:pt x="501" y="129"/>
                  </a:cubicBezTo>
                  <a:close/>
                  <a:moveTo>
                    <a:pt x="503" y="177"/>
                  </a:moveTo>
                  <a:cubicBezTo>
                    <a:pt x="503" y="178"/>
                    <a:pt x="500" y="178"/>
                    <a:pt x="500" y="177"/>
                  </a:cubicBezTo>
                  <a:cubicBezTo>
                    <a:pt x="500" y="176"/>
                    <a:pt x="503" y="175"/>
                    <a:pt x="503" y="177"/>
                  </a:cubicBezTo>
                  <a:close/>
                  <a:moveTo>
                    <a:pt x="501" y="214"/>
                  </a:moveTo>
                  <a:cubicBezTo>
                    <a:pt x="502" y="214"/>
                    <a:pt x="500" y="216"/>
                    <a:pt x="500" y="216"/>
                  </a:cubicBezTo>
                  <a:cubicBezTo>
                    <a:pt x="499" y="215"/>
                    <a:pt x="500" y="213"/>
                    <a:pt x="501" y="214"/>
                  </a:cubicBezTo>
                  <a:close/>
                  <a:moveTo>
                    <a:pt x="499" y="175"/>
                  </a:moveTo>
                  <a:cubicBezTo>
                    <a:pt x="499" y="175"/>
                    <a:pt x="499" y="175"/>
                    <a:pt x="498" y="175"/>
                  </a:cubicBezTo>
                  <a:cubicBezTo>
                    <a:pt x="498" y="175"/>
                    <a:pt x="498" y="175"/>
                    <a:pt x="498" y="175"/>
                  </a:cubicBezTo>
                  <a:cubicBezTo>
                    <a:pt x="498" y="175"/>
                    <a:pt x="499" y="175"/>
                    <a:pt x="499" y="175"/>
                  </a:cubicBezTo>
                  <a:close/>
                  <a:moveTo>
                    <a:pt x="499" y="241"/>
                  </a:moveTo>
                  <a:cubicBezTo>
                    <a:pt x="500" y="241"/>
                    <a:pt x="498" y="242"/>
                    <a:pt x="498" y="241"/>
                  </a:cubicBezTo>
                  <a:cubicBezTo>
                    <a:pt x="498" y="240"/>
                    <a:pt x="499" y="241"/>
                    <a:pt x="499" y="241"/>
                  </a:cubicBezTo>
                  <a:close/>
                  <a:moveTo>
                    <a:pt x="498" y="123"/>
                  </a:moveTo>
                  <a:cubicBezTo>
                    <a:pt x="499" y="123"/>
                    <a:pt x="497" y="125"/>
                    <a:pt x="497" y="124"/>
                  </a:cubicBezTo>
                  <a:cubicBezTo>
                    <a:pt x="497" y="124"/>
                    <a:pt x="498" y="123"/>
                    <a:pt x="498" y="123"/>
                  </a:cubicBezTo>
                  <a:close/>
                  <a:moveTo>
                    <a:pt x="498" y="150"/>
                  </a:moveTo>
                  <a:cubicBezTo>
                    <a:pt x="498" y="151"/>
                    <a:pt x="497" y="152"/>
                    <a:pt x="496" y="151"/>
                  </a:cubicBezTo>
                  <a:cubicBezTo>
                    <a:pt x="496" y="150"/>
                    <a:pt x="498" y="150"/>
                    <a:pt x="498" y="150"/>
                  </a:cubicBezTo>
                  <a:close/>
                  <a:moveTo>
                    <a:pt x="498" y="170"/>
                  </a:moveTo>
                  <a:cubicBezTo>
                    <a:pt x="498" y="172"/>
                    <a:pt x="494" y="171"/>
                    <a:pt x="494" y="170"/>
                  </a:cubicBezTo>
                  <a:cubicBezTo>
                    <a:pt x="494" y="168"/>
                    <a:pt x="497" y="168"/>
                    <a:pt x="498" y="170"/>
                  </a:cubicBezTo>
                  <a:close/>
                  <a:moveTo>
                    <a:pt x="494" y="124"/>
                  </a:moveTo>
                  <a:cubicBezTo>
                    <a:pt x="494" y="124"/>
                    <a:pt x="493" y="125"/>
                    <a:pt x="492" y="125"/>
                  </a:cubicBezTo>
                  <a:cubicBezTo>
                    <a:pt x="492" y="124"/>
                    <a:pt x="493" y="124"/>
                    <a:pt x="494" y="124"/>
                  </a:cubicBezTo>
                  <a:close/>
                  <a:moveTo>
                    <a:pt x="493" y="162"/>
                  </a:moveTo>
                  <a:cubicBezTo>
                    <a:pt x="494" y="163"/>
                    <a:pt x="493" y="164"/>
                    <a:pt x="492" y="163"/>
                  </a:cubicBezTo>
                  <a:cubicBezTo>
                    <a:pt x="492" y="163"/>
                    <a:pt x="493" y="162"/>
                    <a:pt x="493" y="162"/>
                  </a:cubicBezTo>
                  <a:close/>
                  <a:moveTo>
                    <a:pt x="493" y="158"/>
                  </a:moveTo>
                  <a:cubicBezTo>
                    <a:pt x="494" y="160"/>
                    <a:pt x="493" y="157"/>
                    <a:pt x="493" y="158"/>
                  </a:cubicBezTo>
                  <a:close/>
                  <a:moveTo>
                    <a:pt x="493" y="168"/>
                  </a:moveTo>
                  <a:cubicBezTo>
                    <a:pt x="493" y="170"/>
                    <a:pt x="491" y="169"/>
                    <a:pt x="493" y="168"/>
                  </a:cubicBezTo>
                  <a:close/>
                  <a:moveTo>
                    <a:pt x="491" y="160"/>
                  </a:moveTo>
                  <a:cubicBezTo>
                    <a:pt x="492" y="161"/>
                    <a:pt x="490" y="162"/>
                    <a:pt x="490" y="161"/>
                  </a:cubicBezTo>
                  <a:cubicBezTo>
                    <a:pt x="491" y="160"/>
                    <a:pt x="491" y="160"/>
                    <a:pt x="491" y="160"/>
                  </a:cubicBezTo>
                  <a:close/>
                  <a:moveTo>
                    <a:pt x="491" y="132"/>
                  </a:moveTo>
                  <a:cubicBezTo>
                    <a:pt x="492" y="134"/>
                    <a:pt x="488" y="133"/>
                    <a:pt x="488" y="132"/>
                  </a:cubicBezTo>
                  <a:cubicBezTo>
                    <a:pt x="488" y="131"/>
                    <a:pt x="491" y="131"/>
                    <a:pt x="491" y="132"/>
                  </a:cubicBezTo>
                  <a:close/>
                  <a:moveTo>
                    <a:pt x="486" y="205"/>
                  </a:moveTo>
                  <a:cubicBezTo>
                    <a:pt x="487" y="204"/>
                    <a:pt x="488" y="204"/>
                    <a:pt x="488" y="205"/>
                  </a:cubicBezTo>
                  <a:cubicBezTo>
                    <a:pt x="488" y="205"/>
                    <a:pt x="489" y="205"/>
                    <a:pt x="490" y="205"/>
                  </a:cubicBezTo>
                  <a:cubicBezTo>
                    <a:pt x="491" y="204"/>
                    <a:pt x="496" y="198"/>
                    <a:pt x="497" y="199"/>
                  </a:cubicBezTo>
                  <a:cubicBezTo>
                    <a:pt x="499" y="201"/>
                    <a:pt x="490" y="206"/>
                    <a:pt x="489" y="206"/>
                  </a:cubicBezTo>
                  <a:cubicBezTo>
                    <a:pt x="488" y="207"/>
                    <a:pt x="487" y="208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5" y="206"/>
                    <a:pt x="486" y="205"/>
                    <a:pt x="486" y="205"/>
                  </a:cubicBezTo>
                  <a:close/>
                  <a:moveTo>
                    <a:pt x="486" y="209"/>
                  </a:moveTo>
                  <a:cubicBezTo>
                    <a:pt x="487" y="210"/>
                    <a:pt x="485" y="210"/>
                    <a:pt x="485" y="210"/>
                  </a:cubicBezTo>
                  <a:cubicBezTo>
                    <a:pt x="485" y="209"/>
                    <a:pt x="486" y="209"/>
                    <a:pt x="486" y="209"/>
                  </a:cubicBezTo>
                  <a:close/>
                  <a:moveTo>
                    <a:pt x="486" y="141"/>
                  </a:moveTo>
                  <a:cubicBezTo>
                    <a:pt x="486" y="142"/>
                    <a:pt x="483" y="142"/>
                    <a:pt x="483" y="141"/>
                  </a:cubicBezTo>
                  <a:cubicBezTo>
                    <a:pt x="483" y="141"/>
                    <a:pt x="485" y="140"/>
                    <a:pt x="486" y="141"/>
                  </a:cubicBezTo>
                  <a:close/>
                  <a:moveTo>
                    <a:pt x="484" y="149"/>
                  </a:moveTo>
                  <a:cubicBezTo>
                    <a:pt x="485" y="149"/>
                    <a:pt x="483" y="151"/>
                    <a:pt x="483" y="149"/>
                  </a:cubicBezTo>
                  <a:cubicBezTo>
                    <a:pt x="483" y="149"/>
                    <a:pt x="483" y="149"/>
                    <a:pt x="484" y="149"/>
                  </a:cubicBezTo>
                  <a:close/>
                  <a:moveTo>
                    <a:pt x="496" y="76"/>
                  </a:moveTo>
                  <a:cubicBezTo>
                    <a:pt x="496" y="76"/>
                    <a:pt x="496" y="76"/>
                    <a:pt x="496" y="76"/>
                  </a:cubicBezTo>
                  <a:cubicBezTo>
                    <a:pt x="496" y="77"/>
                    <a:pt x="496" y="77"/>
                    <a:pt x="496" y="76"/>
                  </a:cubicBezTo>
                  <a:close/>
                  <a:moveTo>
                    <a:pt x="496" y="76"/>
                  </a:moveTo>
                  <a:cubicBezTo>
                    <a:pt x="495" y="76"/>
                    <a:pt x="495" y="76"/>
                    <a:pt x="496" y="76"/>
                  </a:cubicBezTo>
                  <a:close/>
                  <a:moveTo>
                    <a:pt x="496" y="79"/>
                  </a:moveTo>
                  <a:cubicBezTo>
                    <a:pt x="496" y="79"/>
                    <a:pt x="495" y="79"/>
                    <a:pt x="494" y="79"/>
                  </a:cubicBezTo>
                  <a:cubicBezTo>
                    <a:pt x="494" y="79"/>
                    <a:pt x="495" y="78"/>
                    <a:pt x="496" y="79"/>
                  </a:cubicBezTo>
                  <a:close/>
                  <a:moveTo>
                    <a:pt x="493" y="77"/>
                  </a:moveTo>
                  <a:cubicBezTo>
                    <a:pt x="493" y="78"/>
                    <a:pt x="492" y="78"/>
                    <a:pt x="492" y="78"/>
                  </a:cubicBezTo>
                  <a:cubicBezTo>
                    <a:pt x="492" y="78"/>
                    <a:pt x="491" y="76"/>
                    <a:pt x="491" y="76"/>
                  </a:cubicBezTo>
                  <a:cubicBezTo>
                    <a:pt x="491" y="75"/>
                    <a:pt x="493" y="75"/>
                    <a:pt x="493" y="77"/>
                  </a:cubicBezTo>
                  <a:close/>
                  <a:moveTo>
                    <a:pt x="486" y="82"/>
                  </a:moveTo>
                  <a:cubicBezTo>
                    <a:pt x="487" y="83"/>
                    <a:pt x="485" y="83"/>
                    <a:pt x="485" y="82"/>
                  </a:cubicBezTo>
                  <a:cubicBezTo>
                    <a:pt x="485" y="82"/>
                    <a:pt x="486" y="82"/>
                    <a:pt x="486" y="82"/>
                  </a:cubicBezTo>
                  <a:close/>
                  <a:moveTo>
                    <a:pt x="486" y="85"/>
                  </a:moveTo>
                  <a:cubicBezTo>
                    <a:pt x="485" y="85"/>
                    <a:pt x="484" y="86"/>
                    <a:pt x="484" y="85"/>
                  </a:cubicBezTo>
                  <a:cubicBezTo>
                    <a:pt x="485" y="85"/>
                    <a:pt x="488" y="81"/>
                    <a:pt x="491" y="81"/>
                  </a:cubicBezTo>
                  <a:cubicBezTo>
                    <a:pt x="492" y="81"/>
                    <a:pt x="495" y="82"/>
                    <a:pt x="495" y="85"/>
                  </a:cubicBezTo>
                  <a:cubicBezTo>
                    <a:pt x="494" y="87"/>
                    <a:pt x="490" y="89"/>
                    <a:pt x="488" y="89"/>
                  </a:cubicBezTo>
                  <a:cubicBezTo>
                    <a:pt x="487" y="89"/>
                    <a:pt x="486" y="88"/>
                    <a:pt x="485" y="88"/>
                  </a:cubicBezTo>
                  <a:cubicBezTo>
                    <a:pt x="485" y="88"/>
                    <a:pt x="484" y="89"/>
                    <a:pt x="484" y="88"/>
                  </a:cubicBezTo>
                  <a:cubicBezTo>
                    <a:pt x="484" y="87"/>
                    <a:pt x="486" y="86"/>
                    <a:pt x="486" y="85"/>
                  </a:cubicBezTo>
                  <a:close/>
                  <a:moveTo>
                    <a:pt x="480" y="84"/>
                  </a:moveTo>
                  <a:cubicBezTo>
                    <a:pt x="481" y="85"/>
                    <a:pt x="479" y="83"/>
                    <a:pt x="480" y="84"/>
                  </a:cubicBezTo>
                  <a:close/>
                  <a:moveTo>
                    <a:pt x="481" y="85"/>
                  </a:moveTo>
                  <a:cubicBezTo>
                    <a:pt x="481" y="85"/>
                    <a:pt x="481" y="85"/>
                    <a:pt x="481" y="85"/>
                  </a:cubicBezTo>
                  <a:cubicBezTo>
                    <a:pt x="481" y="85"/>
                    <a:pt x="480" y="85"/>
                    <a:pt x="480" y="85"/>
                  </a:cubicBezTo>
                  <a:cubicBezTo>
                    <a:pt x="481" y="85"/>
                    <a:pt x="481" y="85"/>
                    <a:pt x="481" y="85"/>
                  </a:cubicBezTo>
                  <a:close/>
                  <a:moveTo>
                    <a:pt x="480" y="100"/>
                  </a:moveTo>
                  <a:cubicBezTo>
                    <a:pt x="479" y="100"/>
                    <a:pt x="481" y="99"/>
                    <a:pt x="482" y="99"/>
                  </a:cubicBezTo>
                  <a:cubicBezTo>
                    <a:pt x="482" y="100"/>
                    <a:pt x="480" y="100"/>
                    <a:pt x="480" y="100"/>
                  </a:cubicBezTo>
                  <a:close/>
                  <a:moveTo>
                    <a:pt x="481" y="72"/>
                  </a:moveTo>
                  <a:cubicBezTo>
                    <a:pt x="484" y="71"/>
                    <a:pt x="482" y="77"/>
                    <a:pt x="479" y="75"/>
                  </a:cubicBezTo>
                  <a:cubicBezTo>
                    <a:pt x="478" y="74"/>
                    <a:pt x="480" y="73"/>
                    <a:pt x="481" y="72"/>
                  </a:cubicBezTo>
                  <a:close/>
                  <a:moveTo>
                    <a:pt x="492" y="60"/>
                  </a:moveTo>
                  <a:cubicBezTo>
                    <a:pt x="491" y="62"/>
                    <a:pt x="490" y="60"/>
                    <a:pt x="492" y="60"/>
                  </a:cubicBezTo>
                  <a:close/>
                  <a:moveTo>
                    <a:pt x="487" y="59"/>
                  </a:moveTo>
                  <a:cubicBezTo>
                    <a:pt x="486" y="60"/>
                    <a:pt x="485" y="60"/>
                    <a:pt x="483" y="60"/>
                  </a:cubicBezTo>
                  <a:cubicBezTo>
                    <a:pt x="485" y="60"/>
                    <a:pt x="485" y="58"/>
                    <a:pt x="487" y="59"/>
                  </a:cubicBezTo>
                  <a:close/>
                  <a:moveTo>
                    <a:pt x="479" y="61"/>
                  </a:moveTo>
                  <a:cubicBezTo>
                    <a:pt x="480" y="61"/>
                    <a:pt x="478" y="62"/>
                    <a:pt x="477" y="61"/>
                  </a:cubicBezTo>
                  <a:cubicBezTo>
                    <a:pt x="477" y="61"/>
                    <a:pt x="479" y="61"/>
                    <a:pt x="479" y="61"/>
                  </a:cubicBezTo>
                  <a:close/>
                  <a:moveTo>
                    <a:pt x="477" y="61"/>
                  </a:moveTo>
                  <a:cubicBezTo>
                    <a:pt x="477" y="62"/>
                    <a:pt x="475" y="61"/>
                    <a:pt x="475" y="61"/>
                  </a:cubicBezTo>
                  <a:cubicBezTo>
                    <a:pt x="475" y="61"/>
                    <a:pt x="476" y="60"/>
                    <a:pt x="477" y="61"/>
                  </a:cubicBezTo>
                  <a:close/>
                  <a:moveTo>
                    <a:pt x="465" y="20"/>
                  </a:moveTo>
                  <a:cubicBezTo>
                    <a:pt x="465" y="20"/>
                    <a:pt x="464" y="21"/>
                    <a:pt x="463" y="20"/>
                  </a:cubicBezTo>
                  <a:cubicBezTo>
                    <a:pt x="463" y="20"/>
                    <a:pt x="464" y="19"/>
                    <a:pt x="465" y="20"/>
                  </a:cubicBezTo>
                  <a:close/>
                  <a:moveTo>
                    <a:pt x="465" y="23"/>
                  </a:moveTo>
                  <a:cubicBezTo>
                    <a:pt x="465" y="24"/>
                    <a:pt x="463" y="23"/>
                    <a:pt x="463" y="23"/>
                  </a:cubicBezTo>
                  <a:cubicBezTo>
                    <a:pt x="463" y="22"/>
                    <a:pt x="464" y="21"/>
                    <a:pt x="465" y="23"/>
                  </a:cubicBezTo>
                  <a:close/>
                  <a:moveTo>
                    <a:pt x="399" y="26"/>
                  </a:moveTo>
                  <a:cubicBezTo>
                    <a:pt x="399" y="26"/>
                    <a:pt x="399" y="26"/>
                    <a:pt x="399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399" y="27"/>
                    <a:pt x="399" y="26"/>
                    <a:pt x="399" y="26"/>
                  </a:cubicBezTo>
                  <a:close/>
                  <a:moveTo>
                    <a:pt x="257" y="435"/>
                  </a:moveTo>
                  <a:cubicBezTo>
                    <a:pt x="258" y="436"/>
                    <a:pt x="257" y="438"/>
                    <a:pt x="257" y="438"/>
                  </a:cubicBezTo>
                  <a:cubicBezTo>
                    <a:pt x="255" y="439"/>
                    <a:pt x="255" y="434"/>
                    <a:pt x="257" y="435"/>
                  </a:cubicBezTo>
                  <a:close/>
                  <a:moveTo>
                    <a:pt x="258" y="487"/>
                  </a:moveTo>
                  <a:cubicBezTo>
                    <a:pt x="256" y="488"/>
                    <a:pt x="257" y="484"/>
                    <a:pt x="258" y="485"/>
                  </a:cubicBezTo>
                  <a:cubicBezTo>
                    <a:pt x="259" y="485"/>
                    <a:pt x="258" y="486"/>
                    <a:pt x="258" y="487"/>
                  </a:cubicBezTo>
                  <a:close/>
                  <a:moveTo>
                    <a:pt x="256" y="404"/>
                  </a:moveTo>
                  <a:cubicBezTo>
                    <a:pt x="256" y="404"/>
                    <a:pt x="256" y="398"/>
                    <a:pt x="259" y="399"/>
                  </a:cubicBezTo>
                  <a:cubicBezTo>
                    <a:pt x="260" y="399"/>
                    <a:pt x="259" y="405"/>
                    <a:pt x="256" y="404"/>
                  </a:cubicBezTo>
                  <a:close/>
                  <a:moveTo>
                    <a:pt x="259" y="383"/>
                  </a:moveTo>
                  <a:cubicBezTo>
                    <a:pt x="258" y="384"/>
                    <a:pt x="260" y="381"/>
                    <a:pt x="259" y="383"/>
                  </a:cubicBezTo>
                  <a:close/>
                  <a:moveTo>
                    <a:pt x="261" y="493"/>
                  </a:moveTo>
                  <a:cubicBezTo>
                    <a:pt x="262" y="491"/>
                    <a:pt x="264" y="489"/>
                    <a:pt x="266" y="488"/>
                  </a:cubicBezTo>
                  <a:cubicBezTo>
                    <a:pt x="265" y="490"/>
                    <a:pt x="263" y="491"/>
                    <a:pt x="261" y="493"/>
                  </a:cubicBezTo>
                  <a:close/>
                  <a:moveTo>
                    <a:pt x="266" y="444"/>
                  </a:moveTo>
                  <a:cubicBezTo>
                    <a:pt x="265" y="443"/>
                    <a:pt x="267" y="443"/>
                    <a:pt x="266" y="444"/>
                  </a:cubicBezTo>
                  <a:close/>
                  <a:moveTo>
                    <a:pt x="267" y="501"/>
                  </a:moveTo>
                  <a:cubicBezTo>
                    <a:pt x="267" y="502"/>
                    <a:pt x="269" y="500"/>
                    <a:pt x="267" y="501"/>
                  </a:cubicBezTo>
                  <a:close/>
                  <a:moveTo>
                    <a:pt x="268" y="477"/>
                  </a:moveTo>
                  <a:cubicBezTo>
                    <a:pt x="267" y="476"/>
                    <a:pt x="270" y="476"/>
                    <a:pt x="268" y="477"/>
                  </a:cubicBezTo>
                  <a:close/>
                  <a:moveTo>
                    <a:pt x="269" y="453"/>
                  </a:move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lose/>
                  <a:moveTo>
                    <a:pt x="282" y="413"/>
                  </a:moveTo>
                  <a:cubicBezTo>
                    <a:pt x="281" y="414"/>
                    <a:pt x="282" y="410"/>
                    <a:pt x="283" y="411"/>
                  </a:cubicBezTo>
                  <a:cubicBezTo>
                    <a:pt x="284" y="412"/>
                    <a:pt x="283" y="413"/>
                    <a:pt x="282" y="413"/>
                  </a:cubicBezTo>
                  <a:close/>
                  <a:moveTo>
                    <a:pt x="287" y="477"/>
                  </a:moveTo>
                  <a:cubicBezTo>
                    <a:pt x="289" y="477"/>
                    <a:pt x="288" y="482"/>
                    <a:pt x="287" y="483"/>
                  </a:cubicBezTo>
                  <a:cubicBezTo>
                    <a:pt x="282" y="485"/>
                    <a:pt x="287" y="477"/>
                    <a:pt x="287" y="477"/>
                  </a:cubicBezTo>
                  <a:close/>
                  <a:moveTo>
                    <a:pt x="288" y="462"/>
                  </a:moveTo>
                  <a:cubicBezTo>
                    <a:pt x="288" y="462"/>
                    <a:pt x="287" y="462"/>
                    <a:pt x="287" y="462"/>
                  </a:cubicBezTo>
                  <a:cubicBezTo>
                    <a:pt x="285" y="460"/>
                    <a:pt x="290" y="460"/>
                    <a:pt x="288" y="462"/>
                  </a:cubicBezTo>
                  <a:close/>
                  <a:moveTo>
                    <a:pt x="285" y="506"/>
                  </a:moveTo>
                  <a:cubicBezTo>
                    <a:pt x="286" y="505"/>
                    <a:pt x="284" y="507"/>
                    <a:pt x="285" y="506"/>
                  </a:cubicBezTo>
                  <a:close/>
                  <a:moveTo>
                    <a:pt x="287" y="507"/>
                  </a:moveTo>
                  <a:cubicBezTo>
                    <a:pt x="287" y="507"/>
                    <a:pt x="286" y="507"/>
                    <a:pt x="286" y="507"/>
                  </a:cubicBezTo>
                  <a:cubicBezTo>
                    <a:pt x="284" y="505"/>
                    <a:pt x="289" y="504"/>
                    <a:pt x="287" y="507"/>
                  </a:cubicBezTo>
                  <a:close/>
                  <a:moveTo>
                    <a:pt x="285" y="500"/>
                  </a:moveTo>
                  <a:cubicBezTo>
                    <a:pt x="280" y="502"/>
                    <a:pt x="285" y="493"/>
                    <a:pt x="288" y="495"/>
                  </a:cubicBezTo>
                  <a:cubicBezTo>
                    <a:pt x="289" y="496"/>
                    <a:pt x="286" y="500"/>
                    <a:pt x="285" y="500"/>
                  </a:cubicBezTo>
                  <a:close/>
                  <a:moveTo>
                    <a:pt x="288" y="508"/>
                  </a:moveTo>
                  <a:cubicBezTo>
                    <a:pt x="287" y="509"/>
                    <a:pt x="291" y="507"/>
                    <a:pt x="288" y="508"/>
                  </a:cubicBezTo>
                  <a:close/>
                  <a:moveTo>
                    <a:pt x="288" y="493"/>
                  </a:moveTo>
                  <a:cubicBezTo>
                    <a:pt x="287" y="493"/>
                    <a:pt x="287" y="490"/>
                    <a:pt x="289" y="490"/>
                  </a:cubicBezTo>
                  <a:cubicBezTo>
                    <a:pt x="290" y="491"/>
                    <a:pt x="289" y="492"/>
                    <a:pt x="288" y="493"/>
                  </a:cubicBezTo>
                  <a:close/>
                  <a:moveTo>
                    <a:pt x="292" y="519"/>
                  </a:moveTo>
                  <a:cubicBezTo>
                    <a:pt x="291" y="518"/>
                    <a:pt x="293" y="517"/>
                    <a:pt x="292" y="519"/>
                  </a:cubicBezTo>
                  <a:close/>
                  <a:moveTo>
                    <a:pt x="293" y="504"/>
                  </a:moveTo>
                  <a:cubicBezTo>
                    <a:pt x="292" y="503"/>
                    <a:pt x="294" y="503"/>
                    <a:pt x="294" y="502"/>
                  </a:cubicBezTo>
                  <a:cubicBezTo>
                    <a:pt x="294" y="503"/>
                    <a:pt x="293" y="503"/>
                    <a:pt x="293" y="504"/>
                  </a:cubicBezTo>
                  <a:close/>
                  <a:moveTo>
                    <a:pt x="294" y="459"/>
                  </a:moveTo>
                  <a:cubicBezTo>
                    <a:pt x="293" y="460"/>
                    <a:pt x="294" y="457"/>
                    <a:pt x="295" y="458"/>
                  </a:cubicBezTo>
                  <a:cubicBezTo>
                    <a:pt x="295" y="459"/>
                    <a:pt x="294" y="459"/>
                    <a:pt x="294" y="459"/>
                  </a:cubicBezTo>
                  <a:close/>
                  <a:moveTo>
                    <a:pt x="295" y="475"/>
                  </a:moveTo>
                  <a:cubicBezTo>
                    <a:pt x="295" y="474"/>
                    <a:pt x="297" y="475"/>
                    <a:pt x="295" y="475"/>
                  </a:cubicBezTo>
                  <a:close/>
                  <a:moveTo>
                    <a:pt x="296" y="389"/>
                  </a:moveTo>
                  <a:cubicBezTo>
                    <a:pt x="295" y="387"/>
                    <a:pt x="298" y="387"/>
                    <a:pt x="296" y="389"/>
                  </a:cubicBezTo>
                  <a:close/>
                  <a:moveTo>
                    <a:pt x="297" y="482"/>
                  </a:moveTo>
                  <a:cubicBezTo>
                    <a:pt x="297" y="483"/>
                    <a:pt x="297" y="480"/>
                    <a:pt x="297" y="482"/>
                  </a:cubicBezTo>
                  <a:close/>
                  <a:moveTo>
                    <a:pt x="298" y="393"/>
                  </a:moveTo>
                  <a:cubicBezTo>
                    <a:pt x="298" y="393"/>
                    <a:pt x="298" y="392"/>
                    <a:pt x="298" y="393"/>
                  </a:cubicBezTo>
                  <a:close/>
                  <a:moveTo>
                    <a:pt x="300" y="448"/>
                  </a:moveTo>
                  <a:cubicBezTo>
                    <a:pt x="301" y="448"/>
                    <a:pt x="300" y="449"/>
                    <a:pt x="300" y="449"/>
                  </a:cubicBezTo>
                  <a:cubicBezTo>
                    <a:pt x="299" y="450"/>
                    <a:pt x="299" y="447"/>
                    <a:pt x="300" y="448"/>
                  </a:cubicBezTo>
                  <a:close/>
                  <a:moveTo>
                    <a:pt x="301" y="127"/>
                  </a:moveTo>
                  <a:cubicBezTo>
                    <a:pt x="300" y="127"/>
                    <a:pt x="300" y="127"/>
                    <a:pt x="300" y="127"/>
                  </a:cubicBezTo>
                  <a:cubicBezTo>
                    <a:pt x="299" y="127"/>
                    <a:pt x="301" y="126"/>
                    <a:pt x="301" y="127"/>
                  </a:cubicBezTo>
                  <a:close/>
                  <a:moveTo>
                    <a:pt x="300" y="462"/>
                  </a:moveTo>
                  <a:cubicBezTo>
                    <a:pt x="301" y="462"/>
                    <a:pt x="301" y="461"/>
                    <a:pt x="301" y="462"/>
                  </a:cubicBezTo>
                  <a:cubicBezTo>
                    <a:pt x="300" y="462"/>
                    <a:pt x="300" y="462"/>
                    <a:pt x="300" y="462"/>
                  </a:cubicBezTo>
                  <a:close/>
                  <a:moveTo>
                    <a:pt x="303" y="496"/>
                  </a:moveTo>
                  <a:cubicBezTo>
                    <a:pt x="303" y="496"/>
                    <a:pt x="302" y="496"/>
                    <a:pt x="302" y="496"/>
                  </a:cubicBezTo>
                  <a:cubicBezTo>
                    <a:pt x="298" y="496"/>
                    <a:pt x="304" y="492"/>
                    <a:pt x="303" y="496"/>
                  </a:cubicBezTo>
                  <a:close/>
                  <a:moveTo>
                    <a:pt x="303" y="498"/>
                  </a:moveTo>
                  <a:cubicBezTo>
                    <a:pt x="302" y="499"/>
                    <a:pt x="304" y="497"/>
                    <a:pt x="303" y="498"/>
                  </a:cubicBezTo>
                  <a:close/>
                  <a:moveTo>
                    <a:pt x="301" y="479"/>
                  </a:moveTo>
                  <a:cubicBezTo>
                    <a:pt x="304" y="475"/>
                    <a:pt x="308" y="472"/>
                    <a:pt x="312" y="469"/>
                  </a:cubicBezTo>
                  <a:cubicBezTo>
                    <a:pt x="309" y="472"/>
                    <a:pt x="306" y="477"/>
                    <a:pt x="301" y="479"/>
                  </a:cubicBezTo>
                  <a:close/>
                  <a:moveTo>
                    <a:pt x="313" y="159"/>
                  </a:moveTo>
                  <a:cubicBezTo>
                    <a:pt x="314" y="159"/>
                    <a:pt x="310" y="162"/>
                    <a:pt x="308" y="162"/>
                  </a:cubicBezTo>
                  <a:cubicBezTo>
                    <a:pt x="308" y="162"/>
                    <a:pt x="304" y="161"/>
                    <a:pt x="304" y="160"/>
                  </a:cubicBezTo>
                  <a:cubicBezTo>
                    <a:pt x="304" y="159"/>
                    <a:pt x="308" y="157"/>
                    <a:pt x="310" y="159"/>
                  </a:cubicBezTo>
                  <a:cubicBezTo>
                    <a:pt x="310" y="159"/>
                    <a:pt x="310" y="160"/>
                    <a:pt x="310" y="160"/>
                  </a:cubicBezTo>
                  <a:cubicBezTo>
                    <a:pt x="311" y="161"/>
                    <a:pt x="312" y="159"/>
                    <a:pt x="313" y="159"/>
                  </a:cubicBezTo>
                  <a:close/>
                  <a:moveTo>
                    <a:pt x="312" y="488"/>
                  </a:moveTo>
                  <a:cubicBezTo>
                    <a:pt x="313" y="487"/>
                    <a:pt x="312" y="489"/>
                    <a:pt x="311" y="489"/>
                  </a:cubicBezTo>
                  <a:cubicBezTo>
                    <a:pt x="311" y="489"/>
                    <a:pt x="311" y="488"/>
                    <a:pt x="312" y="488"/>
                  </a:cubicBezTo>
                  <a:close/>
                  <a:moveTo>
                    <a:pt x="312" y="354"/>
                  </a:moveTo>
                  <a:cubicBezTo>
                    <a:pt x="311" y="356"/>
                    <a:pt x="310" y="356"/>
                    <a:pt x="310" y="357"/>
                  </a:cubicBezTo>
                  <a:cubicBezTo>
                    <a:pt x="309" y="356"/>
                    <a:pt x="310" y="354"/>
                    <a:pt x="312" y="354"/>
                  </a:cubicBezTo>
                  <a:close/>
                  <a:moveTo>
                    <a:pt x="305" y="364"/>
                  </a:moveTo>
                  <a:cubicBezTo>
                    <a:pt x="305" y="362"/>
                    <a:pt x="307" y="359"/>
                    <a:pt x="309" y="358"/>
                  </a:cubicBezTo>
                  <a:cubicBezTo>
                    <a:pt x="308" y="360"/>
                    <a:pt x="307" y="362"/>
                    <a:pt x="305" y="364"/>
                  </a:cubicBezTo>
                  <a:close/>
                  <a:moveTo>
                    <a:pt x="307" y="448"/>
                  </a:moveTo>
                  <a:cubicBezTo>
                    <a:pt x="306" y="449"/>
                    <a:pt x="307" y="447"/>
                    <a:pt x="308" y="447"/>
                  </a:cubicBezTo>
                  <a:cubicBezTo>
                    <a:pt x="308" y="448"/>
                    <a:pt x="307" y="448"/>
                    <a:pt x="307" y="448"/>
                  </a:cubicBezTo>
                  <a:close/>
                  <a:moveTo>
                    <a:pt x="306" y="449"/>
                  </a:moveTo>
                  <a:cubicBezTo>
                    <a:pt x="306" y="450"/>
                    <a:pt x="305" y="450"/>
                    <a:pt x="305" y="451"/>
                  </a:cubicBezTo>
                  <a:cubicBezTo>
                    <a:pt x="304" y="451"/>
                    <a:pt x="305" y="449"/>
                    <a:pt x="306" y="449"/>
                  </a:cubicBezTo>
                  <a:close/>
                  <a:moveTo>
                    <a:pt x="304" y="204"/>
                  </a:moveTo>
                  <a:cubicBezTo>
                    <a:pt x="304" y="204"/>
                    <a:pt x="304" y="202"/>
                    <a:pt x="305" y="203"/>
                  </a:cubicBezTo>
                  <a:cubicBezTo>
                    <a:pt x="305" y="204"/>
                    <a:pt x="304" y="204"/>
                    <a:pt x="304" y="204"/>
                  </a:cubicBezTo>
                  <a:close/>
                  <a:moveTo>
                    <a:pt x="307" y="268"/>
                  </a:moveTo>
                  <a:cubicBezTo>
                    <a:pt x="305" y="270"/>
                    <a:pt x="306" y="265"/>
                    <a:pt x="307" y="266"/>
                  </a:cubicBezTo>
                  <a:cubicBezTo>
                    <a:pt x="307" y="267"/>
                    <a:pt x="307" y="267"/>
                    <a:pt x="307" y="268"/>
                  </a:cubicBezTo>
                  <a:close/>
                  <a:moveTo>
                    <a:pt x="307" y="343"/>
                  </a:moveTo>
                  <a:cubicBezTo>
                    <a:pt x="306" y="345"/>
                    <a:pt x="308" y="342"/>
                    <a:pt x="307" y="343"/>
                  </a:cubicBezTo>
                  <a:close/>
                  <a:moveTo>
                    <a:pt x="306" y="280"/>
                  </a:moveTo>
                  <a:cubicBezTo>
                    <a:pt x="305" y="282"/>
                    <a:pt x="305" y="279"/>
                    <a:pt x="306" y="279"/>
                  </a:cubicBezTo>
                  <a:cubicBezTo>
                    <a:pt x="307" y="279"/>
                    <a:pt x="306" y="280"/>
                    <a:pt x="306" y="280"/>
                  </a:cubicBezTo>
                  <a:close/>
                  <a:moveTo>
                    <a:pt x="302" y="455"/>
                  </a:moveTo>
                  <a:cubicBezTo>
                    <a:pt x="302" y="454"/>
                    <a:pt x="303" y="453"/>
                    <a:pt x="304" y="452"/>
                  </a:cubicBezTo>
                  <a:cubicBezTo>
                    <a:pt x="305" y="453"/>
                    <a:pt x="303" y="454"/>
                    <a:pt x="302" y="455"/>
                  </a:cubicBezTo>
                  <a:close/>
                  <a:moveTo>
                    <a:pt x="309" y="538"/>
                  </a:moveTo>
                  <a:cubicBezTo>
                    <a:pt x="309" y="538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ubicBezTo>
                    <a:pt x="308" y="539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lose/>
                  <a:moveTo>
                    <a:pt x="306" y="537"/>
                  </a:moveTo>
                  <a:cubicBezTo>
                    <a:pt x="308" y="536"/>
                    <a:pt x="305" y="538"/>
                    <a:pt x="306" y="537"/>
                  </a:cubicBezTo>
                  <a:close/>
                  <a:moveTo>
                    <a:pt x="306" y="537"/>
                  </a:moveTo>
                  <a:cubicBezTo>
                    <a:pt x="305" y="539"/>
                    <a:pt x="303" y="539"/>
                    <a:pt x="303" y="541"/>
                  </a:cubicBezTo>
                  <a:cubicBezTo>
                    <a:pt x="303" y="540"/>
                    <a:pt x="304" y="538"/>
                    <a:pt x="306" y="537"/>
                  </a:cubicBezTo>
                  <a:close/>
                  <a:moveTo>
                    <a:pt x="305" y="527"/>
                  </a:moveTo>
                  <a:cubicBezTo>
                    <a:pt x="305" y="528"/>
                    <a:pt x="301" y="533"/>
                    <a:pt x="300" y="531"/>
                  </a:cubicBezTo>
                  <a:cubicBezTo>
                    <a:pt x="298" y="529"/>
                    <a:pt x="303" y="527"/>
                    <a:pt x="305" y="527"/>
                  </a:cubicBezTo>
                  <a:close/>
                  <a:moveTo>
                    <a:pt x="290" y="562"/>
                  </a:moveTo>
                  <a:cubicBezTo>
                    <a:pt x="290" y="562"/>
                    <a:pt x="290" y="562"/>
                    <a:pt x="290" y="562"/>
                  </a:cubicBezTo>
                  <a:cubicBezTo>
                    <a:pt x="290" y="562"/>
                    <a:pt x="289" y="563"/>
                    <a:pt x="290" y="562"/>
                  </a:cubicBezTo>
                  <a:close/>
                  <a:moveTo>
                    <a:pt x="289" y="541"/>
                  </a:moveTo>
                  <a:cubicBezTo>
                    <a:pt x="289" y="540"/>
                    <a:pt x="287" y="543"/>
                    <a:pt x="289" y="541"/>
                  </a:cubicBezTo>
                  <a:close/>
                  <a:moveTo>
                    <a:pt x="288" y="575"/>
                  </a:moveTo>
                  <a:cubicBezTo>
                    <a:pt x="286" y="576"/>
                    <a:pt x="285" y="575"/>
                    <a:pt x="284" y="574"/>
                  </a:cubicBezTo>
                  <a:cubicBezTo>
                    <a:pt x="283" y="570"/>
                    <a:pt x="289" y="567"/>
                    <a:pt x="290" y="569"/>
                  </a:cubicBezTo>
                  <a:cubicBezTo>
                    <a:pt x="293" y="571"/>
                    <a:pt x="289" y="575"/>
                    <a:pt x="288" y="575"/>
                  </a:cubicBezTo>
                  <a:close/>
                  <a:moveTo>
                    <a:pt x="292" y="544"/>
                  </a:moveTo>
                  <a:cubicBezTo>
                    <a:pt x="292" y="546"/>
                    <a:pt x="290" y="545"/>
                    <a:pt x="292" y="544"/>
                  </a:cubicBezTo>
                  <a:close/>
                  <a:moveTo>
                    <a:pt x="295" y="567"/>
                  </a:moveTo>
                  <a:cubicBezTo>
                    <a:pt x="295" y="565"/>
                    <a:pt x="297" y="567"/>
                    <a:pt x="295" y="567"/>
                  </a:cubicBezTo>
                  <a:close/>
                  <a:moveTo>
                    <a:pt x="295" y="565"/>
                  </a:moveTo>
                  <a:cubicBezTo>
                    <a:pt x="295" y="565"/>
                    <a:pt x="295" y="565"/>
                    <a:pt x="295" y="565"/>
                  </a:cubicBezTo>
                  <a:cubicBezTo>
                    <a:pt x="295" y="565"/>
                    <a:pt x="294" y="565"/>
                    <a:pt x="294" y="565"/>
                  </a:cubicBezTo>
                  <a:cubicBezTo>
                    <a:pt x="294" y="566"/>
                    <a:pt x="293" y="567"/>
                    <a:pt x="293" y="568"/>
                  </a:cubicBezTo>
                  <a:cubicBezTo>
                    <a:pt x="293" y="568"/>
                    <a:pt x="294" y="568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9"/>
                    <a:pt x="292" y="569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8"/>
                    <a:pt x="292" y="568"/>
                    <a:pt x="293" y="568"/>
                  </a:cubicBezTo>
                  <a:cubicBezTo>
                    <a:pt x="293" y="565"/>
                    <a:pt x="295" y="562"/>
                    <a:pt x="297" y="560"/>
                  </a:cubicBezTo>
                  <a:cubicBezTo>
                    <a:pt x="296" y="561"/>
                    <a:pt x="296" y="563"/>
                    <a:pt x="295" y="565"/>
                  </a:cubicBezTo>
                  <a:close/>
                  <a:moveTo>
                    <a:pt x="302" y="546"/>
                  </a:moveTo>
                  <a:cubicBezTo>
                    <a:pt x="301" y="548"/>
                    <a:pt x="298" y="547"/>
                    <a:pt x="297" y="548"/>
                  </a:cubicBezTo>
                  <a:cubicBezTo>
                    <a:pt x="298" y="547"/>
                    <a:pt x="300" y="547"/>
                    <a:pt x="302" y="546"/>
                  </a:cubicBezTo>
                  <a:close/>
                  <a:moveTo>
                    <a:pt x="301" y="567"/>
                  </a:moveTo>
                  <a:cubicBezTo>
                    <a:pt x="302" y="568"/>
                    <a:pt x="300" y="571"/>
                    <a:pt x="299" y="570"/>
                  </a:cubicBezTo>
                  <a:cubicBezTo>
                    <a:pt x="297" y="569"/>
                    <a:pt x="299" y="565"/>
                    <a:pt x="301" y="567"/>
                  </a:cubicBezTo>
                  <a:cubicBezTo>
                    <a:pt x="299" y="565"/>
                    <a:pt x="302" y="560"/>
                    <a:pt x="305" y="561"/>
                  </a:cubicBezTo>
                  <a:cubicBezTo>
                    <a:pt x="308" y="562"/>
                    <a:pt x="304" y="570"/>
                    <a:pt x="301" y="567"/>
                  </a:cubicBezTo>
                  <a:close/>
                  <a:moveTo>
                    <a:pt x="306" y="540"/>
                  </a:moveTo>
                  <a:cubicBezTo>
                    <a:pt x="306" y="538"/>
                    <a:pt x="308" y="540"/>
                    <a:pt x="306" y="540"/>
                  </a:cubicBezTo>
                  <a:close/>
                  <a:moveTo>
                    <a:pt x="307" y="568"/>
                  </a:moveTo>
                  <a:cubicBezTo>
                    <a:pt x="307" y="568"/>
                    <a:pt x="307" y="568"/>
                    <a:pt x="307" y="568"/>
                  </a:cubicBezTo>
                  <a:cubicBezTo>
                    <a:pt x="307" y="566"/>
                    <a:pt x="309" y="569"/>
                    <a:pt x="307" y="568"/>
                  </a:cubicBezTo>
                  <a:close/>
                  <a:moveTo>
                    <a:pt x="308" y="569"/>
                  </a:moveTo>
                  <a:cubicBezTo>
                    <a:pt x="307" y="570"/>
                    <a:pt x="308" y="567"/>
                    <a:pt x="309" y="568"/>
                  </a:cubicBezTo>
                  <a:cubicBezTo>
                    <a:pt x="310" y="569"/>
                    <a:pt x="309" y="569"/>
                    <a:pt x="308" y="569"/>
                  </a:cubicBezTo>
                  <a:close/>
                  <a:moveTo>
                    <a:pt x="312" y="574"/>
                  </a:moveTo>
                  <a:cubicBezTo>
                    <a:pt x="311" y="575"/>
                    <a:pt x="313" y="572"/>
                    <a:pt x="312" y="574"/>
                  </a:cubicBezTo>
                  <a:close/>
                  <a:moveTo>
                    <a:pt x="312" y="571"/>
                  </a:moveTo>
                  <a:cubicBezTo>
                    <a:pt x="312" y="572"/>
                    <a:pt x="311" y="572"/>
                    <a:pt x="311" y="571"/>
                  </a:cubicBezTo>
                  <a:cubicBezTo>
                    <a:pt x="310" y="570"/>
                    <a:pt x="314" y="569"/>
                    <a:pt x="312" y="571"/>
                  </a:cubicBezTo>
                  <a:close/>
                  <a:moveTo>
                    <a:pt x="313" y="395"/>
                  </a:moveTo>
                  <a:cubicBezTo>
                    <a:pt x="314" y="394"/>
                    <a:pt x="312" y="396"/>
                    <a:pt x="313" y="395"/>
                  </a:cubicBezTo>
                  <a:close/>
                  <a:moveTo>
                    <a:pt x="313" y="287"/>
                  </a:moveTo>
                  <a:cubicBezTo>
                    <a:pt x="312" y="289"/>
                    <a:pt x="314" y="286"/>
                    <a:pt x="313" y="287"/>
                  </a:cubicBezTo>
                  <a:close/>
                  <a:moveTo>
                    <a:pt x="315" y="545"/>
                  </a:moveTo>
                  <a:cubicBezTo>
                    <a:pt x="312" y="547"/>
                    <a:pt x="313" y="541"/>
                    <a:pt x="316" y="543"/>
                  </a:cubicBezTo>
                  <a:cubicBezTo>
                    <a:pt x="317" y="543"/>
                    <a:pt x="316" y="545"/>
                    <a:pt x="315" y="545"/>
                  </a:cubicBezTo>
                  <a:close/>
                  <a:moveTo>
                    <a:pt x="313" y="521"/>
                  </a:moveTo>
                  <a:cubicBezTo>
                    <a:pt x="314" y="520"/>
                    <a:pt x="312" y="522"/>
                    <a:pt x="313" y="521"/>
                  </a:cubicBezTo>
                  <a:close/>
                  <a:moveTo>
                    <a:pt x="315" y="495"/>
                  </a:moveTo>
                  <a:cubicBezTo>
                    <a:pt x="315" y="495"/>
                    <a:pt x="315" y="496"/>
                    <a:pt x="315" y="496"/>
                  </a:cubicBezTo>
                  <a:cubicBezTo>
                    <a:pt x="315" y="498"/>
                    <a:pt x="314" y="495"/>
                    <a:pt x="315" y="495"/>
                  </a:cubicBezTo>
                  <a:close/>
                  <a:moveTo>
                    <a:pt x="313" y="466"/>
                  </a:moveTo>
                  <a:cubicBezTo>
                    <a:pt x="314" y="464"/>
                    <a:pt x="319" y="461"/>
                    <a:pt x="322" y="459"/>
                  </a:cubicBezTo>
                  <a:cubicBezTo>
                    <a:pt x="321" y="461"/>
                    <a:pt x="318" y="462"/>
                    <a:pt x="317" y="464"/>
                  </a:cubicBezTo>
                  <a:cubicBezTo>
                    <a:pt x="316" y="464"/>
                    <a:pt x="313" y="468"/>
                    <a:pt x="313" y="466"/>
                  </a:cubicBezTo>
                  <a:close/>
                  <a:moveTo>
                    <a:pt x="316" y="176"/>
                  </a:moveTo>
                  <a:cubicBezTo>
                    <a:pt x="316" y="176"/>
                    <a:pt x="317" y="175"/>
                    <a:pt x="317" y="175"/>
                  </a:cubicBezTo>
                  <a:cubicBezTo>
                    <a:pt x="317" y="176"/>
                    <a:pt x="316" y="176"/>
                    <a:pt x="316" y="176"/>
                  </a:cubicBezTo>
                  <a:close/>
                  <a:moveTo>
                    <a:pt x="318" y="385"/>
                  </a:moveTo>
                  <a:cubicBezTo>
                    <a:pt x="317" y="386"/>
                    <a:pt x="316" y="385"/>
                    <a:pt x="316" y="385"/>
                  </a:cubicBezTo>
                  <a:cubicBezTo>
                    <a:pt x="317" y="384"/>
                    <a:pt x="318" y="384"/>
                    <a:pt x="318" y="385"/>
                  </a:cubicBezTo>
                  <a:close/>
                  <a:moveTo>
                    <a:pt x="316" y="395"/>
                  </a:moveTo>
                  <a:cubicBezTo>
                    <a:pt x="316" y="395"/>
                    <a:pt x="316" y="396"/>
                    <a:pt x="315" y="395"/>
                  </a:cubicBezTo>
                  <a:cubicBezTo>
                    <a:pt x="315" y="395"/>
                    <a:pt x="318" y="393"/>
                    <a:pt x="316" y="395"/>
                  </a:cubicBezTo>
                  <a:close/>
                  <a:moveTo>
                    <a:pt x="321" y="296"/>
                  </a:moveTo>
                  <a:cubicBezTo>
                    <a:pt x="321" y="296"/>
                    <a:pt x="321" y="297"/>
                    <a:pt x="321" y="297"/>
                  </a:cubicBezTo>
                  <a:cubicBezTo>
                    <a:pt x="319" y="299"/>
                    <a:pt x="320" y="295"/>
                    <a:pt x="321" y="296"/>
                  </a:cubicBezTo>
                  <a:close/>
                  <a:moveTo>
                    <a:pt x="344" y="429"/>
                  </a:moveTo>
                  <a:cubicBezTo>
                    <a:pt x="344" y="429"/>
                    <a:pt x="345" y="429"/>
                    <a:pt x="345" y="429"/>
                  </a:cubicBezTo>
                  <a:cubicBezTo>
                    <a:pt x="345" y="430"/>
                    <a:pt x="343" y="430"/>
                    <a:pt x="344" y="429"/>
                  </a:cubicBezTo>
                  <a:close/>
                  <a:moveTo>
                    <a:pt x="345" y="186"/>
                  </a:moveTo>
                  <a:cubicBezTo>
                    <a:pt x="345" y="188"/>
                    <a:pt x="343" y="188"/>
                    <a:pt x="345" y="186"/>
                  </a:cubicBezTo>
                  <a:close/>
                  <a:moveTo>
                    <a:pt x="345" y="303"/>
                  </a:moveTo>
                  <a:cubicBezTo>
                    <a:pt x="344" y="303"/>
                    <a:pt x="347" y="302"/>
                    <a:pt x="345" y="303"/>
                  </a:cubicBezTo>
                  <a:close/>
                  <a:moveTo>
                    <a:pt x="346" y="185"/>
                  </a:moveTo>
                  <a:cubicBezTo>
                    <a:pt x="344" y="187"/>
                    <a:pt x="347" y="183"/>
                    <a:pt x="346" y="185"/>
                  </a:cubicBezTo>
                  <a:close/>
                  <a:moveTo>
                    <a:pt x="345" y="443"/>
                  </a:moveTo>
                  <a:cubicBezTo>
                    <a:pt x="344" y="445"/>
                    <a:pt x="346" y="442"/>
                    <a:pt x="345" y="443"/>
                  </a:cubicBezTo>
                  <a:close/>
                  <a:moveTo>
                    <a:pt x="346" y="457"/>
                  </a:moveTo>
                  <a:cubicBezTo>
                    <a:pt x="346" y="457"/>
                    <a:pt x="346" y="458"/>
                    <a:pt x="346" y="458"/>
                  </a:cubicBezTo>
                  <a:cubicBezTo>
                    <a:pt x="345" y="459"/>
                    <a:pt x="345" y="456"/>
                    <a:pt x="346" y="457"/>
                  </a:cubicBezTo>
                  <a:close/>
                  <a:moveTo>
                    <a:pt x="345" y="503"/>
                  </a:move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lose/>
                  <a:moveTo>
                    <a:pt x="348" y="526"/>
                  </a:moveTo>
                  <a:cubicBezTo>
                    <a:pt x="348" y="527"/>
                    <a:pt x="344" y="530"/>
                    <a:pt x="343" y="529"/>
                  </a:cubicBezTo>
                  <a:cubicBezTo>
                    <a:pt x="342" y="527"/>
                    <a:pt x="346" y="526"/>
                    <a:pt x="348" y="526"/>
                  </a:cubicBezTo>
                  <a:close/>
                  <a:moveTo>
                    <a:pt x="351" y="496"/>
                  </a:moveTo>
                  <a:cubicBezTo>
                    <a:pt x="352" y="497"/>
                    <a:pt x="349" y="500"/>
                    <a:pt x="349" y="500"/>
                  </a:cubicBezTo>
                  <a:cubicBezTo>
                    <a:pt x="344" y="502"/>
                    <a:pt x="348" y="494"/>
                    <a:pt x="351" y="496"/>
                  </a:cubicBezTo>
                  <a:close/>
                  <a:moveTo>
                    <a:pt x="351" y="384"/>
                  </a:moveTo>
                  <a:cubicBezTo>
                    <a:pt x="350" y="385"/>
                    <a:pt x="349" y="384"/>
                    <a:pt x="351" y="384"/>
                  </a:cubicBezTo>
                  <a:close/>
                  <a:moveTo>
                    <a:pt x="351" y="513"/>
                  </a:moveTo>
                  <a:cubicBezTo>
                    <a:pt x="350" y="512"/>
                    <a:pt x="352" y="512"/>
                    <a:pt x="351" y="512"/>
                  </a:cubicBezTo>
                  <a:cubicBezTo>
                    <a:pt x="351" y="512"/>
                    <a:pt x="351" y="513"/>
                    <a:pt x="351" y="513"/>
                  </a:cubicBezTo>
                  <a:close/>
                  <a:moveTo>
                    <a:pt x="350" y="574"/>
                  </a:moveTo>
                  <a:cubicBezTo>
                    <a:pt x="350" y="574"/>
                    <a:pt x="350" y="573"/>
                    <a:pt x="351" y="573"/>
                  </a:cubicBezTo>
                  <a:cubicBezTo>
                    <a:pt x="351" y="573"/>
                    <a:pt x="350" y="574"/>
                    <a:pt x="350" y="574"/>
                  </a:cubicBezTo>
                  <a:close/>
                  <a:moveTo>
                    <a:pt x="347" y="484"/>
                  </a:moveTo>
                  <a:cubicBezTo>
                    <a:pt x="347" y="483"/>
                    <a:pt x="348" y="483"/>
                    <a:pt x="348" y="483"/>
                  </a:cubicBezTo>
                  <a:cubicBezTo>
                    <a:pt x="349" y="483"/>
                    <a:pt x="348" y="484"/>
                    <a:pt x="347" y="484"/>
                  </a:cubicBezTo>
                  <a:close/>
                  <a:moveTo>
                    <a:pt x="325" y="549"/>
                  </a:moveTo>
                  <a:cubicBezTo>
                    <a:pt x="327" y="547"/>
                    <a:pt x="330" y="546"/>
                    <a:pt x="333" y="545"/>
                  </a:cubicBezTo>
                  <a:cubicBezTo>
                    <a:pt x="330" y="547"/>
                    <a:pt x="328" y="549"/>
                    <a:pt x="325" y="549"/>
                  </a:cubicBezTo>
                  <a:close/>
                  <a:moveTo>
                    <a:pt x="331" y="617"/>
                  </a:moveTo>
                  <a:cubicBezTo>
                    <a:pt x="331" y="616"/>
                    <a:pt x="332" y="616"/>
                    <a:pt x="333" y="617"/>
                  </a:cubicBezTo>
                  <a:cubicBezTo>
                    <a:pt x="333" y="617"/>
                    <a:pt x="331" y="619"/>
                    <a:pt x="331" y="617"/>
                  </a:cubicBezTo>
                  <a:close/>
                  <a:moveTo>
                    <a:pt x="326" y="553"/>
                  </a:moveTo>
                  <a:cubicBezTo>
                    <a:pt x="326" y="553"/>
                    <a:pt x="327" y="552"/>
                    <a:pt x="327" y="552"/>
                  </a:cubicBezTo>
                  <a:cubicBezTo>
                    <a:pt x="327" y="552"/>
                    <a:pt x="327" y="553"/>
                    <a:pt x="326" y="553"/>
                  </a:cubicBezTo>
                  <a:close/>
                  <a:moveTo>
                    <a:pt x="318" y="527"/>
                  </a:moveTo>
                  <a:cubicBezTo>
                    <a:pt x="323" y="523"/>
                    <a:pt x="328" y="520"/>
                    <a:pt x="335" y="518"/>
                  </a:cubicBezTo>
                  <a:cubicBezTo>
                    <a:pt x="329" y="521"/>
                    <a:pt x="324" y="524"/>
                    <a:pt x="318" y="527"/>
                  </a:cubicBezTo>
                  <a:close/>
                  <a:moveTo>
                    <a:pt x="323" y="530"/>
                  </a:moveTo>
                  <a:cubicBezTo>
                    <a:pt x="323" y="531"/>
                    <a:pt x="321" y="531"/>
                    <a:pt x="321" y="530"/>
                  </a:cubicBezTo>
                  <a:cubicBezTo>
                    <a:pt x="321" y="529"/>
                    <a:pt x="323" y="530"/>
                    <a:pt x="323" y="530"/>
                  </a:cubicBezTo>
                  <a:close/>
                  <a:moveTo>
                    <a:pt x="329" y="503"/>
                  </a:moveTo>
                  <a:cubicBezTo>
                    <a:pt x="329" y="503"/>
                    <a:pt x="330" y="502"/>
                    <a:pt x="330" y="502"/>
                  </a:cubicBezTo>
                  <a:cubicBezTo>
                    <a:pt x="332" y="503"/>
                    <a:pt x="329" y="505"/>
                    <a:pt x="329" y="503"/>
                  </a:cubicBezTo>
                  <a:close/>
                  <a:moveTo>
                    <a:pt x="334" y="541"/>
                  </a:moveTo>
                  <a:cubicBezTo>
                    <a:pt x="333" y="541"/>
                    <a:pt x="334" y="539"/>
                    <a:pt x="335" y="539"/>
                  </a:cubicBezTo>
                  <a:cubicBezTo>
                    <a:pt x="335" y="540"/>
                    <a:pt x="334" y="540"/>
                    <a:pt x="334" y="541"/>
                  </a:cubicBezTo>
                  <a:close/>
                  <a:moveTo>
                    <a:pt x="341" y="584"/>
                  </a:moveTo>
                  <a:cubicBezTo>
                    <a:pt x="345" y="586"/>
                    <a:pt x="341" y="593"/>
                    <a:pt x="339" y="594"/>
                  </a:cubicBezTo>
                  <a:cubicBezTo>
                    <a:pt x="330" y="597"/>
                    <a:pt x="335" y="582"/>
                    <a:pt x="341" y="584"/>
                  </a:cubicBezTo>
                  <a:close/>
                  <a:moveTo>
                    <a:pt x="341" y="541"/>
                  </a:moveTo>
                  <a:cubicBezTo>
                    <a:pt x="339" y="543"/>
                    <a:pt x="336" y="544"/>
                    <a:pt x="335" y="544"/>
                  </a:cubicBezTo>
                  <a:cubicBezTo>
                    <a:pt x="335" y="544"/>
                    <a:pt x="339" y="541"/>
                    <a:pt x="341" y="541"/>
                  </a:cubicBezTo>
                  <a:close/>
                  <a:moveTo>
                    <a:pt x="336" y="518"/>
                  </a:moveTo>
                  <a:cubicBezTo>
                    <a:pt x="336" y="516"/>
                    <a:pt x="339" y="516"/>
                    <a:pt x="340" y="515"/>
                  </a:cubicBezTo>
                  <a:cubicBezTo>
                    <a:pt x="340" y="517"/>
                    <a:pt x="337" y="516"/>
                    <a:pt x="336" y="518"/>
                  </a:cubicBezTo>
                  <a:close/>
                  <a:moveTo>
                    <a:pt x="343" y="515"/>
                  </a:moveTo>
                  <a:cubicBezTo>
                    <a:pt x="342" y="516"/>
                    <a:pt x="341" y="516"/>
                    <a:pt x="341" y="515"/>
                  </a:cubicBezTo>
                  <a:cubicBezTo>
                    <a:pt x="340" y="514"/>
                    <a:pt x="344" y="514"/>
                    <a:pt x="343" y="515"/>
                  </a:cubicBezTo>
                  <a:close/>
                  <a:moveTo>
                    <a:pt x="343" y="553"/>
                  </a:moveTo>
                  <a:cubicBezTo>
                    <a:pt x="341" y="554"/>
                    <a:pt x="343" y="552"/>
                    <a:pt x="343" y="553"/>
                  </a:cubicBezTo>
                  <a:close/>
                  <a:moveTo>
                    <a:pt x="341" y="547"/>
                  </a:move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lose/>
                  <a:moveTo>
                    <a:pt x="342" y="574"/>
                  </a:moveTo>
                  <a:cubicBezTo>
                    <a:pt x="343" y="575"/>
                    <a:pt x="340" y="576"/>
                    <a:pt x="340" y="574"/>
                  </a:cubicBezTo>
                  <a:cubicBezTo>
                    <a:pt x="340" y="573"/>
                    <a:pt x="342" y="573"/>
                    <a:pt x="342" y="574"/>
                  </a:cubicBezTo>
                  <a:close/>
                  <a:moveTo>
                    <a:pt x="338" y="554"/>
                  </a:moveTo>
                  <a:cubicBezTo>
                    <a:pt x="339" y="554"/>
                    <a:pt x="337" y="556"/>
                    <a:pt x="337" y="554"/>
                  </a:cubicBezTo>
                  <a:cubicBezTo>
                    <a:pt x="337" y="553"/>
                    <a:pt x="338" y="553"/>
                    <a:pt x="338" y="554"/>
                  </a:cubicBezTo>
                  <a:close/>
                  <a:moveTo>
                    <a:pt x="335" y="537"/>
                  </a:moveTo>
                  <a:cubicBezTo>
                    <a:pt x="335" y="537"/>
                    <a:pt x="335" y="537"/>
                    <a:pt x="336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6" y="536"/>
                    <a:pt x="335" y="537"/>
                    <a:pt x="335" y="537"/>
                  </a:cubicBezTo>
                  <a:close/>
                  <a:moveTo>
                    <a:pt x="339" y="582"/>
                  </a:moveTo>
                  <a:cubicBezTo>
                    <a:pt x="334" y="582"/>
                    <a:pt x="344" y="577"/>
                    <a:pt x="345" y="578"/>
                  </a:cubicBezTo>
                  <a:cubicBezTo>
                    <a:pt x="346" y="579"/>
                    <a:pt x="340" y="582"/>
                    <a:pt x="339" y="582"/>
                  </a:cubicBezTo>
                  <a:close/>
                  <a:moveTo>
                    <a:pt x="345" y="556"/>
                  </a:moveTo>
                  <a:cubicBezTo>
                    <a:pt x="343" y="557"/>
                    <a:pt x="345" y="554"/>
                    <a:pt x="345" y="555"/>
                  </a:cubicBezTo>
                  <a:cubicBezTo>
                    <a:pt x="346" y="555"/>
                    <a:pt x="345" y="556"/>
                    <a:pt x="345" y="556"/>
                  </a:cubicBezTo>
                  <a:close/>
                  <a:moveTo>
                    <a:pt x="343" y="503"/>
                  </a:moveTo>
                  <a:cubicBezTo>
                    <a:pt x="341" y="504"/>
                    <a:pt x="342" y="500"/>
                    <a:pt x="344" y="502"/>
                  </a:cubicBezTo>
                  <a:cubicBezTo>
                    <a:pt x="344" y="502"/>
                    <a:pt x="343" y="502"/>
                    <a:pt x="343" y="503"/>
                  </a:cubicBezTo>
                  <a:close/>
                  <a:moveTo>
                    <a:pt x="342" y="425"/>
                  </a:moveTo>
                  <a:cubicBezTo>
                    <a:pt x="339" y="426"/>
                    <a:pt x="340" y="421"/>
                    <a:pt x="342" y="422"/>
                  </a:cubicBezTo>
                  <a:cubicBezTo>
                    <a:pt x="343" y="423"/>
                    <a:pt x="342" y="425"/>
                    <a:pt x="342" y="425"/>
                  </a:cubicBezTo>
                  <a:close/>
                  <a:moveTo>
                    <a:pt x="340" y="466"/>
                  </a:moveTo>
                  <a:cubicBezTo>
                    <a:pt x="344" y="464"/>
                    <a:pt x="338" y="467"/>
                    <a:pt x="340" y="466"/>
                  </a:cubicBezTo>
                  <a:close/>
                  <a:moveTo>
                    <a:pt x="339" y="506"/>
                  </a:moveTo>
                  <a:cubicBezTo>
                    <a:pt x="340" y="504"/>
                    <a:pt x="343" y="506"/>
                    <a:pt x="339" y="506"/>
                  </a:cubicBezTo>
                  <a:close/>
                  <a:moveTo>
                    <a:pt x="341" y="508"/>
                  </a:moveTo>
                  <a:cubicBezTo>
                    <a:pt x="342" y="508"/>
                    <a:pt x="334" y="513"/>
                    <a:pt x="334" y="513"/>
                  </a:cubicBezTo>
                  <a:cubicBezTo>
                    <a:pt x="333" y="514"/>
                    <a:pt x="332" y="514"/>
                    <a:pt x="332" y="514"/>
                  </a:cubicBezTo>
                  <a:cubicBezTo>
                    <a:pt x="331" y="513"/>
                    <a:pt x="340" y="507"/>
                    <a:pt x="341" y="508"/>
                  </a:cubicBezTo>
                  <a:close/>
                  <a:moveTo>
                    <a:pt x="336" y="508"/>
                  </a:moveTo>
                  <a:cubicBezTo>
                    <a:pt x="336" y="507"/>
                    <a:pt x="337" y="506"/>
                    <a:pt x="338" y="506"/>
                  </a:cubicBezTo>
                  <a:cubicBezTo>
                    <a:pt x="338" y="507"/>
                    <a:pt x="337" y="507"/>
                    <a:pt x="336" y="508"/>
                  </a:cubicBezTo>
                  <a:close/>
                  <a:moveTo>
                    <a:pt x="339" y="504"/>
                  </a:moveTo>
                  <a:cubicBezTo>
                    <a:pt x="337" y="506"/>
                    <a:pt x="337" y="502"/>
                    <a:pt x="339" y="503"/>
                  </a:cubicBezTo>
                  <a:cubicBezTo>
                    <a:pt x="339" y="503"/>
                    <a:pt x="339" y="504"/>
                    <a:pt x="339" y="504"/>
                  </a:cubicBezTo>
                  <a:close/>
                  <a:moveTo>
                    <a:pt x="337" y="360"/>
                  </a:moveTo>
                  <a:cubicBezTo>
                    <a:pt x="337" y="357"/>
                    <a:pt x="339" y="359"/>
                    <a:pt x="337" y="360"/>
                  </a:cubicBezTo>
                  <a:close/>
                  <a:moveTo>
                    <a:pt x="337" y="339"/>
                  </a:moveTo>
                  <a:cubicBezTo>
                    <a:pt x="337" y="340"/>
                    <a:pt x="335" y="339"/>
                    <a:pt x="337" y="339"/>
                  </a:cubicBezTo>
                  <a:close/>
                  <a:moveTo>
                    <a:pt x="337" y="248"/>
                  </a:moveTo>
                  <a:cubicBezTo>
                    <a:pt x="335" y="250"/>
                    <a:pt x="336" y="245"/>
                    <a:pt x="337" y="246"/>
                  </a:cubicBezTo>
                  <a:cubicBezTo>
                    <a:pt x="338" y="246"/>
                    <a:pt x="337" y="248"/>
                    <a:pt x="337" y="248"/>
                  </a:cubicBezTo>
                  <a:close/>
                  <a:moveTo>
                    <a:pt x="336" y="451"/>
                  </a:moveTo>
                  <a:cubicBezTo>
                    <a:pt x="335" y="452"/>
                    <a:pt x="338" y="450"/>
                    <a:pt x="336" y="451"/>
                  </a:cubicBezTo>
                  <a:close/>
                  <a:moveTo>
                    <a:pt x="337" y="467"/>
                  </a:moveTo>
                  <a:cubicBezTo>
                    <a:pt x="337" y="469"/>
                    <a:pt x="336" y="469"/>
                    <a:pt x="334" y="470"/>
                  </a:cubicBezTo>
                  <a:cubicBezTo>
                    <a:pt x="335" y="469"/>
                    <a:pt x="336" y="468"/>
                    <a:pt x="337" y="467"/>
                  </a:cubicBezTo>
                  <a:close/>
                  <a:moveTo>
                    <a:pt x="330" y="456"/>
                  </a:moveTo>
                  <a:cubicBezTo>
                    <a:pt x="330" y="456"/>
                    <a:pt x="333" y="452"/>
                    <a:pt x="335" y="451"/>
                  </a:cubicBezTo>
                  <a:cubicBezTo>
                    <a:pt x="334" y="453"/>
                    <a:pt x="332" y="455"/>
                    <a:pt x="330" y="456"/>
                  </a:cubicBezTo>
                  <a:close/>
                  <a:moveTo>
                    <a:pt x="332" y="406"/>
                  </a:moveTo>
                  <a:cubicBezTo>
                    <a:pt x="331" y="405"/>
                    <a:pt x="332" y="403"/>
                    <a:pt x="334" y="403"/>
                  </a:cubicBezTo>
                  <a:cubicBezTo>
                    <a:pt x="333" y="404"/>
                    <a:pt x="332" y="405"/>
                    <a:pt x="332" y="406"/>
                  </a:cubicBezTo>
                  <a:close/>
                  <a:moveTo>
                    <a:pt x="331" y="366"/>
                  </a:moveTo>
                  <a:cubicBezTo>
                    <a:pt x="329" y="368"/>
                    <a:pt x="330" y="364"/>
                    <a:pt x="331" y="364"/>
                  </a:cubicBezTo>
                  <a:cubicBezTo>
                    <a:pt x="333" y="365"/>
                    <a:pt x="331" y="366"/>
                    <a:pt x="331" y="366"/>
                  </a:cubicBezTo>
                  <a:close/>
                  <a:moveTo>
                    <a:pt x="330" y="407"/>
                  </a:moveTo>
                  <a:cubicBezTo>
                    <a:pt x="330" y="409"/>
                    <a:pt x="328" y="410"/>
                    <a:pt x="326" y="412"/>
                  </a:cubicBezTo>
                  <a:cubicBezTo>
                    <a:pt x="327" y="411"/>
                    <a:pt x="329" y="409"/>
                    <a:pt x="330" y="407"/>
                  </a:cubicBezTo>
                  <a:close/>
                  <a:moveTo>
                    <a:pt x="327" y="499"/>
                  </a:moveTo>
                  <a:cubicBezTo>
                    <a:pt x="327" y="498"/>
                    <a:pt x="327" y="498"/>
                    <a:pt x="327" y="498"/>
                  </a:cubicBezTo>
                  <a:cubicBezTo>
                    <a:pt x="327" y="496"/>
                    <a:pt x="329" y="499"/>
                    <a:pt x="327" y="499"/>
                  </a:cubicBezTo>
                  <a:close/>
                  <a:moveTo>
                    <a:pt x="328" y="510"/>
                  </a:moveTo>
                  <a:cubicBezTo>
                    <a:pt x="328" y="511"/>
                    <a:pt x="327" y="511"/>
                    <a:pt x="327" y="510"/>
                  </a:cubicBezTo>
                  <a:cubicBezTo>
                    <a:pt x="327" y="510"/>
                    <a:pt x="328" y="510"/>
                    <a:pt x="328" y="510"/>
                  </a:cubicBezTo>
                  <a:close/>
                  <a:moveTo>
                    <a:pt x="328" y="481"/>
                  </a:moveTo>
                  <a:cubicBezTo>
                    <a:pt x="327" y="482"/>
                    <a:pt x="329" y="480"/>
                    <a:pt x="328" y="481"/>
                  </a:cubicBezTo>
                  <a:close/>
                  <a:moveTo>
                    <a:pt x="326" y="333"/>
                  </a:moveTo>
                  <a:cubicBezTo>
                    <a:pt x="326" y="333"/>
                    <a:pt x="326" y="333"/>
                    <a:pt x="325" y="333"/>
                  </a:cubicBezTo>
                  <a:cubicBezTo>
                    <a:pt x="325" y="332"/>
                    <a:pt x="327" y="332"/>
                    <a:pt x="326" y="333"/>
                  </a:cubicBezTo>
                  <a:close/>
                  <a:moveTo>
                    <a:pt x="326" y="456"/>
                  </a:moveTo>
                  <a:cubicBezTo>
                    <a:pt x="326" y="457"/>
                    <a:pt x="324" y="458"/>
                    <a:pt x="323" y="459"/>
                  </a:cubicBezTo>
                  <a:cubicBezTo>
                    <a:pt x="324" y="458"/>
                    <a:pt x="325" y="457"/>
                    <a:pt x="326" y="456"/>
                  </a:cubicBezTo>
                  <a:close/>
                  <a:moveTo>
                    <a:pt x="330" y="515"/>
                  </a:moveTo>
                  <a:cubicBezTo>
                    <a:pt x="326" y="518"/>
                    <a:pt x="323" y="521"/>
                    <a:pt x="317" y="522"/>
                  </a:cubicBezTo>
                  <a:cubicBezTo>
                    <a:pt x="320" y="519"/>
                    <a:pt x="325" y="516"/>
                    <a:pt x="330" y="515"/>
                  </a:cubicBezTo>
                  <a:close/>
                  <a:moveTo>
                    <a:pt x="319" y="490"/>
                  </a:moveTo>
                  <a:cubicBezTo>
                    <a:pt x="318" y="491"/>
                    <a:pt x="318" y="489"/>
                    <a:pt x="319" y="489"/>
                  </a:cubicBezTo>
                  <a:cubicBezTo>
                    <a:pt x="320" y="489"/>
                    <a:pt x="320" y="490"/>
                    <a:pt x="319" y="490"/>
                  </a:cubicBezTo>
                  <a:close/>
                  <a:moveTo>
                    <a:pt x="320" y="514"/>
                  </a:moveTo>
                  <a:cubicBezTo>
                    <a:pt x="320" y="514"/>
                    <a:pt x="319" y="515"/>
                    <a:pt x="319" y="514"/>
                  </a:cubicBezTo>
                  <a:cubicBezTo>
                    <a:pt x="319" y="513"/>
                    <a:pt x="322" y="513"/>
                    <a:pt x="320" y="514"/>
                  </a:cubicBezTo>
                  <a:close/>
                  <a:moveTo>
                    <a:pt x="322" y="487"/>
                  </a:moveTo>
                  <a:cubicBezTo>
                    <a:pt x="324" y="489"/>
                    <a:pt x="319" y="490"/>
                    <a:pt x="319" y="488"/>
                  </a:cubicBezTo>
                  <a:cubicBezTo>
                    <a:pt x="319" y="487"/>
                    <a:pt x="320" y="486"/>
                    <a:pt x="321" y="486"/>
                  </a:cubicBezTo>
                  <a:cubicBezTo>
                    <a:pt x="321" y="486"/>
                    <a:pt x="321" y="485"/>
                    <a:pt x="321" y="485"/>
                  </a:cubicBezTo>
                  <a:cubicBezTo>
                    <a:pt x="323" y="484"/>
                    <a:pt x="323" y="486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lose/>
                  <a:moveTo>
                    <a:pt x="319" y="565"/>
                  </a:moveTo>
                  <a:cubicBezTo>
                    <a:pt x="316" y="567"/>
                    <a:pt x="316" y="562"/>
                    <a:pt x="319" y="563"/>
                  </a:cubicBezTo>
                  <a:cubicBezTo>
                    <a:pt x="319" y="563"/>
                    <a:pt x="319" y="564"/>
                    <a:pt x="319" y="565"/>
                  </a:cubicBezTo>
                  <a:close/>
                  <a:moveTo>
                    <a:pt x="320" y="570"/>
                  </a:moveTo>
                  <a:cubicBezTo>
                    <a:pt x="321" y="569"/>
                    <a:pt x="322" y="571"/>
                    <a:pt x="320" y="570"/>
                  </a:cubicBezTo>
                  <a:close/>
                  <a:moveTo>
                    <a:pt x="322" y="580"/>
                  </a:moveTo>
                  <a:cubicBezTo>
                    <a:pt x="322" y="580"/>
                    <a:pt x="322" y="581"/>
                    <a:pt x="322" y="581"/>
                  </a:cubicBezTo>
                  <a:cubicBezTo>
                    <a:pt x="322" y="580"/>
                    <a:pt x="323" y="579"/>
                    <a:pt x="322" y="580"/>
                  </a:cubicBezTo>
                  <a:close/>
                  <a:moveTo>
                    <a:pt x="323" y="537"/>
                  </a:moveTo>
                  <a:cubicBezTo>
                    <a:pt x="322" y="538"/>
                    <a:pt x="320" y="542"/>
                    <a:pt x="318" y="542"/>
                  </a:cubicBezTo>
                  <a:cubicBezTo>
                    <a:pt x="313" y="543"/>
                    <a:pt x="324" y="535"/>
                    <a:pt x="325" y="534"/>
                  </a:cubicBezTo>
                  <a:cubicBezTo>
                    <a:pt x="322" y="537"/>
                    <a:pt x="326" y="533"/>
                    <a:pt x="327" y="534"/>
                  </a:cubicBezTo>
                  <a:cubicBezTo>
                    <a:pt x="328" y="535"/>
                    <a:pt x="324" y="537"/>
                    <a:pt x="323" y="537"/>
                  </a:cubicBezTo>
                  <a:close/>
                  <a:moveTo>
                    <a:pt x="327" y="588"/>
                  </a:moveTo>
                  <a:cubicBezTo>
                    <a:pt x="326" y="589"/>
                    <a:pt x="324" y="589"/>
                    <a:pt x="324" y="588"/>
                  </a:cubicBezTo>
                  <a:cubicBezTo>
                    <a:pt x="324" y="586"/>
                    <a:pt x="327" y="587"/>
                    <a:pt x="327" y="588"/>
                  </a:cubicBezTo>
                  <a:close/>
                  <a:moveTo>
                    <a:pt x="326" y="564"/>
                  </a:moveTo>
                  <a:cubicBezTo>
                    <a:pt x="326" y="563"/>
                    <a:pt x="329" y="562"/>
                    <a:pt x="329" y="564"/>
                  </a:cubicBezTo>
                  <a:cubicBezTo>
                    <a:pt x="329" y="565"/>
                    <a:pt x="325" y="566"/>
                    <a:pt x="326" y="564"/>
                  </a:cubicBezTo>
                  <a:close/>
                  <a:moveTo>
                    <a:pt x="327" y="585"/>
                  </a:moveTo>
                  <a:cubicBezTo>
                    <a:pt x="328" y="585"/>
                    <a:pt x="329" y="586"/>
                    <a:pt x="328" y="586"/>
                  </a:cubicBezTo>
                  <a:cubicBezTo>
                    <a:pt x="328" y="586"/>
                    <a:pt x="326" y="586"/>
                    <a:pt x="327" y="585"/>
                  </a:cubicBezTo>
                  <a:close/>
                  <a:moveTo>
                    <a:pt x="327" y="624"/>
                  </a:moveTo>
                  <a:cubicBezTo>
                    <a:pt x="327" y="624"/>
                    <a:pt x="326" y="624"/>
                    <a:pt x="326" y="624"/>
                  </a:cubicBezTo>
                  <a:cubicBezTo>
                    <a:pt x="326" y="623"/>
                    <a:pt x="328" y="622"/>
                    <a:pt x="327" y="624"/>
                  </a:cubicBezTo>
                  <a:close/>
                  <a:moveTo>
                    <a:pt x="329" y="612"/>
                  </a:moveTo>
                  <a:cubicBezTo>
                    <a:pt x="326" y="613"/>
                    <a:pt x="328" y="608"/>
                    <a:pt x="330" y="609"/>
                  </a:cubicBezTo>
                  <a:cubicBezTo>
                    <a:pt x="332" y="610"/>
                    <a:pt x="330" y="612"/>
                    <a:pt x="329" y="612"/>
                  </a:cubicBezTo>
                  <a:close/>
                  <a:moveTo>
                    <a:pt x="335" y="620"/>
                  </a:moveTo>
                  <a:cubicBezTo>
                    <a:pt x="335" y="620"/>
                    <a:pt x="335" y="620"/>
                    <a:pt x="334" y="620"/>
                  </a:cubicBezTo>
                  <a:cubicBezTo>
                    <a:pt x="334" y="620"/>
                    <a:pt x="334" y="620"/>
                    <a:pt x="334" y="620"/>
                  </a:cubicBezTo>
                  <a:cubicBezTo>
                    <a:pt x="333" y="620"/>
                    <a:pt x="332" y="621"/>
                    <a:pt x="330" y="621"/>
                  </a:cubicBezTo>
                  <a:cubicBezTo>
                    <a:pt x="332" y="619"/>
                    <a:pt x="334" y="619"/>
                    <a:pt x="337" y="618"/>
                  </a:cubicBezTo>
                  <a:cubicBezTo>
                    <a:pt x="336" y="619"/>
                    <a:pt x="336" y="619"/>
                    <a:pt x="335" y="620"/>
                  </a:cubicBezTo>
                  <a:close/>
                  <a:moveTo>
                    <a:pt x="339" y="618"/>
                  </a:moveTo>
                  <a:cubicBezTo>
                    <a:pt x="338" y="618"/>
                    <a:pt x="338" y="619"/>
                    <a:pt x="337" y="618"/>
                  </a:cubicBezTo>
                  <a:cubicBezTo>
                    <a:pt x="337" y="617"/>
                    <a:pt x="342" y="617"/>
                    <a:pt x="339" y="618"/>
                  </a:cubicBezTo>
                  <a:close/>
                  <a:moveTo>
                    <a:pt x="348" y="611"/>
                  </a:moveTo>
                  <a:cubicBezTo>
                    <a:pt x="346" y="612"/>
                    <a:pt x="346" y="609"/>
                    <a:pt x="348" y="609"/>
                  </a:cubicBezTo>
                  <a:cubicBezTo>
                    <a:pt x="349" y="610"/>
                    <a:pt x="348" y="611"/>
                    <a:pt x="348" y="611"/>
                  </a:cubicBezTo>
                  <a:close/>
                  <a:moveTo>
                    <a:pt x="347" y="599"/>
                  </a:moveTo>
                  <a:cubicBezTo>
                    <a:pt x="347" y="598"/>
                    <a:pt x="348" y="599"/>
                    <a:pt x="348" y="599"/>
                  </a:cubicBezTo>
                  <a:cubicBezTo>
                    <a:pt x="348" y="600"/>
                    <a:pt x="347" y="600"/>
                    <a:pt x="347" y="599"/>
                  </a:cubicBezTo>
                  <a:close/>
                  <a:moveTo>
                    <a:pt x="353" y="622"/>
                  </a:moveTo>
                  <a:cubicBezTo>
                    <a:pt x="352" y="622"/>
                    <a:pt x="352" y="622"/>
                    <a:pt x="352" y="622"/>
                  </a:cubicBezTo>
                  <a:cubicBezTo>
                    <a:pt x="351" y="620"/>
                    <a:pt x="354" y="621"/>
                    <a:pt x="353" y="622"/>
                  </a:cubicBezTo>
                  <a:close/>
                  <a:moveTo>
                    <a:pt x="352" y="594"/>
                  </a:moveTo>
                  <a:cubicBezTo>
                    <a:pt x="349" y="595"/>
                    <a:pt x="344" y="598"/>
                    <a:pt x="340" y="598"/>
                  </a:cubicBezTo>
                  <a:cubicBezTo>
                    <a:pt x="343" y="596"/>
                    <a:pt x="350" y="593"/>
                    <a:pt x="353" y="593"/>
                  </a:cubicBezTo>
                  <a:cubicBezTo>
                    <a:pt x="352" y="593"/>
                    <a:pt x="355" y="593"/>
                    <a:pt x="355" y="593"/>
                  </a:cubicBezTo>
                  <a:cubicBezTo>
                    <a:pt x="355" y="595"/>
                    <a:pt x="353" y="594"/>
                    <a:pt x="352" y="594"/>
                  </a:cubicBezTo>
                  <a:close/>
                  <a:moveTo>
                    <a:pt x="355" y="550"/>
                  </a:moveTo>
                  <a:cubicBezTo>
                    <a:pt x="355" y="549"/>
                    <a:pt x="356" y="549"/>
                    <a:pt x="358" y="549"/>
                  </a:cubicBezTo>
                  <a:cubicBezTo>
                    <a:pt x="357" y="550"/>
                    <a:pt x="356" y="550"/>
                    <a:pt x="355" y="550"/>
                  </a:cubicBezTo>
                  <a:close/>
                  <a:moveTo>
                    <a:pt x="358" y="493"/>
                  </a:moveTo>
                  <a:cubicBezTo>
                    <a:pt x="358" y="493"/>
                    <a:pt x="358" y="493"/>
                    <a:pt x="357" y="493"/>
                  </a:cubicBezTo>
                  <a:cubicBezTo>
                    <a:pt x="357" y="492"/>
                    <a:pt x="359" y="492"/>
                    <a:pt x="358" y="493"/>
                  </a:cubicBezTo>
                  <a:close/>
                  <a:moveTo>
                    <a:pt x="356" y="570"/>
                  </a:moveTo>
                  <a:cubicBezTo>
                    <a:pt x="357" y="569"/>
                    <a:pt x="359" y="570"/>
                    <a:pt x="359" y="570"/>
                  </a:cubicBezTo>
                  <a:cubicBezTo>
                    <a:pt x="359" y="571"/>
                    <a:pt x="356" y="572"/>
                    <a:pt x="356" y="570"/>
                  </a:cubicBezTo>
                  <a:close/>
                  <a:moveTo>
                    <a:pt x="358" y="619"/>
                  </a:moveTo>
                  <a:cubicBezTo>
                    <a:pt x="357" y="618"/>
                    <a:pt x="359" y="618"/>
                    <a:pt x="359" y="619"/>
                  </a:cubicBezTo>
                  <a:cubicBezTo>
                    <a:pt x="360" y="620"/>
                    <a:pt x="358" y="619"/>
                    <a:pt x="358" y="619"/>
                  </a:cubicBezTo>
                  <a:close/>
                  <a:moveTo>
                    <a:pt x="361" y="614"/>
                  </a:moveTo>
                  <a:cubicBezTo>
                    <a:pt x="359" y="615"/>
                    <a:pt x="360" y="612"/>
                    <a:pt x="361" y="613"/>
                  </a:cubicBezTo>
                  <a:cubicBezTo>
                    <a:pt x="362" y="613"/>
                    <a:pt x="361" y="614"/>
                    <a:pt x="361" y="614"/>
                  </a:cubicBezTo>
                  <a:close/>
                  <a:moveTo>
                    <a:pt x="363" y="621"/>
                  </a:moveTo>
                  <a:cubicBezTo>
                    <a:pt x="361" y="622"/>
                    <a:pt x="362" y="619"/>
                    <a:pt x="363" y="621"/>
                  </a:cubicBezTo>
                  <a:close/>
                  <a:moveTo>
                    <a:pt x="360" y="560"/>
                  </a:moveTo>
                  <a:cubicBezTo>
                    <a:pt x="360" y="558"/>
                    <a:pt x="365" y="557"/>
                    <a:pt x="366" y="560"/>
                  </a:cubicBezTo>
                  <a:cubicBezTo>
                    <a:pt x="366" y="563"/>
                    <a:pt x="359" y="564"/>
                    <a:pt x="360" y="560"/>
                  </a:cubicBezTo>
                  <a:close/>
                  <a:moveTo>
                    <a:pt x="362" y="459"/>
                  </a:moveTo>
                  <a:cubicBezTo>
                    <a:pt x="360" y="461"/>
                    <a:pt x="362" y="457"/>
                    <a:pt x="362" y="459"/>
                  </a:cubicBezTo>
                  <a:cubicBezTo>
                    <a:pt x="362" y="459"/>
                    <a:pt x="362" y="459"/>
                    <a:pt x="362" y="459"/>
                  </a:cubicBezTo>
                  <a:close/>
                  <a:moveTo>
                    <a:pt x="362" y="508"/>
                  </a:moveTo>
                  <a:cubicBezTo>
                    <a:pt x="363" y="507"/>
                    <a:pt x="361" y="510"/>
                    <a:pt x="362" y="508"/>
                  </a:cubicBezTo>
                  <a:close/>
                  <a:moveTo>
                    <a:pt x="362" y="515"/>
                  </a:moveTo>
                  <a:cubicBezTo>
                    <a:pt x="361" y="516"/>
                    <a:pt x="363" y="514"/>
                    <a:pt x="362" y="515"/>
                  </a:cubicBezTo>
                  <a:close/>
                  <a:moveTo>
                    <a:pt x="366" y="501"/>
                  </a:moveTo>
                  <a:cubicBezTo>
                    <a:pt x="366" y="501"/>
                    <a:pt x="366" y="501"/>
                    <a:pt x="366" y="501"/>
                  </a:cubicBezTo>
                  <a:cubicBezTo>
                    <a:pt x="365" y="503"/>
                    <a:pt x="367" y="499"/>
                    <a:pt x="366" y="501"/>
                  </a:cubicBezTo>
                  <a:close/>
                  <a:moveTo>
                    <a:pt x="368" y="619"/>
                  </a:moveTo>
                  <a:cubicBezTo>
                    <a:pt x="367" y="618"/>
                    <a:pt x="369" y="618"/>
                    <a:pt x="369" y="617"/>
                  </a:cubicBezTo>
                  <a:cubicBezTo>
                    <a:pt x="369" y="618"/>
                    <a:pt x="368" y="618"/>
                    <a:pt x="368" y="619"/>
                  </a:cubicBezTo>
                  <a:close/>
                  <a:moveTo>
                    <a:pt x="371" y="614"/>
                  </a:moveTo>
                  <a:cubicBezTo>
                    <a:pt x="371" y="614"/>
                    <a:pt x="372" y="615"/>
                    <a:pt x="372" y="615"/>
                  </a:cubicBezTo>
                  <a:cubicBezTo>
                    <a:pt x="370" y="616"/>
                    <a:pt x="372" y="612"/>
                    <a:pt x="371" y="614"/>
                  </a:cubicBezTo>
                  <a:close/>
                  <a:moveTo>
                    <a:pt x="366" y="619"/>
                  </a:moveTo>
                  <a:cubicBezTo>
                    <a:pt x="367" y="616"/>
                    <a:pt x="370" y="613"/>
                    <a:pt x="372" y="611"/>
                  </a:cubicBezTo>
                  <a:cubicBezTo>
                    <a:pt x="370" y="614"/>
                    <a:pt x="368" y="617"/>
                    <a:pt x="366" y="619"/>
                  </a:cubicBezTo>
                  <a:close/>
                  <a:moveTo>
                    <a:pt x="369" y="581"/>
                  </a:moveTo>
                  <a:cubicBezTo>
                    <a:pt x="369" y="582"/>
                    <a:pt x="368" y="582"/>
                    <a:pt x="367" y="582"/>
                  </a:cubicBezTo>
                  <a:cubicBezTo>
                    <a:pt x="365" y="579"/>
                    <a:pt x="372" y="579"/>
                    <a:pt x="369" y="581"/>
                  </a:cubicBezTo>
                  <a:close/>
                  <a:moveTo>
                    <a:pt x="371" y="586"/>
                  </a:moveTo>
                  <a:cubicBezTo>
                    <a:pt x="371" y="586"/>
                    <a:pt x="370" y="587"/>
                    <a:pt x="370" y="587"/>
                  </a:cubicBezTo>
                  <a:cubicBezTo>
                    <a:pt x="369" y="586"/>
                    <a:pt x="371" y="585"/>
                    <a:pt x="371" y="586"/>
                  </a:cubicBezTo>
                  <a:close/>
                  <a:moveTo>
                    <a:pt x="367" y="558"/>
                  </a:moveTo>
                  <a:cubicBezTo>
                    <a:pt x="368" y="557"/>
                    <a:pt x="365" y="556"/>
                    <a:pt x="366" y="555"/>
                  </a:cubicBezTo>
                  <a:cubicBezTo>
                    <a:pt x="367" y="553"/>
                    <a:pt x="368" y="555"/>
                    <a:pt x="369" y="554"/>
                  </a:cubicBezTo>
                  <a:cubicBezTo>
                    <a:pt x="371" y="552"/>
                    <a:pt x="372" y="548"/>
                    <a:pt x="375" y="546"/>
                  </a:cubicBezTo>
                  <a:cubicBezTo>
                    <a:pt x="373" y="550"/>
                    <a:pt x="370" y="554"/>
                    <a:pt x="367" y="558"/>
                  </a:cubicBezTo>
                  <a:close/>
                  <a:moveTo>
                    <a:pt x="369" y="514"/>
                  </a:moveTo>
                  <a:cubicBezTo>
                    <a:pt x="369" y="514"/>
                    <a:pt x="368" y="514"/>
                    <a:pt x="368" y="514"/>
                  </a:cubicBezTo>
                  <a:cubicBezTo>
                    <a:pt x="366" y="516"/>
                    <a:pt x="369" y="511"/>
                    <a:pt x="369" y="514"/>
                  </a:cubicBezTo>
                  <a:close/>
                  <a:moveTo>
                    <a:pt x="370" y="543"/>
                  </a:moveTo>
                  <a:cubicBezTo>
                    <a:pt x="371" y="544"/>
                    <a:pt x="369" y="545"/>
                    <a:pt x="369" y="545"/>
                  </a:cubicBezTo>
                  <a:cubicBezTo>
                    <a:pt x="366" y="546"/>
                    <a:pt x="368" y="541"/>
                    <a:pt x="370" y="543"/>
                  </a:cubicBezTo>
                  <a:close/>
                  <a:moveTo>
                    <a:pt x="375" y="543"/>
                  </a:moveTo>
                  <a:cubicBezTo>
                    <a:pt x="375" y="544"/>
                    <a:pt x="372" y="545"/>
                    <a:pt x="372" y="543"/>
                  </a:cubicBezTo>
                  <a:cubicBezTo>
                    <a:pt x="372" y="542"/>
                    <a:pt x="374" y="542"/>
                    <a:pt x="375" y="543"/>
                  </a:cubicBezTo>
                  <a:close/>
                  <a:moveTo>
                    <a:pt x="373" y="506"/>
                  </a:moveTo>
                  <a:cubicBezTo>
                    <a:pt x="373" y="505"/>
                    <a:pt x="372" y="507"/>
                    <a:pt x="373" y="506"/>
                  </a:cubicBezTo>
                  <a:close/>
                  <a:moveTo>
                    <a:pt x="377" y="627"/>
                  </a:moveTo>
                  <a:cubicBezTo>
                    <a:pt x="377" y="629"/>
                    <a:pt x="375" y="627"/>
                    <a:pt x="377" y="627"/>
                  </a:cubicBezTo>
                  <a:close/>
                  <a:moveTo>
                    <a:pt x="376" y="607"/>
                  </a:moveTo>
                  <a:cubicBezTo>
                    <a:pt x="376" y="608"/>
                    <a:pt x="375" y="606"/>
                    <a:pt x="376" y="607"/>
                  </a:cubicBezTo>
                  <a:close/>
                  <a:moveTo>
                    <a:pt x="373" y="574"/>
                  </a:moveTo>
                  <a:cubicBezTo>
                    <a:pt x="374" y="573"/>
                    <a:pt x="376" y="572"/>
                    <a:pt x="377" y="572"/>
                  </a:cubicBezTo>
                  <a:cubicBezTo>
                    <a:pt x="376" y="573"/>
                    <a:pt x="375" y="573"/>
                    <a:pt x="373" y="574"/>
                  </a:cubicBezTo>
                  <a:close/>
                  <a:moveTo>
                    <a:pt x="376" y="566"/>
                  </a:moveTo>
                  <a:cubicBezTo>
                    <a:pt x="373" y="566"/>
                    <a:pt x="376" y="562"/>
                    <a:pt x="377" y="564"/>
                  </a:cubicBezTo>
                  <a:cubicBezTo>
                    <a:pt x="377" y="565"/>
                    <a:pt x="376" y="565"/>
                    <a:pt x="376" y="566"/>
                  </a:cubicBezTo>
                  <a:close/>
                  <a:moveTo>
                    <a:pt x="373" y="610"/>
                  </a:moveTo>
                  <a:cubicBezTo>
                    <a:pt x="373" y="609"/>
                    <a:pt x="374" y="608"/>
                    <a:pt x="375" y="607"/>
                  </a:cubicBezTo>
                  <a:cubicBezTo>
                    <a:pt x="376" y="608"/>
                    <a:pt x="374" y="610"/>
                    <a:pt x="373" y="610"/>
                  </a:cubicBezTo>
                  <a:close/>
                  <a:moveTo>
                    <a:pt x="375" y="636"/>
                  </a:moveTo>
                  <a:cubicBezTo>
                    <a:pt x="375" y="635"/>
                    <a:pt x="382" y="634"/>
                    <a:pt x="382" y="637"/>
                  </a:cubicBezTo>
                  <a:cubicBezTo>
                    <a:pt x="382" y="641"/>
                    <a:pt x="373" y="640"/>
                    <a:pt x="375" y="636"/>
                  </a:cubicBezTo>
                  <a:close/>
                  <a:moveTo>
                    <a:pt x="378" y="554"/>
                  </a:moveTo>
                  <a:cubicBezTo>
                    <a:pt x="378" y="555"/>
                    <a:pt x="377" y="553"/>
                    <a:pt x="378" y="554"/>
                  </a:cubicBezTo>
                  <a:close/>
                  <a:moveTo>
                    <a:pt x="378" y="572"/>
                  </a:moveTo>
                  <a:cubicBezTo>
                    <a:pt x="378" y="572"/>
                    <a:pt x="377" y="572"/>
                    <a:pt x="378" y="572"/>
                  </a:cubicBezTo>
                  <a:close/>
                  <a:moveTo>
                    <a:pt x="385" y="570"/>
                  </a:moveTo>
                  <a:cubicBezTo>
                    <a:pt x="384" y="571"/>
                    <a:pt x="382" y="571"/>
                    <a:pt x="380" y="571"/>
                  </a:cubicBezTo>
                  <a:cubicBezTo>
                    <a:pt x="381" y="570"/>
                    <a:pt x="383" y="570"/>
                    <a:pt x="385" y="570"/>
                  </a:cubicBezTo>
                  <a:close/>
                  <a:moveTo>
                    <a:pt x="384" y="504"/>
                  </a:moveTo>
                  <a:cubicBezTo>
                    <a:pt x="385" y="504"/>
                    <a:pt x="384" y="505"/>
                    <a:pt x="384" y="504"/>
                  </a:cubicBezTo>
                  <a:cubicBezTo>
                    <a:pt x="383" y="504"/>
                    <a:pt x="384" y="504"/>
                    <a:pt x="384" y="504"/>
                  </a:cubicBezTo>
                  <a:close/>
                  <a:moveTo>
                    <a:pt x="383" y="466"/>
                  </a:moveTo>
                  <a:cubicBezTo>
                    <a:pt x="381" y="468"/>
                    <a:pt x="379" y="469"/>
                    <a:pt x="377" y="470"/>
                  </a:cubicBezTo>
                  <a:cubicBezTo>
                    <a:pt x="378" y="469"/>
                    <a:pt x="380" y="467"/>
                    <a:pt x="383" y="466"/>
                  </a:cubicBezTo>
                  <a:close/>
                  <a:moveTo>
                    <a:pt x="378" y="425"/>
                  </a:moveTo>
                  <a:cubicBezTo>
                    <a:pt x="378" y="425"/>
                    <a:pt x="378" y="426"/>
                    <a:pt x="378" y="426"/>
                  </a:cubicBezTo>
                  <a:cubicBezTo>
                    <a:pt x="378" y="427"/>
                    <a:pt x="377" y="425"/>
                    <a:pt x="378" y="425"/>
                  </a:cubicBezTo>
                  <a:close/>
                  <a:moveTo>
                    <a:pt x="380" y="453"/>
                  </a:moveTo>
                  <a:cubicBezTo>
                    <a:pt x="381" y="452"/>
                    <a:pt x="381" y="452"/>
                    <a:pt x="382" y="452"/>
                  </a:cubicBezTo>
                  <a:cubicBezTo>
                    <a:pt x="381" y="452"/>
                    <a:pt x="380" y="453"/>
                    <a:pt x="380" y="453"/>
                  </a:cubicBezTo>
                  <a:close/>
                  <a:moveTo>
                    <a:pt x="376" y="394"/>
                  </a:moveTo>
                  <a:cubicBezTo>
                    <a:pt x="377" y="394"/>
                    <a:pt x="381" y="388"/>
                    <a:pt x="384" y="388"/>
                  </a:cubicBezTo>
                  <a:cubicBezTo>
                    <a:pt x="381" y="389"/>
                    <a:pt x="379" y="394"/>
                    <a:pt x="376" y="394"/>
                  </a:cubicBezTo>
                  <a:close/>
                  <a:moveTo>
                    <a:pt x="397" y="460"/>
                  </a:moveTo>
                  <a:cubicBezTo>
                    <a:pt x="394" y="463"/>
                    <a:pt x="387" y="465"/>
                    <a:pt x="383" y="468"/>
                  </a:cubicBezTo>
                  <a:cubicBezTo>
                    <a:pt x="387" y="464"/>
                    <a:pt x="392" y="463"/>
                    <a:pt x="397" y="460"/>
                  </a:cubicBezTo>
                  <a:close/>
                  <a:moveTo>
                    <a:pt x="386" y="182"/>
                  </a:moveTo>
                  <a:cubicBezTo>
                    <a:pt x="386" y="181"/>
                    <a:pt x="388" y="181"/>
                    <a:pt x="388" y="182"/>
                  </a:cubicBezTo>
                  <a:cubicBezTo>
                    <a:pt x="389" y="183"/>
                    <a:pt x="386" y="183"/>
                    <a:pt x="386" y="182"/>
                  </a:cubicBezTo>
                  <a:close/>
                  <a:moveTo>
                    <a:pt x="398" y="418"/>
                  </a:moveTo>
                  <a:cubicBezTo>
                    <a:pt x="398" y="419"/>
                    <a:pt x="396" y="420"/>
                    <a:pt x="396" y="421"/>
                  </a:cubicBezTo>
                  <a:cubicBezTo>
                    <a:pt x="395" y="420"/>
                    <a:pt x="397" y="418"/>
                    <a:pt x="398" y="418"/>
                  </a:cubicBezTo>
                  <a:close/>
                  <a:moveTo>
                    <a:pt x="397" y="371"/>
                  </a:moveTo>
                  <a:cubicBezTo>
                    <a:pt x="395" y="372"/>
                    <a:pt x="398" y="370"/>
                    <a:pt x="397" y="371"/>
                  </a:cubicBezTo>
                  <a:close/>
                  <a:moveTo>
                    <a:pt x="403" y="137"/>
                  </a:moveTo>
                  <a:cubicBezTo>
                    <a:pt x="405" y="139"/>
                    <a:pt x="398" y="141"/>
                    <a:pt x="398" y="140"/>
                  </a:cubicBezTo>
                  <a:cubicBezTo>
                    <a:pt x="397" y="140"/>
                    <a:pt x="401" y="135"/>
                    <a:pt x="403" y="137"/>
                  </a:cubicBezTo>
                  <a:close/>
                  <a:moveTo>
                    <a:pt x="401" y="86"/>
                  </a:moveTo>
                  <a:cubicBezTo>
                    <a:pt x="402" y="84"/>
                    <a:pt x="404" y="89"/>
                    <a:pt x="401" y="88"/>
                  </a:cubicBezTo>
                  <a:cubicBezTo>
                    <a:pt x="400" y="88"/>
                    <a:pt x="400" y="87"/>
                    <a:pt x="401" y="86"/>
                  </a:cubicBezTo>
                  <a:close/>
                  <a:moveTo>
                    <a:pt x="440" y="59"/>
                  </a:moveTo>
                  <a:cubicBezTo>
                    <a:pt x="440" y="60"/>
                    <a:pt x="438" y="61"/>
                    <a:pt x="438" y="60"/>
                  </a:cubicBezTo>
                  <a:cubicBezTo>
                    <a:pt x="437" y="60"/>
                    <a:pt x="440" y="58"/>
                    <a:pt x="440" y="59"/>
                  </a:cubicBezTo>
                  <a:close/>
                  <a:moveTo>
                    <a:pt x="438" y="29"/>
                  </a:moveTo>
                  <a:cubicBezTo>
                    <a:pt x="438" y="28"/>
                    <a:pt x="440" y="29"/>
                    <a:pt x="440" y="29"/>
                  </a:cubicBezTo>
                  <a:cubicBezTo>
                    <a:pt x="441" y="30"/>
                    <a:pt x="438" y="30"/>
                    <a:pt x="438" y="29"/>
                  </a:cubicBezTo>
                  <a:close/>
                  <a:moveTo>
                    <a:pt x="437" y="51"/>
                  </a:moveTo>
                  <a:cubicBezTo>
                    <a:pt x="437" y="51"/>
                    <a:pt x="438" y="50"/>
                    <a:pt x="438" y="51"/>
                  </a:cubicBezTo>
                  <a:cubicBezTo>
                    <a:pt x="439" y="52"/>
                    <a:pt x="437" y="51"/>
                    <a:pt x="437" y="51"/>
                  </a:cubicBezTo>
                  <a:close/>
                  <a:moveTo>
                    <a:pt x="443" y="75"/>
                  </a:moveTo>
                  <a:cubicBezTo>
                    <a:pt x="442" y="77"/>
                    <a:pt x="431" y="76"/>
                    <a:pt x="432" y="75"/>
                  </a:cubicBezTo>
                  <a:cubicBezTo>
                    <a:pt x="432" y="74"/>
                    <a:pt x="440" y="76"/>
                    <a:pt x="443" y="75"/>
                  </a:cubicBezTo>
                  <a:close/>
                  <a:moveTo>
                    <a:pt x="450" y="40"/>
                  </a:moveTo>
                  <a:cubicBezTo>
                    <a:pt x="450" y="40"/>
                    <a:pt x="448" y="39"/>
                    <a:pt x="448" y="39"/>
                  </a:cubicBezTo>
                  <a:cubicBezTo>
                    <a:pt x="448" y="39"/>
                    <a:pt x="450" y="39"/>
                    <a:pt x="450" y="40"/>
                  </a:cubicBezTo>
                  <a:close/>
                  <a:moveTo>
                    <a:pt x="453" y="36"/>
                  </a:moveTo>
                  <a:cubicBezTo>
                    <a:pt x="449" y="39"/>
                    <a:pt x="447" y="36"/>
                    <a:pt x="453" y="36"/>
                  </a:cubicBezTo>
                  <a:close/>
                  <a:moveTo>
                    <a:pt x="446" y="83"/>
                  </a:moveTo>
                  <a:cubicBezTo>
                    <a:pt x="448" y="81"/>
                    <a:pt x="448" y="83"/>
                    <a:pt x="446" y="83"/>
                  </a:cubicBezTo>
                  <a:close/>
                  <a:moveTo>
                    <a:pt x="445" y="112"/>
                  </a:moveTo>
                  <a:cubicBezTo>
                    <a:pt x="446" y="111"/>
                    <a:pt x="446" y="112"/>
                    <a:pt x="447" y="111"/>
                  </a:cubicBezTo>
                  <a:cubicBezTo>
                    <a:pt x="447" y="111"/>
                    <a:pt x="446" y="112"/>
                    <a:pt x="445" y="112"/>
                  </a:cubicBezTo>
                  <a:close/>
                  <a:moveTo>
                    <a:pt x="449" y="53"/>
                  </a:moveTo>
                  <a:cubicBezTo>
                    <a:pt x="449" y="54"/>
                    <a:pt x="449" y="55"/>
                    <a:pt x="448" y="55"/>
                  </a:cubicBezTo>
                  <a:cubicBezTo>
                    <a:pt x="446" y="55"/>
                    <a:pt x="448" y="51"/>
                    <a:pt x="449" y="53"/>
                  </a:cubicBezTo>
                  <a:close/>
                  <a:moveTo>
                    <a:pt x="448" y="50"/>
                  </a:moveTo>
                  <a:cubicBezTo>
                    <a:pt x="447" y="51"/>
                    <a:pt x="446" y="51"/>
                    <a:pt x="445" y="52"/>
                  </a:cubicBezTo>
                  <a:cubicBezTo>
                    <a:pt x="445" y="51"/>
                    <a:pt x="447" y="50"/>
                    <a:pt x="448" y="50"/>
                  </a:cubicBezTo>
                  <a:close/>
                  <a:moveTo>
                    <a:pt x="444" y="51"/>
                  </a:moveTo>
                  <a:cubicBezTo>
                    <a:pt x="444" y="51"/>
                    <a:pt x="445" y="50"/>
                    <a:pt x="445" y="51"/>
                  </a:cubicBezTo>
                  <a:cubicBezTo>
                    <a:pt x="445" y="51"/>
                    <a:pt x="444" y="52"/>
                    <a:pt x="444" y="51"/>
                  </a:cubicBezTo>
                  <a:close/>
                  <a:moveTo>
                    <a:pt x="444" y="112"/>
                  </a:moveTo>
                  <a:cubicBezTo>
                    <a:pt x="444" y="112"/>
                    <a:pt x="445" y="112"/>
                    <a:pt x="445" y="112"/>
                  </a:cubicBezTo>
                  <a:cubicBezTo>
                    <a:pt x="445" y="114"/>
                    <a:pt x="442" y="111"/>
                    <a:pt x="444" y="112"/>
                  </a:cubicBezTo>
                  <a:close/>
                  <a:moveTo>
                    <a:pt x="443" y="52"/>
                  </a:moveTo>
                  <a:cubicBezTo>
                    <a:pt x="445" y="51"/>
                    <a:pt x="441" y="52"/>
                    <a:pt x="443" y="52"/>
                  </a:cubicBezTo>
                  <a:close/>
                  <a:moveTo>
                    <a:pt x="445" y="115"/>
                  </a:moveTo>
                  <a:cubicBezTo>
                    <a:pt x="453" y="112"/>
                    <a:pt x="454" y="123"/>
                    <a:pt x="446" y="122"/>
                  </a:cubicBezTo>
                  <a:cubicBezTo>
                    <a:pt x="445" y="122"/>
                    <a:pt x="442" y="121"/>
                    <a:pt x="442" y="118"/>
                  </a:cubicBezTo>
                  <a:cubicBezTo>
                    <a:pt x="443" y="119"/>
                    <a:pt x="444" y="116"/>
                    <a:pt x="445" y="115"/>
                  </a:cubicBezTo>
                  <a:close/>
                  <a:moveTo>
                    <a:pt x="450" y="112"/>
                  </a:moveTo>
                  <a:cubicBezTo>
                    <a:pt x="451" y="113"/>
                    <a:pt x="449" y="113"/>
                    <a:pt x="449" y="113"/>
                  </a:cubicBezTo>
                  <a:cubicBezTo>
                    <a:pt x="449" y="113"/>
                    <a:pt x="449" y="112"/>
                    <a:pt x="450" y="112"/>
                  </a:cubicBezTo>
                  <a:close/>
                  <a:moveTo>
                    <a:pt x="456" y="102"/>
                  </a:moveTo>
                  <a:cubicBezTo>
                    <a:pt x="456" y="104"/>
                    <a:pt x="453" y="105"/>
                    <a:pt x="452" y="103"/>
                  </a:cubicBezTo>
                  <a:cubicBezTo>
                    <a:pt x="450" y="102"/>
                    <a:pt x="456" y="100"/>
                    <a:pt x="456" y="102"/>
                  </a:cubicBezTo>
                  <a:close/>
                  <a:moveTo>
                    <a:pt x="452" y="90"/>
                  </a:moveTo>
                  <a:cubicBezTo>
                    <a:pt x="452" y="89"/>
                    <a:pt x="454" y="89"/>
                    <a:pt x="454" y="89"/>
                  </a:cubicBezTo>
                  <a:cubicBezTo>
                    <a:pt x="455" y="90"/>
                    <a:pt x="453" y="91"/>
                    <a:pt x="452" y="90"/>
                  </a:cubicBezTo>
                  <a:close/>
                  <a:moveTo>
                    <a:pt x="454" y="91"/>
                  </a:moveTo>
                  <a:cubicBezTo>
                    <a:pt x="455" y="89"/>
                    <a:pt x="456" y="92"/>
                    <a:pt x="454" y="91"/>
                  </a:cubicBezTo>
                  <a:close/>
                  <a:moveTo>
                    <a:pt x="456" y="169"/>
                  </a:moveTo>
                  <a:cubicBezTo>
                    <a:pt x="461" y="172"/>
                    <a:pt x="453" y="179"/>
                    <a:pt x="448" y="175"/>
                  </a:cubicBezTo>
                  <a:cubicBezTo>
                    <a:pt x="450" y="175"/>
                    <a:pt x="449" y="174"/>
                    <a:pt x="447" y="173"/>
                  </a:cubicBezTo>
                  <a:cubicBezTo>
                    <a:pt x="448" y="170"/>
                    <a:pt x="452" y="167"/>
                    <a:pt x="456" y="169"/>
                  </a:cubicBezTo>
                  <a:close/>
                  <a:moveTo>
                    <a:pt x="461" y="136"/>
                  </a:moveTo>
                  <a:cubicBezTo>
                    <a:pt x="465" y="134"/>
                    <a:pt x="460" y="140"/>
                    <a:pt x="457" y="139"/>
                  </a:cubicBezTo>
                  <a:cubicBezTo>
                    <a:pt x="458" y="138"/>
                    <a:pt x="460" y="136"/>
                    <a:pt x="461" y="136"/>
                  </a:cubicBezTo>
                  <a:close/>
                  <a:moveTo>
                    <a:pt x="459" y="124"/>
                  </a:moveTo>
                  <a:cubicBezTo>
                    <a:pt x="458" y="124"/>
                    <a:pt x="460" y="124"/>
                    <a:pt x="459" y="124"/>
                  </a:cubicBezTo>
                  <a:close/>
                  <a:moveTo>
                    <a:pt x="463" y="74"/>
                  </a:moveTo>
                  <a:cubicBezTo>
                    <a:pt x="462" y="74"/>
                    <a:pt x="463" y="73"/>
                    <a:pt x="464" y="74"/>
                  </a:cubicBezTo>
                  <a:cubicBezTo>
                    <a:pt x="464" y="74"/>
                    <a:pt x="463" y="75"/>
                    <a:pt x="463" y="74"/>
                  </a:cubicBezTo>
                  <a:close/>
                  <a:moveTo>
                    <a:pt x="463" y="76"/>
                  </a:moveTo>
                  <a:cubicBezTo>
                    <a:pt x="464" y="74"/>
                    <a:pt x="465" y="76"/>
                    <a:pt x="463" y="76"/>
                  </a:cubicBezTo>
                  <a:close/>
                  <a:moveTo>
                    <a:pt x="464" y="82"/>
                  </a:moveTo>
                  <a:cubicBezTo>
                    <a:pt x="464" y="84"/>
                    <a:pt x="459" y="84"/>
                    <a:pt x="460" y="81"/>
                  </a:cubicBezTo>
                  <a:cubicBezTo>
                    <a:pt x="460" y="80"/>
                    <a:pt x="464" y="81"/>
                    <a:pt x="464" y="82"/>
                  </a:cubicBezTo>
                  <a:close/>
                  <a:moveTo>
                    <a:pt x="462" y="133"/>
                  </a:moveTo>
                  <a:cubicBezTo>
                    <a:pt x="463" y="134"/>
                    <a:pt x="461" y="135"/>
                    <a:pt x="461" y="135"/>
                  </a:cubicBezTo>
                  <a:cubicBezTo>
                    <a:pt x="460" y="134"/>
                    <a:pt x="462" y="133"/>
                    <a:pt x="462" y="133"/>
                  </a:cubicBezTo>
                  <a:close/>
                  <a:moveTo>
                    <a:pt x="460" y="102"/>
                  </a:moveTo>
                  <a:cubicBezTo>
                    <a:pt x="460" y="102"/>
                    <a:pt x="461" y="102"/>
                    <a:pt x="461" y="102"/>
                  </a:cubicBezTo>
                  <a:cubicBezTo>
                    <a:pt x="463" y="99"/>
                    <a:pt x="462" y="103"/>
                    <a:pt x="460" y="102"/>
                  </a:cubicBezTo>
                  <a:close/>
                  <a:moveTo>
                    <a:pt x="460" y="130"/>
                  </a:moveTo>
                  <a:cubicBezTo>
                    <a:pt x="460" y="130"/>
                    <a:pt x="460" y="131"/>
                    <a:pt x="460" y="131"/>
                  </a:cubicBezTo>
                  <a:cubicBezTo>
                    <a:pt x="459" y="131"/>
                    <a:pt x="460" y="130"/>
                    <a:pt x="460" y="130"/>
                  </a:cubicBezTo>
                  <a:close/>
                  <a:moveTo>
                    <a:pt x="466" y="137"/>
                  </a:moveTo>
                  <a:cubicBezTo>
                    <a:pt x="466" y="138"/>
                    <a:pt x="464" y="138"/>
                    <a:pt x="464" y="138"/>
                  </a:cubicBezTo>
                  <a:cubicBezTo>
                    <a:pt x="464" y="137"/>
                    <a:pt x="466" y="136"/>
                    <a:pt x="466" y="137"/>
                  </a:cubicBezTo>
                  <a:close/>
                  <a:moveTo>
                    <a:pt x="465" y="123"/>
                  </a:moveTo>
                  <a:cubicBezTo>
                    <a:pt x="467" y="122"/>
                    <a:pt x="467" y="123"/>
                    <a:pt x="465" y="123"/>
                  </a:cubicBezTo>
                  <a:close/>
                  <a:moveTo>
                    <a:pt x="469" y="145"/>
                  </a:moveTo>
                  <a:cubicBezTo>
                    <a:pt x="469" y="145"/>
                    <a:pt x="468" y="147"/>
                    <a:pt x="468" y="147"/>
                  </a:cubicBezTo>
                  <a:cubicBezTo>
                    <a:pt x="467" y="148"/>
                    <a:pt x="467" y="149"/>
                    <a:pt x="465" y="148"/>
                  </a:cubicBezTo>
                  <a:cubicBezTo>
                    <a:pt x="465" y="148"/>
                    <a:pt x="465" y="147"/>
                    <a:pt x="465" y="147"/>
                  </a:cubicBezTo>
                  <a:cubicBezTo>
                    <a:pt x="465" y="147"/>
                    <a:pt x="462" y="146"/>
                    <a:pt x="462" y="145"/>
                  </a:cubicBezTo>
                  <a:cubicBezTo>
                    <a:pt x="462" y="142"/>
                    <a:pt x="469" y="144"/>
                    <a:pt x="469" y="145"/>
                  </a:cubicBezTo>
                  <a:close/>
                  <a:moveTo>
                    <a:pt x="476" y="189"/>
                  </a:moveTo>
                  <a:cubicBezTo>
                    <a:pt x="475" y="192"/>
                    <a:pt x="472" y="193"/>
                    <a:pt x="470" y="195"/>
                  </a:cubicBezTo>
                  <a:cubicBezTo>
                    <a:pt x="471" y="193"/>
                    <a:pt x="474" y="191"/>
                    <a:pt x="476" y="189"/>
                  </a:cubicBezTo>
                  <a:close/>
                  <a:moveTo>
                    <a:pt x="474" y="164"/>
                  </a:moveTo>
                  <a:cubicBezTo>
                    <a:pt x="476" y="162"/>
                    <a:pt x="475" y="166"/>
                    <a:pt x="473" y="165"/>
                  </a:cubicBezTo>
                  <a:cubicBezTo>
                    <a:pt x="473" y="165"/>
                    <a:pt x="474" y="164"/>
                    <a:pt x="474" y="164"/>
                  </a:cubicBezTo>
                  <a:close/>
                  <a:moveTo>
                    <a:pt x="478" y="618"/>
                  </a:moveTo>
                  <a:cubicBezTo>
                    <a:pt x="478" y="617"/>
                    <a:pt x="481" y="616"/>
                    <a:pt x="482" y="618"/>
                  </a:cubicBezTo>
                  <a:cubicBezTo>
                    <a:pt x="483" y="621"/>
                    <a:pt x="477" y="622"/>
                    <a:pt x="478" y="618"/>
                  </a:cubicBezTo>
                  <a:close/>
                  <a:moveTo>
                    <a:pt x="479" y="669"/>
                  </a:moveTo>
                  <a:cubicBezTo>
                    <a:pt x="479" y="669"/>
                    <a:pt x="477" y="670"/>
                    <a:pt x="477" y="669"/>
                  </a:cubicBezTo>
                  <a:cubicBezTo>
                    <a:pt x="476" y="667"/>
                    <a:pt x="479" y="668"/>
                    <a:pt x="479" y="669"/>
                  </a:cubicBezTo>
                  <a:close/>
                  <a:moveTo>
                    <a:pt x="477" y="598"/>
                  </a:moveTo>
                  <a:cubicBezTo>
                    <a:pt x="477" y="597"/>
                    <a:pt x="480" y="596"/>
                    <a:pt x="481" y="594"/>
                  </a:cubicBezTo>
                  <a:cubicBezTo>
                    <a:pt x="481" y="596"/>
                    <a:pt x="478" y="597"/>
                    <a:pt x="477" y="598"/>
                  </a:cubicBezTo>
                  <a:close/>
                  <a:moveTo>
                    <a:pt x="478" y="310"/>
                  </a:moveTo>
                  <a:cubicBezTo>
                    <a:pt x="480" y="308"/>
                    <a:pt x="480" y="313"/>
                    <a:pt x="478" y="312"/>
                  </a:cubicBezTo>
                  <a:cubicBezTo>
                    <a:pt x="477" y="311"/>
                    <a:pt x="478" y="310"/>
                    <a:pt x="478" y="310"/>
                  </a:cubicBezTo>
                  <a:close/>
                  <a:moveTo>
                    <a:pt x="478" y="226"/>
                  </a:moveTo>
                  <a:cubicBezTo>
                    <a:pt x="479" y="224"/>
                    <a:pt x="480" y="227"/>
                    <a:pt x="478" y="227"/>
                  </a:cubicBezTo>
                  <a:cubicBezTo>
                    <a:pt x="478" y="226"/>
                    <a:pt x="478" y="226"/>
                    <a:pt x="478" y="226"/>
                  </a:cubicBezTo>
                  <a:close/>
                  <a:moveTo>
                    <a:pt x="476" y="210"/>
                  </a:moveTo>
                  <a:cubicBezTo>
                    <a:pt x="475" y="208"/>
                    <a:pt x="480" y="205"/>
                    <a:pt x="480" y="209"/>
                  </a:cubicBezTo>
                  <a:cubicBezTo>
                    <a:pt x="481" y="210"/>
                    <a:pt x="476" y="211"/>
                    <a:pt x="476" y="210"/>
                  </a:cubicBezTo>
                  <a:close/>
                  <a:moveTo>
                    <a:pt x="473" y="217"/>
                  </a:moveTo>
                  <a:cubicBezTo>
                    <a:pt x="472" y="219"/>
                    <a:pt x="467" y="225"/>
                    <a:pt x="465" y="226"/>
                  </a:cubicBezTo>
                  <a:cubicBezTo>
                    <a:pt x="462" y="227"/>
                    <a:pt x="466" y="224"/>
                    <a:pt x="467" y="223"/>
                  </a:cubicBezTo>
                  <a:cubicBezTo>
                    <a:pt x="469" y="222"/>
                    <a:pt x="471" y="218"/>
                    <a:pt x="472" y="215"/>
                  </a:cubicBezTo>
                  <a:cubicBezTo>
                    <a:pt x="472" y="216"/>
                    <a:pt x="472" y="216"/>
                    <a:pt x="472" y="215"/>
                  </a:cubicBezTo>
                  <a:cubicBezTo>
                    <a:pt x="472" y="215"/>
                    <a:pt x="472" y="215"/>
                    <a:pt x="473" y="215"/>
                  </a:cubicBezTo>
                  <a:cubicBezTo>
                    <a:pt x="473" y="215"/>
                    <a:pt x="473" y="215"/>
                    <a:pt x="473" y="215"/>
                  </a:cubicBezTo>
                  <a:cubicBezTo>
                    <a:pt x="474" y="214"/>
                    <a:pt x="474" y="213"/>
                    <a:pt x="475" y="212"/>
                  </a:cubicBezTo>
                  <a:cubicBezTo>
                    <a:pt x="475" y="212"/>
                    <a:pt x="476" y="213"/>
                    <a:pt x="476" y="213"/>
                  </a:cubicBezTo>
                  <a:cubicBezTo>
                    <a:pt x="476" y="213"/>
                    <a:pt x="474" y="215"/>
                    <a:pt x="473" y="217"/>
                  </a:cubicBezTo>
                  <a:close/>
                  <a:moveTo>
                    <a:pt x="475" y="228"/>
                  </a:moveTo>
                  <a:cubicBezTo>
                    <a:pt x="474" y="227"/>
                    <a:pt x="475" y="227"/>
                    <a:pt x="475" y="227"/>
                  </a:cubicBezTo>
                  <a:cubicBezTo>
                    <a:pt x="476" y="227"/>
                    <a:pt x="475" y="229"/>
                    <a:pt x="475" y="228"/>
                  </a:cubicBezTo>
                  <a:close/>
                  <a:moveTo>
                    <a:pt x="473" y="638"/>
                  </a:moveTo>
                  <a:cubicBezTo>
                    <a:pt x="473" y="638"/>
                    <a:pt x="474" y="637"/>
                    <a:pt x="474" y="638"/>
                  </a:cubicBezTo>
                  <a:cubicBezTo>
                    <a:pt x="475" y="639"/>
                    <a:pt x="472" y="640"/>
                    <a:pt x="473" y="638"/>
                  </a:cubicBezTo>
                  <a:close/>
                  <a:moveTo>
                    <a:pt x="471" y="623"/>
                  </a:moveTo>
                  <a:cubicBezTo>
                    <a:pt x="471" y="622"/>
                    <a:pt x="473" y="622"/>
                    <a:pt x="473" y="623"/>
                  </a:cubicBezTo>
                  <a:cubicBezTo>
                    <a:pt x="473" y="624"/>
                    <a:pt x="471" y="624"/>
                    <a:pt x="471" y="623"/>
                  </a:cubicBezTo>
                  <a:close/>
                  <a:moveTo>
                    <a:pt x="469" y="613"/>
                  </a:moveTo>
                  <a:cubicBezTo>
                    <a:pt x="465" y="614"/>
                    <a:pt x="462" y="616"/>
                    <a:pt x="459" y="615"/>
                  </a:cubicBezTo>
                  <a:cubicBezTo>
                    <a:pt x="460" y="612"/>
                    <a:pt x="468" y="613"/>
                    <a:pt x="470" y="613"/>
                  </a:cubicBezTo>
                  <a:cubicBezTo>
                    <a:pt x="471" y="613"/>
                    <a:pt x="476" y="611"/>
                    <a:pt x="475" y="613"/>
                  </a:cubicBezTo>
                  <a:cubicBezTo>
                    <a:pt x="474" y="614"/>
                    <a:pt x="469" y="613"/>
                    <a:pt x="469" y="613"/>
                  </a:cubicBezTo>
                  <a:close/>
                  <a:moveTo>
                    <a:pt x="470" y="623"/>
                  </a:moveTo>
                  <a:cubicBezTo>
                    <a:pt x="470" y="623"/>
                    <a:pt x="469" y="623"/>
                    <a:pt x="469" y="623"/>
                  </a:cubicBezTo>
                  <a:cubicBezTo>
                    <a:pt x="469" y="623"/>
                    <a:pt x="470" y="622"/>
                    <a:pt x="470" y="623"/>
                  </a:cubicBezTo>
                  <a:close/>
                  <a:moveTo>
                    <a:pt x="467" y="625"/>
                  </a:moveTo>
                  <a:cubicBezTo>
                    <a:pt x="467" y="625"/>
                    <a:pt x="467" y="624"/>
                    <a:pt x="468" y="624"/>
                  </a:cubicBezTo>
                  <a:cubicBezTo>
                    <a:pt x="468" y="624"/>
                    <a:pt x="467" y="625"/>
                    <a:pt x="467" y="625"/>
                  </a:cubicBezTo>
                  <a:close/>
                  <a:moveTo>
                    <a:pt x="465" y="683"/>
                  </a:moveTo>
                  <a:cubicBezTo>
                    <a:pt x="465" y="682"/>
                    <a:pt x="469" y="682"/>
                    <a:pt x="469" y="684"/>
                  </a:cubicBezTo>
                  <a:cubicBezTo>
                    <a:pt x="469" y="686"/>
                    <a:pt x="464" y="686"/>
                    <a:pt x="465" y="683"/>
                  </a:cubicBezTo>
                  <a:close/>
                  <a:moveTo>
                    <a:pt x="468" y="686"/>
                  </a:moveTo>
                  <a:cubicBezTo>
                    <a:pt x="467" y="688"/>
                    <a:pt x="465" y="686"/>
                    <a:pt x="468" y="686"/>
                  </a:cubicBezTo>
                  <a:close/>
                  <a:moveTo>
                    <a:pt x="465" y="727"/>
                  </a:moveTo>
                  <a:cubicBezTo>
                    <a:pt x="464" y="728"/>
                    <a:pt x="464" y="727"/>
                    <a:pt x="464" y="727"/>
                  </a:cubicBezTo>
                  <a:cubicBezTo>
                    <a:pt x="464" y="727"/>
                    <a:pt x="466" y="727"/>
                    <a:pt x="465" y="727"/>
                  </a:cubicBezTo>
                  <a:close/>
                  <a:moveTo>
                    <a:pt x="459" y="730"/>
                  </a:moveTo>
                  <a:cubicBezTo>
                    <a:pt x="460" y="729"/>
                    <a:pt x="461" y="729"/>
                    <a:pt x="463" y="729"/>
                  </a:cubicBezTo>
                  <a:cubicBezTo>
                    <a:pt x="461" y="729"/>
                    <a:pt x="460" y="730"/>
                    <a:pt x="459" y="730"/>
                  </a:cubicBezTo>
                  <a:close/>
                  <a:moveTo>
                    <a:pt x="462" y="732"/>
                  </a:moveTo>
                  <a:cubicBezTo>
                    <a:pt x="461" y="733"/>
                    <a:pt x="460" y="733"/>
                    <a:pt x="459" y="733"/>
                  </a:cubicBezTo>
                  <a:cubicBezTo>
                    <a:pt x="459" y="732"/>
                    <a:pt x="461" y="732"/>
                    <a:pt x="462" y="732"/>
                  </a:cubicBezTo>
                  <a:close/>
                  <a:moveTo>
                    <a:pt x="459" y="679"/>
                  </a:moveTo>
                  <a:cubicBezTo>
                    <a:pt x="459" y="679"/>
                    <a:pt x="462" y="677"/>
                    <a:pt x="463" y="678"/>
                  </a:cubicBezTo>
                  <a:cubicBezTo>
                    <a:pt x="462" y="679"/>
                    <a:pt x="460" y="679"/>
                    <a:pt x="459" y="679"/>
                  </a:cubicBezTo>
                  <a:close/>
                  <a:moveTo>
                    <a:pt x="457" y="618"/>
                  </a:moveTo>
                  <a:cubicBezTo>
                    <a:pt x="457" y="618"/>
                    <a:pt x="456" y="618"/>
                    <a:pt x="456" y="618"/>
                  </a:cubicBezTo>
                  <a:cubicBezTo>
                    <a:pt x="454" y="616"/>
                    <a:pt x="460" y="616"/>
                    <a:pt x="457" y="618"/>
                  </a:cubicBezTo>
                  <a:close/>
                  <a:moveTo>
                    <a:pt x="457" y="670"/>
                  </a:moveTo>
                  <a:cubicBezTo>
                    <a:pt x="457" y="670"/>
                    <a:pt x="457" y="670"/>
                    <a:pt x="456" y="670"/>
                  </a:cubicBezTo>
                  <a:cubicBezTo>
                    <a:pt x="456" y="669"/>
                    <a:pt x="458" y="670"/>
                    <a:pt x="457" y="670"/>
                  </a:cubicBezTo>
                  <a:close/>
                  <a:moveTo>
                    <a:pt x="440" y="664"/>
                  </a:moveTo>
                  <a:cubicBezTo>
                    <a:pt x="436" y="659"/>
                    <a:pt x="445" y="655"/>
                    <a:pt x="449" y="659"/>
                  </a:cubicBezTo>
                  <a:cubicBezTo>
                    <a:pt x="448" y="660"/>
                    <a:pt x="448" y="661"/>
                    <a:pt x="449" y="661"/>
                  </a:cubicBezTo>
                  <a:cubicBezTo>
                    <a:pt x="448" y="664"/>
                    <a:pt x="443" y="666"/>
                    <a:pt x="440" y="664"/>
                  </a:cubicBezTo>
                  <a:close/>
                  <a:moveTo>
                    <a:pt x="447" y="703"/>
                  </a:moveTo>
                  <a:cubicBezTo>
                    <a:pt x="447" y="703"/>
                    <a:pt x="445" y="703"/>
                    <a:pt x="445" y="703"/>
                  </a:cubicBezTo>
                  <a:cubicBezTo>
                    <a:pt x="444" y="702"/>
                    <a:pt x="447" y="702"/>
                    <a:pt x="447" y="703"/>
                  </a:cubicBezTo>
                  <a:close/>
                  <a:moveTo>
                    <a:pt x="435" y="744"/>
                  </a:moveTo>
                  <a:cubicBezTo>
                    <a:pt x="435" y="743"/>
                    <a:pt x="435" y="743"/>
                    <a:pt x="436" y="742"/>
                  </a:cubicBezTo>
                  <a:cubicBezTo>
                    <a:pt x="436" y="739"/>
                    <a:pt x="440" y="739"/>
                    <a:pt x="441" y="741"/>
                  </a:cubicBezTo>
                  <a:cubicBezTo>
                    <a:pt x="441" y="741"/>
                    <a:pt x="441" y="741"/>
                    <a:pt x="441" y="741"/>
                  </a:cubicBezTo>
                  <a:cubicBezTo>
                    <a:pt x="441" y="741"/>
                    <a:pt x="441" y="741"/>
                    <a:pt x="442" y="741"/>
                  </a:cubicBezTo>
                  <a:cubicBezTo>
                    <a:pt x="445" y="742"/>
                    <a:pt x="439" y="750"/>
                    <a:pt x="435" y="744"/>
                  </a:cubicBezTo>
                  <a:close/>
                  <a:moveTo>
                    <a:pt x="437" y="748"/>
                  </a:moveTo>
                  <a:cubicBezTo>
                    <a:pt x="436" y="747"/>
                    <a:pt x="438" y="748"/>
                    <a:pt x="437" y="748"/>
                  </a:cubicBezTo>
                  <a:close/>
                  <a:moveTo>
                    <a:pt x="415" y="747"/>
                  </a:moveTo>
                  <a:cubicBezTo>
                    <a:pt x="415" y="748"/>
                    <a:pt x="411" y="747"/>
                    <a:pt x="411" y="746"/>
                  </a:cubicBezTo>
                  <a:cubicBezTo>
                    <a:pt x="412" y="744"/>
                    <a:pt x="417" y="745"/>
                    <a:pt x="415" y="747"/>
                  </a:cubicBezTo>
                  <a:close/>
                  <a:moveTo>
                    <a:pt x="412" y="734"/>
                  </a:moveTo>
                  <a:cubicBezTo>
                    <a:pt x="413" y="733"/>
                    <a:pt x="413" y="735"/>
                    <a:pt x="412" y="734"/>
                  </a:cubicBezTo>
                  <a:close/>
                  <a:moveTo>
                    <a:pt x="409" y="732"/>
                  </a:moveTo>
                  <a:cubicBezTo>
                    <a:pt x="407" y="731"/>
                    <a:pt x="406" y="729"/>
                    <a:pt x="409" y="727"/>
                  </a:cubicBezTo>
                  <a:cubicBezTo>
                    <a:pt x="410" y="726"/>
                    <a:pt x="412" y="726"/>
                    <a:pt x="413" y="727"/>
                  </a:cubicBezTo>
                  <a:cubicBezTo>
                    <a:pt x="415" y="727"/>
                    <a:pt x="417" y="727"/>
                    <a:pt x="417" y="727"/>
                  </a:cubicBezTo>
                  <a:cubicBezTo>
                    <a:pt x="417" y="727"/>
                    <a:pt x="416" y="728"/>
                    <a:pt x="416" y="728"/>
                  </a:cubicBezTo>
                  <a:cubicBezTo>
                    <a:pt x="416" y="728"/>
                    <a:pt x="417" y="728"/>
                    <a:pt x="417" y="728"/>
                  </a:cubicBezTo>
                  <a:cubicBezTo>
                    <a:pt x="417" y="728"/>
                    <a:pt x="417" y="728"/>
                    <a:pt x="417" y="728"/>
                  </a:cubicBezTo>
                  <a:cubicBezTo>
                    <a:pt x="418" y="730"/>
                    <a:pt x="411" y="733"/>
                    <a:pt x="409" y="732"/>
                  </a:cubicBezTo>
                  <a:close/>
                  <a:moveTo>
                    <a:pt x="411" y="754"/>
                  </a:moveTo>
                  <a:cubicBezTo>
                    <a:pt x="411" y="755"/>
                    <a:pt x="410" y="754"/>
                    <a:pt x="409" y="754"/>
                  </a:cubicBezTo>
                  <a:cubicBezTo>
                    <a:pt x="409" y="753"/>
                    <a:pt x="411" y="753"/>
                    <a:pt x="411" y="754"/>
                  </a:cubicBezTo>
                  <a:close/>
                  <a:moveTo>
                    <a:pt x="411" y="752"/>
                  </a:moveTo>
                  <a:cubicBezTo>
                    <a:pt x="409" y="753"/>
                    <a:pt x="409" y="751"/>
                    <a:pt x="411" y="752"/>
                  </a:cubicBezTo>
                  <a:close/>
                  <a:moveTo>
                    <a:pt x="408" y="748"/>
                  </a:moveTo>
                  <a:cubicBezTo>
                    <a:pt x="408" y="749"/>
                    <a:pt x="407" y="748"/>
                    <a:pt x="407" y="747"/>
                  </a:cubicBezTo>
                  <a:cubicBezTo>
                    <a:pt x="407" y="746"/>
                    <a:pt x="409" y="747"/>
                    <a:pt x="408" y="748"/>
                  </a:cubicBezTo>
                  <a:close/>
                  <a:moveTo>
                    <a:pt x="408" y="709"/>
                  </a:moveTo>
                  <a:cubicBezTo>
                    <a:pt x="409" y="709"/>
                    <a:pt x="408" y="710"/>
                    <a:pt x="408" y="710"/>
                  </a:cubicBezTo>
                  <a:cubicBezTo>
                    <a:pt x="407" y="709"/>
                    <a:pt x="408" y="709"/>
                    <a:pt x="408" y="709"/>
                  </a:cubicBezTo>
                  <a:close/>
                  <a:moveTo>
                    <a:pt x="412" y="720"/>
                  </a:moveTo>
                  <a:cubicBezTo>
                    <a:pt x="413" y="721"/>
                    <a:pt x="412" y="722"/>
                    <a:pt x="411" y="721"/>
                  </a:cubicBezTo>
                  <a:cubicBezTo>
                    <a:pt x="411" y="721"/>
                    <a:pt x="412" y="720"/>
                    <a:pt x="412" y="720"/>
                  </a:cubicBezTo>
                  <a:close/>
                  <a:moveTo>
                    <a:pt x="412" y="701"/>
                  </a:moveTo>
                  <a:cubicBezTo>
                    <a:pt x="413" y="700"/>
                    <a:pt x="415" y="699"/>
                    <a:pt x="417" y="700"/>
                  </a:cubicBezTo>
                  <a:cubicBezTo>
                    <a:pt x="417" y="699"/>
                    <a:pt x="416" y="699"/>
                    <a:pt x="417" y="698"/>
                  </a:cubicBezTo>
                  <a:cubicBezTo>
                    <a:pt x="417" y="697"/>
                    <a:pt x="420" y="698"/>
                    <a:pt x="420" y="698"/>
                  </a:cubicBezTo>
                  <a:cubicBezTo>
                    <a:pt x="420" y="699"/>
                    <a:pt x="419" y="700"/>
                    <a:pt x="418" y="700"/>
                  </a:cubicBezTo>
                  <a:cubicBezTo>
                    <a:pt x="418" y="700"/>
                    <a:pt x="418" y="700"/>
                    <a:pt x="418" y="700"/>
                  </a:cubicBezTo>
                  <a:cubicBezTo>
                    <a:pt x="416" y="701"/>
                    <a:pt x="414" y="700"/>
                    <a:pt x="412" y="701"/>
                  </a:cubicBezTo>
                  <a:close/>
                  <a:moveTo>
                    <a:pt x="419" y="727"/>
                  </a:moveTo>
                  <a:cubicBezTo>
                    <a:pt x="420" y="728"/>
                    <a:pt x="419" y="728"/>
                    <a:pt x="419" y="728"/>
                  </a:cubicBezTo>
                  <a:cubicBezTo>
                    <a:pt x="416" y="729"/>
                    <a:pt x="418" y="726"/>
                    <a:pt x="419" y="727"/>
                  </a:cubicBezTo>
                  <a:close/>
                  <a:moveTo>
                    <a:pt x="420" y="706"/>
                  </a:moveTo>
                  <a:cubicBezTo>
                    <a:pt x="418" y="707"/>
                    <a:pt x="419" y="705"/>
                    <a:pt x="420" y="706"/>
                  </a:cubicBezTo>
                  <a:close/>
                  <a:moveTo>
                    <a:pt x="415" y="681"/>
                  </a:moveTo>
                  <a:cubicBezTo>
                    <a:pt x="418" y="679"/>
                    <a:pt x="422" y="679"/>
                    <a:pt x="425" y="679"/>
                  </a:cubicBezTo>
                  <a:cubicBezTo>
                    <a:pt x="422" y="681"/>
                    <a:pt x="419" y="680"/>
                    <a:pt x="415" y="681"/>
                  </a:cubicBezTo>
                  <a:close/>
                  <a:moveTo>
                    <a:pt x="414" y="562"/>
                  </a:moveTo>
                  <a:cubicBezTo>
                    <a:pt x="412" y="562"/>
                    <a:pt x="415" y="560"/>
                    <a:pt x="414" y="562"/>
                  </a:cubicBezTo>
                  <a:cubicBezTo>
                    <a:pt x="414" y="562"/>
                    <a:pt x="414" y="562"/>
                    <a:pt x="414" y="562"/>
                  </a:cubicBezTo>
                  <a:close/>
                  <a:moveTo>
                    <a:pt x="413" y="170"/>
                  </a:moveTo>
                  <a:cubicBezTo>
                    <a:pt x="413" y="168"/>
                    <a:pt x="418" y="167"/>
                    <a:pt x="419" y="169"/>
                  </a:cubicBezTo>
                  <a:cubicBezTo>
                    <a:pt x="420" y="173"/>
                    <a:pt x="413" y="172"/>
                    <a:pt x="413" y="170"/>
                  </a:cubicBezTo>
                  <a:close/>
                  <a:moveTo>
                    <a:pt x="416" y="113"/>
                  </a:moveTo>
                  <a:cubicBezTo>
                    <a:pt x="417" y="112"/>
                    <a:pt x="418" y="113"/>
                    <a:pt x="417" y="113"/>
                  </a:cubicBezTo>
                  <a:cubicBezTo>
                    <a:pt x="417" y="114"/>
                    <a:pt x="416" y="114"/>
                    <a:pt x="416" y="113"/>
                  </a:cubicBezTo>
                  <a:close/>
                  <a:moveTo>
                    <a:pt x="414" y="113"/>
                  </a:moveTo>
                  <a:cubicBezTo>
                    <a:pt x="414" y="112"/>
                    <a:pt x="416" y="111"/>
                    <a:pt x="417" y="111"/>
                  </a:cubicBezTo>
                  <a:cubicBezTo>
                    <a:pt x="416" y="112"/>
                    <a:pt x="415" y="112"/>
                    <a:pt x="414" y="113"/>
                  </a:cubicBezTo>
                  <a:close/>
                  <a:moveTo>
                    <a:pt x="420" y="274"/>
                  </a:moveTo>
                  <a:cubicBezTo>
                    <a:pt x="421" y="276"/>
                    <a:pt x="418" y="277"/>
                    <a:pt x="417" y="278"/>
                  </a:cubicBezTo>
                  <a:cubicBezTo>
                    <a:pt x="417" y="277"/>
                    <a:pt x="419" y="276"/>
                    <a:pt x="420" y="274"/>
                  </a:cubicBezTo>
                  <a:close/>
                  <a:moveTo>
                    <a:pt x="420" y="122"/>
                  </a:moveTo>
                  <a:cubicBezTo>
                    <a:pt x="419" y="122"/>
                    <a:pt x="420" y="122"/>
                    <a:pt x="420" y="122"/>
                  </a:cubicBezTo>
                  <a:close/>
                  <a:moveTo>
                    <a:pt x="421" y="543"/>
                  </a:moveTo>
                  <a:cubicBezTo>
                    <a:pt x="422" y="545"/>
                    <a:pt x="417" y="547"/>
                    <a:pt x="417" y="544"/>
                  </a:cubicBezTo>
                  <a:cubicBezTo>
                    <a:pt x="416" y="542"/>
                    <a:pt x="421" y="541"/>
                    <a:pt x="421" y="543"/>
                  </a:cubicBezTo>
                  <a:close/>
                  <a:moveTo>
                    <a:pt x="416" y="450"/>
                  </a:moveTo>
                  <a:cubicBezTo>
                    <a:pt x="416" y="449"/>
                    <a:pt x="418" y="450"/>
                    <a:pt x="416" y="450"/>
                  </a:cubicBezTo>
                  <a:close/>
                  <a:moveTo>
                    <a:pt x="419" y="512"/>
                  </a:moveTo>
                  <a:cubicBezTo>
                    <a:pt x="418" y="511"/>
                    <a:pt x="420" y="511"/>
                    <a:pt x="419" y="512"/>
                  </a:cubicBezTo>
                  <a:close/>
                  <a:moveTo>
                    <a:pt x="421" y="496"/>
                  </a:moveTo>
                  <a:cubicBezTo>
                    <a:pt x="422" y="496"/>
                    <a:pt x="421" y="497"/>
                    <a:pt x="420" y="497"/>
                  </a:cubicBezTo>
                  <a:cubicBezTo>
                    <a:pt x="419" y="498"/>
                    <a:pt x="420" y="495"/>
                    <a:pt x="421" y="496"/>
                  </a:cubicBezTo>
                  <a:close/>
                  <a:moveTo>
                    <a:pt x="416" y="391"/>
                  </a:moveTo>
                  <a:cubicBezTo>
                    <a:pt x="416" y="390"/>
                    <a:pt x="419" y="387"/>
                    <a:pt x="421" y="386"/>
                  </a:cubicBezTo>
                  <a:cubicBezTo>
                    <a:pt x="420" y="388"/>
                    <a:pt x="414" y="394"/>
                    <a:pt x="416" y="391"/>
                  </a:cubicBezTo>
                  <a:close/>
                  <a:moveTo>
                    <a:pt x="414" y="228"/>
                  </a:moveTo>
                  <a:cubicBezTo>
                    <a:pt x="414" y="227"/>
                    <a:pt x="417" y="226"/>
                    <a:pt x="417" y="228"/>
                  </a:cubicBezTo>
                  <a:cubicBezTo>
                    <a:pt x="417" y="229"/>
                    <a:pt x="414" y="229"/>
                    <a:pt x="414" y="228"/>
                  </a:cubicBezTo>
                  <a:close/>
                  <a:moveTo>
                    <a:pt x="417" y="173"/>
                  </a:moveTo>
                  <a:cubicBezTo>
                    <a:pt x="417" y="173"/>
                    <a:pt x="418" y="172"/>
                    <a:pt x="419" y="173"/>
                  </a:cubicBezTo>
                  <a:cubicBezTo>
                    <a:pt x="420" y="174"/>
                    <a:pt x="417" y="174"/>
                    <a:pt x="417" y="173"/>
                  </a:cubicBezTo>
                  <a:close/>
                  <a:moveTo>
                    <a:pt x="417" y="151"/>
                  </a:moveTo>
                  <a:cubicBezTo>
                    <a:pt x="418" y="150"/>
                    <a:pt x="418" y="150"/>
                    <a:pt x="419" y="149"/>
                  </a:cubicBezTo>
                  <a:cubicBezTo>
                    <a:pt x="419" y="150"/>
                    <a:pt x="418" y="151"/>
                    <a:pt x="417" y="151"/>
                  </a:cubicBezTo>
                  <a:close/>
                  <a:moveTo>
                    <a:pt x="415" y="454"/>
                  </a:moveTo>
                  <a:cubicBezTo>
                    <a:pt x="415" y="454"/>
                    <a:pt x="415" y="455"/>
                    <a:pt x="414" y="454"/>
                  </a:cubicBezTo>
                  <a:cubicBezTo>
                    <a:pt x="413" y="453"/>
                    <a:pt x="417" y="452"/>
                    <a:pt x="415" y="454"/>
                  </a:cubicBezTo>
                  <a:close/>
                  <a:moveTo>
                    <a:pt x="417" y="583"/>
                  </a:moveTo>
                  <a:cubicBezTo>
                    <a:pt x="416" y="584"/>
                    <a:pt x="416" y="583"/>
                    <a:pt x="415" y="583"/>
                  </a:cubicBezTo>
                  <a:cubicBezTo>
                    <a:pt x="415" y="583"/>
                    <a:pt x="417" y="582"/>
                    <a:pt x="417" y="583"/>
                  </a:cubicBezTo>
                  <a:close/>
                  <a:moveTo>
                    <a:pt x="416" y="610"/>
                  </a:moveTo>
                  <a:cubicBezTo>
                    <a:pt x="416" y="610"/>
                    <a:pt x="417" y="610"/>
                    <a:pt x="417" y="610"/>
                  </a:cubicBezTo>
                  <a:cubicBezTo>
                    <a:pt x="417" y="611"/>
                    <a:pt x="415" y="610"/>
                    <a:pt x="416" y="610"/>
                  </a:cubicBezTo>
                  <a:close/>
                  <a:moveTo>
                    <a:pt x="416" y="575"/>
                  </a:moveTo>
                  <a:cubicBezTo>
                    <a:pt x="417" y="573"/>
                    <a:pt x="419" y="568"/>
                    <a:pt x="422" y="567"/>
                  </a:cubicBezTo>
                  <a:cubicBezTo>
                    <a:pt x="419" y="570"/>
                    <a:pt x="419" y="573"/>
                    <a:pt x="416" y="575"/>
                  </a:cubicBezTo>
                  <a:close/>
                  <a:moveTo>
                    <a:pt x="423" y="167"/>
                  </a:moveTo>
                  <a:cubicBezTo>
                    <a:pt x="423" y="167"/>
                    <a:pt x="422" y="168"/>
                    <a:pt x="422" y="167"/>
                  </a:cubicBezTo>
                  <a:cubicBezTo>
                    <a:pt x="421" y="166"/>
                    <a:pt x="423" y="165"/>
                    <a:pt x="423" y="167"/>
                  </a:cubicBezTo>
                  <a:close/>
                  <a:moveTo>
                    <a:pt x="422" y="155"/>
                  </a:moveTo>
                  <a:cubicBezTo>
                    <a:pt x="421" y="154"/>
                    <a:pt x="424" y="155"/>
                    <a:pt x="422" y="155"/>
                  </a:cubicBezTo>
                  <a:close/>
                  <a:moveTo>
                    <a:pt x="427" y="156"/>
                  </a:moveTo>
                  <a:cubicBezTo>
                    <a:pt x="427" y="157"/>
                    <a:pt x="423" y="158"/>
                    <a:pt x="423" y="156"/>
                  </a:cubicBezTo>
                  <a:cubicBezTo>
                    <a:pt x="422" y="154"/>
                    <a:pt x="427" y="153"/>
                    <a:pt x="427" y="156"/>
                  </a:cubicBezTo>
                  <a:close/>
                  <a:moveTo>
                    <a:pt x="424" y="154"/>
                  </a:moveTo>
                  <a:cubicBezTo>
                    <a:pt x="424" y="152"/>
                    <a:pt x="426" y="153"/>
                    <a:pt x="424" y="154"/>
                  </a:cubicBezTo>
                  <a:close/>
                  <a:moveTo>
                    <a:pt x="441" y="90"/>
                  </a:moveTo>
                  <a:cubicBezTo>
                    <a:pt x="442" y="90"/>
                    <a:pt x="441" y="91"/>
                    <a:pt x="441" y="92"/>
                  </a:cubicBezTo>
                  <a:cubicBezTo>
                    <a:pt x="441" y="95"/>
                    <a:pt x="437" y="95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2" y="94"/>
                    <a:pt x="437" y="85"/>
                    <a:pt x="441" y="90"/>
                  </a:cubicBezTo>
                  <a:close/>
                  <a:moveTo>
                    <a:pt x="439" y="86"/>
                  </a:moveTo>
                  <a:cubicBezTo>
                    <a:pt x="439" y="87"/>
                    <a:pt x="438" y="86"/>
                    <a:pt x="439" y="86"/>
                  </a:cubicBezTo>
                  <a:close/>
                  <a:moveTo>
                    <a:pt x="443" y="128"/>
                  </a:moveTo>
                  <a:cubicBezTo>
                    <a:pt x="443" y="127"/>
                    <a:pt x="445" y="126"/>
                    <a:pt x="446" y="128"/>
                  </a:cubicBezTo>
                  <a:cubicBezTo>
                    <a:pt x="447" y="130"/>
                    <a:pt x="443" y="129"/>
                    <a:pt x="443" y="128"/>
                  </a:cubicBezTo>
                  <a:close/>
                  <a:moveTo>
                    <a:pt x="447" y="192"/>
                  </a:moveTo>
                  <a:cubicBezTo>
                    <a:pt x="448" y="193"/>
                    <a:pt x="447" y="194"/>
                    <a:pt x="447" y="194"/>
                  </a:cubicBezTo>
                  <a:cubicBezTo>
                    <a:pt x="444" y="194"/>
                    <a:pt x="446" y="191"/>
                    <a:pt x="447" y="192"/>
                  </a:cubicBezTo>
                  <a:close/>
                  <a:moveTo>
                    <a:pt x="449" y="220"/>
                  </a:moveTo>
                  <a:cubicBezTo>
                    <a:pt x="449" y="223"/>
                    <a:pt x="441" y="225"/>
                    <a:pt x="439" y="225"/>
                  </a:cubicBezTo>
                  <a:cubicBezTo>
                    <a:pt x="438" y="225"/>
                    <a:pt x="434" y="228"/>
                    <a:pt x="434" y="226"/>
                  </a:cubicBezTo>
                  <a:cubicBezTo>
                    <a:pt x="434" y="225"/>
                    <a:pt x="440" y="225"/>
                    <a:pt x="440" y="225"/>
                  </a:cubicBezTo>
                  <a:cubicBezTo>
                    <a:pt x="443" y="223"/>
                    <a:pt x="446" y="220"/>
                    <a:pt x="449" y="220"/>
                  </a:cubicBezTo>
                  <a:close/>
                  <a:moveTo>
                    <a:pt x="448" y="177"/>
                  </a:moveTo>
                  <a:cubicBezTo>
                    <a:pt x="449" y="177"/>
                    <a:pt x="449" y="177"/>
                    <a:pt x="449" y="177"/>
                  </a:cubicBezTo>
                  <a:cubicBezTo>
                    <a:pt x="449" y="179"/>
                    <a:pt x="446" y="175"/>
                    <a:pt x="448" y="177"/>
                  </a:cubicBezTo>
                  <a:close/>
                  <a:moveTo>
                    <a:pt x="451" y="187"/>
                  </a:moveTo>
                  <a:cubicBezTo>
                    <a:pt x="452" y="188"/>
                    <a:pt x="450" y="189"/>
                    <a:pt x="449" y="188"/>
                  </a:cubicBezTo>
                  <a:cubicBezTo>
                    <a:pt x="448" y="187"/>
                    <a:pt x="451" y="185"/>
                    <a:pt x="451" y="187"/>
                  </a:cubicBezTo>
                  <a:close/>
                  <a:moveTo>
                    <a:pt x="442" y="608"/>
                  </a:moveTo>
                  <a:cubicBezTo>
                    <a:pt x="441" y="609"/>
                    <a:pt x="438" y="612"/>
                    <a:pt x="435" y="614"/>
                  </a:cubicBezTo>
                  <a:cubicBezTo>
                    <a:pt x="436" y="614"/>
                    <a:pt x="436" y="614"/>
                    <a:pt x="436" y="615"/>
                  </a:cubicBezTo>
                  <a:cubicBezTo>
                    <a:pt x="436" y="615"/>
                    <a:pt x="435" y="615"/>
                    <a:pt x="435" y="615"/>
                  </a:cubicBezTo>
                  <a:cubicBezTo>
                    <a:pt x="435" y="615"/>
                    <a:pt x="435" y="615"/>
                    <a:pt x="435" y="615"/>
                  </a:cubicBezTo>
                  <a:cubicBezTo>
                    <a:pt x="434" y="616"/>
                    <a:pt x="433" y="617"/>
                    <a:pt x="432" y="617"/>
                  </a:cubicBezTo>
                  <a:cubicBezTo>
                    <a:pt x="432" y="617"/>
                    <a:pt x="431" y="616"/>
                    <a:pt x="431" y="616"/>
                  </a:cubicBezTo>
                  <a:cubicBezTo>
                    <a:pt x="431" y="615"/>
                    <a:pt x="434" y="614"/>
                    <a:pt x="435" y="613"/>
                  </a:cubicBezTo>
                  <a:cubicBezTo>
                    <a:pt x="437" y="612"/>
                    <a:pt x="443" y="606"/>
                    <a:pt x="445" y="606"/>
                  </a:cubicBezTo>
                  <a:cubicBezTo>
                    <a:pt x="448" y="605"/>
                    <a:pt x="443" y="608"/>
                    <a:pt x="442" y="608"/>
                  </a:cubicBezTo>
                  <a:close/>
                  <a:moveTo>
                    <a:pt x="444" y="648"/>
                  </a:moveTo>
                  <a:cubicBezTo>
                    <a:pt x="444" y="648"/>
                    <a:pt x="442" y="648"/>
                    <a:pt x="442" y="648"/>
                  </a:cubicBezTo>
                  <a:cubicBezTo>
                    <a:pt x="442" y="647"/>
                    <a:pt x="444" y="647"/>
                    <a:pt x="444" y="648"/>
                  </a:cubicBezTo>
                  <a:close/>
                  <a:moveTo>
                    <a:pt x="442" y="648"/>
                  </a:moveTo>
                  <a:cubicBezTo>
                    <a:pt x="440" y="649"/>
                    <a:pt x="440" y="646"/>
                    <a:pt x="442" y="648"/>
                  </a:cubicBezTo>
                  <a:close/>
                  <a:moveTo>
                    <a:pt x="429" y="656"/>
                  </a:moveTo>
                  <a:cubicBezTo>
                    <a:pt x="429" y="655"/>
                    <a:pt x="431" y="655"/>
                    <a:pt x="431" y="656"/>
                  </a:cubicBezTo>
                  <a:cubicBezTo>
                    <a:pt x="431" y="657"/>
                    <a:pt x="430" y="657"/>
                    <a:pt x="429" y="656"/>
                  </a:cubicBezTo>
                  <a:close/>
                  <a:moveTo>
                    <a:pt x="430" y="686"/>
                  </a:moveTo>
                  <a:cubicBezTo>
                    <a:pt x="429" y="689"/>
                    <a:pt x="427" y="687"/>
                    <a:pt x="430" y="686"/>
                  </a:cubicBezTo>
                  <a:close/>
                  <a:moveTo>
                    <a:pt x="436" y="241"/>
                  </a:moveTo>
                  <a:cubicBezTo>
                    <a:pt x="436" y="242"/>
                    <a:pt x="434" y="244"/>
                    <a:pt x="432" y="246"/>
                  </a:cubicBezTo>
                  <a:cubicBezTo>
                    <a:pt x="433" y="244"/>
                    <a:pt x="435" y="242"/>
                    <a:pt x="436" y="241"/>
                  </a:cubicBezTo>
                  <a:close/>
                  <a:moveTo>
                    <a:pt x="434" y="216"/>
                  </a:moveTo>
                  <a:cubicBezTo>
                    <a:pt x="434" y="215"/>
                    <a:pt x="435" y="215"/>
                    <a:pt x="436" y="216"/>
                  </a:cubicBezTo>
                  <a:cubicBezTo>
                    <a:pt x="436" y="217"/>
                    <a:pt x="434" y="217"/>
                    <a:pt x="434" y="216"/>
                  </a:cubicBezTo>
                  <a:close/>
                  <a:moveTo>
                    <a:pt x="436" y="602"/>
                  </a:moveTo>
                  <a:cubicBezTo>
                    <a:pt x="436" y="602"/>
                    <a:pt x="436" y="602"/>
                    <a:pt x="435" y="602"/>
                  </a:cubicBezTo>
                  <a:cubicBezTo>
                    <a:pt x="435" y="602"/>
                    <a:pt x="436" y="601"/>
                    <a:pt x="436" y="602"/>
                  </a:cubicBezTo>
                  <a:close/>
                  <a:moveTo>
                    <a:pt x="435" y="529"/>
                  </a:moveTo>
                  <a:cubicBezTo>
                    <a:pt x="434" y="529"/>
                    <a:pt x="435" y="527"/>
                    <a:pt x="436" y="528"/>
                  </a:cubicBezTo>
                  <a:cubicBezTo>
                    <a:pt x="436" y="529"/>
                    <a:pt x="435" y="529"/>
                    <a:pt x="435" y="529"/>
                  </a:cubicBezTo>
                  <a:close/>
                  <a:moveTo>
                    <a:pt x="433" y="340"/>
                  </a:moveTo>
                  <a:cubicBezTo>
                    <a:pt x="433" y="341"/>
                    <a:pt x="432" y="342"/>
                    <a:pt x="431" y="342"/>
                  </a:cubicBezTo>
                  <a:cubicBezTo>
                    <a:pt x="431" y="341"/>
                    <a:pt x="432" y="341"/>
                    <a:pt x="433" y="340"/>
                  </a:cubicBezTo>
                  <a:close/>
                  <a:moveTo>
                    <a:pt x="432" y="603"/>
                  </a:moveTo>
                  <a:cubicBezTo>
                    <a:pt x="431" y="604"/>
                    <a:pt x="431" y="601"/>
                    <a:pt x="432" y="602"/>
                  </a:cubicBezTo>
                  <a:cubicBezTo>
                    <a:pt x="433" y="602"/>
                    <a:pt x="432" y="603"/>
                    <a:pt x="432" y="603"/>
                  </a:cubicBezTo>
                  <a:close/>
                  <a:moveTo>
                    <a:pt x="431" y="437"/>
                  </a:moveTo>
                  <a:cubicBezTo>
                    <a:pt x="433" y="438"/>
                    <a:pt x="430" y="440"/>
                    <a:pt x="429" y="441"/>
                  </a:cubicBezTo>
                  <a:cubicBezTo>
                    <a:pt x="426" y="442"/>
                    <a:pt x="430" y="435"/>
                    <a:pt x="431" y="437"/>
                  </a:cubicBezTo>
                  <a:close/>
                  <a:moveTo>
                    <a:pt x="428" y="504"/>
                  </a:moveTo>
                  <a:cubicBezTo>
                    <a:pt x="429" y="503"/>
                    <a:pt x="427" y="506"/>
                    <a:pt x="428" y="504"/>
                  </a:cubicBezTo>
                  <a:close/>
                  <a:moveTo>
                    <a:pt x="429" y="250"/>
                  </a:moveTo>
                  <a:cubicBezTo>
                    <a:pt x="429" y="252"/>
                    <a:pt x="427" y="251"/>
                    <a:pt x="429" y="250"/>
                  </a:cubicBezTo>
                  <a:close/>
                  <a:moveTo>
                    <a:pt x="430" y="247"/>
                  </a:moveTo>
                  <a:cubicBezTo>
                    <a:pt x="430" y="247"/>
                    <a:pt x="429" y="248"/>
                    <a:pt x="429" y="248"/>
                  </a:cubicBezTo>
                  <a:cubicBezTo>
                    <a:pt x="428" y="247"/>
                    <a:pt x="430" y="246"/>
                    <a:pt x="430" y="247"/>
                  </a:cubicBezTo>
                  <a:close/>
                  <a:moveTo>
                    <a:pt x="429" y="202"/>
                  </a:moveTo>
                  <a:cubicBezTo>
                    <a:pt x="428" y="201"/>
                    <a:pt x="430" y="200"/>
                    <a:pt x="431" y="202"/>
                  </a:cubicBezTo>
                  <a:cubicBezTo>
                    <a:pt x="431" y="202"/>
                    <a:pt x="430" y="203"/>
                    <a:pt x="429" y="202"/>
                  </a:cubicBezTo>
                  <a:close/>
                  <a:moveTo>
                    <a:pt x="430" y="222"/>
                  </a:moveTo>
                  <a:cubicBezTo>
                    <a:pt x="430" y="223"/>
                    <a:pt x="428" y="225"/>
                    <a:pt x="426" y="223"/>
                  </a:cubicBezTo>
                  <a:cubicBezTo>
                    <a:pt x="425" y="221"/>
                    <a:pt x="430" y="218"/>
                    <a:pt x="430" y="222"/>
                  </a:cubicBezTo>
                  <a:close/>
                  <a:moveTo>
                    <a:pt x="426" y="246"/>
                  </a:moveTo>
                  <a:cubicBezTo>
                    <a:pt x="423" y="248"/>
                    <a:pt x="426" y="241"/>
                    <a:pt x="427" y="243"/>
                  </a:cubicBezTo>
                  <a:cubicBezTo>
                    <a:pt x="428" y="243"/>
                    <a:pt x="426" y="246"/>
                    <a:pt x="426" y="246"/>
                  </a:cubicBezTo>
                  <a:close/>
                  <a:moveTo>
                    <a:pt x="426" y="268"/>
                  </a:moveTo>
                  <a:cubicBezTo>
                    <a:pt x="426" y="267"/>
                    <a:pt x="427" y="267"/>
                    <a:pt x="427" y="266"/>
                  </a:cubicBezTo>
                  <a:cubicBezTo>
                    <a:pt x="428" y="266"/>
                    <a:pt x="427" y="268"/>
                    <a:pt x="426" y="268"/>
                  </a:cubicBezTo>
                  <a:close/>
                  <a:moveTo>
                    <a:pt x="424" y="181"/>
                  </a:moveTo>
                  <a:cubicBezTo>
                    <a:pt x="424" y="180"/>
                    <a:pt x="426" y="180"/>
                    <a:pt x="426" y="180"/>
                  </a:cubicBezTo>
                  <a:cubicBezTo>
                    <a:pt x="426" y="180"/>
                    <a:pt x="425" y="182"/>
                    <a:pt x="424" y="181"/>
                  </a:cubicBezTo>
                  <a:close/>
                  <a:moveTo>
                    <a:pt x="428" y="378"/>
                  </a:moveTo>
                  <a:cubicBezTo>
                    <a:pt x="428" y="380"/>
                    <a:pt x="425" y="382"/>
                    <a:pt x="424" y="383"/>
                  </a:cubicBezTo>
                  <a:cubicBezTo>
                    <a:pt x="425" y="381"/>
                    <a:pt x="426" y="379"/>
                    <a:pt x="428" y="378"/>
                  </a:cubicBezTo>
                  <a:close/>
                  <a:moveTo>
                    <a:pt x="425" y="431"/>
                  </a:moveTo>
                  <a:cubicBezTo>
                    <a:pt x="425" y="432"/>
                    <a:pt x="423" y="432"/>
                    <a:pt x="423" y="433"/>
                  </a:cubicBezTo>
                  <a:cubicBezTo>
                    <a:pt x="422" y="432"/>
                    <a:pt x="424" y="432"/>
                    <a:pt x="425" y="431"/>
                  </a:cubicBezTo>
                  <a:close/>
                  <a:moveTo>
                    <a:pt x="424" y="448"/>
                  </a:moveTo>
                  <a:cubicBezTo>
                    <a:pt x="425" y="449"/>
                    <a:pt x="423" y="449"/>
                    <a:pt x="424" y="448"/>
                  </a:cubicBezTo>
                  <a:close/>
                  <a:moveTo>
                    <a:pt x="431" y="549"/>
                  </a:moveTo>
                  <a:cubicBezTo>
                    <a:pt x="428" y="552"/>
                    <a:pt x="425" y="556"/>
                    <a:pt x="423" y="558"/>
                  </a:cubicBezTo>
                  <a:cubicBezTo>
                    <a:pt x="424" y="556"/>
                    <a:pt x="428" y="550"/>
                    <a:pt x="431" y="549"/>
                  </a:cubicBezTo>
                  <a:close/>
                  <a:moveTo>
                    <a:pt x="426" y="585"/>
                  </a:moveTo>
                  <a:cubicBezTo>
                    <a:pt x="425" y="583"/>
                    <a:pt x="429" y="585"/>
                    <a:pt x="426" y="585"/>
                  </a:cubicBezTo>
                  <a:close/>
                  <a:moveTo>
                    <a:pt x="427" y="565"/>
                  </a:moveTo>
                  <a:cubicBezTo>
                    <a:pt x="427" y="564"/>
                    <a:pt x="428" y="564"/>
                    <a:pt x="428" y="564"/>
                  </a:cubicBezTo>
                  <a:cubicBezTo>
                    <a:pt x="428" y="564"/>
                    <a:pt x="427" y="565"/>
                    <a:pt x="427" y="565"/>
                  </a:cubicBezTo>
                  <a:close/>
                  <a:moveTo>
                    <a:pt x="431" y="619"/>
                  </a:moveTo>
                  <a:cubicBezTo>
                    <a:pt x="431" y="621"/>
                    <a:pt x="425" y="622"/>
                    <a:pt x="426" y="619"/>
                  </a:cubicBezTo>
                  <a:cubicBezTo>
                    <a:pt x="426" y="618"/>
                    <a:pt x="431" y="617"/>
                    <a:pt x="431" y="619"/>
                  </a:cubicBezTo>
                  <a:close/>
                  <a:moveTo>
                    <a:pt x="433" y="635"/>
                  </a:moveTo>
                  <a:cubicBezTo>
                    <a:pt x="431" y="637"/>
                    <a:pt x="428" y="638"/>
                    <a:pt x="425" y="639"/>
                  </a:cubicBezTo>
                  <a:cubicBezTo>
                    <a:pt x="427" y="637"/>
                    <a:pt x="431" y="636"/>
                    <a:pt x="433" y="635"/>
                  </a:cubicBezTo>
                  <a:close/>
                  <a:moveTo>
                    <a:pt x="432" y="642"/>
                  </a:moveTo>
                  <a:cubicBezTo>
                    <a:pt x="432" y="643"/>
                    <a:pt x="431" y="642"/>
                    <a:pt x="431" y="642"/>
                  </a:cubicBezTo>
                  <a:cubicBezTo>
                    <a:pt x="430" y="641"/>
                    <a:pt x="432" y="641"/>
                    <a:pt x="432" y="642"/>
                  </a:cubicBezTo>
                  <a:close/>
                  <a:moveTo>
                    <a:pt x="431" y="686"/>
                  </a:moveTo>
                  <a:cubicBezTo>
                    <a:pt x="431" y="686"/>
                    <a:pt x="431" y="686"/>
                    <a:pt x="431" y="686"/>
                  </a:cubicBezTo>
                  <a:cubicBezTo>
                    <a:pt x="430" y="686"/>
                    <a:pt x="431" y="685"/>
                    <a:pt x="431" y="686"/>
                  </a:cubicBezTo>
                  <a:close/>
                  <a:moveTo>
                    <a:pt x="431" y="678"/>
                  </a:moveTo>
                  <a:cubicBezTo>
                    <a:pt x="431" y="677"/>
                    <a:pt x="435" y="677"/>
                    <a:pt x="436" y="678"/>
                  </a:cubicBezTo>
                  <a:cubicBezTo>
                    <a:pt x="436" y="679"/>
                    <a:pt x="431" y="680"/>
                    <a:pt x="431" y="678"/>
                  </a:cubicBezTo>
                  <a:close/>
                  <a:moveTo>
                    <a:pt x="433" y="675"/>
                  </a:moveTo>
                  <a:cubicBezTo>
                    <a:pt x="432" y="677"/>
                    <a:pt x="434" y="674"/>
                    <a:pt x="433" y="675"/>
                  </a:cubicBezTo>
                  <a:close/>
                  <a:moveTo>
                    <a:pt x="431" y="649"/>
                  </a:moveTo>
                  <a:cubicBezTo>
                    <a:pt x="431" y="646"/>
                    <a:pt x="437" y="647"/>
                    <a:pt x="437" y="650"/>
                  </a:cubicBezTo>
                  <a:cubicBezTo>
                    <a:pt x="437" y="652"/>
                    <a:pt x="430" y="652"/>
                    <a:pt x="431" y="649"/>
                  </a:cubicBezTo>
                  <a:close/>
                  <a:moveTo>
                    <a:pt x="436" y="638"/>
                  </a:moveTo>
                  <a:cubicBezTo>
                    <a:pt x="437" y="639"/>
                    <a:pt x="436" y="640"/>
                    <a:pt x="435" y="640"/>
                  </a:cubicBezTo>
                  <a:cubicBezTo>
                    <a:pt x="433" y="642"/>
                    <a:pt x="435" y="636"/>
                    <a:pt x="436" y="638"/>
                  </a:cubicBezTo>
                  <a:close/>
                  <a:moveTo>
                    <a:pt x="433" y="635"/>
                  </a:moveTo>
                  <a:cubicBezTo>
                    <a:pt x="435" y="635"/>
                    <a:pt x="436" y="633"/>
                    <a:pt x="437" y="634"/>
                  </a:cubicBezTo>
                  <a:cubicBezTo>
                    <a:pt x="436" y="635"/>
                    <a:pt x="435" y="635"/>
                    <a:pt x="433" y="635"/>
                  </a:cubicBezTo>
                  <a:close/>
                  <a:moveTo>
                    <a:pt x="438" y="700"/>
                  </a:moveTo>
                  <a:cubicBezTo>
                    <a:pt x="438" y="701"/>
                    <a:pt x="437" y="700"/>
                    <a:pt x="437" y="700"/>
                  </a:cubicBezTo>
                  <a:cubicBezTo>
                    <a:pt x="437" y="699"/>
                    <a:pt x="438" y="700"/>
                    <a:pt x="438" y="700"/>
                  </a:cubicBezTo>
                  <a:close/>
                  <a:moveTo>
                    <a:pt x="446" y="410"/>
                  </a:moveTo>
                  <a:cubicBezTo>
                    <a:pt x="444" y="411"/>
                    <a:pt x="441" y="414"/>
                    <a:pt x="438" y="415"/>
                  </a:cubicBezTo>
                  <a:cubicBezTo>
                    <a:pt x="440" y="413"/>
                    <a:pt x="443" y="411"/>
                    <a:pt x="446" y="410"/>
                  </a:cubicBezTo>
                  <a:close/>
                  <a:moveTo>
                    <a:pt x="442" y="225"/>
                  </a:moveTo>
                  <a:cubicBezTo>
                    <a:pt x="442" y="225"/>
                    <a:pt x="444" y="224"/>
                    <a:pt x="445" y="224"/>
                  </a:cubicBezTo>
                  <a:cubicBezTo>
                    <a:pt x="445" y="225"/>
                    <a:pt x="443" y="226"/>
                    <a:pt x="442" y="225"/>
                  </a:cubicBezTo>
                  <a:close/>
                  <a:moveTo>
                    <a:pt x="446" y="565"/>
                  </a:move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6" y="565"/>
                  </a:cubicBezTo>
                  <a:close/>
                  <a:moveTo>
                    <a:pt x="442" y="577"/>
                  </a:moveTo>
                  <a:cubicBezTo>
                    <a:pt x="442" y="578"/>
                    <a:pt x="441" y="578"/>
                    <a:pt x="441" y="577"/>
                  </a:cubicBezTo>
                  <a:cubicBezTo>
                    <a:pt x="440" y="575"/>
                    <a:pt x="443" y="576"/>
                    <a:pt x="442" y="577"/>
                  </a:cubicBezTo>
                  <a:close/>
                  <a:moveTo>
                    <a:pt x="440" y="539"/>
                  </a:moveTo>
                  <a:cubicBezTo>
                    <a:pt x="441" y="539"/>
                    <a:pt x="442" y="540"/>
                    <a:pt x="441" y="540"/>
                  </a:cubicBezTo>
                  <a:cubicBezTo>
                    <a:pt x="440" y="541"/>
                    <a:pt x="440" y="540"/>
                    <a:pt x="440" y="539"/>
                  </a:cubicBezTo>
                  <a:close/>
                  <a:moveTo>
                    <a:pt x="438" y="393"/>
                  </a:moveTo>
                  <a:cubicBezTo>
                    <a:pt x="439" y="392"/>
                    <a:pt x="437" y="395"/>
                    <a:pt x="438" y="393"/>
                  </a:cubicBezTo>
                  <a:close/>
                  <a:moveTo>
                    <a:pt x="438" y="497"/>
                  </a:moveTo>
                  <a:cubicBezTo>
                    <a:pt x="438" y="497"/>
                    <a:pt x="438" y="497"/>
                    <a:pt x="438" y="497"/>
                  </a:cubicBezTo>
                  <a:cubicBezTo>
                    <a:pt x="438" y="497"/>
                    <a:pt x="438" y="497"/>
                    <a:pt x="438" y="497"/>
                  </a:cubicBezTo>
                  <a:close/>
                  <a:moveTo>
                    <a:pt x="437" y="241"/>
                  </a:moveTo>
                  <a:cubicBezTo>
                    <a:pt x="437" y="241"/>
                    <a:pt x="437" y="239"/>
                    <a:pt x="438" y="239"/>
                  </a:cubicBezTo>
                  <a:cubicBezTo>
                    <a:pt x="439" y="239"/>
                    <a:pt x="437" y="241"/>
                    <a:pt x="437" y="241"/>
                  </a:cubicBezTo>
                  <a:close/>
                  <a:moveTo>
                    <a:pt x="438" y="174"/>
                  </a:moveTo>
                  <a:cubicBezTo>
                    <a:pt x="439" y="175"/>
                    <a:pt x="437" y="175"/>
                    <a:pt x="437" y="175"/>
                  </a:cubicBezTo>
                  <a:cubicBezTo>
                    <a:pt x="436" y="174"/>
                    <a:pt x="438" y="174"/>
                    <a:pt x="438" y="174"/>
                  </a:cubicBezTo>
                  <a:close/>
                  <a:moveTo>
                    <a:pt x="435" y="167"/>
                  </a:moveTo>
                  <a:cubicBezTo>
                    <a:pt x="435" y="166"/>
                    <a:pt x="437" y="165"/>
                    <a:pt x="437" y="167"/>
                  </a:cubicBezTo>
                  <a:cubicBezTo>
                    <a:pt x="437" y="168"/>
                    <a:pt x="435" y="168"/>
                    <a:pt x="435" y="167"/>
                  </a:cubicBezTo>
                  <a:close/>
                  <a:moveTo>
                    <a:pt x="441" y="117"/>
                  </a:moveTo>
                  <a:cubicBezTo>
                    <a:pt x="441" y="118"/>
                    <a:pt x="437" y="119"/>
                    <a:pt x="437" y="117"/>
                  </a:cubicBezTo>
                  <a:cubicBezTo>
                    <a:pt x="437" y="117"/>
                    <a:pt x="441" y="115"/>
                    <a:pt x="441" y="117"/>
                  </a:cubicBezTo>
                  <a:close/>
                  <a:moveTo>
                    <a:pt x="439" y="97"/>
                  </a:moveTo>
                  <a:cubicBezTo>
                    <a:pt x="439" y="97"/>
                    <a:pt x="438" y="98"/>
                    <a:pt x="437" y="97"/>
                  </a:cubicBezTo>
                  <a:cubicBezTo>
                    <a:pt x="437" y="96"/>
                    <a:pt x="438" y="96"/>
                    <a:pt x="439" y="97"/>
                  </a:cubicBezTo>
                  <a:close/>
                  <a:moveTo>
                    <a:pt x="442" y="132"/>
                  </a:moveTo>
                  <a:cubicBezTo>
                    <a:pt x="442" y="132"/>
                    <a:pt x="440" y="133"/>
                    <a:pt x="440" y="133"/>
                  </a:cubicBezTo>
                  <a:cubicBezTo>
                    <a:pt x="440" y="132"/>
                    <a:pt x="442" y="132"/>
                    <a:pt x="442" y="132"/>
                  </a:cubicBezTo>
                  <a:close/>
                  <a:moveTo>
                    <a:pt x="439" y="214"/>
                  </a:moveTo>
                  <a:cubicBezTo>
                    <a:pt x="438" y="214"/>
                    <a:pt x="439" y="213"/>
                    <a:pt x="439" y="213"/>
                  </a:cubicBezTo>
                  <a:cubicBezTo>
                    <a:pt x="440" y="213"/>
                    <a:pt x="439" y="214"/>
                    <a:pt x="439" y="214"/>
                  </a:cubicBezTo>
                  <a:close/>
                  <a:moveTo>
                    <a:pt x="439" y="166"/>
                  </a:moveTo>
                  <a:cubicBezTo>
                    <a:pt x="439" y="167"/>
                    <a:pt x="437" y="167"/>
                    <a:pt x="438" y="166"/>
                  </a:cubicBezTo>
                  <a:cubicBezTo>
                    <a:pt x="438" y="166"/>
                    <a:pt x="438" y="166"/>
                    <a:pt x="439" y="166"/>
                  </a:cubicBezTo>
                  <a:close/>
                  <a:moveTo>
                    <a:pt x="437" y="216"/>
                  </a:moveTo>
                  <a:cubicBezTo>
                    <a:pt x="437" y="216"/>
                    <a:pt x="438" y="215"/>
                    <a:pt x="438" y="215"/>
                  </a:cubicBezTo>
                  <a:cubicBezTo>
                    <a:pt x="438" y="215"/>
                    <a:pt x="437" y="217"/>
                    <a:pt x="437" y="216"/>
                  </a:cubicBezTo>
                  <a:close/>
                  <a:moveTo>
                    <a:pt x="441" y="121"/>
                  </a:moveTo>
                  <a:cubicBezTo>
                    <a:pt x="441" y="121"/>
                    <a:pt x="442" y="121"/>
                    <a:pt x="442" y="121"/>
                  </a:cubicBezTo>
                  <a:cubicBezTo>
                    <a:pt x="443" y="122"/>
                    <a:pt x="441" y="122"/>
                    <a:pt x="441" y="121"/>
                  </a:cubicBezTo>
                  <a:close/>
                  <a:moveTo>
                    <a:pt x="442" y="79"/>
                  </a:moveTo>
                  <a:cubicBezTo>
                    <a:pt x="441" y="80"/>
                    <a:pt x="441" y="79"/>
                    <a:pt x="442" y="79"/>
                  </a:cubicBezTo>
                  <a:close/>
                  <a:moveTo>
                    <a:pt x="435" y="194"/>
                  </a:moveTo>
                  <a:cubicBezTo>
                    <a:pt x="435" y="194"/>
                    <a:pt x="437" y="193"/>
                    <a:pt x="436" y="194"/>
                  </a:cubicBezTo>
                  <a:cubicBezTo>
                    <a:pt x="434" y="197"/>
                    <a:pt x="430" y="199"/>
                    <a:pt x="426" y="200"/>
                  </a:cubicBezTo>
                  <a:cubicBezTo>
                    <a:pt x="429" y="198"/>
                    <a:pt x="433" y="195"/>
                    <a:pt x="435" y="194"/>
                  </a:cubicBezTo>
                  <a:close/>
                  <a:moveTo>
                    <a:pt x="430" y="161"/>
                  </a:moveTo>
                  <a:cubicBezTo>
                    <a:pt x="431" y="159"/>
                    <a:pt x="433" y="159"/>
                    <a:pt x="434" y="158"/>
                  </a:cubicBezTo>
                  <a:cubicBezTo>
                    <a:pt x="434" y="159"/>
                    <a:pt x="432" y="161"/>
                    <a:pt x="430" y="161"/>
                  </a:cubicBezTo>
                  <a:close/>
                  <a:moveTo>
                    <a:pt x="429" y="81"/>
                  </a:moveTo>
                  <a:cubicBezTo>
                    <a:pt x="431" y="80"/>
                    <a:pt x="432" y="79"/>
                    <a:pt x="434" y="78"/>
                  </a:cubicBezTo>
                  <a:cubicBezTo>
                    <a:pt x="434" y="80"/>
                    <a:pt x="431" y="81"/>
                    <a:pt x="429" y="81"/>
                  </a:cubicBezTo>
                  <a:close/>
                  <a:moveTo>
                    <a:pt x="428" y="135"/>
                  </a:moveTo>
                  <a:cubicBezTo>
                    <a:pt x="431" y="133"/>
                    <a:pt x="432" y="135"/>
                    <a:pt x="428" y="135"/>
                  </a:cubicBezTo>
                  <a:close/>
                  <a:moveTo>
                    <a:pt x="430" y="177"/>
                  </a:moveTo>
                  <a:cubicBezTo>
                    <a:pt x="430" y="178"/>
                    <a:pt x="428" y="179"/>
                    <a:pt x="427" y="179"/>
                  </a:cubicBezTo>
                  <a:cubicBezTo>
                    <a:pt x="428" y="178"/>
                    <a:pt x="429" y="178"/>
                    <a:pt x="430" y="177"/>
                  </a:cubicBezTo>
                  <a:close/>
                  <a:moveTo>
                    <a:pt x="422" y="541"/>
                  </a:moveTo>
                  <a:cubicBezTo>
                    <a:pt x="421" y="543"/>
                    <a:pt x="423" y="540"/>
                    <a:pt x="422" y="541"/>
                  </a:cubicBezTo>
                  <a:close/>
                  <a:moveTo>
                    <a:pt x="422" y="384"/>
                  </a:moveTo>
                  <a:cubicBezTo>
                    <a:pt x="422" y="384"/>
                    <a:pt x="422" y="384"/>
                    <a:pt x="422" y="384"/>
                  </a:cubicBezTo>
                  <a:cubicBezTo>
                    <a:pt x="422" y="384"/>
                    <a:pt x="423" y="384"/>
                    <a:pt x="423" y="384"/>
                  </a:cubicBezTo>
                  <a:cubicBezTo>
                    <a:pt x="422" y="384"/>
                    <a:pt x="422" y="384"/>
                    <a:pt x="422" y="384"/>
                  </a:cubicBezTo>
                  <a:close/>
                  <a:moveTo>
                    <a:pt x="422" y="617"/>
                  </a:moveTo>
                  <a:cubicBezTo>
                    <a:pt x="422" y="618"/>
                    <a:pt x="421" y="617"/>
                    <a:pt x="421" y="617"/>
                  </a:cubicBezTo>
                  <a:cubicBezTo>
                    <a:pt x="420" y="617"/>
                    <a:pt x="422" y="616"/>
                    <a:pt x="422" y="617"/>
                  </a:cubicBezTo>
                  <a:close/>
                  <a:moveTo>
                    <a:pt x="421" y="588"/>
                  </a:moveTo>
                  <a:cubicBezTo>
                    <a:pt x="420" y="588"/>
                    <a:pt x="419" y="589"/>
                    <a:pt x="420" y="587"/>
                  </a:cubicBezTo>
                  <a:cubicBezTo>
                    <a:pt x="420" y="587"/>
                    <a:pt x="421" y="587"/>
                    <a:pt x="421" y="588"/>
                  </a:cubicBezTo>
                  <a:close/>
                  <a:moveTo>
                    <a:pt x="422" y="663"/>
                  </a:moveTo>
                  <a:cubicBezTo>
                    <a:pt x="423" y="663"/>
                    <a:pt x="422" y="664"/>
                    <a:pt x="421" y="664"/>
                  </a:cubicBezTo>
                  <a:cubicBezTo>
                    <a:pt x="419" y="665"/>
                    <a:pt x="421" y="662"/>
                    <a:pt x="422" y="663"/>
                  </a:cubicBezTo>
                  <a:close/>
                  <a:moveTo>
                    <a:pt x="424" y="741"/>
                  </a:moveTo>
                  <a:cubicBezTo>
                    <a:pt x="424" y="742"/>
                    <a:pt x="423" y="742"/>
                    <a:pt x="423" y="741"/>
                  </a:cubicBezTo>
                  <a:cubicBezTo>
                    <a:pt x="422" y="740"/>
                    <a:pt x="424" y="740"/>
                    <a:pt x="424" y="741"/>
                  </a:cubicBezTo>
                  <a:close/>
                  <a:moveTo>
                    <a:pt x="423" y="739"/>
                  </a:moveTo>
                  <a:cubicBezTo>
                    <a:pt x="422" y="741"/>
                    <a:pt x="421" y="738"/>
                    <a:pt x="423" y="739"/>
                  </a:cubicBezTo>
                  <a:close/>
                  <a:moveTo>
                    <a:pt x="423" y="692"/>
                  </a:moveTo>
                  <a:cubicBezTo>
                    <a:pt x="422" y="691"/>
                    <a:pt x="425" y="691"/>
                    <a:pt x="425" y="692"/>
                  </a:cubicBezTo>
                  <a:cubicBezTo>
                    <a:pt x="425" y="692"/>
                    <a:pt x="423" y="693"/>
                    <a:pt x="423" y="692"/>
                  </a:cubicBezTo>
                  <a:close/>
                  <a:moveTo>
                    <a:pt x="422" y="683"/>
                  </a:moveTo>
                  <a:cubicBezTo>
                    <a:pt x="422" y="683"/>
                    <a:pt x="423" y="682"/>
                    <a:pt x="423" y="682"/>
                  </a:cubicBezTo>
                  <a:cubicBezTo>
                    <a:pt x="424" y="681"/>
                    <a:pt x="425" y="680"/>
                    <a:pt x="426" y="682"/>
                  </a:cubicBezTo>
                  <a:cubicBezTo>
                    <a:pt x="426" y="682"/>
                    <a:pt x="426" y="682"/>
                    <a:pt x="425" y="683"/>
                  </a:cubicBezTo>
                  <a:cubicBezTo>
                    <a:pt x="426" y="683"/>
                    <a:pt x="428" y="684"/>
                    <a:pt x="428" y="685"/>
                  </a:cubicBezTo>
                  <a:cubicBezTo>
                    <a:pt x="428" y="688"/>
                    <a:pt x="422" y="684"/>
                    <a:pt x="422" y="683"/>
                  </a:cubicBezTo>
                  <a:close/>
                  <a:moveTo>
                    <a:pt x="427" y="688"/>
                  </a:moveTo>
                  <a:cubicBezTo>
                    <a:pt x="428" y="689"/>
                    <a:pt x="426" y="688"/>
                    <a:pt x="426" y="689"/>
                  </a:cubicBezTo>
                  <a:cubicBezTo>
                    <a:pt x="425" y="688"/>
                    <a:pt x="427" y="688"/>
                    <a:pt x="427" y="688"/>
                  </a:cubicBezTo>
                  <a:close/>
                  <a:moveTo>
                    <a:pt x="427" y="696"/>
                  </a:moveTo>
                  <a:cubicBezTo>
                    <a:pt x="427" y="696"/>
                    <a:pt x="426" y="697"/>
                    <a:pt x="425" y="696"/>
                  </a:cubicBezTo>
                  <a:cubicBezTo>
                    <a:pt x="425" y="696"/>
                    <a:pt x="427" y="695"/>
                    <a:pt x="427" y="696"/>
                  </a:cubicBezTo>
                  <a:close/>
                  <a:moveTo>
                    <a:pt x="427" y="699"/>
                  </a:moveTo>
                  <a:cubicBezTo>
                    <a:pt x="428" y="700"/>
                    <a:pt x="427" y="700"/>
                    <a:pt x="427" y="700"/>
                  </a:cubicBezTo>
                  <a:cubicBezTo>
                    <a:pt x="426" y="700"/>
                    <a:pt x="427" y="699"/>
                    <a:pt x="427" y="699"/>
                  </a:cubicBezTo>
                  <a:close/>
                  <a:moveTo>
                    <a:pt x="426" y="706"/>
                  </a:moveTo>
                  <a:cubicBezTo>
                    <a:pt x="427" y="707"/>
                    <a:pt x="425" y="707"/>
                    <a:pt x="426" y="706"/>
                  </a:cubicBezTo>
                  <a:close/>
                  <a:moveTo>
                    <a:pt x="427" y="706"/>
                  </a:moveTo>
                  <a:cubicBezTo>
                    <a:pt x="430" y="703"/>
                    <a:pt x="428" y="709"/>
                    <a:pt x="426" y="708"/>
                  </a:cubicBezTo>
                  <a:cubicBezTo>
                    <a:pt x="426" y="708"/>
                    <a:pt x="427" y="707"/>
                    <a:pt x="427" y="706"/>
                  </a:cubicBezTo>
                  <a:close/>
                  <a:moveTo>
                    <a:pt x="427" y="695"/>
                  </a:moveTo>
                  <a:cubicBezTo>
                    <a:pt x="423" y="695"/>
                    <a:pt x="429" y="691"/>
                    <a:pt x="432" y="692"/>
                  </a:cubicBezTo>
                  <a:cubicBezTo>
                    <a:pt x="430" y="693"/>
                    <a:pt x="428" y="694"/>
                    <a:pt x="427" y="695"/>
                  </a:cubicBezTo>
                  <a:close/>
                  <a:moveTo>
                    <a:pt x="432" y="754"/>
                  </a:moveTo>
                  <a:cubicBezTo>
                    <a:pt x="433" y="753"/>
                    <a:pt x="433" y="755"/>
                    <a:pt x="432" y="754"/>
                  </a:cubicBezTo>
                  <a:close/>
                  <a:moveTo>
                    <a:pt x="432" y="720"/>
                  </a:moveTo>
                  <a:cubicBezTo>
                    <a:pt x="431" y="719"/>
                    <a:pt x="433" y="719"/>
                    <a:pt x="433" y="719"/>
                  </a:cubicBezTo>
                  <a:cubicBezTo>
                    <a:pt x="434" y="719"/>
                    <a:pt x="433" y="720"/>
                    <a:pt x="432" y="720"/>
                  </a:cubicBezTo>
                  <a:close/>
                  <a:moveTo>
                    <a:pt x="438" y="712"/>
                  </a:moveTo>
                  <a:cubicBezTo>
                    <a:pt x="440" y="712"/>
                    <a:pt x="442" y="714"/>
                    <a:pt x="442" y="717"/>
                  </a:cubicBezTo>
                  <a:cubicBezTo>
                    <a:pt x="441" y="715"/>
                    <a:pt x="439" y="718"/>
                    <a:pt x="438" y="718"/>
                  </a:cubicBezTo>
                  <a:cubicBezTo>
                    <a:pt x="429" y="720"/>
                    <a:pt x="431" y="709"/>
                    <a:pt x="438" y="712"/>
                  </a:cubicBezTo>
                  <a:close/>
                  <a:moveTo>
                    <a:pt x="441" y="738"/>
                  </a:moveTo>
                  <a:cubicBezTo>
                    <a:pt x="441" y="738"/>
                    <a:pt x="439" y="738"/>
                    <a:pt x="439" y="738"/>
                  </a:cubicBezTo>
                  <a:cubicBezTo>
                    <a:pt x="439" y="737"/>
                    <a:pt x="440" y="737"/>
                    <a:pt x="441" y="738"/>
                  </a:cubicBezTo>
                  <a:close/>
                  <a:moveTo>
                    <a:pt x="438" y="721"/>
                  </a:moveTo>
                  <a:cubicBezTo>
                    <a:pt x="438" y="721"/>
                    <a:pt x="437" y="721"/>
                    <a:pt x="437" y="721"/>
                  </a:cubicBezTo>
                  <a:cubicBezTo>
                    <a:pt x="437" y="719"/>
                    <a:pt x="439" y="723"/>
                    <a:pt x="438" y="721"/>
                  </a:cubicBezTo>
                  <a:close/>
                  <a:moveTo>
                    <a:pt x="437" y="722"/>
                  </a:moveTo>
                  <a:cubicBezTo>
                    <a:pt x="436" y="722"/>
                    <a:pt x="436" y="721"/>
                    <a:pt x="435" y="722"/>
                  </a:cubicBezTo>
                  <a:cubicBezTo>
                    <a:pt x="434" y="722"/>
                    <a:pt x="436" y="721"/>
                    <a:pt x="437" y="722"/>
                  </a:cubicBezTo>
                  <a:close/>
                  <a:moveTo>
                    <a:pt x="440" y="706"/>
                  </a:moveTo>
                  <a:cubicBezTo>
                    <a:pt x="440" y="704"/>
                    <a:pt x="443" y="705"/>
                    <a:pt x="443" y="706"/>
                  </a:cubicBezTo>
                  <a:cubicBezTo>
                    <a:pt x="443" y="708"/>
                    <a:pt x="440" y="707"/>
                    <a:pt x="440" y="706"/>
                  </a:cubicBezTo>
                  <a:close/>
                  <a:moveTo>
                    <a:pt x="443" y="713"/>
                  </a:moveTo>
                  <a:cubicBezTo>
                    <a:pt x="443" y="713"/>
                    <a:pt x="442" y="713"/>
                    <a:pt x="442" y="713"/>
                  </a:cubicBezTo>
                  <a:cubicBezTo>
                    <a:pt x="442" y="712"/>
                    <a:pt x="443" y="713"/>
                    <a:pt x="443" y="713"/>
                  </a:cubicBezTo>
                  <a:close/>
                  <a:moveTo>
                    <a:pt x="449" y="658"/>
                  </a:moveTo>
                  <a:cubicBezTo>
                    <a:pt x="449" y="658"/>
                    <a:pt x="449" y="658"/>
                    <a:pt x="449" y="658"/>
                  </a:cubicBezTo>
                  <a:cubicBezTo>
                    <a:pt x="449" y="655"/>
                    <a:pt x="451" y="660"/>
                    <a:pt x="449" y="658"/>
                  </a:cubicBezTo>
                  <a:close/>
                  <a:moveTo>
                    <a:pt x="446" y="653"/>
                  </a:moveTo>
                  <a:cubicBezTo>
                    <a:pt x="447" y="652"/>
                    <a:pt x="449" y="651"/>
                    <a:pt x="450" y="651"/>
                  </a:cubicBezTo>
                  <a:cubicBezTo>
                    <a:pt x="449" y="652"/>
                    <a:pt x="448" y="653"/>
                    <a:pt x="446" y="653"/>
                  </a:cubicBezTo>
                  <a:close/>
                  <a:moveTo>
                    <a:pt x="449" y="647"/>
                  </a:moveTo>
                  <a:cubicBezTo>
                    <a:pt x="449" y="646"/>
                    <a:pt x="451" y="645"/>
                    <a:pt x="451" y="646"/>
                  </a:cubicBezTo>
                  <a:cubicBezTo>
                    <a:pt x="452" y="647"/>
                    <a:pt x="449" y="649"/>
                    <a:pt x="449" y="647"/>
                  </a:cubicBezTo>
                  <a:close/>
                  <a:moveTo>
                    <a:pt x="451" y="217"/>
                  </a:moveTo>
                  <a:cubicBezTo>
                    <a:pt x="451" y="217"/>
                    <a:pt x="451" y="217"/>
                    <a:pt x="451" y="217"/>
                  </a:cubicBezTo>
                  <a:cubicBezTo>
                    <a:pt x="454" y="218"/>
                    <a:pt x="448" y="220"/>
                    <a:pt x="451" y="217"/>
                  </a:cubicBezTo>
                  <a:close/>
                  <a:moveTo>
                    <a:pt x="449" y="184"/>
                  </a:moveTo>
                  <a:cubicBezTo>
                    <a:pt x="450" y="182"/>
                    <a:pt x="451" y="181"/>
                    <a:pt x="453" y="181"/>
                  </a:cubicBezTo>
                  <a:cubicBezTo>
                    <a:pt x="452" y="182"/>
                    <a:pt x="451" y="183"/>
                    <a:pt x="449" y="184"/>
                  </a:cubicBezTo>
                  <a:close/>
                  <a:moveTo>
                    <a:pt x="459" y="243"/>
                  </a:moveTo>
                  <a:cubicBezTo>
                    <a:pt x="458" y="244"/>
                    <a:pt x="455" y="246"/>
                    <a:pt x="452" y="247"/>
                  </a:cubicBezTo>
                  <a:cubicBezTo>
                    <a:pt x="454" y="245"/>
                    <a:pt x="457" y="244"/>
                    <a:pt x="459" y="243"/>
                  </a:cubicBezTo>
                  <a:close/>
                  <a:moveTo>
                    <a:pt x="456" y="185"/>
                  </a:moveTo>
                  <a:cubicBezTo>
                    <a:pt x="456" y="185"/>
                    <a:pt x="458" y="184"/>
                    <a:pt x="458" y="185"/>
                  </a:cubicBezTo>
                  <a:cubicBezTo>
                    <a:pt x="458" y="185"/>
                    <a:pt x="456" y="186"/>
                    <a:pt x="456" y="185"/>
                  </a:cubicBezTo>
                  <a:close/>
                  <a:moveTo>
                    <a:pt x="457" y="243"/>
                  </a:moveTo>
                  <a:cubicBezTo>
                    <a:pt x="457" y="245"/>
                    <a:pt x="457" y="241"/>
                    <a:pt x="457" y="243"/>
                  </a:cubicBezTo>
                  <a:close/>
                  <a:moveTo>
                    <a:pt x="458" y="185"/>
                  </a:moveTo>
                  <a:cubicBezTo>
                    <a:pt x="459" y="183"/>
                    <a:pt x="460" y="185"/>
                    <a:pt x="458" y="185"/>
                  </a:cubicBezTo>
                  <a:close/>
                  <a:moveTo>
                    <a:pt x="460" y="254"/>
                  </a:moveTo>
                  <a:cubicBezTo>
                    <a:pt x="460" y="255"/>
                    <a:pt x="456" y="257"/>
                    <a:pt x="456" y="255"/>
                  </a:cubicBezTo>
                  <a:cubicBezTo>
                    <a:pt x="455" y="252"/>
                    <a:pt x="460" y="252"/>
                    <a:pt x="460" y="254"/>
                  </a:cubicBezTo>
                  <a:close/>
                  <a:moveTo>
                    <a:pt x="460" y="156"/>
                  </a:moveTo>
                  <a:cubicBezTo>
                    <a:pt x="461" y="154"/>
                    <a:pt x="459" y="157"/>
                    <a:pt x="460" y="156"/>
                  </a:cubicBezTo>
                  <a:close/>
                  <a:moveTo>
                    <a:pt x="461" y="243"/>
                  </a:moveTo>
                  <a:cubicBezTo>
                    <a:pt x="462" y="243"/>
                    <a:pt x="461" y="244"/>
                    <a:pt x="461" y="244"/>
                  </a:cubicBezTo>
                  <a:cubicBezTo>
                    <a:pt x="461" y="244"/>
                    <a:pt x="461" y="243"/>
                    <a:pt x="461" y="243"/>
                  </a:cubicBezTo>
                  <a:close/>
                  <a:moveTo>
                    <a:pt x="461" y="144"/>
                  </a:moveTo>
                  <a:cubicBezTo>
                    <a:pt x="461" y="142"/>
                    <a:pt x="463" y="143"/>
                    <a:pt x="461" y="144"/>
                  </a:cubicBezTo>
                  <a:close/>
                  <a:moveTo>
                    <a:pt x="460" y="266"/>
                  </a:moveTo>
                  <a:cubicBezTo>
                    <a:pt x="459" y="267"/>
                    <a:pt x="463" y="264"/>
                    <a:pt x="460" y="266"/>
                  </a:cubicBezTo>
                  <a:close/>
                  <a:moveTo>
                    <a:pt x="458" y="550"/>
                  </a:moveTo>
                  <a:cubicBezTo>
                    <a:pt x="457" y="550"/>
                    <a:pt x="459" y="549"/>
                    <a:pt x="458" y="550"/>
                  </a:cubicBezTo>
                  <a:cubicBezTo>
                    <a:pt x="458" y="550"/>
                    <a:pt x="458" y="550"/>
                    <a:pt x="458" y="550"/>
                  </a:cubicBezTo>
                  <a:close/>
                  <a:moveTo>
                    <a:pt x="459" y="569"/>
                  </a:moveTo>
                  <a:cubicBezTo>
                    <a:pt x="460" y="568"/>
                    <a:pt x="456" y="570"/>
                    <a:pt x="459" y="569"/>
                  </a:cubicBezTo>
                  <a:close/>
                  <a:moveTo>
                    <a:pt x="461" y="580"/>
                  </a:moveTo>
                  <a:cubicBezTo>
                    <a:pt x="461" y="583"/>
                    <a:pt x="456" y="582"/>
                    <a:pt x="456" y="580"/>
                  </a:cubicBezTo>
                  <a:cubicBezTo>
                    <a:pt x="456" y="579"/>
                    <a:pt x="461" y="578"/>
                    <a:pt x="461" y="580"/>
                  </a:cubicBezTo>
                  <a:close/>
                  <a:moveTo>
                    <a:pt x="462" y="589"/>
                  </a:moveTo>
                  <a:cubicBezTo>
                    <a:pt x="460" y="590"/>
                    <a:pt x="457" y="590"/>
                    <a:pt x="454" y="591"/>
                  </a:cubicBezTo>
                  <a:cubicBezTo>
                    <a:pt x="456" y="590"/>
                    <a:pt x="460" y="589"/>
                    <a:pt x="462" y="589"/>
                  </a:cubicBezTo>
                  <a:close/>
                  <a:moveTo>
                    <a:pt x="457" y="591"/>
                  </a:moveTo>
                  <a:cubicBezTo>
                    <a:pt x="457" y="590"/>
                    <a:pt x="456" y="593"/>
                    <a:pt x="457" y="591"/>
                  </a:cubicBezTo>
                  <a:close/>
                  <a:moveTo>
                    <a:pt x="460" y="671"/>
                  </a:moveTo>
                  <a:cubicBezTo>
                    <a:pt x="460" y="671"/>
                    <a:pt x="457" y="672"/>
                    <a:pt x="458" y="670"/>
                  </a:cubicBezTo>
                  <a:cubicBezTo>
                    <a:pt x="458" y="669"/>
                    <a:pt x="460" y="669"/>
                    <a:pt x="460" y="671"/>
                  </a:cubicBezTo>
                  <a:close/>
                  <a:moveTo>
                    <a:pt x="460" y="662"/>
                  </a:moveTo>
                  <a:cubicBezTo>
                    <a:pt x="460" y="663"/>
                    <a:pt x="459" y="663"/>
                    <a:pt x="459" y="663"/>
                  </a:cubicBezTo>
                  <a:cubicBezTo>
                    <a:pt x="458" y="662"/>
                    <a:pt x="460" y="662"/>
                    <a:pt x="460" y="662"/>
                  </a:cubicBezTo>
                  <a:close/>
                  <a:moveTo>
                    <a:pt x="467" y="612"/>
                  </a:moveTo>
                  <a:cubicBezTo>
                    <a:pt x="467" y="613"/>
                    <a:pt x="465" y="613"/>
                    <a:pt x="465" y="613"/>
                  </a:cubicBezTo>
                  <a:cubicBezTo>
                    <a:pt x="464" y="612"/>
                    <a:pt x="467" y="612"/>
                    <a:pt x="467" y="612"/>
                  </a:cubicBezTo>
                  <a:close/>
                  <a:moveTo>
                    <a:pt x="466" y="284"/>
                  </a:moveTo>
                  <a:cubicBezTo>
                    <a:pt x="466" y="284"/>
                    <a:pt x="466" y="283"/>
                    <a:pt x="466" y="283"/>
                  </a:cubicBezTo>
                  <a:cubicBezTo>
                    <a:pt x="467" y="284"/>
                    <a:pt x="466" y="285"/>
                    <a:pt x="466" y="284"/>
                  </a:cubicBezTo>
                  <a:close/>
                  <a:moveTo>
                    <a:pt x="474" y="600"/>
                  </a:moveTo>
                  <a:cubicBezTo>
                    <a:pt x="474" y="599"/>
                    <a:pt x="476" y="598"/>
                    <a:pt x="476" y="598"/>
                  </a:cubicBezTo>
                  <a:cubicBezTo>
                    <a:pt x="476" y="599"/>
                    <a:pt x="475" y="600"/>
                    <a:pt x="474" y="600"/>
                  </a:cubicBezTo>
                  <a:close/>
                  <a:moveTo>
                    <a:pt x="475" y="266"/>
                  </a:moveTo>
                  <a:cubicBezTo>
                    <a:pt x="475" y="266"/>
                    <a:pt x="474" y="266"/>
                    <a:pt x="474" y="266"/>
                  </a:cubicBezTo>
                  <a:cubicBezTo>
                    <a:pt x="475" y="266"/>
                    <a:pt x="475" y="265"/>
                    <a:pt x="475" y="265"/>
                  </a:cubicBezTo>
                  <a:cubicBezTo>
                    <a:pt x="475" y="265"/>
                    <a:pt x="475" y="265"/>
                    <a:pt x="475" y="266"/>
                  </a:cubicBezTo>
                  <a:close/>
                  <a:moveTo>
                    <a:pt x="466" y="190"/>
                  </a:moveTo>
                  <a:cubicBezTo>
                    <a:pt x="469" y="188"/>
                    <a:pt x="468" y="194"/>
                    <a:pt x="466" y="192"/>
                  </a:cubicBezTo>
                  <a:cubicBezTo>
                    <a:pt x="465" y="192"/>
                    <a:pt x="466" y="191"/>
                    <a:pt x="466" y="190"/>
                  </a:cubicBezTo>
                  <a:close/>
                  <a:moveTo>
                    <a:pt x="469" y="188"/>
                  </a:moveTo>
                  <a:cubicBezTo>
                    <a:pt x="468" y="187"/>
                    <a:pt x="470" y="187"/>
                    <a:pt x="470" y="188"/>
                  </a:cubicBezTo>
                  <a:cubicBezTo>
                    <a:pt x="471" y="188"/>
                    <a:pt x="469" y="189"/>
                    <a:pt x="469" y="188"/>
                  </a:cubicBezTo>
                  <a:close/>
                  <a:moveTo>
                    <a:pt x="469" y="195"/>
                  </a:moveTo>
                  <a:cubicBezTo>
                    <a:pt x="468" y="196"/>
                    <a:pt x="467" y="197"/>
                    <a:pt x="466" y="197"/>
                  </a:cubicBezTo>
                  <a:cubicBezTo>
                    <a:pt x="467" y="196"/>
                    <a:pt x="468" y="195"/>
                    <a:pt x="469" y="195"/>
                  </a:cubicBezTo>
                  <a:close/>
                  <a:moveTo>
                    <a:pt x="463" y="182"/>
                  </a:moveTo>
                  <a:cubicBezTo>
                    <a:pt x="462" y="180"/>
                    <a:pt x="468" y="178"/>
                    <a:pt x="469" y="181"/>
                  </a:cubicBezTo>
                  <a:cubicBezTo>
                    <a:pt x="469" y="184"/>
                    <a:pt x="463" y="184"/>
                    <a:pt x="463" y="182"/>
                  </a:cubicBezTo>
                  <a:close/>
                  <a:moveTo>
                    <a:pt x="466" y="174"/>
                  </a:moveTo>
                  <a:cubicBezTo>
                    <a:pt x="466" y="174"/>
                    <a:pt x="468" y="173"/>
                    <a:pt x="468" y="174"/>
                  </a:cubicBezTo>
                  <a:cubicBezTo>
                    <a:pt x="469" y="174"/>
                    <a:pt x="466" y="175"/>
                    <a:pt x="466" y="174"/>
                  </a:cubicBezTo>
                  <a:close/>
                  <a:moveTo>
                    <a:pt x="462" y="142"/>
                  </a:moveTo>
                  <a:cubicBezTo>
                    <a:pt x="462" y="141"/>
                    <a:pt x="464" y="141"/>
                    <a:pt x="464" y="141"/>
                  </a:cubicBezTo>
                  <a:cubicBezTo>
                    <a:pt x="464" y="141"/>
                    <a:pt x="463" y="142"/>
                    <a:pt x="462" y="142"/>
                  </a:cubicBezTo>
                  <a:close/>
                  <a:moveTo>
                    <a:pt x="459" y="145"/>
                  </a:moveTo>
                  <a:cubicBezTo>
                    <a:pt x="459" y="145"/>
                    <a:pt x="460" y="145"/>
                    <a:pt x="460" y="145"/>
                  </a:cubicBezTo>
                  <a:cubicBezTo>
                    <a:pt x="460" y="145"/>
                    <a:pt x="459" y="146"/>
                    <a:pt x="459" y="145"/>
                  </a:cubicBezTo>
                  <a:close/>
                  <a:moveTo>
                    <a:pt x="458" y="124"/>
                  </a:moveTo>
                  <a:cubicBezTo>
                    <a:pt x="456" y="128"/>
                    <a:pt x="457" y="122"/>
                    <a:pt x="459" y="122"/>
                  </a:cubicBezTo>
                  <a:cubicBezTo>
                    <a:pt x="459" y="123"/>
                    <a:pt x="459" y="124"/>
                    <a:pt x="458" y="124"/>
                  </a:cubicBezTo>
                  <a:close/>
                  <a:moveTo>
                    <a:pt x="461" y="153"/>
                  </a:moveTo>
                  <a:cubicBezTo>
                    <a:pt x="461" y="154"/>
                    <a:pt x="457" y="155"/>
                    <a:pt x="457" y="154"/>
                  </a:cubicBezTo>
                  <a:cubicBezTo>
                    <a:pt x="456" y="153"/>
                    <a:pt x="460" y="151"/>
                    <a:pt x="461" y="153"/>
                  </a:cubicBezTo>
                  <a:close/>
                  <a:moveTo>
                    <a:pt x="449" y="133"/>
                  </a:moveTo>
                  <a:cubicBezTo>
                    <a:pt x="448" y="132"/>
                    <a:pt x="450" y="133"/>
                    <a:pt x="450" y="133"/>
                  </a:cubicBezTo>
                  <a:cubicBezTo>
                    <a:pt x="451" y="133"/>
                    <a:pt x="449" y="133"/>
                    <a:pt x="449" y="133"/>
                  </a:cubicBezTo>
                  <a:close/>
                  <a:moveTo>
                    <a:pt x="434" y="47"/>
                  </a:moveTo>
                  <a:cubicBezTo>
                    <a:pt x="435" y="47"/>
                    <a:pt x="436" y="47"/>
                    <a:pt x="436" y="47"/>
                  </a:cubicBezTo>
                  <a:cubicBezTo>
                    <a:pt x="436" y="47"/>
                    <a:pt x="435" y="48"/>
                    <a:pt x="434" y="47"/>
                  </a:cubicBezTo>
                  <a:close/>
                  <a:moveTo>
                    <a:pt x="433" y="61"/>
                  </a:moveTo>
                  <a:cubicBezTo>
                    <a:pt x="434" y="60"/>
                    <a:pt x="435" y="62"/>
                    <a:pt x="433" y="61"/>
                  </a:cubicBezTo>
                  <a:close/>
                  <a:moveTo>
                    <a:pt x="432" y="54"/>
                  </a:moveTo>
                  <a:cubicBezTo>
                    <a:pt x="432" y="53"/>
                    <a:pt x="433" y="53"/>
                    <a:pt x="433" y="53"/>
                  </a:cubicBezTo>
                  <a:cubicBezTo>
                    <a:pt x="434" y="54"/>
                    <a:pt x="432" y="54"/>
                    <a:pt x="432" y="54"/>
                  </a:cubicBezTo>
                  <a:close/>
                  <a:moveTo>
                    <a:pt x="432" y="47"/>
                  </a:moveTo>
                  <a:cubicBezTo>
                    <a:pt x="431" y="47"/>
                    <a:pt x="432" y="46"/>
                    <a:pt x="432" y="46"/>
                  </a:cubicBezTo>
                  <a:cubicBezTo>
                    <a:pt x="433" y="47"/>
                    <a:pt x="432" y="47"/>
                    <a:pt x="432" y="47"/>
                  </a:cubicBezTo>
                  <a:close/>
                  <a:moveTo>
                    <a:pt x="435" y="69"/>
                  </a:moveTo>
                  <a:cubicBezTo>
                    <a:pt x="435" y="72"/>
                    <a:pt x="431" y="71"/>
                    <a:pt x="431" y="69"/>
                  </a:cubicBezTo>
                  <a:cubicBezTo>
                    <a:pt x="431" y="67"/>
                    <a:pt x="435" y="66"/>
                    <a:pt x="435" y="69"/>
                  </a:cubicBezTo>
                  <a:close/>
                  <a:moveTo>
                    <a:pt x="426" y="60"/>
                  </a:moveTo>
                  <a:cubicBezTo>
                    <a:pt x="425" y="58"/>
                    <a:pt x="430" y="57"/>
                    <a:pt x="431" y="59"/>
                  </a:cubicBezTo>
                  <a:cubicBezTo>
                    <a:pt x="432" y="62"/>
                    <a:pt x="427" y="61"/>
                    <a:pt x="426" y="60"/>
                  </a:cubicBezTo>
                  <a:close/>
                  <a:moveTo>
                    <a:pt x="426" y="47"/>
                  </a:moveTo>
                  <a:cubicBezTo>
                    <a:pt x="426" y="47"/>
                    <a:pt x="426" y="47"/>
                    <a:pt x="426" y="47"/>
                  </a:cubicBezTo>
                  <a:cubicBezTo>
                    <a:pt x="427" y="48"/>
                    <a:pt x="424" y="45"/>
                    <a:pt x="426" y="47"/>
                  </a:cubicBezTo>
                  <a:close/>
                  <a:moveTo>
                    <a:pt x="426" y="48"/>
                  </a:moveTo>
                  <a:cubicBezTo>
                    <a:pt x="426" y="50"/>
                    <a:pt x="424" y="49"/>
                    <a:pt x="424" y="49"/>
                  </a:cubicBezTo>
                  <a:cubicBezTo>
                    <a:pt x="424" y="48"/>
                    <a:pt x="425" y="48"/>
                    <a:pt x="426" y="48"/>
                  </a:cubicBezTo>
                  <a:close/>
                  <a:moveTo>
                    <a:pt x="428" y="81"/>
                  </a:moveTo>
                  <a:cubicBezTo>
                    <a:pt x="426" y="82"/>
                    <a:pt x="425" y="83"/>
                    <a:pt x="423" y="83"/>
                  </a:cubicBezTo>
                  <a:cubicBezTo>
                    <a:pt x="424" y="83"/>
                    <a:pt x="426" y="81"/>
                    <a:pt x="428" y="81"/>
                  </a:cubicBezTo>
                  <a:close/>
                  <a:moveTo>
                    <a:pt x="425" y="98"/>
                  </a:moveTo>
                  <a:cubicBezTo>
                    <a:pt x="424" y="101"/>
                    <a:pt x="421" y="99"/>
                    <a:pt x="425" y="98"/>
                  </a:cubicBezTo>
                  <a:close/>
                  <a:moveTo>
                    <a:pt x="424" y="146"/>
                  </a:moveTo>
                  <a:cubicBezTo>
                    <a:pt x="424" y="148"/>
                    <a:pt x="422" y="148"/>
                    <a:pt x="421" y="149"/>
                  </a:cubicBezTo>
                  <a:cubicBezTo>
                    <a:pt x="421" y="147"/>
                    <a:pt x="423" y="147"/>
                    <a:pt x="424" y="146"/>
                  </a:cubicBezTo>
                  <a:close/>
                  <a:moveTo>
                    <a:pt x="418" y="110"/>
                  </a:moveTo>
                  <a:cubicBezTo>
                    <a:pt x="419" y="110"/>
                    <a:pt x="420" y="109"/>
                    <a:pt x="422" y="109"/>
                  </a:cubicBezTo>
                  <a:cubicBezTo>
                    <a:pt x="421" y="110"/>
                    <a:pt x="419" y="111"/>
                    <a:pt x="418" y="110"/>
                  </a:cubicBezTo>
                  <a:close/>
                  <a:moveTo>
                    <a:pt x="418" y="108"/>
                  </a:moveTo>
                  <a:cubicBezTo>
                    <a:pt x="419" y="106"/>
                    <a:pt x="420" y="106"/>
                    <a:pt x="421" y="106"/>
                  </a:cubicBezTo>
                  <a:cubicBezTo>
                    <a:pt x="421" y="107"/>
                    <a:pt x="419" y="108"/>
                    <a:pt x="418" y="108"/>
                  </a:cubicBezTo>
                  <a:close/>
                  <a:moveTo>
                    <a:pt x="420" y="89"/>
                  </a:move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lose/>
                  <a:moveTo>
                    <a:pt x="421" y="89"/>
                  </a:moveTo>
                  <a:cubicBezTo>
                    <a:pt x="421" y="89"/>
                    <a:pt x="421" y="88"/>
                    <a:pt x="421" y="89"/>
                  </a:cubicBezTo>
                  <a:close/>
                  <a:moveTo>
                    <a:pt x="418" y="85"/>
                  </a:moveTo>
                  <a:cubicBezTo>
                    <a:pt x="418" y="84"/>
                    <a:pt x="420" y="84"/>
                    <a:pt x="421" y="84"/>
                  </a:cubicBezTo>
                  <a:cubicBezTo>
                    <a:pt x="421" y="85"/>
                    <a:pt x="418" y="86"/>
                    <a:pt x="418" y="85"/>
                  </a:cubicBezTo>
                  <a:close/>
                  <a:moveTo>
                    <a:pt x="416" y="78"/>
                  </a:moveTo>
                  <a:cubicBezTo>
                    <a:pt x="416" y="78"/>
                    <a:pt x="418" y="77"/>
                    <a:pt x="419" y="78"/>
                  </a:cubicBezTo>
                  <a:cubicBezTo>
                    <a:pt x="420" y="80"/>
                    <a:pt x="416" y="80"/>
                    <a:pt x="416" y="78"/>
                  </a:cubicBezTo>
                  <a:close/>
                  <a:moveTo>
                    <a:pt x="420" y="96"/>
                  </a:moveTo>
                  <a:cubicBezTo>
                    <a:pt x="420" y="98"/>
                    <a:pt x="417" y="99"/>
                    <a:pt x="415" y="98"/>
                  </a:cubicBezTo>
                  <a:cubicBezTo>
                    <a:pt x="411" y="95"/>
                    <a:pt x="420" y="92"/>
                    <a:pt x="420" y="96"/>
                  </a:cubicBezTo>
                  <a:close/>
                  <a:moveTo>
                    <a:pt x="415" y="101"/>
                  </a:moveTo>
                  <a:cubicBezTo>
                    <a:pt x="417" y="103"/>
                    <a:pt x="410" y="105"/>
                    <a:pt x="413" y="102"/>
                  </a:cubicBezTo>
                  <a:cubicBezTo>
                    <a:pt x="413" y="101"/>
                    <a:pt x="414" y="101"/>
                    <a:pt x="415" y="101"/>
                  </a:cubicBezTo>
                  <a:close/>
                  <a:moveTo>
                    <a:pt x="414" y="157"/>
                  </a:moveTo>
                  <a:cubicBezTo>
                    <a:pt x="414" y="158"/>
                    <a:pt x="412" y="159"/>
                    <a:pt x="410" y="159"/>
                  </a:cubicBezTo>
                  <a:cubicBezTo>
                    <a:pt x="411" y="158"/>
                    <a:pt x="413" y="158"/>
                    <a:pt x="414" y="157"/>
                  </a:cubicBezTo>
                  <a:close/>
                  <a:moveTo>
                    <a:pt x="413" y="544"/>
                  </a:moveTo>
                  <a:cubicBezTo>
                    <a:pt x="412" y="547"/>
                    <a:pt x="410" y="546"/>
                    <a:pt x="413" y="544"/>
                  </a:cubicBezTo>
                  <a:close/>
                  <a:moveTo>
                    <a:pt x="411" y="281"/>
                  </a:moveTo>
                  <a:cubicBezTo>
                    <a:pt x="413" y="282"/>
                    <a:pt x="410" y="282"/>
                    <a:pt x="411" y="281"/>
                  </a:cubicBezTo>
                  <a:close/>
                  <a:moveTo>
                    <a:pt x="417" y="620"/>
                  </a:moveTo>
                  <a:cubicBezTo>
                    <a:pt x="418" y="619"/>
                    <a:pt x="419" y="618"/>
                    <a:pt x="420" y="619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1" y="620"/>
                    <a:pt x="420" y="621"/>
                    <a:pt x="420" y="621"/>
                  </a:cubicBezTo>
                  <a:cubicBezTo>
                    <a:pt x="418" y="622"/>
                    <a:pt x="418" y="621"/>
                    <a:pt x="418" y="620"/>
                  </a:cubicBezTo>
                  <a:cubicBezTo>
                    <a:pt x="417" y="620"/>
                    <a:pt x="416" y="620"/>
                    <a:pt x="416" y="620"/>
                  </a:cubicBezTo>
                  <a:cubicBezTo>
                    <a:pt x="415" y="621"/>
                    <a:pt x="408" y="625"/>
                    <a:pt x="407" y="624"/>
                  </a:cubicBezTo>
                  <a:cubicBezTo>
                    <a:pt x="406" y="622"/>
                    <a:pt x="416" y="620"/>
                    <a:pt x="417" y="620"/>
                  </a:cubicBezTo>
                  <a:close/>
                  <a:moveTo>
                    <a:pt x="408" y="668"/>
                  </a:moveTo>
                  <a:cubicBezTo>
                    <a:pt x="408" y="669"/>
                    <a:pt x="410" y="667"/>
                    <a:pt x="410" y="668"/>
                  </a:cubicBezTo>
                  <a:cubicBezTo>
                    <a:pt x="410" y="669"/>
                    <a:pt x="408" y="670"/>
                    <a:pt x="408" y="668"/>
                  </a:cubicBezTo>
                  <a:close/>
                  <a:moveTo>
                    <a:pt x="409" y="676"/>
                  </a:moveTo>
                  <a:cubicBezTo>
                    <a:pt x="409" y="676"/>
                    <a:pt x="409" y="677"/>
                    <a:pt x="408" y="676"/>
                  </a:cubicBezTo>
                  <a:cubicBezTo>
                    <a:pt x="407" y="676"/>
                    <a:pt x="410" y="675"/>
                    <a:pt x="409" y="676"/>
                  </a:cubicBezTo>
                  <a:close/>
                  <a:moveTo>
                    <a:pt x="400" y="518"/>
                  </a:moveTo>
                  <a:cubicBezTo>
                    <a:pt x="397" y="519"/>
                    <a:pt x="400" y="515"/>
                    <a:pt x="401" y="517"/>
                  </a:cubicBezTo>
                  <a:cubicBezTo>
                    <a:pt x="401" y="518"/>
                    <a:pt x="401" y="518"/>
                    <a:pt x="400" y="518"/>
                  </a:cubicBezTo>
                  <a:close/>
                  <a:moveTo>
                    <a:pt x="400" y="648"/>
                  </a:move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8"/>
                  </a:cubicBezTo>
                  <a:close/>
                  <a:moveTo>
                    <a:pt x="392" y="551"/>
                  </a:moveTo>
                  <a:cubicBezTo>
                    <a:pt x="393" y="549"/>
                    <a:pt x="397" y="551"/>
                    <a:pt x="396" y="553"/>
                  </a:cubicBezTo>
                  <a:cubicBezTo>
                    <a:pt x="395" y="555"/>
                    <a:pt x="390" y="554"/>
                    <a:pt x="392" y="551"/>
                  </a:cubicBezTo>
                  <a:close/>
                  <a:moveTo>
                    <a:pt x="393" y="587"/>
                  </a:moveTo>
                  <a:cubicBezTo>
                    <a:pt x="390" y="588"/>
                    <a:pt x="394" y="586"/>
                    <a:pt x="393" y="587"/>
                  </a:cubicBezTo>
                  <a:close/>
                  <a:moveTo>
                    <a:pt x="394" y="493"/>
                  </a:moveTo>
                  <a:cubicBezTo>
                    <a:pt x="394" y="493"/>
                    <a:pt x="393" y="494"/>
                    <a:pt x="393" y="493"/>
                  </a:cubicBezTo>
                  <a:cubicBezTo>
                    <a:pt x="391" y="492"/>
                    <a:pt x="396" y="491"/>
                    <a:pt x="394" y="493"/>
                  </a:cubicBezTo>
                  <a:close/>
                  <a:moveTo>
                    <a:pt x="394" y="530"/>
                  </a:moveTo>
                  <a:cubicBezTo>
                    <a:pt x="394" y="530"/>
                    <a:pt x="394" y="531"/>
                    <a:pt x="394" y="530"/>
                  </a:cubicBezTo>
                  <a:cubicBezTo>
                    <a:pt x="393" y="530"/>
                    <a:pt x="395" y="529"/>
                    <a:pt x="394" y="530"/>
                  </a:cubicBezTo>
                  <a:close/>
                  <a:moveTo>
                    <a:pt x="397" y="543"/>
                  </a:moveTo>
                  <a:cubicBezTo>
                    <a:pt x="397" y="543"/>
                    <a:pt x="396" y="544"/>
                    <a:pt x="396" y="543"/>
                  </a:cubicBezTo>
                  <a:cubicBezTo>
                    <a:pt x="395" y="543"/>
                    <a:pt x="398" y="542"/>
                    <a:pt x="397" y="543"/>
                  </a:cubicBezTo>
                  <a:close/>
                  <a:moveTo>
                    <a:pt x="396" y="585"/>
                  </a:moveTo>
                  <a:cubicBezTo>
                    <a:pt x="396" y="586"/>
                    <a:pt x="396" y="586"/>
                    <a:pt x="396" y="586"/>
                  </a:cubicBezTo>
                  <a:cubicBezTo>
                    <a:pt x="394" y="587"/>
                    <a:pt x="396" y="586"/>
                    <a:pt x="396" y="585"/>
                  </a:cubicBezTo>
                  <a:close/>
                  <a:moveTo>
                    <a:pt x="396" y="601"/>
                  </a:moveTo>
                  <a:cubicBezTo>
                    <a:pt x="397" y="601"/>
                    <a:pt x="396" y="602"/>
                    <a:pt x="395" y="603"/>
                  </a:cubicBezTo>
                  <a:cubicBezTo>
                    <a:pt x="395" y="602"/>
                    <a:pt x="396" y="601"/>
                    <a:pt x="396" y="601"/>
                  </a:cubicBezTo>
                  <a:close/>
                  <a:moveTo>
                    <a:pt x="399" y="645"/>
                  </a:moveTo>
                  <a:cubicBezTo>
                    <a:pt x="399" y="646"/>
                    <a:pt x="396" y="647"/>
                    <a:pt x="397" y="645"/>
                  </a:cubicBezTo>
                  <a:cubicBezTo>
                    <a:pt x="397" y="643"/>
                    <a:pt x="399" y="644"/>
                    <a:pt x="399" y="645"/>
                  </a:cubicBezTo>
                  <a:close/>
                  <a:moveTo>
                    <a:pt x="398" y="622"/>
                  </a:moveTo>
                  <a:cubicBezTo>
                    <a:pt x="395" y="624"/>
                    <a:pt x="397" y="618"/>
                    <a:pt x="399" y="619"/>
                  </a:cubicBezTo>
                  <a:cubicBezTo>
                    <a:pt x="401" y="620"/>
                    <a:pt x="399" y="622"/>
                    <a:pt x="398" y="622"/>
                  </a:cubicBezTo>
                  <a:close/>
                  <a:moveTo>
                    <a:pt x="397" y="513"/>
                  </a:moveTo>
                  <a:cubicBezTo>
                    <a:pt x="397" y="513"/>
                    <a:pt x="399" y="513"/>
                    <a:pt x="399" y="513"/>
                  </a:cubicBezTo>
                  <a:cubicBezTo>
                    <a:pt x="399" y="514"/>
                    <a:pt x="397" y="514"/>
                    <a:pt x="397" y="513"/>
                  </a:cubicBezTo>
                  <a:close/>
                  <a:moveTo>
                    <a:pt x="397" y="606"/>
                  </a:moveTo>
                  <a:cubicBezTo>
                    <a:pt x="397" y="605"/>
                    <a:pt x="397" y="605"/>
                    <a:pt x="398" y="605"/>
                  </a:cubicBezTo>
                  <a:cubicBezTo>
                    <a:pt x="399" y="605"/>
                    <a:pt x="398" y="607"/>
                    <a:pt x="397" y="606"/>
                  </a:cubicBezTo>
                  <a:close/>
                  <a:moveTo>
                    <a:pt x="397" y="461"/>
                  </a:moveTo>
                  <a:cubicBezTo>
                    <a:pt x="398" y="459"/>
                    <a:pt x="400" y="459"/>
                    <a:pt x="402" y="458"/>
                  </a:cubicBezTo>
                  <a:cubicBezTo>
                    <a:pt x="401" y="460"/>
                    <a:pt x="399" y="460"/>
                    <a:pt x="397" y="461"/>
                  </a:cubicBezTo>
                  <a:close/>
                  <a:moveTo>
                    <a:pt x="401" y="364"/>
                  </a:moveTo>
                  <a:cubicBezTo>
                    <a:pt x="399" y="366"/>
                    <a:pt x="401" y="361"/>
                    <a:pt x="402" y="362"/>
                  </a:cubicBezTo>
                  <a:cubicBezTo>
                    <a:pt x="403" y="362"/>
                    <a:pt x="401" y="364"/>
                    <a:pt x="401" y="364"/>
                  </a:cubicBezTo>
                  <a:close/>
                  <a:moveTo>
                    <a:pt x="400" y="245"/>
                  </a:moveTo>
                  <a:cubicBezTo>
                    <a:pt x="401" y="244"/>
                    <a:pt x="399" y="246"/>
                    <a:pt x="400" y="245"/>
                  </a:cubicBezTo>
                  <a:close/>
                  <a:moveTo>
                    <a:pt x="402" y="477"/>
                  </a:moveTo>
                  <a:cubicBezTo>
                    <a:pt x="401" y="478"/>
                    <a:pt x="403" y="476"/>
                    <a:pt x="402" y="477"/>
                  </a:cubicBezTo>
                  <a:close/>
                  <a:moveTo>
                    <a:pt x="402" y="458"/>
                  </a:moveTo>
                  <a:cubicBezTo>
                    <a:pt x="401" y="457"/>
                    <a:pt x="406" y="457"/>
                    <a:pt x="404" y="458"/>
                  </a:cubicBezTo>
                  <a:cubicBezTo>
                    <a:pt x="403" y="458"/>
                    <a:pt x="403" y="459"/>
                    <a:pt x="402" y="458"/>
                  </a:cubicBezTo>
                  <a:close/>
                  <a:moveTo>
                    <a:pt x="406" y="578"/>
                  </a:moveTo>
                  <a:cubicBezTo>
                    <a:pt x="406" y="578"/>
                    <a:pt x="408" y="577"/>
                    <a:pt x="409" y="578"/>
                  </a:cubicBezTo>
                  <a:cubicBezTo>
                    <a:pt x="409" y="579"/>
                    <a:pt x="406" y="580"/>
                    <a:pt x="406" y="578"/>
                  </a:cubicBezTo>
                  <a:close/>
                  <a:moveTo>
                    <a:pt x="409" y="606"/>
                  </a:moveTo>
                  <a:cubicBezTo>
                    <a:pt x="408" y="607"/>
                    <a:pt x="407" y="606"/>
                    <a:pt x="409" y="606"/>
                  </a:cubicBezTo>
                  <a:close/>
                  <a:moveTo>
                    <a:pt x="408" y="313"/>
                  </a:moveTo>
                  <a:cubicBezTo>
                    <a:pt x="407" y="314"/>
                    <a:pt x="409" y="312"/>
                    <a:pt x="408" y="313"/>
                  </a:cubicBezTo>
                  <a:close/>
                  <a:moveTo>
                    <a:pt x="407" y="275"/>
                  </a:moveTo>
                  <a:cubicBezTo>
                    <a:pt x="407" y="273"/>
                    <a:pt x="410" y="273"/>
                    <a:pt x="407" y="275"/>
                  </a:cubicBezTo>
                  <a:close/>
                  <a:moveTo>
                    <a:pt x="408" y="442"/>
                  </a:moveTo>
                  <a:cubicBezTo>
                    <a:pt x="408" y="443"/>
                    <a:pt x="407" y="443"/>
                    <a:pt x="406" y="443"/>
                  </a:cubicBezTo>
                  <a:cubicBezTo>
                    <a:pt x="406" y="443"/>
                    <a:pt x="407" y="442"/>
                    <a:pt x="408" y="442"/>
                  </a:cubicBezTo>
                  <a:close/>
                  <a:moveTo>
                    <a:pt x="406" y="543"/>
                  </a:moveTo>
                  <a:cubicBezTo>
                    <a:pt x="406" y="544"/>
                    <a:pt x="405" y="543"/>
                    <a:pt x="405" y="543"/>
                  </a:cubicBezTo>
                  <a:cubicBezTo>
                    <a:pt x="406" y="542"/>
                    <a:pt x="406" y="543"/>
                    <a:pt x="406" y="543"/>
                  </a:cubicBezTo>
                  <a:close/>
                  <a:moveTo>
                    <a:pt x="405" y="445"/>
                  </a:moveTo>
                  <a:cubicBezTo>
                    <a:pt x="404" y="444"/>
                    <a:pt x="406" y="443"/>
                    <a:pt x="405" y="445"/>
                  </a:cubicBezTo>
                  <a:close/>
                  <a:moveTo>
                    <a:pt x="404" y="396"/>
                  </a:moveTo>
                  <a:cubicBezTo>
                    <a:pt x="404" y="395"/>
                    <a:pt x="405" y="395"/>
                    <a:pt x="406" y="395"/>
                  </a:cubicBezTo>
                  <a:cubicBezTo>
                    <a:pt x="405" y="395"/>
                    <a:pt x="405" y="396"/>
                    <a:pt x="404" y="396"/>
                  </a:cubicBezTo>
                  <a:close/>
                  <a:moveTo>
                    <a:pt x="403" y="318"/>
                  </a:moveTo>
                  <a:cubicBezTo>
                    <a:pt x="403" y="317"/>
                    <a:pt x="404" y="317"/>
                    <a:pt x="404" y="316"/>
                  </a:cubicBezTo>
                  <a:cubicBezTo>
                    <a:pt x="405" y="316"/>
                    <a:pt x="403" y="318"/>
                    <a:pt x="403" y="318"/>
                  </a:cubicBezTo>
                  <a:close/>
                  <a:moveTo>
                    <a:pt x="404" y="524"/>
                  </a:moveTo>
                  <a:cubicBezTo>
                    <a:pt x="404" y="524"/>
                    <a:pt x="404" y="523"/>
                    <a:pt x="404" y="523"/>
                  </a:cubicBezTo>
                  <a:cubicBezTo>
                    <a:pt x="404" y="521"/>
                    <a:pt x="406" y="524"/>
                    <a:pt x="404" y="524"/>
                  </a:cubicBezTo>
                  <a:close/>
                  <a:moveTo>
                    <a:pt x="405" y="525"/>
                  </a:moveTo>
                  <a:cubicBezTo>
                    <a:pt x="405" y="525"/>
                    <a:pt x="405" y="525"/>
                    <a:pt x="405" y="525"/>
                  </a:cubicBezTo>
                  <a:cubicBezTo>
                    <a:pt x="405" y="525"/>
                    <a:pt x="405" y="525"/>
                    <a:pt x="405" y="525"/>
                  </a:cubicBezTo>
                  <a:close/>
                  <a:moveTo>
                    <a:pt x="404" y="655"/>
                  </a:moveTo>
                  <a:cubicBezTo>
                    <a:pt x="405" y="653"/>
                    <a:pt x="407" y="655"/>
                    <a:pt x="404" y="655"/>
                  </a:cubicBezTo>
                  <a:close/>
                  <a:moveTo>
                    <a:pt x="407" y="684"/>
                  </a:moveTo>
                  <a:cubicBezTo>
                    <a:pt x="407" y="684"/>
                    <a:pt x="405" y="685"/>
                    <a:pt x="405" y="683"/>
                  </a:cubicBezTo>
                  <a:cubicBezTo>
                    <a:pt x="405" y="683"/>
                    <a:pt x="407" y="683"/>
                    <a:pt x="407" y="684"/>
                  </a:cubicBezTo>
                  <a:close/>
                  <a:moveTo>
                    <a:pt x="409" y="608"/>
                  </a:moveTo>
                  <a:cubicBezTo>
                    <a:pt x="410" y="608"/>
                    <a:pt x="408" y="610"/>
                    <a:pt x="407" y="609"/>
                  </a:cubicBezTo>
                  <a:cubicBezTo>
                    <a:pt x="407" y="609"/>
                    <a:pt x="409" y="608"/>
                    <a:pt x="409" y="608"/>
                  </a:cubicBezTo>
                  <a:close/>
                  <a:moveTo>
                    <a:pt x="410" y="568"/>
                  </a:moveTo>
                  <a:cubicBezTo>
                    <a:pt x="410" y="568"/>
                    <a:pt x="409" y="568"/>
                    <a:pt x="409" y="568"/>
                  </a:cubicBezTo>
                  <a:cubicBezTo>
                    <a:pt x="408" y="567"/>
                    <a:pt x="411" y="566"/>
                    <a:pt x="410" y="568"/>
                  </a:cubicBezTo>
                  <a:close/>
                  <a:moveTo>
                    <a:pt x="409" y="52"/>
                  </a:moveTo>
                  <a:cubicBezTo>
                    <a:pt x="410" y="51"/>
                    <a:pt x="412" y="49"/>
                    <a:pt x="414" y="50"/>
                  </a:cubicBezTo>
                  <a:cubicBezTo>
                    <a:pt x="416" y="51"/>
                    <a:pt x="411" y="53"/>
                    <a:pt x="409" y="52"/>
                  </a:cubicBezTo>
                  <a:close/>
                  <a:moveTo>
                    <a:pt x="409" y="237"/>
                  </a:moveTo>
                  <a:cubicBezTo>
                    <a:pt x="409" y="239"/>
                    <a:pt x="407" y="238"/>
                    <a:pt x="409" y="237"/>
                  </a:cubicBezTo>
                  <a:close/>
                  <a:moveTo>
                    <a:pt x="408" y="55"/>
                  </a:moveTo>
                  <a:cubicBezTo>
                    <a:pt x="408" y="55"/>
                    <a:pt x="408" y="55"/>
                    <a:pt x="409" y="55"/>
                  </a:cubicBezTo>
                  <a:cubicBezTo>
                    <a:pt x="409" y="57"/>
                    <a:pt x="406" y="53"/>
                    <a:pt x="408" y="55"/>
                  </a:cubicBezTo>
                  <a:close/>
                  <a:moveTo>
                    <a:pt x="406" y="162"/>
                  </a:moveTo>
                  <a:cubicBezTo>
                    <a:pt x="404" y="163"/>
                    <a:pt x="403" y="163"/>
                    <a:pt x="401" y="163"/>
                  </a:cubicBezTo>
                  <a:cubicBezTo>
                    <a:pt x="401" y="164"/>
                    <a:pt x="400" y="164"/>
                    <a:pt x="400" y="164"/>
                  </a:cubicBezTo>
                  <a:cubicBezTo>
                    <a:pt x="400" y="164"/>
                    <a:pt x="401" y="164"/>
                    <a:pt x="401" y="163"/>
                  </a:cubicBezTo>
                  <a:cubicBezTo>
                    <a:pt x="403" y="162"/>
                    <a:pt x="406" y="160"/>
                    <a:pt x="407" y="159"/>
                  </a:cubicBezTo>
                  <a:cubicBezTo>
                    <a:pt x="410" y="159"/>
                    <a:pt x="406" y="162"/>
                    <a:pt x="406" y="162"/>
                  </a:cubicBezTo>
                  <a:close/>
                  <a:moveTo>
                    <a:pt x="393" y="311"/>
                  </a:moveTo>
                  <a:cubicBezTo>
                    <a:pt x="391" y="311"/>
                    <a:pt x="394" y="305"/>
                    <a:pt x="395" y="306"/>
                  </a:cubicBezTo>
                  <a:cubicBezTo>
                    <a:pt x="397" y="307"/>
                    <a:pt x="394" y="311"/>
                    <a:pt x="393" y="311"/>
                  </a:cubicBezTo>
                  <a:close/>
                  <a:moveTo>
                    <a:pt x="396" y="305"/>
                  </a:moveTo>
                  <a:cubicBezTo>
                    <a:pt x="397" y="304"/>
                    <a:pt x="395" y="306"/>
                    <a:pt x="396" y="305"/>
                  </a:cubicBezTo>
                  <a:close/>
                  <a:moveTo>
                    <a:pt x="394" y="421"/>
                  </a:moveTo>
                  <a:cubicBezTo>
                    <a:pt x="395" y="422"/>
                    <a:pt x="393" y="423"/>
                    <a:pt x="394" y="421"/>
                  </a:cubicBezTo>
                  <a:close/>
                  <a:moveTo>
                    <a:pt x="393" y="423"/>
                  </a:moveTo>
                  <a:cubicBezTo>
                    <a:pt x="393" y="424"/>
                    <a:pt x="392" y="424"/>
                    <a:pt x="391" y="424"/>
                  </a:cubicBezTo>
                  <a:cubicBezTo>
                    <a:pt x="391" y="423"/>
                    <a:pt x="392" y="423"/>
                    <a:pt x="393" y="423"/>
                  </a:cubicBezTo>
                  <a:close/>
                  <a:moveTo>
                    <a:pt x="391" y="240"/>
                  </a:moveTo>
                  <a:cubicBezTo>
                    <a:pt x="390" y="240"/>
                    <a:pt x="392" y="238"/>
                    <a:pt x="391" y="240"/>
                  </a:cubicBezTo>
                  <a:close/>
                  <a:moveTo>
                    <a:pt x="392" y="270"/>
                  </a:moveTo>
                  <a:cubicBezTo>
                    <a:pt x="391" y="270"/>
                    <a:pt x="393" y="269"/>
                    <a:pt x="393" y="268"/>
                  </a:cubicBezTo>
                  <a:cubicBezTo>
                    <a:pt x="394" y="269"/>
                    <a:pt x="392" y="269"/>
                    <a:pt x="392" y="270"/>
                  </a:cubicBezTo>
                  <a:close/>
                  <a:moveTo>
                    <a:pt x="392" y="138"/>
                  </a:moveTo>
                  <a:cubicBezTo>
                    <a:pt x="394" y="139"/>
                    <a:pt x="391" y="137"/>
                    <a:pt x="392" y="138"/>
                  </a:cubicBezTo>
                  <a:close/>
                  <a:moveTo>
                    <a:pt x="390" y="132"/>
                  </a:moveTo>
                  <a:cubicBezTo>
                    <a:pt x="391" y="132"/>
                    <a:pt x="392" y="132"/>
                    <a:pt x="392" y="132"/>
                  </a:cubicBezTo>
                  <a:cubicBezTo>
                    <a:pt x="392" y="132"/>
                    <a:pt x="391" y="133"/>
                    <a:pt x="390" y="132"/>
                  </a:cubicBezTo>
                  <a:close/>
                  <a:moveTo>
                    <a:pt x="384" y="595"/>
                  </a:moveTo>
                  <a:cubicBezTo>
                    <a:pt x="392" y="593"/>
                    <a:pt x="390" y="603"/>
                    <a:pt x="384" y="604"/>
                  </a:cubicBezTo>
                  <a:cubicBezTo>
                    <a:pt x="378" y="604"/>
                    <a:pt x="379" y="597"/>
                    <a:pt x="384" y="595"/>
                  </a:cubicBezTo>
                  <a:close/>
                  <a:moveTo>
                    <a:pt x="380" y="627"/>
                  </a:moveTo>
                  <a:cubicBezTo>
                    <a:pt x="380" y="627"/>
                    <a:pt x="379" y="627"/>
                    <a:pt x="379" y="627"/>
                  </a:cubicBezTo>
                  <a:cubicBezTo>
                    <a:pt x="379" y="624"/>
                    <a:pt x="381" y="628"/>
                    <a:pt x="380" y="627"/>
                  </a:cubicBezTo>
                  <a:close/>
                  <a:moveTo>
                    <a:pt x="387" y="569"/>
                  </a:moveTo>
                  <a:cubicBezTo>
                    <a:pt x="387" y="569"/>
                    <a:pt x="387" y="569"/>
                    <a:pt x="387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8" y="569"/>
                    <a:pt x="389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7" y="569"/>
                    <a:pt x="387" y="569"/>
                  </a:cubicBezTo>
                  <a:close/>
                  <a:moveTo>
                    <a:pt x="380" y="511"/>
                  </a:moveTo>
                  <a:cubicBezTo>
                    <a:pt x="380" y="511"/>
                    <a:pt x="380" y="512"/>
                    <a:pt x="380" y="512"/>
                  </a:cubicBezTo>
                  <a:cubicBezTo>
                    <a:pt x="379" y="511"/>
                    <a:pt x="381" y="510"/>
                    <a:pt x="380" y="511"/>
                  </a:cubicBezTo>
                  <a:close/>
                  <a:moveTo>
                    <a:pt x="379" y="533"/>
                  </a:moveTo>
                  <a:cubicBezTo>
                    <a:pt x="380" y="532"/>
                    <a:pt x="381" y="533"/>
                    <a:pt x="379" y="533"/>
                  </a:cubicBezTo>
                  <a:close/>
                  <a:moveTo>
                    <a:pt x="379" y="572"/>
                  </a:move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lose/>
                  <a:moveTo>
                    <a:pt x="380" y="590"/>
                  </a:moveTo>
                  <a:cubicBezTo>
                    <a:pt x="380" y="590"/>
                    <a:pt x="379" y="591"/>
                    <a:pt x="379" y="591"/>
                  </a:cubicBezTo>
                  <a:cubicBezTo>
                    <a:pt x="378" y="592"/>
                    <a:pt x="379" y="589"/>
                    <a:pt x="380" y="590"/>
                  </a:cubicBezTo>
                  <a:close/>
                  <a:moveTo>
                    <a:pt x="381" y="633"/>
                  </a:moveTo>
                  <a:cubicBezTo>
                    <a:pt x="382" y="633"/>
                    <a:pt x="384" y="632"/>
                    <a:pt x="384" y="632"/>
                  </a:cubicBezTo>
                  <a:cubicBezTo>
                    <a:pt x="385" y="633"/>
                    <a:pt x="381" y="634"/>
                    <a:pt x="381" y="633"/>
                  </a:cubicBezTo>
                  <a:close/>
                  <a:moveTo>
                    <a:pt x="382" y="620"/>
                  </a:moveTo>
                  <a:cubicBezTo>
                    <a:pt x="379" y="617"/>
                    <a:pt x="382" y="612"/>
                    <a:pt x="386" y="611"/>
                  </a:cubicBezTo>
                  <a:cubicBezTo>
                    <a:pt x="387" y="610"/>
                    <a:pt x="390" y="611"/>
                    <a:pt x="392" y="611"/>
                  </a:cubicBezTo>
                  <a:cubicBezTo>
                    <a:pt x="395" y="611"/>
                    <a:pt x="393" y="611"/>
                    <a:pt x="395" y="613"/>
                  </a:cubicBezTo>
                  <a:cubicBezTo>
                    <a:pt x="397" y="616"/>
                    <a:pt x="396" y="621"/>
                    <a:pt x="392" y="620"/>
                  </a:cubicBezTo>
                  <a:cubicBezTo>
                    <a:pt x="394" y="614"/>
                    <a:pt x="391" y="621"/>
                    <a:pt x="389" y="622"/>
                  </a:cubicBezTo>
                  <a:cubicBezTo>
                    <a:pt x="388" y="622"/>
                    <a:pt x="383" y="621"/>
                    <a:pt x="382" y="620"/>
                  </a:cubicBezTo>
                  <a:close/>
                  <a:moveTo>
                    <a:pt x="388" y="623"/>
                  </a:moveTo>
                  <a:cubicBezTo>
                    <a:pt x="389" y="623"/>
                    <a:pt x="397" y="619"/>
                    <a:pt x="396" y="622"/>
                  </a:cubicBezTo>
                  <a:cubicBezTo>
                    <a:pt x="396" y="623"/>
                    <a:pt x="390" y="624"/>
                    <a:pt x="388" y="623"/>
                  </a:cubicBezTo>
                  <a:close/>
                  <a:moveTo>
                    <a:pt x="394" y="625"/>
                  </a:moveTo>
                  <a:cubicBezTo>
                    <a:pt x="394" y="626"/>
                    <a:pt x="393" y="626"/>
                    <a:pt x="392" y="625"/>
                  </a:cubicBezTo>
                  <a:cubicBezTo>
                    <a:pt x="392" y="624"/>
                    <a:pt x="395" y="625"/>
                    <a:pt x="394" y="625"/>
                  </a:cubicBezTo>
                  <a:close/>
                  <a:moveTo>
                    <a:pt x="392" y="698"/>
                  </a:moveTo>
                  <a:cubicBezTo>
                    <a:pt x="392" y="698"/>
                    <a:pt x="394" y="697"/>
                    <a:pt x="394" y="698"/>
                  </a:cubicBezTo>
                  <a:cubicBezTo>
                    <a:pt x="394" y="699"/>
                    <a:pt x="393" y="698"/>
                    <a:pt x="392" y="698"/>
                  </a:cubicBezTo>
                  <a:close/>
                  <a:moveTo>
                    <a:pt x="392" y="637"/>
                  </a:moveTo>
                  <a:cubicBezTo>
                    <a:pt x="392" y="636"/>
                    <a:pt x="394" y="636"/>
                    <a:pt x="394" y="637"/>
                  </a:cubicBezTo>
                  <a:cubicBezTo>
                    <a:pt x="395" y="638"/>
                    <a:pt x="392" y="637"/>
                    <a:pt x="392" y="637"/>
                  </a:cubicBezTo>
                  <a:close/>
                  <a:moveTo>
                    <a:pt x="395" y="671"/>
                  </a:moveTo>
                  <a:cubicBezTo>
                    <a:pt x="394" y="671"/>
                    <a:pt x="396" y="670"/>
                    <a:pt x="397" y="671"/>
                  </a:cubicBezTo>
                  <a:cubicBezTo>
                    <a:pt x="397" y="672"/>
                    <a:pt x="395" y="672"/>
                    <a:pt x="395" y="671"/>
                  </a:cubicBezTo>
                  <a:close/>
                  <a:moveTo>
                    <a:pt x="396" y="648"/>
                  </a:moveTo>
                  <a:cubicBezTo>
                    <a:pt x="396" y="647"/>
                    <a:pt x="397" y="647"/>
                    <a:pt x="398" y="648"/>
                  </a:cubicBezTo>
                  <a:cubicBezTo>
                    <a:pt x="397" y="648"/>
                    <a:pt x="397" y="648"/>
                    <a:pt x="396" y="648"/>
                  </a:cubicBezTo>
                  <a:close/>
                  <a:moveTo>
                    <a:pt x="400" y="692"/>
                  </a:moveTo>
                  <a:cubicBezTo>
                    <a:pt x="399" y="692"/>
                    <a:pt x="397" y="692"/>
                    <a:pt x="397" y="691"/>
                  </a:cubicBezTo>
                  <a:cubicBezTo>
                    <a:pt x="397" y="689"/>
                    <a:pt x="400" y="691"/>
                    <a:pt x="400" y="692"/>
                  </a:cubicBezTo>
                  <a:close/>
                  <a:moveTo>
                    <a:pt x="401" y="665"/>
                  </a:moveTo>
                  <a:cubicBezTo>
                    <a:pt x="401" y="663"/>
                    <a:pt x="401" y="666"/>
                    <a:pt x="401" y="665"/>
                  </a:cubicBezTo>
                  <a:close/>
                  <a:moveTo>
                    <a:pt x="400" y="653"/>
                  </a:moveTo>
                  <a:cubicBezTo>
                    <a:pt x="400" y="650"/>
                    <a:pt x="404" y="652"/>
                    <a:pt x="403" y="653"/>
                  </a:cubicBezTo>
                  <a:cubicBezTo>
                    <a:pt x="403" y="655"/>
                    <a:pt x="400" y="654"/>
                    <a:pt x="400" y="653"/>
                  </a:cubicBezTo>
                  <a:close/>
                  <a:moveTo>
                    <a:pt x="402" y="661"/>
                  </a:moveTo>
                  <a:cubicBezTo>
                    <a:pt x="401" y="660"/>
                    <a:pt x="403" y="660"/>
                    <a:pt x="403" y="660"/>
                  </a:cubicBezTo>
                  <a:cubicBezTo>
                    <a:pt x="403" y="661"/>
                    <a:pt x="402" y="661"/>
                    <a:pt x="402" y="661"/>
                  </a:cubicBezTo>
                  <a:close/>
                  <a:moveTo>
                    <a:pt x="405" y="663"/>
                  </a:moveTo>
                  <a:cubicBezTo>
                    <a:pt x="404" y="664"/>
                    <a:pt x="404" y="664"/>
                    <a:pt x="403" y="663"/>
                  </a:cubicBezTo>
                  <a:cubicBezTo>
                    <a:pt x="403" y="662"/>
                    <a:pt x="406" y="662"/>
                    <a:pt x="405" y="663"/>
                  </a:cubicBezTo>
                  <a:close/>
                  <a:moveTo>
                    <a:pt x="404" y="703"/>
                  </a:moveTo>
                  <a:cubicBezTo>
                    <a:pt x="405" y="701"/>
                    <a:pt x="409" y="701"/>
                    <a:pt x="411" y="701"/>
                  </a:cubicBezTo>
                  <a:cubicBezTo>
                    <a:pt x="409" y="702"/>
                    <a:pt x="406" y="702"/>
                    <a:pt x="404" y="703"/>
                  </a:cubicBezTo>
                  <a:close/>
                  <a:moveTo>
                    <a:pt x="407" y="752"/>
                  </a:moveTo>
                  <a:cubicBezTo>
                    <a:pt x="407" y="753"/>
                    <a:pt x="406" y="751"/>
                    <a:pt x="406" y="751"/>
                  </a:cubicBezTo>
                  <a:cubicBezTo>
                    <a:pt x="406" y="750"/>
                    <a:pt x="409" y="751"/>
                    <a:pt x="407" y="752"/>
                  </a:cubicBezTo>
                  <a:close/>
                  <a:moveTo>
                    <a:pt x="404" y="753"/>
                  </a:moveTo>
                  <a:cubicBezTo>
                    <a:pt x="405" y="752"/>
                    <a:pt x="406" y="753"/>
                    <a:pt x="407" y="753"/>
                  </a:cubicBezTo>
                  <a:cubicBezTo>
                    <a:pt x="406" y="754"/>
                    <a:pt x="405" y="753"/>
                    <a:pt x="404" y="753"/>
                  </a:cubicBezTo>
                  <a:close/>
                  <a:moveTo>
                    <a:pt x="413" y="782"/>
                  </a:moveTo>
                  <a:cubicBezTo>
                    <a:pt x="412" y="781"/>
                    <a:pt x="415" y="781"/>
                    <a:pt x="415" y="782"/>
                  </a:cubicBezTo>
                  <a:cubicBezTo>
                    <a:pt x="415" y="782"/>
                    <a:pt x="413" y="783"/>
                    <a:pt x="413" y="782"/>
                  </a:cubicBezTo>
                  <a:close/>
                  <a:moveTo>
                    <a:pt x="415" y="790"/>
                  </a:moveTo>
                  <a:cubicBezTo>
                    <a:pt x="415" y="790"/>
                    <a:pt x="416" y="791"/>
                    <a:pt x="416" y="791"/>
                  </a:cubicBezTo>
                  <a:cubicBezTo>
                    <a:pt x="416" y="792"/>
                    <a:pt x="414" y="791"/>
                    <a:pt x="415" y="790"/>
                  </a:cubicBezTo>
                  <a:close/>
                  <a:moveTo>
                    <a:pt x="416" y="769"/>
                  </a:moveTo>
                  <a:cubicBezTo>
                    <a:pt x="415" y="771"/>
                    <a:pt x="412" y="767"/>
                    <a:pt x="409" y="767"/>
                  </a:cubicBezTo>
                  <a:cubicBezTo>
                    <a:pt x="408" y="767"/>
                    <a:pt x="403" y="768"/>
                    <a:pt x="402" y="766"/>
                  </a:cubicBezTo>
                  <a:cubicBezTo>
                    <a:pt x="402" y="764"/>
                    <a:pt x="408" y="766"/>
                    <a:pt x="409" y="765"/>
                  </a:cubicBezTo>
                  <a:cubicBezTo>
                    <a:pt x="409" y="765"/>
                    <a:pt x="407" y="761"/>
                    <a:pt x="407" y="760"/>
                  </a:cubicBezTo>
                  <a:cubicBezTo>
                    <a:pt x="407" y="752"/>
                    <a:pt x="419" y="758"/>
                    <a:pt x="422" y="761"/>
                  </a:cubicBezTo>
                  <a:cubicBezTo>
                    <a:pt x="426" y="765"/>
                    <a:pt x="417" y="761"/>
                    <a:pt x="419" y="766"/>
                  </a:cubicBezTo>
                  <a:cubicBezTo>
                    <a:pt x="416" y="764"/>
                    <a:pt x="417" y="769"/>
                    <a:pt x="416" y="769"/>
                  </a:cubicBezTo>
                  <a:close/>
                  <a:moveTo>
                    <a:pt x="420" y="776"/>
                  </a:moveTo>
                  <a:cubicBezTo>
                    <a:pt x="422" y="777"/>
                    <a:pt x="419" y="780"/>
                    <a:pt x="419" y="777"/>
                  </a:cubicBezTo>
                  <a:cubicBezTo>
                    <a:pt x="419" y="777"/>
                    <a:pt x="419" y="776"/>
                    <a:pt x="420" y="776"/>
                  </a:cubicBezTo>
                  <a:close/>
                  <a:moveTo>
                    <a:pt x="419" y="781"/>
                  </a:moveTo>
                  <a:cubicBezTo>
                    <a:pt x="420" y="780"/>
                    <a:pt x="421" y="780"/>
                    <a:pt x="423" y="780"/>
                  </a:cubicBezTo>
                  <a:cubicBezTo>
                    <a:pt x="422" y="781"/>
                    <a:pt x="420" y="781"/>
                    <a:pt x="419" y="781"/>
                  </a:cubicBezTo>
                  <a:close/>
                  <a:moveTo>
                    <a:pt x="422" y="781"/>
                  </a:moveTo>
                  <a:cubicBezTo>
                    <a:pt x="422" y="780"/>
                    <a:pt x="423" y="780"/>
                    <a:pt x="423" y="781"/>
                  </a:cubicBezTo>
                  <a:cubicBezTo>
                    <a:pt x="423" y="781"/>
                    <a:pt x="422" y="782"/>
                    <a:pt x="422" y="781"/>
                  </a:cubicBezTo>
                  <a:close/>
                  <a:moveTo>
                    <a:pt x="424" y="780"/>
                  </a:moveTo>
                  <a:cubicBezTo>
                    <a:pt x="423" y="780"/>
                    <a:pt x="426" y="781"/>
                    <a:pt x="424" y="780"/>
                  </a:cubicBezTo>
                  <a:close/>
                  <a:moveTo>
                    <a:pt x="428" y="750"/>
                  </a:moveTo>
                  <a:cubicBezTo>
                    <a:pt x="427" y="750"/>
                    <a:pt x="427" y="749"/>
                    <a:pt x="428" y="750"/>
                  </a:cubicBezTo>
                  <a:close/>
                  <a:moveTo>
                    <a:pt x="424" y="728"/>
                  </a:moveTo>
                  <a:cubicBezTo>
                    <a:pt x="424" y="727"/>
                    <a:pt x="428" y="726"/>
                    <a:pt x="428" y="728"/>
                  </a:cubicBezTo>
                  <a:cubicBezTo>
                    <a:pt x="429" y="730"/>
                    <a:pt x="424" y="731"/>
                    <a:pt x="424" y="728"/>
                  </a:cubicBezTo>
                  <a:close/>
                  <a:moveTo>
                    <a:pt x="429" y="774"/>
                  </a:moveTo>
                  <a:cubicBezTo>
                    <a:pt x="429" y="773"/>
                    <a:pt x="431" y="773"/>
                    <a:pt x="431" y="773"/>
                  </a:cubicBezTo>
                  <a:cubicBezTo>
                    <a:pt x="432" y="774"/>
                    <a:pt x="429" y="775"/>
                    <a:pt x="429" y="774"/>
                  </a:cubicBezTo>
                  <a:close/>
                  <a:moveTo>
                    <a:pt x="436" y="765"/>
                  </a:moveTo>
                  <a:cubicBezTo>
                    <a:pt x="437" y="763"/>
                    <a:pt x="441" y="765"/>
                    <a:pt x="441" y="767"/>
                  </a:cubicBezTo>
                  <a:cubicBezTo>
                    <a:pt x="440" y="769"/>
                    <a:pt x="435" y="768"/>
                    <a:pt x="436" y="765"/>
                  </a:cubicBezTo>
                  <a:close/>
                  <a:moveTo>
                    <a:pt x="430" y="758"/>
                  </a:moveTo>
                  <a:cubicBezTo>
                    <a:pt x="432" y="757"/>
                    <a:pt x="442" y="760"/>
                    <a:pt x="441" y="760"/>
                  </a:cubicBezTo>
                  <a:cubicBezTo>
                    <a:pt x="440" y="761"/>
                    <a:pt x="433" y="758"/>
                    <a:pt x="430" y="758"/>
                  </a:cubicBezTo>
                  <a:close/>
                  <a:moveTo>
                    <a:pt x="439" y="757"/>
                  </a:moveTo>
                  <a:cubicBezTo>
                    <a:pt x="440" y="755"/>
                    <a:pt x="443" y="755"/>
                    <a:pt x="445" y="756"/>
                  </a:cubicBezTo>
                  <a:cubicBezTo>
                    <a:pt x="443" y="756"/>
                    <a:pt x="441" y="757"/>
                    <a:pt x="439" y="757"/>
                  </a:cubicBezTo>
                  <a:close/>
                  <a:moveTo>
                    <a:pt x="442" y="718"/>
                  </a:moveTo>
                  <a:cubicBezTo>
                    <a:pt x="442" y="716"/>
                    <a:pt x="446" y="716"/>
                    <a:pt x="446" y="718"/>
                  </a:cubicBezTo>
                  <a:cubicBezTo>
                    <a:pt x="446" y="718"/>
                    <a:pt x="442" y="720"/>
                    <a:pt x="442" y="718"/>
                  </a:cubicBezTo>
                  <a:close/>
                  <a:moveTo>
                    <a:pt x="446" y="755"/>
                  </a:moveTo>
                  <a:cubicBezTo>
                    <a:pt x="448" y="755"/>
                    <a:pt x="450" y="754"/>
                    <a:pt x="452" y="755"/>
                  </a:cubicBezTo>
                  <a:cubicBezTo>
                    <a:pt x="450" y="755"/>
                    <a:pt x="448" y="756"/>
                    <a:pt x="446" y="755"/>
                  </a:cubicBezTo>
                  <a:close/>
                  <a:moveTo>
                    <a:pt x="453" y="520"/>
                  </a:moveTo>
                  <a:cubicBezTo>
                    <a:pt x="454" y="520"/>
                    <a:pt x="453" y="521"/>
                    <a:pt x="453" y="521"/>
                  </a:cubicBezTo>
                  <a:cubicBezTo>
                    <a:pt x="450" y="523"/>
                    <a:pt x="452" y="518"/>
                    <a:pt x="453" y="520"/>
                  </a:cubicBezTo>
                  <a:close/>
                  <a:moveTo>
                    <a:pt x="453" y="590"/>
                  </a:moveTo>
                  <a:cubicBezTo>
                    <a:pt x="452" y="590"/>
                    <a:pt x="453" y="590"/>
                    <a:pt x="453" y="590"/>
                  </a:cubicBezTo>
                  <a:cubicBezTo>
                    <a:pt x="454" y="590"/>
                    <a:pt x="453" y="590"/>
                    <a:pt x="453" y="590"/>
                  </a:cubicBezTo>
                  <a:close/>
                  <a:moveTo>
                    <a:pt x="455" y="750"/>
                  </a:moveTo>
                  <a:cubicBezTo>
                    <a:pt x="455" y="750"/>
                    <a:pt x="454" y="750"/>
                    <a:pt x="455" y="750"/>
                  </a:cubicBezTo>
                  <a:close/>
                  <a:moveTo>
                    <a:pt x="455" y="750"/>
                  </a:move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lose/>
                  <a:moveTo>
                    <a:pt x="453" y="740"/>
                  </a:moveTo>
                  <a:cubicBezTo>
                    <a:pt x="455" y="737"/>
                    <a:pt x="457" y="739"/>
                    <a:pt x="453" y="740"/>
                  </a:cubicBezTo>
                  <a:close/>
                  <a:moveTo>
                    <a:pt x="454" y="643"/>
                  </a:moveTo>
                  <a:cubicBezTo>
                    <a:pt x="454" y="642"/>
                    <a:pt x="455" y="641"/>
                    <a:pt x="455" y="641"/>
                  </a:cubicBezTo>
                  <a:cubicBezTo>
                    <a:pt x="458" y="642"/>
                    <a:pt x="455" y="645"/>
                    <a:pt x="454" y="643"/>
                  </a:cubicBezTo>
                  <a:close/>
                  <a:moveTo>
                    <a:pt x="459" y="703"/>
                  </a:moveTo>
                  <a:cubicBezTo>
                    <a:pt x="456" y="704"/>
                    <a:pt x="455" y="702"/>
                    <a:pt x="459" y="703"/>
                  </a:cubicBezTo>
                  <a:close/>
                  <a:moveTo>
                    <a:pt x="457" y="743"/>
                  </a:moveTo>
                  <a:cubicBezTo>
                    <a:pt x="458" y="741"/>
                    <a:pt x="461" y="740"/>
                    <a:pt x="462" y="742"/>
                  </a:cubicBezTo>
                  <a:cubicBezTo>
                    <a:pt x="465" y="746"/>
                    <a:pt x="457" y="747"/>
                    <a:pt x="457" y="743"/>
                  </a:cubicBezTo>
                  <a:close/>
                  <a:moveTo>
                    <a:pt x="464" y="717"/>
                  </a:moveTo>
                  <a:cubicBezTo>
                    <a:pt x="463" y="717"/>
                    <a:pt x="463" y="717"/>
                    <a:pt x="464" y="717"/>
                  </a:cubicBezTo>
                  <a:close/>
                  <a:moveTo>
                    <a:pt x="466" y="739"/>
                  </a:moveTo>
                  <a:cubicBezTo>
                    <a:pt x="465" y="739"/>
                    <a:pt x="464" y="740"/>
                    <a:pt x="464" y="739"/>
                  </a:cubicBezTo>
                  <a:cubicBezTo>
                    <a:pt x="462" y="736"/>
                    <a:pt x="469" y="737"/>
                    <a:pt x="466" y="739"/>
                  </a:cubicBezTo>
                  <a:close/>
                  <a:moveTo>
                    <a:pt x="464" y="729"/>
                  </a:moveTo>
                  <a:cubicBezTo>
                    <a:pt x="465" y="728"/>
                    <a:pt x="466" y="728"/>
                    <a:pt x="467" y="728"/>
                  </a:cubicBezTo>
                  <a:cubicBezTo>
                    <a:pt x="467" y="729"/>
                    <a:pt x="465" y="729"/>
                    <a:pt x="464" y="729"/>
                  </a:cubicBezTo>
                  <a:close/>
                  <a:moveTo>
                    <a:pt x="465" y="693"/>
                  </a:moveTo>
                  <a:cubicBezTo>
                    <a:pt x="466" y="692"/>
                    <a:pt x="468" y="692"/>
                    <a:pt x="469" y="692"/>
                  </a:cubicBezTo>
                  <a:cubicBezTo>
                    <a:pt x="469" y="693"/>
                    <a:pt x="466" y="692"/>
                    <a:pt x="465" y="693"/>
                  </a:cubicBezTo>
                  <a:close/>
                  <a:moveTo>
                    <a:pt x="470" y="685"/>
                  </a:moveTo>
                  <a:cubicBezTo>
                    <a:pt x="470" y="686"/>
                    <a:pt x="468" y="685"/>
                    <a:pt x="470" y="685"/>
                  </a:cubicBezTo>
                  <a:close/>
                  <a:moveTo>
                    <a:pt x="467" y="662"/>
                  </a:moveTo>
                  <a:cubicBezTo>
                    <a:pt x="468" y="661"/>
                    <a:pt x="470" y="660"/>
                    <a:pt x="471" y="661"/>
                  </a:cubicBezTo>
                  <a:cubicBezTo>
                    <a:pt x="470" y="661"/>
                    <a:pt x="468" y="662"/>
                    <a:pt x="467" y="662"/>
                  </a:cubicBezTo>
                  <a:close/>
                  <a:moveTo>
                    <a:pt x="471" y="692"/>
                  </a:moveTo>
                  <a:cubicBezTo>
                    <a:pt x="471" y="691"/>
                    <a:pt x="473" y="690"/>
                    <a:pt x="473" y="691"/>
                  </a:cubicBezTo>
                  <a:cubicBezTo>
                    <a:pt x="473" y="691"/>
                    <a:pt x="472" y="691"/>
                    <a:pt x="471" y="692"/>
                  </a:cubicBezTo>
                  <a:close/>
                  <a:moveTo>
                    <a:pt x="472" y="674"/>
                  </a:moveTo>
                  <a:cubicBezTo>
                    <a:pt x="472" y="673"/>
                    <a:pt x="472" y="673"/>
                    <a:pt x="473" y="674"/>
                  </a:cubicBezTo>
                  <a:cubicBezTo>
                    <a:pt x="474" y="674"/>
                    <a:pt x="471" y="676"/>
                    <a:pt x="472" y="674"/>
                  </a:cubicBezTo>
                  <a:close/>
                  <a:moveTo>
                    <a:pt x="472" y="660"/>
                  </a:moveTo>
                  <a:cubicBezTo>
                    <a:pt x="472" y="660"/>
                    <a:pt x="473" y="659"/>
                    <a:pt x="474" y="660"/>
                  </a:cubicBezTo>
                  <a:cubicBezTo>
                    <a:pt x="474" y="660"/>
                    <a:pt x="472" y="660"/>
                    <a:pt x="472" y="660"/>
                  </a:cubicBezTo>
                  <a:close/>
                  <a:moveTo>
                    <a:pt x="466" y="644"/>
                  </a:moveTo>
                  <a:cubicBezTo>
                    <a:pt x="466" y="644"/>
                    <a:pt x="464" y="645"/>
                    <a:pt x="465" y="644"/>
                  </a:cubicBezTo>
                  <a:cubicBezTo>
                    <a:pt x="468" y="641"/>
                    <a:pt x="473" y="641"/>
                    <a:pt x="476" y="640"/>
                  </a:cubicBezTo>
                  <a:cubicBezTo>
                    <a:pt x="473" y="642"/>
                    <a:pt x="468" y="644"/>
                    <a:pt x="466" y="644"/>
                  </a:cubicBezTo>
                  <a:close/>
                  <a:moveTo>
                    <a:pt x="475" y="253"/>
                  </a:moveTo>
                  <a:cubicBezTo>
                    <a:pt x="475" y="253"/>
                    <a:pt x="476" y="252"/>
                    <a:pt x="476" y="253"/>
                  </a:cubicBezTo>
                  <a:cubicBezTo>
                    <a:pt x="477" y="255"/>
                    <a:pt x="474" y="255"/>
                    <a:pt x="475" y="253"/>
                  </a:cubicBezTo>
                  <a:close/>
                  <a:moveTo>
                    <a:pt x="478" y="685"/>
                  </a:moveTo>
                  <a:cubicBezTo>
                    <a:pt x="478" y="684"/>
                    <a:pt x="481" y="684"/>
                    <a:pt x="482" y="684"/>
                  </a:cubicBezTo>
                  <a:cubicBezTo>
                    <a:pt x="482" y="685"/>
                    <a:pt x="479" y="685"/>
                    <a:pt x="478" y="685"/>
                  </a:cubicBezTo>
                  <a:close/>
                  <a:moveTo>
                    <a:pt x="476" y="672"/>
                  </a:moveTo>
                  <a:cubicBezTo>
                    <a:pt x="476" y="668"/>
                    <a:pt x="483" y="671"/>
                    <a:pt x="482" y="673"/>
                  </a:cubicBezTo>
                  <a:cubicBezTo>
                    <a:pt x="482" y="675"/>
                    <a:pt x="476" y="675"/>
                    <a:pt x="476" y="672"/>
                  </a:cubicBezTo>
                  <a:close/>
                  <a:moveTo>
                    <a:pt x="484" y="112"/>
                  </a:moveTo>
                  <a:cubicBezTo>
                    <a:pt x="484" y="111"/>
                    <a:pt x="486" y="111"/>
                    <a:pt x="486" y="111"/>
                  </a:cubicBezTo>
                  <a:cubicBezTo>
                    <a:pt x="488" y="111"/>
                    <a:pt x="489" y="111"/>
                    <a:pt x="489" y="113"/>
                  </a:cubicBezTo>
                  <a:cubicBezTo>
                    <a:pt x="489" y="114"/>
                    <a:pt x="484" y="115"/>
                    <a:pt x="483" y="114"/>
                  </a:cubicBezTo>
                  <a:cubicBezTo>
                    <a:pt x="483" y="113"/>
                    <a:pt x="484" y="113"/>
                    <a:pt x="484" y="112"/>
                  </a:cubicBezTo>
                  <a:cubicBezTo>
                    <a:pt x="484" y="112"/>
                    <a:pt x="484" y="112"/>
                    <a:pt x="484" y="112"/>
                  </a:cubicBezTo>
                  <a:close/>
                  <a:moveTo>
                    <a:pt x="483" y="110"/>
                  </a:moveTo>
                  <a:cubicBezTo>
                    <a:pt x="483" y="111"/>
                    <a:pt x="482" y="111"/>
                    <a:pt x="481" y="111"/>
                  </a:cubicBezTo>
                  <a:cubicBezTo>
                    <a:pt x="481" y="110"/>
                    <a:pt x="483" y="111"/>
                    <a:pt x="483" y="110"/>
                  </a:cubicBezTo>
                  <a:close/>
                  <a:moveTo>
                    <a:pt x="476" y="116"/>
                  </a:moveTo>
                  <a:cubicBezTo>
                    <a:pt x="477" y="116"/>
                    <a:pt x="476" y="117"/>
                    <a:pt x="476" y="117"/>
                  </a:cubicBezTo>
                  <a:cubicBezTo>
                    <a:pt x="475" y="117"/>
                    <a:pt x="476" y="116"/>
                    <a:pt x="476" y="116"/>
                  </a:cubicBezTo>
                  <a:close/>
                  <a:moveTo>
                    <a:pt x="482" y="122"/>
                  </a:moveTo>
                  <a:cubicBezTo>
                    <a:pt x="481" y="124"/>
                    <a:pt x="477" y="125"/>
                    <a:pt x="475" y="126"/>
                  </a:cubicBezTo>
                  <a:cubicBezTo>
                    <a:pt x="477" y="124"/>
                    <a:pt x="479" y="123"/>
                    <a:pt x="482" y="122"/>
                  </a:cubicBezTo>
                  <a:close/>
                  <a:moveTo>
                    <a:pt x="476" y="146"/>
                  </a:moveTo>
                  <a:cubicBezTo>
                    <a:pt x="474" y="149"/>
                    <a:pt x="470" y="149"/>
                    <a:pt x="467" y="150"/>
                  </a:cubicBezTo>
                  <a:cubicBezTo>
                    <a:pt x="469" y="148"/>
                    <a:pt x="473" y="148"/>
                    <a:pt x="476" y="146"/>
                  </a:cubicBezTo>
                  <a:close/>
                  <a:moveTo>
                    <a:pt x="474" y="126"/>
                  </a:moveTo>
                  <a:cubicBezTo>
                    <a:pt x="473" y="127"/>
                    <a:pt x="471" y="128"/>
                    <a:pt x="469" y="128"/>
                  </a:cubicBezTo>
                  <a:cubicBezTo>
                    <a:pt x="470" y="128"/>
                    <a:pt x="471" y="129"/>
                    <a:pt x="470" y="130"/>
                  </a:cubicBezTo>
                  <a:cubicBezTo>
                    <a:pt x="470" y="131"/>
                    <a:pt x="467" y="131"/>
                    <a:pt x="467" y="130"/>
                  </a:cubicBezTo>
                  <a:cubicBezTo>
                    <a:pt x="467" y="129"/>
                    <a:pt x="468" y="129"/>
                    <a:pt x="469" y="128"/>
                  </a:cubicBezTo>
                  <a:cubicBezTo>
                    <a:pt x="469" y="128"/>
                    <a:pt x="468" y="128"/>
                    <a:pt x="468" y="128"/>
                  </a:cubicBezTo>
                  <a:cubicBezTo>
                    <a:pt x="470" y="127"/>
                    <a:pt x="472" y="127"/>
                    <a:pt x="474" y="126"/>
                  </a:cubicBezTo>
                  <a:close/>
                  <a:moveTo>
                    <a:pt x="470" y="106"/>
                  </a:moveTo>
                  <a:cubicBezTo>
                    <a:pt x="470" y="106"/>
                    <a:pt x="470" y="107"/>
                    <a:pt x="469" y="107"/>
                  </a:cubicBezTo>
                  <a:cubicBezTo>
                    <a:pt x="469" y="107"/>
                    <a:pt x="469" y="106"/>
                    <a:pt x="470" y="106"/>
                  </a:cubicBezTo>
                  <a:close/>
                  <a:moveTo>
                    <a:pt x="469" y="74"/>
                  </a:moveTo>
                  <a:cubicBezTo>
                    <a:pt x="468" y="74"/>
                    <a:pt x="467" y="74"/>
                    <a:pt x="466" y="74"/>
                  </a:cubicBezTo>
                  <a:cubicBezTo>
                    <a:pt x="467" y="73"/>
                    <a:pt x="468" y="73"/>
                    <a:pt x="469" y="74"/>
                  </a:cubicBezTo>
                  <a:close/>
                  <a:moveTo>
                    <a:pt x="466" y="75"/>
                  </a:moveTo>
                  <a:cubicBezTo>
                    <a:pt x="466" y="75"/>
                    <a:pt x="468" y="76"/>
                    <a:pt x="468" y="75"/>
                  </a:cubicBezTo>
                  <a:cubicBezTo>
                    <a:pt x="468" y="77"/>
                    <a:pt x="465" y="76"/>
                    <a:pt x="466" y="75"/>
                  </a:cubicBezTo>
                  <a:close/>
                  <a:moveTo>
                    <a:pt x="468" y="80"/>
                  </a:moveTo>
                  <a:cubicBezTo>
                    <a:pt x="468" y="81"/>
                    <a:pt x="466" y="81"/>
                    <a:pt x="466" y="79"/>
                  </a:cubicBezTo>
                  <a:cubicBezTo>
                    <a:pt x="467" y="79"/>
                    <a:pt x="468" y="79"/>
                    <a:pt x="468" y="80"/>
                  </a:cubicBezTo>
                  <a:close/>
                  <a:moveTo>
                    <a:pt x="466" y="93"/>
                  </a:moveTo>
                  <a:cubicBezTo>
                    <a:pt x="466" y="95"/>
                    <a:pt x="465" y="93"/>
                    <a:pt x="466" y="93"/>
                  </a:cubicBezTo>
                  <a:close/>
                  <a:moveTo>
                    <a:pt x="470" y="95"/>
                  </a:moveTo>
                  <a:cubicBezTo>
                    <a:pt x="472" y="95"/>
                    <a:pt x="473" y="98"/>
                    <a:pt x="471" y="100"/>
                  </a:cubicBezTo>
                  <a:cubicBezTo>
                    <a:pt x="470" y="101"/>
                    <a:pt x="468" y="101"/>
                    <a:pt x="467" y="101"/>
                  </a:cubicBezTo>
                  <a:cubicBezTo>
                    <a:pt x="465" y="101"/>
                    <a:pt x="463" y="102"/>
                    <a:pt x="463" y="101"/>
                  </a:cubicBezTo>
                  <a:cubicBezTo>
                    <a:pt x="463" y="101"/>
                    <a:pt x="463" y="101"/>
                    <a:pt x="464" y="101"/>
                  </a:cubicBezTo>
                  <a:cubicBezTo>
                    <a:pt x="463" y="101"/>
                    <a:pt x="463" y="101"/>
                    <a:pt x="463" y="101"/>
                  </a:cubicBezTo>
                  <a:cubicBezTo>
                    <a:pt x="463" y="101"/>
                    <a:pt x="462" y="100"/>
                    <a:pt x="462" y="101"/>
                  </a:cubicBezTo>
                  <a:cubicBezTo>
                    <a:pt x="461" y="99"/>
                    <a:pt x="467" y="94"/>
                    <a:pt x="470" y="95"/>
                  </a:cubicBezTo>
                  <a:close/>
                  <a:moveTo>
                    <a:pt x="470" y="59"/>
                  </a:moveTo>
                  <a:cubicBezTo>
                    <a:pt x="470" y="59"/>
                    <a:pt x="470" y="60"/>
                    <a:pt x="470" y="59"/>
                  </a:cubicBezTo>
                  <a:cubicBezTo>
                    <a:pt x="469" y="59"/>
                    <a:pt x="470" y="58"/>
                    <a:pt x="470" y="59"/>
                  </a:cubicBezTo>
                  <a:close/>
                  <a:moveTo>
                    <a:pt x="453" y="60"/>
                  </a:moveTo>
                  <a:cubicBezTo>
                    <a:pt x="455" y="59"/>
                    <a:pt x="458" y="61"/>
                    <a:pt x="461" y="61"/>
                  </a:cubicBezTo>
                  <a:cubicBezTo>
                    <a:pt x="462" y="61"/>
                    <a:pt x="467" y="59"/>
                    <a:pt x="468" y="61"/>
                  </a:cubicBezTo>
                  <a:cubicBezTo>
                    <a:pt x="468" y="62"/>
                    <a:pt x="462" y="62"/>
                    <a:pt x="462" y="62"/>
                  </a:cubicBezTo>
                  <a:cubicBezTo>
                    <a:pt x="462" y="63"/>
                    <a:pt x="465" y="66"/>
                    <a:pt x="465" y="67"/>
                  </a:cubicBezTo>
                  <a:cubicBezTo>
                    <a:pt x="467" y="75"/>
                    <a:pt x="454" y="72"/>
                    <a:pt x="450" y="70"/>
                  </a:cubicBezTo>
                  <a:cubicBezTo>
                    <a:pt x="445" y="67"/>
                    <a:pt x="455" y="69"/>
                    <a:pt x="451" y="64"/>
                  </a:cubicBezTo>
                  <a:cubicBezTo>
                    <a:pt x="455" y="66"/>
                    <a:pt x="453" y="61"/>
                    <a:pt x="453" y="60"/>
                  </a:cubicBezTo>
                  <a:close/>
                  <a:moveTo>
                    <a:pt x="454" y="47"/>
                  </a:moveTo>
                  <a:cubicBezTo>
                    <a:pt x="455" y="48"/>
                    <a:pt x="452" y="49"/>
                    <a:pt x="452" y="48"/>
                  </a:cubicBezTo>
                  <a:cubicBezTo>
                    <a:pt x="452" y="47"/>
                    <a:pt x="454" y="47"/>
                    <a:pt x="454" y="47"/>
                  </a:cubicBezTo>
                  <a:close/>
                  <a:moveTo>
                    <a:pt x="455" y="21"/>
                  </a:moveTo>
                  <a:cubicBezTo>
                    <a:pt x="456" y="22"/>
                    <a:pt x="453" y="22"/>
                    <a:pt x="453" y="21"/>
                  </a:cubicBezTo>
                  <a:cubicBezTo>
                    <a:pt x="453" y="20"/>
                    <a:pt x="455" y="20"/>
                    <a:pt x="455" y="21"/>
                  </a:cubicBezTo>
                  <a:close/>
                  <a:moveTo>
                    <a:pt x="454" y="23"/>
                  </a:moveTo>
                  <a:cubicBezTo>
                    <a:pt x="454" y="25"/>
                    <a:pt x="450" y="24"/>
                    <a:pt x="450" y="23"/>
                  </a:cubicBezTo>
                  <a:cubicBezTo>
                    <a:pt x="450" y="22"/>
                    <a:pt x="454" y="21"/>
                    <a:pt x="454" y="23"/>
                  </a:cubicBezTo>
                  <a:close/>
                  <a:moveTo>
                    <a:pt x="447" y="8"/>
                  </a:moveTo>
                  <a:cubicBezTo>
                    <a:pt x="448" y="9"/>
                    <a:pt x="446" y="9"/>
                    <a:pt x="446" y="9"/>
                  </a:cubicBezTo>
                  <a:cubicBezTo>
                    <a:pt x="446" y="8"/>
                    <a:pt x="447" y="8"/>
                    <a:pt x="447" y="8"/>
                  </a:cubicBezTo>
                  <a:close/>
                  <a:moveTo>
                    <a:pt x="446" y="11"/>
                  </a:moveTo>
                  <a:cubicBezTo>
                    <a:pt x="447" y="11"/>
                    <a:pt x="450" y="8"/>
                    <a:pt x="451" y="10"/>
                  </a:cubicBezTo>
                  <a:cubicBezTo>
                    <a:pt x="453" y="14"/>
                    <a:pt x="448" y="13"/>
                    <a:pt x="447" y="13"/>
                  </a:cubicBezTo>
                  <a:cubicBezTo>
                    <a:pt x="447" y="13"/>
                    <a:pt x="447" y="13"/>
                    <a:pt x="446" y="13"/>
                  </a:cubicBezTo>
                  <a:cubicBezTo>
                    <a:pt x="446" y="14"/>
                    <a:pt x="444" y="14"/>
                    <a:pt x="444" y="13"/>
                  </a:cubicBezTo>
                  <a:cubicBezTo>
                    <a:pt x="444" y="13"/>
                    <a:pt x="444" y="13"/>
                    <a:pt x="444" y="13"/>
                  </a:cubicBezTo>
                  <a:cubicBezTo>
                    <a:pt x="444" y="12"/>
                    <a:pt x="444" y="12"/>
                    <a:pt x="444" y="12"/>
                  </a:cubicBezTo>
                  <a:cubicBezTo>
                    <a:pt x="444" y="12"/>
                    <a:pt x="444" y="11"/>
                    <a:pt x="444" y="12"/>
                  </a:cubicBezTo>
                  <a:cubicBezTo>
                    <a:pt x="444" y="11"/>
                    <a:pt x="445" y="11"/>
                    <a:pt x="445" y="11"/>
                  </a:cubicBezTo>
                  <a:cubicBezTo>
                    <a:pt x="446" y="11"/>
                    <a:pt x="446" y="11"/>
                    <a:pt x="446" y="11"/>
                  </a:cubicBezTo>
                  <a:close/>
                  <a:moveTo>
                    <a:pt x="442" y="4"/>
                  </a:moveTo>
                  <a:cubicBezTo>
                    <a:pt x="444" y="3"/>
                    <a:pt x="444" y="5"/>
                    <a:pt x="442" y="4"/>
                  </a:cubicBezTo>
                  <a:close/>
                  <a:moveTo>
                    <a:pt x="442" y="6"/>
                  </a:moveTo>
                  <a:cubicBezTo>
                    <a:pt x="442" y="6"/>
                    <a:pt x="443" y="7"/>
                    <a:pt x="443" y="7"/>
                  </a:cubicBezTo>
                  <a:cubicBezTo>
                    <a:pt x="444" y="9"/>
                    <a:pt x="440" y="7"/>
                    <a:pt x="442" y="6"/>
                  </a:cubicBezTo>
                  <a:close/>
                  <a:moveTo>
                    <a:pt x="442" y="12"/>
                  </a:moveTo>
                  <a:cubicBezTo>
                    <a:pt x="441" y="12"/>
                    <a:pt x="442" y="11"/>
                    <a:pt x="442" y="12"/>
                  </a:cubicBezTo>
                  <a:cubicBezTo>
                    <a:pt x="443" y="12"/>
                    <a:pt x="442" y="12"/>
                    <a:pt x="442" y="12"/>
                  </a:cubicBezTo>
                  <a:close/>
                  <a:moveTo>
                    <a:pt x="442" y="23"/>
                  </a:moveTo>
                  <a:cubicBezTo>
                    <a:pt x="442" y="23"/>
                    <a:pt x="441" y="24"/>
                    <a:pt x="441" y="23"/>
                  </a:cubicBezTo>
                  <a:cubicBezTo>
                    <a:pt x="441" y="23"/>
                    <a:pt x="442" y="23"/>
                    <a:pt x="442" y="23"/>
                  </a:cubicBezTo>
                  <a:close/>
                  <a:moveTo>
                    <a:pt x="440" y="7"/>
                  </a:moveTo>
                  <a:cubicBezTo>
                    <a:pt x="441" y="7"/>
                    <a:pt x="439" y="7"/>
                    <a:pt x="439" y="7"/>
                  </a:cubicBezTo>
                  <a:cubicBezTo>
                    <a:pt x="439" y="6"/>
                    <a:pt x="440" y="6"/>
                    <a:pt x="440" y="7"/>
                  </a:cubicBezTo>
                  <a:close/>
                  <a:moveTo>
                    <a:pt x="441" y="16"/>
                  </a:moveTo>
                  <a:cubicBezTo>
                    <a:pt x="441" y="17"/>
                    <a:pt x="438" y="17"/>
                    <a:pt x="439" y="16"/>
                  </a:cubicBezTo>
                  <a:cubicBezTo>
                    <a:pt x="439" y="15"/>
                    <a:pt x="440" y="16"/>
                    <a:pt x="441" y="16"/>
                  </a:cubicBezTo>
                  <a:close/>
                  <a:moveTo>
                    <a:pt x="439" y="25"/>
                  </a:moveTo>
                  <a:cubicBezTo>
                    <a:pt x="440" y="26"/>
                    <a:pt x="437" y="27"/>
                    <a:pt x="437" y="26"/>
                  </a:cubicBezTo>
                  <a:cubicBezTo>
                    <a:pt x="436" y="25"/>
                    <a:pt x="439" y="25"/>
                    <a:pt x="439" y="25"/>
                  </a:cubicBezTo>
                  <a:close/>
                  <a:moveTo>
                    <a:pt x="436" y="30"/>
                  </a:moveTo>
                  <a:cubicBezTo>
                    <a:pt x="437" y="29"/>
                    <a:pt x="438" y="31"/>
                    <a:pt x="436" y="30"/>
                  </a:cubicBezTo>
                  <a:close/>
                  <a:moveTo>
                    <a:pt x="434" y="10"/>
                  </a:moveTo>
                  <a:cubicBezTo>
                    <a:pt x="435" y="11"/>
                    <a:pt x="433" y="11"/>
                    <a:pt x="433" y="11"/>
                  </a:cubicBezTo>
                  <a:cubicBezTo>
                    <a:pt x="432" y="11"/>
                    <a:pt x="434" y="10"/>
                    <a:pt x="434" y="10"/>
                  </a:cubicBezTo>
                  <a:close/>
                  <a:moveTo>
                    <a:pt x="432" y="13"/>
                  </a:moveTo>
                  <a:cubicBezTo>
                    <a:pt x="433" y="14"/>
                    <a:pt x="429" y="15"/>
                    <a:pt x="430" y="13"/>
                  </a:cubicBezTo>
                  <a:cubicBezTo>
                    <a:pt x="430" y="13"/>
                    <a:pt x="431" y="12"/>
                    <a:pt x="432" y="13"/>
                  </a:cubicBezTo>
                  <a:close/>
                  <a:moveTo>
                    <a:pt x="430" y="16"/>
                  </a:moveTo>
                  <a:cubicBezTo>
                    <a:pt x="430" y="16"/>
                    <a:pt x="431" y="15"/>
                    <a:pt x="432" y="16"/>
                  </a:cubicBezTo>
                  <a:cubicBezTo>
                    <a:pt x="432" y="17"/>
                    <a:pt x="430" y="17"/>
                    <a:pt x="430" y="16"/>
                  </a:cubicBezTo>
                  <a:close/>
                  <a:moveTo>
                    <a:pt x="432" y="26"/>
                  </a:moveTo>
                  <a:cubicBezTo>
                    <a:pt x="431" y="26"/>
                    <a:pt x="430" y="27"/>
                    <a:pt x="429" y="26"/>
                  </a:cubicBezTo>
                  <a:cubicBezTo>
                    <a:pt x="430" y="25"/>
                    <a:pt x="431" y="25"/>
                    <a:pt x="432" y="26"/>
                  </a:cubicBezTo>
                  <a:close/>
                  <a:moveTo>
                    <a:pt x="428" y="27"/>
                  </a:moveTo>
                  <a:cubicBezTo>
                    <a:pt x="428" y="27"/>
                    <a:pt x="427" y="28"/>
                    <a:pt x="426" y="27"/>
                  </a:cubicBezTo>
                  <a:cubicBezTo>
                    <a:pt x="426" y="26"/>
                    <a:pt x="427" y="26"/>
                    <a:pt x="428" y="27"/>
                  </a:cubicBezTo>
                  <a:close/>
                  <a:moveTo>
                    <a:pt x="426" y="23"/>
                  </a:moveTo>
                  <a:cubicBezTo>
                    <a:pt x="425" y="22"/>
                    <a:pt x="428" y="23"/>
                    <a:pt x="426" y="23"/>
                  </a:cubicBezTo>
                  <a:close/>
                  <a:moveTo>
                    <a:pt x="426" y="37"/>
                  </a:moveTo>
                  <a:cubicBezTo>
                    <a:pt x="428" y="33"/>
                    <a:pt x="436" y="29"/>
                    <a:pt x="439" y="33"/>
                  </a:cubicBezTo>
                  <a:cubicBezTo>
                    <a:pt x="440" y="35"/>
                    <a:pt x="438" y="39"/>
                    <a:pt x="437" y="39"/>
                  </a:cubicBezTo>
                  <a:cubicBezTo>
                    <a:pt x="436" y="39"/>
                    <a:pt x="435" y="39"/>
                    <a:pt x="434" y="39"/>
                  </a:cubicBezTo>
                  <a:cubicBezTo>
                    <a:pt x="433" y="39"/>
                    <a:pt x="433" y="40"/>
                    <a:pt x="433" y="40"/>
                  </a:cubicBezTo>
                  <a:cubicBezTo>
                    <a:pt x="431" y="41"/>
                    <a:pt x="429" y="40"/>
                    <a:pt x="427" y="40"/>
                  </a:cubicBezTo>
                  <a:cubicBezTo>
                    <a:pt x="426" y="39"/>
                    <a:pt x="426" y="40"/>
                    <a:pt x="425" y="40"/>
                  </a:cubicBezTo>
                  <a:cubicBezTo>
                    <a:pt x="425" y="39"/>
                    <a:pt x="426" y="37"/>
                    <a:pt x="426" y="37"/>
                  </a:cubicBezTo>
                  <a:close/>
                  <a:moveTo>
                    <a:pt x="426" y="42"/>
                  </a:moveTo>
                  <a:cubicBezTo>
                    <a:pt x="426" y="43"/>
                    <a:pt x="423" y="43"/>
                    <a:pt x="423" y="43"/>
                  </a:cubicBezTo>
                  <a:cubicBezTo>
                    <a:pt x="422" y="41"/>
                    <a:pt x="425" y="41"/>
                    <a:pt x="426" y="42"/>
                  </a:cubicBezTo>
                  <a:close/>
                  <a:moveTo>
                    <a:pt x="421" y="63"/>
                  </a:moveTo>
                  <a:cubicBezTo>
                    <a:pt x="418" y="65"/>
                    <a:pt x="413" y="66"/>
                    <a:pt x="411" y="64"/>
                  </a:cubicBezTo>
                  <a:cubicBezTo>
                    <a:pt x="410" y="64"/>
                    <a:pt x="410" y="61"/>
                    <a:pt x="412" y="62"/>
                  </a:cubicBezTo>
                  <a:cubicBezTo>
                    <a:pt x="413" y="62"/>
                    <a:pt x="413" y="64"/>
                    <a:pt x="413" y="64"/>
                  </a:cubicBezTo>
                  <a:cubicBezTo>
                    <a:pt x="414" y="64"/>
                    <a:pt x="415" y="62"/>
                    <a:pt x="415" y="62"/>
                  </a:cubicBezTo>
                  <a:cubicBezTo>
                    <a:pt x="415" y="61"/>
                    <a:pt x="413" y="61"/>
                    <a:pt x="414" y="60"/>
                  </a:cubicBezTo>
                  <a:cubicBezTo>
                    <a:pt x="413" y="61"/>
                    <a:pt x="412" y="60"/>
                    <a:pt x="414" y="60"/>
                  </a:cubicBezTo>
                  <a:cubicBezTo>
                    <a:pt x="414" y="59"/>
                    <a:pt x="415" y="60"/>
                    <a:pt x="416" y="60"/>
                  </a:cubicBezTo>
                  <a:cubicBezTo>
                    <a:pt x="417" y="59"/>
                    <a:pt x="417" y="59"/>
                    <a:pt x="419" y="59"/>
                  </a:cubicBezTo>
                  <a:cubicBezTo>
                    <a:pt x="420" y="59"/>
                    <a:pt x="424" y="62"/>
                    <a:pt x="421" y="63"/>
                  </a:cubicBezTo>
                  <a:close/>
                  <a:moveTo>
                    <a:pt x="422" y="29"/>
                  </a:moveTo>
                  <a:cubicBezTo>
                    <a:pt x="422" y="31"/>
                    <a:pt x="418" y="31"/>
                    <a:pt x="417" y="30"/>
                  </a:cubicBezTo>
                  <a:cubicBezTo>
                    <a:pt x="416" y="29"/>
                    <a:pt x="421" y="27"/>
                    <a:pt x="422" y="29"/>
                  </a:cubicBezTo>
                  <a:close/>
                  <a:moveTo>
                    <a:pt x="416" y="12"/>
                  </a:moveTo>
                  <a:cubicBezTo>
                    <a:pt x="415" y="12"/>
                    <a:pt x="417" y="13"/>
                    <a:pt x="416" y="12"/>
                  </a:cubicBezTo>
                  <a:close/>
                  <a:moveTo>
                    <a:pt x="414" y="18"/>
                  </a:moveTo>
                  <a:cubicBezTo>
                    <a:pt x="414" y="19"/>
                    <a:pt x="413" y="19"/>
                    <a:pt x="412" y="18"/>
                  </a:cubicBezTo>
                  <a:cubicBezTo>
                    <a:pt x="411" y="18"/>
                    <a:pt x="414" y="17"/>
                    <a:pt x="414" y="18"/>
                  </a:cubicBezTo>
                  <a:close/>
                  <a:moveTo>
                    <a:pt x="410" y="17"/>
                  </a:moveTo>
                  <a:cubicBezTo>
                    <a:pt x="412" y="16"/>
                    <a:pt x="413" y="18"/>
                    <a:pt x="410" y="17"/>
                  </a:cubicBezTo>
                  <a:close/>
                  <a:moveTo>
                    <a:pt x="409" y="31"/>
                  </a:moveTo>
                  <a:cubicBezTo>
                    <a:pt x="411" y="29"/>
                    <a:pt x="412" y="33"/>
                    <a:pt x="409" y="31"/>
                  </a:cubicBezTo>
                  <a:close/>
                  <a:moveTo>
                    <a:pt x="410" y="38"/>
                  </a:moveTo>
                  <a:cubicBezTo>
                    <a:pt x="409" y="37"/>
                    <a:pt x="411" y="38"/>
                    <a:pt x="410" y="38"/>
                  </a:cubicBezTo>
                  <a:close/>
                  <a:moveTo>
                    <a:pt x="410" y="14"/>
                  </a:moveTo>
                  <a:cubicBezTo>
                    <a:pt x="410" y="15"/>
                    <a:pt x="410" y="15"/>
                    <a:pt x="409" y="15"/>
                  </a:cubicBezTo>
                  <a:cubicBezTo>
                    <a:pt x="407" y="16"/>
                    <a:pt x="409" y="12"/>
                    <a:pt x="410" y="14"/>
                  </a:cubicBezTo>
                  <a:close/>
                  <a:moveTo>
                    <a:pt x="410" y="23"/>
                  </a:moveTo>
                  <a:cubicBezTo>
                    <a:pt x="411" y="24"/>
                    <a:pt x="408" y="25"/>
                    <a:pt x="408" y="24"/>
                  </a:cubicBezTo>
                  <a:cubicBezTo>
                    <a:pt x="407" y="23"/>
                    <a:pt x="410" y="22"/>
                    <a:pt x="410" y="23"/>
                  </a:cubicBezTo>
                  <a:close/>
                  <a:moveTo>
                    <a:pt x="406" y="35"/>
                  </a:moveTo>
                  <a:cubicBezTo>
                    <a:pt x="405" y="35"/>
                    <a:pt x="404" y="34"/>
                    <a:pt x="404" y="34"/>
                  </a:cubicBezTo>
                  <a:cubicBezTo>
                    <a:pt x="402" y="31"/>
                    <a:pt x="411" y="34"/>
                    <a:pt x="406" y="35"/>
                  </a:cubicBezTo>
                  <a:close/>
                  <a:moveTo>
                    <a:pt x="406" y="37"/>
                  </a:moveTo>
                  <a:cubicBezTo>
                    <a:pt x="405" y="36"/>
                    <a:pt x="406" y="37"/>
                    <a:pt x="407" y="36"/>
                  </a:cubicBezTo>
                  <a:cubicBezTo>
                    <a:pt x="407" y="37"/>
                    <a:pt x="406" y="37"/>
                    <a:pt x="406" y="37"/>
                  </a:cubicBezTo>
                  <a:close/>
                  <a:moveTo>
                    <a:pt x="394" y="46"/>
                  </a:moveTo>
                  <a:cubicBezTo>
                    <a:pt x="400" y="45"/>
                    <a:pt x="404" y="44"/>
                    <a:pt x="409" y="43"/>
                  </a:cubicBezTo>
                  <a:cubicBezTo>
                    <a:pt x="411" y="43"/>
                    <a:pt x="417" y="42"/>
                    <a:pt x="418" y="43"/>
                  </a:cubicBezTo>
                  <a:cubicBezTo>
                    <a:pt x="419" y="44"/>
                    <a:pt x="410" y="45"/>
                    <a:pt x="407" y="45"/>
                  </a:cubicBezTo>
                  <a:cubicBezTo>
                    <a:pt x="403" y="46"/>
                    <a:pt x="401" y="46"/>
                    <a:pt x="398" y="47"/>
                  </a:cubicBezTo>
                  <a:cubicBezTo>
                    <a:pt x="400" y="47"/>
                    <a:pt x="403" y="48"/>
                    <a:pt x="402" y="51"/>
                  </a:cubicBezTo>
                  <a:cubicBezTo>
                    <a:pt x="402" y="56"/>
                    <a:pt x="394" y="55"/>
                    <a:pt x="390" y="53"/>
                  </a:cubicBezTo>
                  <a:cubicBezTo>
                    <a:pt x="390" y="53"/>
                    <a:pt x="390" y="52"/>
                    <a:pt x="390" y="52"/>
                  </a:cubicBezTo>
                  <a:cubicBezTo>
                    <a:pt x="389" y="51"/>
                    <a:pt x="392" y="48"/>
                    <a:pt x="394" y="47"/>
                  </a:cubicBezTo>
                  <a:cubicBezTo>
                    <a:pt x="393" y="48"/>
                    <a:pt x="391" y="48"/>
                    <a:pt x="390" y="48"/>
                  </a:cubicBezTo>
                  <a:cubicBezTo>
                    <a:pt x="385" y="48"/>
                    <a:pt x="394" y="46"/>
                    <a:pt x="394" y="46"/>
                  </a:cubicBezTo>
                  <a:close/>
                  <a:moveTo>
                    <a:pt x="393" y="64"/>
                  </a:moveTo>
                  <a:cubicBezTo>
                    <a:pt x="392" y="65"/>
                    <a:pt x="389" y="66"/>
                    <a:pt x="387" y="66"/>
                  </a:cubicBezTo>
                  <a:cubicBezTo>
                    <a:pt x="389" y="64"/>
                    <a:pt x="391" y="65"/>
                    <a:pt x="393" y="64"/>
                  </a:cubicBezTo>
                  <a:close/>
                  <a:moveTo>
                    <a:pt x="388" y="66"/>
                  </a:moveTo>
                  <a:cubicBezTo>
                    <a:pt x="389" y="66"/>
                    <a:pt x="387" y="68"/>
                    <a:pt x="387" y="67"/>
                  </a:cubicBezTo>
                  <a:cubicBezTo>
                    <a:pt x="387" y="66"/>
                    <a:pt x="388" y="66"/>
                    <a:pt x="388" y="66"/>
                  </a:cubicBezTo>
                  <a:close/>
                  <a:moveTo>
                    <a:pt x="387" y="116"/>
                  </a:moveTo>
                  <a:cubicBezTo>
                    <a:pt x="387" y="116"/>
                    <a:pt x="387" y="116"/>
                    <a:pt x="387" y="116"/>
                  </a:cubicBezTo>
                  <a:cubicBezTo>
                    <a:pt x="388" y="116"/>
                    <a:pt x="387" y="116"/>
                    <a:pt x="387" y="116"/>
                  </a:cubicBezTo>
                  <a:close/>
                  <a:moveTo>
                    <a:pt x="388" y="136"/>
                  </a:moveTo>
                  <a:cubicBezTo>
                    <a:pt x="387" y="137"/>
                    <a:pt x="386" y="135"/>
                    <a:pt x="388" y="136"/>
                  </a:cubicBezTo>
                  <a:close/>
                  <a:moveTo>
                    <a:pt x="386" y="125"/>
                  </a:moveTo>
                  <a:cubicBezTo>
                    <a:pt x="385" y="126"/>
                    <a:pt x="381" y="127"/>
                    <a:pt x="381" y="126"/>
                  </a:cubicBezTo>
                  <a:cubicBezTo>
                    <a:pt x="383" y="126"/>
                    <a:pt x="384" y="124"/>
                    <a:pt x="386" y="125"/>
                  </a:cubicBezTo>
                  <a:close/>
                  <a:moveTo>
                    <a:pt x="382" y="167"/>
                  </a:moveTo>
                  <a:cubicBezTo>
                    <a:pt x="382" y="165"/>
                    <a:pt x="384" y="165"/>
                    <a:pt x="385" y="166"/>
                  </a:cubicBezTo>
                  <a:cubicBezTo>
                    <a:pt x="385" y="168"/>
                    <a:pt x="382" y="168"/>
                    <a:pt x="382" y="167"/>
                  </a:cubicBezTo>
                  <a:close/>
                  <a:moveTo>
                    <a:pt x="384" y="66"/>
                  </a:moveTo>
                  <a:cubicBezTo>
                    <a:pt x="385" y="65"/>
                    <a:pt x="386" y="67"/>
                    <a:pt x="384" y="66"/>
                  </a:cubicBezTo>
                  <a:close/>
                  <a:moveTo>
                    <a:pt x="383" y="67"/>
                  </a:moveTo>
                  <a:cubicBezTo>
                    <a:pt x="382" y="67"/>
                    <a:pt x="381" y="68"/>
                    <a:pt x="380" y="68"/>
                  </a:cubicBezTo>
                  <a:cubicBezTo>
                    <a:pt x="380" y="66"/>
                    <a:pt x="382" y="67"/>
                    <a:pt x="383" y="67"/>
                  </a:cubicBezTo>
                  <a:close/>
                  <a:moveTo>
                    <a:pt x="386" y="172"/>
                  </a:moveTo>
                  <a:cubicBezTo>
                    <a:pt x="387" y="176"/>
                    <a:pt x="379" y="176"/>
                    <a:pt x="379" y="173"/>
                  </a:cubicBezTo>
                  <a:cubicBezTo>
                    <a:pt x="378" y="170"/>
                    <a:pt x="386" y="168"/>
                    <a:pt x="386" y="172"/>
                  </a:cubicBezTo>
                  <a:close/>
                  <a:moveTo>
                    <a:pt x="379" y="127"/>
                  </a:moveTo>
                  <a:cubicBezTo>
                    <a:pt x="380" y="127"/>
                    <a:pt x="377" y="128"/>
                    <a:pt x="377" y="128"/>
                  </a:cubicBezTo>
                  <a:cubicBezTo>
                    <a:pt x="377" y="128"/>
                    <a:pt x="378" y="127"/>
                    <a:pt x="379" y="127"/>
                  </a:cubicBezTo>
                  <a:close/>
                  <a:moveTo>
                    <a:pt x="377" y="223"/>
                  </a:moveTo>
                  <a:cubicBezTo>
                    <a:pt x="376" y="224"/>
                    <a:pt x="373" y="225"/>
                    <a:pt x="372" y="227"/>
                  </a:cubicBezTo>
                  <a:cubicBezTo>
                    <a:pt x="372" y="225"/>
                    <a:pt x="375" y="224"/>
                    <a:pt x="377" y="223"/>
                  </a:cubicBezTo>
                  <a:close/>
                  <a:moveTo>
                    <a:pt x="376" y="378"/>
                  </a:moveTo>
                  <a:cubicBezTo>
                    <a:pt x="376" y="378"/>
                    <a:pt x="375" y="379"/>
                    <a:pt x="376" y="378"/>
                  </a:cubicBezTo>
                  <a:cubicBezTo>
                    <a:pt x="376" y="378"/>
                    <a:pt x="376" y="378"/>
                    <a:pt x="376" y="378"/>
                  </a:cubicBezTo>
                  <a:close/>
                  <a:moveTo>
                    <a:pt x="375" y="462"/>
                  </a:moveTo>
                  <a:cubicBezTo>
                    <a:pt x="376" y="462"/>
                    <a:pt x="375" y="464"/>
                    <a:pt x="375" y="464"/>
                  </a:cubicBezTo>
                  <a:cubicBezTo>
                    <a:pt x="372" y="466"/>
                    <a:pt x="374" y="460"/>
                    <a:pt x="375" y="462"/>
                  </a:cubicBezTo>
                  <a:close/>
                  <a:moveTo>
                    <a:pt x="374" y="451"/>
                  </a:moveTo>
                  <a:cubicBezTo>
                    <a:pt x="374" y="451"/>
                    <a:pt x="374" y="451"/>
                    <a:pt x="374" y="451"/>
                  </a:cubicBezTo>
                  <a:cubicBezTo>
                    <a:pt x="373" y="451"/>
                    <a:pt x="374" y="451"/>
                    <a:pt x="374" y="451"/>
                  </a:cubicBezTo>
                  <a:close/>
                  <a:moveTo>
                    <a:pt x="369" y="182"/>
                  </a:move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lose/>
                  <a:moveTo>
                    <a:pt x="375" y="371"/>
                  </a:moveTo>
                  <a:cubicBezTo>
                    <a:pt x="375" y="372"/>
                    <a:pt x="374" y="373"/>
                    <a:pt x="372" y="373"/>
                  </a:cubicBezTo>
                  <a:cubicBezTo>
                    <a:pt x="371" y="374"/>
                    <a:pt x="370" y="374"/>
                    <a:pt x="370" y="372"/>
                  </a:cubicBezTo>
                  <a:cubicBezTo>
                    <a:pt x="368" y="368"/>
                    <a:pt x="375" y="367"/>
                    <a:pt x="375" y="371"/>
                  </a:cubicBezTo>
                  <a:close/>
                  <a:moveTo>
                    <a:pt x="374" y="472"/>
                  </a:moveTo>
                  <a:cubicBezTo>
                    <a:pt x="373" y="473"/>
                    <a:pt x="371" y="475"/>
                    <a:pt x="369" y="475"/>
                  </a:cubicBezTo>
                  <a:cubicBezTo>
                    <a:pt x="370" y="474"/>
                    <a:pt x="372" y="473"/>
                    <a:pt x="374" y="472"/>
                  </a:cubicBezTo>
                  <a:close/>
                  <a:moveTo>
                    <a:pt x="369" y="228"/>
                  </a:moveTo>
                  <a:cubicBezTo>
                    <a:pt x="367" y="231"/>
                    <a:pt x="366" y="228"/>
                    <a:pt x="369" y="228"/>
                  </a:cubicBezTo>
                  <a:close/>
                  <a:moveTo>
                    <a:pt x="368" y="370"/>
                  </a:moveTo>
                  <a:cubicBezTo>
                    <a:pt x="367" y="371"/>
                    <a:pt x="370" y="369"/>
                    <a:pt x="368" y="370"/>
                  </a:cubicBezTo>
                  <a:close/>
                  <a:moveTo>
                    <a:pt x="368" y="319"/>
                  </a:moveTo>
                  <a:cubicBezTo>
                    <a:pt x="369" y="319"/>
                    <a:pt x="368" y="320"/>
                    <a:pt x="368" y="320"/>
                  </a:cubicBezTo>
                  <a:cubicBezTo>
                    <a:pt x="367" y="322"/>
                    <a:pt x="367" y="318"/>
                    <a:pt x="368" y="319"/>
                  </a:cubicBezTo>
                  <a:close/>
                  <a:moveTo>
                    <a:pt x="367" y="94"/>
                  </a:moveTo>
                  <a:cubicBezTo>
                    <a:pt x="366" y="92"/>
                    <a:pt x="368" y="94"/>
                    <a:pt x="367" y="94"/>
                  </a:cubicBezTo>
                  <a:close/>
                  <a:moveTo>
                    <a:pt x="374" y="488"/>
                  </a:moveTo>
                  <a:cubicBezTo>
                    <a:pt x="375" y="486"/>
                    <a:pt x="380" y="483"/>
                    <a:pt x="383" y="481"/>
                  </a:cubicBezTo>
                  <a:cubicBezTo>
                    <a:pt x="383" y="481"/>
                    <a:pt x="383" y="479"/>
                    <a:pt x="384" y="480"/>
                  </a:cubicBezTo>
                  <a:cubicBezTo>
                    <a:pt x="385" y="481"/>
                    <a:pt x="382" y="484"/>
                    <a:pt x="382" y="484"/>
                  </a:cubicBezTo>
                  <a:cubicBezTo>
                    <a:pt x="380" y="485"/>
                    <a:pt x="378" y="486"/>
                    <a:pt x="376" y="487"/>
                  </a:cubicBezTo>
                  <a:cubicBezTo>
                    <a:pt x="372" y="489"/>
                    <a:pt x="369" y="494"/>
                    <a:pt x="365" y="496"/>
                  </a:cubicBezTo>
                  <a:cubicBezTo>
                    <a:pt x="365" y="492"/>
                    <a:pt x="372" y="491"/>
                    <a:pt x="374" y="488"/>
                  </a:cubicBezTo>
                  <a:close/>
                  <a:moveTo>
                    <a:pt x="365" y="407"/>
                  </a:moveTo>
                  <a:cubicBezTo>
                    <a:pt x="366" y="406"/>
                    <a:pt x="364" y="408"/>
                    <a:pt x="365" y="407"/>
                  </a:cubicBezTo>
                  <a:close/>
                  <a:moveTo>
                    <a:pt x="354" y="444"/>
                  </a:moveTo>
                  <a:cubicBezTo>
                    <a:pt x="356" y="441"/>
                    <a:pt x="360" y="438"/>
                    <a:pt x="365" y="437"/>
                  </a:cubicBezTo>
                  <a:cubicBezTo>
                    <a:pt x="361" y="439"/>
                    <a:pt x="358" y="442"/>
                    <a:pt x="354" y="444"/>
                  </a:cubicBezTo>
                  <a:close/>
                  <a:moveTo>
                    <a:pt x="354" y="419"/>
                  </a:moveTo>
                  <a:cubicBezTo>
                    <a:pt x="353" y="419"/>
                    <a:pt x="356" y="417"/>
                    <a:pt x="354" y="419"/>
                  </a:cubicBezTo>
                  <a:close/>
                  <a:moveTo>
                    <a:pt x="358" y="413"/>
                  </a:moveTo>
                  <a:cubicBezTo>
                    <a:pt x="358" y="414"/>
                    <a:pt x="357" y="415"/>
                    <a:pt x="356" y="415"/>
                  </a:cubicBezTo>
                  <a:cubicBezTo>
                    <a:pt x="356" y="414"/>
                    <a:pt x="357" y="414"/>
                    <a:pt x="358" y="413"/>
                  </a:cubicBezTo>
                  <a:close/>
                  <a:moveTo>
                    <a:pt x="358" y="130"/>
                  </a:moveTo>
                  <a:cubicBezTo>
                    <a:pt x="357" y="129"/>
                    <a:pt x="358" y="132"/>
                    <a:pt x="358" y="130"/>
                  </a:cubicBezTo>
                  <a:close/>
                  <a:moveTo>
                    <a:pt x="359" y="414"/>
                  </a:moveTo>
                  <a:cubicBezTo>
                    <a:pt x="358" y="415"/>
                    <a:pt x="358" y="416"/>
                    <a:pt x="357" y="416"/>
                  </a:cubicBezTo>
                  <a:cubicBezTo>
                    <a:pt x="358" y="415"/>
                    <a:pt x="358" y="414"/>
                    <a:pt x="359" y="414"/>
                  </a:cubicBezTo>
                  <a:close/>
                  <a:moveTo>
                    <a:pt x="357" y="416"/>
                  </a:moveTo>
                  <a:cubicBezTo>
                    <a:pt x="357" y="417"/>
                    <a:pt x="356" y="417"/>
                    <a:pt x="355" y="418"/>
                  </a:cubicBezTo>
                  <a:cubicBezTo>
                    <a:pt x="355" y="417"/>
                    <a:pt x="356" y="416"/>
                    <a:pt x="357" y="416"/>
                  </a:cubicBezTo>
                  <a:close/>
                  <a:moveTo>
                    <a:pt x="360" y="312"/>
                  </a:moveTo>
                  <a:cubicBezTo>
                    <a:pt x="360" y="312"/>
                    <a:pt x="360" y="313"/>
                    <a:pt x="359" y="313"/>
                  </a:cubicBezTo>
                  <a:cubicBezTo>
                    <a:pt x="359" y="312"/>
                    <a:pt x="361" y="311"/>
                    <a:pt x="360" y="312"/>
                  </a:cubicBezTo>
                  <a:close/>
                  <a:moveTo>
                    <a:pt x="360" y="411"/>
                  </a:moveTo>
                  <a:cubicBezTo>
                    <a:pt x="359" y="413"/>
                    <a:pt x="361" y="411"/>
                    <a:pt x="360" y="411"/>
                  </a:cubicBezTo>
                  <a:close/>
                  <a:moveTo>
                    <a:pt x="359" y="414"/>
                  </a:moveTo>
                  <a:cubicBezTo>
                    <a:pt x="360" y="412"/>
                    <a:pt x="361" y="414"/>
                    <a:pt x="359" y="414"/>
                  </a:cubicBezTo>
                  <a:close/>
                  <a:moveTo>
                    <a:pt x="361" y="412"/>
                  </a:moveTo>
                  <a:cubicBezTo>
                    <a:pt x="362" y="411"/>
                    <a:pt x="362" y="410"/>
                    <a:pt x="364" y="410"/>
                  </a:cubicBezTo>
                  <a:cubicBezTo>
                    <a:pt x="363" y="411"/>
                    <a:pt x="363" y="412"/>
                    <a:pt x="361" y="412"/>
                  </a:cubicBezTo>
                  <a:close/>
                  <a:moveTo>
                    <a:pt x="364" y="204"/>
                  </a:moveTo>
                  <a:cubicBezTo>
                    <a:pt x="364" y="203"/>
                    <a:pt x="365" y="205"/>
                    <a:pt x="364" y="204"/>
                  </a:cubicBezTo>
                  <a:close/>
                  <a:moveTo>
                    <a:pt x="363" y="409"/>
                  </a:moveTo>
                  <a:cubicBezTo>
                    <a:pt x="362" y="409"/>
                    <a:pt x="366" y="407"/>
                    <a:pt x="363" y="409"/>
                  </a:cubicBezTo>
                  <a:close/>
                  <a:moveTo>
                    <a:pt x="362" y="253"/>
                  </a:moveTo>
                  <a:cubicBezTo>
                    <a:pt x="361" y="253"/>
                    <a:pt x="361" y="254"/>
                    <a:pt x="360" y="253"/>
                  </a:cubicBezTo>
                  <a:cubicBezTo>
                    <a:pt x="358" y="249"/>
                    <a:pt x="366" y="251"/>
                    <a:pt x="362" y="253"/>
                  </a:cubicBezTo>
                  <a:close/>
                  <a:moveTo>
                    <a:pt x="362" y="67"/>
                  </a:moveTo>
                  <a:cubicBezTo>
                    <a:pt x="362" y="68"/>
                    <a:pt x="361" y="68"/>
                    <a:pt x="360" y="68"/>
                  </a:cubicBezTo>
                  <a:cubicBezTo>
                    <a:pt x="360" y="67"/>
                    <a:pt x="362" y="67"/>
                    <a:pt x="362" y="67"/>
                  </a:cubicBezTo>
                  <a:close/>
                  <a:moveTo>
                    <a:pt x="363" y="73"/>
                  </a:moveTo>
                  <a:cubicBezTo>
                    <a:pt x="363" y="73"/>
                    <a:pt x="360" y="73"/>
                    <a:pt x="359" y="73"/>
                  </a:cubicBezTo>
                  <a:cubicBezTo>
                    <a:pt x="359" y="72"/>
                    <a:pt x="363" y="70"/>
                    <a:pt x="363" y="73"/>
                  </a:cubicBezTo>
                  <a:close/>
                  <a:moveTo>
                    <a:pt x="359" y="40"/>
                  </a:moveTo>
                  <a:cubicBezTo>
                    <a:pt x="360" y="40"/>
                    <a:pt x="359" y="41"/>
                    <a:pt x="358" y="40"/>
                  </a:cubicBezTo>
                  <a:cubicBezTo>
                    <a:pt x="358" y="40"/>
                    <a:pt x="358" y="39"/>
                    <a:pt x="359" y="40"/>
                  </a:cubicBezTo>
                  <a:close/>
                  <a:moveTo>
                    <a:pt x="359" y="47"/>
                  </a:moveTo>
                  <a:cubicBezTo>
                    <a:pt x="359" y="47"/>
                    <a:pt x="357" y="47"/>
                    <a:pt x="357" y="46"/>
                  </a:cubicBezTo>
                  <a:cubicBezTo>
                    <a:pt x="357" y="46"/>
                    <a:pt x="358" y="46"/>
                    <a:pt x="359" y="47"/>
                  </a:cubicBezTo>
                  <a:close/>
                  <a:moveTo>
                    <a:pt x="350" y="49"/>
                  </a:moveTo>
                  <a:cubicBezTo>
                    <a:pt x="350" y="49"/>
                    <a:pt x="350" y="50"/>
                    <a:pt x="349" y="50"/>
                  </a:cubicBezTo>
                  <a:cubicBezTo>
                    <a:pt x="348" y="49"/>
                    <a:pt x="350" y="48"/>
                    <a:pt x="350" y="49"/>
                  </a:cubicBezTo>
                  <a:close/>
                  <a:moveTo>
                    <a:pt x="347" y="81"/>
                  </a:moveTo>
                  <a:cubicBezTo>
                    <a:pt x="347" y="82"/>
                    <a:pt x="346" y="82"/>
                    <a:pt x="346" y="82"/>
                  </a:cubicBezTo>
                  <a:cubicBezTo>
                    <a:pt x="345" y="81"/>
                    <a:pt x="347" y="80"/>
                    <a:pt x="347" y="81"/>
                  </a:cubicBezTo>
                  <a:close/>
                  <a:moveTo>
                    <a:pt x="346" y="127"/>
                  </a:moveTo>
                  <a:cubicBezTo>
                    <a:pt x="348" y="124"/>
                    <a:pt x="357" y="125"/>
                    <a:pt x="357" y="129"/>
                  </a:cubicBezTo>
                  <a:cubicBezTo>
                    <a:pt x="356" y="136"/>
                    <a:pt x="342" y="134"/>
                    <a:pt x="346" y="127"/>
                  </a:cubicBezTo>
                  <a:close/>
                  <a:moveTo>
                    <a:pt x="353" y="149"/>
                  </a:moveTo>
                  <a:cubicBezTo>
                    <a:pt x="354" y="147"/>
                    <a:pt x="357" y="148"/>
                    <a:pt x="353" y="149"/>
                  </a:cubicBezTo>
                  <a:close/>
                  <a:moveTo>
                    <a:pt x="345" y="114"/>
                  </a:moveTo>
                  <a:cubicBezTo>
                    <a:pt x="345" y="115"/>
                    <a:pt x="343" y="114"/>
                    <a:pt x="345" y="114"/>
                  </a:cubicBezTo>
                  <a:close/>
                  <a:moveTo>
                    <a:pt x="344" y="85"/>
                  </a:moveTo>
                  <a:cubicBezTo>
                    <a:pt x="343" y="85"/>
                    <a:pt x="343" y="84"/>
                    <a:pt x="343" y="84"/>
                  </a:cubicBezTo>
                  <a:cubicBezTo>
                    <a:pt x="342" y="82"/>
                    <a:pt x="345" y="84"/>
                    <a:pt x="344" y="85"/>
                  </a:cubicBezTo>
                  <a:close/>
                  <a:moveTo>
                    <a:pt x="347" y="145"/>
                  </a:moveTo>
                  <a:cubicBezTo>
                    <a:pt x="345" y="147"/>
                    <a:pt x="341" y="149"/>
                    <a:pt x="338" y="149"/>
                  </a:cubicBezTo>
                  <a:cubicBezTo>
                    <a:pt x="340" y="148"/>
                    <a:pt x="344" y="147"/>
                    <a:pt x="347" y="145"/>
                  </a:cubicBezTo>
                  <a:close/>
                  <a:moveTo>
                    <a:pt x="339" y="111"/>
                  </a:moveTo>
                  <a:cubicBezTo>
                    <a:pt x="339" y="111"/>
                    <a:pt x="338" y="112"/>
                    <a:pt x="338" y="112"/>
                  </a:cubicBezTo>
                  <a:cubicBezTo>
                    <a:pt x="337" y="111"/>
                    <a:pt x="338" y="111"/>
                    <a:pt x="339" y="111"/>
                  </a:cubicBezTo>
                  <a:close/>
                  <a:moveTo>
                    <a:pt x="340" y="58"/>
                  </a:moveTo>
                  <a:cubicBezTo>
                    <a:pt x="340" y="58"/>
                    <a:pt x="338" y="59"/>
                    <a:pt x="338" y="58"/>
                  </a:cubicBezTo>
                  <a:cubicBezTo>
                    <a:pt x="338" y="58"/>
                    <a:pt x="340" y="57"/>
                    <a:pt x="340" y="58"/>
                  </a:cubicBezTo>
                  <a:close/>
                  <a:moveTo>
                    <a:pt x="338" y="85"/>
                  </a:moveTo>
                  <a:cubicBezTo>
                    <a:pt x="337" y="85"/>
                    <a:pt x="337" y="86"/>
                    <a:pt x="336" y="85"/>
                  </a:cubicBezTo>
                  <a:cubicBezTo>
                    <a:pt x="336" y="85"/>
                    <a:pt x="337" y="85"/>
                    <a:pt x="338" y="85"/>
                  </a:cubicBezTo>
                  <a:close/>
                  <a:moveTo>
                    <a:pt x="336" y="151"/>
                  </a:moveTo>
                  <a:cubicBezTo>
                    <a:pt x="336" y="151"/>
                    <a:pt x="336" y="150"/>
                    <a:pt x="337" y="150"/>
                  </a:cubicBezTo>
                  <a:cubicBezTo>
                    <a:pt x="337" y="150"/>
                    <a:pt x="336" y="151"/>
                    <a:pt x="336" y="151"/>
                  </a:cubicBezTo>
                  <a:close/>
                  <a:moveTo>
                    <a:pt x="337" y="161"/>
                  </a:moveTo>
                  <a:cubicBezTo>
                    <a:pt x="337" y="162"/>
                    <a:pt x="335" y="163"/>
                    <a:pt x="335" y="161"/>
                  </a:cubicBezTo>
                  <a:cubicBezTo>
                    <a:pt x="335" y="160"/>
                    <a:pt x="337" y="161"/>
                    <a:pt x="337" y="161"/>
                  </a:cubicBezTo>
                  <a:close/>
                  <a:moveTo>
                    <a:pt x="335" y="151"/>
                  </a:moveTo>
                  <a:cubicBezTo>
                    <a:pt x="336" y="151"/>
                    <a:pt x="333" y="153"/>
                    <a:pt x="333" y="152"/>
                  </a:cubicBezTo>
                  <a:cubicBezTo>
                    <a:pt x="333" y="151"/>
                    <a:pt x="335" y="151"/>
                    <a:pt x="335" y="151"/>
                  </a:cubicBezTo>
                  <a:close/>
                  <a:moveTo>
                    <a:pt x="334" y="65"/>
                  </a:moveTo>
                  <a:cubicBezTo>
                    <a:pt x="333" y="65"/>
                    <a:pt x="333" y="65"/>
                    <a:pt x="332" y="65"/>
                  </a:cubicBezTo>
                  <a:cubicBezTo>
                    <a:pt x="332" y="65"/>
                    <a:pt x="333" y="64"/>
                    <a:pt x="334" y="65"/>
                  </a:cubicBezTo>
                  <a:close/>
                  <a:moveTo>
                    <a:pt x="356" y="172"/>
                  </a:moveTo>
                  <a:cubicBezTo>
                    <a:pt x="348" y="177"/>
                    <a:pt x="339" y="182"/>
                    <a:pt x="329" y="187"/>
                  </a:cubicBezTo>
                  <a:cubicBezTo>
                    <a:pt x="329" y="187"/>
                    <a:pt x="327" y="189"/>
                    <a:pt x="326" y="188"/>
                  </a:cubicBezTo>
                  <a:cubicBezTo>
                    <a:pt x="325" y="187"/>
                    <a:pt x="329" y="186"/>
                    <a:pt x="327" y="187"/>
                  </a:cubicBezTo>
                  <a:cubicBezTo>
                    <a:pt x="336" y="181"/>
                    <a:pt x="347" y="175"/>
                    <a:pt x="356" y="172"/>
                  </a:cubicBezTo>
                  <a:close/>
                  <a:moveTo>
                    <a:pt x="331" y="92"/>
                  </a:moveTo>
                  <a:cubicBezTo>
                    <a:pt x="331" y="94"/>
                    <a:pt x="328" y="93"/>
                    <a:pt x="328" y="92"/>
                  </a:cubicBezTo>
                  <a:cubicBezTo>
                    <a:pt x="329" y="91"/>
                    <a:pt x="330" y="91"/>
                    <a:pt x="331" y="92"/>
                  </a:cubicBezTo>
                  <a:close/>
                  <a:moveTo>
                    <a:pt x="326" y="66"/>
                  </a:moveTo>
                  <a:cubicBezTo>
                    <a:pt x="325" y="67"/>
                    <a:pt x="324" y="66"/>
                    <a:pt x="323" y="66"/>
                  </a:cubicBezTo>
                  <a:cubicBezTo>
                    <a:pt x="323" y="65"/>
                    <a:pt x="325" y="66"/>
                    <a:pt x="326" y="66"/>
                  </a:cubicBezTo>
                  <a:close/>
                  <a:moveTo>
                    <a:pt x="323" y="101"/>
                  </a:moveTo>
                  <a:cubicBezTo>
                    <a:pt x="323" y="101"/>
                    <a:pt x="325" y="99"/>
                    <a:pt x="325" y="101"/>
                  </a:cubicBezTo>
                  <a:cubicBezTo>
                    <a:pt x="326" y="102"/>
                    <a:pt x="322" y="103"/>
                    <a:pt x="323" y="101"/>
                  </a:cubicBezTo>
                  <a:close/>
                  <a:moveTo>
                    <a:pt x="320" y="102"/>
                  </a:moveTo>
                  <a:cubicBezTo>
                    <a:pt x="321" y="100"/>
                    <a:pt x="323" y="102"/>
                    <a:pt x="320" y="102"/>
                  </a:cubicBezTo>
                  <a:close/>
                  <a:moveTo>
                    <a:pt x="313" y="98"/>
                  </a:moveTo>
                  <a:cubicBezTo>
                    <a:pt x="313" y="98"/>
                    <a:pt x="316" y="96"/>
                    <a:pt x="317" y="98"/>
                  </a:cubicBezTo>
                  <a:cubicBezTo>
                    <a:pt x="317" y="99"/>
                    <a:pt x="313" y="99"/>
                    <a:pt x="313" y="98"/>
                  </a:cubicBezTo>
                  <a:close/>
                  <a:moveTo>
                    <a:pt x="316" y="67"/>
                  </a:moveTo>
                  <a:cubicBezTo>
                    <a:pt x="317" y="67"/>
                    <a:pt x="315" y="68"/>
                    <a:pt x="314" y="68"/>
                  </a:cubicBezTo>
                  <a:cubicBezTo>
                    <a:pt x="315" y="67"/>
                    <a:pt x="315" y="67"/>
                    <a:pt x="316" y="67"/>
                  </a:cubicBezTo>
                  <a:close/>
                  <a:moveTo>
                    <a:pt x="313" y="68"/>
                  </a:moveTo>
                  <a:cubicBezTo>
                    <a:pt x="313" y="68"/>
                    <a:pt x="312" y="68"/>
                    <a:pt x="311" y="68"/>
                  </a:cubicBezTo>
                  <a:cubicBezTo>
                    <a:pt x="311" y="68"/>
                    <a:pt x="313" y="67"/>
                    <a:pt x="313" y="68"/>
                  </a:cubicBezTo>
                  <a:close/>
                  <a:moveTo>
                    <a:pt x="300" y="82"/>
                  </a:moveTo>
                  <a:cubicBezTo>
                    <a:pt x="298" y="83"/>
                    <a:pt x="298" y="82"/>
                    <a:pt x="300" y="82"/>
                  </a:cubicBezTo>
                  <a:close/>
                  <a:moveTo>
                    <a:pt x="299" y="99"/>
                  </a:moveTo>
                  <a:cubicBezTo>
                    <a:pt x="298" y="100"/>
                    <a:pt x="294" y="100"/>
                    <a:pt x="294" y="100"/>
                  </a:cubicBezTo>
                  <a:cubicBezTo>
                    <a:pt x="293" y="100"/>
                    <a:pt x="293" y="99"/>
                    <a:pt x="293" y="99"/>
                  </a:cubicBezTo>
                  <a:cubicBezTo>
                    <a:pt x="293" y="99"/>
                    <a:pt x="291" y="101"/>
                    <a:pt x="291" y="99"/>
                  </a:cubicBezTo>
                  <a:cubicBezTo>
                    <a:pt x="290" y="98"/>
                    <a:pt x="300" y="95"/>
                    <a:pt x="299" y="99"/>
                  </a:cubicBezTo>
                  <a:close/>
                  <a:moveTo>
                    <a:pt x="293" y="116"/>
                  </a:moveTo>
                  <a:cubicBezTo>
                    <a:pt x="299" y="113"/>
                    <a:pt x="305" y="113"/>
                    <a:pt x="311" y="110"/>
                  </a:cubicBezTo>
                  <a:cubicBezTo>
                    <a:pt x="316" y="108"/>
                    <a:pt x="321" y="105"/>
                    <a:pt x="327" y="105"/>
                  </a:cubicBezTo>
                  <a:cubicBezTo>
                    <a:pt x="327" y="105"/>
                    <a:pt x="328" y="105"/>
                    <a:pt x="328" y="106"/>
                  </a:cubicBezTo>
                  <a:cubicBezTo>
                    <a:pt x="328" y="107"/>
                    <a:pt x="318" y="110"/>
                    <a:pt x="315" y="111"/>
                  </a:cubicBezTo>
                  <a:cubicBezTo>
                    <a:pt x="310" y="112"/>
                    <a:pt x="306" y="113"/>
                    <a:pt x="301" y="114"/>
                  </a:cubicBezTo>
                  <a:cubicBezTo>
                    <a:pt x="299" y="115"/>
                    <a:pt x="294" y="118"/>
                    <a:pt x="292" y="118"/>
                  </a:cubicBezTo>
                  <a:cubicBezTo>
                    <a:pt x="288" y="118"/>
                    <a:pt x="293" y="116"/>
                    <a:pt x="293" y="116"/>
                  </a:cubicBezTo>
                  <a:close/>
                  <a:moveTo>
                    <a:pt x="294" y="382"/>
                  </a:moveTo>
                  <a:cubicBezTo>
                    <a:pt x="294" y="382"/>
                    <a:pt x="293" y="382"/>
                    <a:pt x="292" y="384"/>
                  </a:cubicBezTo>
                  <a:cubicBezTo>
                    <a:pt x="289" y="386"/>
                    <a:pt x="286" y="391"/>
                    <a:pt x="283" y="396"/>
                  </a:cubicBezTo>
                  <a:cubicBezTo>
                    <a:pt x="281" y="399"/>
                    <a:pt x="280" y="403"/>
                    <a:pt x="278" y="405"/>
                  </a:cubicBezTo>
                  <a:cubicBezTo>
                    <a:pt x="278" y="406"/>
                    <a:pt x="277" y="406"/>
                    <a:pt x="277" y="406"/>
                  </a:cubicBezTo>
                  <a:cubicBezTo>
                    <a:pt x="276" y="406"/>
                    <a:pt x="280" y="399"/>
                    <a:pt x="281" y="398"/>
                  </a:cubicBezTo>
                  <a:cubicBezTo>
                    <a:pt x="283" y="395"/>
                    <a:pt x="284" y="392"/>
                    <a:pt x="286" y="390"/>
                  </a:cubicBezTo>
                  <a:cubicBezTo>
                    <a:pt x="287" y="388"/>
                    <a:pt x="291" y="385"/>
                    <a:pt x="291" y="382"/>
                  </a:cubicBezTo>
                  <a:cubicBezTo>
                    <a:pt x="291" y="382"/>
                    <a:pt x="290" y="380"/>
                    <a:pt x="290" y="379"/>
                  </a:cubicBezTo>
                  <a:cubicBezTo>
                    <a:pt x="290" y="375"/>
                    <a:pt x="298" y="376"/>
                    <a:pt x="294" y="382"/>
                  </a:cubicBezTo>
                  <a:close/>
                  <a:moveTo>
                    <a:pt x="286" y="197"/>
                  </a:moveTo>
                  <a:cubicBezTo>
                    <a:pt x="286" y="197"/>
                    <a:pt x="286" y="198"/>
                    <a:pt x="286" y="198"/>
                  </a:cubicBezTo>
                  <a:cubicBezTo>
                    <a:pt x="285" y="198"/>
                    <a:pt x="285" y="196"/>
                    <a:pt x="286" y="197"/>
                  </a:cubicBezTo>
                  <a:close/>
                  <a:moveTo>
                    <a:pt x="286" y="346"/>
                  </a:moveTo>
                  <a:cubicBezTo>
                    <a:pt x="287" y="346"/>
                    <a:pt x="286" y="347"/>
                    <a:pt x="286" y="348"/>
                  </a:cubicBezTo>
                  <a:cubicBezTo>
                    <a:pt x="284" y="350"/>
                    <a:pt x="284" y="344"/>
                    <a:pt x="286" y="346"/>
                  </a:cubicBezTo>
                  <a:close/>
                  <a:moveTo>
                    <a:pt x="284" y="385"/>
                  </a:moveTo>
                  <a:cubicBezTo>
                    <a:pt x="284" y="386"/>
                    <a:pt x="283" y="386"/>
                    <a:pt x="283" y="386"/>
                  </a:cubicBezTo>
                  <a:cubicBezTo>
                    <a:pt x="282" y="386"/>
                    <a:pt x="284" y="385"/>
                    <a:pt x="284" y="385"/>
                  </a:cubicBezTo>
                  <a:close/>
                  <a:moveTo>
                    <a:pt x="281" y="387"/>
                  </a:moveTo>
                  <a:cubicBezTo>
                    <a:pt x="283" y="388"/>
                    <a:pt x="280" y="390"/>
                    <a:pt x="279" y="391"/>
                  </a:cubicBezTo>
                  <a:cubicBezTo>
                    <a:pt x="280" y="389"/>
                    <a:pt x="281" y="388"/>
                    <a:pt x="281" y="387"/>
                  </a:cubicBezTo>
                  <a:close/>
                  <a:moveTo>
                    <a:pt x="278" y="392"/>
                  </a:moveTo>
                  <a:cubicBezTo>
                    <a:pt x="278" y="393"/>
                    <a:pt x="277" y="393"/>
                    <a:pt x="277" y="394"/>
                  </a:cubicBezTo>
                  <a:cubicBezTo>
                    <a:pt x="276" y="394"/>
                    <a:pt x="277" y="392"/>
                    <a:pt x="278" y="392"/>
                  </a:cubicBezTo>
                  <a:close/>
                  <a:moveTo>
                    <a:pt x="275" y="342"/>
                  </a:moveTo>
                  <a:cubicBezTo>
                    <a:pt x="274" y="343"/>
                    <a:pt x="274" y="343"/>
                    <a:pt x="273" y="344"/>
                  </a:cubicBezTo>
                  <a:cubicBezTo>
                    <a:pt x="273" y="344"/>
                    <a:pt x="274" y="342"/>
                    <a:pt x="275" y="342"/>
                  </a:cubicBezTo>
                  <a:close/>
                  <a:moveTo>
                    <a:pt x="273" y="119"/>
                  </a:moveTo>
                  <a:cubicBezTo>
                    <a:pt x="273" y="120"/>
                    <a:pt x="272" y="119"/>
                    <a:pt x="271" y="120"/>
                  </a:cubicBezTo>
                  <a:cubicBezTo>
                    <a:pt x="271" y="119"/>
                    <a:pt x="273" y="119"/>
                    <a:pt x="273" y="119"/>
                  </a:cubicBezTo>
                  <a:close/>
                  <a:moveTo>
                    <a:pt x="272" y="481"/>
                  </a:moveTo>
                  <a:cubicBezTo>
                    <a:pt x="273" y="482"/>
                    <a:pt x="271" y="483"/>
                    <a:pt x="271" y="483"/>
                  </a:cubicBezTo>
                  <a:cubicBezTo>
                    <a:pt x="269" y="483"/>
                    <a:pt x="271" y="480"/>
                    <a:pt x="272" y="481"/>
                  </a:cubicBezTo>
                  <a:close/>
                  <a:moveTo>
                    <a:pt x="270" y="120"/>
                  </a:moveTo>
                  <a:cubicBezTo>
                    <a:pt x="269" y="119"/>
                    <a:pt x="271" y="121"/>
                    <a:pt x="270" y="120"/>
                  </a:cubicBezTo>
                  <a:close/>
                  <a:moveTo>
                    <a:pt x="270" y="409"/>
                  </a:moveTo>
                  <a:cubicBezTo>
                    <a:pt x="270" y="410"/>
                    <a:pt x="269" y="410"/>
                    <a:pt x="269" y="411"/>
                  </a:cubicBezTo>
                  <a:cubicBezTo>
                    <a:pt x="268" y="410"/>
                    <a:pt x="270" y="409"/>
                    <a:pt x="270" y="409"/>
                  </a:cubicBezTo>
                  <a:close/>
                  <a:moveTo>
                    <a:pt x="269" y="378"/>
                  </a:moveTo>
                  <a:cubicBezTo>
                    <a:pt x="269" y="380"/>
                    <a:pt x="267" y="379"/>
                    <a:pt x="266" y="380"/>
                  </a:cubicBezTo>
                  <a:cubicBezTo>
                    <a:pt x="266" y="379"/>
                    <a:pt x="268" y="379"/>
                    <a:pt x="269" y="378"/>
                  </a:cubicBezTo>
                  <a:close/>
                  <a:moveTo>
                    <a:pt x="267" y="407"/>
                  </a:moveTo>
                  <a:cubicBezTo>
                    <a:pt x="269" y="408"/>
                    <a:pt x="267" y="411"/>
                    <a:pt x="266" y="411"/>
                  </a:cubicBezTo>
                  <a:cubicBezTo>
                    <a:pt x="263" y="412"/>
                    <a:pt x="265" y="406"/>
                    <a:pt x="267" y="407"/>
                  </a:cubicBezTo>
                  <a:close/>
                  <a:moveTo>
                    <a:pt x="264" y="422"/>
                  </a:moveTo>
                  <a:cubicBezTo>
                    <a:pt x="265" y="423"/>
                    <a:pt x="264" y="423"/>
                    <a:pt x="264" y="423"/>
                  </a:cubicBezTo>
                  <a:cubicBezTo>
                    <a:pt x="263" y="424"/>
                    <a:pt x="264" y="422"/>
                    <a:pt x="264" y="422"/>
                  </a:cubicBezTo>
                  <a:close/>
                  <a:moveTo>
                    <a:pt x="264" y="455"/>
                  </a:moveTo>
                  <a:cubicBezTo>
                    <a:pt x="266" y="456"/>
                    <a:pt x="265" y="457"/>
                    <a:pt x="264" y="458"/>
                  </a:cubicBezTo>
                  <a:cubicBezTo>
                    <a:pt x="262" y="459"/>
                    <a:pt x="262" y="454"/>
                    <a:pt x="264" y="455"/>
                  </a:cubicBezTo>
                  <a:close/>
                  <a:moveTo>
                    <a:pt x="262" y="487"/>
                  </a:moveTo>
                  <a:cubicBezTo>
                    <a:pt x="263" y="486"/>
                    <a:pt x="262" y="487"/>
                    <a:pt x="262" y="487"/>
                  </a:cubicBezTo>
                  <a:cubicBezTo>
                    <a:pt x="262" y="487"/>
                    <a:pt x="262" y="487"/>
                    <a:pt x="262" y="487"/>
                  </a:cubicBezTo>
                  <a:close/>
                  <a:moveTo>
                    <a:pt x="262" y="390"/>
                  </a:moveTo>
                  <a:cubicBezTo>
                    <a:pt x="262" y="390"/>
                    <a:pt x="261" y="391"/>
                    <a:pt x="261" y="391"/>
                  </a:cubicBezTo>
                  <a:cubicBezTo>
                    <a:pt x="260" y="392"/>
                    <a:pt x="261" y="389"/>
                    <a:pt x="262" y="390"/>
                  </a:cubicBezTo>
                  <a:close/>
                  <a:moveTo>
                    <a:pt x="261" y="409"/>
                  </a:moveTo>
                  <a:cubicBezTo>
                    <a:pt x="262" y="410"/>
                    <a:pt x="261" y="412"/>
                    <a:pt x="261" y="412"/>
                  </a:cubicBezTo>
                  <a:cubicBezTo>
                    <a:pt x="258" y="415"/>
                    <a:pt x="259" y="408"/>
                    <a:pt x="261" y="409"/>
                  </a:cubicBezTo>
                  <a:close/>
                  <a:moveTo>
                    <a:pt x="260" y="161"/>
                  </a:moveTo>
                  <a:cubicBezTo>
                    <a:pt x="259" y="162"/>
                    <a:pt x="258" y="162"/>
                    <a:pt x="257" y="162"/>
                  </a:cubicBezTo>
                  <a:cubicBezTo>
                    <a:pt x="258" y="161"/>
                    <a:pt x="259" y="161"/>
                    <a:pt x="260" y="161"/>
                  </a:cubicBezTo>
                  <a:close/>
                  <a:moveTo>
                    <a:pt x="256" y="236"/>
                  </a:moveTo>
                  <a:cubicBezTo>
                    <a:pt x="257" y="236"/>
                    <a:pt x="257" y="237"/>
                    <a:pt x="257" y="237"/>
                  </a:cubicBezTo>
                  <a:cubicBezTo>
                    <a:pt x="255" y="239"/>
                    <a:pt x="255" y="235"/>
                    <a:pt x="256" y="236"/>
                  </a:cubicBezTo>
                  <a:close/>
                  <a:moveTo>
                    <a:pt x="220" y="484"/>
                  </a:moveTo>
                  <a:cubicBezTo>
                    <a:pt x="219" y="485"/>
                    <a:pt x="219" y="482"/>
                    <a:pt x="220" y="482"/>
                  </a:cubicBezTo>
                  <a:cubicBezTo>
                    <a:pt x="220" y="483"/>
                    <a:pt x="220" y="483"/>
                    <a:pt x="220" y="484"/>
                  </a:cubicBezTo>
                  <a:close/>
                  <a:moveTo>
                    <a:pt x="219" y="482"/>
                  </a:moveTo>
                  <a:cubicBezTo>
                    <a:pt x="218" y="481"/>
                    <a:pt x="220" y="479"/>
                    <a:pt x="220" y="480"/>
                  </a:cubicBezTo>
                  <a:cubicBezTo>
                    <a:pt x="221" y="482"/>
                    <a:pt x="219" y="483"/>
                    <a:pt x="219" y="482"/>
                  </a:cubicBezTo>
                  <a:close/>
                  <a:moveTo>
                    <a:pt x="223" y="478"/>
                  </a:moveTo>
                  <a:cubicBezTo>
                    <a:pt x="219" y="481"/>
                    <a:pt x="218" y="471"/>
                    <a:pt x="222" y="470"/>
                  </a:cubicBezTo>
                  <a:cubicBezTo>
                    <a:pt x="220" y="474"/>
                    <a:pt x="224" y="473"/>
                    <a:pt x="224" y="475"/>
                  </a:cubicBezTo>
                  <a:cubicBezTo>
                    <a:pt x="224" y="475"/>
                    <a:pt x="223" y="477"/>
                    <a:pt x="223" y="478"/>
                  </a:cubicBezTo>
                  <a:close/>
                  <a:moveTo>
                    <a:pt x="226" y="519"/>
                  </a:moveTo>
                  <a:cubicBezTo>
                    <a:pt x="226" y="519"/>
                    <a:pt x="226" y="519"/>
                    <a:pt x="226" y="519"/>
                  </a:cubicBezTo>
                  <a:cubicBezTo>
                    <a:pt x="226" y="518"/>
                    <a:pt x="227" y="518"/>
                    <a:pt x="227" y="518"/>
                  </a:cubicBezTo>
                  <a:cubicBezTo>
                    <a:pt x="226" y="518"/>
                    <a:pt x="226" y="519"/>
                    <a:pt x="226" y="519"/>
                  </a:cubicBezTo>
                  <a:close/>
                  <a:moveTo>
                    <a:pt x="231" y="488"/>
                  </a:moveTo>
                  <a:cubicBezTo>
                    <a:pt x="232" y="486"/>
                    <a:pt x="234" y="487"/>
                    <a:pt x="231" y="488"/>
                  </a:cubicBezTo>
                  <a:close/>
                  <a:moveTo>
                    <a:pt x="236" y="473"/>
                  </a:moveTo>
                  <a:cubicBezTo>
                    <a:pt x="236" y="474"/>
                    <a:pt x="238" y="474"/>
                    <a:pt x="236" y="476"/>
                  </a:cubicBezTo>
                  <a:cubicBezTo>
                    <a:pt x="237" y="475"/>
                    <a:pt x="234" y="476"/>
                    <a:pt x="234" y="476"/>
                  </a:cubicBezTo>
                  <a:cubicBezTo>
                    <a:pt x="233" y="475"/>
                    <a:pt x="233" y="474"/>
                    <a:pt x="235" y="473"/>
                  </a:cubicBezTo>
                  <a:cubicBezTo>
                    <a:pt x="233" y="473"/>
                    <a:pt x="231" y="472"/>
                    <a:pt x="231" y="470"/>
                  </a:cubicBezTo>
                  <a:cubicBezTo>
                    <a:pt x="231" y="467"/>
                    <a:pt x="233" y="465"/>
                    <a:pt x="236" y="464"/>
                  </a:cubicBezTo>
                  <a:cubicBezTo>
                    <a:pt x="236" y="464"/>
                    <a:pt x="236" y="464"/>
                    <a:pt x="236" y="464"/>
                  </a:cubicBezTo>
                  <a:cubicBezTo>
                    <a:pt x="237" y="464"/>
                    <a:pt x="238" y="466"/>
                    <a:pt x="238" y="466"/>
                  </a:cubicBezTo>
                  <a:cubicBezTo>
                    <a:pt x="240" y="467"/>
                    <a:pt x="239" y="462"/>
                    <a:pt x="241" y="463"/>
                  </a:cubicBezTo>
                  <a:cubicBezTo>
                    <a:pt x="244" y="463"/>
                    <a:pt x="241" y="465"/>
                    <a:pt x="241" y="466"/>
                  </a:cubicBezTo>
                  <a:cubicBezTo>
                    <a:pt x="240" y="468"/>
                    <a:pt x="242" y="468"/>
                    <a:pt x="239" y="470"/>
                  </a:cubicBezTo>
                  <a:cubicBezTo>
                    <a:pt x="238" y="470"/>
                    <a:pt x="236" y="473"/>
                    <a:pt x="236" y="473"/>
                  </a:cubicBezTo>
                  <a:close/>
                  <a:moveTo>
                    <a:pt x="232" y="444"/>
                  </a:moveTo>
                  <a:cubicBezTo>
                    <a:pt x="233" y="444"/>
                    <a:pt x="233" y="443"/>
                    <a:pt x="233" y="444"/>
                  </a:cubicBezTo>
                  <a:cubicBezTo>
                    <a:pt x="232" y="444"/>
                    <a:pt x="232" y="444"/>
                    <a:pt x="232" y="444"/>
                  </a:cubicBezTo>
                  <a:close/>
                  <a:moveTo>
                    <a:pt x="237" y="453"/>
                  </a:moveTo>
                  <a:cubicBezTo>
                    <a:pt x="239" y="450"/>
                    <a:pt x="241" y="447"/>
                    <a:pt x="243" y="445"/>
                  </a:cubicBezTo>
                  <a:cubicBezTo>
                    <a:pt x="242" y="448"/>
                    <a:pt x="240" y="450"/>
                    <a:pt x="237" y="453"/>
                  </a:cubicBezTo>
                  <a:close/>
                  <a:moveTo>
                    <a:pt x="243" y="461"/>
                  </a:moveTo>
                  <a:cubicBezTo>
                    <a:pt x="242" y="462"/>
                    <a:pt x="243" y="460"/>
                    <a:pt x="243" y="460"/>
                  </a:cubicBezTo>
                  <a:cubicBezTo>
                    <a:pt x="244" y="460"/>
                    <a:pt x="244" y="461"/>
                    <a:pt x="243" y="461"/>
                  </a:cubicBezTo>
                  <a:close/>
                  <a:moveTo>
                    <a:pt x="238" y="463"/>
                  </a:moveTo>
                  <a:cubicBezTo>
                    <a:pt x="237" y="462"/>
                    <a:pt x="239" y="461"/>
                    <a:pt x="239" y="462"/>
                  </a:cubicBezTo>
                  <a:cubicBezTo>
                    <a:pt x="241" y="463"/>
                    <a:pt x="238" y="465"/>
                    <a:pt x="238" y="463"/>
                  </a:cubicBezTo>
                  <a:close/>
                  <a:moveTo>
                    <a:pt x="237" y="446"/>
                  </a:moveTo>
                  <a:cubicBezTo>
                    <a:pt x="234" y="447"/>
                    <a:pt x="235" y="441"/>
                    <a:pt x="238" y="443"/>
                  </a:cubicBezTo>
                  <a:cubicBezTo>
                    <a:pt x="239" y="443"/>
                    <a:pt x="237" y="445"/>
                    <a:pt x="237" y="446"/>
                  </a:cubicBezTo>
                  <a:close/>
                  <a:moveTo>
                    <a:pt x="236" y="453"/>
                  </a:moveTo>
                  <a:cubicBezTo>
                    <a:pt x="236" y="455"/>
                    <a:pt x="234" y="458"/>
                    <a:pt x="233" y="458"/>
                  </a:cubicBezTo>
                  <a:cubicBezTo>
                    <a:pt x="233" y="458"/>
                    <a:pt x="235" y="454"/>
                    <a:pt x="236" y="453"/>
                  </a:cubicBezTo>
                  <a:close/>
                  <a:moveTo>
                    <a:pt x="234" y="464"/>
                  </a:moveTo>
                  <a:cubicBezTo>
                    <a:pt x="235" y="462"/>
                    <a:pt x="233" y="465"/>
                    <a:pt x="234" y="464"/>
                  </a:cubicBezTo>
                  <a:close/>
                  <a:moveTo>
                    <a:pt x="241" y="500"/>
                  </a:moveTo>
                  <a:cubicBezTo>
                    <a:pt x="240" y="501"/>
                    <a:pt x="241" y="499"/>
                    <a:pt x="241" y="499"/>
                  </a:cubicBezTo>
                  <a:cubicBezTo>
                    <a:pt x="242" y="499"/>
                    <a:pt x="242" y="500"/>
                    <a:pt x="241" y="500"/>
                  </a:cubicBezTo>
                  <a:close/>
                  <a:moveTo>
                    <a:pt x="243" y="497"/>
                  </a:moveTo>
                  <a:cubicBezTo>
                    <a:pt x="241" y="498"/>
                    <a:pt x="243" y="494"/>
                    <a:pt x="244" y="496"/>
                  </a:cubicBezTo>
                  <a:cubicBezTo>
                    <a:pt x="244" y="496"/>
                    <a:pt x="243" y="497"/>
                    <a:pt x="243" y="497"/>
                  </a:cubicBezTo>
                  <a:close/>
                  <a:moveTo>
                    <a:pt x="245" y="513"/>
                  </a:moveTo>
                  <a:cubicBezTo>
                    <a:pt x="246" y="513"/>
                    <a:pt x="244" y="514"/>
                    <a:pt x="245" y="513"/>
                  </a:cubicBezTo>
                  <a:close/>
                  <a:moveTo>
                    <a:pt x="244" y="494"/>
                  </a:moveTo>
                  <a:cubicBezTo>
                    <a:pt x="245" y="492"/>
                    <a:pt x="249" y="492"/>
                    <a:pt x="248" y="495"/>
                  </a:cubicBezTo>
                  <a:cubicBezTo>
                    <a:pt x="248" y="497"/>
                    <a:pt x="242" y="497"/>
                    <a:pt x="244" y="494"/>
                  </a:cubicBezTo>
                  <a:close/>
                  <a:moveTo>
                    <a:pt x="248" y="489"/>
                  </a:moveTo>
                  <a:cubicBezTo>
                    <a:pt x="247" y="488"/>
                    <a:pt x="249" y="488"/>
                    <a:pt x="248" y="489"/>
                  </a:cubicBezTo>
                  <a:close/>
                  <a:moveTo>
                    <a:pt x="249" y="485"/>
                  </a:moveTo>
                  <a:cubicBezTo>
                    <a:pt x="248" y="486"/>
                    <a:pt x="249" y="483"/>
                    <a:pt x="249" y="484"/>
                  </a:cubicBezTo>
                  <a:cubicBezTo>
                    <a:pt x="250" y="484"/>
                    <a:pt x="249" y="485"/>
                    <a:pt x="249" y="485"/>
                  </a:cubicBezTo>
                  <a:close/>
                  <a:moveTo>
                    <a:pt x="251" y="501"/>
                  </a:moveTo>
                  <a:cubicBezTo>
                    <a:pt x="251" y="501"/>
                    <a:pt x="251" y="501"/>
                    <a:pt x="251" y="501"/>
                  </a:cubicBezTo>
                  <a:cubicBezTo>
                    <a:pt x="251" y="499"/>
                    <a:pt x="252" y="503"/>
                    <a:pt x="251" y="501"/>
                  </a:cubicBezTo>
                  <a:close/>
                  <a:moveTo>
                    <a:pt x="252" y="488"/>
                  </a:moveTo>
                  <a:cubicBezTo>
                    <a:pt x="252" y="488"/>
                    <a:pt x="251" y="489"/>
                    <a:pt x="251" y="488"/>
                  </a:cubicBezTo>
                  <a:cubicBezTo>
                    <a:pt x="248" y="485"/>
                    <a:pt x="256" y="486"/>
                    <a:pt x="252" y="488"/>
                  </a:cubicBezTo>
                  <a:close/>
                  <a:moveTo>
                    <a:pt x="252" y="480"/>
                  </a:moveTo>
                  <a:cubicBezTo>
                    <a:pt x="251" y="480"/>
                    <a:pt x="251" y="480"/>
                    <a:pt x="251" y="480"/>
                  </a:cubicBezTo>
                  <a:cubicBezTo>
                    <a:pt x="250" y="480"/>
                    <a:pt x="252" y="479"/>
                    <a:pt x="252" y="480"/>
                  </a:cubicBezTo>
                  <a:close/>
                  <a:moveTo>
                    <a:pt x="250" y="475"/>
                  </a:moveTo>
                  <a:cubicBezTo>
                    <a:pt x="248" y="477"/>
                    <a:pt x="245" y="480"/>
                    <a:pt x="244" y="481"/>
                  </a:cubicBezTo>
                  <a:cubicBezTo>
                    <a:pt x="242" y="482"/>
                    <a:pt x="241" y="485"/>
                    <a:pt x="239" y="485"/>
                  </a:cubicBezTo>
                  <a:cubicBezTo>
                    <a:pt x="243" y="480"/>
                    <a:pt x="249" y="474"/>
                    <a:pt x="253" y="470"/>
                  </a:cubicBezTo>
                  <a:cubicBezTo>
                    <a:pt x="256" y="466"/>
                    <a:pt x="251" y="474"/>
                    <a:pt x="250" y="475"/>
                  </a:cubicBezTo>
                  <a:close/>
                  <a:moveTo>
                    <a:pt x="251" y="410"/>
                  </a:moveTo>
                  <a:cubicBezTo>
                    <a:pt x="252" y="411"/>
                    <a:pt x="251" y="412"/>
                    <a:pt x="250" y="412"/>
                  </a:cubicBezTo>
                  <a:cubicBezTo>
                    <a:pt x="248" y="414"/>
                    <a:pt x="248" y="409"/>
                    <a:pt x="251" y="410"/>
                  </a:cubicBezTo>
                  <a:close/>
                  <a:moveTo>
                    <a:pt x="249" y="314"/>
                  </a:moveTo>
                  <a:cubicBezTo>
                    <a:pt x="250" y="313"/>
                    <a:pt x="251" y="314"/>
                    <a:pt x="251" y="314"/>
                  </a:cubicBezTo>
                  <a:cubicBezTo>
                    <a:pt x="250" y="315"/>
                    <a:pt x="249" y="314"/>
                    <a:pt x="249" y="314"/>
                  </a:cubicBezTo>
                  <a:close/>
                  <a:moveTo>
                    <a:pt x="250" y="459"/>
                  </a:moveTo>
                  <a:cubicBezTo>
                    <a:pt x="251" y="458"/>
                    <a:pt x="248" y="460"/>
                    <a:pt x="250" y="459"/>
                  </a:cubicBezTo>
                  <a:close/>
                  <a:moveTo>
                    <a:pt x="254" y="448"/>
                  </a:moveTo>
                  <a:cubicBezTo>
                    <a:pt x="254" y="447"/>
                    <a:pt x="254" y="450"/>
                    <a:pt x="254" y="448"/>
                  </a:cubicBezTo>
                  <a:close/>
                  <a:moveTo>
                    <a:pt x="254" y="252"/>
                  </a:moveTo>
                  <a:cubicBezTo>
                    <a:pt x="255" y="252"/>
                    <a:pt x="254" y="253"/>
                    <a:pt x="254" y="254"/>
                  </a:cubicBezTo>
                  <a:cubicBezTo>
                    <a:pt x="253" y="255"/>
                    <a:pt x="253" y="252"/>
                    <a:pt x="254" y="252"/>
                  </a:cubicBezTo>
                  <a:close/>
                  <a:moveTo>
                    <a:pt x="253" y="418"/>
                  </a:moveTo>
                  <a:cubicBezTo>
                    <a:pt x="254" y="416"/>
                    <a:pt x="255" y="417"/>
                    <a:pt x="253" y="418"/>
                  </a:cubicBezTo>
                  <a:close/>
                  <a:moveTo>
                    <a:pt x="253" y="419"/>
                  </a:moveTo>
                  <a:cubicBezTo>
                    <a:pt x="253" y="421"/>
                    <a:pt x="252" y="419"/>
                    <a:pt x="253" y="419"/>
                  </a:cubicBezTo>
                  <a:close/>
                  <a:moveTo>
                    <a:pt x="251" y="212"/>
                  </a:moveTo>
                  <a:cubicBezTo>
                    <a:pt x="252" y="213"/>
                    <a:pt x="251" y="213"/>
                    <a:pt x="251" y="214"/>
                  </a:cubicBezTo>
                  <a:cubicBezTo>
                    <a:pt x="250" y="214"/>
                    <a:pt x="251" y="213"/>
                    <a:pt x="251" y="212"/>
                  </a:cubicBezTo>
                  <a:close/>
                  <a:moveTo>
                    <a:pt x="250" y="272"/>
                  </a:moveTo>
                  <a:cubicBezTo>
                    <a:pt x="250" y="273"/>
                    <a:pt x="250" y="273"/>
                    <a:pt x="249" y="274"/>
                  </a:cubicBezTo>
                  <a:cubicBezTo>
                    <a:pt x="248" y="275"/>
                    <a:pt x="250" y="272"/>
                    <a:pt x="250" y="272"/>
                  </a:cubicBezTo>
                  <a:close/>
                  <a:moveTo>
                    <a:pt x="249" y="219"/>
                  </a:moveTo>
                  <a:cubicBezTo>
                    <a:pt x="248" y="218"/>
                    <a:pt x="250" y="217"/>
                    <a:pt x="249" y="219"/>
                  </a:cubicBezTo>
                  <a:close/>
                  <a:moveTo>
                    <a:pt x="250" y="374"/>
                  </a:moveTo>
                  <a:cubicBezTo>
                    <a:pt x="250" y="374"/>
                    <a:pt x="250" y="376"/>
                    <a:pt x="249" y="376"/>
                  </a:cubicBezTo>
                  <a:cubicBezTo>
                    <a:pt x="248" y="377"/>
                    <a:pt x="248" y="374"/>
                    <a:pt x="250" y="374"/>
                  </a:cubicBezTo>
                  <a:close/>
                  <a:moveTo>
                    <a:pt x="245" y="428"/>
                  </a:moveTo>
                  <a:cubicBezTo>
                    <a:pt x="246" y="428"/>
                    <a:pt x="245" y="428"/>
                    <a:pt x="245" y="429"/>
                  </a:cubicBezTo>
                  <a:cubicBezTo>
                    <a:pt x="244" y="430"/>
                    <a:pt x="244" y="427"/>
                    <a:pt x="245" y="428"/>
                  </a:cubicBezTo>
                  <a:close/>
                  <a:moveTo>
                    <a:pt x="244" y="378"/>
                  </a:moveTo>
                  <a:cubicBezTo>
                    <a:pt x="245" y="378"/>
                    <a:pt x="244" y="379"/>
                    <a:pt x="243" y="379"/>
                  </a:cubicBezTo>
                  <a:cubicBezTo>
                    <a:pt x="243" y="378"/>
                    <a:pt x="244" y="378"/>
                    <a:pt x="244" y="378"/>
                  </a:cubicBezTo>
                  <a:close/>
                  <a:moveTo>
                    <a:pt x="243" y="406"/>
                  </a:moveTo>
                  <a:cubicBezTo>
                    <a:pt x="246" y="408"/>
                    <a:pt x="243" y="412"/>
                    <a:pt x="242" y="413"/>
                  </a:cubicBezTo>
                  <a:cubicBezTo>
                    <a:pt x="237" y="414"/>
                    <a:pt x="239" y="404"/>
                    <a:pt x="243" y="406"/>
                  </a:cubicBezTo>
                  <a:close/>
                  <a:moveTo>
                    <a:pt x="236" y="275"/>
                  </a:moveTo>
                  <a:cubicBezTo>
                    <a:pt x="237" y="275"/>
                    <a:pt x="237" y="277"/>
                    <a:pt x="236" y="278"/>
                  </a:cubicBezTo>
                  <a:cubicBezTo>
                    <a:pt x="235" y="279"/>
                    <a:pt x="235" y="275"/>
                    <a:pt x="236" y="275"/>
                  </a:cubicBezTo>
                  <a:close/>
                  <a:moveTo>
                    <a:pt x="236" y="430"/>
                  </a:moveTo>
                  <a:cubicBezTo>
                    <a:pt x="235" y="431"/>
                    <a:pt x="235" y="429"/>
                    <a:pt x="236" y="429"/>
                  </a:cubicBezTo>
                  <a:cubicBezTo>
                    <a:pt x="237" y="429"/>
                    <a:pt x="236" y="430"/>
                    <a:pt x="236" y="430"/>
                  </a:cubicBezTo>
                  <a:close/>
                  <a:moveTo>
                    <a:pt x="236" y="371"/>
                  </a:moveTo>
                  <a:cubicBezTo>
                    <a:pt x="237" y="370"/>
                    <a:pt x="235" y="372"/>
                    <a:pt x="236" y="371"/>
                  </a:cubicBezTo>
                  <a:close/>
                  <a:moveTo>
                    <a:pt x="236" y="412"/>
                  </a:moveTo>
                  <a:cubicBezTo>
                    <a:pt x="237" y="413"/>
                    <a:pt x="235" y="414"/>
                    <a:pt x="235" y="415"/>
                  </a:cubicBezTo>
                  <a:cubicBezTo>
                    <a:pt x="234" y="416"/>
                    <a:pt x="235" y="411"/>
                    <a:pt x="236" y="412"/>
                  </a:cubicBezTo>
                  <a:close/>
                  <a:moveTo>
                    <a:pt x="236" y="431"/>
                  </a:moveTo>
                  <a:cubicBezTo>
                    <a:pt x="240" y="431"/>
                    <a:pt x="238" y="437"/>
                    <a:pt x="234" y="438"/>
                  </a:cubicBezTo>
                  <a:cubicBezTo>
                    <a:pt x="233" y="438"/>
                    <a:pt x="230" y="438"/>
                    <a:pt x="231" y="435"/>
                  </a:cubicBezTo>
                  <a:cubicBezTo>
                    <a:pt x="231" y="433"/>
                    <a:pt x="232" y="434"/>
                    <a:pt x="234" y="433"/>
                  </a:cubicBezTo>
                  <a:cubicBezTo>
                    <a:pt x="234" y="432"/>
                    <a:pt x="234" y="431"/>
                    <a:pt x="236" y="431"/>
                  </a:cubicBezTo>
                  <a:close/>
                  <a:moveTo>
                    <a:pt x="234" y="353"/>
                  </a:moveTo>
                  <a:cubicBezTo>
                    <a:pt x="232" y="355"/>
                    <a:pt x="235" y="352"/>
                    <a:pt x="234" y="353"/>
                  </a:cubicBezTo>
                  <a:close/>
                  <a:moveTo>
                    <a:pt x="233" y="336"/>
                  </a:moveTo>
                  <a:cubicBezTo>
                    <a:pt x="233" y="336"/>
                    <a:pt x="233" y="337"/>
                    <a:pt x="232" y="337"/>
                  </a:cubicBezTo>
                  <a:cubicBezTo>
                    <a:pt x="231" y="338"/>
                    <a:pt x="232" y="335"/>
                    <a:pt x="233" y="336"/>
                  </a:cubicBezTo>
                  <a:close/>
                  <a:moveTo>
                    <a:pt x="232" y="409"/>
                  </a:moveTo>
                  <a:cubicBezTo>
                    <a:pt x="232" y="409"/>
                    <a:pt x="232" y="409"/>
                    <a:pt x="232" y="409"/>
                  </a:cubicBezTo>
                  <a:cubicBezTo>
                    <a:pt x="230" y="410"/>
                    <a:pt x="233" y="407"/>
                    <a:pt x="232" y="409"/>
                  </a:cubicBezTo>
                  <a:close/>
                  <a:moveTo>
                    <a:pt x="230" y="395"/>
                  </a:moveTo>
                  <a:cubicBezTo>
                    <a:pt x="231" y="394"/>
                    <a:pt x="231" y="395"/>
                    <a:pt x="231" y="395"/>
                  </a:cubicBezTo>
                  <a:cubicBezTo>
                    <a:pt x="231" y="395"/>
                    <a:pt x="230" y="395"/>
                    <a:pt x="230" y="395"/>
                  </a:cubicBezTo>
                  <a:close/>
                  <a:moveTo>
                    <a:pt x="230" y="490"/>
                  </a:moveTo>
                  <a:cubicBezTo>
                    <a:pt x="230" y="490"/>
                    <a:pt x="230" y="490"/>
                    <a:pt x="230" y="490"/>
                  </a:cubicBezTo>
                  <a:cubicBezTo>
                    <a:pt x="230" y="490"/>
                    <a:pt x="231" y="489"/>
                    <a:pt x="230" y="490"/>
                  </a:cubicBezTo>
                  <a:close/>
                  <a:moveTo>
                    <a:pt x="230" y="495"/>
                  </a:moveTo>
                  <a:cubicBezTo>
                    <a:pt x="230" y="498"/>
                    <a:pt x="226" y="498"/>
                    <a:pt x="225" y="501"/>
                  </a:cubicBezTo>
                  <a:cubicBezTo>
                    <a:pt x="225" y="498"/>
                    <a:pt x="228" y="496"/>
                    <a:pt x="230" y="495"/>
                  </a:cubicBezTo>
                  <a:close/>
                  <a:moveTo>
                    <a:pt x="225" y="486"/>
                  </a:moveTo>
                  <a:cubicBezTo>
                    <a:pt x="226" y="485"/>
                    <a:pt x="227" y="487"/>
                    <a:pt x="225" y="486"/>
                  </a:cubicBezTo>
                  <a:close/>
                  <a:moveTo>
                    <a:pt x="223" y="437"/>
                  </a:moveTo>
                  <a:cubicBezTo>
                    <a:pt x="222" y="438"/>
                    <a:pt x="223" y="435"/>
                    <a:pt x="223" y="435"/>
                  </a:cubicBezTo>
                  <a:cubicBezTo>
                    <a:pt x="224" y="436"/>
                    <a:pt x="223" y="437"/>
                    <a:pt x="223" y="437"/>
                  </a:cubicBezTo>
                  <a:close/>
                  <a:moveTo>
                    <a:pt x="223" y="313"/>
                  </a:moveTo>
                  <a:cubicBezTo>
                    <a:pt x="224" y="313"/>
                    <a:pt x="223" y="315"/>
                    <a:pt x="223" y="316"/>
                  </a:cubicBezTo>
                  <a:cubicBezTo>
                    <a:pt x="219" y="317"/>
                    <a:pt x="220" y="312"/>
                    <a:pt x="223" y="313"/>
                  </a:cubicBezTo>
                  <a:close/>
                  <a:moveTo>
                    <a:pt x="219" y="387"/>
                  </a:moveTo>
                  <a:cubicBezTo>
                    <a:pt x="219" y="389"/>
                    <a:pt x="220" y="388"/>
                    <a:pt x="220" y="389"/>
                  </a:cubicBezTo>
                  <a:cubicBezTo>
                    <a:pt x="222" y="391"/>
                    <a:pt x="219" y="394"/>
                    <a:pt x="218" y="392"/>
                  </a:cubicBezTo>
                  <a:cubicBezTo>
                    <a:pt x="216" y="391"/>
                    <a:pt x="218" y="389"/>
                    <a:pt x="219" y="387"/>
                  </a:cubicBezTo>
                  <a:close/>
                  <a:moveTo>
                    <a:pt x="213" y="346"/>
                  </a:moveTo>
                  <a:cubicBezTo>
                    <a:pt x="213" y="348"/>
                    <a:pt x="211" y="346"/>
                    <a:pt x="213" y="346"/>
                  </a:cubicBezTo>
                  <a:close/>
                  <a:moveTo>
                    <a:pt x="216" y="395"/>
                  </a:moveTo>
                  <a:cubicBezTo>
                    <a:pt x="215" y="395"/>
                    <a:pt x="215" y="396"/>
                    <a:pt x="215" y="396"/>
                  </a:cubicBezTo>
                  <a:cubicBezTo>
                    <a:pt x="214" y="396"/>
                    <a:pt x="215" y="394"/>
                    <a:pt x="216" y="395"/>
                  </a:cubicBezTo>
                  <a:close/>
                  <a:moveTo>
                    <a:pt x="214" y="449"/>
                  </a:moveTo>
                  <a:cubicBezTo>
                    <a:pt x="214" y="450"/>
                    <a:pt x="215" y="447"/>
                    <a:pt x="214" y="449"/>
                  </a:cubicBezTo>
                  <a:close/>
                  <a:moveTo>
                    <a:pt x="214" y="417"/>
                  </a:moveTo>
                  <a:cubicBezTo>
                    <a:pt x="215" y="418"/>
                    <a:pt x="213" y="419"/>
                    <a:pt x="214" y="417"/>
                  </a:cubicBezTo>
                  <a:close/>
                  <a:moveTo>
                    <a:pt x="213" y="341"/>
                  </a:moveTo>
                  <a:cubicBezTo>
                    <a:pt x="213" y="343"/>
                    <a:pt x="211" y="341"/>
                    <a:pt x="213" y="341"/>
                  </a:cubicBezTo>
                  <a:close/>
                  <a:moveTo>
                    <a:pt x="211" y="453"/>
                  </a:moveTo>
                  <a:cubicBezTo>
                    <a:pt x="211" y="454"/>
                    <a:pt x="210" y="451"/>
                    <a:pt x="211" y="451"/>
                  </a:cubicBezTo>
                  <a:cubicBezTo>
                    <a:pt x="211" y="451"/>
                    <a:pt x="212" y="452"/>
                    <a:pt x="211" y="453"/>
                  </a:cubicBezTo>
                  <a:close/>
                  <a:moveTo>
                    <a:pt x="211" y="238"/>
                  </a:moveTo>
                  <a:cubicBezTo>
                    <a:pt x="211" y="238"/>
                    <a:pt x="211" y="238"/>
                    <a:pt x="211" y="238"/>
                  </a:cubicBezTo>
                  <a:cubicBezTo>
                    <a:pt x="211" y="238"/>
                    <a:pt x="212" y="237"/>
                    <a:pt x="211" y="238"/>
                  </a:cubicBezTo>
                  <a:close/>
                  <a:moveTo>
                    <a:pt x="211" y="409"/>
                  </a:moveTo>
                  <a:cubicBezTo>
                    <a:pt x="210" y="408"/>
                    <a:pt x="212" y="408"/>
                    <a:pt x="211" y="409"/>
                  </a:cubicBezTo>
                  <a:close/>
                  <a:moveTo>
                    <a:pt x="210" y="299"/>
                  </a:moveTo>
                  <a:cubicBezTo>
                    <a:pt x="210" y="299"/>
                    <a:pt x="210" y="299"/>
                    <a:pt x="210" y="298"/>
                  </a:cubicBezTo>
                  <a:cubicBezTo>
                    <a:pt x="210" y="299"/>
                    <a:pt x="209" y="299"/>
                    <a:pt x="209" y="299"/>
                  </a:cubicBezTo>
                  <a:cubicBezTo>
                    <a:pt x="209" y="299"/>
                    <a:pt x="210" y="299"/>
                    <a:pt x="210" y="299"/>
                  </a:cubicBezTo>
                  <a:close/>
                  <a:moveTo>
                    <a:pt x="209" y="464"/>
                  </a:moveTo>
                  <a:cubicBezTo>
                    <a:pt x="209" y="465"/>
                    <a:pt x="209" y="462"/>
                    <a:pt x="209" y="464"/>
                  </a:cubicBezTo>
                  <a:close/>
                  <a:moveTo>
                    <a:pt x="201" y="445"/>
                  </a:moveTo>
                  <a:cubicBezTo>
                    <a:pt x="200" y="446"/>
                    <a:pt x="200" y="443"/>
                    <a:pt x="201" y="443"/>
                  </a:cubicBezTo>
                  <a:cubicBezTo>
                    <a:pt x="202" y="443"/>
                    <a:pt x="201" y="444"/>
                    <a:pt x="201" y="445"/>
                  </a:cubicBezTo>
                  <a:close/>
                  <a:moveTo>
                    <a:pt x="202" y="438"/>
                  </a:moveTo>
                  <a:cubicBezTo>
                    <a:pt x="201" y="438"/>
                    <a:pt x="202" y="437"/>
                    <a:pt x="203" y="437"/>
                  </a:cubicBezTo>
                  <a:cubicBezTo>
                    <a:pt x="203" y="437"/>
                    <a:pt x="203" y="438"/>
                    <a:pt x="202" y="438"/>
                  </a:cubicBezTo>
                  <a:close/>
                  <a:moveTo>
                    <a:pt x="201" y="428"/>
                  </a:moveTo>
                  <a:cubicBezTo>
                    <a:pt x="201" y="430"/>
                    <a:pt x="201" y="435"/>
                    <a:pt x="199" y="435"/>
                  </a:cubicBezTo>
                  <a:cubicBezTo>
                    <a:pt x="198" y="436"/>
                    <a:pt x="197" y="436"/>
                    <a:pt x="197" y="434"/>
                  </a:cubicBezTo>
                  <a:cubicBezTo>
                    <a:pt x="198" y="432"/>
                    <a:pt x="203" y="423"/>
                    <a:pt x="203" y="423"/>
                  </a:cubicBezTo>
                  <a:cubicBezTo>
                    <a:pt x="205" y="424"/>
                    <a:pt x="202" y="427"/>
                    <a:pt x="201" y="428"/>
                  </a:cubicBezTo>
                  <a:close/>
                  <a:moveTo>
                    <a:pt x="204" y="400"/>
                  </a:moveTo>
                  <a:cubicBezTo>
                    <a:pt x="202" y="401"/>
                    <a:pt x="203" y="398"/>
                    <a:pt x="204" y="399"/>
                  </a:cubicBezTo>
                  <a:cubicBezTo>
                    <a:pt x="204" y="399"/>
                    <a:pt x="204" y="400"/>
                    <a:pt x="204" y="400"/>
                  </a:cubicBezTo>
                  <a:close/>
                  <a:moveTo>
                    <a:pt x="204" y="455"/>
                  </a:moveTo>
                  <a:cubicBezTo>
                    <a:pt x="204" y="455"/>
                    <a:pt x="206" y="455"/>
                    <a:pt x="205" y="456"/>
                  </a:cubicBezTo>
                  <a:cubicBezTo>
                    <a:pt x="205" y="457"/>
                    <a:pt x="204" y="456"/>
                    <a:pt x="204" y="455"/>
                  </a:cubicBezTo>
                  <a:close/>
                  <a:moveTo>
                    <a:pt x="205" y="428"/>
                  </a:moveTo>
                  <a:cubicBezTo>
                    <a:pt x="206" y="428"/>
                    <a:pt x="206" y="429"/>
                    <a:pt x="205" y="430"/>
                  </a:cubicBezTo>
                  <a:cubicBezTo>
                    <a:pt x="204" y="430"/>
                    <a:pt x="205" y="428"/>
                    <a:pt x="205" y="428"/>
                  </a:cubicBezTo>
                  <a:close/>
                  <a:moveTo>
                    <a:pt x="206" y="456"/>
                  </a:moveTo>
                  <a:cubicBezTo>
                    <a:pt x="207" y="456"/>
                    <a:pt x="206" y="457"/>
                    <a:pt x="206" y="457"/>
                  </a:cubicBezTo>
                  <a:cubicBezTo>
                    <a:pt x="205" y="457"/>
                    <a:pt x="206" y="456"/>
                    <a:pt x="206" y="456"/>
                  </a:cubicBezTo>
                  <a:close/>
                  <a:moveTo>
                    <a:pt x="206" y="467"/>
                  </a:moveTo>
                  <a:cubicBezTo>
                    <a:pt x="207" y="468"/>
                    <a:pt x="205" y="469"/>
                    <a:pt x="206" y="467"/>
                  </a:cubicBezTo>
                  <a:close/>
                  <a:moveTo>
                    <a:pt x="206" y="465"/>
                  </a:moveTo>
                  <a:cubicBezTo>
                    <a:pt x="206" y="465"/>
                    <a:pt x="208" y="465"/>
                    <a:pt x="208" y="465"/>
                  </a:cubicBezTo>
                  <a:cubicBezTo>
                    <a:pt x="208" y="466"/>
                    <a:pt x="205" y="466"/>
                    <a:pt x="206" y="465"/>
                  </a:cubicBezTo>
                  <a:close/>
                  <a:moveTo>
                    <a:pt x="207" y="448"/>
                  </a:moveTo>
                  <a:cubicBezTo>
                    <a:pt x="208" y="447"/>
                    <a:pt x="208" y="448"/>
                    <a:pt x="208" y="449"/>
                  </a:cubicBezTo>
                  <a:cubicBezTo>
                    <a:pt x="208" y="450"/>
                    <a:pt x="207" y="448"/>
                    <a:pt x="207" y="448"/>
                  </a:cubicBezTo>
                  <a:close/>
                  <a:moveTo>
                    <a:pt x="206" y="415"/>
                  </a:moveTo>
                  <a:cubicBezTo>
                    <a:pt x="205" y="416"/>
                    <a:pt x="207" y="413"/>
                    <a:pt x="206" y="415"/>
                  </a:cubicBezTo>
                  <a:close/>
                  <a:moveTo>
                    <a:pt x="204" y="380"/>
                  </a:moveTo>
                  <a:cubicBezTo>
                    <a:pt x="206" y="379"/>
                    <a:pt x="207" y="384"/>
                    <a:pt x="205" y="385"/>
                  </a:cubicBezTo>
                  <a:cubicBezTo>
                    <a:pt x="202" y="386"/>
                    <a:pt x="202" y="381"/>
                    <a:pt x="204" y="380"/>
                  </a:cubicBezTo>
                  <a:close/>
                  <a:moveTo>
                    <a:pt x="203" y="416"/>
                  </a:moveTo>
                  <a:cubicBezTo>
                    <a:pt x="203" y="417"/>
                    <a:pt x="203" y="417"/>
                    <a:pt x="202" y="418"/>
                  </a:cubicBezTo>
                  <a:cubicBezTo>
                    <a:pt x="201" y="419"/>
                    <a:pt x="202" y="416"/>
                    <a:pt x="203" y="416"/>
                  </a:cubicBezTo>
                  <a:close/>
                  <a:moveTo>
                    <a:pt x="202" y="401"/>
                  </a:moveTo>
                  <a:cubicBezTo>
                    <a:pt x="202" y="402"/>
                    <a:pt x="201" y="403"/>
                    <a:pt x="201" y="403"/>
                  </a:cubicBezTo>
                  <a:cubicBezTo>
                    <a:pt x="200" y="404"/>
                    <a:pt x="201" y="401"/>
                    <a:pt x="202" y="401"/>
                  </a:cubicBezTo>
                  <a:close/>
                  <a:moveTo>
                    <a:pt x="200" y="405"/>
                  </a:moveTo>
                  <a:cubicBezTo>
                    <a:pt x="200" y="406"/>
                    <a:pt x="200" y="406"/>
                    <a:pt x="199" y="407"/>
                  </a:cubicBezTo>
                  <a:cubicBezTo>
                    <a:pt x="199" y="407"/>
                    <a:pt x="199" y="405"/>
                    <a:pt x="200" y="405"/>
                  </a:cubicBezTo>
                  <a:close/>
                  <a:moveTo>
                    <a:pt x="198" y="419"/>
                  </a:moveTo>
                  <a:cubicBezTo>
                    <a:pt x="197" y="421"/>
                    <a:pt x="198" y="418"/>
                    <a:pt x="198" y="418"/>
                  </a:cubicBezTo>
                  <a:cubicBezTo>
                    <a:pt x="198" y="418"/>
                    <a:pt x="198" y="419"/>
                    <a:pt x="198" y="419"/>
                  </a:cubicBezTo>
                  <a:close/>
                  <a:moveTo>
                    <a:pt x="198" y="411"/>
                  </a:moveTo>
                  <a:cubicBezTo>
                    <a:pt x="198" y="413"/>
                    <a:pt x="197" y="415"/>
                    <a:pt x="196" y="416"/>
                  </a:cubicBezTo>
                  <a:cubicBezTo>
                    <a:pt x="195" y="415"/>
                    <a:pt x="197" y="412"/>
                    <a:pt x="198" y="411"/>
                  </a:cubicBezTo>
                  <a:close/>
                  <a:moveTo>
                    <a:pt x="196" y="426"/>
                  </a:moveTo>
                  <a:cubicBezTo>
                    <a:pt x="196" y="426"/>
                    <a:pt x="196" y="427"/>
                    <a:pt x="195" y="427"/>
                  </a:cubicBezTo>
                  <a:cubicBezTo>
                    <a:pt x="194" y="428"/>
                    <a:pt x="195" y="426"/>
                    <a:pt x="196" y="426"/>
                  </a:cubicBezTo>
                  <a:close/>
                  <a:moveTo>
                    <a:pt x="75" y="451"/>
                  </a:moveTo>
                  <a:cubicBezTo>
                    <a:pt x="74" y="451"/>
                    <a:pt x="74" y="449"/>
                    <a:pt x="75" y="449"/>
                  </a:cubicBezTo>
                  <a:cubicBezTo>
                    <a:pt x="75" y="450"/>
                    <a:pt x="75" y="450"/>
                    <a:pt x="75" y="451"/>
                  </a:cubicBezTo>
                  <a:close/>
                  <a:moveTo>
                    <a:pt x="84" y="417"/>
                  </a:moveTo>
                  <a:cubicBezTo>
                    <a:pt x="86" y="416"/>
                    <a:pt x="89" y="422"/>
                    <a:pt x="86" y="423"/>
                  </a:cubicBezTo>
                  <a:cubicBezTo>
                    <a:pt x="82" y="425"/>
                    <a:pt x="82" y="417"/>
                    <a:pt x="84" y="417"/>
                  </a:cubicBezTo>
                  <a:close/>
                  <a:moveTo>
                    <a:pt x="82" y="401"/>
                  </a:moveTo>
                  <a:cubicBezTo>
                    <a:pt x="82" y="402"/>
                    <a:pt x="83" y="398"/>
                    <a:pt x="82" y="401"/>
                  </a:cubicBezTo>
                  <a:close/>
                  <a:moveTo>
                    <a:pt x="88" y="429"/>
                  </a:moveTo>
                  <a:cubicBezTo>
                    <a:pt x="88" y="428"/>
                    <a:pt x="88" y="428"/>
                    <a:pt x="88" y="427"/>
                  </a:cubicBezTo>
                  <a:cubicBezTo>
                    <a:pt x="87" y="427"/>
                    <a:pt x="86" y="427"/>
                    <a:pt x="87" y="426"/>
                  </a:cubicBezTo>
                  <a:cubicBezTo>
                    <a:pt x="87" y="426"/>
                    <a:pt x="87" y="426"/>
                    <a:pt x="88" y="426"/>
                  </a:cubicBezTo>
                  <a:cubicBezTo>
                    <a:pt x="88" y="423"/>
                    <a:pt x="90" y="418"/>
                    <a:pt x="90" y="418"/>
                  </a:cubicBezTo>
                  <a:cubicBezTo>
                    <a:pt x="91" y="419"/>
                    <a:pt x="88" y="426"/>
                    <a:pt x="88" y="429"/>
                  </a:cubicBezTo>
                  <a:close/>
                  <a:moveTo>
                    <a:pt x="88" y="449"/>
                  </a:moveTo>
                  <a:cubicBezTo>
                    <a:pt x="87" y="449"/>
                    <a:pt x="89" y="448"/>
                    <a:pt x="88" y="449"/>
                  </a:cubicBezTo>
                  <a:close/>
                  <a:moveTo>
                    <a:pt x="85" y="448"/>
                  </a:moveTo>
                  <a:cubicBezTo>
                    <a:pt x="84" y="450"/>
                    <a:pt x="84" y="446"/>
                    <a:pt x="85" y="446"/>
                  </a:cubicBezTo>
                  <a:cubicBezTo>
                    <a:pt x="86" y="447"/>
                    <a:pt x="86" y="448"/>
                    <a:pt x="85" y="448"/>
                  </a:cubicBezTo>
                  <a:close/>
                  <a:moveTo>
                    <a:pt x="86" y="437"/>
                  </a:moveTo>
                  <a:cubicBezTo>
                    <a:pt x="83" y="434"/>
                    <a:pt x="90" y="436"/>
                    <a:pt x="86" y="437"/>
                  </a:cubicBezTo>
                  <a:cubicBezTo>
                    <a:pt x="86" y="437"/>
                    <a:pt x="86" y="438"/>
                    <a:pt x="86" y="437"/>
                  </a:cubicBezTo>
                  <a:close/>
                  <a:moveTo>
                    <a:pt x="88" y="451"/>
                  </a:moveTo>
                  <a:cubicBezTo>
                    <a:pt x="88" y="451"/>
                    <a:pt x="88" y="452"/>
                    <a:pt x="88" y="452"/>
                  </a:cubicBezTo>
                  <a:cubicBezTo>
                    <a:pt x="87" y="453"/>
                    <a:pt x="87" y="451"/>
                    <a:pt x="88" y="451"/>
                  </a:cubicBezTo>
                  <a:close/>
                  <a:moveTo>
                    <a:pt x="88" y="462"/>
                  </a:moveTo>
                  <a:cubicBezTo>
                    <a:pt x="88" y="460"/>
                    <a:pt x="86" y="457"/>
                    <a:pt x="89" y="457"/>
                  </a:cubicBezTo>
                  <a:cubicBezTo>
                    <a:pt x="93" y="456"/>
                    <a:pt x="88" y="463"/>
                    <a:pt x="88" y="462"/>
                  </a:cubicBezTo>
                  <a:close/>
                  <a:moveTo>
                    <a:pt x="91" y="450"/>
                  </a:moveTo>
                  <a:cubicBezTo>
                    <a:pt x="90" y="451"/>
                    <a:pt x="90" y="450"/>
                    <a:pt x="90" y="449"/>
                  </a:cubicBezTo>
                  <a:cubicBezTo>
                    <a:pt x="90" y="449"/>
                    <a:pt x="91" y="450"/>
                    <a:pt x="91" y="450"/>
                  </a:cubicBezTo>
                  <a:close/>
                  <a:moveTo>
                    <a:pt x="92" y="442"/>
                  </a:moveTo>
                  <a:cubicBezTo>
                    <a:pt x="91" y="443"/>
                    <a:pt x="89" y="440"/>
                    <a:pt x="90" y="440"/>
                  </a:cubicBezTo>
                  <a:cubicBezTo>
                    <a:pt x="91" y="439"/>
                    <a:pt x="93" y="441"/>
                    <a:pt x="92" y="442"/>
                  </a:cubicBezTo>
                  <a:close/>
                  <a:moveTo>
                    <a:pt x="92" y="428"/>
                  </a:moveTo>
                  <a:cubicBezTo>
                    <a:pt x="93" y="429"/>
                    <a:pt x="93" y="430"/>
                    <a:pt x="93" y="431"/>
                  </a:cubicBezTo>
                  <a:cubicBezTo>
                    <a:pt x="91" y="432"/>
                    <a:pt x="91" y="428"/>
                    <a:pt x="92" y="428"/>
                  </a:cubicBezTo>
                  <a:close/>
                  <a:moveTo>
                    <a:pt x="92" y="416"/>
                  </a:moveTo>
                  <a:cubicBezTo>
                    <a:pt x="93" y="416"/>
                    <a:pt x="93" y="417"/>
                    <a:pt x="93" y="417"/>
                  </a:cubicBezTo>
                  <a:cubicBezTo>
                    <a:pt x="92" y="418"/>
                    <a:pt x="92" y="416"/>
                    <a:pt x="92" y="416"/>
                  </a:cubicBezTo>
                  <a:close/>
                  <a:moveTo>
                    <a:pt x="97" y="465"/>
                  </a:moveTo>
                  <a:cubicBezTo>
                    <a:pt x="96" y="466"/>
                    <a:pt x="96" y="463"/>
                    <a:pt x="97" y="463"/>
                  </a:cubicBezTo>
                  <a:cubicBezTo>
                    <a:pt x="98" y="463"/>
                    <a:pt x="98" y="465"/>
                    <a:pt x="97" y="465"/>
                  </a:cubicBezTo>
                  <a:close/>
                  <a:moveTo>
                    <a:pt x="95" y="461"/>
                  </a:moveTo>
                  <a:cubicBezTo>
                    <a:pt x="96" y="462"/>
                    <a:pt x="99" y="462"/>
                    <a:pt x="96" y="463"/>
                  </a:cubicBezTo>
                  <a:cubicBezTo>
                    <a:pt x="95" y="463"/>
                    <a:pt x="94" y="463"/>
                    <a:pt x="93" y="462"/>
                  </a:cubicBezTo>
                  <a:cubicBezTo>
                    <a:pt x="93" y="462"/>
                    <a:pt x="94" y="459"/>
                    <a:pt x="94" y="460"/>
                  </a:cubicBezTo>
                  <a:cubicBezTo>
                    <a:pt x="96" y="458"/>
                    <a:pt x="95" y="461"/>
                    <a:pt x="95" y="461"/>
                  </a:cubicBezTo>
                  <a:close/>
                  <a:moveTo>
                    <a:pt x="103" y="430"/>
                  </a:moveTo>
                  <a:cubicBezTo>
                    <a:pt x="104" y="431"/>
                    <a:pt x="101" y="432"/>
                    <a:pt x="103" y="430"/>
                  </a:cubicBezTo>
                  <a:close/>
                  <a:moveTo>
                    <a:pt x="107" y="428"/>
                  </a:moveTo>
                  <a:cubicBezTo>
                    <a:pt x="106" y="429"/>
                    <a:pt x="105" y="426"/>
                    <a:pt x="107" y="427"/>
                  </a:cubicBezTo>
                  <a:cubicBezTo>
                    <a:pt x="108" y="427"/>
                    <a:pt x="107" y="428"/>
                    <a:pt x="107" y="428"/>
                  </a:cubicBezTo>
                  <a:close/>
                  <a:moveTo>
                    <a:pt x="112" y="444"/>
                  </a:moveTo>
                  <a:cubicBezTo>
                    <a:pt x="111" y="442"/>
                    <a:pt x="112" y="441"/>
                    <a:pt x="112" y="444"/>
                  </a:cubicBezTo>
                  <a:close/>
                  <a:moveTo>
                    <a:pt x="113" y="428"/>
                  </a:moveTo>
                  <a:cubicBezTo>
                    <a:pt x="112" y="429"/>
                    <a:pt x="112" y="426"/>
                    <a:pt x="113" y="427"/>
                  </a:cubicBezTo>
                  <a:cubicBezTo>
                    <a:pt x="113" y="427"/>
                    <a:pt x="113" y="428"/>
                    <a:pt x="113" y="428"/>
                  </a:cubicBezTo>
                  <a:close/>
                  <a:moveTo>
                    <a:pt x="114" y="420"/>
                  </a:moveTo>
                  <a:cubicBezTo>
                    <a:pt x="112" y="420"/>
                    <a:pt x="113" y="419"/>
                    <a:pt x="112" y="418"/>
                  </a:cubicBezTo>
                  <a:cubicBezTo>
                    <a:pt x="111" y="418"/>
                    <a:pt x="111" y="419"/>
                    <a:pt x="110" y="419"/>
                  </a:cubicBezTo>
                  <a:cubicBezTo>
                    <a:pt x="109" y="417"/>
                    <a:pt x="108" y="407"/>
                    <a:pt x="111" y="406"/>
                  </a:cubicBezTo>
                  <a:cubicBezTo>
                    <a:pt x="111" y="406"/>
                    <a:pt x="113" y="408"/>
                    <a:pt x="114" y="406"/>
                  </a:cubicBezTo>
                  <a:cubicBezTo>
                    <a:pt x="114" y="404"/>
                    <a:pt x="117" y="415"/>
                    <a:pt x="117" y="418"/>
                  </a:cubicBezTo>
                  <a:cubicBezTo>
                    <a:pt x="115" y="416"/>
                    <a:pt x="114" y="420"/>
                    <a:pt x="114" y="420"/>
                  </a:cubicBezTo>
                  <a:close/>
                  <a:moveTo>
                    <a:pt x="108" y="393"/>
                  </a:moveTo>
                  <a:cubicBezTo>
                    <a:pt x="110" y="393"/>
                    <a:pt x="112" y="398"/>
                    <a:pt x="109" y="399"/>
                  </a:cubicBezTo>
                  <a:cubicBezTo>
                    <a:pt x="106" y="401"/>
                    <a:pt x="106" y="394"/>
                    <a:pt x="108" y="393"/>
                  </a:cubicBezTo>
                  <a:close/>
                  <a:moveTo>
                    <a:pt x="113" y="402"/>
                  </a:moveTo>
                  <a:cubicBezTo>
                    <a:pt x="112" y="403"/>
                    <a:pt x="112" y="405"/>
                    <a:pt x="111" y="406"/>
                  </a:cubicBezTo>
                  <a:cubicBezTo>
                    <a:pt x="110" y="405"/>
                    <a:pt x="111" y="402"/>
                    <a:pt x="113" y="402"/>
                  </a:cubicBezTo>
                  <a:close/>
                  <a:moveTo>
                    <a:pt x="112" y="359"/>
                  </a:moveTo>
                  <a:cubicBezTo>
                    <a:pt x="110" y="359"/>
                    <a:pt x="113" y="358"/>
                    <a:pt x="112" y="359"/>
                  </a:cubicBezTo>
                  <a:close/>
                  <a:moveTo>
                    <a:pt x="115" y="382"/>
                  </a:moveTo>
                  <a:cubicBezTo>
                    <a:pt x="115" y="382"/>
                    <a:pt x="117" y="385"/>
                    <a:pt x="116" y="386"/>
                  </a:cubicBezTo>
                  <a:cubicBezTo>
                    <a:pt x="116" y="389"/>
                    <a:pt x="113" y="387"/>
                    <a:pt x="114" y="390"/>
                  </a:cubicBezTo>
                  <a:cubicBezTo>
                    <a:pt x="113" y="390"/>
                    <a:pt x="113" y="390"/>
                    <a:pt x="113" y="390"/>
                  </a:cubicBezTo>
                  <a:cubicBezTo>
                    <a:pt x="113" y="387"/>
                    <a:pt x="111" y="381"/>
                    <a:pt x="115" y="382"/>
                  </a:cubicBezTo>
                  <a:close/>
                  <a:moveTo>
                    <a:pt x="113" y="361"/>
                  </a:moveTo>
                  <a:cubicBezTo>
                    <a:pt x="114" y="362"/>
                    <a:pt x="112" y="363"/>
                    <a:pt x="113" y="361"/>
                  </a:cubicBezTo>
                  <a:close/>
                  <a:moveTo>
                    <a:pt x="117" y="394"/>
                  </a:moveTo>
                  <a:cubicBezTo>
                    <a:pt x="116" y="395"/>
                    <a:pt x="116" y="393"/>
                    <a:pt x="116" y="393"/>
                  </a:cubicBezTo>
                  <a:cubicBezTo>
                    <a:pt x="117" y="392"/>
                    <a:pt x="117" y="394"/>
                    <a:pt x="117" y="394"/>
                  </a:cubicBezTo>
                  <a:close/>
                  <a:moveTo>
                    <a:pt x="115" y="440"/>
                  </a:moveTo>
                  <a:cubicBezTo>
                    <a:pt x="114" y="439"/>
                    <a:pt x="116" y="439"/>
                    <a:pt x="115" y="440"/>
                  </a:cubicBezTo>
                  <a:close/>
                  <a:moveTo>
                    <a:pt x="117" y="429"/>
                  </a:moveTo>
                  <a:cubicBezTo>
                    <a:pt x="116" y="430"/>
                    <a:pt x="115" y="424"/>
                    <a:pt x="116" y="423"/>
                  </a:cubicBezTo>
                  <a:cubicBezTo>
                    <a:pt x="117" y="424"/>
                    <a:pt x="118" y="429"/>
                    <a:pt x="117" y="429"/>
                  </a:cubicBezTo>
                  <a:close/>
                  <a:moveTo>
                    <a:pt x="122" y="437"/>
                  </a:moveTo>
                  <a:cubicBezTo>
                    <a:pt x="121" y="438"/>
                    <a:pt x="123" y="435"/>
                    <a:pt x="122" y="437"/>
                  </a:cubicBezTo>
                  <a:close/>
                  <a:moveTo>
                    <a:pt x="121" y="400"/>
                  </a:moveTo>
                  <a:cubicBezTo>
                    <a:pt x="122" y="400"/>
                    <a:pt x="123" y="405"/>
                    <a:pt x="122" y="406"/>
                  </a:cubicBezTo>
                  <a:cubicBezTo>
                    <a:pt x="119" y="407"/>
                    <a:pt x="121" y="400"/>
                    <a:pt x="121" y="400"/>
                  </a:cubicBezTo>
                  <a:close/>
                  <a:moveTo>
                    <a:pt x="124" y="434"/>
                  </a:moveTo>
                  <a:cubicBezTo>
                    <a:pt x="124" y="432"/>
                    <a:pt x="124" y="436"/>
                    <a:pt x="124" y="434"/>
                  </a:cubicBezTo>
                  <a:close/>
                  <a:moveTo>
                    <a:pt x="124" y="420"/>
                  </a:moveTo>
                  <a:cubicBezTo>
                    <a:pt x="123" y="418"/>
                    <a:pt x="124" y="417"/>
                    <a:pt x="122" y="417"/>
                  </a:cubicBezTo>
                  <a:cubicBezTo>
                    <a:pt x="124" y="417"/>
                    <a:pt x="124" y="408"/>
                    <a:pt x="127" y="412"/>
                  </a:cubicBezTo>
                  <a:cubicBezTo>
                    <a:pt x="128" y="413"/>
                    <a:pt x="128" y="416"/>
                    <a:pt x="127" y="416"/>
                  </a:cubicBezTo>
                  <a:cubicBezTo>
                    <a:pt x="125" y="417"/>
                    <a:pt x="124" y="415"/>
                    <a:pt x="124" y="420"/>
                  </a:cubicBezTo>
                  <a:close/>
                  <a:moveTo>
                    <a:pt x="125" y="428"/>
                  </a:moveTo>
                  <a:cubicBezTo>
                    <a:pt x="125" y="430"/>
                    <a:pt x="124" y="426"/>
                    <a:pt x="125" y="427"/>
                  </a:cubicBezTo>
                  <a:cubicBezTo>
                    <a:pt x="125" y="427"/>
                    <a:pt x="125" y="428"/>
                    <a:pt x="125" y="428"/>
                  </a:cubicBezTo>
                  <a:close/>
                  <a:moveTo>
                    <a:pt x="128" y="431"/>
                  </a:moveTo>
                  <a:cubicBezTo>
                    <a:pt x="127" y="433"/>
                    <a:pt x="128" y="440"/>
                    <a:pt x="126" y="440"/>
                  </a:cubicBezTo>
                  <a:cubicBezTo>
                    <a:pt x="127" y="437"/>
                    <a:pt x="126" y="433"/>
                    <a:pt x="127" y="429"/>
                  </a:cubicBezTo>
                  <a:cubicBezTo>
                    <a:pt x="128" y="425"/>
                    <a:pt x="128" y="429"/>
                    <a:pt x="128" y="431"/>
                  </a:cubicBezTo>
                  <a:close/>
                  <a:moveTo>
                    <a:pt x="128" y="426"/>
                  </a:moveTo>
                  <a:cubicBezTo>
                    <a:pt x="129" y="425"/>
                    <a:pt x="128" y="422"/>
                    <a:pt x="129" y="421"/>
                  </a:cubicBezTo>
                  <a:cubicBezTo>
                    <a:pt x="129" y="423"/>
                    <a:pt x="129" y="425"/>
                    <a:pt x="128" y="426"/>
                  </a:cubicBezTo>
                  <a:close/>
                  <a:moveTo>
                    <a:pt x="129" y="421"/>
                  </a:moveTo>
                  <a:cubicBezTo>
                    <a:pt x="128" y="420"/>
                    <a:pt x="129" y="418"/>
                    <a:pt x="130" y="417"/>
                  </a:cubicBezTo>
                  <a:cubicBezTo>
                    <a:pt x="130" y="418"/>
                    <a:pt x="129" y="420"/>
                    <a:pt x="129" y="421"/>
                  </a:cubicBezTo>
                  <a:close/>
                  <a:moveTo>
                    <a:pt x="130" y="416"/>
                  </a:moveTo>
                  <a:cubicBezTo>
                    <a:pt x="130" y="417"/>
                    <a:pt x="129" y="415"/>
                    <a:pt x="130" y="415"/>
                  </a:cubicBezTo>
                  <a:cubicBezTo>
                    <a:pt x="130" y="414"/>
                    <a:pt x="131" y="415"/>
                    <a:pt x="130" y="416"/>
                  </a:cubicBezTo>
                  <a:close/>
                  <a:moveTo>
                    <a:pt x="129" y="392"/>
                  </a:moveTo>
                  <a:cubicBezTo>
                    <a:pt x="127" y="393"/>
                    <a:pt x="127" y="398"/>
                    <a:pt x="126" y="400"/>
                  </a:cubicBezTo>
                  <a:cubicBezTo>
                    <a:pt x="125" y="404"/>
                    <a:pt x="124" y="407"/>
                    <a:pt x="122" y="410"/>
                  </a:cubicBezTo>
                  <a:cubicBezTo>
                    <a:pt x="121" y="405"/>
                    <a:pt x="128" y="396"/>
                    <a:pt x="128" y="391"/>
                  </a:cubicBezTo>
                  <a:cubicBezTo>
                    <a:pt x="128" y="387"/>
                    <a:pt x="126" y="384"/>
                    <a:pt x="132" y="383"/>
                  </a:cubicBezTo>
                  <a:cubicBezTo>
                    <a:pt x="131" y="386"/>
                    <a:pt x="135" y="390"/>
                    <a:pt x="131" y="392"/>
                  </a:cubicBezTo>
                  <a:cubicBezTo>
                    <a:pt x="131" y="392"/>
                    <a:pt x="129" y="391"/>
                    <a:pt x="129" y="392"/>
                  </a:cubicBezTo>
                  <a:close/>
                  <a:moveTo>
                    <a:pt x="124" y="396"/>
                  </a:moveTo>
                  <a:cubicBezTo>
                    <a:pt x="125" y="396"/>
                    <a:pt x="124" y="398"/>
                    <a:pt x="124" y="398"/>
                  </a:cubicBezTo>
                  <a:cubicBezTo>
                    <a:pt x="124" y="398"/>
                    <a:pt x="124" y="397"/>
                    <a:pt x="124" y="396"/>
                  </a:cubicBezTo>
                  <a:close/>
                  <a:moveTo>
                    <a:pt x="125" y="394"/>
                  </a:moveTo>
                  <a:cubicBezTo>
                    <a:pt x="125" y="395"/>
                    <a:pt x="125" y="395"/>
                    <a:pt x="125" y="395"/>
                  </a:cubicBezTo>
                  <a:cubicBezTo>
                    <a:pt x="125" y="396"/>
                    <a:pt x="125" y="395"/>
                    <a:pt x="125" y="394"/>
                  </a:cubicBezTo>
                  <a:close/>
                  <a:moveTo>
                    <a:pt x="132" y="409"/>
                  </a:moveTo>
                  <a:cubicBezTo>
                    <a:pt x="133" y="408"/>
                    <a:pt x="136" y="412"/>
                    <a:pt x="133" y="412"/>
                  </a:cubicBezTo>
                  <a:cubicBezTo>
                    <a:pt x="132" y="413"/>
                    <a:pt x="130" y="410"/>
                    <a:pt x="132" y="409"/>
                  </a:cubicBezTo>
                  <a:close/>
                  <a:moveTo>
                    <a:pt x="133" y="420"/>
                  </a:moveTo>
                  <a:cubicBezTo>
                    <a:pt x="134" y="422"/>
                    <a:pt x="131" y="422"/>
                    <a:pt x="133" y="420"/>
                  </a:cubicBezTo>
                  <a:close/>
                  <a:moveTo>
                    <a:pt x="133" y="456"/>
                  </a:moveTo>
                  <a:cubicBezTo>
                    <a:pt x="134" y="455"/>
                    <a:pt x="135" y="459"/>
                    <a:pt x="135" y="460"/>
                  </a:cubicBezTo>
                  <a:cubicBezTo>
                    <a:pt x="134" y="461"/>
                    <a:pt x="132" y="456"/>
                    <a:pt x="133" y="456"/>
                  </a:cubicBezTo>
                  <a:close/>
                  <a:moveTo>
                    <a:pt x="135" y="433"/>
                  </a:moveTo>
                  <a:cubicBezTo>
                    <a:pt x="135" y="433"/>
                    <a:pt x="136" y="433"/>
                    <a:pt x="135" y="433"/>
                  </a:cubicBezTo>
                  <a:cubicBezTo>
                    <a:pt x="133" y="433"/>
                    <a:pt x="137" y="431"/>
                    <a:pt x="135" y="433"/>
                  </a:cubicBezTo>
                  <a:close/>
                  <a:moveTo>
                    <a:pt x="136" y="461"/>
                  </a:moveTo>
                  <a:cubicBezTo>
                    <a:pt x="134" y="461"/>
                    <a:pt x="137" y="460"/>
                    <a:pt x="136" y="461"/>
                  </a:cubicBezTo>
                  <a:close/>
                  <a:moveTo>
                    <a:pt x="140" y="485"/>
                  </a:moveTo>
                  <a:cubicBezTo>
                    <a:pt x="138" y="486"/>
                    <a:pt x="139" y="481"/>
                    <a:pt x="141" y="482"/>
                  </a:cubicBezTo>
                  <a:cubicBezTo>
                    <a:pt x="141" y="483"/>
                    <a:pt x="141" y="484"/>
                    <a:pt x="140" y="485"/>
                  </a:cubicBezTo>
                  <a:close/>
                  <a:moveTo>
                    <a:pt x="139" y="447"/>
                  </a:moveTo>
                  <a:cubicBezTo>
                    <a:pt x="140" y="447"/>
                    <a:pt x="140" y="447"/>
                    <a:pt x="140" y="447"/>
                  </a:cubicBezTo>
                  <a:cubicBezTo>
                    <a:pt x="141" y="448"/>
                    <a:pt x="139" y="448"/>
                    <a:pt x="139" y="447"/>
                  </a:cubicBezTo>
                  <a:close/>
                  <a:moveTo>
                    <a:pt x="143" y="469"/>
                  </a:moveTo>
                  <a:cubicBezTo>
                    <a:pt x="143" y="469"/>
                    <a:pt x="142" y="470"/>
                    <a:pt x="142" y="470"/>
                  </a:cubicBezTo>
                  <a:cubicBezTo>
                    <a:pt x="141" y="469"/>
                    <a:pt x="143" y="469"/>
                    <a:pt x="143" y="469"/>
                  </a:cubicBezTo>
                  <a:close/>
                  <a:moveTo>
                    <a:pt x="143" y="464"/>
                  </a:moveTo>
                  <a:cubicBezTo>
                    <a:pt x="141" y="466"/>
                    <a:pt x="140" y="460"/>
                    <a:pt x="142" y="461"/>
                  </a:cubicBezTo>
                  <a:cubicBezTo>
                    <a:pt x="144" y="461"/>
                    <a:pt x="143" y="464"/>
                    <a:pt x="143" y="464"/>
                  </a:cubicBezTo>
                  <a:close/>
                  <a:moveTo>
                    <a:pt x="145" y="481"/>
                  </a:moveTo>
                  <a:cubicBezTo>
                    <a:pt x="144" y="483"/>
                    <a:pt x="143" y="479"/>
                    <a:pt x="144" y="479"/>
                  </a:cubicBezTo>
                  <a:cubicBezTo>
                    <a:pt x="144" y="479"/>
                    <a:pt x="145" y="479"/>
                    <a:pt x="145" y="481"/>
                  </a:cubicBezTo>
                  <a:close/>
                  <a:moveTo>
                    <a:pt x="147" y="486"/>
                  </a:move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lose/>
                  <a:moveTo>
                    <a:pt x="147" y="483"/>
                  </a:moveTo>
                  <a:cubicBezTo>
                    <a:pt x="145" y="484"/>
                    <a:pt x="145" y="480"/>
                    <a:pt x="147" y="481"/>
                  </a:cubicBezTo>
                  <a:cubicBezTo>
                    <a:pt x="148" y="481"/>
                    <a:pt x="147" y="483"/>
                    <a:pt x="147" y="483"/>
                  </a:cubicBezTo>
                  <a:close/>
                  <a:moveTo>
                    <a:pt x="148" y="479"/>
                  </a:moveTo>
                  <a:cubicBezTo>
                    <a:pt x="147" y="480"/>
                    <a:pt x="146" y="478"/>
                    <a:pt x="147" y="478"/>
                  </a:cubicBezTo>
                  <a:cubicBezTo>
                    <a:pt x="147" y="478"/>
                    <a:pt x="148" y="479"/>
                    <a:pt x="148" y="479"/>
                  </a:cubicBezTo>
                  <a:close/>
                  <a:moveTo>
                    <a:pt x="151" y="479"/>
                  </a:moveTo>
                  <a:cubicBezTo>
                    <a:pt x="151" y="479"/>
                    <a:pt x="148" y="478"/>
                    <a:pt x="147" y="478"/>
                  </a:cubicBezTo>
                  <a:cubicBezTo>
                    <a:pt x="146" y="473"/>
                    <a:pt x="153" y="476"/>
                    <a:pt x="151" y="479"/>
                  </a:cubicBezTo>
                  <a:close/>
                  <a:moveTo>
                    <a:pt x="149" y="487"/>
                  </a:moveTo>
                  <a:cubicBezTo>
                    <a:pt x="148" y="486"/>
                    <a:pt x="147" y="482"/>
                    <a:pt x="150" y="484"/>
                  </a:cubicBezTo>
                  <a:cubicBezTo>
                    <a:pt x="148" y="481"/>
                    <a:pt x="152" y="481"/>
                    <a:pt x="151" y="484"/>
                  </a:cubicBezTo>
                  <a:cubicBezTo>
                    <a:pt x="151" y="484"/>
                    <a:pt x="149" y="487"/>
                    <a:pt x="149" y="487"/>
                  </a:cubicBezTo>
                  <a:close/>
                  <a:moveTo>
                    <a:pt x="151" y="488"/>
                  </a:moveTo>
                  <a:cubicBezTo>
                    <a:pt x="151" y="488"/>
                    <a:pt x="151" y="488"/>
                    <a:pt x="151" y="488"/>
                  </a:cubicBezTo>
                  <a:cubicBezTo>
                    <a:pt x="151" y="488"/>
                    <a:pt x="151" y="488"/>
                    <a:pt x="152" y="487"/>
                  </a:cubicBezTo>
                  <a:cubicBezTo>
                    <a:pt x="152" y="487"/>
                    <a:pt x="152" y="487"/>
                    <a:pt x="151" y="488"/>
                  </a:cubicBezTo>
                  <a:close/>
                  <a:moveTo>
                    <a:pt x="153" y="489"/>
                  </a:moveTo>
                  <a:cubicBezTo>
                    <a:pt x="153" y="489"/>
                    <a:pt x="153" y="488"/>
                    <a:pt x="153" y="488"/>
                  </a:cubicBezTo>
                  <a:cubicBezTo>
                    <a:pt x="153" y="489"/>
                    <a:pt x="152" y="489"/>
                    <a:pt x="153" y="489"/>
                  </a:cubicBezTo>
                  <a:close/>
                  <a:moveTo>
                    <a:pt x="153" y="459"/>
                  </a:moveTo>
                  <a:cubicBezTo>
                    <a:pt x="152" y="459"/>
                    <a:pt x="144" y="455"/>
                    <a:pt x="145" y="452"/>
                  </a:cubicBezTo>
                  <a:cubicBezTo>
                    <a:pt x="145" y="451"/>
                    <a:pt x="146" y="452"/>
                    <a:pt x="146" y="451"/>
                  </a:cubicBezTo>
                  <a:cubicBezTo>
                    <a:pt x="147" y="449"/>
                    <a:pt x="145" y="449"/>
                    <a:pt x="145" y="447"/>
                  </a:cubicBezTo>
                  <a:cubicBezTo>
                    <a:pt x="149" y="452"/>
                    <a:pt x="148" y="440"/>
                    <a:pt x="152" y="443"/>
                  </a:cubicBezTo>
                  <a:cubicBezTo>
                    <a:pt x="154" y="444"/>
                    <a:pt x="152" y="448"/>
                    <a:pt x="155" y="446"/>
                  </a:cubicBezTo>
                  <a:cubicBezTo>
                    <a:pt x="152" y="448"/>
                    <a:pt x="158" y="450"/>
                    <a:pt x="157" y="454"/>
                  </a:cubicBezTo>
                  <a:cubicBezTo>
                    <a:pt x="157" y="457"/>
                    <a:pt x="155" y="459"/>
                    <a:pt x="153" y="459"/>
                  </a:cubicBezTo>
                  <a:close/>
                  <a:moveTo>
                    <a:pt x="152" y="394"/>
                  </a:moveTo>
                  <a:cubicBezTo>
                    <a:pt x="150" y="396"/>
                    <a:pt x="150" y="391"/>
                    <a:pt x="151" y="391"/>
                  </a:cubicBezTo>
                  <a:cubicBezTo>
                    <a:pt x="152" y="391"/>
                    <a:pt x="152" y="394"/>
                    <a:pt x="152" y="394"/>
                  </a:cubicBezTo>
                  <a:close/>
                  <a:moveTo>
                    <a:pt x="153" y="410"/>
                  </a:moveTo>
                  <a:cubicBezTo>
                    <a:pt x="153" y="411"/>
                    <a:pt x="153" y="411"/>
                    <a:pt x="153" y="411"/>
                  </a:cubicBezTo>
                  <a:cubicBezTo>
                    <a:pt x="151" y="412"/>
                    <a:pt x="152" y="410"/>
                    <a:pt x="153" y="410"/>
                  </a:cubicBezTo>
                  <a:close/>
                  <a:moveTo>
                    <a:pt x="151" y="434"/>
                  </a:moveTo>
                  <a:cubicBezTo>
                    <a:pt x="150" y="435"/>
                    <a:pt x="148" y="434"/>
                    <a:pt x="149" y="432"/>
                  </a:cubicBezTo>
                  <a:cubicBezTo>
                    <a:pt x="150" y="432"/>
                    <a:pt x="153" y="433"/>
                    <a:pt x="151" y="434"/>
                  </a:cubicBezTo>
                  <a:close/>
                  <a:moveTo>
                    <a:pt x="149" y="411"/>
                  </a:moveTo>
                  <a:cubicBezTo>
                    <a:pt x="148" y="413"/>
                    <a:pt x="148" y="428"/>
                    <a:pt x="146" y="429"/>
                  </a:cubicBezTo>
                  <a:cubicBezTo>
                    <a:pt x="144" y="430"/>
                    <a:pt x="145" y="425"/>
                    <a:pt x="145" y="424"/>
                  </a:cubicBezTo>
                  <a:cubicBezTo>
                    <a:pt x="146" y="422"/>
                    <a:pt x="148" y="407"/>
                    <a:pt x="149" y="406"/>
                  </a:cubicBezTo>
                  <a:cubicBezTo>
                    <a:pt x="151" y="405"/>
                    <a:pt x="149" y="411"/>
                    <a:pt x="149" y="411"/>
                  </a:cubicBezTo>
                  <a:close/>
                  <a:moveTo>
                    <a:pt x="154" y="385"/>
                  </a:moveTo>
                  <a:cubicBezTo>
                    <a:pt x="153" y="386"/>
                    <a:pt x="153" y="385"/>
                    <a:pt x="154" y="384"/>
                  </a:cubicBezTo>
                  <a:cubicBezTo>
                    <a:pt x="154" y="384"/>
                    <a:pt x="154" y="385"/>
                    <a:pt x="154" y="385"/>
                  </a:cubicBezTo>
                  <a:close/>
                  <a:moveTo>
                    <a:pt x="155" y="440"/>
                  </a:moveTo>
                  <a:cubicBezTo>
                    <a:pt x="156" y="441"/>
                    <a:pt x="155" y="441"/>
                    <a:pt x="155" y="442"/>
                  </a:cubicBezTo>
                  <a:cubicBezTo>
                    <a:pt x="153" y="443"/>
                    <a:pt x="154" y="439"/>
                    <a:pt x="155" y="440"/>
                  </a:cubicBezTo>
                  <a:close/>
                  <a:moveTo>
                    <a:pt x="160" y="417"/>
                  </a:moveTo>
                  <a:cubicBezTo>
                    <a:pt x="160" y="417"/>
                    <a:pt x="158" y="417"/>
                    <a:pt x="159" y="415"/>
                  </a:cubicBezTo>
                  <a:cubicBezTo>
                    <a:pt x="161" y="419"/>
                    <a:pt x="164" y="409"/>
                    <a:pt x="165" y="414"/>
                  </a:cubicBezTo>
                  <a:cubicBezTo>
                    <a:pt x="166" y="416"/>
                    <a:pt x="168" y="419"/>
                    <a:pt x="167" y="421"/>
                  </a:cubicBezTo>
                  <a:cubicBezTo>
                    <a:pt x="166" y="422"/>
                    <a:pt x="163" y="423"/>
                    <a:pt x="163" y="423"/>
                  </a:cubicBezTo>
                  <a:cubicBezTo>
                    <a:pt x="163" y="425"/>
                    <a:pt x="165" y="427"/>
                    <a:pt x="163" y="428"/>
                  </a:cubicBezTo>
                  <a:cubicBezTo>
                    <a:pt x="160" y="430"/>
                    <a:pt x="158" y="427"/>
                    <a:pt x="158" y="427"/>
                  </a:cubicBezTo>
                  <a:cubicBezTo>
                    <a:pt x="157" y="424"/>
                    <a:pt x="162" y="421"/>
                    <a:pt x="160" y="417"/>
                  </a:cubicBezTo>
                  <a:close/>
                  <a:moveTo>
                    <a:pt x="160" y="402"/>
                  </a:moveTo>
                  <a:cubicBezTo>
                    <a:pt x="161" y="406"/>
                    <a:pt x="158" y="404"/>
                    <a:pt x="160" y="402"/>
                  </a:cubicBezTo>
                  <a:close/>
                  <a:moveTo>
                    <a:pt x="161" y="383"/>
                  </a:moveTo>
                  <a:cubicBezTo>
                    <a:pt x="162" y="384"/>
                    <a:pt x="161" y="387"/>
                    <a:pt x="160" y="387"/>
                  </a:cubicBezTo>
                  <a:cubicBezTo>
                    <a:pt x="159" y="388"/>
                    <a:pt x="160" y="383"/>
                    <a:pt x="161" y="383"/>
                  </a:cubicBezTo>
                  <a:close/>
                  <a:moveTo>
                    <a:pt x="166" y="387"/>
                  </a:moveTo>
                  <a:cubicBezTo>
                    <a:pt x="166" y="387"/>
                    <a:pt x="165" y="387"/>
                    <a:pt x="165" y="387"/>
                  </a:cubicBezTo>
                  <a:cubicBezTo>
                    <a:pt x="164" y="386"/>
                    <a:pt x="166" y="386"/>
                    <a:pt x="166" y="387"/>
                  </a:cubicBezTo>
                  <a:close/>
                  <a:moveTo>
                    <a:pt x="167" y="395"/>
                  </a:moveTo>
                  <a:cubicBezTo>
                    <a:pt x="169" y="395"/>
                    <a:pt x="168" y="398"/>
                    <a:pt x="167" y="398"/>
                  </a:cubicBezTo>
                  <a:cubicBezTo>
                    <a:pt x="166" y="399"/>
                    <a:pt x="166" y="395"/>
                    <a:pt x="167" y="395"/>
                  </a:cubicBezTo>
                  <a:close/>
                  <a:moveTo>
                    <a:pt x="168" y="392"/>
                  </a:moveTo>
                  <a:cubicBezTo>
                    <a:pt x="169" y="392"/>
                    <a:pt x="170" y="393"/>
                    <a:pt x="168" y="393"/>
                  </a:cubicBezTo>
                  <a:cubicBezTo>
                    <a:pt x="166" y="394"/>
                    <a:pt x="166" y="392"/>
                    <a:pt x="168" y="392"/>
                  </a:cubicBezTo>
                  <a:close/>
                  <a:moveTo>
                    <a:pt x="167" y="413"/>
                  </a:moveTo>
                  <a:cubicBezTo>
                    <a:pt x="167" y="415"/>
                    <a:pt x="166" y="411"/>
                    <a:pt x="167" y="412"/>
                  </a:cubicBezTo>
                  <a:cubicBezTo>
                    <a:pt x="167" y="412"/>
                    <a:pt x="167" y="413"/>
                    <a:pt x="167" y="413"/>
                  </a:cubicBezTo>
                  <a:close/>
                  <a:moveTo>
                    <a:pt x="163" y="443"/>
                  </a:moveTo>
                  <a:cubicBezTo>
                    <a:pt x="162" y="444"/>
                    <a:pt x="161" y="442"/>
                    <a:pt x="162" y="441"/>
                  </a:cubicBezTo>
                  <a:cubicBezTo>
                    <a:pt x="162" y="442"/>
                    <a:pt x="163" y="442"/>
                    <a:pt x="163" y="443"/>
                  </a:cubicBezTo>
                  <a:close/>
                  <a:moveTo>
                    <a:pt x="160" y="459"/>
                  </a:moveTo>
                  <a:cubicBezTo>
                    <a:pt x="159" y="460"/>
                    <a:pt x="159" y="458"/>
                    <a:pt x="160" y="457"/>
                  </a:cubicBezTo>
                  <a:cubicBezTo>
                    <a:pt x="160" y="457"/>
                    <a:pt x="161" y="458"/>
                    <a:pt x="160" y="459"/>
                  </a:cubicBezTo>
                  <a:close/>
                  <a:moveTo>
                    <a:pt x="157" y="404"/>
                  </a:moveTo>
                  <a:cubicBezTo>
                    <a:pt x="155" y="406"/>
                    <a:pt x="156" y="399"/>
                    <a:pt x="158" y="401"/>
                  </a:cubicBezTo>
                  <a:cubicBezTo>
                    <a:pt x="159" y="402"/>
                    <a:pt x="157" y="404"/>
                    <a:pt x="157" y="404"/>
                  </a:cubicBezTo>
                  <a:close/>
                  <a:moveTo>
                    <a:pt x="154" y="466"/>
                  </a:moveTo>
                  <a:cubicBezTo>
                    <a:pt x="155" y="466"/>
                    <a:pt x="156" y="467"/>
                    <a:pt x="155" y="468"/>
                  </a:cubicBezTo>
                  <a:cubicBezTo>
                    <a:pt x="154" y="468"/>
                    <a:pt x="154" y="467"/>
                    <a:pt x="154" y="466"/>
                  </a:cubicBezTo>
                  <a:close/>
                  <a:moveTo>
                    <a:pt x="155" y="476"/>
                  </a:moveTo>
                  <a:cubicBezTo>
                    <a:pt x="154" y="476"/>
                    <a:pt x="158" y="472"/>
                    <a:pt x="157" y="471"/>
                  </a:cubicBezTo>
                  <a:cubicBezTo>
                    <a:pt x="159" y="473"/>
                    <a:pt x="156" y="477"/>
                    <a:pt x="155" y="476"/>
                  </a:cubicBezTo>
                  <a:close/>
                  <a:moveTo>
                    <a:pt x="158" y="470"/>
                  </a:moveTo>
                  <a:cubicBezTo>
                    <a:pt x="156" y="466"/>
                    <a:pt x="160" y="467"/>
                    <a:pt x="158" y="470"/>
                  </a:cubicBezTo>
                  <a:close/>
                  <a:moveTo>
                    <a:pt x="159" y="461"/>
                  </a:moveTo>
                  <a:cubicBezTo>
                    <a:pt x="159" y="461"/>
                    <a:pt x="159" y="462"/>
                    <a:pt x="159" y="462"/>
                  </a:cubicBezTo>
                  <a:cubicBezTo>
                    <a:pt x="157" y="464"/>
                    <a:pt x="158" y="460"/>
                    <a:pt x="159" y="461"/>
                  </a:cubicBezTo>
                  <a:close/>
                  <a:moveTo>
                    <a:pt x="159" y="490"/>
                  </a:moveTo>
                  <a:cubicBezTo>
                    <a:pt x="159" y="489"/>
                    <a:pt x="160" y="488"/>
                    <a:pt x="160" y="488"/>
                  </a:cubicBezTo>
                  <a:cubicBezTo>
                    <a:pt x="160" y="489"/>
                    <a:pt x="160" y="489"/>
                    <a:pt x="159" y="490"/>
                  </a:cubicBezTo>
                  <a:close/>
                  <a:moveTo>
                    <a:pt x="160" y="486"/>
                  </a:moveTo>
                  <a:cubicBezTo>
                    <a:pt x="160" y="487"/>
                    <a:pt x="159" y="484"/>
                    <a:pt x="160" y="484"/>
                  </a:cubicBezTo>
                  <a:cubicBezTo>
                    <a:pt x="160" y="484"/>
                    <a:pt x="161" y="485"/>
                    <a:pt x="160" y="486"/>
                  </a:cubicBezTo>
                  <a:close/>
                  <a:moveTo>
                    <a:pt x="161" y="468"/>
                  </a:moveTo>
                  <a:cubicBezTo>
                    <a:pt x="162" y="470"/>
                    <a:pt x="159" y="470"/>
                    <a:pt x="161" y="468"/>
                  </a:cubicBezTo>
                  <a:close/>
                  <a:moveTo>
                    <a:pt x="162" y="461"/>
                  </a:moveTo>
                  <a:cubicBezTo>
                    <a:pt x="163" y="462"/>
                    <a:pt x="163" y="462"/>
                    <a:pt x="162" y="463"/>
                  </a:cubicBezTo>
                  <a:cubicBezTo>
                    <a:pt x="161" y="465"/>
                    <a:pt x="161" y="460"/>
                    <a:pt x="162" y="461"/>
                  </a:cubicBezTo>
                  <a:close/>
                  <a:moveTo>
                    <a:pt x="162" y="497"/>
                  </a:moveTo>
                  <a:cubicBezTo>
                    <a:pt x="164" y="497"/>
                    <a:pt x="161" y="499"/>
                    <a:pt x="162" y="497"/>
                  </a:cubicBezTo>
                  <a:close/>
                  <a:moveTo>
                    <a:pt x="163" y="483"/>
                  </a:moveTo>
                  <a:cubicBezTo>
                    <a:pt x="162" y="485"/>
                    <a:pt x="162" y="481"/>
                    <a:pt x="163" y="483"/>
                  </a:cubicBezTo>
                  <a:cubicBezTo>
                    <a:pt x="163" y="483"/>
                    <a:pt x="164" y="483"/>
                    <a:pt x="163" y="483"/>
                  </a:cubicBezTo>
                  <a:close/>
                  <a:moveTo>
                    <a:pt x="164" y="472"/>
                  </a:moveTo>
                  <a:cubicBezTo>
                    <a:pt x="163" y="474"/>
                    <a:pt x="163" y="471"/>
                    <a:pt x="164" y="472"/>
                  </a:cubicBezTo>
                  <a:cubicBezTo>
                    <a:pt x="164" y="472"/>
                    <a:pt x="164" y="472"/>
                    <a:pt x="164" y="472"/>
                  </a:cubicBezTo>
                  <a:close/>
                  <a:moveTo>
                    <a:pt x="166" y="461"/>
                  </a:moveTo>
                  <a:cubicBezTo>
                    <a:pt x="160" y="465"/>
                    <a:pt x="163" y="449"/>
                    <a:pt x="168" y="453"/>
                  </a:cubicBezTo>
                  <a:cubicBezTo>
                    <a:pt x="167" y="452"/>
                    <a:pt x="168" y="456"/>
                    <a:pt x="168" y="455"/>
                  </a:cubicBezTo>
                  <a:cubicBezTo>
                    <a:pt x="168" y="456"/>
                    <a:pt x="166" y="461"/>
                    <a:pt x="166" y="461"/>
                  </a:cubicBezTo>
                  <a:close/>
                  <a:moveTo>
                    <a:pt x="168" y="450"/>
                  </a:moveTo>
                  <a:cubicBezTo>
                    <a:pt x="167" y="450"/>
                    <a:pt x="167" y="448"/>
                    <a:pt x="168" y="448"/>
                  </a:cubicBezTo>
                  <a:cubicBezTo>
                    <a:pt x="168" y="448"/>
                    <a:pt x="169" y="449"/>
                    <a:pt x="168" y="450"/>
                  </a:cubicBezTo>
                  <a:close/>
                  <a:moveTo>
                    <a:pt x="168" y="433"/>
                  </a:moveTo>
                  <a:cubicBezTo>
                    <a:pt x="168" y="431"/>
                    <a:pt x="168" y="434"/>
                    <a:pt x="168" y="433"/>
                  </a:cubicBezTo>
                  <a:close/>
                  <a:moveTo>
                    <a:pt x="169" y="454"/>
                  </a:moveTo>
                  <a:cubicBezTo>
                    <a:pt x="169" y="455"/>
                    <a:pt x="169" y="452"/>
                    <a:pt x="169" y="454"/>
                  </a:cubicBezTo>
                  <a:close/>
                  <a:moveTo>
                    <a:pt x="171" y="467"/>
                  </a:moveTo>
                  <a:cubicBezTo>
                    <a:pt x="170" y="463"/>
                    <a:pt x="174" y="463"/>
                    <a:pt x="171" y="467"/>
                  </a:cubicBezTo>
                  <a:close/>
                  <a:moveTo>
                    <a:pt x="173" y="473"/>
                  </a:moveTo>
                  <a:cubicBezTo>
                    <a:pt x="172" y="474"/>
                    <a:pt x="172" y="469"/>
                    <a:pt x="173" y="470"/>
                  </a:cubicBezTo>
                  <a:cubicBezTo>
                    <a:pt x="174" y="471"/>
                    <a:pt x="173" y="472"/>
                    <a:pt x="173" y="473"/>
                  </a:cubicBezTo>
                  <a:close/>
                  <a:moveTo>
                    <a:pt x="173" y="462"/>
                  </a:moveTo>
                  <a:cubicBezTo>
                    <a:pt x="172" y="463"/>
                    <a:pt x="173" y="461"/>
                    <a:pt x="173" y="460"/>
                  </a:cubicBezTo>
                  <a:cubicBezTo>
                    <a:pt x="174" y="460"/>
                    <a:pt x="174" y="462"/>
                    <a:pt x="173" y="462"/>
                  </a:cubicBezTo>
                  <a:close/>
                  <a:moveTo>
                    <a:pt x="173" y="460"/>
                  </a:moveTo>
                  <a:cubicBezTo>
                    <a:pt x="172" y="460"/>
                    <a:pt x="170" y="460"/>
                    <a:pt x="170" y="458"/>
                  </a:cubicBezTo>
                  <a:cubicBezTo>
                    <a:pt x="171" y="457"/>
                    <a:pt x="176" y="458"/>
                    <a:pt x="173" y="460"/>
                  </a:cubicBezTo>
                  <a:close/>
                  <a:moveTo>
                    <a:pt x="173" y="418"/>
                  </a:moveTo>
                  <a:cubicBezTo>
                    <a:pt x="174" y="418"/>
                    <a:pt x="174" y="418"/>
                    <a:pt x="173" y="419"/>
                  </a:cubicBezTo>
                  <a:cubicBezTo>
                    <a:pt x="172" y="420"/>
                    <a:pt x="172" y="417"/>
                    <a:pt x="173" y="418"/>
                  </a:cubicBezTo>
                  <a:close/>
                  <a:moveTo>
                    <a:pt x="174" y="409"/>
                  </a:moveTo>
                  <a:cubicBezTo>
                    <a:pt x="175" y="409"/>
                    <a:pt x="174" y="409"/>
                    <a:pt x="174" y="410"/>
                  </a:cubicBezTo>
                  <a:cubicBezTo>
                    <a:pt x="173" y="410"/>
                    <a:pt x="173" y="408"/>
                    <a:pt x="174" y="409"/>
                  </a:cubicBezTo>
                  <a:close/>
                  <a:moveTo>
                    <a:pt x="175" y="414"/>
                  </a:moveTo>
                  <a:cubicBezTo>
                    <a:pt x="177" y="414"/>
                    <a:pt x="177" y="418"/>
                    <a:pt x="176" y="419"/>
                  </a:cubicBezTo>
                  <a:cubicBezTo>
                    <a:pt x="173" y="420"/>
                    <a:pt x="175" y="414"/>
                    <a:pt x="175" y="414"/>
                  </a:cubicBezTo>
                  <a:close/>
                  <a:moveTo>
                    <a:pt x="176" y="430"/>
                  </a:moveTo>
                  <a:cubicBezTo>
                    <a:pt x="175" y="431"/>
                    <a:pt x="175" y="428"/>
                    <a:pt x="176" y="428"/>
                  </a:cubicBezTo>
                  <a:cubicBezTo>
                    <a:pt x="177" y="428"/>
                    <a:pt x="177" y="429"/>
                    <a:pt x="176" y="430"/>
                  </a:cubicBezTo>
                  <a:close/>
                  <a:moveTo>
                    <a:pt x="177" y="433"/>
                  </a:moveTo>
                  <a:cubicBezTo>
                    <a:pt x="178" y="434"/>
                    <a:pt x="178" y="436"/>
                    <a:pt x="177" y="436"/>
                  </a:cubicBezTo>
                  <a:cubicBezTo>
                    <a:pt x="175" y="439"/>
                    <a:pt x="175" y="431"/>
                    <a:pt x="177" y="433"/>
                  </a:cubicBezTo>
                  <a:close/>
                  <a:moveTo>
                    <a:pt x="178" y="429"/>
                  </a:moveTo>
                  <a:cubicBezTo>
                    <a:pt x="177" y="428"/>
                    <a:pt x="178" y="426"/>
                    <a:pt x="179" y="426"/>
                  </a:cubicBezTo>
                  <a:cubicBezTo>
                    <a:pt x="178" y="427"/>
                    <a:pt x="178" y="428"/>
                    <a:pt x="178" y="429"/>
                  </a:cubicBezTo>
                  <a:close/>
                  <a:moveTo>
                    <a:pt x="178" y="432"/>
                  </a:moveTo>
                  <a:cubicBezTo>
                    <a:pt x="177" y="433"/>
                    <a:pt x="178" y="431"/>
                    <a:pt x="178" y="430"/>
                  </a:cubicBezTo>
                  <a:cubicBezTo>
                    <a:pt x="179" y="430"/>
                    <a:pt x="179" y="431"/>
                    <a:pt x="178" y="432"/>
                  </a:cubicBezTo>
                  <a:close/>
                  <a:moveTo>
                    <a:pt x="179" y="411"/>
                  </a:moveTo>
                  <a:cubicBezTo>
                    <a:pt x="176" y="413"/>
                    <a:pt x="176" y="406"/>
                    <a:pt x="178" y="408"/>
                  </a:cubicBezTo>
                  <a:cubicBezTo>
                    <a:pt x="179" y="408"/>
                    <a:pt x="179" y="410"/>
                    <a:pt x="179" y="411"/>
                  </a:cubicBezTo>
                  <a:close/>
                  <a:moveTo>
                    <a:pt x="178" y="467"/>
                  </a:moveTo>
                  <a:cubicBezTo>
                    <a:pt x="176" y="466"/>
                    <a:pt x="179" y="464"/>
                    <a:pt x="179" y="462"/>
                  </a:cubicBezTo>
                  <a:cubicBezTo>
                    <a:pt x="180" y="463"/>
                    <a:pt x="179" y="468"/>
                    <a:pt x="178" y="467"/>
                  </a:cubicBezTo>
                  <a:close/>
                  <a:moveTo>
                    <a:pt x="182" y="477"/>
                  </a:moveTo>
                  <a:cubicBezTo>
                    <a:pt x="182" y="477"/>
                    <a:pt x="179" y="477"/>
                    <a:pt x="180" y="476"/>
                  </a:cubicBezTo>
                  <a:cubicBezTo>
                    <a:pt x="181" y="475"/>
                    <a:pt x="184" y="477"/>
                    <a:pt x="182" y="477"/>
                  </a:cubicBezTo>
                  <a:close/>
                  <a:moveTo>
                    <a:pt x="180" y="459"/>
                  </a:moveTo>
                  <a:cubicBezTo>
                    <a:pt x="181" y="457"/>
                    <a:pt x="182" y="456"/>
                    <a:pt x="182" y="455"/>
                  </a:cubicBezTo>
                  <a:cubicBezTo>
                    <a:pt x="182" y="456"/>
                    <a:pt x="182" y="458"/>
                    <a:pt x="180" y="459"/>
                  </a:cubicBezTo>
                  <a:close/>
                  <a:moveTo>
                    <a:pt x="183" y="432"/>
                  </a:moveTo>
                  <a:cubicBezTo>
                    <a:pt x="182" y="433"/>
                    <a:pt x="182" y="430"/>
                    <a:pt x="183" y="431"/>
                  </a:cubicBezTo>
                  <a:cubicBezTo>
                    <a:pt x="183" y="431"/>
                    <a:pt x="183" y="432"/>
                    <a:pt x="183" y="432"/>
                  </a:cubicBezTo>
                  <a:close/>
                  <a:moveTo>
                    <a:pt x="184" y="458"/>
                  </a:moveTo>
                  <a:cubicBezTo>
                    <a:pt x="183" y="456"/>
                    <a:pt x="186" y="456"/>
                    <a:pt x="184" y="458"/>
                  </a:cubicBezTo>
                  <a:close/>
                  <a:moveTo>
                    <a:pt x="184" y="423"/>
                  </a:moveTo>
                  <a:cubicBezTo>
                    <a:pt x="184" y="423"/>
                    <a:pt x="184" y="423"/>
                    <a:pt x="184" y="423"/>
                  </a:cubicBezTo>
                  <a:cubicBezTo>
                    <a:pt x="185" y="422"/>
                    <a:pt x="185" y="422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lose/>
                  <a:moveTo>
                    <a:pt x="184" y="452"/>
                  </a:moveTo>
                  <a:cubicBezTo>
                    <a:pt x="182" y="449"/>
                    <a:pt x="186" y="449"/>
                    <a:pt x="184" y="452"/>
                  </a:cubicBezTo>
                  <a:close/>
                  <a:moveTo>
                    <a:pt x="184" y="464"/>
                  </a:moveTo>
                  <a:cubicBezTo>
                    <a:pt x="185" y="466"/>
                    <a:pt x="182" y="465"/>
                    <a:pt x="184" y="464"/>
                  </a:cubicBezTo>
                  <a:close/>
                  <a:moveTo>
                    <a:pt x="185" y="467"/>
                  </a:moveTo>
                  <a:cubicBezTo>
                    <a:pt x="186" y="471"/>
                    <a:pt x="182" y="470"/>
                    <a:pt x="185" y="467"/>
                  </a:cubicBezTo>
                  <a:close/>
                  <a:moveTo>
                    <a:pt x="190" y="491"/>
                  </a:moveTo>
                  <a:cubicBezTo>
                    <a:pt x="189" y="492"/>
                    <a:pt x="189" y="488"/>
                    <a:pt x="190" y="489"/>
                  </a:cubicBezTo>
                  <a:cubicBezTo>
                    <a:pt x="191" y="490"/>
                    <a:pt x="190" y="491"/>
                    <a:pt x="190" y="491"/>
                  </a:cubicBezTo>
                  <a:close/>
                  <a:moveTo>
                    <a:pt x="194" y="474"/>
                  </a:moveTo>
                  <a:cubicBezTo>
                    <a:pt x="195" y="475"/>
                    <a:pt x="194" y="475"/>
                    <a:pt x="194" y="475"/>
                  </a:cubicBezTo>
                  <a:cubicBezTo>
                    <a:pt x="193" y="476"/>
                    <a:pt x="193" y="473"/>
                    <a:pt x="194" y="474"/>
                  </a:cubicBezTo>
                  <a:close/>
                  <a:moveTo>
                    <a:pt x="195" y="474"/>
                  </a:moveTo>
                  <a:cubicBezTo>
                    <a:pt x="197" y="475"/>
                    <a:pt x="194" y="476"/>
                    <a:pt x="195" y="474"/>
                  </a:cubicBezTo>
                  <a:close/>
                  <a:moveTo>
                    <a:pt x="195" y="490"/>
                  </a:moveTo>
                  <a:cubicBezTo>
                    <a:pt x="195" y="490"/>
                    <a:pt x="195" y="491"/>
                    <a:pt x="195" y="491"/>
                  </a:cubicBezTo>
                  <a:cubicBezTo>
                    <a:pt x="194" y="493"/>
                    <a:pt x="194" y="489"/>
                    <a:pt x="195" y="490"/>
                  </a:cubicBezTo>
                  <a:close/>
                  <a:moveTo>
                    <a:pt x="194" y="384"/>
                  </a:moveTo>
                  <a:cubicBezTo>
                    <a:pt x="193" y="385"/>
                    <a:pt x="194" y="382"/>
                    <a:pt x="195" y="383"/>
                  </a:cubicBezTo>
                  <a:cubicBezTo>
                    <a:pt x="195" y="383"/>
                    <a:pt x="194" y="384"/>
                    <a:pt x="194" y="384"/>
                  </a:cubicBezTo>
                  <a:close/>
                  <a:moveTo>
                    <a:pt x="194" y="321"/>
                  </a:moveTo>
                  <a:cubicBezTo>
                    <a:pt x="195" y="321"/>
                    <a:pt x="194" y="322"/>
                    <a:pt x="194" y="322"/>
                  </a:cubicBezTo>
                  <a:cubicBezTo>
                    <a:pt x="192" y="324"/>
                    <a:pt x="193" y="321"/>
                    <a:pt x="194" y="321"/>
                  </a:cubicBezTo>
                  <a:close/>
                  <a:moveTo>
                    <a:pt x="192" y="489"/>
                  </a:moveTo>
                  <a:cubicBezTo>
                    <a:pt x="191" y="491"/>
                    <a:pt x="192" y="487"/>
                    <a:pt x="193" y="488"/>
                  </a:cubicBezTo>
                  <a:cubicBezTo>
                    <a:pt x="194" y="489"/>
                    <a:pt x="193" y="489"/>
                    <a:pt x="192" y="489"/>
                  </a:cubicBezTo>
                  <a:close/>
                  <a:moveTo>
                    <a:pt x="192" y="466"/>
                  </a:moveTo>
                  <a:cubicBezTo>
                    <a:pt x="190" y="466"/>
                    <a:pt x="191" y="463"/>
                    <a:pt x="192" y="464"/>
                  </a:cubicBezTo>
                  <a:cubicBezTo>
                    <a:pt x="193" y="465"/>
                    <a:pt x="192" y="465"/>
                    <a:pt x="192" y="466"/>
                  </a:cubicBezTo>
                  <a:close/>
                  <a:moveTo>
                    <a:pt x="191" y="461"/>
                  </a:moveTo>
                  <a:cubicBezTo>
                    <a:pt x="192" y="460"/>
                    <a:pt x="193" y="460"/>
                    <a:pt x="191" y="461"/>
                  </a:cubicBezTo>
                  <a:close/>
                  <a:moveTo>
                    <a:pt x="191" y="403"/>
                  </a:moveTo>
                  <a:cubicBezTo>
                    <a:pt x="189" y="404"/>
                    <a:pt x="190" y="400"/>
                    <a:pt x="191" y="400"/>
                  </a:cubicBezTo>
                  <a:cubicBezTo>
                    <a:pt x="192" y="400"/>
                    <a:pt x="193" y="403"/>
                    <a:pt x="191" y="403"/>
                  </a:cubicBezTo>
                  <a:close/>
                  <a:moveTo>
                    <a:pt x="191" y="311"/>
                  </a:moveTo>
                  <a:cubicBezTo>
                    <a:pt x="192" y="310"/>
                    <a:pt x="192" y="311"/>
                    <a:pt x="192" y="312"/>
                  </a:cubicBezTo>
                  <a:cubicBezTo>
                    <a:pt x="191" y="313"/>
                    <a:pt x="191" y="311"/>
                    <a:pt x="191" y="311"/>
                  </a:cubicBezTo>
                  <a:close/>
                  <a:moveTo>
                    <a:pt x="190" y="343"/>
                  </a:moveTo>
                  <a:cubicBezTo>
                    <a:pt x="190" y="340"/>
                    <a:pt x="192" y="342"/>
                    <a:pt x="190" y="343"/>
                  </a:cubicBezTo>
                  <a:close/>
                  <a:moveTo>
                    <a:pt x="191" y="480"/>
                  </a:moveTo>
                  <a:cubicBezTo>
                    <a:pt x="191" y="481"/>
                    <a:pt x="189" y="483"/>
                    <a:pt x="188" y="483"/>
                  </a:cubicBezTo>
                  <a:cubicBezTo>
                    <a:pt x="183" y="484"/>
                    <a:pt x="190" y="478"/>
                    <a:pt x="191" y="480"/>
                  </a:cubicBezTo>
                  <a:close/>
                  <a:moveTo>
                    <a:pt x="188" y="475"/>
                  </a:moveTo>
                  <a:cubicBezTo>
                    <a:pt x="187" y="476"/>
                    <a:pt x="188" y="473"/>
                    <a:pt x="189" y="474"/>
                  </a:cubicBezTo>
                  <a:cubicBezTo>
                    <a:pt x="189" y="474"/>
                    <a:pt x="189" y="475"/>
                    <a:pt x="188" y="475"/>
                  </a:cubicBezTo>
                  <a:close/>
                  <a:moveTo>
                    <a:pt x="189" y="478"/>
                  </a:move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9" y="478"/>
                    <a:pt x="189" y="478"/>
                  </a:cubicBezTo>
                  <a:close/>
                  <a:moveTo>
                    <a:pt x="189" y="439"/>
                  </a:moveTo>
                  <a:cubicBezTo>
                    <a:pt x="188" y="441"/>
                    <a:pt x="189" y="438"/>
                    <a:pt x="189" y="439"/>
                  </a:cubicBezTo>
                  <a:close/>
                  <a:moveTo>
                    <a:pt x="188" y="458"/>
                  </a:moveTo>
                  <a:cubicBezTo>
                    <a:pt x="190" y="459"/>
                    <a:pt x="190" y="462"/>
                    <a:pt x="189" y="462"/>
                  </a:cubicBezTo>
                  <a:cubicBezTo>
                    <a:pt x="186" y="464"/>
                    <a:pt x="186" y="458"/>
                    <a:pt x="188" y="458"/>
                  </a:cubicBezTo>
                  <a:close/>
                  <a:moveTo>
                    <a:pt x="187" y="458"/>
                  </a:moveTo>
                  <a:cubicBezTo>
                    <a:pt x="186" y="459"/>
                    <a:pt x="188" y="457"/>
                    <a:pt x="187" y="458"/>
                  </a:cubicBezTo>
                  <a:close/>
                  <a:moveTo>
                    <a:pt x="187" y="433"/>
                  </a:moveTo>
                  <a:cubicBezTo>
                    <a:pt x="185" y="434"/>
                    <a:pt x="185" y="430"/>
                    <a:pt x="187" y="431"/>
                  </a:cubicBezTo>
                  <a:cubicBezTo>
                    <a:pt x="188" y="432"/>
                    <a:pt x="187" y="433"/>
                    <a:pt x="187" y="433"/>
                  </a:cubicBezTo>
                  <a:close/>
                  <a:moveTo>
                    <a:pt x="187" y="298"/>
                  </a:moveTo>
                  <a:cubicBezTo>
                    <a:pt x="187" y="299"/>
                    <a:pt x="186" y="300"/>
                    <a:pt x="186" y="301"/>
                  </a:cubicBezTo>
                  <a:cubicBezTo>
                    <a:pt x="185" y="302"/>
                    <a:pt x="186" y="298"/>
                    <a:pt x="187" y="298"/>
                  </a:cubicBezTo>
                  <a:close/>
                  <a:moveTo>
                    <a:pt x="185" y="303"/>
                  </a:moveTo>
                  <a:cubicBezTo>
                    <a:pt x="186" y="304"/>
                    <a:pt x="185" y="306"/>
                    <a:pt x="185" y="308"/>
                  </a:cubicBezTo>
                  <a:cubicBezTo>
                    <a:pt x="183" y="307"/>
                    <a:pt x="185" y="304"/>
                    <a:pt x="185" y="303"/>
                  </a:cubicBezTo>
                  <a:close/>
                  <a:moveTo>
                    <a:pt x="185" y="380"/>
                  </a:moveTo>
                  <a:cubicBezTo>
                    <a:pt x="187" y="380"/>
                    <a:pt x="186" y="386"/>
                    <a:pt x="184" y="386"/>
                  </a:cubicBezTo>
                  <a:cubicBezTo>
                    <a:pt x="181" y="387"/>
                    <a:pt x="182" y="380"/>
                    <a:pt x="185" y="380"/>
                  </a:cubicBezTo>
                  <a:close/>
                  <a:moveTo>
                    <a:pt x="185" y="400"/>
                  </a:moveTo>
                  <a:cubicBezTo>
                    <a:pt x="184" y="400"/>
                    <a:pt x="185" y="397"/>
                    <a:pt x="186" y="398"/>
                  </a:cubicBezTo>
                  <a:cubicBezTo>
                    <a:pt x="186" y="399"/>
                    <a:pt x="186" y="400"/>
                    <a:pt x="185" y="400"/>
                  </a:cubicBezTo>
                  <a:close/>
                  <a:moveTo>
                    <a:pt x="183" y="360"/>
                  </a:moveTo>
                  <a:cubicBezTo>
                    <a:pt x="182" y="361"/>
                    <a:pt x="184" y="358"/>
                    <a:pt x="183" y="360"/>
                  </a:cubicBezTo>
                  <a:close/>
                  <a:moveTo>
                    <a:pt x="183" y="311"/>
                  </a:moveTo>
                  <a:cubicBezTo>
                    <a:pt x="184" y="312"/>
                    <a:pt x="183" y="313"/>
                    <a:pt x="182" y="314"/>
                  </a:cubicBezTo>
                  <a:cubicBezTo>
                    <a:pt x="181" y="315"/>
                    <a:pt x="181" y="310"/>
                    <a:pt x="183" y="311"/>
                  </a:cubicBezTo>
                  <a:close/>
                  <a:moveTo>
                    <a:pt x="184" y="408"/>
                  </a:moveTo>
                  <a:cubicBezTo>
                    <a:pt x="185" y="409"/>
                    <a:pt x="185" y="411"/>
                    <a:pt x="186" y="411"/>
                  </a:cubicBezTo>
                  <a:cubicBezTo>
                    <a:pt x="188" y="412"/>
                    <a:pt x="187" y="416"/>
                    <a:pt x="185" y="417"/>
                  </a:cubicBezTo>
                  <a:cubicBezTo>
                    <a:pt x="181" y="418"/>
                    <a:pt x="182" y="416"/>
                    <a:pt x="181" y="414"/>
                  </a:cubicBezTo>
                  <a:cubicBezTo>
                    <a:pt x="181" y="414"/>
                    <a:pt x="180" y="413"/>
                    <a:pt x="180" y="413"/>
                  </a:cubicBezTo>
                  <a:cubicBezTo>
                    <a:pt x="180" y="411"/>
                    <a:pt x="182" y="408"/>
                    <a:pt x="184" y="408"/>
                  </a:cubicBezTo>
                  <a:close/>
                  <a:moveTo>
                    <a:pt x="180" y="440"/>
                  </a:moveTo>
                  <a:cubicBezTo>
                    <a:pt x="181" y="440"/>
                    <a:pt x="180" y="441"/>
                    <a:pt x="180" y="441"/>
                  </a:cubicBezTo>
                  <a:cubicBezTo>
                    <a:pt x="179" y="441"/>
                    <a:pt x="180" y="440"/>
                    <a:pt x="180" y="440"/>
                  </a:cubicBezTo>
                  <a:close/>
                  <a:moveTo>
                    <a:pt x="179" y="443"/>
                  </a:moveTo>
                  <a:cubicBezTo>
                    <a:pt x="178" y="441"/>
                    <a:pt x="181" y="441"/>
                    <a:pt x="179" y="443"/>
                  </a:cubicBezTo>
                  <a:close/>
                  <a:moveTo>
                    <a:pt x="179" y="317"/>
                  </a:moveTo>
                  <a:cubicBezTo>
                    <a:pt x="180" y="320"/>
                    <a:pt x="177" y="318"/>
                    <a:pt x="179" y="317"/>
                  </a:cubicBezTo>
                  <a:close/>
                  <a:moveTo>
                    <a:pt x="178" y="324"/>
                  </a:moveTo>
                  <a:cubicBezTo>
                    <a:pt x="176" y="323"/>
                    <a:pt x="178" y="321"/>
                    <a:pt x="178" y="320"/>
                  </a:cubicBezTo>
                  <a:cubicBezTo>
                    <a:pt x="179" y="321"/>
                    <a:pt x="178" y="323"/>
                    <a:pt x="178" y="324"/>
                  </a:cubicBezTo>
                  <a:close/>
                  <a:moveTo>
                    <a:pt x="178" y="296"/>
                  </a:moveTo>
                  <a:cubicBezTo>
                    <a:pt x="179" y="297"/>
                    <a:pt x="177" y="298"/>
                    <a:pt x="177" y="298"/>
                  </a:cubicBezTo>
                  <a:cubicBezTo>
                    <a:pt x="176" y="299"/>
                    <a:pt x="177" y="295"/>
                    <a:pt x="178" y="296"/>
                  </a:cubicBezTo>
                  <a:close/>
                  <a:moveTo>
                    <a:pt x="174" y="309"/>
                  </a:moveTo>
                  <a:cubicBezTo>
                    <a:pt x="175" y="310"/>
                    <a:pt x="173" y="310"/>
                    <a:pt x="174" y="309"/>
                  </a:cubicBezTo>
                  <a:close/>
                  <a:moveTo>
                    <a:pt x="175" y="357"/>
                  </a:moveTo>
                  <a:cubicBezTo>
                    <a:pt x="175" y="359"/>
                    <a:pt x="173" y="358"/>
                    <a:pt x="175" y="357"/>
                  </a:cubicBezTo>
                  <a:close/>
                  <a:moveTo>
                    <a:pt x="174" y="377"/>
                  </a:moveTo>
                  <a:cubicBezTo>
                    <a:pt x="175" y="378"/>
                    <a:pt x="174" y="379"/>
                    <a:pt x="173" y="380"/>
                  </a:cubicBezTo>
                  <a:cubicBezTo>
                    <a:pt x="173" y="379"/>
                    <a:pt x="174" y="378"/>
                    <a:pt x="174" y="377"/>
                  </a:cubicBezTo>
                  <a:close/>
                  <a:moveTo>
                    <a:pt x="172" y="391"/>
                  </a:moveTo>
                  <a:cubicBezTo>
                    <a:pt x="172" y="390"/>
                    <a:pt x="175" y="392"/>
                    <a:pt x="176" y="391"/>
                  </a:cubicBezTo>
                  <a:cubicBezTo>
                    <a:pt x="176" y="390"/>
                    <a:pt x="174" y="389"/>
                    <a:pt x="175" y="388"/>
                  </a:cubicBezTo>
                  <a:cubicBezTo>
                    <a:pt x="178" y="385"/>
                    <a:pt x="181" y="394"/>
                    <a:pt x="178" y="396"/>
                  </a:cubicBezTo>
                  <a:cubicBezTo>
                    <a:pt x="176" y="397"/>
                    <a:pt x="174" y="397"/>
                    <a:pt x="173" y="396"/>
                  </a:cubicBezTo>
                  <a:cubicBezTo>
                    <a:pt x="173" y="396"/>
                    <a:pt x="172" y="392"/>
                    <a:pt x="172" y="391"/>
                  </a:cubicBezTo>
                  <a:close/>
                  <a:moveTo>
                    <a:pt x="172" y="439"/>
                  </a:moveTo>
                  <a:cubicBezTo>
                    <a:pt x="173" y="439"/>
                    <a:pt x="173" y="441"/>
                    <a:pt x="172" y="441"/>
                  </a:cubicBezTo>
                  <a:cubicBezTo>
                    <a:pt x="170" y="443"/>
                    <a:pt x="170" y="437"/>
                    <a:pt x="172" y="439"/>
                  </a:cubicBezTo>
                  <a:close/>
                  <a:moveTo>
                    <a:pt x="169" y="427"/>
                  </a:moveTo>
                  <a:cubicBezTo>
                    <a:pt x="166" y="428"/>
                    <a:pt x="167" y="422"/>
                    <a:pt x="169" y="422"/>
                  </a:cubicBezTo>
                  <a:cubicBezTo>
                    <a:pt x="171" y="422"/>
                    <a:pt x="171" y="426"/>
                    <a:pt x="169" y="427"/>
                  </a:cubicBezTo>
                  <a:close/>
                  <a:moveTo>
                    <a:pt x="165" y="288"/>
                  </a:moveTo>
                  <a:cubicBezTo>
                    <a:pt x="166" y="288"/>
                    <a:pt x="166" y="289"/>
                    <a:pt x="166" y="290"/>
                  </a:cubicBezTo>
                  <a:cubicBezTo>
                    <a:pt x="165" y="291"/>
                    <a:pt x="164" y="288"/>
                    <a:pt x="165" y="288"/>
                  </a:cubicBezTo>
                  <a:close/>
                  <a:moveTo>
                    <a:pt x="163" y="282"/>
                  </a:moveTo>
                  <a:cubicBezTo>
                    <a:pt x="164" y="282"/>
                    <a:pt x="164" y="284"/>
                    <a:pt x="163" y="284"/>
                  </a:cubicBezTo>
                  <a:cubicBezTo>
                    <a:pt x="162" y="286"/>
                    <a:pt x="161" y="282"/>
                    <a:pt x="163" y="282"/>
                  </a:cubicBezTo>
                  <a:close/>
                  <a:moveTo>
                    <a:pt x="161" y="324"/>
                  </a:moveTo>
                  <a:cubicBezTo>
                    <a:pt x="161" y="324"/>
                    <a:pt x="162" y="322"/>
                    <a:pt x="162" y="321"/>
                  </a:cubicBezTo>
                  <a:cubicBezTo>
                    <a:pt x="162" y="322"/>
                    <a:pt x="166" y="321"/>
                    <a:pt x="166" y="321"/>
                  </a:cubicBezTo>
                  <a:cubicBezTo>
                    <a:pt x="166" y="321"/>
                    <a:pt x="166" y="322"/>
                    <a:pt x="166" y="322"/>
                  </a:cubicBezTo>
                  <a:cubicBezTo>
                    <a:pt x="167" y="323"/>
                    <a:pt x="168" y="322"/>
                    <a:pt x="168" y="323"/>
                  </a:cubicBezTo>
                  <a:cubicBezTo>
                    <a:pt x="171" y="328"/>
                    <a:pt x="168" y="335"/>
                    <a:pt x="165" y="336"/>
                  </a:cubicBezTo>
                  <a:cubicBezTo>
                    <a:pt x="163" y="337"/>
                    <a:pt x="160" y="335"/>
                    <a:pt x="160" y="334"/>
                  </a:cubicBezTo>
                  <a:cubicBezTo>
                    <a:pt x="160" y="334"/>
                    <a:pt x="160" y="332"/>
                    <a:pt x="160" y="333"/>
                  </a:cubicBezTo>
                  <a:cubicBezTo>
                    <a:pt x="160" y="331"/>
                    <a:pt x="158" y="332"/>
                    <a:pt x="158" y="330"/>
                  </a:cubicBezTo>
                  <a:cubicBezTo>
                    <a:pt x="156" y="327"/>
                    <a:pt x="159" y="326"/>
                    <a:pt x="161" y="324"/>
                  </a:cubicBezTo>
                  <a:close/>
                  <a:moveTo>
                    <a:pt x="157" y="351"/>
                  </a:moveTo>
                  <a:cubicBezTo>
                    <a:pt x="159" y="352"/>
                    <a:pt x="156" y="353"/>
                    <a:pt x="157" y="351"/>
                  </a:cubicBezTo>
                  <a:close/>
                  <a:moveTo>
                    <a:pt x="157" y="367"/>
                  </a:moveTo>
                  <a:cubicBezTo>
                    <a:pt x="157" y="366"/>
                    <a:pt x="158" y="367"/>
                    <a:pt x="158" y="367"/>
                  </a:cubicBezTo>
                  <a:cubicBezTo>
                    <a:pt x="159" y="366"/>
                    <a:pt x="157" y="364"/>
                    <a:pt x="159" y="364"/>
                  </a:cubicBezTo>
                  <a:cubicBezTo>
                    <a:pt x="162" y="364"/>
                    <a:pt x="159" y="373"/>
                    <a:pt x="159" y="374"/>
                  </a:cubicBezTo>
                  <a:cubicBezTo>
                    <a:pt x="159" y="372"/>
                    <a:pt x="154" y="369"/>
                    <a:pt x="157" y="367"/>
                  </a:cubicBezTo>
                  <a:close/>
                  <a:moveTo>
                    <a:pt x="157" y="386"/>
                  </a:moveTo>
                  <a:cubicBezTo>
                    <a:pt x="158" y="386"/>
                    <a:pt x="157" y="388"/>
                    <a:pt x="156" y="389"/>
                  </a:cubicBezTo>
                  <a:cubicBezTo>
                    <a:pt x="155" y="389"/>
                    <a:pt x="155" y="385"/>
                    <a:pt x="157" y="386"/>
                  </a:cubicBezTo>
                  <a:close/>
                  <a:moveTo>
                    <a:pt x="155" y="373"/>
                  </a:moveTo>
                  <a:cubicBezTo>
                    <a:pt x="154" y="374"/>
                    <a:pt x="154" y="372"/>
                    <a:pt x="155" y="371"/>
                  </a:cubicBezTo>
                  <a:cubicBezTo>
                    <a:pt x="156" y="371"/>
                    <a:pt x="156" y="373"/>
                    <a:pt x="155" y="373"/>
                  </a:cubicBezTo>
                  <a:close/>
                  <a:moveTo>
                    <a:pt x="153" y="242"/>
                  </a:moveTo>
                  <a:cubicBezTo>
                    <a:pt x="153" y="242"/>
                    <a:pt x="154" y="237"/>
                    <a:pt x="155" y="238"/>
                  </a:cubicBezTo>
                  <a:cubicBezTo>
                    <a:pt x="156" y="238"/>
                    <a:pt x="154" y="243"/>
                    <a:pt x="154" y="241"/>
                  </a:cubicBezTo>
                  <a:cubicBezTo>
                    <a:pt x="153" y="247"/>
                    <a:pt x="153" y="255"/>
                    <a:pt x="152" y="262"/>
                  </a:cubicBezTo>
                  <a:cubicBezTo>
                    <a:pt x="152" y="262"/>
                    <a:pt x="151" y="264"/>
                    <a:pt x="151" y="264"/>
                  </a:cubicBezTo>
                  <a:cubicBezTo>
                    <a:pt x="149" y="265"/>
                    <a:pt x="152" y="246"/>
                    <a:pt x="153" y="242"/>
                  </a:cubicBezTo>
                  <a:close/>
                  <a:moveTo>
                    <a:pt x="150" y="352"/>
                  </a:moveTo>
                  <a:cubicBezTo>
                    <a:pt x="151" y="351"/>
                    <a:pt x="155" y="357"/>
                    <a:pt x="155" y="359"/>
                  </a:cubicBezTo>
                  <a:cubicBezTo>
                    <a:pt x="155" y="360"/>
                    <a:pt x="154" y="362"/>
                    <a:pt x="152" y="363"/>
                  </a:cubicBezTo>
                  <a:cubicBezTo>
                    <a:pt x="147" y="365"/>
                    <a:pt x="149" y="352"/>
                    <a:pt x="150" y="352"/>
                  </a:cubicBezTo>
                  <a:close/>
                  <a:moveTo>
                    <a:pt x="148" y="397"/>
                  </a:moveTo>
                  <a:cubicBezTo>
                    <a:pt x="148" y="397"/>
                    <a:pt x="148" y="398"/>
                    <a:pt x="148" y="398"/>
                  </a:cubicBezTo>
                  <a:cubicBezTo>
                    <a:pt x="146" y="396"/>
                    <a:pt x="149" y="396"/>
                    <a:pt x="148" y="397"/>
                  </a:cubicBezTo>
                  <a:close/>
                  <a:moveTo>
                    <a:pt x="147" y="373"/>
                  </a:moveTo>
                  <a:cubicBezTo>
                    <a:pt x="148" y="377"/>
                    <a:pt x="145" y="374"/>
                    <a:pt x="147" y="373"/>
                  </a:cubicBezTo>
                  <a:close/>
                  <a:moveTo>
                    <a:pt x="145" y="340"/>
                  </a:moveTo>
                  <a:cubicBezTo>
                    <a:pt x="148" y="342"/>
                    <a:pt x="144" y="344"/>
                    <a:pt x="145" y="340"/>
                  </a:cubicBezTo>
                  <a:close/>
                  <a:moveTo>
                    <a:pt x="145" y="351"/>
                  </a:moveTo>
                  <a:cubicBezTo>
                    <a:pt x="145" y="351"/>
                    <a:pt x="145" y="352"/>
                    <a:pt x="145" y="352"/>
                  </a:cubicBezTo>
                  <a:cubicBezTo>
                    <a:pt x="143" y="354"/>
                    <a:pt x="143" y="350"/>
                    <a:pt x="145" y="351"/>
                  </a:cubicBezTo>
                  <a:close/>
                  <a:moveTo>
                    <a:pt x="143" y="299"/>
                  </a:moveTo>
                  <a:cubicBezTo>
                    <a:pt x="143" y="299"/>
                    <a:pt x="144" y="301"/>
                    <a:pt x="143" y="301"/>
                  </a:cubicBezTo>
                  <a:cubicBezTo>
                    <a:pt x="142" y="303"/>
                    <a:pt x="142" y="298"/>
                    <a:pt x="143" y="299"/>
                  </a:cubicBezTo>
                  <a:close/>
                  <a:moveTo>
                    <a:pt x="143" y="429"/>
                  </a:moveTo>
                  <a:cubicBezTo>
                    <a:pt x="145" y="430"/>
                    <a:pt x="143" y="430"/>
                    <a:pt x="144" y="431"/>
                  </a:cubicBezTo>
                  <a:cubicBezTo>
                    <a:pt x="145" y="433"/>
                    <a:pt x="146" y="433"/>
                    <a:pt x="146" y="433"/>
                  </a:cubicBezTo>
                  <a:cubicBezTo>
                    <a:pt x="147" y="435"/>
                    <a:pt x="146" y="438"/>
                    <a:pt x="145" y="439"/>
                  </a:cubicBezTo>
                  <a:cubicBezTo>
                    <a:pt x="142" y="440"/>
                    <a:pt x="140" y="438"/>
                    <a:pt x="140" y="435"/>
                  </a:cubicBezTo>
                  <a:cubicBezTo>
                    <a:pt x="141" y="433"/>
                    <a:pt x="143" y="433"/>
                    <a:pt x="143" y="432"/>
                  </a:cubicBezTo>
                  <a:cubicBezTo>
                    <a:pt x="143" y="431"/>
                    <a:pt x="141" y="429"/>
                    <a:pt x="143" y="429"/>
                  </a:cubicBezTo>
                  <a:close/>
                  <a:moveTo>
                    <a:pt x="142" y="354"/>
                  </a:moveTo>
                  <a:cubicBezTo>
                    <a:pt x="143" y="355"/>
                    <a:pt x="140" y="357"/>
                    <a:pt x="142" y="354"/>
                  </a:cubicBezTo>
                  <a:close/>
                  <a:moveTo>
                    <a:pt x="141" y="298"/>
                  </a:moveTo>
                  <a:cubicBezTo>
                    <a:pt x="142" y="301"/>
                    <a:pt x="139" y="299"/>
                    <a:pt x="141" y="298"/>
                  </a:cubicBezTo>
                  <a:close/>
                  <a:moveTo>
                    <a:pt x="140" y="375"/>
                  </a:moveTo>
                  <a:cubicBezTo>
                    <a:pt x="141" y="375"/>
                    <a:pt x="142" y="377"/>
                    <a:pt x="141" y="378"/>
                  </a:cubicBezTo>
                  <a:cubicBezTo>
                    <a:pt x="140" y="380"/>
                    <a:pt x="139" y="375"/>
                    <a:pt x="140" y="375"/>
                  </a:cubicBezTo>
                  <a:close/>
                  <a:moveTo>
                    <a:pt x="142" y="405"/>
                  </a:moveTo>
                  <a:cubicBezTo>
                    <a:pt x="141" y="406"/>
                    <a:pt x="141" y="406"/>
                    <a:pt x="141" y="406"/>
                  </a:cubicBezTo>
                  <a:cubicBezTo>
                    <a:pt x="141" y="406"/>
                    <a:pt x="141" y="406"/>
                    <a:pt x="142" y="405"/>
                  </a:cubicBezTo>
                  <a:close/>
                  <a:moveTo>
                    <a:pt x="141" y="417"/>
                  </a:moveTo>
                  <a:cubicBezTo>
                    <a:pt x="142" y="418"/>
                    <a:pt x="141" y="420"/>
                    <a:pt x="141" y="420"/>
                  </a:cubicBezTo>
                  <a:cubicBezTo>
                    <a:pt x="139" y="422"/>
                    <a:pt x="139" y="417"/>
                    <a:pt x="141" y="417"/>
                  </a:cubicBezTo>
                  <a:close/>
                  <a:moveTo>
                    <a:pt x="137" y="465"/>
                  </a:moveTo>
                  <a:cubicBezTo>
                    <a:pt x="135" y="470"/>
                    <a:pt x="131" y="464"/>
                    <a:pt x="136" y="463"/>
                  </a:cubicBezTo>
                  <a:cubicBezTo>
                    <a:pt x="136" y="463"/>
                    <a:pt x="139" y="463"/>
                    <a:pt x="139" y="463"/>
                  </a:cubicBezTo>
                  <a:cubicBezTo>
                    <a:pt x="142" y="466"/>
                    <a:pt x="137" y="469"/>
                    <a:pt x="137" y="465"/>
                  </a:cubicBezTo>
                  <a:close/>
                  <a:moveTo>
                    <a:pt x="138" y="439"/>
                  </a:moveTo>
                  <a:cubicBezTo>
                    <a:pt x="139" y="439"/>
                    <a:pt x="139" y="440"/>
                    <a:pt x="139" y="441"/>
                  </a:cubicBezTo>
                  <a:cubicBezTo>
                    <a:pt x="138" y="441"/>
                    <a:pt x="138" y="439"/>
                    <a:pt x="138" y="439"/>
                  </a:cubicBezTo>
                  <a:close/>
                  <a:moveTo>
                    <a:pt x="138" y="452"/>
                  </a:moveTo>
                  <a:cubicBezTo>
                    <a:pt x="137" y="454"/>
                    <a:pt x="136" y="451"/>
                    <a:pt x="137" y="451"/>
                  </a:cubicBezTo>
                  <a:cubicBezTo>
                    <a:pt x="138" y="451"/>
                    <a:pt x="138" y="452"/>
                    <a:pt x="138" y="452"/>
                  </a:cubicBezTo>
                  <a:close/>
                  <a:moveTo>
                    <a:pt x="137" y="363"/>
                  </a:moveTo>
                  <a:cubicBezTo>
                    <a:pt x="137" y="363"/>
                    <a:pt x="135" y="363"/>
                    <a:pt x="135" y="364"/>
                  </a:cubicBezTo>
                  <a:cubicBezTo>
                    <a:pt x="133" y="367"/>
                    <a:pt x="138" y="377"/>
                    <a:pt x="134" y="379"/>
                  </a:cubicBezTo>
                  <a:cubicBezTo>
                    <a:pt x="132" y="380"/>
                    <a:pt x="133" y="366"/>
                    <a:pt x="134" y="364"/>
                  </a:cubicBezTo>
                  <a:cubicBezTo>
                    <a:pt x="134" y="360"/>
                    <a:pt x="134" y="356"/>
                    <a:pt x="134" y="353"/>
                  </a:cubicBezTo>
                  <a:cubicBezTo>
                    <a:pt x="134" y="353"/>
                    <a:pt x="135" y="352"/>
                    <a:pt x="135" y="352"/>
                  </a:cubicBezTo>
                  <a:cubicBezTo>
                    <a:pt x="137" y="353"/>
                    <a:pt x="135" y="355"/>
                    <a:pt x="135" y="357"/>
                  </a:cubicBezTo>
                  <a:cubicBezTo>
                    <a:pt x="135" y="360"/>
                    <a:pt x="138" y="360"/>
                    <a:pt x="137" y="363"/>
                  </a:cubicBezTo>
                  <a:close/>
                  <a:moveTo>
                    <a:pt x="133" y="337"/>
                  </a:moveTo>
                  <a:cubicBezTo>
                    <a:pt x="134" y="338"/>
                    <a:pt x="132" y="339"/>
                    <a:pt x="133" y="337"/>
                  </a:cubicBezTo>
                  <a:close/>
                  <a:moveTo>
                    <a:pt x="136" y="331"/>
                  </a:moveTo>
                  <a:cubicBezTo>
                    <a:pt x="137" y="332"/>
                    <a:pt x="136" y="334"/>
                    <a:pt x="136" y="334"/>
                  </a:cubicBezTo>
                  <a:cubicBezTo>
                    <a:pt x="135" y="335"/>
                    <a:pt x="135" y="331"/>
                    <a:pt x="136" y="331"/>
                  </a:cubicBezTo>
                  <a:close/>
                  <a:moveTo>
                    <a:pt x="133" y="322"/>
                  </a:moveTo>
                  <a:cubicBezTo>
                    <a:pt x="134" y="322"/>
                    <a:pt x="135" y="323"/>
                    <a:pt x="134" y="324"/>
                  </a:cubicBezTo>
                  <a:cubicBezTo>
                    <a:pt x="133" y="325"/>
                    <a:pt x="132" y="322"/>
                    <a:pt x="133" y="322"/>
                  </a:cubicBezTo>
                  <a:close/>
                  <a:moveTo>
                    <a:pt x="133" y="325"/>
                  </a:moveTo>
                  <a:cubicBezTo>
                    <a:pt x="135" y="324"/>
                    <a:pt x="136" y="328"/>
                    <a:pt x="134" y="329"/>
                  </a:cubicBezTo>
                  <a:cubicBezTo>
                    <a:pt x="132" y="331"/>
                    <a:pt x="132" y="325"/>
                    <a:pt x="133" y="325"/>
                  </a:cubicBezTo>
                  <a:close/>
                  <a:moveTo>
                    <a:pt x="132" y="371"/>
                  </a:moveTo>
                  <a:cubicBezTo>
                    <a:pt x="132" y="371"/>
                    <a:pt x="131" y="371"/>
                    <a:pt x="131" y="371"/>
                  </a:cubicBezTo>
                  <a:cubicBezTo>
                    <a:pt x="131" y="370"/>
                    <a:pt x="133" y="370"/>
                    <a:pt x="132" y="371"/>
                  </a:cubicBezTo>
                  <a:close/>
                  <a:moveTo>
                    <a:pt x="129" y="374"/>
                  </a:moveTo>
                  <a:cubicBezTo>
                    <a:pt x="129" y="376"/>
                    <a:pt x="127" y="374"/>
                    <a:pt x="129" y="374"/>
                  </a:cubicBezTo>
                  <a:close/>
                  <a:moveTo>
                    <a:pt x="128" y="318"/>
                  </a:moveTo>
                  <a:cubicBezTo>
                    <a:pt x="128" y="319"/>
                    <a:pt x="127" y="319"/>
                    <a:pt x="127" y="320"/>
                  </a:cubicBezTo>
                  <a:cubicBezTo>
                    <a:pt x="127" y="320"/>
                    <a:pt x="127" y="318"/>
                    <a:pt x="128" y="318"/>
                  </a:cubicBezTo>
                  <a:close/>
                  <a:moveTo>
                    <a:pt x="126" y="325"/>
                  </a:moveTo>
                  <a:cubicBezTo>
                    <a:pt x="127" y="326"/>
                    <a:pt x="126" y="328"/>
                    <a:pt x="126" y="329"/>
                  </a:cubicBezTo>
                  <a:cubicBezTo>
                    <a:pt x="124" y="329"/>
                    <a:pt x="126" y="326"/>
                    <a:pt x="126" y="325"/>
                  </a:cubicBezTo>
                  <a:close/>
                  <a:moveTo>
                    <a:pt x="124" y="375"/>
                  </a:moveTo>
                  <a:cubicBezTo>
                    <a:pt x="124" y="374"/>
                    <a:pt x="125" y="375"/>
                    <a:pt x="125" y="375"/>
                  </a:cubicBezTo>
                  <a:cubicBezTo>
                    <a:pt x="125" y="375"/>
                    <a:pt x="124" y="375"/>
                    <a:pt x="124" y="375"/>
                  </a:cubicBezTo>
                  <a:close/>
                  <a:moveTo>
                    <a:pt x="120" y="352"/>
                  </a:moveTo>
                  <a:cubicBezTo>
                    <a:pt x="121" y="352"/>
                    <a:pt x="122" y="353"/>
                    <a:pt x="121" y="354"/>
                  </a:cubicBezTo>
                  <a:cubicBezTo>
                    <a:pt x="120" y="356"/>
                    <a:pt x="119" y="352"/>
                    <a:pt x="120" y="352"/>
                  </a:cubicBezTo>
                  <a:close/>
                  <a:moveTo>
                    <a:pt x="124" y="362"/>
                  </a:moveTo>
                  <a:cubicBezTo>
                    <a:pt x="126" y="364"/>
                    <a:pt x="124" y="368"/>
                    <a:pt x="121" y="367"/>
                  </a:cubicBezTo>
                  <a:cubicBezTo>
                    <a:pt x="120" y="367"/>
                    <a:pt x="121" y="364"/>
                    <a:pt x="120" y="362"/>
                  </a:cubicBezTo>
                  <a:cubicBezTo>
                    <a:pt x="121" y="365"/>
                    <a:pt x="124" y="362"/>
                    <a:pt x="124" y="362"/>
                  </a:cubicBezTo>
                  <a:close/>
                  <a:moveTo>
                    <a:pt x="121" y="425"/>
                  </a:moveTo>
                  <a:cubicBezTo>
                    <a:pt x="121" y="425"/>
                    <a:pt x="120" y="425"/>
                    <a:pt x="120" y="425"/>
                  </a:cubicBezTo>
                  <a:cubicBezTo>
                    <a:pt x="118" y="423"/>
                    <a:pt x="123" y="422"/>
                    <a:pt x="121" y="425"/>
                  </a:cubicBezTo>
                  <a:close/>
                  <a:moveTo>
                    <a:pt x="119" y="435"/>
                  </a:moveTo>
                  <a:cubicBezTo>
                    <a:pt x="118" y="435"/>
                    <a:pt x="119" y="435"/>
                    <a:pt x="119" y="434"/>
                  </a:cubicBezTo>
                  <a:cubicBezTo>
                    <a:pt x="119" y="434"/>
                    <a:pt x="119" y="435"/>
                    <a:pt x="119" y="435"/>
                  </a:cubicBezTo>
                  <a:close/>
                  <a:moveTo>
                    <a:pt x="112" y="346"/>
                  </a:moveTo>
                  <a:cubicBezTo>
                    <a:pt x="112" y="346"/>
                    <a:pt x="114" y="344"/>
                    <a:pt x="116" y="345"/>
                  </a:cubicBezTo>
                  <a:cubicBezTo>
                    <a:pt x="118" y="345"/>
                    <a:pt x="119" y="348"/>
                    <a:pt x="119" y="351"/>
                  </a:cubicBezTo>
                  <a:cubicBezTo>
                    <a:pt x="118" y="352"/>
                    <a:pt x="117" y="355"/>
                    <a:pt x="117" y="355"/>
                  </a:cubicBezTo>
                  <a:cubicBezTo>
                    <a:pt x="117" y="355"/>
                    <a:pt x="113" y="354"/>
                    <a:pt x="112" y="352"/>
                  </a:cubicBezTo>
                  <a:cubicBezTo>
                    <a:pt x="112" y="352"/>
                    <a:pt x="111" y="347"/>
                    <a:pt x="112" y="346"/>
                  </a:cubicBezTo>
                  <a:close/>
                  <a:moveTo>
                    <a:pt x="111" y="354"/>
                  </a:moveTo>
                  <a:cubicBezTo>
                    <a:pt x="112" y="354"/>
                    <a:pt x="111" y="355"/>
                    <a:pt x="111" y="355"/>
                  </a:cubicBezTo>
                  <a:cubicBezTo>
                    <a:pt x="110" y="356"/>
                    <a:pt x="110" y="353"/>
                    <a:pt x="111" y="354"/>
                  </a:cubicBezTo>
                  <a:close/>
                  <a:moveTo>
                    <a:pt x="110" y="283"/>
                  </a:moveTo>
                  <a:cubicBezTo>
                    <a:pt x="110" y="283"/>
                    <a:pt x="110" y="284"/>
                    <a:pt x="110" y="284"/>
                  </a:cubicBezTo>
                  <a:cubicBezTo>
                    <a:pt x="109" y="286"/>
                    <a:pt x="109" y="282"/>
                    <a:pt x="110" y="283"/>
                  </a:cubicBezTo>
                  <a:close/>
                  <a:moveTo>
                    <a:pt x="108" y="299"/>
                  </a:moveTo>
                  <a:cubicBezTo>
                    <a:pt x="109" y="299"/>
                    <a:pt x="109" y="300"/>
                    <a:pt x="109" y="301"/>
                  </a:cubicBezTo>
                  <a:cubicBezTo>
                    <a:pt x="108" y="302"/>
                    <a:pt x="107" y="299"/>
                    <a:pt x="108" y="299"/>
                  </a:cubicBezTo>
                  <a:close/>
                  <a:moveTo>
                    <a:pt x="109" y="347"/>
                  </a:moveTo>
                  <a:cubicBezTo>
                    <a:pt x="111" y="348"/>
                    <a:pt x="110" y="352"/>
                    <a:pt x="109" y="353"/>
                  </a:cubicBezTo>
                  <a:cubicBezTo>
                    <a:pt x="106" y="355"/>
                    <a:pt x="106" y="346"/>
                    <a:pt x="109" y="347"/>
                  </a:cubicBezTo>
                  <a:close/>
                  <a:moveTo>
                    <a:pt x="108" y="421"/>
                  </a:moveTo>
                  <a:cubicBezTo>
                    <a:pt x="109" y="422"/>
                    <a:pt x="107" y="425"/>
                    <a:pt x="107" y="425"/>
                  </a:cubicBezTo>
                  <a:cubicBezTo>
                    <a:pt x="104" y="426"/>
                    <a:pt x="106" y="420"/>
                    <a:pt x="108" y="421"/>
                  </a:cubicBezTo>
                  <a:close/>
                  <a:moveTo>
                    <a:pt x="105" y="283"/>
                  </a:moveTo>
                  <a:cubicBezTo>
                    <a:pt x="106" y="283"/>
                    <a:pt x="107" y="285"/>
                    <a:pt x="106" y="286"/>
                  </a:cubicBezTo>
                  <a:cubicBezTo>
                    <a:pt x="104" y="287"/>
                    <a:pt x="104" y="284"/>
                    <a:pt x="105" y="283"/>
                  </a:cubicBezTo>
                  <a:close/>
                  <a:moveTo>
                    <a:pt x="105" y="425"/>
                  </a:moveTo>
                  <a:cubicBezTo>
                    <a:pt x="105" y="423"/>
                    <a:pt x="104" y="426"/>
                    <a:pt x="105" y="425"/>
                  </a:cubicBezTo>
                  <a:close/>
                  <a:moveTo>
                    <a:pt x="104" y="301"/>
                  </a:moveTo>
                  <a:cubicBezTo>
                    <a:pt x="106" y="302"/>
                    <a:pt x="103" y="304"/>
                    <a:pt x="104" y="301"/>
                  </a:cubicBezTo>
                  <a:close/>
                  <a:moveTo>
                    <a:pt x="104" y="370"/>
                  </a:moveTo>
                  <a:cubicBezTo>
                    <a:pt x="104" y="370"/>
                    <a:pt x="104" y="372"/>
                    <a:pt x="104" y="372"/>
                  </a:cubicBezTo>
                  <a:cubicBezTo>
                    <a:pt x="103" y="373"/>
                    <a:pt x="103" y="370"/>
                    <a:pt x="104" y="370"/>
                  </a:cubicBezTo>
                  <a:close/>
                  <a:moveTo>
                    <a:pt x="102" y="425"/>
                  </a:moveTo>
                  <a:cubicBezTo>
                    <a:pt x="103" y="426"/>
                    <a:pt x="103" y="426"/>
                    <a:pt x="103" y="426"/>
                  </a:cubicBezTo>
                  <a:cubicBezTo>
                    <a:pt x="104" y="426"/>
                    <a:pt x="106" y="426"/>
                    <a:pt x="104" y="428"/>
                  </a:cubicBezTo>
                  <a:cubicBezTo>
                    <a:pt x="104" y="428"/>
                    <a:pt x="104" y="428"/>
                    <a:pt x="103" y="428"/>
                  </a:cubicBezTo>
                  <a:cubicBezTo>
                    <a:pt x="103" y="428"/>
                    <a:pt x="103" y="428"/>
                    <a:pt x="103" y="427"/>
                  </a:cubicBezTo>
                  <a:cubicBezTo>
                    <a:pt x="102" y="428"/>
                    <a:pt x="102" y="428"/>
                    <a:pt x="102" y="428"/>
                  </a:cubicBezTo>
                  <a:cubicBezTo>
                    <a:pt x="100" y="429"/>
                    <a:pt x="100" y="424"/>
                    <a:pt x="102" y="425"/>
                  </a:cubicBezTo>
                  <a:close/>
                  <a:moveTo>
                    <a:pt x="101" y="363"/>
                  </a:moveTo>
                  <a:cubicBezTo>
                    <a:pt x="99" y="362"/>
                    <a:pt x="101" y="362"/>
                    <a:pt x="101" y="363"/>
                  </a:cubicBezTo>
                  <a:close/>
                  <a:moveTo>
                    <a:pt x="100" y="315"/>
                  </a:moveTo>
                  <a:cubicBezTo>
                    <a:pt x="100" y="318"/>
                    <a:pt x="98" y="316"/>
                    <a:pt x="100" y="315"/>
                  </a:cubicBezTo>
                  <a:close/>
                  <a:moveTo>
                    <a:pt x="99" y="422"/>
                  </a:moveTo>
                  <a:cubicBezTo>
                    <a:pt x="99" y="422"/>
                    <a:pt x="100" y="423"/>
                    <a:pt x="99" y="424"/>
                  </a:cubicBezTo>
                  <a:cubicBezTo>
                    <a:pt x="98" y="426"/>
                    <a:pt x="98" y="421"/>
                    <a:pt x="99" y="422"/>
                  </a:cubicBezTo>
                  <a:close/>
                  <a:moveTo>
                    <a:pt x="96" y="297"/>
                  </a:moveTo>
                  <a:cubicBezTo>
                    <a:pt x="97" y="298"/>
                    <a:pt x="95" y="298"/>
                    <a:pt x="96" y="297"/>
                  </a:cubicBezTo>
                  <a:cubicBezTo>
                    <a:pt x="96" y="297"/>
                    <a:pt x="96" y="297"/>
                    <a:pt x="96" y="297"/>
                  </a:cubicBezTo>
                  <a:close/>
                  <a:moveTo>
                    <a:pt x="96" y="305"/>
                  </a:moveTo>
                  <a:cubicBezTo>
                    <a:pt x="96" y="305"/>
                    <a:pt x="96" y="304"/>
                    <a:pt x="96" y="303"/>
                  </a:cubicBezTo>
                  <a:cubicBezTo>
                    <a:pt x="96" y="303"/>
                    <a:pt x="97" y="304"/>
                    <a:pt x="96" y="305"/>
                  </a:cubicBezTo>
                  <a:close/>
                  <a:moveTo>
                    <a:pt x="96" y="380"/>
                  </a:moveTo>
                  <a:cubicBezTo>
                    <a:pt x="97" y="380"/>
                    <a:pt x="97" y="383"/>
                    <a:pt x="96" y="384"/>
                  </a:cubicBezTo>
                  <a:cubicBezTo>
                    <a:pt x="93" y="385"/>
                    <a:pt x="94" y="379"/>
                    <a:pt x="96" y="380"/>
                  </a:cubicBezTo>
                  <a:close/>
                  <a:moveTo>
                    <a:pt x="95" y="393"/>
                  </a:moveTo>
                  <a:cubicBezTo>
                    <a:pt x="94" y="391"/>
                    <a:pt x="97" y="391"/>
                    <a:pt x="95" y="393"/>
                  </a:cubicBezTo>
                  <a:close/>
                  <a:moveTo>
                    <a:pt x="97" y="431"/>
                  </a:moveTo>
                  <a:cubicBezTo>
                    <a:pt x="97" y="432"/>
                    <a:pt x="95" y="434"/>
                    <a:pt x="94" y="434"/>
                  </a:cubicBezTo>
                  <a:cubicBezTo>
                    <a:pt x="95" y="434"/>
                    <a:pt x="94" y="436"/>
                    <a:pt x="93" y="436"/>
                  </a:cubicBezTo>
                  <a:cubicBezTo>
                    <a:pt x="93" y="435"/>
                    <a:pt x="93" y="433"/>
                    <a:pt x="94" y="434"/>
                  </a:cubicBezTo>
                  <a:cubicBezTo>
                    <a:pt x="93" y="433"/>
                    <a:pt x="93" y="430"/>
                    <a:pt x="94" y="430"/>
                  </a:cubicBezTo>
                  <a:cubicBezTo>
                    <a:pt x="95" y="430"/>
                    <a:pt x="97" y="431"/>
                    <a:pt x="97" y="431"/>
                  </a:cubicBezTo>
                  <a:close/>
                  <a:moveTo>
                    <a:pt x="93" y="359"/>
                  </a:moveTo>
                  <a:cubicBezTo>
                    <a:pt x="94" y="362"/>
                    <a:pt x="91" y="360"/>
                    <a:pt x="93" y="359"/>
                  </a:cubicBezTo>
                  <a:close/>
                  <a:moveTo>
                    <a:pt x="93" y="379"/>
                  </a:moveTo>
                  <a:cubicBezTo>
                    <a:pt x="94" y="382"/>
                    <a:pt x="91" y="380"/>
                    <a:pt x="93" y="379"/>
                  </a:cubicBezTo>
                  <a:close/>
                  <a:moveTo>
                    <a:pt x="92" y="391"/>
                  </a:moveTo>
                  <a:cubicBezTo>
                    <a:pt x="92" y="393"/>
                    <a:pt x="91" y="393"/>
                    <a:pt x="91" y="391"/>
                  </a:cubicBezTo>
                  <a:cubicBezTo>
                    <a:pt x="91" y="391"/>
                    <a:pt x="92" y="391"/>
                    <a:pt x="92" y="391"/>
                  </a:cubicBezTo>
                  <a:close/>
                  <a:moveTo>
                    <a:pt x="89" y="352"/>
                  </a:moveTo>
                  <a:cubicBezTo>
                    <a:pt x="90" y="354"/>
                    <a:pt x="88" y="354"/>
                    <a:pt x="89" y="352"/>
                  </a:cubicBezTo>
                  <a:close/>
                  <a:moveTo>
                    <a:pt x="89" y="400"/>
                  </a:moveTo>
                  <a:cubicBezTo>
                    <a:pt x="88" y="401"/>
                    <a:pt x="90" y="399"/>
                    <a:pt x="89" y="400"/>
                  </a:cubicBezTo>
                  <a:close/>
                  <a:moveTo>
                    <a:pt x="87" y="362"/>
                  </a:moveTo>
                  <a:cubicBezTo>
                    <a:pt x="88" y="361"/>
                    <a:pt x="89" y="364"/>
                    <a:pt x="88" y="364"/>
                  </a:cubicBezTo>
                  <a:cubicBezTo>
                    <a:pt x="87" y="365"/>
                    <a:pt x="86" y="362"/>
                    <a:pt x="87" y="362"/>
                  </a:cubicBezTo>
                  <a:close/>
                  <a:moveTo>
                    <a:pt x="85" y="385"/>
                  </a:moveTo>
                  <a:cubicBezTo>
                    <a:pt x="86" y="384"/>
                    <a:pt x="87" y="385"/>
                    <a:pt x="87" y="385"/>
                  </a:cubicBezTo>
                  <a:cubicBezTo>
                    <a:pt x="89" y="388"/>
                    <a:pt x="84" y="388"/>
                    <a:pt x="85" y="385"/>
                  </a:cubicBezTo>
                  <a:close/>
                  <a:moveTo>
                    <a:pt x="86" y="398"/>
                  </a:moveTo>
                  <a:cubicBezTo>
                    <a:pt x="86" y="398"/>
                    <a:pt x="85" y="398"/>
                    <a:pt x="85" y="398"/>
                  </a:cubicBezTo>
                  <a:cubicBezTo>
                    <a:pt x="85" y="397"/>
                    <a:pt x="86" y="398"/>
                    <a:pt x="86" y="398"/>
                  </a:cubicBezTo>
                  <a:close/>
                  <a:moveTo>
                    <a:pt x="87" y="400"/>
                  </a:moveTo>
                  <a:cubicBezTo>
                    <a:pt x="88" y="400"/>
                    <a:pt x="87" y="402"/>
                    <a:pt x="88" y="402"/>
                  </a:cubicBezTo>
                  <a:cubicBezTo>
                    <a:pt x="88" y="403"/>
                    <a:pt x="91" y="402"/>
                    <a:pt x="92" y="402"/>
                  </a:cubicBezTo>
                  <a:cubicBezTo>
                    <a:pt x="92" y="402"/>
                    <a:pt x="94" y="405"/>
                    <a:pt x="94" y="405"/>
                  </a:cubicBezTo>
                  <a:cubicBezTo>
                    <a:pt x="96" y="408"/>
                    <a:pt x="92" y="411"/>
                    <a:pt x="92" y="414"/>
                  </a:cubicBezTo>
                  <a:cubicBezTo>
                    <a:pt x="90" y="412"/>
                    <a:pt x="86" y="411"/>
                    <a:pt x="86" y="407"/>
                  </a:cubicBezTo>
                  <a:cubicBezTo>
                    <a:pt x="83" y="412"/>
                    <a:pt x="83" y="400"/>
                    <a:pt x="87" y="400"/>
                  </a:cubicBezTo>
                  <a:close/>
                  <a:moveTo>
                    <a:pt x="84" y="412"/>
                  </a:moveTo>
                  <a:cubicBezTo>
                    <a:pt x="84" y="412"/>
                    <a:pt x="84" y="413"/>
                    <a:pt x="84" y="413"/>
                  </a:cubicBezTo>
                  <a:cubicBezTo>
                    <a:pt x="83" y="414"/>
                    <a:pt x="83" y="412"/>
                    <a:pt x="84" y="412"/>
                  </a:cubicBezTo>
                  <a:close/>
                  <a:moveTo>
                    <a:pt x="82" y="395"/>
                  </a:moveTo>
                  <a:cubicBezTo>
                    <a:pt x="83" y="395"/>
                    <a:pt x="84" y="397"/>
                    <a:pt x="83" y="398"/>
                  </a:cubicBezTo>
                  <a:cubicBezTo>
                    <a:pt x="81" y="398"/>
                    <a:pt x="81" y="396"/>
                    <a:pt x="82" y="395"/>
                  </a:cubicBezTo>
                  <a:close/>
                  <a:moveTo>
                    <a:pt x="81" y="405"/>
                  </a:moveTo>
                  <a:cubicBezTo>
                    <a:pt x="81" y="405"/>
                    <a:pt x="81" y="405"/>
                    <a:pt x="81" y="405"/>
                  </a:cubicBezTo>
                  <a:cubicBezTo>
                    <a:pt x="79" y="406"/>
                    <a:pt x="83" y="403"/>
                    <a:pt x="81" y="405"/>
                  </a:cubicBezTo>
                  <a:close/>
                  <a:moveTo>
                    <a:pt x="80" y="427"/>
                  </a:moveTo>
                  <a:cubicBezTo>
                    <a:pt x="80" y="425"/>
                    <a:pt x="82" y="427"/>
                    <a:pt x="80" y="427"/>
                  </a:cubicBezTo>
                  <a:close/>
                  <a:moveTo>
                    <a:pt x="79" y="403"/>
                  </a:moveTo>
                  <a:cubicBezTo>
                    <a:pt x="80" y="402"/>
                    <a:pt x="80" y="403"/>
                    <a:pt x="80" y="403"/>
                  </a:cubicBezTo>
                  <a:cubicBezTo>
                    <a:pt x="80" y="403"/>
                    <a:pt x="79" y="403"/>
                    <a:pt x="79" y="403"/>
                  </a:cubicBezTo>
                  <a:close/>
                  <a:moveTo>
                    <a:pt x="79" y="352"/>
                  </a:moveTo>
                  <a:cubicBezTo>
                    <a:pt x="79" y="355"/>
                    <a:pt x="78" y="357"/>
                    <a:pt x="79" y="361"/>
                  </a:cubicBezTo>
                  <a:cubicBezTo>
                    <a:pt x="77" y="359"/>
                    <a:pt x="77" y="353"/>
                    <a:pt x="79" y="352"/>
                  </a:cubicBezTo>
                  <a:close/>
                  <a:moveTo>
                    <a:pt x="79" y="363"/>
                  </a:moveTo>
                  <a:cubicBezTo>
                    <a:pt x="78" y="366"/>
                    <a:pt x="80" y="370"/>
                    <a:pt x="79" y="372"/>
                  </a:cubicBezTo>
                  <a:cubicBezTo>
                    <a:pt x="78" y="375"/>
                    <a:pt x="76" y="365"/>
                    <a:pt x="79" y="363"/>
                  </a:cubicBezTo>
                  <a:close/>
                  <a:moveTo>
                    <a:pt x="77" y="429"/>
                  </a:moveTo>
                  <a:cubicBezTo>
                    <a:pt x="79" y="430"/>
                    <a:pt x="78" y="431"/>
                    <a:pt x="78" y="432"/>
                  </a:cubicBezTo>
                  <a:cubicBezTo>
                    <a:pt x="80" y="429"/>
                    <a:pt x="81" y="434"/>
                    <a:pt x="83" y="433"/>
                  </a:cubicBezTo>
                  <a:cubicBezTo>
                    <a:pt x="82" y="436"/>
                    <a:pt x="84" y="439"/>
                    <a:pt x="82" y="441"/>
                  </a:cubicBezTo>
                  <a:cubicBezTo>
                    <a:pt x="81" y="442"/>
                    <a:pt x="79" y="442"/>
                    <a:pt x="78" y="441"/>
                  </a:cubicBezTo>
                  <a:cubicBezTo>
                    <a:pt x="76" y="440"/>
                    <a:pt x="75" y="433"/>
                    <a:pt x="75" y="432"/>
                  </a:cubicBezTo>
                  <a:cubicBezTo>
                    <a:pt x="75" y="433"/>
                    <a:pt x="78" y="431"/>
                    <a:pt x="77" y="429"/>
                  </a:cubicBezTo>
                  <a:close/>
                  <a:moveTo>
                    <a:pt x="76" y="420"/>
                  </a:move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lose/>
                  <a:moveTo>
                    <a:pt x="76" y="370"/>
                  </a:moveTo>
                  <a:cubicBezTo>
                    <a:pt x="78" y="371"/>
                    <a:pt x="76" y="374"/>
                    <a:pt x="76" y="370"/>
                  </a:cubicBezTo>
                  <a:close/>
                  <a:moveTo>
                    <a:pt x="75" y="384"/>
                  </a:moveTo>
                  <a:cubicBezTo>
                    <a:pt x="76" y="386"/>
                    <a:pt x="74" y="386"/>
                    <a:pt x="75" y="384"/>
                  </a:cubicBezTo>
                  <a:close/>
                  <a:moveTo>
                    <a:pt x="75" y="426"/>
                  </a:moveTo>
                  <a:cubicBezTo>
                    <a:pt x="74" y="426"/>
                    <a:pt x="75" y="424"/>
                    <a:pt x="75" y="426"/>
                  </a:cubicBezTo>
                  <a:close/>
                  <a:moveTo>
                    <a:pt x="74" y="369"/>
                  </a:moveTo>
                  <a:cubicBezTo>
                    <a:pt x="74" y="371"/>
                    <a:pt x="74" y="367"/>
                    <a:pt x="74" y="369"/>
                  </a:cubicBezTo>
                  <a:close/>
                  <a:moveTo>
                    <a:pt x="57" y="427"/>
                  </a:moveTo>
                  <a:cubicBezTo>
                    <a:pt x="55" y="426"/>
                    <a:pt x="55" y="426"/>
                    <a:pt x="56" y="423"/>
                  </a:cubicBezTo>
                  <a:cubicBezTo>
                    <a:pt x="57" y="424"/>
                    <a:pt x="60" y="430"/>
                    <a:pt x="57" y="427"/>
                  </a:cubicBezTo>
                  <a:close/>
                  <a:moveTo>
                    <a:pt x="58" y="394"/>
                  </a:moveTo>
                  <a:cubicBezTo>
                    <a:pt x="58" y="395"/>
                    <a:pt x="57" y="395"/>
                    <a:pt x="57" y="395"/>
                  </a:cubicBezTo>
                  <a:cubicBezTo>
                    <a:pt x="57" y="395"/>
                    <a:pt x="57" y="393"/>
                    <a:pt x="58" y="394"/>
                  </a:cubicBezTo>
                  <a:close/>
                  <a:moveTo>
                    <a:pt x="60" y="383"/>
                  </a:moveTo>
                  <a:cubicBezTo>
                    <a:pt x="60" y="384"/>
                    <a:pt x="59" y="382"/>
                    <a:pt x="59" y="382"/>
                  </a:cubicBezTo>
                  <a:cubicBezTo>
                    <a:pt x="60" y="381"/>
                    <a:pt x="60" y="382"/>
                    <a:pt x="60" y="383"/>
                  </a:cubicBezTo>
                  <a:close/>
                  <a:moveTo>
                    <a:pt x="62" y="438"/>
                  </a:moveTo>
                  <a:cubicBezTo>
                    <a:pt x="61" y="439"/>
                    <a:pt x="61" y="436"/>
                    <a:pt x="61" y="436"/>
                  </a:cubicBezTo>
                  <a:cubicBezTo>
                    <a:pt x="62" y="435"/>
                    <a:pt x="63" y="437"/>
                    <a:pt x="62" y="438"/>
                  </a:cubicBezTo>
                  <a:close/>
                  <a:moveTo>
                    <a:pt x="63" y="434"/>
                  </a:moveTo>
                  <a:cubicBezTo>
                    <a:pt x="64" y="434"/>
                    <a:pt x="64" y="435"/>
                    <a:pt x="64" y="435"/>
                  </a:cubicBezTo>
                  <a:cubicBezTo>
                    <a:pt x="63" y="436"/>
                    <a:pt x="62" y="433"/>
                    <a:pt x="63" y="434"/>
                  </a:cubicBezTo>
                  <a:close/>
                  <a:moveTo>
                    <a:pt x="63" y="409"/>
                  </a:moveTo>
                  <a:cubicBezTo>
                    <a:pt x="62" y="410"/>
                    <a:pt x="62" y="407"/>
                    <a:pt x="63" y="409"/>
                  </a:cubicBezTo>
                  <a:close/>
                  <a:moveTo>
                    <a:pt x="64" y="436"/>
                  </a:moveTo>
                  <a:cubicBezTo>
                    <a:pt x="65" y="437"/>
                    <a:pt x="63" y="438"/>
                    <a:pt x="64" y="436"/>
                  </a:cubicBezTo>
                  <a:close/>
                  <a:moveTo>
                    <a:pt x="66" y="438"/>
                  </a:moveTo>
                  <a:cubicBezTo>
                    <a:pt x="66" y="439"/>
                    <a:pt x="65" y="437"/>
                    <a:pt x="65" y="437"/>
                  </a:cubicBezTo>
                  <a:cubicBezTo>
                    <a:pt x="66" y="437"/>
                    <a:pt x="66" y="437"/>
                    <a:pt x="66" y="438"/>
                  </a:cubicBezTo>
                  <a:close/>
                  <a:moveTo>
                    <a:pt x="67" y="426"/>
                  </a:moveTo>
                  <a:cubicBezTo>
                    <a:pt x="68" y="426"/>
                    <a:pt x="68" y="427"/>
                    <a:pt x="68" y="428"/>
                  </a:cubicBezTo>
                  <a:cubicBezTo>
                    <a:pt x="67" y="428"/>
                    <a:pt x="67" y="426"/>
                    <a:pt x="67" y="426"/>
                  </a:cubicBezTo>
                  <a:close/>
                  <a:moveTo>
                    <a:pt x="68" y="438"/>
                  </a:moveTo>
                  <a:cubicBezTo>
                    <a:pt x="67" y="439"/>
                    <a:pt x="70" y="438"/>
                    <a:pt x="68" y="438"/>
                  </a:cubicBezTo>
                  <a:close/>
                  <a:moveTo>
                    <a:pt x="69" y="428"/>
                  </a:moveTo>
                  <a:cubicBezTo>
                    <a:pt x="70" y="428"/>
                    <a:pt x="70" y="429"/>
                    <a:pt x="70" y="430"/>
                  </a:cubicBezTo>
                  <a:cubicBezTo>
                    <a:pt x="70" y="431"/>
                    <a:pt x="69" y="429"/>
                    <a:pt x="69" y="428"/>
                  </a:cubicBezTo>
                  <a:close/>
                  <a:moveTo>
                    <a:pt x="70" y="403"/>
                  </a:moveTo>
                  <a:cubicBezTo>
                    <a:pt x="70" y="401"/>
                    <a:pt x="70" y="404"/>
                    <a:pt x="70" y="403"/>
                  </a:cubicBezTo>
                  <a:close/>
                  <a:moveTo>
                    <a:pt x="72" y="435"/>
                  </a:moveTo>
                  <a:cubicBezTo>
                    <a:pt x="70" y="436"/>
                    <a:pt x="70" y="433"/>
                    <a:pt x="71" y="433"/>
                  </a:cubicBezTo>
                  <a:cubicBezTo>
                    <a:pt x="72" y="432"/>
                    <a:pt x="73" y="434"/>
                    <a:pt x="72" y="435"/>
                  </a:cubicBezTo>
                  <a:close/>
                  <a:moveTo>
                    <a:pt x="72" y="432"/>
                  </a:moveTo>
                  <a:cubicBezTo>
                    <a:pt x="71" y="431"/>
                    <a:pt x="71" y="430"/>
                    <a:pt x="70" y="429"/>
                  </a:cubicBezTo>
                  <a:cubicBezTo>
                    <a:pt x="71" y="430"/>
                    <a:pt x="72" y="431"/>
                    <a:pt x="72" y="432"/>
                  </a:cubicBezTo>
                  <a:close/>
                  <a:moveTo>
                    <a:pt x="70" y="364"/>
                  </a:moveTo>
                  <a:cubicBezTo>
                    <a:pt x="68" y="366"/>
                    <a:pt x="67" y="361"/>
                    <a:pt x="69" y="360"/>
                  </a:cubicBezTo>
                  <a:cubicBezTo>
                    <a:pt x="70" y="360"/>
                    <a:pt x="71" y="363"/>
                    <a:pt x="70" y="364"/>
                  </a:cubicBezTo>
                  <a:close/>
                  <a:moveTo>
                    <a:pt x="68" y="340"/>
                  </a:moveTo>
                  <a:cubicBezTo>
                    <a:pt x="71" y="345"/>
                    <a:pt x="67" y="346"/>
                    <a:pt x="68" y="340"/>
                  </a:cubicBezTo>
                  <a:close/>
                  <a:moveTo>
                    <a:pt x="69" y="393"/>
                  </a:moveTo>
                  <a:cubicBezTo>
                    <a:pt x="70" y="394"/>
                    <a:pt x="70" y="395"/>
                    <a:pt x="69" y="395"/>
                  </a:cubicBezTo>
                  <a:cubicBezTo>
                    <a:pt x="67" y="397"/>
                    <a:pt x="67" y="390"/>
                    <a:pt x="69" y="393"/>
                  </a:cubicBezTo>
                  <a:close/>
                  <a:moveTo>
                    <a:pt x="66" y="377"/>
                  </a:moveTo>
                  <a:cubicBezTo>
                    <a:pt x="67" y="377"/>
                    <a:pt x="68" y="378"/>
                    <a:pt x="67" y="379"/>
                  </a:cubicBezTo>
                  <a:cubicBezTo>
                    <a:pt x="66" y="380"/>
                    <a:pt x="65" y="377"/>
                    <a:pt x="66" y="377"/>
                  </a:cubicBezTo>
                  <a:close/>
                  <a:moveTo>
                    <a:pt x="65" y="423"/>
                  </a:moveTo>
                  <a:cubicBezTo>
                    <a:pt x="65" y="424"/>
                    <a:pt x="64" y="420"/>
                    <a:pt x="65" y="420"/>
                  </a:cubicBezTo>
                  <a:cubicBezTo>
                    <a:pt x="66" y="420"/>
                    <a:pt x="66" y="422"/>
                    <a:pt x="65" y="423"/>
                  </a:cubicBezTo>
                  <a:close/>
                  <a:moveTo>
                    <a:pt x="65" y="406"/>
                  </a:moveTo>
                  <a:cubicBezTo>
                    <a:pt x="65" y="407"/>
                    <a:pt x="65" y="405"/>
                    <a:pt x="64" y="404"/>
                  </a:cubicBezTo>
                  <a:cubicBezTo>
                    <a:pt x="66" y="404"/>
                    <a:pt x="65" y="406"/>
                    <a:pt x="65" y="406"/>
                  </a:cubicBezTo>
                  <a:close/>
                  <a:moveTo>
                    <a:pt x="65" y="377"/>
                  </a:moveTo>
                  <a:cubicBezTo>
                    <a:pt x="65" y="377"/>
                    <a:pt x="65" y="378"/>
                    <a:pt x="65" y="378"/>
                  </a:cubicBezTo>
                  <a:cubicBezTo>
                    <a:pt x="64" y="380"/>
                    <a:pt x="63" y="376"/>
                    <a:pt x="65" y="377"/>
                  </a:cubicBezTo>
                  <a:close/>
                  <a:moveTo>
                    <a:pt x="62" y="377"/>
                  </a:moveTo>
                  <a:cubicBezTo>
                    <a:pt x="64" y="376"/>
                    <a:pt x="65" y="381"/>
                    <a:pt x="63" y="382"/>
                  </a:cubicBezTo>
                  <a:cubicBezTo>
                    <a:pt x="61" y="384"/>
                    <a:pt x="61" y="378"/>
                    <a:pt x="62" y="377"/>
                  </a:cubicBezTo>
                  <a:close/>
                  <a:moveTo>
                    <a:pt x="61" y="384"/>
                  </a:moveTo>
                  <a:cubicBezTo>
                    <a:pt x="61" y="384"/>
                    <a:pt x="62" y="386"/>
                    <a:pt x="62" y="387"/>
                  </a:cubicBezTo>
                  <a:cubicBezTo>
                    <a:pt x="61" y="388"/>
                    <a:pt x="60" y="384"/>
                    <a:pt x="61" y="384"/>
                  </a:cubicBezTo>
                  <a:close/>
                  <a:moveTo>
                    <a:pt x="59" y="359"/>
                  </a:moveTo>
                  <a:cubicBezTo>
                    <a:pt x="60" y="358"/>
                    <a:pt x="61" y="362"/>
                    <a:pt x="60" y="362"/>
                  </a:cubicBezTo>
                  <a:cubicBezTo>
                    <a:pt x="58" y="363"/>
                    <a:pt x="58" y="359"/>
                    <a:pt x="59" y="359"/>
                  </a:cubicBezTo>
                  <a:close/>
                  <a:moveTo>
                    <a:pt x="57" y="368"/>
                  </a:moveTo>
                  <a:cubicBezTo>
                    <a:pt x="58" y="368"/>
                    <a:pt x="58" y="370"/>
                    <a:pt x="57" y="370"/>
                  </a:cubicBezTo>
                  <a:cubicBezTo>
                    <a:pt x="56" y="371"/>
                    <a:pt x="56" y="367"/>
                    <a:pt x="57" y="368"/>
                  </a:cubicBezTo>
                  <a:close/>
                  <a:moveTo>
                    <a:pt x="57" y="352"/>
                  </a:moveTo>
                  <a:cubicBezTo>
                    <a:pt x="57" y="354"/>
                    <a:pt x="56" y="354"/>
                    <a:pt x="56" y="352"/>
                  </a:cubicBezTo>
                  <a:cubicBezTo>
                    <a:pt x="56" y="352"/>
                    <a:pt x="56" y="352"/>
                    <a:pt x="57" y="352"/>
                  </a:cubicBezTo>
                  <a:close/>
                  <a:moveTo>
                    <a:pt x="57" y="422"/>
                  </a:moveTo>
                  <a:cubicBezTo>
                    <a:pt x="56" y="423"/>
                    <a:pt x="55" y="421"/>
                    <a:pt x="56" y="421"/>
                  </a:cubicBezTo>
                  <a:cubicBezTo>
                    <a:pt x="56" y="420"/>
                    <a:pt x="57" y="421"/>
                    <a:pt x="57" y="422"/>
                  </a:cubicBezTo>
                  <a:close/>
                  <a:moveTo>
                    <a:pt x="55" y="396"/>
                  </a:moveTo>
                  <a:cubicBezTo>
                    <a:pt x="55" y="396"/>
                    <a:pt x="56" y="397"/>
                    <a:pt x="56" y="398"/>
                  </a:cubicBezTo>
                  <a:cubicBezTo>
                    <a:pt x="55" y="399"/>
                    <a:pt x="54" y="397"/>
                    <a:pt x="55" y="396"/>
                  </a:cubicBezTo>
                  <a:close/>
                  <a:moveTo>
                    <a:pt x="53" y="387"/>
                  </a:moveTo>
                  <a:cubicBezTo>
                    <a:pt x="53" y="387"/>
                    <a:pt x="54" y="388"/>
                    <a:pt x="53" y="389"/>
                  </a:cubicBezTo>
                  <a:cubicBezTo>
                    <a:pt x="52" y="390"/>
                    <a:pt x="51" y="387"/>
                    <a:pt x="53" y="387"/>
                  </a:cubicBezTo>
                  <a:close/>
                  <a:moveTo>
                    <a:pt x="13" y="370"/>
                  </a:moveTo>
                  <a:cubicBezTo>
                    <a:pt x="14" y="371"/>
                    <a:pt x="12" y="371"/>
                    <a:pt x="13" y="370"/>
                  </a:cubicBezTo>
                  <a:close/>
                  <a:moveTo>
                    <a:pt x="49" y="418"/>
                  </a:moveTo>
                  <a:cubicBezTo>
                    <a:pt x="51" y="418"/>
                    <a:pt x="49" y="420"/>
                    <a:pt x="49" y="418"/>
                  </a:cubicBezTo>
                  <a:close/>
                  <a:moveTo>
                    <a:pt x="51" y="423"/>
                  </a:moveTo>
                  <a:cubicBezTo>
                    <a:pt x="50" y="424"/>
                    <a:pt x="51" y="419"/>
                    <a:pt x="51" y="423"/>
                  </a:cubicBezTo>
                  <a:cubicBezTo>
                    <a:pt x="51" y="423"/>
                    <a:pt x="51" y="423"/>
                    <a:pt x="51" y="423"/>
                  </a:cubicBezTo>
                  <a:close/>
                  <a:moveTo>
                    <a:pt x="51" y="402"/>
                  </a:moveTo>
                  <a:cubicBezTo>
                    <a:pt x="50" y="402"/>
                    <a:pt x="50" y="401"/>
                    <a:pt x="50" y="401"/>
                  </a:cubicBezTo>
                  <a:cubicBezTo>
                    <a:pt x="51" y="401"/>
                    <a:pt x="51" y="401"/>
                    <a:pt x="51" y="402"/>
                  </a:cubicBezTo>
                  <a:close/>
                  <a:moveTo>
                    <a:pt x="50" y="364"/>
                  </a:moveTo>
                  <a:cubicBezTo>
                    <a:pt x="49" y="365"/>
                    <a:pt x="49" y="361"/>
                    <a:pt x="50" y="361"/>
                  </a:cubicBezTo>
                  <a:cubicBezTo>
                    <a:pt x="50" y="360"/>
                    <a:pt x="51" y="363"/>
                    <a:pt x="50" y="364"/>
                  </a:cubicBezTo>
                  <a:close/>
                  <a:moveTo>
                    <a:pt x="50" y="340"/>
                  </a:moveTo>
                  <a:cubicBezTo>
                    <a:pt x="50" y="340"/>
                    <a:pt x="51" y="341"/>
                    <a:pt x="50" y="342"/>
                  </a:cubicBezTo>
                  <a:cubicBezTo>
                    <a:pt x="50" y="343"/>
                    <a:pt x="50" y="341"/>
                    <a:pt x="50" y="340"/>
                  </a:cubicBezTo>
                  <a:close/>
                  <a:moveTo>
                    <a:pt x="45" y="343"/>
                  </a:moveTo>
                  <a:cubicBezTo>
                    <a:pt x="43" y="342"/>
                    <a:pt x="45" y="340"/>
                    <a:pt x="45" y="343"/>
                  </a:cubicBezTo>
                  <a:close/>
                  <a:moveTo>
                    <a:pt x="33" y="345"/>
                  </a:moveTo>
                  <a:cubicBezTo>
                    <a:pt x="33" y="345"/>
                    <a:pt x="33" y="346"/>
                    <a:pt x="33" y="346"/>
                  </a:cubicBezTo>
                  <a:cubicBezTo>
                    <a:pt x="31" y="346"/>
                    <a:pt x="35" y="343"/>
                    <a:pt x="33" y="345"/>
                  </a:cubicBezTo>
                  <a:close/>
                  <a:moveTo>
                    <a:pt x="32" y="346"/>
                  </a:moveTo>
                  <a:cubicBezTo>
                    <a:pt x="31" y="347"/>
                    <a:pt x="35" y="345"/>
                    <a:pt x="34" y="345"/>
                  </a:cubicBezTo>
                  <a:cubicBezTo>
                    <a:pt x="35" y="345"/>
                    <a:pt x="38" y="351"/>
                    <a:pt x="37" y="355"/>
                  </a:cubicBezTo>
                  <a:cubicBezTo>
                    <a:pt x="37" y="354"/>
                    <a:pt x="34" y="356"/>
                    <a:pt x="34" y="357"/>
                  </a:cubicBezTo>
                  <a:cubicBezTo>
                    <a:pt x="33" y="356"/>
                    <a:pt x="30" y="349"/>
                    <a:pt x="32" y="346"/>
                  </a:cubicBezTo>
                  <a:close/>
                  <a:moveTo>
                    <a:pt x="31" y="370"/>
                  </a:moveTo>
                  <a:cubicBezTo>
                    <a:pt x="32" y="370"/>
                    <a:pt x="32" y="371"/>
                    <a:pt x="32" y="372"/>
                  </a:cubicBezTo>
                  <a:cubicBezTo>
                    <a:pt x="32" y="373"/>
                    <a:pt x="30" y="370"/>
                    <a:pt x="31" y="370"/>
                  </a:cubicBezTo>
                  <a:close/>
                  <a:moveTo>
                    <a:pt x="16" y="392"/>
                  </a:moveTo>
                  <a:cubicBezTo>
                    <a:pt x="15" y="391"/>
                    <a:pt x="14" y="386"/>
                    <a:pt x="14" y="383"/>
                  </a:cubicBezTo>
                  <a:cubicBezTo>
                    <a:pt x="14" y="383"/>
                    <a:pt x="14" y="384"/>
                    <a:pt x="14" y="384"/>
                  </a:cubicBezTo>
                  <a:cubicBezTo>
                    <a:pt x="15" y="387"/>
                    <a:pt x="17" y="389"/>
                    <a:pt x="16" y="392"/>
                  </a:cubicBezTo>
                  <a:close/>
                  <a:moveTo>
                    <a:pt x="20" y="381"/>
                  </a:moveTo>
                  <a:cubicBezTo>
                    <a:pt x="15" y="383"/>
                    <a:pt x="12" y="373"/>
                    <a:pt x="15" y="371"/>
                  </a:cubicBezTo>
                  <a:cubicBezTo>
                    <a:pt x="18" y="370"/>
                    <a:pt x="25" y="379"/>
                    <a:pt x="20" y="381"/>
                  </a:cubicBezTo>
                  <a:close/>
                  <a:moveTo>
                    <a:pt x="21" y="396"/>
                  </a:moveTo>
                  <a:cubicBezTo>
                    <a:pt x="23" y="396"/>
                    <a:pt x="21" y="398"/>
                    <a:pt x="21" y="396"/>
                  </a:cubicBezTo>
                  <a:close/>
                  <a:moveTo>
                    <a:pt x="22" y="368"/>
                  </a:moveTo>
                  <a:cubicBezTo>
                    <a:pt x="20" y="369"/>
                    <a:pt x="17" y="364"/>
                    <a:pt x="19" y="363"/>
                  </a:cubicBezTo>
                  <a:cubicBezTo>
                    <a:pt x="19" y="363"/>
                    <a:pt x="20" y="362"/>
                    <a:pt x="20" y="362"/>
                  </a:cubicBezTo>
                  <a:cubicBezTo>
                    <a:pt x="23" y="361"/>
                    <a:pt x="24" y="367"/>
                    <a:pt x="22" y="368"/>
                  </a:cubicBezTo>
                  <a:close/>
                  <a:moveTo>
                    <a:pt x="23" y="397"/>
                  </a:moveTo>
                  <a:cubicBezTo>
                    <a:pt x="24" y="398"/>
                    <a:pt x="23" y="401"/>
                    <a:pt x="23" y="397"/>
                  </a:cubicBezTo>
                  <a:close/>
                  <a:moveTo>
                    <a:pt x="27" y="376"/>
                  </a:moveTo>
                  <a:cubicBezTo>
                    <a:pt x="28" y="375"/>
                    <a:pt x="31" y="380"/>
                    <a:pt x="29" y="381"/>
                  </a:cubicBezTo>
                  <a:cubicBezTo>
                    <a:pt x="27" y="382"/>
                    <a:pt x="26" y="377"/>
                    <a:pt x="27" y="376"/>
                  </a:cubicBezTo>
                  <a:close/>
                  <a:moveTo>
                    <a:pt x="26" y="382"/>
                  </a:moveTo>
                  <a:cubicBezTo>
                    <a:pt x="26" y="382"/>
                    <a:pt x="27" y="382"/>
                    <a:pt x="27" y="383"/>
                  </a:cubicBezTo>
                  <a:cubicBezTo>
                    <a:pt x="27" y="383"/>
                    <a:pt x="26" y="383"/>
                    <a:pt x="26" y="382"/>
                  </a:cubicBezTo>
                  <a:close/>
                  <a:moveTo>
                    <a:pt x="33" y="400"/>
                  </a:moveTo>
                  <a:cubicBezTo>
                    <a:pt x="34" y="403"/>
                    <a:pt x="32" y="404"/>
                    <a:pt x="33" y="400"/>
                  </a:cubicBezTo>
                  <a:close/>
                  <a:moveTo>
                    <a:pt x="34" y="395"/>
                  </a:moveTo>
                  <a:cubicBezTo>
                    <a:pt x="32" y="396"/>
                    <a:pt x="29" y="395"/>
                    <a:pt x="28" y="393"/>
                  </a:cubicBezTo>
                  <a:cubicBezTo>
                    <a:pt x="28" y="393"/>
                    <a:pt x="29" y="392"/>
                    <a:pt x="29" y="391"/>
                  </a:cubicBezTo>
                  <a:cubicBezTo>
                    <a:pt x="28" y="389"/>
                    <a:pt x="26" y="390"/>
                    <a:pt x="28" y="388"/>
                  </a:cubicBezTo>
                  <a:cubicBezTo>
                    <a:pt x="30" y="387"/>
                    <a:pt x="27" y="387"/>
                    <a:pt x="29" y="386"/>
                  </a:cubicBezTo>
                  <a:cubicBezTo>
                    <a:pt x="30" y="386"/>
                    <a:pt x="31" y="382"/>
                    <a:pt x="33" y="382"/>
                  </a:cubicBezTo>
                  <a:cubicBezTo>
                    <a:pt x="34" y="382"/>
                    <a:pt x="34" y="385"/>
                    <a:pt x="35" y="385"/>
                  </a:cubicBezTo>
                  <a:cubicBezTo>
                    <a:pt x="38" y="386"/>
                    <a:pt x="35" y="385"/>
                    <a:pt x="36" y="387"/>
                  </a:cubicBezTo>
                  <a:cubicBezTo>
                    <a:pt x="36" y="387"/>
                    <a:pt x="38" y="388"/>
                    <a:pt x="38" y="388"/>
                  </a:cubicBezTo>
                  <a:cubicBezTo>
                    <a:pt x="38" y="390"/>
                    <a:pt x="36" y="395"/>
                    <a:pt x="34" y="395"/>
                  </a:cubicBezTo>
                  <a:close/>
                  <a:moveTo>
                    <a:pt x="39" y="373"/>
                  </a:moveTo>
                  <a:cubicBezTo>
                    <a:pt x="40" y="374"/>
                    <a:pt x="40" y="375"/>
                    <a:pt x="40" y="376"/>
                  </a:cubicBezTo>
                  <a:cubicBezTo>
                    <a:pt x="38" y="377"/>
                    <a:pt x="37" y="373"/>
                    <a:pt x="39" y="373"/>
                  </a:cubicBezTo>
                  <a:close/>
                  <a:moveTo>
                    <a:pt x="39" y="406"/>
                  </a:moveTo>
                  <a:cubicBezTo>
                    <a:pt x="40" y="406"/>
                    <a:pt x="38" y="408"/>
                    <a:pt x="39" y="406"/>
                  </a:cubicBezTo>
                  <a:close/>
                  <a:moveTo>
                    <a:pt x="40" y="384"/>
                  </a:moveTo>
                  <a:cubicBezTo>
                    <a:pt x="40" y="384"/>
                    <a:pt x="41" y="385"/>
                    <a:pt x="40" y="386"/>
                  </a:cubicBezTo>
                  <a:cubicBezTo>
                    <a:pt x="40" y="386"/>
                    <a:pt x="39" y="385"/>
                    <a:pt x="40" y="384"/>
                  </a:cubicBezTo>
                  <a:close/>
                  <a:moveTo>
                    <a:pt x="42" y="412"/>
                  </a:moveTo>
                  <a:cubicBezTo>
                    <a:pt x="41" y="414"/>
                    <a:pt x="40" y="411"/>
                    <a:pt x="41" y="411"/>
                  </a:cubicBezTo>
                  <a:cubicBezTo>
                    <a:pt x="41" y="411"/>
                    <a:pt x="42" y="411"/>
                    <a:pt x="42" y="412"/>
                  </a:cubicBezTo>
                  <a:close/>
                  <a:moveTo>
                    <a:pt x="43" y="354"/>
                  </a:moveTo>
                  <a:cubicBezTo>
                    <a:pt x="43" y="355"/>
                    <a:pt x="42" y="353"/>
                    <a:pt x="43" y="353"/>
                  </a:cubicBezTo>
                  <a:cubicBezTo>
                    <a:pt x="43" y="353"/>
                    <a:pt x="44" y="354"/>
                    <a:pt x="43" y="354"/>
                  </a:cubicBezTo>
                  <a:close/>
                  <a:moveTo>
                    <a:pt x="45" y="344"/>
                  </a:moveTo>
                  <a:cubicBezTo>
                    <a:pt x="45" y="344"/>
                    <a:pt x="47" y="345"/>
                    <a:pt x="48" y="344"/>
                  </a:cubicBezTo>
                  <a:cubicBezTo>
                    <a:pt x="46" y="345"/>
                    <a:pt x="50" y="347"/>
                    <a:pt x="50" y="348"/>
                  </a:cubicBezTo>
                  <a:cubicBezTo>
                    <a:pt x="50" y="349"/>
                    <a:pt x="50" y="355"/>
                    <a:pt x="46" y="354"/>
                  </a:cubicBezTo>
                  <a:cubicBezTo>
                    <a:pt x="43" y="353"/>
                    <a:pt x="43" y="346"/>
                    <a:pt x="45" y="344"/>
                  </a:cubicBezTo>
                  <a:close/>
                  <a:moveTo>
                    <a:pt x="48" y="390"/>
                  </a:moveTo>
                  <a:cubicBezTo>
                    <a:pt x="49" y="390"/>
                    <a:pt x="47" y="392"/>
                    <a:pt x="48" y="390"/>
                  </a:cubicBezTo>
                  <a:close/>
                  <a:moveTo>
                    <a:pt x="48" y="406"/>
                  </a:moveTo>
                  <a:cubicBezTo>
                    <a:pt x="47" y="407"/>
                    <a:pt x="47" y="405"/>
                    <a:pt x="48" y="404"/>
                  </a:cubicBezTo>
                  <a:cubicBezTo>
                    <a:pt x="48" y="404"/>
                    <a:pt x="48" y="405"/>
                    <a:pt x="48" y="406"/>
                  </a:cubicBezTo>
                  <a:close/>
                  <a:moveTo>
                    <a:pt x="46" y="416"/>
                  </a:moveTo>
                  <a:cubicBezTo>
                    <a:pt x="47" y="417"/>
                    <a:pt x="47" y="418"/>
                    <a:pt x="48" y="419"/>
                  </a:cubicBezTo>
                  <a:cubicBezTo>
                    <a:pt x="46" y="419"/>
                    <a:pt x="47" y="417"/>
                    <a:pt x="46" y="416"/>
                  </a:cubicBezTo>
                  <a:close/>
                  <a:moveTo>
                    <a:pt x="45" y="412"/>
                  </a:moveTo>
                  <a:cubicBezTo>
                    <a:pt x="46" y="411"/>
                    <a:pt x="45" y="410"/>
                    <a:pt x="45" y="410"/>
                  </a:cubicBezTo>
                  <a:cubicBezTo>
                    <a:pt x="47" y="409"/>
                    <a:pt x="46" y="411"/>
                    <a:pt x="48" y="412"/>
                  </a:cubicBezTo>
                  <a:cubicBezTo>
                    <a:pt x="48" y="412"/>
                    <a:pt x="49" y="412"/>
                    <a:pt x="49" y="412"/>
                  </a:cubicBezTo>
                  <a:cubicBezTo>
                    <a:pt x="50" y="414"/>
                    <a:pt x="49" y="416"/>
                    <a:pt x="48" y="416"/>
                  </a:cubicBezTo>
                  <a:cubicBezTo>
                    <a:pt x="45" y="417"/>
                    <a:pt x="44" y="414"/>
                    <a:pt x="45" y="4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43EDFC-836A-88C7-4EC2-095B669D346C}"/>
                </a:ext>
              </a:extLst>
            </p:cNvPr>
            <p:cNvSpPr/>
            <p:nvPr/>
          </p:nvSpPr>
          <p:spPr>
            <a:xfrm>
              <a:off x="6566717" y="3812875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13" name="Freeform 140">
              <a:extLst>
                <a:ext uri="{FF2B5EF4-FFF2-40B4-BE49-F238E27FC236}">
                  <a16:creationId xmlns:a16="http://schemas.microsoft.com/office/drawing/2014/main" id="{39EFCEBE-A07C-4EE5-5D39-93C8AE14C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37278" y="1707772"/>
              <a:ext cx="2029127" cy="1930777"/>
            </a:xfrm>
            <a:custGeom>
              <a:avLst/>
              <a:gdLst>
                <a:gd name="T0" fmla="*/ 138 w 832"/>
                <a:gd name="T1" fmla="*/ 476 h 793"/>
                <a:gd name="T2" fmla="*/ 201 w 832"/>
                <a:gd name="T3" fmla="*/ 469 h 793"/>
                <a:gd name="T4" fmla="*/ 181 w 832"/>
                <a:gd name="T5" fmla="*/ 508 h 793"/>
                <a:gd name="T6" fmla="*/ 228 w 832"/>
                <a:gd name="T7" fmla="*/ 531 h 793"/>
                <a:gd name="T8" fmla="*/ 299 w 832"/>
                <a:gd name="T9" fmla="*/ 524 h 793"/>
                <a:gd name="T10" fmla="*/ 313 w 832"/>
                <a:gd name="T11" fmla="*/ 582 h 793"/>
                <a:gd name="T12" fmla="*/ 386 w 832"/>
                <a:gd name="T13" fmla="*/ 657 h 793"/>
                <a:gd name="T14" fmla="*/ 377 w 832"/>
                <a:gd name="T15" fmla="*/ 733 h 793"/>
                <a:gd name="T16" fmla="*/ 730 w 832"/>
                <a:gd name="T17" fmla="*/ 282 h 793"/>
                <a:gd name="T18" fmla="*/ 710 w 832"/>
                <a:gd name="T19" fmla="*/ 255 h 793"/>
                <a:gd name="T20" fmla="*/ 636 w 832"/>
                <a:gd name="T21" fmla="*/ 285 h 793"/>
                <a:gd name="T22" fmla="*/ 609 w 832"/>
                <a:gd name="T23" fmla="*/ 220 h 793"/>
                <a:gd name="T24" fmla="*/ 513 w 832"/>
                <a:gd name="T25" fmla="*/ 163 h 793"/>
                <a:gd name="T26" fmla="*/ 489 w 832"/>
                <a:gd name="T27" fmla="*/ 92 h 793"/>
                <a:gd name="T28" fmla="*/ 475 w 832"/>
                <a:gd name="T29" fmla="*/ 43 h 793"/>
                <a:gd name="T30" fmla="*/ 354 w 832"/>
                <a:gd name="T31" fmla="*/ 39 h 793"/>
                <a:gd name="T32" fmla="*/ 277 w 832"/>
                <a:gd name="T33" fmla="*/ 496 h 793"/>
                <a:gd name="T34" fmla="*/ 815 w 832"/>
                <a:gd name="T35" fmla="*/ 374 h 793"/>
                <a:gd name="T36" fmla="*/ 776 w 832"/>
                <a:gd name="T37" fmla="*/ 327 h 793"/>
                <a:gd name="T38" fmla="*/ 741 w 832"/>
                <a:gd name="T39" fmla="*/ 324 h 793"/>
                <a:gd name="T40" fmla="*/ 695 w 832"/>
                <a:gd name="T41" fmla="*/ 438 h 793"/>
                <a:gd name="T42" fmla="*/ 691 w 832"/>
                <a:gd name="T43" fmla="*/ 299 h 793"/>
                <a:gd name="T44" fmla="*/ 644 w 832"/>
                <a:gd name="T45" fmla="*/ 398 h 793"/>
                <a:gd name="T46" fmla="*/ 484 w 832"/>
                <a:gd name="T47" fmla="*/ 157 h 793"/>
                <a:gd name="T48" fmla="*/ 527 w 832"/>
                <a:gd name="T49" fmla="*/ 671 h 793"/>
                <a:gd name="T50" fmla="*/ 570 w 832"/>
                <a:gd name="T51" fmla="*/ 335 h 793"/>
                <a:gd name="T52" fmla="*/ 591 w 832"/>
                <a:gd name="T53" fmla="*/ 396 h 793"/>
                <a:gd name="T54" fmla="*/ 613 w 832"/>
                <a:gd name="T55" fmla="*/ 276 h 793"/>
                <a:gd name="T56" fmla="*/ 607 w 832"/>
                <a:gd name="T57" fmla="*/ 228 h 793"/>
                <a:gd name="T58" fmla="*/ 549 w 832"/>
                <a:gd name="T59" fmla="*/ 270 h 793"/>
                <a:gd name="T60" fmla="*/ 506 w 832"/>
                <a:gd name="T61" fmla="*/ 202 h 793"/>
                <a:gd name="T62" fmla="*/ 481 w 832"/>
                <a:gd name="T63" fmla="*/ 85 h 793"/>
                <a:gd name="T64" fmla="*/ 300 w 832"/>
                <a:gd name="T65" fmla="*/ 462 h 793"/>
                <a:gd name="T66" fmla="*/ 312 w 832"/>
                <a:gd name="T67" fmla="*/ 574 h 793"/>
                <a:gd name="T68" fmla="*/ 341 w 832"/>
                <a:gd name="T69" fmla="*/ 515 h 793"/>
                <a:gd name="T70" fmla="*/ 319 w 832"/>
                <a:gd name="T71" fmla="*/ 563 h 793"/>
                <a:gd name="T72" fmla="*/ 367 w 832"/>
                <a:gd name="T73" fmla="*/ 558 h 793"/>
                <a:gd name="T74" fmla="*/ 445 w 832"/>
                <a:gd name="T75" fmla="*/ 112 h 793"/>
                <a:gd name="T76" fmla="*/ 469 w 832"/>
                <a:gd name="T77" fmla="*/ 613 h 793"/>
                <a:gd name="T78" fmla="*/ 416 w 832"/>
                <a:gd name="T79" fmla="*/ 113 h 793"/>
                <a:gd name="T80" fmla="*/ 432 w 832"/>
                <a:gd name="T81" fmla="*/ 246 h 793"/>
                <a:gd name="T82" fmla="*/ 442 w 832"/>
                <a:gd name="T83" fmla="*/ 577 h 793"/>
                <a:gd name="T84" fmla="*/ 427 w 832"/>
                <a:gd name="T85" fmla="*/ 695 h 793"/>
                <a:gd name="T86" fmla="*/ 469 w 832"/>
                <a:gd name="T87" fmla="*/ 188 h 793"/>
                <a:gd name="T88" fmla="*/ 410 w 832"/>
                <a:gd name="T89" fmla="*/ 668 h 793"/>
                <a:gd name="T90" fmla="*/ 409 w 832"/>
                <a:gd name="T91" fmla="*/ 52 h 793"/>
                <a:gd name="T92" fmla="*/ 411 w 832"/>
                <a:gd name="T93" fmla="*/ 701 h 793"/>
                <a:gd name="T94" fmla="*/ 472 w 832"/>
                <a:gd name="T95" fmla="*/ 674 h 793"/>
                <a:gd name="T96" fmla="*/ 442 w 832"/>
                <a:gd name="T97" fmla="*/ 6 h 793"/>
                <a:gd name="T98" fmla="*/ 387 w 832"/>
                <a:gd name="T99" fmla="*/ 67 h 793"/>
                <a:gd name="T100" fmla="*/ 360 w 832"/>
                <a:gd name="T101" fmla="*/ 68 h 793"/>
                <a:gd name="T102" fmla="*/ 290 w 832"/>
                <a:gd name="T103" fmla="*/ 379 h 793"/>
                <a:gd name="T104" fmla="*/ 238 w 832"/>
                <a:gd name="T105" fmla="*/ 443 h 793"/>
                <a:gd name="T106" fmla="*/ 231 w 832"/>
                <a:gd name="T107" fmla="*/ 395 h 793"/>
                <a:gd name="T108" fmla="*/ 75 w 832"/>
                <a:gd name="T109" fmla="*/ 451 h 793"/>
                <a:gd name="T110" fmla="*/ 124 w 832"/>
                <a:gd name="T111" fmla="*/ 420 h 793"/>
                <a:gd name="T112" fmla="*/ 149 w 832"/>
                <a:gd name="T113" fmla="*/ 411 h 793"/>
                <a:gd name="T114" fmla="*/ 173 w 832"/>
                <a:gd name="T115" fmla="*/ 418 h 793"/>
                <a:gd name="T116" fmla="*/ 187 w 832"/>
                <a:gd name="T117" fmla="*/ 433 h 793"/>
                <a:gd name="T118" fmla="*/ 147 w 832"/>
                <a:gd name="T119" fmla="*/ 373 h 793"/>
                <a:gd name="T120" fmla="*/ 108 w 832"/>
                <a:gd name="T121" fmla="*/ 299 h 793"/>
                <a:gd name="T122" fmla="*/ 78 w 832"/>
                <a:gd name="T123" fmla="*/ 441 h 793"/>
                <a:gd name="T124" fmla="*/ 49 w 832"/>
                <a:gd name="T125" fmla="*/ 418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32" h="793">
                  <a:moveTo>
                    <a:pt x="49" y="426"/>
                  </a:moveTo>
                  <a:cubicBezTo>
                    <a:pt x="70" y="447"/>
                    <a:pt x="70" y="447"/>
                    <a:pt x="70" y="447"/>
                  </a:cubicBezTo>
                  <a:cubicBezTo>
                    <a:pt x="71" y="445"/>
                    <a:pt x="72" y="443"/>
                    <a:pt x="73" y="446"/>
                  </a:cubicBezTo>
                  <a:cubicBezTo>
                    <a:pt x="73" y="446"/>
                    <a:pt x="74" y="448"/>
                    <a:pt x="72" y="449"/>
                  </a:cubicBezTo>
                  <a:cubicBezTo>
                    <a:pt x="72" y="449"/>
                    <a:pt x="72" y="449"/>
                    <a:pt x="72" y="449"/>
                  </a:cubicBezTo>
                  <a:cubicBezTo>
                    <a:pt x="76" y="453"/>
                    <a:pt x="76" y="453"/>
                    <a:pt x="76" y="453"/>
                  </a:cubicBezTo>
                  <a:cubicBezTo>
                    <a:pt x="76" y="451"/>
                    <a:pt x="76" y="449"/>
                    <a:pt x="76" y="449"/>
                  </a:cubicBezTo>
                  <a:cubicBezTo>
                    <a:pt x="77" y="449"/>
                    <a:pt x="78" y="450"/>
                    <a:pt x="78" y="451"/>
                  </a:cubicBezTo>
                  <a:cubicBezTo>
                    <a:pt x="78" y="451"/>
                    <a:pt x="78" y="451"/>
                    <a:pt x="78" y="451"/>
                  </a:cubicBezTo>
                  <a:cubicBezTo>
                    <a:pt x="79" y="452"/>
                    <a:pt x="78" y="454"/>
                    <a:pt x="78" y="455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0" y="457"/>
                    <a:pt x="80" y="457"/>
                    <a:pt x="80" y="457"/>
                  </a:cubicBezTo>
                  <a:cubicBezTo>
                    <a:pt x="81" y="458"/>
                    <a:pt x="83" y="459"/>
                    <a:pt x="83" y="460"/>
                  </a:cubicBezTo>
                  <a:cubicBezTo>
                    <a:pt x="83" y="460"/>
                    <a:pt x="84" y="460"/>
                    <a:pt x="84" y="460"/>
                  </a:cubicBezTo>
                  <a:cubicBezTo>
                    <a:pt x="88" y="465"/>
                    <a:pt x="88" y="465"/>
                    <a:pt x="88" y="465"/>
                  </a:cubicBezTo>
                  <a:cubicBezTo>
                    <a:pt x="88" y="464"/>
                    <a:pt x="88" y="463"/>
                    <a:pt x="88" y="463"/>
                  </a:cubicBezTo>
                  <a:cubicBezTo>
                    <a:pt x="88" y="464"/>
                    <a:pt x="88" y="464"/>
                    <a:pt x="88" y="465"/>
                  </a:cubicBezTo>
                  <a:cubicBezTo>
                    <a:pt x="90" y="467"/>
                    <a:pt x="90" y="467"/>
                    <a:pt x="90" y="467"/>
                  </a:cubicBezTo>
                  <a:cubicBezTo>
                    <a:pt x="90" y="463"/>
                    <a:pt x="97" y="464"/>
                    <a:pt x="96" y="468"/>
                  </a:cubicBezTo>
                  <a:cubicBezTo>
                    <a:pt x="96" y="468"/>
                    <a:pt x="95" y="469"/>
                    <a:pt x="95" y="469"/>
                  </a:cubicBezTo>
                  <a:cubicBezTo>
                    <a:pt x="95" y="470"/>
                    <a:pt x="96" y="472"/>
                    <a:pt x="96" y="473"/>
                  </a:cubicBezTo>
                  <a:cubicBezTo>
                    <a:pt x="98" y="475"/>
                    <a:pt x="98" y="475"/>
                    <a:pt x="98" y="475"/>
                  </a:cubicBezTo>
                  <a:cubicBezTo>
                    <a:pt x="98" y="473"/>
                    <a:pt x="98" y="471"/>
                    <a:pt x="99" y="471"/>
                  </a:cubicBezTo>
                  <a:cubicBezTo>
                    <a:pt x="99" y="471"/>
                    <a:pt x="100" y="472"/>
                    <a:pt x="101" y="471"/>
                  </a:cubicBezTo>
                  <a:cubicBezTo>
                    <a:pt x="102" y="471"/>
                    <a:pt x="101" y="469"/>
                    <a:pt x="102" y="466"/>
                  </a:cubicBezTo>
                  <a:cubicBezTo>
                    <a:pt x="102" y="465"/>
                    <a:pt x="104" y="464"/>
                    <a:pt x="103" y="463"/>
                  </a:cubicBezTo>
                  <a:cubicBezTo>
                    <a:pt x="104" y="462"/>
                    <a:pt x="104" y="463"/>
                    <a:pt x="105" y="463"/>
                  </a:cubicBezTo>
                  <a:cubicBezTo>
                    <a:pt x="104" y="462"/>
                    <a:pt x="104" y="462"/>
                    <a:pt x="104" y="461"/>
                  </a:cubicBezTo>
                  <a:cubicBezTo>
                    <a:pt x="104" y="461"/>
                    <a:pt x="104" y="461"/>
                    <a:pt x="103" y="461"/>
                  </a:cubicBezTo>
                  <a:cubicBezTo>
                    <a:pt x="101" y="464"/>
                    <a:pt x="99" y="462"/>
                    <a:pt x="97" y="459"/>
                  </a:cubicBezTo>
                  <a:cubicBezTo>
                    <a:pt x="96" y="459"/>
                    <a:pt x="96" y="458"/>
                    <a:pt x="96" y="458"/>
                  </a:cubicBezTo>
                  <a:cubicBezTo>
                    <a:pt x="96" y="457"/>
                    <a:pt x="96" y="456"/>
                    <a:pt x="96" y="455"/>
                  </a:cubicBezTo>
                  <a:cubicBezTo>
                    <a:pt x="97" y="457"/>
                    <a:pt x="97" y="456"/>
                    <a:pt x="97" y="456"/>
                  </a:cubicBezTo>
                  <a:cubicBezTo>
                    <a:pt x="95" y="457"/>
                    <a:pt x="98" y="448"/>
                    <a:pt x="97" y="446"/>
                  </a:cubicBezTo>
                  <a:cubicBezTo>
                    <a:pt x="96" y="445"/>
                    <a:pt x="95" y="445"/>
                    <a:pt x="95" y="445"/>
                  </a:cubicBezTo>
                  <a:cubicBezTo>
                    <a:pt x="95" y="444"/>
                    <a:pt x="95" y="437"/>
                    <a:pt x="96" y="436"/>
                  </a:cubicBezTo>
                  <a:cubicBezTo>
                    <a:pt x="96" y="436"/>
                    <a:pt x="98" y="434"/>
                    <a:pt x="98" y="434"/>
                  </a:cubicBezTo>
                  <a:cubicBezTo>
                    <a:pt x="98" y="434"/>
                    <a:pt x="98" y="433"/>
                    <a:pt x="99" y="433"/>
                  </a:cubicBezTo>
                  <a:cubicBezTo>
                    <a:pt x="100" y="432"/>
                    <a:pt x="102" y="436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3" y="440"/>
                    <a:pt x="103" y="440"/>
                    <a:pt x="103" y="440"/>
                  </a:cubicBezTo>
                  <a:cubicBezTo>
                    <a:pt x="104" y="440"/>
                    <a:pt x="104" y="441"/>
                    <a:pt x="104" y="442"/>
                  </a:cubicBezTo>
                  <a:cubicBezTo>
                    <a:pt x="105" y="444"/>
                    <a:pt x="107" y="445"/>
                    <a:pt x="108" y="443"/>
                  </a:cubicBezTo>
                  <a:cubicBezTo>
                    <a:pt x="107" y="444"/>
                    <a:pt x="106" y="440"/>
                    <a:pt x="107" y="440"/>
                  </a:cubicBezTo>
                  <a:cubicBezTo>
                    <a:pt x="108" y="440"/>
                    <a:pt x="110" y="446"/>
                    <a:pt x="112" y="445"/>
                  </a:cubicBezTo>
                  <a:cubicBezTo>
                    <a:pt x="111" y="445"/>
                    <a:pt x="113" y="442"/>
                    <a:pt x="113" y="442"/>
                  </a:cubicBezTo>
                  <a:cubicBezTo>
                    <a:pt x="114" y="442"/>
                    <a:pt x="114" y="445"/>
                    <a:pt x="115" y="446"/>
                  </a:cubicBezTo>
                  <a:cubicBezTo>
                    <a:pt x="116" y="446"/>
                    <a:pt x="116" y="446"/>
                    <a:pt x="116" y="446"/>
                  </a:cubicBezTo>
                  <a:cubicBezTo>
                    <a:pt x="117" y="446"/>
                    <a:pt x="117" y="446"/>
                    <a:pt x="118" y="446"/>
                  </a:cubicBezTo>
                  <a:cubicBezTo>
                    <a:pt x="118" y="445"/>
                    <a:pt x="117" y="444"/>
                    <a:pt x="119" y="444"/>
                  </a:cubicBezTo>
                  <a:cubicBezTo>
                    <a:pt x="117" y="443"/>
                    <a:pt x="117" y="442"/>
                    <a:pt x="116" y="440"/>
                  </a:cubicBezTo>
                  <a:cubicBezTo>
                    <a:pt x="117" y="442"/>
                    <a:pt x="119" y="442"/>
                    <a:pt x="119" y="443"/>
                  </a:cubicBezTo>
                  <a:cubicBezTo>
                    <a:pt x="120" y="445"/>
                    <a:pt x="119" y="443"/>
                    <a:pt x="121" y="440"/>
                  </a:cubicBezTo>
                  <a:cubicBezTo>
                    <a:pt x="120" y="440"/>
                    <a:pt x="120" y="441"/>
                    <a:pt x="119" y="441"/>
                  </a:cubicBezTo>
                  <a:cubicBezTo>
                    <a:pt x="114" y="441"/>
                    <a:pt x="118" y="433"/>
                    <a:pt x="121" y="436"/>
                  </a:cubicBezTo>
                  <a:cubicBezTo>
                    <a:pt x="122" y="436"/>
                    <a:pt x="121" y="440"/>
                    <a:pt x="121" y="440"/>
                  </a:cubicBezTo>
                  <a:cubicBezTo>
                    <a:pt x="122" y="442"/>
                    <a:pt x="123" y="441"/>
                    <a:pt x="125" y="441"/>
                  </a:cubicBezTo>
                  <a:cubicBezTo>
                    <a:pt x="125" y="442"/>
                    <a:pt x="124" y="443"/>
                    <a:pt x="125" y="444"/>
                  </a:cubicBezTo>
                  <a:cubicBezTo>
                    <a:pt x="125" y="445"/>
                    <a:pt x="126" y="444"/>
                    <a:pt x="126" y="444"/>
                  </a:cubicBezTo>
                  <a:cubicBezTo>
                    <a:pt x="128" y="445"/>
                    <a:pt x="128" y="451"/>
                    <a:pt x="129" y="450"/>
                  </a:cubicBezTo>
                  <a:cubicBezTo>
                    <a:pt x="129" y="450"/>
                    <a:pt x="129" y="450"/>
                    <a:pt x="129" y="451"/>
                  </a:cubicBezTo>
                  <a:cubicBezTo>
                    <a:pt x="129" y="451"/>
                    <a:pt x="129" y="451"/>
                    <a:pt x="130" y="451"/>
                  </a:cubicBezTo>
                  <a:cubicBezTo>
                    <a:pt x="130" y="451"/>
                    <a:pt x="130" y="451"/>
                    <a:pt x="130" y="451"/>
                  </a:cubicBezTo>
                  <a:cubicBezTo>
                    <a:pt x="130" y="451"/>
                    <a:pt x="129" y="451"/>
                    <a:pt x="129" y="451"/>
                  </a:cubicBezTo>
                  <a:cubicBezTo>
                    <a:pt x="128" y="452"/>
                    <a:pt x="126" y="454"/>
                    <a:pt x="124" y="455"/>
                  </a:cubicBezTo>
                  <a:cubicBezTo>
                    <a:pt x="124" y="456"/>
                    <a:pt x="124" y="457"/>
                    <a:pt x="123" y="457"/>
                  </a:cubicBezTo>
                  <a:cubicBezTo>
                    <a:pt x="121" y="456"/>
                    <a:pt x="123" y="453"/>
                    <a:pt x="121" y="454"/>
                  </a:cubicBezTo>
                  <a:cubicBezTo>
                    <a:pt x="117" y="455"/>
                    <a:pt x="122" y="462"/>
                    <a:pt x="126" y="460"/>
                  </a:cubicBezTo>
                  <a:cubicBezTo>
                    <a:pt x="126" y="462"/>
                    <a:pt x="125" y="464"/>
                    <a:pt x="123" y="465"/>
                  </a:cubicBezTo>
                  <a:cubicBezTo>
                    <a:pt x="124" y="465"/>
                    <a:pt x="125" y="466"/>
                    <a:pt x="124" y="467"/>
                  </a:cubicBezTo>
                  <a:cubicBezTo>
                    <a:pt x="123" y="468"/>
                    <a:pt x="122" y="466"/>
                    <a:pt x="123" y="466"/>
                  </a:cubicBezTo>
                  <a:cubicBezTo>
                    <a:pt x="122" y="466"/>
                    <a:pt x="122" y="466"/>
                    <a:pt x="121" y="467"/>
                  </a:cubicBezTo>
                  <a:cubicBezTo>
                    <a:pt x="122" y="467"/>
                    <a:pt x="122" y="467"/>
                    <a:pt x="122" y="468"/>
                  </a:cubicBezTo>
                  <a:cubicBezTo>
                    <a:pt x="121" y="468"/>
                    <a:pt x="121" y="467"/>
                    <a:pt x="121" y="467"/>
                  </a:cubicBezTo>
                  <a:cubicBezTo>
                    <a:pt x="121" y="467"/>
                    <a:pt x="120" y="467"/>
                    <a:pt x="120" y="467"/>
                  </a:cubicBezTo>
                  <a:cubicBezTo>
                    <a:pt x="121" y="467"/>
                    <a:pt x="121" y="469"/>
                    <a:pt x="121" y="471"/>
                  </a:cubicBezTo>
                  <a:cubicBezTo>
                    <a:pt x="121" y="471"/>
                    <a:pt x="121" y="471"/>
                    <a:pt x="121" y="471"/>
                  </a:cubicBezTo>
                  <a:cubicBezTo>
                    <a:pt x="122" y="471"/>
                    <a:pt x="122" y="472"/>
                    <a:pt x="122" y="472"/>
                  </a:cubicBezTo>
                  <a:cubicBezTo>
                    <a:pt x="122" y="472"/>
                    <a:pt x="122" y="472"/>
                    <a:pt x="122" y="472"/>
                  </a:cubicBezTo>
                  <a:cubicBezTo>
                    <a:pt x="122" y="472"/>
                    <a:pt x="122" y="473"/>
                    <a:pt x="122" y="473"/>
                  </a:cubicBezTo>
                  <a:cubicBezTo>
                    <a:pt x="123" y="474"/>
                    <a:pt x="123" y="473"/>
                    <a:pt x="123" y="472"/>
                  </a:cubicBezTo>
                  <a:cubicBezTo>
                    <a:pt x="124" y="471"/>
                    <a:pt x="124" y="476"/>
                    <a:pt x="123" y="476"/>
                  </a:cubicBezTo>
                  <a:cubicBezTo>
                    <a:pt x="124" y="476"/>
                    <a:pt x="125" y="475"/>
                    <a:pt x="125" y="474"/>
                  </a:cubicBezTo>
                  <a:cubicBezTo>
                    <a:pt x="124" y="474"/>
                    <a:pt x="124" y="470"/>
                    <a:pt x="125" y="471"/>
                  </a:cubicBezTo>
                  <a:cubicBezTo>
                    <a:pt x="125" y="472"/>
                    <a:pt x="125" y="472"/>
                    <a:pt x="125" y="472"/>
                  </a:cubicBezTo>
                  <a:cubicBezTo>
                    <a:pt x="125" y="472"/>
                    <a:pt x="126" y="472"/>
                    <a:pt x="126" y="472"/>
                  </a:cubicBezTo>
                  <a:cubicBezTo>
                    <a:pt x="125" y="472"/>
                    <a:pt x="127" y="473"/>
                    <a:pt x="126" y="474"/>
                  </a:cubicBezTo>
                  <a:cubicBezTo>
                    <a:pt x="128" y="473"/>
                    <a:pt x="127" y="470"/>
                    <a:pt x="128" y="470"/>
                  </a:cubicBezTo>
                  <a:cubicBezTo>
                    <a:pt x="131" y="472"/>
                    <a:pt x="127" y="476"/>
                    <a:pt x="127" y="477"/>
                  </a:cubicBezTo>
                  <a:cubicBezTo>
                    <a:pt x="127" y="477"/>
                    <a:pt x="128" y="478"/>
                    <a:pt x="128" y="478"/>
                  </a:cubicBezTo>
                  <a:cubicBezTo>
                    <a:pt x="128" y="478"/>
                    <a:pt x="128" y="477"/>
                    <a:pt x="128" y="477"/>
                  </a:cubicBezTo>
                  <a:cubicBezTo>
                    <a:pt x="129" y="475"/>
                    <a:pt x="130" y="471"/>
                    <a:pt x="132" y="473"/>
                  </a:cubicBezTo>
                  <a:cubicBezTo>
                    <a:pt x="131" y="473"/>
                    <a:pt x="131" y="472"/>
                    <a:pt x="132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4" y="470"/>
                    <a:pt x="136" y="471"/>
                    <a:pt x="135" y="472"/>
                  </a:cubicBezTo>
                  <a:cubicBezTo>
                    <a:pt x="136" y="475"/>
                    <a:pt x="136" y="481"/>
                    <a:pt x="138" y="476"/>
                  </a:cubicBezTo>
                  <a:cubicBezTo>
                    <a:pt x="137" y="478"/>
                    <a:pt x="141" y="480"/>
                    <a:pt x="139" y="482"/>
                  </a:cubicBezTo>
                  <a:cubicBezTo>
                    <a:pt x="139" y="482"/>
                    <a:pt x="138" y="482"/>
                    <a:pt x="138" y="482"/>
                  </a:cubicBezTo>
                  <a:cubicBezTo>
                    <a:pt x="138" y="483"/>
                    <a:pt x="141" y="489"/>
                    <a:pt x="142" y="489"/>
                  </a:cubicBezTo>
                  <a:cubicBezTo>
                    <a:pt x="143" y="489"/>
                    <a:pt x="144" y="483"/>
                    <a:pt x="146" y="486"/>
                  </a:cubicBezTo>
                  <a:cubicBezTo>
                    <a:pt x="146" y="487"/>
                    <a:pt x="145" y="490"/>
                    <a:pt x="145" y="490"/>
                  </a:cubicBezTo>
                  <a:cubicBezTo>
                    <a:pt x="141" y="491"/>
                    <a:pt x="146" y="492"/>
                    <a:pt x="147" y="492"/>
                  </a:cubicBezTo>
                  <a:cubicBezTo>
                    <a:pt x="148" y="492"/>
                    <a:pt x="147" y="490"/>
                    <a:pt x="148" y="490"/>
                  </a:cubicBezTo>
                  <a:cubicBezTo>
                    <a:pt x="148" y="490"/>
                    <a:pt x="151" y="493"/>
                    <a:pt x="151" y="492"/>
                  </a:cubicBezTo>
                  <a:cubicBezTo>
                    <a:pt x="152" y="493"/>
                    <a:pt x="153" y="492"/>
                    <a:pt x="152" y="495"/>
                  </a:cubicBezTo>
                  <a:cubicBezTo>
                    <a:pt x="153" y="495"/>
                    <a:pt x="153" y="493"/>
                    <a:pt x="154" y="492"/>
                  </a:cubicBezTo>
                  <a:cubicBezTo>
                    <a:pt x="154" y="491"/>
                    <a:pt x="155" y="490"/>
                    <a:pt x="156" y="491"/>
                  </a:cubicBezTo>
                  <a:cubicBezTo>
                    <a:pt x="156" y="491"/>
                    <a:pt x="157" y="491"/>
                    <a:pt x="157" y="491"/>
                  </a:cubicBezTo>
                  <a:cubicBezTo>
                    <a:pt x="157" y="492"/>
                    <a:pt x="157" y="492"/>
                    <a:pt x="157" y="492"/>
                  </a:cubicBezTo>
                  <a:cubicBezTo>
                    <a:pt x="157" y="493"/>
                    <a:pt x="156" y="494"/>
                    <a:pt x="156" y="494"/>
                  </a:cubicBezTo>
                  <a:cubicBezTo>
                    <a:pt x="156" y="494"/>
                    <a:pt x="156" y="495"/>
                    <a:pt x="155" y="495"/>
                  </a:cubicBezTo>
                  <a:cubicBezTo>
                    <a:pt x="156" y="495"/>
                    <a:pt x="156" y="495"/>
                    <a:pt x="157" y="496"/>
                  </a:cubicBezTo>
                  <a:cubicBezTo>
                    <a:pt x="157" y="495"/>
                    <a:pt x="158" y="495"/>
                    <a:pt x="158" y="495"/>
                  </a:cubicBezTo>
                  <a:cubicBezTo>
                    <a:pt x="160" y="495"/>
                    <a:pt x="161" y="498"/>
                    <a:pt x="160" y="499"/>
                  </a:cubicBezTo>
                  <a:cubicBezTo>
                    <a:pt x="160" y="500"/>
                    <a:pt x="160" y="500"/>
                    <a:pt x="161" y="500"/>
                  </a:cubicBezTo>
                  <a:cubicBezTo>
                    <a:pt x="160" y="501"/>
                    <a:pt x="158" y="503"/>
                    <a:pt x="158" y="504"/>
                  </a:cubicBezTo>
                  <a:cubicBezTo>
                    <a:pt x="158" y="504"/>
                    <a:pt x="158" y="504"/>
                    <a:pt x="158" y="504"/>
                  </a:cubicBezTo>
                  <a:cubicBezTo>
                    <a:pt x="158" y="504"/>
                    <a:pt x="157" y="504"/>
                    <a:pt x="157" y="504"/>
                  </a:cubicBezTo>
                  <a:cubicBezTo>
                    <a:pt x="157" y="504"/>
                    <a:pt x="157" y="505"/>
                    <a:pt x="157" y="505"/>
                  </a:cubicBezTo>
                  <a:cubicBezTo>
                    <a:pt x="157" y="507"/>
                    <a:pt x="161" y="504"/>
                    <a:pt x="162" y="507"/>
                  </a:cubicBezTo>
                  <a:cubicBezTo>
                    <a:pt x="161" y="505"/>
                    <a:pt x="162" y="504"/>
                    <a:pt x="163" y="503"/>
                  </a:cubicBezTo>
                  <a:cubicBezTo>
                    <a:pt x="162" y="502"/>
                    <a:pt x="163" y="499"/>
                    <a:pt x="165" y="500"/>
                  </a:cubicBezTo>
                  <a:cubicBezTo>
                    <a:pt x="164" y="498"/>
                    <a:pt x="163" y="495"/>
                    <a:pt x="166" y="496"/>
                  </a:cubicBezTo>
                  <a:cubicBezTo>
                    <a:pt x="166" y="495"/>
                    <a:pt x="166" y="495"/>
                    <a:pt x="166" y="494"/>
                  </a:cubicBezTo>
                  <a:cubicBezTo>
                    <a:pt x="165" y="497"/>
                    <a:pt x="164" y="494"/>
                    <a:pt x="165" y="493"/>
                  </a:cubicBezTo>
                  <a:cubicBezTo>
                    <a:pt x="165" y="492"/>
                    <a:pt x="166" y="493"/>
                    <a:pt x="166" y="493"/>
                  </a:cubicBezTo>
                  <a:cubicBezTo>
                    <a:pt x="167" y="493"/>
                    <a:pt x="166" y="491"/>
                    <a:pt x="167" y="490"/>
                  </a:cubicBezTo>
                  <a:cubicBezTo>
                    <a:pt x="169" y="488"/>
                    <a:pt x="170" y="489"/>
                    <a:pt x="170" y="486"/>
                  </a:cubicBezTo>
                  <a:cubicBezTo>
                    <a:pt x="169" y="483"/>
                    <a:pt x="172" y="482"/>
                    <a:pt x="171" y="480"/>
                  </a:cubicBezTo>
                  <a:cubicBezTo>
                    <a:pt x="170" y="479"/>
                    <a:pt x="164" y="481"/>
                    <a:pt x="165" y="477"/>
                  </a:cubicBezTo>
                  <a:cubicBezTo>
                    <a:pt x="165" y="476"/>
                    <a:pt x="166" y="477"/>
                    <a:pt x="166" y="475"/>
                  </a:cubicBezTo>
                  <a:cubicBezTo>
                    <a:pt x="165" y="474"/>
                    <a:pt x="167" y="467"/>
                    <a:pt x="169" y="473"/>
                  </a:cubicBezTo>
                  <a:cubicBezTo>
                    <a:pt x="169" y="473"/>
                    <a:pt x="168" y="475"/>
                    <a:pt x="168" y="475"/>
                  </a:cubicBezTo>
                  <a:cubicBezTo>
                    <a:pt x="168" y="477"/>
                    <a:pt x="171" y="477"/>
                    <a:pt x="171" y="478"/>
                  </a:cubicBezTo>
                  <a:cubicBezTo>
                    <a:pt x="172" y="478"/>
                    <a:pt x="170" y="480"/>
                    <a:pt x="171" y="480"/>
                  </a:cubicBezTo>
                  <a:cubicBezTo>
                    <a:pt x="173" y="480"/>
                    <a:pt x="173" y="477"/>
                    <a:pt x="174" y="477"/>
                  </a:cubicBezTo>
                  <a:cubicBezTo>
                    <a:pt x="173" y="476"/>
                    <a:pt x="170" y="476"/>
                    <a:pt x="172" y="475"/>
                  </a:cubicBezTo>
                  <a:cubicBezTo>
                    <a:pt x="172" y="474"/>
                    <a:pt x="176" y="476"/>
                    <a:pt x="176" y="476"/>
                  </a:cubicBezTo>
                  <a:cubicBezTo>
                    <a:pt x="179" y="476"/>
                    <a:pt x="179" y="475"/>
                    <a:pt x="180" y="478"/>
                  </a:cubicBezTo>
                  <a:cubicBezTo>
                    <a:pt x="180" y="480"/>
                    <a:pt x="179" y="483"/>
                    <a:pt x="178" y="484"/>
                  </a:cubicBezTo>
                  <a:cubicBezTo>
                    <a:pt x="176" y="486"/>
                    <a:pt x="178" y="484"/>
                    <a:pt x="180" y="485"/>
                  </a:cubicBezTo>
                  <a:cubicBezTo>
                    <a:pt x="181" y="486"/>
                    <a:pt x="182" y="488"/>
                    <a:pt x="182" y="490"/>
                  </a:cubicBezTo>
                  <a:cubicBezTo>
                    <a:pt x="183" y="489"/>
                    <a:pt x="185" y="488"/>
                    <a:pt x="185" y="490"/>
                  </a:cubicBezTo>
                  <a:cubicBezTo>
                    <a:pt x="185" y="489"/>
                    <a:pt x="185" y="489"/>
                    <a:pt x="185" y="489"/>
                  </a:cubicBezTo>
                  <a:cubicBezTo>
                    <a:pt x="186" y="490"/>
                    <a:pt x="185" y="490"/>
                    <a:pt x="185" y="490"/>
                  </a:cubicBezTo>
                  <a:cubicBezTo>
                    <a:pt x="185" y="490"/>
                    <a:pt x="185" y="490"/>
                    <a:pt x="185" y="491"/>
                  </a:cubicBezTo>
                  <a:cubicBezTo>
                    <a:pt x="185" y="487"/>
                    <a:pt x="190" y="497"/>
                    <a:pt x="191" y="494"/>
                  </a:cubicBezTo>
                  <a:cubicBezTo>
                    <a:pt x="192" y="494"/>
                    <a:pt x="192" y="493"/>
                    <a:pt x="192" y="493"/>
                  </a:cubicBezTo>
                  <a:cubicBezTo>
                    <a:pt x="192" y="493"/>
                    <a:pt x="192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3" y="493"/>
                    <a:pt x="193" y="493"/>
                    <a:pt x="193" y="493"/>
                  </a:cubicBezTo>
                  <a:cubicBezTo>
                    <a:pt x="194" y="493"/>
                    <a:pt x="195" y="492"/>
                    <a:pt x="196" y="492"/>
                  </a:cubicBezTo>
                  <a:cubicBezTo>
                    <a:pt x="196" y="491"/>
                    <a:pt x="197" y="491"/>
                    <a:pt x="197" y="491"/>
                  </a:cubicBezTo>
                  <a:cubicBezTo>
                    <a:pt x="198" y="491"/>
                    <a:pt x="199" y="491"/>
                    <a:pt x="200" y="493"/>
                  </a:cubicBezTo>
                  <a:cubicBezTo>
                    <a:pt x="202" y="496"/>
                    <a:pt x="201" y="491"/>
                    <a:pt x="200" y="491"/>
                  </a:cubicBezTo>
                  <a:cubicBezTo>
                    <a:pt x="200" y="491"/>
                    <a:pt x="200" y="490"/>
                    <a:pt x="200" y="489"/>
                  </a:cubicBezTo>
                  <a:cubicBezTo>
                    <a:pt x="199" y="489"/>
                    <a:pt x="199" y="489"/>
                    <a:pt x="199" y="489"/>
                  </a:cubicBezTo>
                  <a:cubicBezTo>
                    <a:pt x="199" y="487"/>
                    <a:pt x="199" y="484"/>
                    <a:pt x="200" y="483"/>
                  </a:cubicBezTo>
                  <a:cubicBezTo>
                    <a:pt x="200" y="485"/>
                    <a:pt x="200" y="486"/>
                    <a:pt x="201" y="488"/>
                  </a:cubicBezTo>
                  <a:cubicBezTo>
                    <a:pt x="201" y="487"/>
                    <a:pt x="202" y="487"/>
                    <a:pt x="202" y="488"/>
                  </a:cubicBezTo>
                  <a:cubicBezTo>
                    <a:pt x="202" y="488"/>
                    <a:pt x="202" y="489"/>
                    <a:pt x="201" y="489"/>
                  </a:cubicBezTo>
                  <a:cubicBezTo>
                    <a:pt x="201" y="489"/>
                    <a:pt x="201" y="490"/>
                    <a:pt x="201" y="490"/>
                  </a:cubicBezTo>
                  <a:cubicBezTo>
                    <a:pt x="202" y="489"/>
                    <a:pt x="202" y="488"/>
                    <a:pt x="203" y="487"/>
                  </a:cubicBezTo>
                  <a:cubicBezTo>
                    <a:pt x="202" y="488"/>
                    <a:pt x="203" y="490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4" y="491"/>
                    <a:pt x="204" y="491"/>
                    <a:pt x="204" y="491"/>
                  </a:cubicBezTo>
                  <a:cubicBezTo>
                    <a:pt x="205" y="491"/>
                    <a:pt x="205" y="491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5" y="490"/>
                    <a:pt x="205" y="490"/>
                    <a:pt x="205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4" y="490"/>
                  </a:cubicBezTo>
                  <a:cubicBezTo>
                    <a:pt x="204" y="490"/>
                    <a:pt x="204" y="490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9"/>
                    <a:pt x="205" y="489"/>
                    <a:pt x="205" y="489"/>
                  </a:cubicBezTo>
                  <a:cubicBezTo>
                    <a:pt x="205" y="488"/>
                    <a:pt x="206" y="487"/>
                    <a:pt x="206" y="487"/>
                  </a:cubicBezTo>
                  <a:cubicBezTo>
                    <a:pt x="205" y="486"/>
                    <a:pt x="204" y="486"/>
                    <a:pt x="203" y="486"/>
                  </a:cubicBezTo>
                  <a:cubicBezTo>
                    <a:pt x="203" y="487"/>
                    <a:pt x="202" y="487"/>
                    <a:pt x="202" y="487"/>
                  </a:cubicBezTo>
                  <a:cubicBezTo>
                    <a:pt x="201" y="487"/>
                    <a:pt x="201" y="486"/>
                    <a:pt x="202" y="486"/>
                  </a:cubicBezTo>
                  <a:cubicBezTo>
                    <a:pt x="202" y="486"/>
                    <a:pt x="201" y="486"/>
                    <a:pt x="201" y="486"/>
                  </a:cubicBezTo>
                  <a:cubicBezTo>
                    <a:pt x="201" y="485"/>
                    <a:pt x="201" y="483"/>
                    <a:pt x="202" y="481"/>
                  </a:cubicBezTo>
                  <a:cubicBezTo>
                    <a:pt x="200" y="482"/>
                    <a:pt x="199" y="481"/>
                    <a:pt x="199" y="478"/>
                  </a:cubicBezTo>
                  <a:cubicBezTo>
                    <a:pt x="199" y="478"/>
                    <a:pt x="199" y="478"/>
                    <a:pt x="199" y="478"/>
                  </a:cubicBezTo>
                  <a:cubicBezTo>
                    <a:pt x="199" y="479"/>
                    <a:pt x="197" y="484"/>
                    <a:pt x="197" y="485"/>
                  </a:cubicBezTo>
                  <a:cubicBezTo>
                    <a:pt x="197" y="485"/>
                    <a:pt x="198" y="490"/>
                    <a:pt x="196" y="487"/>
                  </a:cubicBezTo>
                  <a:cubicBezTo>
                    <a:pt x="194" y="486"/>
                    <a:pt x="198" y="481"/>
                    <a:pt x="198" y="478"/>
                  </a:cubicBezTo>
                  <a:cubicBezTo>
                    <a:pt x="197" y="478"/>
                    <a:pt x="197" y="477"/>
                    <a:pt x="197" y="477"/>
                  </a:cubicBezTo>
                  <a:cubicBezTo>
                    <a:pt x="197" y="476"/>
                    <a:pt x="197" y="475"/>
                    <a:pt x="198" y="475"/>
                  </a:cubicBezTo>
                  <a:cubicBezTo>
                    <a:pt x="198" y="474"/>
                    <a:pt x="198" y="474"/>
                    <a:pt x="198" y="473"/>
                  </a:cubicBezTo>
                  <a:cubicBezTo>
                    <a:pt x="198" y="472"/>
                    <a:pt x="197" y="473"/>
                    <a:pt x="196" y="473"/>
                  </a:cubicBezTo>
                  <a:cubicBezTo>
                    <a:pt x="196" y="472"/>
                    <a:pt x="195" y="470"/>
                    <a:pt x="195" y="470"/>
                  </a:cubicBezTo>
                  <a:cubicBezTo>
                    <a:pt x="195" y="468"/>
                    <a:pt x="198" y="469"/>
                    <a:pt x="199" y="470"/>
                  </a:cubicBezTo>
                  <a:cubicBezTo>
                    <a:pt x="198" y="469"/>
                    <a:pt x="200" y="470"/>
                    <a:pt x="201" y="469"/>
                  </a:cubicBezTo>
                  <a:cubicBezTo>
                    <a:pt x="200" y="470"/>
                    <a:pt x="202" y="464"/>
                    <a:pt x="204" y="464"/>
                  </a:cubicBezTo>
                  <a:cubicBezTo>
                    <a:pt x="204" y="465"/>
                    <a:pt x="203" y="468"/>
                    <a:pt x="203" y="469"/>
                  </a:cubicBezTo>
                  <a:cubicBezTo>
                    <a:pt x="203" y="469"/>
                    <a:pt x="203" y="469"/>
                    <a:pt x="203" y="469"/>
                  </a:cubicBezTo>
                  <a:cubicBezTo>
                    <a:pt x="203" y="469"/>
                    <a:pt x="204" y="468"/>
                    <a:pt x="204" y="469"/>
                  </a:cubicBezTo>
                  <a:cubicBezTo>
                    <a:pt x="205" y="469"/>
                    <a:pt x="205" y="470"/>
                    <a:pt x="205" y="471"/>
                  </a:cubicBezTo>
                  <a:cubicBezTo>
                    <a:pt x="205" y="471"/>
                    <a:pt x="205" y="471"/>
                    <a:pt x="205" y="471"/>
                  </a:cubicBezTo>
                  <a:cubicBezTo>
                    <a:pt x="205" y="471"/>
                    <a:pt x="205" y="472"/>
                    <a:pt x="203" y="472"/>
                  </a:cubicBezTo>
                  <a:cubicBezTo>
                    <a:pt x="201" y="472"/>
                    <a:pt x="203" y="473"/>
                    <a:pt x="204" y="474"/>
                  </a:cubicBezTo>
                  <a:cubicBezTo>
                    <a:pt x="204" y="474"/>
                    <a:pt x="204" y="474"/>
                    <a:pt x="204" y="474"/>
                  </a:cubicBezTo>
                  <a:cubicBezTo>
                    <a:pt x="205" y="474"/>
                    <a:pt x="205" y="474"/>
                    <a:pt x="205" y="474"/>
                  </a:cubicBezTo>
                  <a:cubicBezTo>
                    <a:pt x="206" y="475"/>
                    <a:pt x="206" y="476"/>
                    <a:pt x="205" y="476"/>
                  </a:cubicBezTo>
                  <a:cubicBezTo>
                    <a:pt x="206" y="477"/>
                    <a:pt x="207" y="476"/>
                    <a:pt x="208" y="476"/>
                  </a:cubicBezTo>
                  <a:cubicBezTo>
                    <a:pt x="209" y="476"/>
                    <a:pt x="208" y="477"/>
                    <a:pt x="209" y="478"/>
                  </a:cubicBezTo>
                  <a:cubicBezTo>
                    <a:pt x="209" y="478"/>
                    <a:pt x="209" y="478"/>
                    <a:pt x="209" y="478"/>
                  </a:cubicBezTo>
                  <a:cubicBezTo>
                    <a:pt x="212" y="475"/>
                    <a:pt x="215" y="470"/>
                    <a:pt x="211" y="471"/>
                  </a:cubicBezTo>
                  <a:cubicBezTo>
                    <a:pt x="214" y="469"/>
                    <a:pt x="210" y="467"/>
                    <a:pt x="209" y="466"/>
                  </a:cubicBezTo>
                  <a:cubicBezTo>
                    <a:pt x="208" y="464"/>
                    <a:pt x="210" y="467"/>
                    <a:pt x="210" y="466"/>
                  </a:cubicBezTo>
                  <a:cubicBezTo>
                    <a:pt x="212" y="465"/>
                    <a:pt x="209" y="463"/>
                    <a:pt x="210" y="460"/>
                  </a:cubicBezTo>
                  <a:cubicBezTo>
                    <a:pt x="210" y="460"/>
                    <a:pt x="212" y="458"/>
                    <a:pt x="212" y="458"/>
                  </a:cubicBezTo>
                  <a:cubicBezTo>
                    <a:pt x="213" y="456"/>
                    <a:pt x="210" y="457"/>
                    <a:pt x="213" y="456"/>
                  </a:cubicBezTo>
                  <a:cubicBezTo>
                    <a:pt x="215" y="456"/>
                    <a:pt x="216" y="452"/>
                    <a:pt x="217" y="451"/>
                  </a:cubicBezTo>
                  <a:cubicBezTo>
                    <a:pt x="217" y="451"/>
                    <a:pt x="221" y="451"/>
                    <a:pt x="221" y="449"/>
                  </a:cubicBezTo>
                  <a:cubicBezTo>
                    <a:pt x="217" y="452"/>
                    <a:pt x="215" y="447"/>
                    <a:pt x="217" y="446"/>
                  </a:cubicBezTo>
                  <a:cubicBezTo>
                    <a:pt x="217" y="446"/>
                    <a:pt x="216" y="443"/>
                    <a:pt x="219" y="443"/>
                  </a:cubicBezTo>
                  <a:cubicBezTo>
                    <a:pt x="221" y="442"/>
                    <a:pt x="220" y="443"/>
                    <a:pt x="222" y="441"/>
                  </a:cubicBezTo>
                  <a:cubicBezTo>
                    <a:pt x="224" y="440"/>
                    <a:pt x="222" y="448"/>
                    <a:pt x="222" y="449"/>
                  </a:cubicBezTo>
                  <a:cubicBezTo>
                    <a:pt x="223" y="451"/>
                    <a:pt x="224" y="448"/>
                    <a:pt x="224" y="451"/>
                  </a:cubicBezTo>
                  <a:cubicBezTo>
                    <a:pt x="225" y="457"/>
                    <a:pt x="228" y="468"/>
                    <a:pt x="219" y="471"/>
                  </a:cubicBezTo>
                  <a:cubicBezTo>
                    <a:pt x="217" y="471"/>
                    <a:pt x="216" y="470"/>
                    <a:pt x="215" y="471"/>
                  </a:cubicBezTo>
                  <a:cubicBezTo>
                    <a:pt x="213" y="473"/>
                    <a:pt x="212" y="475"/>
                    <a:pt x="211" y="478"/>
                  </a:cubicBezTo>
                  <a:cubicBezTo>
                    <a:pt x="211" y="478"/>
                    <a:pt x="211" y="478"/>
                    <a:pt x="211" y="478"/>
                  </a:cubicBezTo>
                  <a:cubicBezTo>
                    <a:pt x="212" y="478"/>
                    <a:pt x="211" y="480"/>
                    <a:pt x="211" y="480"/>
                  </a:cubicBezTo>
                  <a:cubicBezTo>
                    <a:pt x="212" y="480"/>
                    <a:pt x="213" y="480"/>
                    <a:pt x="213" y="480"/>
                  </a:cubicBezTo>
                  <a:cubicBezTo>
                    <a:pt x="214" y="480"/>
                    <a:pt x="214" y="479"/>
                    <a:pt x="215" y="479"/>
                  </a:cubicBezTo>
                  <a:cubicBezTo>
                    <a:pt x="215" y="480"/>
                    <a:pt x="215" y="480"/>
                    <a:pt x="215" y="480"/>
                  </a:cubicBezTo>
                  <a:cubicBezTo>
                    <a:pt x="215" y="480"/>
                    <a:pt x="216" y="480"/>
                    <a:pt x="216" y="481"/>
                  </a:cubicBezTo>
                  <a:cubicBezTo>
                    <a:pt x="216" y="482"/>
                    <a:pt x="215" y="484"/>
                    <a:pt x="217" y="483"/>
                  </a:cubicBezTo>
                  <a:cubicBezTo>
                    <a:pt x="216" y="484"/>
                    <a:pt x="216" y="486"/>
                    <a:pt x="216" y="487"/>
                  </a:cubicBezTo>
                  <a:cubicBezTo>
                    <a:pt x="216" y="487"/>
                    <a:pt x="216" y="487"/>
                    <a:pt x="216" y="487"/>
                  </a:cubicBezTo>
                  <a:cubicBezTo>
                    <a:pt x="217" y="487"/>
                    <a:pt x="219" y="486"/>
                    <a:pt x="219" y="486"/>
                  </a:cubicBezTo>
                  <a:cubicBezTo>
                    <a:pt x="220" y="486"/>
                    <a:pt x="219" y="489"/>
                    <a:pt x="217" y="490"/>
                  </a:cubicBezTo>
                  <a:cubicBezTo>
                    <a:pt x="217" y="491"/>
                    <a:pt x="217" y="492"/>
                    <a:pt x="217" y="492"/>
                  </a:cubicBezTo>
                  <a:cubicBezTo>
                    <a:pt x="217" y="492"/>
                    <a:pt x="221" y="486"/>
                    <a:pt x="222" y="489"/>
                  </a:cubicBezTo>
                  <a:cubicBezTo>
                    <a:pt x="222" y="489"/>
                    <a:pt x="222" y="489"/>
                    <a:pt x="222" y="489"/>
                  </a:cubicBezTo>
                  <a:cubicBezTo>
                    <a:pt x="222" y="489"/>
                    <a:pt x="225" y="487"/>
                    <a:pt x="225" y="487"/>
                  </a:cubicBezTo>
                  <a:cubicBezTo>
                    <a:pt x="227" y="489"/>
                    <a:pt x="224" y="492"/>
                    <a:pt x="223" y="494"/>
                  </a:cubicBezTo>
                  <a:cubicBezTo>
                    <a:pt x="225" y="494"/>
                    <a:pt x="226" y="495"/>
                    <a:pt x="225" y="496"/>
                  </a:cubicBezTo>
                  <a:cubicBezTo>
                    <a:pt x="225" y="497"/>
                    <a:pt x="225" y="497"/>
                    <a:pt x="224" y="497"/>
                  </a:cubicBezTo>
                  <a:cubicBezTo>
                    <a:pt x="225" y="498"/>
                    <a:pt x="225" y="498"/>
                    <a:pt x="223" y="499"/>
                  </a:cubicBezTo>
                  <a:cubicBezTo>
                    <a:pt x="223" y="499"/>
                    <a:pt x="223" y="500"/>
                    <a:pt x="222" y="499"/>
                  </a:cubicBezTo>
                  <a:cubicBezTo>
                    <a:pt x="221" y="499"/>
                    <a:pt x="221" y="498"/>
                    <a:pt x="222" y="498"/>
                  </a:cubicBezTo>
                  <a:cubicBezTo>
                    <a:pt x="222" y="498"/>
                    <a:pt x="222" y="498"/>
                    <a:pt x="221" y="498"/>
                  </a:cubicBezTo>
                  <a:cubicBezTo>
                    <a:pt x="221" y="500"/>
                    <a:pt x="221" y="502"/>
                    <a:pt x="219" y="503"/>
                  </a:cubicBezTo>
                  <a:cubicBezTo>
                    <a:pt x="219" y="504"/>
                    <a:pt x="219" y="504"/>
                    <a:pt x="220" y="505"/>
                  </a:cubicBezTo>
                  <a:cubicBezTo>
                    <a:pt x="220" y="505"/>
                    <a:pt x="220" y="505"/>
                    <a:pt x="220" y="505"/>
                  </a:cubicBezTo>
                  <a:cubicBezTo>
                    <a:pt x="221" y="504"/>
                    <a:pt x="222" y="503"/>
                    <a:pt x="223" y="502"/>
                  </a:cubicBezTo>
                  <a:cubicBezTo>
                    <a:pt x="223" y="504"/>
                    <a:pt x="222" y="505"/>
                    <a:pt x="220" y="506"/>
                  </a:cubicBezTo>
                  <a:cubicBezTo>
                    <a:pt x="220" y="507"/>
                    <a:pt x="220" y="507"/>
                    <a:pt x="220" y="507"/>
                  </a:cubicBezTo>
                  <a:cubicBezTo>
                    <a:pt x="221" y="506"/>
                    <a:pt x="221" y="506"/>
                    <a:pt x="221" y="506"/>
                  </a:cubicBezTo>
                  <a:cubicBezTo>
                    <a:pt x="222" y="507"/>
                    <a:pt x="221" y="507"/>
                    <a:pt x="220" y="507"/>
                  </a:cubicBezTo>
                  <a:cubicBezTo>
                    <a:pt x="219" y="509"/>
                    <a:pt x="216" y="511"/>
                    <a:pt x="215" y="512"/>
                  </a:cubicBezTo>
                  <a:cubicBezTo>
                    <a:pt x="216" y="512"/>
                    <a:pt x="216" y="512"/>
                    <a:pt x="216" y="512"/>
                  </a:cubicBezTo>
                  <a:cubicBezTo>
                    <a:pt x="217" y="512"/>
                    <a:pt x="217" y="513"/>
                    <a:pt x="217" y="514"/>
                  </a:cubicBezTo>
                  <a:cubicBezTo>
                    <a:pt x="217" y="515"/>
                    <a:pt x="217" y="515"/>
                    <a:pt x="217" y="515"/>
                  </a:cubicBezTo>
                  <a:cubicBezTo>
                    <a:pt x="217" y="516"/>
                    <a:pt x="215" y="519"/>
                    <a:pt x="214" y="518"/>
                  </a:cubicBezTo>
                  <a:cubicBezTo>
                    <a:pt x="214" y="518"/>
                    <a:pt x="214" y="518"/>
                    <a:pt x="214" y="517"/>
                  </a:cubicBezTo>
                  <a:cubicBezTo>
                    <a:pt x="214" y="518"/>
                    <a:pt x="214" y="518"/>
                    <a:pt x="214" y="518"/>
                  </a:cubicBezTo>
                  <a:cubicBezTo>
                    <a:pt x="214" y="518"/>
                    <a:pt x="213" y="518"/>
                    <a:pt x="213" y="518"/>
                  </a:cubicBezTo>
                  <a:cubicBezTo>
                    <a:pt x="211" y="517"/>
                    <a:pt x="213" y="516"/>
                    <a:pt x="214" y="517"/>
                  </a:cubicBezTo>
                  <a:cubicBezTo>
                    <a:pt x="214" y="516"/>
                    <a:pt x="214" y="516"/>
                    <a:pt x="214" y="515"/>
                  </a:cubicBezTo>
                  <a:cubicBezTo>
                    <a:pt x="213" y="516"/>
                    <a:pt x="213" y="516"/>
                    <a:pt x="213" y="516"/>
                  </a:cubicBezTo>
                  <a:cubicBezTo>
                    <a:pt x="212" y="517"/>
                    <a:pt x="211" y="516"/>
                    <a:pt x="212" y="515"/>
                  </a:cubicBezTo>
                  <a:cubicBezTo>
                    <a:pt x="209" y="515"/>
                    <a:pt x="203" y="515"/>
                    <a:pt x="204" y="515"/>
                  </a:cubicBezTo>
                  <a:cubicBezTo>
                    <a:pt x="203" y="515"/>
                    <a:pt x="200" y="523"/>
                    <a:pt x="200" y="518"/>
                  </a:cubicBezTo>
                  <a:cubicBezTo>
                    <a:pt x="200" y="519"/>
                    <a:pt x="200" y="519"/>
                    <a:pt x="200" y="519"/>
                  </a:cubicBezTo>
                  <a:cubicBezTo>
                    <a:pt x="200" y="519"/>
                    <a:pt x="200" y="519"/>
                    <a:pt x="199" y="519"/>
                  </a:cubicBezTo>
                  <a:cubicBezTo>
                    <a:pt x="199" y="520"/>
                    <a:pt x="199" y="520"/>
                    <a:pt x="198" y="519"/>
                  </a:cubicBezTo>
                  <a:cubicBezTo>
                    <a:pt x="198" y="520"/>
                    <a:pt x="198" y="520"/>
                    <a:pt x="198" y="520"/>
                  </a:cubicBezTo>
                  <a:cubicBezTo>
                    <a:pt x="197" y="521"/>
                    <a:pt x="197" y="519"/>
                    <a:pt x="197" y="519"/>
                  </a:cubicBezTo>
                  <a:cubicBezTo>
                    <a:pt x="196" y="518"/>
                    <a:pt x="196" y="517"/>
                    <a:pt x="195" y="517"/>
                  </a:cubicBezTo>
                  <a:cubicBezTo>
                    <a:pt x="195" y="517"/>
                    <a:pt x="193" y="516"/>
                    <a:pt x="193" y="517"/>
                  </a:cubicBezTo>
                  <a:cubicBezTo>
                    <a:pt x="192" y="515"/>
                    <a:pt x="194" y="514"/>
                    <a:pt x="194" y="513"/>
                  </a:cubicBezTo>
                  <a:cubicBezTo>
                    <a:pt x="194" y="512"/>
                    <a:pt x="194" y="512"/>
                    <a:pt x="194" y="511"/>
                  </a:cubicBezTo>
                  <a:cubicBezTo>
                    <a:pt x="194" y="513"/>
                    <a:pt x="193" y="514"/>
                    <a:pt x="192" y="513"/>
                  </a:cubicBezTo>
                  <a:cubicBezTo>
                    <a:pt x="191" y="513"/>
                    <a:pt x="191" y="513"/>
                    <a:pt x="191" y="512"/>
                  </a:cubicBezTo>
                  <a:cubicBezTo>
                    <a:pt x="190" y="512"/>
                    <a:pt x="189" y="511"/>
                    <a:pt x="189" y="510"/>
                  </a:cubicBezTo>
                  <a:cubicBezTo>
                    <a:pt x="190" y="509"/>
                    <a:pt x="190" y="509"/>
                    <a:pt x="191" y="509"/>
                  </a:cubicBezTo>
                  <a:cubicBezTo>
                    <a:pt x="191" y="508"/>
                    <a:pt x="192" y="507"/>
                    <a:pt x="193" y="507"/>
                  </a:cubicBezTo>
                  <a:cubicBezTo>
                    <a:pt x="193" y="507"/>
                    <a:pt x="194" y="508"/>
                    <a:pt x="194" y="508"/>
                  </a:cubicBezTo>
                  <a:cubicBezTo>
                    <a:pt x="196" y="507"/>
                    <a:pt x="193" y="505"/>
                    <a:pt x="197" y="505"/>
                  </a:cubicBezTo>
                  <a:cubicBezTo>
                    <a:pt x="194" y="505"/>
                    <a:pt x="194" y="501"/>
                    <a:pt x="191" y="501"/>
                  </a:cubicBezTo>
                  <a:cubicBezTo>
                    <a:pt x="190" y="501"/>
                    <a:pt x="185" y="504"/>
                    <a:pt x="185" y="505"/>
                  </a:cubicBezTo>
                  <a:cubicBezTo>
                    <a:pt x="185" y="505"/>
                    <a:pt x="186" y="505"/>
                    <a:pt x="185" y="506"/>
                  </a:cubicBezTo>
                  <a:cubicBezTo>
                    <a:pt x="186" y="506"/>
                    <a:pt x="186" y="506"/>
                    <a:pt x="186" y="506"/>
                  </a:cubicBezTo>
                  <a:cubicBezTo>
                    <a:pt x="186" y="506"/>
                    <a:pt x="186" y="506"/>
                    <a:pt x="185" y="506"/>
                  </a:cubicBezTo>
                  <a:cubicBezTo>
                    <a:pt x="185" y="506"/>
                    <a:pt x="185" y="506"/>
                    <a:pt x="185" y="506"/>
                  </a:cubicBezTo>
                  <a:cubicBezTo>
                    <a:pt x="185" y="507"/>
                    <a:pt x="182" y="505"/>
                    <a:pt x="180" y="507"/>
                  </a:cubicBezTo>
                  <a:cubicBezTo>
                    <a:pt x="181" y="506"/>
                    <a:pt x="179" y="508"/>
                    <a:pt x="180" y="508"/>
                  </a:cubicBezTo>
                  <a:cubicBezTo>
                    <a:pt x="180" y="509"/>
                    <a:pt x="181" y="508"/>
                    <a:pt x="181" y="508"/>
                  </a:cubicBezTo>
                  <a:cubicBezTo>
                    <a:pt x="181" y="507"/>
                    <a:pt x="181" y="506"/>
                    <a:pt x="182" y="506"/>
                  </a:cubicBezTo>
                  <a:cubicBezTo>
                    <a:pt x="183" y="507"/>
                    <a:pt x="182" y="508"/>
                    <a:pt x="182" y="508"/>
                  </a:cubicBezTo>
                  <a:cubicBezTo>
                    <a:pt x="183" y="509"/>
                    <a:pt x="181" y="511"/>
                    <a:pt x="182" y="512"/>
                  </a:cubicBezTo>
                  <a:cubicBezTo>
                    <a:pt x="182" y="514"/>
                    <a:pt x="183" y="512"/>
                    <a:pt x="184" y="514"/>
                  </a:cubicBezTo>
                  <a:cubicBezTo>
                    <a:pt x="181" y="513"/>
                    <a:pt x="182" y="514"/>
                    <a:pt x="182" y="515"/>
                  </a:cubicBezTo>
                  <a:cubicBezTo>
                    <a:pt x="182" y="515"/>
                    <a:pt x="182" y="515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6"/>
                    <a:pt x="182" y="516"/>
                  </a:cubicBezTo>
                  <a:cubicBezTo>
                    <a:pt x="182" y="516"/>
                    <a:pt x="182" y="517"/>
                    <a:pt x="182" y="517"/>
                  </a:cubicBezTo>
                  <a:cubicBezTo>
                    <a:pt x="182" y="519"/>
                    <a:pt x="180" y="520"/>
                    <a:pt x="180" y="522"/>
                  </a:cubicBezTo>
                  <a:cubicBezTo>
                    <a:pt x="180" y="522"/>
                    <a:pt x="181" y="523"/>
                    <a:pt x="181" y="523"/>
                  </a:cubicBezTo>
                  <a:cubicBezTo>
                    <a:pt x="181" y="523"/>
                    <a:pt x="180" y="523"/>
                    <a:pt x="180" y="523"/>
                  </a:cubicBezTo>
                  <a:cubicBezTo>
                    <a:pt x="180" y="523"/>
                    <a:pt x="180" y="524"/>
                    <a:pt x="180" y="524"/>
                  </a:cubicBezTo>
                  <a:cubicBezTo>
                    <a:pt x="180" y="524"/>
                    <a:pt x="182" y="523"/>
                    <a:pt x="183" y="524"/>
                  </a:cubicBezTo>
                  <a:cubicBezTo>
                    <a:pt x="185" y="525"/>
                    <a:pt x="183" y="527"/>
                    <a:pt x="184" y="528"/>
                  </a:cubicBezTo>
                  <a:cubicBezTo>
                    <a:pt x="184" y="528"/>
                    <a:pt x="186" y="529"/>
                    <a:pt x="186" y="530"/>
                  </a:cubicBezTo>
                  <a:cubicBezTo>
                    <a:pt x="187" y="529"/>
                    <a:pt x="188" y="528"/>
                    <a:pt x="190" y="528"/>
                  </a:cubicBezTo>
                  <a:cubicBezTo>
                    <a:pt x="191" y="529"/>
                    <a:pt x="188" y="530"/>
                    <a:pt x="189" y="530"/>
                  </a:cubicBezTo>
                  <a:cubicBezTo>
                    <a:pt x="189" y="530"/>
                    <a:pt x="189" y="530"/>
                    <a:pt x="189" y="531"/>
                  </a:cubicBezTo>
                  <a:cubicBezTo>
                    <a:pt x="189" y="531"/>
                    <a:pt x="189" y="531"/>
                    <a:pt x="189" y="530"/>
                  </a:cubicBezTo>
                  <a:cubicBezTo>
                    <a:pt x="190" y="530"/>
                    <a:pt x="190" y="528"/>
                    <a:pt x="191" y="529"/>
                  </a:cubicBezTo>
                  <a:cubicBezTo>
                    <a:pt x="192" y="529"/>
                    <a:pt x="192" y="530"/>
                    <a:pt x="192" y="531"/>
                  </a:cubicBezTo>
                  <a:cubicBezTo>
                    <a:pt x="193" y="531"/>
                    <a:pt x="193" y="532"/>
                    <a:pt x="192" y="534"/>
                  </a:cubicBezTo>
                  <a:cubicBezTo>
                    <a:pt x="192" y="534"/>
                    <a:pt x="192" y="534"/>
                    <a:pt x="191" y="535"/>
                  </a:cubicBezTo>
                  <a:cubicBezTo>
                    <a:pt x="191" y="535"/>
                    <a:pt x="190" y="535"/>
                    <a:pt x="189" y="535"/>
                  </a:cubicBezTo>
                  <a:cubicBezTo>
                    <a:pt x="188" y="535"/>
                    <a:pt x="188" y="535"/>
                    <a:pt x="187" y="537"/>
                  </a:cubicBezTo>
                  <a:cubicBezTo>
                    <a:pt x="187" y="536"/>
                    <a:pt x="187" y="535"/>
                    <a:pt x="187" y="535"/>
                  </a:cubicBezTo>
                  <a:cubicBezTo>
                    <a:pt x="187" y="535"/>
                    <a:pt x="187" y="535"/>
                    <a:pt x="187" y="535"/>
                  </a:cubicBezTo>
                  <a:cubicBezTo>
                    <a:pt x="187" y="536"/>
                    <a:pt x="186" y="538"/>
                    <a:pt x="186" y="539"/>
                  </a:cubicBezTo>
                  <a:cubicBezTo>
                    <a:pt x="186" y="539"/>
                    <a:pt x="185" y="538"/>
                    <a:pt x="185" y="538"/>
                  </a:cubicBezTo>
                  <a:cubicBezTo>
                    <a:pt x="185" y="538"/>
                    <a:pt x="185" y="539"/>
                    <a:pt x="185" y="539"/>
                  </a:cubicBezTo>
                  <a:cubicBezTo>
                    <a:pt x="184" y="540"/>
                    <a:pt x="182" y="542"/>
                    <a:pt x="185" y="541"/>
                  </a:cubicBezTo>
                  <a:cubicBezTo>
                    <a:pt x="186" y="540"/>
                    <a:pt x="184" y="544"/>
                    <a:pt x="185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6" y="543"/>
                    <a:pt x="186" y="543"/>
                    <a:pt x="186" y="543"/>
                  </a:cubicBezTo>
                  <a:cubicBezTo>
                    <a:pt x="187" y="541"/>
                    <a:pt x="184" y="539"/>
                    <a:pt x="187" y="538"/>
                  </a:cubicBezTo>
                  <a:cubicBezTo>
                    <a:pt x="187" y="538"/>
                    <a:pt x="187" y="539"/>
                    <a:pt x="187" y="539"/>
                  </a:cubicBezTo>
                  <a:cubicBezTo>
                    <a:pt x="189" y="540"/>
                    <a:pt x="191" y="538"/>
                    <a:pt x="192" y="540"/>
                  </a:cubicBezTo>
                  <a:cubicBezTo>
                    <a:pt x="192" y="541"/>
                    <a:pt x="190" y="540"/>
                    <a:pt x="190" y="542"/>
                  </a:cubicBezTo>
                  <a:cubicBezTo>
                    <a:pt x="190" y="543"/>
                    <a:pt x="194" y="542"/>
                    <a:pt x="195" y="540"/>
                  </a:cubicBezTo>
                  <a:cubicBezTo>
                    <a:pt x="194" y="540"/>
                    <a:pt x="194" y="539"/>
                    <a:pt x="194" y="538"/>
                  </a:cubicBezTo>
                  <a:cubicBezTo>
                    <a:pt x="194" y="538"/>
                    <a:pt x="194" y="538"/>
                    <a:pt x="194" y="537"/>
                  </a:cubicBezTo>
                  <a:cubicBezTo>
                    <a:pt x="194" y="538"/>
                    <a:pt x="194" y="538"/>
                    <a:pt x="194" y="538"/>
                  </a:cubicBezTo>
                  <a:cubicBezTo>
                    <a:pt x="195" y="537"/>
                    <a:pt x="195" y="537"/>
                    <a:pt x="195" y="537"/>
                  </a:cubicBezTo>
                  <a:cubicBezTo>
                    <a:pt x="195" y="537"/>
                    <a:pt x="197" y="538"/>
                    <a:pt x="197" y="538"/>
                  </a:cubicBezTo>
                  <a:cubicBezTo>
                    <a:pt x="198" y="538"/>
                    <a:pt x="199" y="537"/>
                    <a:pt x="199" y="536"/>
                  </a:cubicBezTo>
                  <a:cubicBezTo>
                    <a:pt x="198" y="536"/>
                    <a:pt x="197" y="535"/>
                    <a:pt x="197" y="534"/>
                  </a:cubicBezTo>
                  <a:cubicBezTo>
                    <a:pt x="197" y="534"/>
                    <a:pt x="196" y="534"/>
                    <a:pt x="196" y="534"/>
                  </a:cubicBezTo>
                  <a:cubicBezTo>
                    <a:pt x="196" y="534"/>
                    <a:pt x="196" y="533"/>
                    <a:pt x="196" y="533"/>
                  </a:cubicBezTo>
                  <a:cubicBezTo>
                    <a:pt x="196" y="533"/>
                    <a:pt x="196" y="533"/>
                    <a:pt x="196" y="532"/>
                  </a:cubicBezTo>
                  <a:cubicBezTo>
                    <a:pt x="196" y="532"/>
                    <a:pt x="196" y="532"/>
                    <a:pt x="196" y="532"/>
                  </a:cubicBezTo>
                  <a:cubicBezTo>
                    <a:pt x="195" y="533"/>
                    <a:pt x="195" y="532"/>
                    <a:pt x="195" y="532"/>
                  </a:cubicBezTo>
                  <a:cubicBezTo>
                    <a:pt x="195" y="531"/>
                    <a:pt x="195" y="531"/>
                    <a:pt x="196" y="531"/>
                  </a:cubicBezTo>
                  <a:cubicBezTo>
                    <a:pt x="195" y="529"/>
                    <a:pt x="196" y="527"/>
                    <a:pt x="198" y="526"/>
                  </a:cubicBezTo>
                  <a:cubicBezTo>
                    <a:pt x="198" y="525"/>
                    <a:pt x="199" y="524"/>
                    <a:pt x="200" y="524"/>
                  </a:cubicBezTo>
                  <a:cubicBezTo>
                    <a:pt x="200" y="523"/>
                    <a:pt x="201" y="520"/>
                    <a:pt x="202" y="521"/>
                  </a:cubicBezTo>
                  <a:cubicBezTo>
                    <a:pt x="203" y="522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2" y="523"/>
                    <a:pt x="202" y="523"/>
                    <a:pt x="202" y="523"/>
                  </a:cubicBezTo>
                  <a:cubicBezTo>
                    <a:pt x="205" y="523"/>
                    <a:pt x="207" y="524"/>
                    <a:pt x="208" y="525"/>
                  </a:cubicBezTo>
                  <a:cubicBezTo>
                    <a:pt x="208" y="525"/>
                    <a:pt x="209" y="525"/>
                    <a:pt x="209" y="525"/>
                  </a:cubicBezTo>
                  <a:cubicBezTo>
                    <a:pt x="209" y="525"/>
                    <a:pt x="209" y="525"/>
                    <a:pt x="209" y="526"/>
                  </a:cubicBezTo>
                  <a:cubicBezTo>
                    <a:pt x="209" y="526"/>
                    <a:pt x="209" y="526"/>
                    <a:pt x="209" y="526"/>
                  </a:cubicBezTo>
                  <a:cubicBezTo>
                    <a:pt x="211" y="528"/>
                    <a:pt x="212" y="531"/>
                    <a:pt x="211" y="533"/>
                  </a:cubicBezTo>
                  <a:cubicBezTo>
                    <a:pt x="211" y="533"/>
                    <a:pt x="210" y="536"/>
                    <a:pt x="209" y="536"/>
                  </a:cubicBezTo>
                  <a:cubicBezTo>
                    <a:pt x="209" y="536"/>
                    <a:pt x="208" y="535"/>
                    <a:pt x="208" y="535"/>
                  </a:cubicBezTo>
                  <a:cubicBezTo>
                    <a:pt x="208" y="535"/>
                    <a:pt x="208" y="535"/>
                    <a:pt x="208" y="535"/>
                  </a:cubicBezTo>
                  <a:cubicBezTo>
                    <a:pt x="207" y="536"/>
                    <a:pt x="207" y="537"/>
                    <a:pt x="206" y="537"/>
                  </a:cubicBezTo>
                  <a:cubicBezTo>
                    <a:pt x="207" y="537"/>
                    <a:pt x="207" y="537"/>
                    <a:pt x="208" y="538"/>
                  </a:cubicBezTo>
                  <a:cubicBezTo>
                    <a:pt x="208" y="538"/>
                    <a:pt x="206" y="539"/>
                    <a:pt x="206" y="538"/>
                  </a:cubicBezTo>
                  <a:cubicBezTo>
                    <a:pt x="206" y="538"/>
                    <a:pt x="206" y="538"/>
                    <a:pt x="206" y="538"/>
                  </a:cubicBezTo>
                  <a:cubicBezTo>
                    <a:pt x="205" y="539"/>
                    <a:pt x="205" y="540"/>
                    <a:pt x="206" y="541"/>
                  </a:cubicBezTo>
                  <a:cubicBezTo>
                    <a:pt x="206" y="541"/>
                    <a:pt x="209" y="539"/>
                    <a:pt x="209" y="542"/>
                  </a:cubicBezTo>
                  <a:cubicBezTo>
                    <a:pt x="206" y="541"/>
                    <a:pt x="208" y="542"/>
                    <a:pt x="208" y="545"/>
                  </a:cubicBezTo>
                  <a:cubicBezTo>
                    <a:pt x="207" y="549"/>
                    <a:pt x="207" y="547"/>
                    <a:pt x="209" y="545"/>
                  </a:cubicBezTo>
                  <a:cubicBezTo>
                    <a:pt x="211" y="543"/>
                    <a:pt x="211" y="545"/>
                    <a:pt x="212" y="543"/>
                  </a:cubicBezTo>
                  <a:cubicBezTo>
                    <a:pt x="212" y="543"/>
                    <a:pt x="213" y="541"/>
                    <a:pt x="213" y="539"/>
                  </a:cubicBezTo>
                  <a:cubicBezTo>
                    <a:pt x="213" y="539"/>
                    <a:pt x="213" y="539"/>
                    <a:pt x="213" y="538"/>
                  </a:cubicBezTo>
                  <a:cubicBezTo>
                    <a:pt x="213" y="538"/>
                    <a:pt x="213" y="537"/>
                    <a:pt x="213" y="537"/>
                  </a:cubicBezTo>
                  <a:cubicBezTo>
                    <a:pt x="213" y="538"/>
                    <a:pt x="209" y="536"/>
                    <a:pt x="211" y="535"/>
                  </a:cubicBezTo>
                  <a:cubicBezTo>
                    <a:pt x="211" y="535"/>
                    <a:pt x="212" y="535"/>
                    <a:pt x="212" y="535"/>
                  </a:cubicBezTo>
                  <a:cubicBezTo>
                    <a:pt x="212" y="533"/>
                    <a:pt x="214" y="530"/>
                    <a:pt x="214" y="529"/>
                  </a:cubicBezTo>
                  <a:cubicBezTo>
                    <a:pt x="216" y="526"/>
                    <a:pt x="216" y="526"/>
                    <a:pt x="215" y="529"/>
                  </a:cubicBezTo>
                  <a:cubicBezTo>
                    <a:pt x="214" y="531"/>
                    <a:pt x="214" y="533"/>
                    <a:pt x="214" y="534"/>
                  </a:cubicBezTo>
                  <a:cubicBezTo>
                    <a:pt x="215" y="534"/>
                    <a:pt x="214" y="532"/>
                    <a:pt x="215" y="531"/>
                  </a:cubicBezTo>
                  <a:cubicBezTo>
                    <a:pt x="215" y="530"/>
                    <a:pt x="217" y="530"/>
                    <a:pt x="218" y="529"/>
                  </a:cubicBezTo>
                  <a:cubicBezTo>
                    <a:pt x="218" y="528"/>
                    <a:pt x="219" y="528"/>
                    <a:pt x="219" y="528"/>
                  </a:cubicBezTo>
                  <a:cubicBezTo>
                    <a:pt x="219" y="528"/>
                    <a:pt x="219" y="528"/>
                    <a:pt x="220" y="528"/>
                  </a:cubicBezTo>
                  <a:cubicBezTo>
                    <a:pt x="220" y="528"/>
                    <a:pt x="220" y="528"/>
                    <a:pt x="220" y="528"/>
                  </a:cubicBezTo>
                  <a:cubicBezTo>
                    <a:pt x="219" y="526"/>
                    <a:pt x="222" y="526"/>
                    <a:pt x="222" y="527"/>
                  </a:cubicBezTo>
                  <a:cubicBezTo>
                    <a:pt x="222" y="527"/>
                    <a:pt x="223" y="527"/>
                    <a:pt x="223" y="527"/>
                  </a:cubicBezTo>
                  <a:cubicBezTo>
                    <a:pt x="223" y="527"/>
                    <a:pt x="223" y="527"/>
                    <a:pt x="223" y="528"/>
                  </a:cubicBezTo>
                  <a:cubicBezTo>
                    <a:pt x="223" y="528"/>
                    <a:pt x="223" y="528"/>
                    <a:pt x="223" y="528"/>
                  </a:cubicBezTo>
                  <a:cubicBezTo>
                    <a:pt x="223" y="528"/>
                    <a:pt x="224" y="530"/>
                    <a:pt x="225" y="532"/>
                  </a:cubicBezTo>
                  <a:cubicBezTo>
                    <a:pt x="225" y="531"/>
                    <a:pt x="227" y="531"/>
                    <a:pt x="227" y="532"/>
                  </a:cubicBezTo>
                  <a:cubicBezTo>
                    <a:pt x="227" y="532"/>
                    <a:pt x="226" y="532"/>
                    <a:pt x="226" y="532"/>
                  </a:cubicBezTo>
                  <a:cubicBezTo>
                    <a:pt x="227" y="533"/>
                    <a:pt x="227" y="533"/>
                    <a:pt x="228" y="531"/>
                  </a:cubicBezTo>
                  <a:cubicBezTo>
                    <a:pt x="228" y="531"/>
                    <a:pt x="228" y="531"/>
                    <a:pt x="228" y="531"/>
                  </a:cubicBezTo>
                  <a:cubicBezTo>
                    <a:pt x="229" y="531"/>
                    <a:pt x="236" y="530"/>
                    <a:pt x="233" y="528"/>
                  </a:cubicBezTo>
                  <a:cubicBezTo>
                    <a:pt x="232" y="527"/>
                    <a:pt x="232" y="529"/>
                    <a:pt x="232" y="529"/>
                  </a:cubicBezTo>
                  <a:cubicBezTo>
                    <a:pt x="231" y="529"/>
                    <a:pt x="232" y="528"/>
                    <a:pt x="231" y="528"/>
                  </a:cubicBezTo>
                  <a:cubicBezTo>
                    <a:pt x="230" y="527"/>
                    <a:pt x="229" y="530"/>
                    <a:pt x="227" y="529"/>
                  </a:cubicBezTo>
                  <a:cubicBezTo>
                    <a:pt x="230" y="529"/>
                    <a:pt x="228" y="525"/>
                    <a:pt x="230" y="525"/>
                  </a:cubicBezTo>
                  <a:cubicBezTo>
                    <a:pt x="231" y="524"/>
                    <a:pt x="234" y="528"/>
                    <a:pt x="235" y="528"/>
                  </a:cubicBezTo>
                  <a:cubicBezTo>
                    <a:pt x="238" y="528"/>
                    <a:pt x="239" y="526"/>
                    <a:pt x="241" y="523"/>
                  </a:cubicBezTo>
                  <a:cubicBezTo>
                    <a:pt x="239" y="524"/>
                    <a:pt x="238" y="524"/>
                    <a:pt x="236" y="523"/>
                  </a:cubicBezTo>
                  <a:cubicBezTo>
                    <a:pt x="235" y="524"/>
                    <a:pt x="234" y="525"/>
                    <a:pt x="233" y="522"/>
                  </a:cubicBezTo>
                  <a:cubicBezTo>
                    <a:pt x="232" y="521"/>
                    <a:pt x="229" y="517"/>
                    <a:pt x="231" y="515"/>
                  </a:cubicBezTo>
                  <a:cubicBezTo>
                    <a:pt x="235" y="512"/>
                    <a:pt x="241" y="508"/>
                    <a:pt x="242" y="503"/>
                  </a:cubicBezTo>
                  <a:cubicBezTo>
                    <a:pt x="237" y="508"/>
                    <a:pt x="237" y="501"/>
                    <a:pt x="243" y="501"/>
                  </a:cubicBezTo>
                  <a:cubicBezTo>
                    <a:pt x="241" y="503"/>
                    <a:pt x="244" y="501"/>
                    <a:pt x="244" y="503"/>
                  </a:cubicBezTo>
                  <a:cubicBezTo>
                    <a:pt x="244" y="503"/>
                    <a:pt x="244" y="503"/>
                    <a:pt x="244" y="504"/>
                  </a:cubicBezTo>
                  <a:cubicBezTo>
                    <a:pt x="244" y="504"/>
                    <a:pt x="244" y="504"/>
                    <a:pt x="244" y="504"/>
                  </a:cubicBezTo>
                  <a:cubicBezTo>
                    <a:pt x="247" y="504"/>
                    <a:pt x="242" y="508"/>
                    <a:pt x="243" y="505"/>
                  </a:cubicBezTo>
                  <a:cubicBezTo>
                    <a:pt x="243" y="505"/>
                    <a:pt x="243" y="505"/>
                    <a:pt x="243" y="505"/>
                  </a:cubicBezTo>
                  <a:cubicBezTo>
                    <a:pt x="243" y="505"/>
                    <a:pt x="242" y="506"/>
                    <a:pt x="242" y="507"/>
                  </a:cubicBezTo>
                  <a:cubicBezTo>
                    <a:pt x="241" y="510"/>
                    <a:pt x="241" y="514"/>
                    <a:pt x="242" y="517"/>
                  </a:cubicBezTo>
                  <a:cubicBezTo>
                    <a:pt x="243" y="517"/>
                    <a:pt x="243" y="518"/>
                    <a:pt x="243" y="518"/>
                  </a:cubicBezTo>
                  <a:cubicBezTo>
                    <a:pt x="243" y="519"/>
                    <a:pt x="243" y="519"/>
                    <a:pt x="243" y="519"/>
                  </a:cubicBezTo>
                  <a:cubicBezTo>
                    <a:pt x="244" y="520"/>
                    <a:pt x="246" y="520"/>
                    <a:pt x="248" y="516"/>
                  </a:cubicBezTo>
                  <a:cubicBezTo>
                    <a:pt x="248" y="523"/>
                    <a:pt x="254" y="514"/>
                    <a:pt x="253" y="512"/>
                  </a:cubicBezTo>
                  <a:cubicBezTo>
                    <a:pt x="253" y="512"/>
                    <a:pt x="251" y="511"/>
                    <a:pt x="251" y="511"/>
                  </a:cubicBezTo>
                  <a:cubicBezTo>
                    <a:pt x="250" y="510"/>
                    <a:pt x="251" y="507"/>
                    <a:pt x="252" y="506"/>
                  </a:cubicBezTo>
                  <a:cubicBezTo>
                    <a:pt x="253" y="505"/>
                    <a:pt x="257" y="499"/>
                    <a:pt x="255" y="503"/>
                  </a:cubicBezTo>
                  <a:cubicBezTo>
                    <a:pt x="255" y="505"/>
                    <a:pt x="255" y="507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5" y="508"/>
                    <a:pt x="255" y="508"/>
                    <a:pt x="255" y="508"/>
                  </a:cubicBezTo>
                  <a:cubicBezTo>
                    <a:pt x="254" y="510"/>
                    <a:pt x="254" y="511"/>
                    <a:pt x="254" y="513"/>
                  </a:cubicBezTo>
                  <a:cubicBezTo>
                    <a:pt x="254" y="515"/>
                    <a:pt x="252" y="517"/>
                    <a:pt x="252" y="518"/>
                  </a:cubicBezTo>
                  <a:cubicBezTo>
                    <a:pt x="252" y="517"/>
                    <a:pt x="252" y="517"/>
                    <a:pt x="253" y="518"/>
                  </a:cubicBezTo>
                  <a:cubicBezTo>
                    <a:pt x="253" y="519"/>
                    <a:pt x="254" y="519"/>
                    <a:pt x="254" y="519"/>
                  </a:cubicBezTo>
                  <a:cubicBezTo>
                    <a:pt x="253" y="520"/>
                    <a:pt x="253" y="520"/>
                    <a:pt x="253" y="520"/>
                  </a:cubicBezTo>
                  <a:cubicBezTo>
                    <a:pt x="253" y="520"/>
                    <a:pt x="253" y="521"/>
                    <a:pt x="254" y="521"/>
                  </a:cubicBezTo>
                  <a:cubicBezTo>
                    <a:pt x="256" y="521"/>
                    <a:pt x="256" y="513"/>
                    <a:pt x="257" y="510"/>
                  </a:cubicBezTo>
                  <a:cubicBezTo>
                    <a:pt x="256" y="510"/>
                    <a:pt x="256" y="510"/>
                    <a:pt x="256" y="510"/>
                  </a:cubicBezTo>
                  <a:cubicBezTo>
                    <a:pt x="255" y="509"/>
                    <a:pt x="256" y="509"/>
                    <a:pt x="257" y="509"/>
                  </a:cubicBezTo>
                  <a:cubicBezTo>
                    <a:pt x="257" y="509"/>
                    <a:pt x="257" y="509"/>
                    <a:pt x="257" y="509"/>
                  </a:cubicBezTo>
                  <a:cubicBezTo>
                    <a:pt x="257" y="508"/>
                    <a:pt x="257" y="507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7" y="506"/>
                    <a:pt x="257" y="506"/>
                    <a:pt x="257" y="506"/>
                  </a:cubicBezTo>
                  <a:cubicBezTo>
                    <a:pt x="258" y="504"/>
                    <a:pt x="259" y="501"/>
                    <a:pt x="259" y="501"/>
                  </a:cubicBezTo>
                  <a:cubicBezTo>
                    <a:pt x="262" y="499"/>
                    <a:pt x="256" y="514"/>
                    <a:pt x="262" y="510"/>
                  </a:cubicBezTo>
                  <a:cubicBezTo>
                    <a:pt x="262" y="510"/>
                    <a:pt x="267" y="506"/>
                    <a:pt x="267" y="505"/>
                  </a:cubicBezTo>
                  <a:cubicBezTo>
                    <a:pt x="267" y="504"/>
                    <a:pt x="265" y="505"/>
                    <a:pt x="264" y="505"/>
                  </a:cubicBezTo>
                  <a:cubicBezTo>
                    <a:pt x="263" y="504"/>
                    <a:pt x="264" y="501"/>
                    <a:pt x="265" y="500"/>
                  </a:cubicBezTo>
                  <a:cubicBezTo>
                    <a:pt x="267" y="500"/>
                    <a:pt x="267" y="502"/>
                    <a:pt x="267" y="502"/>
                  </a:cubicBezTo>
                  <a:cubicBezTo>
                    <a:pt x="269" y="502"/>
                    <a:pt x="270" y="500"/>
                    <a:pt x="271" y="498"/>
                  </a:cubicBezTo>
                  <a:cubicBezTo>
                    <a:pt x="271" y="498"/>
                    <a:pt x="271" y="498"/>
                    <a:pt x="270" y="498"/>
                  </a:cubicBezTo>
                  <a:cubicBezTo>
                    <a:pt x="271" y="497"/>
                    <a:pt x="271" y="497"/>
                    <a:pt x="271" y="497"/>
                  </a:cubicBezTo>
                  <a:cubicBezTo>
                    <a:pt x="272" y="495"/>
                    <a:pt x="273" y="494"/>
                    <a:pt x="274" y="493"/>
                  </a:cubicBezTo>
                  <a:cubicBezTo>
                    <a:pt x="276" y="490"/>
                    <a:pt x="277" y="487"/>
                    <a:pt x="278" y="487"/>
                  </a:cubicBezTo>
                  <a:cubicBezTo>
                    <a:pt x="278" y="486"/>
                    <a:pt x="280" y="489"/>
                    <a:pt x="282" y="489"/>
                  </a:cubicBezTo>
                  <a:cubicBezTo>
                    <a:pt x="284" y="489"/>
                    <a:pt x="284" y="486"/>
                    <a:pt x="284" y="489"/>
                  </a:cubicBezTo>
                  <a:cubicBezTo>
                    <a:pt x="284" y="491"/>
                    <a:pt x="285" y="489"/>
                    <a:pt x="285" y="492"/>
                  </a:cubicBezTo>
                  <a:cubicBezTo>
                    <a:pt x="285" y="493"/>
                    <a:pt x="281" y="498"/>
                    <a:pt x="278" y="496"/>
                  </a:cubicBezTo>
                  <a:cubicBezTo>
                    <a:pt x="277" y="496"/>
                    <a:pt x="277" y="493"/>
                    <a:pt x="275" y="495"/>
                  </a:cubicBezTo>
                  <a:cubicBezTo>
                    <a:pt x="275" y="496"/>
                    <a:pt x="275" y="498"/>
                    <a:pt x="274" y="499"/>
                  </a:cubicBezTo>
                  <a:cubicBezTo>
                    <a:pt x="273" y="502"/>
                    <a:pt x="268" y="505"/>
                    <a:pt x="267" y="508"/>
                  </a:cubicBezTo>
                  <a:cubicBezTo>
                    <a:pt x="266" y="510"/>
                    <a:pt x="266" y="513"/>
                    <a:pt x="264" y="516"/>
                  </a:cubicBezTo>
                  <a:cubicBezTo>
                    <a:pt x="263" y="518"/>
                    <a:pt x="257" y="521"/>
                    <a:pt x="257" y="523"/>
                  </a:cubicBezTo>
                  <a:cubicBezTo>
                    <a:pt x="257" y="523"/>
                    <a:pt x="258" y="524"/>
                    <a:pt x="258" y="525"/>
                  </a:cubicBezTo>
                  <a:cubicBezTo>
                    <a:pt x="258" y="525"/>
                    <a:pt x="259" y="525"/>
                    <a:pt x="259" y="525"/>
                  </a:cubicBezTo>
                  <a:cubicBezTo>
                    <a:pt x="259" y="525"/>
                    <a:pt x="259" y="525"/>
                    <a:pt x="259" y="525"/>
                  </a:cubicBezTo>
                  <a:cubicBezTo>
                    <a:pt x="261" y="527"/>
                    <a:pt x="265" y="529"/>
                    <a:pt x="267" y="528"/>
                  </a:cubicBezTo>
                  <a:cubicBezTo>
                    <a:pt x="268" y="528"/>
                    <a:pt x="268" y="528"/>
                    <a:pt x="268" y="528"/>
                  </a:cubicBezTo>
                  <a:cubicBezTo>
                    <a:pt x="268" y="527"/>
                    <a:pt x="268" y="526"/>
                    <a:pt x="268" y="525"/>
                  </a:cubicBezTo>
                  <a:cubicBezTo>
                    <a:pt x="270" y="521"/>
                    <a:pt x="278" y="518"/>
                    <a:pt x="282" y="521"/>
                  </a:cubicBezTo>
                  <a:cubicBezTo>
                    <a:pt x="282" y="521"/>
                    <a:pt x="282" y="521"/>
                    <a:pt x="282" y="522"/>
                  </a:cubicBezTo>
                  <a:cubicBezTo>
                    <a:pt x="282" y="522"/>
                    <a:pt x="282" y="522"/>
                    <a:pt x="282" y="521"/>
                  </a:cubicBezTo>
                  <a:cubicBezTo>
                    <a:pt x="283" y="520"/>
                    <a:pt x="282" y="521"/>
                    <a:pt x="282" y="522"/>
                  </a:cubicBezTo>
                  <a:cubicBezTo>
                    <a:pt x="282" y="522"/>
                    <a:pt x="282" y="522"/>
                    <a:pt x="283" y="523"/>
                  </a:cubicBezTo>
                  <a:cubicBezTo>
                    <a:pt x="284" y="522"/>
                    <a:pt x="285" y="522"/>
                    <a:pt x="285" y="521"/>
                  </a:cubicBezTo>
                  <a:cubicBezTo>
                    <a:pt x="286" y="523"/>
                    <a:pt x="287" y="519"/>
                    <a:pt x="289" y="519"/>
                  </a:cubicBezTo>
                  <a:cubicBezTo>
                    <a:pt x="290" y="519"/>
                    <a:pt x="292" y="521"/>
                    <a:pt x="292" y="519"/>
                  </a:cubicBezTo>
                  <a:cubicBezTo>
                    <a:pt x="292" y="524"/>
                    <a:pt x="301" y="516"/>
                    <a:pt x="302" y="515"/>
                  </a:cubicBezTo>
                  <a:cubicBezTo>
                    <a:pt x="301" y="515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5" y="514"/>
                    <a:pt x="295" y="514"/>
                    <a:pt x="295" y="514"/>
                  </a:cubicBezTo>
                  <a:cubicBezTo>
                    <a:pt x="294" y="515"/>
                    <a:pt x="293" y="515"/>
                    <a:pt x="293" y="515"/>
                  </a:cubicBezTo>
                  <a:cubicBezTo>
                    <a:pt x="292" y="513"/>
                    <a:pt x="294" y="514"/>
                    <a:pt x="295" y="512"/>
                  </a:cubicBezTo>
                  <a:cubicBezTo>
                    <a:pt x="295" y="512"/>
                    <a:pt x="295" y="512"/>
                    <a:pt x="295" y="512"/>
                  </a:cubicBezTo>
                  <a:cubicBezTo>
                    <a:pt x="294" y="512"/>
                    <a:pt x="293" y="511"/>
                    <a:pt x="294" y="510"/>
                  </a:cubicBezTo>
                  <a:cubicBezTo>
                    <a:pt x="294" y="510"/>
                    <a:pt x="294" y="510"/>
                    <a:pt x="294" y="510"/>
                  </a:cubicBezTo>
                  <a:cubicBezTo>
                    <a:pt x="293" y="509"/>
                    <a:pt x="293" y="508"/>
                    <a:pt x="293" y="507"/>
                  </a:cubicBezTo>
                  <a:cubicBezTo>
                    <a:pt x="293" y="507"/>
                    <a:pt x="296" y="504"/>
                    <a:pt x="297" y="504"/>
                  </a:cubicBezTo>
                  <a:cubicBezTo>
                    <a:pt x="298" y="504"/>
                    <a:pt x="300" y="499"/>
                    <a:pt x="302" y="499"/>
                  </a:cubicBezTo>
                  <a:cubicBezTo>
                    <a:pt x="303" y="500"/>
                    <a:pt x="300" y="501"/>
                    <a:pt x="301" y="503"/>
                  </a:cubicBezTo>
                  <a:cubicBezTo>
                    <a:pt x="302" y="503"/>
                    <a:pt x="304" y="502"/>
                    <a:pt x="305" y="503"/>
                  </a:cubicBezTo>
                  <a:cubicBezTo>
                    <a:pt x="305" y="503"/>
                    <a:pt x="304" y="505"/>
                    <a:pt x="305" y="506"/>
                  </a:cubicBezTo>
                  <a:cubicBezTo>
                    <a:pt x="305" y="505"/>
                    <a:pt x="308" y="505"/>
                    <a:pt x="308" y="506"/>
                  </a:cubicBezTo>
                  <a:cubicBezTo>
                    <a:pt x="309" y="508"/>
                    <a:pt x="306" y="507"/>
                    <a:pt x="306" y="508"/>
                  </a:cubicBezTo>
                  <a:cubicBezTo>
                    <a:pt x="305" y="509"/>
                    <a:pt x="306" y="509"/>
                    <a:pt x="306" y="510"/>
                  </a:cubicBezTo>
                  <a:cubicBezTo>
                    <a:pt x="306" y="511"/>
                    <a:pt x="305" y="511"/>
                    <a:pt x="304" y="513"/>
                  </a:cubicBezTo>
                  <a:cubicBezTo>
                    <a:pt x="304" y="513"/>
                    <a:pt x="304" y="514"/>
                    <a:pt x="304" y="514"/>
                  </a:cubicBezTo>
                  <a:cubicBezTo>
                    <a:pt x="302" y="517"/>
                    <a:pt x="296" y="519"/>
                    <a:pt x="297" y="524"/>
                  </a:cubicBezTo>
                  <a:cubicBezTo>
                    <a:pt x="297" y="525"/>
                    <a:pt x="298" y="525"/>
                    <a:pt x="299" y="524"/>
                  </a:cubicBezTo>
                  <a:cubicBezTo>
                    <a:pt x="298" y="527"/>
                    <a:pt x="295" y="535"/>
                    <a:pt x="289" y="536"/>
                  </a:cubicBezTo>
                  <a:cubicBezTo>
                    <a:pt x="289" y="536"/>
                    <a:pt x="286" y="535"/>
                    <a:pt x="285" y="534"/>
                  </a:cubicBezTo>
                  <a:cubicBezTo>
                    <a:pt x="285" y="534"/>
                    <a:pt x="284" y="533"/>
                    <a:pt x="283" y="532"/>
                  </a:cubicBezTo>
                  <a:cubicBezTo>
                    <a:pt x="283" y="532"/>
                    <a:pt x="283" y="532"/>
                    <a:pt x="283" y="531"/>
                  </a:cubicBezTo>
                  <a:cubicBezTo>
                    <a:pt x="283" y="531"/>
                    <a:pt x="283" y="531"/>
                    <a:pt x="283" y="531"/>
                  </a:cubicBezTo>
                  <a:cubicBezTo>
                    <a:pt x="282" y="531"/>
                    <a:pt x="282" y="530"/>
                    <a:pt x="282" y="530"/>
                  </a:cubicBezTo>
                  <a:cubicBezTo>
                    <a:pt x="280" y="531"/>
                    <a:pt x="278" y="533"/>
                    <a:pt x="277" y="533"/>
                  </a:cubicBezTo>
                  <a:cubicBezTo>
                    <a:pt x="278" y="535"/>
                    <a:pt x="280" y="534"/>
                    <a:pt x="281" y="534"/>
                  </a:cubicBezTo>
                  <a:cubicBezTo>
                    <a:pt x="281" y="534"/>
                    <a:pt x="280" y="534"/>
                    <a:pt x="280" y="535"/>
                  </a:cubicBezTo>
                  <a:cubicBezTo>
                    <a:pt x="281" y="535"/>
                    <a:pt x="282" y="535"/>
                    <a:pt x="282" y="536"/>
                  </a:cubicBezTo>
                  <a:cubicBezTo>
                    <a:pt x="283" y="537"/>
                    <a:pt x="281" y="536"/>
                    <a:pt x="281" y="537"/>
                  </a:cubicBezTo>
                  <a:cubicBezTo>
                    <a:pt x="280" y="538"/>
                    <a:pt x="282" y="537"/>
                    <a:pt x="280" y="539"/>
                  </a:cubicBezTo>
                  <a:cubicBezTo>
                    <a:pt x="279" y="541"/>
                    <a:pt x="276" y="540"/>
                    <a:pt x="275" y="541"/>
                  </a:cubicBezTo>
                  <a:cubicBezTo>
                    <a:pt x="275" y="541"/>
                    <a:pt x="275" y="541"/>
                    <a:pt x="275" y="542"/>
                  </a:cubicBezTo>
                  <a:cubicBezTo>
                    <a:pt x="276" y="542"/>
                    <a:pt x="276" y="543"/>
                    <a:pt x="277" y="543"/>
                  </a:cubicBezTo>
                  <a:cubicBezTo>
                    <a:pt x="277" y="543"/>
                    <a:pt x="275" y="544"/>
                    <a:pt x="276" y="546"/>
                  </a:cubicBezTo>
                  <a:cubicBezTo>
                    <a:pt x="276" y="547"/>
                    <a:pt x="277" y="546"/>
                    <a:pt x="277" y="546"/>
                  </a:cubicBezTo>
                  <a:cubicBezTo>
                    <a:pt x="277" y="547"/>
                    <a:pt x="277" y="551"/>
                    <a:pt x="277" y="551"/>
                  </a:cubicBezTo>
                  <a:cubicBezTo>
                    <a:pt x="276" y="552"/>
                    <a:pt x="274" y="550"/>
                    <a:pt x="272" y="551"/>
                  </a:cubicBezTo>
                  <a:cubicBezTo>
                    <a:pt x="273" y="551"/>
                    <a:pt x="269" y="553"/>
                    <a:pt x="269" y="553"/>
                  </a:cubicBezTo>
                  <a:cubicBezTo>
                    <a:pt x="269" y="554"/>
                    <a:pt x="270" y="555"/>
                    <a:pt x="270" y="556"/>
                  </a:cubicBezTo>
                  <a:cubicBezTo>
                    <a:pt x="269" y="558"/>
                    <a:pt x="267" y="558"/>
                    <a:pt x="267" y="560"/>
                  </a:cubicBezTo>
                  <a:cubicBezTo>
                    <a:pt x="267" y="561"/>
                    <a:pt x="264" y="565"/>
                    <a:pt x="262" y="565"/>
                  </a:cubicBezTo>
                  <a:cubicBezTo>
                    <a:pt x="257" y="564"/>
                    <a:pt x="260" y="557"/>
                    <a:pt x="254" y="558"/>
                  </a:cubicBezTo>
                  <a:cubicBezTo>
                    <a:pt x="254" y="552"/>
                    <a:pt x="248" y="563"/>
                    <a:pt x="247" y="562"/>
                  </a:cubicBezTo>
                  <a:cubicBezTo>
                    <a:pt x="246" y="562"/>
                    <a:pt x="246" y="562"/>
                    <a:pt x="246" y="562"/>
                  </a:cubicBezTo>
                  <a:cubicBezTo>
                    <a:pt x="246" y="563"/>
                    <a:pt x="246" y="563"/>
                    <a:pt x="246" y="563"/>
                  </a:cubicBezTo>
                  <a:cubicBezTo>
                    <a:pt x="245" y="563"/>
                    <a:pt x="246" y="562"/>
                    <a:pt x="246" y="562"/>
                  </a:cubicBezTo>
                  <a:cubicBezTo>
                    <a:pt x="245" y="561"/>
                    <a:pt x="246" y="561"/>
                    <a:pt x="246" y="562"/>
                  </a:cubicBezTo>
                  <a:cubicBezTo>
                    <a:pt x="247" y="560"/>
                    <a:pt x="251" y="555"/>
                    <a:pt x="246" y="557"/>
                  </a:cubicBezTo>
                  <a:cubicBezTo>
                    <a:pt x="245" y="558"/>
                    <a:pt x="246" y="561"/>
                    <a:pt x="245" y="561"/>
                  </a:cubicBezTo>
                  <a:cubicBezTo>
                    <a:pt x="244" y="562"/>
                    <a:pt x="241" y="560"/>
                    <a:pt x="239" y="561"/>
                  </a:cubicBezTo>
                  <a:cubicBezTo>
                    <a:pt x="239" y="561"/>
                    <a:pt x="237" y="564"/>
                    <a:pt x="238" y="565"/>
                  </a:cubicBezTo>
                  <a:cubicBezTo>
                    <a:pt x="238" y="567"/>
                    <a:pt x="240" y="566"/>
                    <a:pt x="238" y="568"/>
                  </a:cubicBezTo>
                  <a:cubicBezTo>
                    <a:pt x="238" y="569"/>
                    <a:pt x="239" y="568"/>
                    <a:pt x="239" y="568"/>
                  </a:cubicBezTo>
                  <a:cubicBezTo>
                    <a:pt x="238" y="569"/>
                    <a:pt x="239" y="570"/>
                    <a:pt x="241" y="570"/>
                  </a:cubicBezTo>
                  <a:cubicBezTo>
                    <a:pt x="238" y="572"/>
                    <a:pt x="235" y="572"/>
                    <a:pt x="237" y="575"/>
                  </a:cubicBezTo>
                  <a:cubicBezTo>
                    <a:pt x="237" y="575"/>
                    <a:pt x="242" y="578"/>
                    <a:pt x="242" y="579"/>
                  </a:cubicBezTo>
                  <a:cubicBezTo>
                    <a:pt x="245" y="577"/>
                    <a:pt x="240" y="574"/>
                    <a:pt x="241" y="571"/>
                  </a:cubicBezTo>
                  <a:cubicBezTo>
                    <a:pt x="243" y="569"/>
                    <a:pt x="244" y="576"/>
                    <a:pt x="245" y="576"/>
                  </a:cubicBezTo>
                  <a:cubicBezTo>
                    <a:pt x="246" y="577"/>
                    <a:pt x="245" y="575"/>
                    <a:pt x="246" y="576"/>
                  </a:cubicBezTo>
                  <a:cubicBezTo>
                    <a:pt x="248" y="576"/>
                    <a:pt x="249" y="578"/>
                    <a:pt x="250" y="577"/>
                  </a:cubicBezTo>
                  <a:cubicBezTo>
                    <a:pt x="250" y="576"/>
                    <a:pt x="247" y="576"/>
                    <a:pt x="248" y="574"/>
                  </a:cubicBezTo>
                  <a:cubicBezTo>
                    <a:pt x="249" y="573"/>
                    <a:pt x="252" y="575"/>
                    <a:pt x="251" y="576"/>
                  </a:cubicBezTo>
                  <a:cubicBezTo>
                    <a:pt x="252" y="576"/>
                    <a:pt x="253" y="576"/>
                    <a:pt x="254" y="577"/>
                  </a:cubicBezTo>
                  <a:cubicBezTo>
                    <a:pt x="254" y="576"/>
                    <a:pt x="254" y="576"/>
                    <a:pt x="255" y="576"/>
                  </a:cubicBezTo>
                  <a:cubicBezTo>
                    <a:pt x="255" y="576"/>
                    <a:pt x="255" y="577"/>
                    <a:pt x="254" y="578"/>
                  </a:cubicBezTo>
                  <a:cubicBezTo>
                    <a:pt x="255" y="580"/>
                    <a:pt x="254" y="582"/>
                    <a:pt x="253" y="583"/>
                  </a:cubicBezTo>
                  <a:cubicBezTo>
                    <a:pt x="253" y="583"/>
                    <a:pt x="253" y="583"/>
                    <a:pt x="253" y="583"/>
                  </a:cubicBezTo>
                  <a:cubicBezTo>
                    <a:pt x="255" y="584"/>
                    <a:pt x="254" y="582"/>
                    <a:pt x="255" y="583"/>
                  </a:cubicBezTo>
                  <a:cubicBezTo>
                    <a:pt x="255" y="583"/>
                    <a:pt x="256" y="583"/>
                    <a:pt x="256" y="583"/>
                  </a:cubicBezTo>
                  <a:cubicBezTo>
                    <a:pt x="257" y="581"/>
                    <a:pt x="258" y="578"/>
                    <a:pt x="259" y="578"/>
                  </a:cubicBezTo>
                  <a:cubicBezTo>
                    <a:pt x="260" y="577"/>
                    <a:pt x="262" y="580"/>
                    <a:pt x="262" y="578"/>
                  </a:cubicBezTo>
                  <a:cubicBezTo>
                    <a:pt x="263" y="577"/>
                    <a:pt x="261" y="575"/>
                    <a:pt x="260" y="575"/>
                  </a:cubicBezTo>
                  <a:cubicBezTo>
                    <a:pt x="261" y="575"/>
                    <a:pt x="261" y="572"/>
                    <a:pt x="261" y="572"/>
                  </a:cubicBezTo>
                  <a:cubicBezTo>
                    <a:pt x="259" y="572"/>
                    <a:pt x="257" y="574"/>
                    <a:pt x="256" y="573"/>
                  </a:cubicBezTo>
                  <a:cubicBezTo>
                    <a:pt x="255" y="573"/>
                    <a:pt x="258" y="571"/>
                    <a:pt x="258" y="570"/>
                  </a:cubicBezTo>
                  <a:cubicBezTo>
                    <a:pt x="258" y="573"/>
                    <a:pt x="261" y="569"/>
                    <a:pt x="263" y="568"/>
                  </a:cubicBezTo>
                  <a:cubicBezTo>
                    <a:pt x="264" y="568"/>
                    <a:pt x="266" y="568"/>
                    <a:pt x="267" y="568"/>
                  </a:cubicBezTo>
                  <a:cubicBezTo>
                    <a:pt x="268" y="567"/>
                    <a:pt x="266" y="565"/>
                    <a:pt x="269" y="564"/>
                  </a:cubicBezTo>
                  <a:cubicBezTo>
                    <a:pt x="269" y="564"/>
                    <a:pt x="268" y="566"/>
                    <a:pt x="269" y="566"/>
                  </a:cubicBezTo>
                  <a:cubicBezTo>
                    <a:pt x="269" y="567"/>
                    <a:pt x="271" y="564"/>
                    <a:pt x="273" y="566"/>
                  </a:cubicBezTo>
                  <a:cubicBezTo>
                    <a:pt x="273" y="566"/>
                    <a:pt x="272" y="568"/>
                    <a:pt x="272" y="570"/>
                  </a:cubicBezTo>
                  <a:cubicBezTo>
                    <a:pt x="272" y="570"/>
                    <a:pt x="272" y="571"/>
                    <a:pt x="272" y="572"/>
                  </a:cubicBezTo>
                  <a:cubicBezTo>
                    <a:pt x="274" y="572"/>
                    <a:pt x="279" y="573"/>
                    <a:pt x="280" y="573"/>
                  </a:cubicBezTo>
                  <a:cubicBezTo>
                    <a:pt x="281" y="574"/>
                    <a:pt x="279" y="576"/>
                    <a:pt x="282" y="576"/>
                  </a:cubicBezTo>
                  <a:cubicBezTo>
                    <a:pt x="279" y="578"/>
                    <a:pt x="284" y="579"/>
                    <a:pt x="283" y="581"/>
                  </a:cubicBezTo>
                  <a:cubicBezTo>
                    <a:pt x="283" y="581"/>
                    <a:pt x="281" y="581"/>
                    <a:pt x="281" y="582"/>
                  </a:cubicBezTo>
                  <a:cubicBezTo>
                    <a:pt x="281" y="582"/>
                    <a:pt x="282" y="583"/>
                    <a:pt x="281" y="584"/>
                  </a:cubicBezTo>
                  <a:cubicBezTo>
                    <a:pt x="281" y="584"/>
                    <a:pt x="281" y="584"/>
                    <a:pt x="281" y="584"/>
                  </a:cubicBezTo>
                  <a:cubicBezTo>
                    <a:pt x="282" y="585"/>
                    <a:pt x="283" y="587"/>
                    <a:pt x="282" y="588"/>
                  </a:cubicBezTo>
                  <a:cubicBezTo>
                    <a:pt x="283" y="588"/>
                    <a:pt x="283" y="588"/>
                    <a:pt x="284" y="588"/>
                  </a:cubicBezTo>
                  <a:cubicBezTo>
                    <a:pt x="283" y="588"/>
                    <a:pt x="283" y="587"/>
                    <a:pt x="283" y="586"/>
                  </a:cubicBezTo>
                  <a:cubicBezTo>
                    <a:pt x="283" y="585"/>
                    <a:pt x="284" y="585"/>
                    <a:pt x="285" y="584"/>
                  </a:cubicBezTo>
                  <a:cubicBezTo>
                    <a:pt x="285" y="584"/>
                    <a:pt x="285" y="583"/>
                    <a:pt x="286" y="582"/>
                  </a:cubicBezTo>
                  <a:cubicBezTo>
                    <a:pt x="286" y="582"/>
                    <a:pt x="286" y="582"/>
                    <a:pt x="286" y="582"/>
                  </a:cubicBezTo>
                  <a:cubicBezTo>
                    <a:pt x="286" y="582"/>
                    <a:pt x="287" y="582"/>
                    <a:pt x="287" y="582"/>
                  </a:cubicBezTo>
                  <a:cubicBezTo>
                    <a:pt x="288" y="581"/>
                    <a:pt x="290" y="580"/>
                    <a:pt x="291" y="578"/>
                  </a:cubicBezTo>
                  <a:cubicBezTo>
                    <a:pt x="289" y="581"/>
                    <a:pt x="293" y="581"/>
                    <a:pt x="293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4" y="581"/>
                    <a:pt x="294" y="581"/>
                    <a:pt x="294" y="581"/>
                  </a:cubicBezTo>
                  <a:cubicBezTo>
                    <a:pt x="293" y="581"/>
                    <a:pt x="293" y="580"/>
                    <a:pt x="293" y="580"/>
                  </a:cubicBezTo>
                  <a:cubicBezTo>
                    <a:pt x="292" y="579"/>
                    <a:pt x="293" y="574"/>
                    <a:pt x="294" y="574"/>
                  </a:cubicBezTo>
                  <a:cubicBezTo>
                    <a:pt x="295" y="573"/>
                    <a:pt x="295" y="574"/>
                    <a:pt x="295" y="574"/>
                  </a:cubicBezTo>
                  <a:cubicBezTo>
                    <a:pt x="297" y="574"/>
                    <a:pt x="299" y="572"/>
                    <a:pt x="302" y="573"/>
                  </a:cubicBezTo>
                  <a:cubicBezTo>
                    <a:pt x="301" y="574"/>
                    <a:pt x="299" y="573"/>
                    <a:pt x="299" y="575"/>
                  </a:cubicBezTo>
                  <a:cubicBezTo>
                    <a:pt x="298" y="576"/>
                    <a:pt x="300" y="575"/>
                    <a:pt x="300" y="576"/>
                  </a:cubicBezTo>
                  <a:cubicBezTo>
                    <a:pt x="301" y="577"/>
                    <a:pt x="298" y="581"/>
                    <a:pt x="295" y="581"/>
                  </a:cubicBezTo>
                  <a:cubicBezTo>
                    <a:pt x="295" y="582"/>
                    <a:pt x="294" y="583"/>
                    <a:pt x="294" y="584"/>
                  </a:cubicBezTo>
                  <a:cubicBezTo>
                    <a:pt x="294" y="584"/>
                    <a:pt x="295" y="584"/>
                    <a:pt x="295" y="584"/>
                  </a:cubicBezTo>
                  <a:cubicBezTo>
                    <a:pt x="296" y="583"/>
                    <a:pt x="299" y="582"/>
                    <a:pt x="300" y="580"/>
                  </a:cubicBezTo>
                  <a:cubicBezTo>
                    <a:pt x="301" y="580"/>
                    <a:pt x="300" y="578"/>
                    <a:pt x="301" y="578"/>
                  </a:cubicBezTo>
                  <a:cubicBezTo>
                    <a:pt x="301" y="577"/>
                    <a:pt x="302" y="577"/>
                    <a:pt x="302" y="576"/>
                  </a:cubicBezTo>
                  <a:cubicBezTo>
                    <a:pt x="302" y="575"/>
                    <a:pt x="301" y="576"/>
                    <a:pt x="301" y="574"/>
                  </a:cubicBezTo>
                  <a:cubicBezTo>
                    <a:pt x="302" y="573"/>
                    <a:pt x="303" y="573"/>
                    <a:pt x="304" y="573"/>
                  </a:cubicBezTo>
                  <a:cubicBezTo>
                    <a:pt x="304" y="574"/>
                    <a:pt x="303" y="576"/>
                    <a:pt x="304" y="578"/>
                  </a:cubicBezTo>
                  <a:cubicBezTo>
                    <a:pt x="304" y="578"/>
                    <a:pt x="306" y="578"/>
                    <a:pt x="307" y="579"/>
                  </a:cubicBezTo>
                  <a:cubicBezTo>
                    <a:pt x="308" y="580"/>
                    <a:pt x="308" y="581"/>
                    <a:pt x="311" y="579"/>
                  </a:cubicBezTo>
                  <a:cubicBezTo>
                    <a:pt x="307" y="583"/>
                    <a:pt x="312" y="581"/>
                    <a:pt x="313" y="582"/>
                  </a:cubicBezTo>
                  <a:cubicBezTo>
                    <a:pt x="312" y="582"/>
                    <a:pt x="312" y="589"/>
                    <a:pt x="312" y="589"/>
                  </a:cubicBezTo>
                  <a:cubicBezTo>
                    <a:pt x="312" y="590"/>
                    <a:pt x="310" y="593"/>
                    <a:pt x="310" y="595"/>
                  </a:cubicBezTo>
                  <a:cubicBezTo>
                    <a:pt x="310" y="594"/>
                    <a:pt x="310" y="594"/>
                    <a:pt x="311" y="594"/>
                  </a:cubicBezTo>
                  <a:cubicBezTo>
                    <a:pt x="311" y="595"/>
                    <a:pt x="310" y="595"/>
                    <a:pt x="310" y="596"/>
                  </a:cubicBezTo>
                  <a:cubicBezTo>
                    <a:pt x="310" y="596"/>
                    <a:pt x="310" y="596"/>
                    <a:pt x="310" y="596"/>
                  </a:cubicBezTo>
                  <a:cubicBezTo>
                    <a:pt x="310" y="596"/>
                    <a:pt x="310" y="596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1" y="595"/>
                    <a:pt x="311" y="595"/>
                    <a:pt x="311" y="595"/>
                  </a:cubicBezTo>
                  <a:cubicBezTo>
                    <a:pt x="314" y="594"/>
                    <a:pt x="320" y="594"/>
                    <a:pt x="324" y="595"/>
                  </a:cubicBezTo>
                  <a:cubicBezTo>
                    <a:pt x="324" y="594"/>
                    <a:pt x="324" y="593"/>
                    <a:pt x="324" y="593"/>
                  </a:cubicBezTo>
                  <a:cubicBezTo>
                    <a:pt x="325" y="593"/>
                    <a:pt x="325" y="594"/>
                    <a:pt x="325" y="595"/>
                  </a:cubicBezTo>
                  <a:cubicBezTo>
                    <a:pt x="326" y="595"/>
                    <a:pt x="326" y="596"/>
                    <a:pt x="326" y="596"/>
                  </a:cubicBezTo>
                  <a:cubicBezTo>
                    <a:pt x="326" y="597"/>
                    <a:pt x="325" y="597"/>
                    <a:pt x="323" y="598"/>
                  </a:cubicBezTo>
                  <a:cubicBezTo>
                    <a:pt x="324" y="598"/>
                    <a:pt x="324" y="598"/>
                    <a:pt x="324" y="599"/>
                  </a:cubicBezTo>
                  <a:cubicBezTo>
                    <a:pt x="324" y="600"/>
                    <a:pt x="323" y="601"/>
                    <a:pt x="322" y="601"/>
                  </a:cubicBezTo>
                  <a:cubicBezTo>
                    <a:pt x="323" y="602"/>
                    <a:pt x="322" y="603"/>
                    <a:pt x="321" y="604"/>
                  </a:cubicBezTo>
                  <a:cubicBezTo>
                    <a:pt x="321" y="604"/>
                    <a:pt x="320" y="604"/>
                    <a:pt x="319" y="604"/>
                  </a:cubicBezTo>
                  <a:cubicBezTo>
                    <a:pt x="319" y="605"/>
                    <a:pt x="320" y="605"/>
                    <a:pt x="321" y="605"/>
                  </a:cubicBezTo>
                  <a:cubicBezTo>
                    <a:pt x="323" y="604"/>
                    <a:pt x="325" y="602"/>
                    <a:pt x="325" y="602"/>
                  </a:cubicBezTo>
                  <a:cubicBezTo>
                    <a:pt x="325" y="601"/>
                    <a:pt x="325" y="601"/>
                    <a:pt x="325" y="601"/>
                  </a:cubicBezTo>
                  <a:cubicBezTo>
                    <a:pt x="329" y="600"/>
                    <a:pt x="327" y="609"/>
                    <a:pt x="325" y="607"/>
                  </a:cubicBezTo>
                  <a:cubicBezTo>
                    <a:pt x="325" y="607"/>
                    <a:pt x="324" y="605"/>
                    <a:pt x="324" y="605"/>
                  </a:cubicBezTo>
                  <a:cubicBezTo>
                    <a:pt x="323" y="605"/>
                    <a:pt x="319" y="608"/>
                    <a:pt x="318" y="609"/>
                  </a:cubicBezTo>
                  <a:cubicBezTo>
                    <a:pt x="317" y="609"/>
                    <a:pt x="316" y="609"/>
                    <a:pt x="316" y="610"/>
                  </a:cubicBezTo>
                  <a:cubicBezTo>
                    <a:pt x="316" y="610"/>
                    <a:pt x="317" y="612"/>
                    <a:pt x="316" y="613"/>
                  </a:cubicBezTo>
                  <a:cubicBezTo>
                    <a:pt x="316" y="613"/>
                    <a:pt x="315" y="614"/>
                    <a:pt x="315" y="614"/>
                  </a:cubicBezTo>
                  <a:cubicBezTo>
                    <a:pt x="315" y="614"/>
                    <a:pt x="313" y="617"/>
                    <a:pt x="313" y="618"/>
                  </a:cubicBezTo>
                  <a:cubicBezTo>
                    <a:pt x="314" y="618"/>
                    <a:pt x="315" y="618"/>
                    <a:pt x="315" y="617"/>
                  </a:cubicBezTo>
                  <a:cubicBezTo>
                    <a:pt x="315" y="617"/>
                    <a:pt x="316" y="619"/>
                    <a:pt x="315" y="620"/>
                  </a:cubicBezTo>
                  <a:cubicBezTo>
                    <a:pt x="315" y="620"/>
                    <a:pt x="315" y="620"/>
                    <a:pt x="315" y="620"/>
                  </a:cubicBezTo>
                  <a:cubicBezTo>
                    <a:pt x="315" y="621"/>
                    <a:pt x="315" y="621"/>
                    <a:pt x="316" y="621"/>
                  </a:cubicBezTo>
                  <a:cubicBezTo>
                    <a:pt x="316" y="621"/>
                    <a:pt x="316" y="620"/>
                    <a:pt x="317" y="619"/>
                  </a:cubicBezTo>
                  <a:cubicBezTo>
                    <a:pt x="317" y="620"/>
                    <a:pt x="316" y="620"/>
                    <a:pt x="316" y="619"/>
                  </a:cubicBezTo>
                  <a:cubicBezTo>
                    <a:pt x="316" y="618"/>
                    <a:pt x="316" y="618"/>
                    <a:pt x="316" y="618"/>
                  </a:cubicBezTo>
                  <a:cubicBezTo>
                    <a:pt x="316" y="617"/>
                    <a:pt x="317" y="616"/>
                    <a:pt x="318" y="617"/>
                  </a:cubicBezTo>
                  <a:cubicBezTo>
                    <a:pt x="318" y="618"/>
                    <a:pt x="318" y="618"/>
                    <a:pt x="317" y="618"/>
                  </a:cubicBezTo>
                  <a:cubicBezTo>
                    <a:pt x="317" y="618"/>
                    <a:pt x="317" y="618"/>
                    <a:pt x="317" y="618"/>
                  </a:cubicBezTo>
                  <a:cubicBezTo>
                    <a:pt x="318" y="618"/>
                    <a:pt x="318" y="618"/>
                    <a:pt x="318" y="618"/>
                  </a:cubicBezTo>
                  <a:cubicBezTo>
                    <a:pt x="318" y="619"/>
                    <a:pt x="318" y="619"/>
                    <a:pt x="317" y="619"/>
                  </a:cubicBezTo>
                  <a:cubicBezTo>
                    <a:pt x="319" y="618"/>
                    <a:pt x="320" y="618"/>
                    <a:pt x="321" y="620"/>
                  </a:cubicBezTo>
                  <a:cubicBezTo>
                    <a:pt x="322" y="621"/>
                    <a:pt x="321" y="623"/>
                    <a:pt x="320" y="623"/>
                  </a:cubicBezTo>
                  <a:cubicBezTo>
                    <a:pt x="320" y="623"/>
                    <a:pt x="320" y="623"/>
                    <a:pt x="320" y="623"/>
                  </a:cubicBezTo>
                  <a:cubicBezTo>
                    <a:pt x="322" y="623"/>
                    <a:pt x="320" y="624"/>
                    <a:pt x="321" y="624"/>
                  </a:cubicBezTo>
                  <a:cubicBezTo>
                    <a:pt x="321" y="625"/>
                    <a:pt x="322" y="624"/>
                    <a:pt x="322" y="624"/>
                  </a:cubicBezTo>
                  <a:cubicBezTo>
                    <a:pt x="322" y="624"/>
                    <a:pt x="322" y="624"/>
                    <a:pt x="322" y="624"/>
                  </a:cubicBezTo>
                  <a:cubicBezTo>
                    <a:pt x="323" y="624"/>
                    <a:pt x="323" y="624"/>
                    <a:pt x="324" y="624"/>
                  </a:cubicBezTo>
                  <a:cubicBezTo>
                    <a:pt x="326" y="625"/>
                    <a:pt x="323" y="629"/>
                    <a:pt x="324" y="631"/>
                  </a:cubicBezTo>
                  <a:cubicBezTo>
                    <a:pt x="325" y="631"/>
                    <a:pt x="326" y="631"/>
                    <a:pt x="327" y="631"/>
                  </a:cubicBezTo>
                  <a:cubicBezTo>
                    <a:pt x="328" y="630"/>
                    <a:pt x="328" y="629"/>
                    <a:pt x="329" y="628"/>
                  </a:cubicBezTo>
                  <a:cubicBezTo>
                    <a:pt x="328" y="627"/>
                    <a:pt x="327" y="626"/>
                    <a:pt x="328" y="624"/>
                  </a:cubicBezTo>
                  <a:cubicBezTo>
                    <a:pt x="330" y="620"/>
                    <a:pt x="335" y="622"/>
                    <a:pt x="336" y="625"/>
                  </a:cubicBezTo>
                  <a:cubicBezTo>
                    <a:pt x="337" y="625"/>
                    <a:pt x="337" y="625"/>
                    <a:pt x="338" y="624"/>
                  </a:cubicBezTo>
                  <a:cubicBezTo>
                    <a:pt x="338" y="624"/>
                    <a:pt x="337" y="625"/>
                    <a:pt x="337" y="625"/>
                  </a:cubicBezTo>
                  <a:cubicBezTo>
                    <a:pt x="339" y="624"/>
                    <a:pt x="342" y="623"/>
                    <a:pt x="344" y="624"/>
                  </a:cubicBezTo>
                  <a:cubicBezTo>
                    <a:pt x="345" y="624"/>
                    <a:pt x="347" y="624"/>
                    <a:pt x="347" y="624"/>
                  </a:cubicBezTo>
                  <a:cubicBezTo>
                    <a:pt x="347" y="625"/>
                    <a:pt x="346" y="625"/>
                    <a:pt x="345" y="625"/>
                  </a:cubicBezTo>
                  <a:cubicBezTo>
                    <a:pt x="345" y="625"/>
                    <a:pt x="345" y="626"/>
                    <a:pt x="345" y="626"/>
                  </a:cubicBezTo>
                  <a:cubicBezTo>
                    <a:pt x="345" y="627"/>
                    <a:pt x="345" y="628"/>
                    <a:pt x="345" y="629"/>
                  </a:cubicBezTo>
                  <a:cubicBezTo>
                    <a:pt x="347" y="629"/>
                    <a:pt x="348" y="630"/>
                    <a:pt x="346" y="632"/>
                  </a:cubicBezTo>
                  <a:cubicBezTo>
                    <a:pt x="345" y="634"/>
                    <a:pt x="346" y="636"/>
                    <a:pt x="346" y="636"/>
                  </a:cubicBezTo>
                  <a:cubicBezTo>
                    <a:pt x="346" y="637"/>
                    <a:pt x="345" y="637"/>
                    <a:pt x="345" y="638"/>
                  </a:cubicBezTo>
                  <a:cubicBezTo>
                    <a:pt x="347" y="637"/>
                    <a:pt x="349" y="635"/>
                    <a:pt x="351" y="634"/>
                  </a:cubicBezTo>
                  <a:cubicBezTo>
                    <a:pt x="349" y="632"/>
                    <a:pt x="347" y="629"/>
                    <a:pt x="351" y="627"/>
                  </a:cubicBezTo>
                  <a:cubicBezTo>
                    <a:pt x="352" y="627"/>
                    <a:pt x="352" y="627"/>
                    <a:pt x="353" y="627"/>
                  </a:cubicBezTo>
                  <a:cubicBezTo>
                    <a:pt x="352" y="627"/>
                    <a:pt x="353" y="622"/>
                    <a:pt x="355" y="624"/>
                  </a:cubicBezTo>
                  <a:cubicBezTo>
                    <a:pt x="356" y="625"/>
                    <a:pt x="355" y="626"/>
                    <a:pt x="355" y="626"/>
                  </a:cubicBezTo>
                  <a:cubicBezTo>
                    <a:pt x="354" y="627"/>
                    <a:pt x="354" y="627"/>
                    <a:pt x="354" y="627"/>
                  </a:cubicBezTo>
                  <a:cubicBezTo>
                    <a:pt x="356" y="627"/>
                    <a:pt x="358" y="627"/>
                    <a:pt x="359" y="626"/>
                  </a:cubicBezTo>
                  <a:cubicBezTo>
                    <a:pt x="362" y="624"/>
                    <a:pt x="361" y="624"/>
                    <a:pt x="363" y="625"/>
                  </a:cubicBezTo>
                  <a:cubicBezTo>
                    <a:pt x="363" y="626"/>
                    <a:pt x="363" y="627"/>
                    <a:pt x="365" y="626"/>
                  </a:cubicBezTo>
                  <a:cubicBezTo>
                    <a:pt x="365" y="626"/>
                    <a:pt x="369" y="622"/>
                    <a:pt x="368" y="625"/>
                  </a:cubicBezTo>
                  <a:cubicBezTo>
                    <a:pt x="368" y="626"/>
                    <a:pt x="367" y="626"/>
                    <a:pt x="367" y="626"/>
                  </a:cubicBezTo>
                  <a:cubicBezTo>
                    <a:pt x="367" y="627"/>
                    <a:pt x="371" y="627"/>
                    <a:pt x="372" y="628"/>
                  </a:cubicBezTo>
                  <a:cubicBezTo>
                    <a:pt x="372" y="629"/>
                    <a:pt x="367" y="630"/>
                    <a:pt x="370" y="632"/>
                  </a:cubicBezTo>
                  <a:cubicBezTo>
                    <a:pt x="370" y="633"/>
                    <a:pt x="371" y="633"/>
                    <a:pt x="371" y="633"/>
                  </a:cubicBezTo>
                  <a:cubicBezTo>
                    <a:pt x="371" y="633"/>
                    <a:pt x="370" y="633"/>
                    <a:pt x="370" y="634"/>
                  </a:cubicBezTo>
                  <a:cubicBezTo>
                    <a:pt x="369" y="635"/>
                    <a:pt x="369" y="636"/>
                    <a:pt x="370" y="636"/>
                  </a:cubicBezTo>
                  <a:cubicBezTo>
                    <a:pt x="371" y="636"/>
                    <a:pt x="372" y="636"/>
                    <a:pt x="372" y="637"/>
                  </a:cubicBezTo>
                  <a:cubicBezTo>
                    <a:pt x="372" y="638"/>
                    <a:pt x="372" y="638"/>
                    <a:pt x="371" y="638"/>
                  </a:cubicBezTo>
                  <a:cubicBezTo>
                    <a:pt x="371" y="639"/>
                    <a:pt x="370" y="639"/>
                    <a:pt x="370" y="639"/>
                  </a:cubicBezTo>
                  <a:cubicBezTo>
                    <a:pt x="371" y="640"/>
                    <a:pt x="372" y="640"/>
                    <a:pt x="373" y="640"/>
                  </a:cubicBezTo>
                  <a:cubicBezTo>
                    <a:pt x="373" y="642"/>
                    <a:pt x="371" y="643"/>
                    <a:pt x="371" y="644"/>
                  </a:cubicBezTo>
                  <a:cubicBezTo>
                    <a:pt x="372" y="647"/>
                    <a:pt x="375" y="644"/>
                    <a:pt x="377" y="645"/>
                  </a:cubicBezTo>
                  <a:cubicBezTo>
                    <a:pt x="378" y="645"/>
                    <a:pt x="379" y="648"/>
                    <a:pt x="381" y="646"/>
                  </a:cubicBezTo>
                  <a:cubicBezTo>
                    <a:pt x="382" y="645"/>
                    <a:pt x="381" y="642"/>
                    <a:pt x="385" y="641"/>
                  </a:cubicBezTo>
                  <a:cubicBezTo>
                    <a:pt x="386" y="641"/>
                    <a:pt x="391" y="640"/>
                    <a:pt x="392" y="642"/>
                  </a:cubicBezTo>
                  <a:cubicBezTo>
                    <a:pt x="392" y="643"/>
                    <a:pt x="390" y="642"/>
                    <a:pt x="389" y="643"/>
                  </a:cubicBezTo>
                  <a:cubicBezTo>
                    <a:pt x="388" y="644"/>
                    <a:pt x="390" y="646"/>
                    <a:pt x="390" y="646"/>
                  </a:cubicBezTo>
                  <a:cubicBezTo>
                    <a:pt x="389" y="648"/>
                    <a:pt x="387" y="647"/>
                    <a:pt x="386" y="648"/>
                  </a:cubicBezTo>
                  <a:cubicBezTo>
                    <a:pt x="386" y="648"/>
                    <a:pt x="387" y="648"/>
                    <a:pt x="387" y="649"/>
                  </a:cubicBezTo>
                  <a:cubicBezTo>
                    <a:pt x="387" y="649"/>
                    <a:pt x="386" y="649"/>
                    <a:pt x="386" y="649"/>
                  </a:cubicBezTo>
                  <a:cubicBezTo>
                    <a:pt x="386" y="651"/>
                    <a:pt x="387" y="652"/>
                    <a:pt x="385" y="653"/>
                  </a:cubicBezTo>
                  <a:cubicBezTo>
                    <a:pt x="385" y="653"/>
                    <a:pt x="385" y="653"/>
                    <a:pt x="385" y="653"/>
                  </a:cubicBezTo>
                  <a:cubicBezTo>
                    <a:pt x="385" y="653"/>
                    <a:pt x="385" y="654"/>
                    <a:pt x="385" y="654"/>
                  </a:cubicBezTo>
                  <a:cubicBezTo>
                    <a:pt x="385" y="654"/>
                    <a:pt x="386" y="655"/>
                    <a:pt x="384" y="656"/>
                  </a:cubicBezTo>
                  <a:cubicBezTo>
                    <a:pt x="383" y="656"/>
                    <a:pt x="383" y="656"/>
                    <a:pt x="383" y="656"/>
                  </a:cubicBezTo>
                  <a:cubicBezTo>
                    <a:pt x="383" y="656"/>
                    <a:pt x="384" y="657"/>
                    <a:pt x="384" y="657"/>
                  </a:cubicBezTo>
                  <a:cubicBezTo>
                    <a:pt x="385" y="657"/>
                    <a:pt x="386" y="657"/>
                    <a:pt x="386" y="657"/>
                  </a:cubicBezTo>
                  <a:cubicBezTo>
                    <a:pt x="387" y="657"/>
                    <a:pt x="387" y="658"/>
                    <a:pt x="387" y="658"/>
                  </a:cubicBezTo>
                  <a:cubicBezTo>
                    <a:pt x="387" y="658"/>
                    <a:pt x="387" y="659"/>
                    <a:pt x="386" y="659"/>
                  </a:cubicBezTo>
                  <a:cubicBezTo>
                    <a:pt x="386" y="660"/>
                    <a:pt x="386" y="661"/>
                    <a:pt x="386" y="661"/>
                  </a:cubicBezTo>
                  <a:cubicBezTo>
                    <a:pt x="385" y="662"/>
                    <a:pt x="382" y="661"/>
                    <a:pt x="380" y="662"/>
                  </a:cubicBezTo>
                  <a:cubicBezTo>
                    <a:pt x="381" y="660"/>
                    <a:pt x="381" y="659"/>
                    <a:pt x="379" y="660"/>
                  </a:cubicBezTo>
                  <a:cubicBezTo>
                    <a:pt x="377" y="661"/>
                    <a:pt x="379" y="661"/>
                    <a:pt x="379" y="662"/>
                  </a:cubicBezTo>
                  <a:cubicBezTo>
                    <a:pt x="379" y="662"/>
                    <a:pt x="377" y="662"/>
                    <a:pt x="378" y="663"/>
                  </a:cubicBezTo>
                  <a:cubicBezTo>
                    <a:pt x="378" y="663"/>
                    <a:pt x="378" y="663"/>
                    <a:pt x="378" y="663"/>
                  </a:cubicBezTo>
                  <a:cubicBezTo>
                    <a:pt x="380" y="663"/>
                    <a:pt x="383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5" y="662"/>
                    <a:pt x="385" y="663"/>
                    <a:pt x="384" y="664"/>
                  </a:cubicBezTo>
                  <a:cubicBezTo>
                    <a:pt x="385" y="664"/>
                    <a:pt x="385" y="665"/>
                    <a:pt x="385" y="666"/>
                  </a:cubicBezTo>
                  <a:cubicBezTo>
                    <a:pt x="385" y="668"/>
                    <a:pt x="382" y="668"/>
                    <a:pt x="379" y="668"/>
                  </a:cubicBezTo>
                  <a:cubicBezTo>
                    <a:pt x="379" y="669"/>
                    <a:pt x="380" y="670"/>
                    <a:pt x="379" y="671"/>
                  </a:cubicBezTo>
                  <a:cubicBezTo>
                    <a:pt x="378" y="673"/>
                    <a:pt x="375" y="673"/>
                    <a:pt x="376" y="674"/>
                  </a:cubicBezTo>
                  <a:cubicBezTo>
                    <a:pt x="374" y="673"/>
                    <a:pt x="372" y="674"/>
                    <a:pt x="371" y="673"/>
                  </a:cubicBezTo>
                  <a:cubicBezTo>
                    <a:pt x="368" y="671"/>
                    <a:pt x="369" y="671"/>
                    <a:pt x="365" y="671"/>
                  </a:cubicBezTo>
                  <a:cubicBezTo>
                    <a:pt x="365" y="671"/>
                    <a:pt x="364" y="671"/>
                    <a:pt x="363" y="671"/>
                  </a:cubicBezTo>
                  <a:cubicBezTo>
                    <a:pt x="360" y="671"/>
                    <a:pt x="361" y="672"/>
                    <a:pt x="362" y="674"/>
                  </a:cubicBezTo>
                  <a:cubicBezTo>
                    <a:pt x="359" y="672"/>
                    <a:pt x="360" y="674"/>
                    <a:pt x="362" y="675"/>
                  </a:cubicBezTo>
                  <a:cubicBezTo>
                    <a:pt x="362" y="675"/>
                    <a:pt x="362" y="675"/>
                    <a:pt x="362" y="675"/>
                  </a:cubicBezTo>
                  <a:cubicBezTo>
                    <a:pt x="362" y="675"/>
                    <a:pt x="362" y="675"/>
                    <a:pt x="362" y="676"/>
                  </a:cubicBezTo>
                  <a:cubicBezTo>
                    <a:pt x="362" y="676"/>
                    <a:pt x="363" y="676"/>
                    <a:pt x="363" y="676"/>
                  </a:cubicBezTo>
                  <a:cubicBezTo>
                    <a:pt x="363" y="676"/>
                    <a:pt x="365" y="674"/>
                    <a:pt x="365" y="675"/>
                  </a:cubicBezTo>
                  <a:cubicBezTo>
                    <a:pt x="366" y="676"/>
                    <a:pt x="361" y="679"/>
                    <a:pt x="365" y="680"/>
                  </a:cubicBezTo>
                  <a:cubicBezTo>
                    <a:pt x="359" y="680"/>
                    <a:pt x="366" y="684"/>
                    <a:pt x="368" y="686"/>
                  </a:cubicBezTo>
                  <a:cubicBezTo>
                    <a:pt x="369" y="687"/>
                    <a:pt x="369" y="689"/>
                    <a:pt x="370" y="690"/>
                  </a:cubicBezTo>
                  <a:cubicBezTo>
                    <a:pt x="370" y="691"/>
                    <a:pt x="371" y="692"/>
                    <a:pt x="370" y="692"/>
                  </a:cubicBezTo>
                  <a:cubicBezTo>
                    <a:pt x="370" y="692"/>
                    <a:pt x="370" y="692"/>
                    <a:pt x="370" y="692"/>
                  </a:cubicBezTo>
                  <a:cubicBezTo>
                    <a:pt x="371" y="693"/>
                    <a:pt x="371" y="694"/>
                    <a:pt x="372" y="694"/>
                  </a:cubicBezTo>
                  <a:cubicBezTo>
                    <a:pt x="372" y="694"/>
                    <a:pt x="372" y="694"/>
                    <a:pt x="372" y="694"/>
                  </a:cubicBezTo>
                  <a:cubicBezTo>
                    <a:pt x="373" y="694"/>
                    <a:pt x="373" y="694"/>
                    <a:pt x="373" y="694"/>
                  </a:cubicBezTo>
                  <a:cubicBezTo>
                    <a:pt x="374" y="693"/>
                    <a:pt x="376" y="692"/>
                    <a:pt x="377" y="693"/>
                  </a:cubicBezTo>
                  <a:cubicBezTo>
                    <a:pt x="378" y="692"/>
                    <a:pt x="379" y="694"/>
                    <a:pt x="379" y="695"/>
                  </a:cubicBezTo>
                  <a:cubicBezTo>
                    <a:pt x="380" y="695"/>
                    <a:pt x="381" y="694"/>
                    <a:pt x="382" y="695"/>
                  </a:cubicBezTo>
                  <a:cubicBezTo>
                    <a:pt x="383" y="695"/>
                    <a:pt x="381" y="695"/>
                    <a:pt x="379" y="695"/>
                  </a:cubicBezTo>
                  <a:cubicBezTo>
                    <a:pt x="379" y="696"/>
                    <a:pt x="379" y="697"/>
                    <a:pt x="378" y="697"/>
                  </a:cubicBezTo>
                  <a:cubicBezTo>
                    <a:pt x="380" y="698"/>
                    <a:pt x="382" y="698"/>
                    <a:pt x="382" y="698"/>
                  </a:cubicBezTo>
                  <a:cubicBezTo>
                    <a:pt x="382" y="698"/>
                    <a:pt x="382" y="698"/>
                    <a:pt x="383" y="698"/>
                  </a:cubicBezTo>
                  <a:cubicBezTo>
                    <a:pt x="382" y="698"/>
                    <a:pt x="381" y="697"/>
                    <a:pt x="380" y="697"/>
                  </a:cubicBezTo>
                  <a:cubicBezTo>
                    <a:pt x="381" y="697"/>
                    <a:pt x="383" y="697"/>
                    <a:pt x="384" y="697"/>
                  </a:cubicBezTo>
                  <a:cubicBezTo>
                    <a:pt x="384" y="697"/>
                    <a:pt x="384" y="697"/>
                    <a:pt x="385" y="697"/>
                  </a:cubicBezTo>
                  <a:cubicBezTo>
                    <a:pt x="384" y="696"/>
                    <a:pt x="385" y="695"/>
                    <a:pt x="386" y="696"/>
                  </a:cubicBezTo>
                  <a:cubicBezTo>
                    <a:pt x="387" y="695"/>
                    <a:pt x="388" y="695"/>
                    <a:pt x="389" y="696"/>
                  </a:cubicBezTo>
                  <a:cubicBezTo>
                    <a:pt x="389" y="696"/>
                    <a:pt x="388" y="696"/>
                    <a:pt x="387" y="697"/>
                  </a:cubicBezTo>
                  <a:cubicBezTo>
                    <a:pt x="387" y="697"/>
                    <a:pt x="388" y="699"/>
                    <a:pt x="387" y="698"/>
                  </a:cubicBezTo>
                  <a:cubicBezTo>
                    <a:pt x="387" y="698"/>
                    <a:pt x="387" y="698"/>
                    <a:pt x="387" y="698"/>
                  </a:cubicBezTo>
                  <a:cubicBezTo>
                    <a:pt x="387" y="697"/>
                    <a:pt x="387" y="697"/>
                    <a:pt x="387" y="697"/>
                  </a:cubicBezTo>
                  <a:cubicBezTo>
                    <a:pt x="386" y="697"/>
                    <a:pt x="386" y="698"/>
                    <a:pt x="385" y="698"/>
                  </a:cubicBezTo>
                  <a:cubicBezTo>
                    <a:pt x="386" y="698"/>
                    <a:pt x="387" y="699"/>
                    <a:pt x="387" y="699"/>
                  </a:cubicBezTo>
                  <a:cubicBezTo>
                    <a:pt x="387" y="700"/>
                    <a:pt x="386" y="699"/>
                    <a:pt x="385" y="699"/>
                  </a:cubicBezTo>
                  <a:cubicBezTo>
                    <a:pt x="385" y="699"/>
                    <a:pt x="385" y="700"/>
                    <a:pt x="385" y="700"/>
                  </a:cubicBezTo>
                  <a:cubicBezTo>
                    <a:pt x="386" y="700"/>
                    <a:pt x="387" y="699"/>
                    <a:pt x="388" y="700"/>
                  </a:cubicBezTo>
                  <a:cubicBezTo>
                    <a:pt x="389" y="700"/>
                    <a:pt x="388" y="704"/>
                    <a:pt x="391" y="702"/>
                  </a:cubicBezTo>
                  <a:cubicBezTo>
                    <a:pt x="392" y="702"/>
                    <a:pt x="391" y="701"/>
                    <a:pt x="391" y="701"/>
                  </a:cubicBezTo>
                  <a:cubicBezTo>
                    <a:pt x="391" y="701"/>
                    <a:pt x="391" y="700"/>
                    <a:pt x="391" y="700"/>
                  </a:cubicBezTo>
                  <a:cubicBezTo>
                    <a:pt x="390" y="700"/>
                    <a:pt x="390" y="700"/>
                    <a:pt x="390" y="700"/>
                  </a:cubicBezTo>
                  <a:cubicBezTo>
                    <a:pt x="389" y="699"/>
                    <a:pt x="391" y="698"/>
                    <a:pt x="391" y="699"/>
                  </a:cubicBezTo>
                  <a:cubicBezTo>
                    <a:pt x="391" y="699"/>
                    <a:pt x="391" y="699"/>
                    <a:pt x="391" y="699"/>
                  </a:cubicBezTo>
                  <a:cubicBezTo>
                    <a:pt x="392" y="699"/>
                    <a:pt x="395" y="701"/>
                    <a:pt x="397" y="701"/>
                  </a:cubicBezTo>
                  <a:cubicBezTo>
                    <a:pt x="395" y="702"/>
                    <a:pt x="396" y="703"/>
                    <a:pt x="397" y="704"/>
                  </a:cubicBezTo>
                  <a:cubicBezTo>
                    <a:pt x="399" y="704"/>
                    <a:pt x="401" y="703"/>
                    <a:pt x="403" y="702"/>
                  </a:cubicBezTo>
                  <a:cubicBezTo>
                    <a:pt x="402" y="704"/>
                    <a:pt x="399" y="704"/>
                    <a:pt x="397" y="704"/>
                  </a:cubicBezTo>
                  <a:cubicBezTo>
                    <a:pt x="398" y="705"/>
                    <a:pt x="398" y="706"/>
                    <a:pt x="397" y="707"/>
                  </a:cubicBezTo>
                  <a:cubicBezTo>
                    <a:pt x="396" y="708"/>
                    <a:pt x="392" y="706"/>
                    <a:pt x="391" y="708"/>
                  </a:cubicBezTo>
                  <a:cubicBezTo>
                    <a:pt x="391" y="708"/>
                    <a:pt x="392" y="708"/>
                    <a:pt x="392" y="709"/>
                  </a:cubicBezTo>
                  <a:cubicBezTo>
                    <a:pt x="392" y="710"/>
                    <a:pt x="389" y="711"/>
                    <a:pt x="392" y="712"/>
                  </a:cubicBezTo>
                  <a:cubicBezTo>
                    <a:pt x="392" y="712"/>
                    <a:pt x="397" y="714"/>
                    <a:pt x="398" y="714"/>
                  </a:cubicBezTo>
                  <a:cubicBezTo>
                    <a:pt x="401" y="715"/>
                    <a:pt x="403" y="715"/>
                    <a:pt x="406" y="717"/>
                  </a:cubicBezTo>
                  <a:cubicBezTo>
                    <a:pt x="402" y="716"/>
                    <a:pt x="401" y="718"/>
                    <a:pt x="397" y="718"/>
                  </a:cubicBezTo>
                  <a:cubicBezTo>
                    <a:pt x="394" y="718"/>
                    <a:pt x="391" y="714"/>
                    <a:pt x="388" y="714"/>
                  </a:cubicBezTo>
                  <a:cubicBezTo>
                    <a:pt x="388" y="714"/>
                    <a:pt x="384" y="717"/>
                    <a:pt x="383" y="717"/>
                  </a:cubicBezTo>
                  <a:cubicBezTo>
                    <a:pt x="382" y="717"/>
                    <a:pt x="381" y="715"/>
                    <a:pt x="381" y="716"/>
                  </a:cubicBezTo>
                  <a:cubicBezTo>
                    <a:pt x="381" y="717"/>
                    <a:pt x="382" y="717"/>
                    <a:pt x="382" y="717"/>
                  </a:cubicBezTo>
                  <a:cubicBezTo>
                    <a:pt x="382" y="717"/>
                    <a:pt x="382" y="717"/>
                    <a:pt x="383" y="717"/>
                  </a:cubicBezTo>
                  <a:cubicBezTo>
                    <a:pt x="383" y="717"/>
                    <a:pt x="384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6" y="717"/>
                    <a:pt x="386" y="717"/>
                    <a:pt x="386" y="717"/>
                  </a:cubicBezTo>
                  <a:cubicBezTo>
                    <a:pt x="387" y="717"/>
                    <a:pt x="388" y="718"/>
                    <a:pt x="388" y="718"/>
                  </a:cubicBezTo>
                  <a:cubicBezTo>
                    <a:pt x="388" y="718"/>
                    <a:pt x="388" y="719"/>
                    <a:pt x="388" y="719"/>
                  </a:cubicBezTo>
                  <a:cubicBezTo>
                    <a:pt x="387" y="720"/>
                    <a:pt x="386" y="721"/>
                    <a:pt x="385" y="721"/>
                  </a:cubicBezTo>
                  <a:cubicBezTo>
                    <a:pt x="384" y="721"/>
                    <a:pt x="382" y="720"/>
                    <a:pt x="382" y="718"/>
                  </a:cubicBezTo>
                  <a:cubicBezTo>
                    <a:pt x="382" y="719"/>
                    <a:pt x="382" y="718"/>
                    <a:pt x="382" y="719"/>
                  </a:cubicBezTo>
                  <a:cubicBezTo>
                    <a:pt x="382" y="719"/>
                    <a:pt x="380" y="720"/>
                    <a:pt x="379" y="719"/>
                  </a:cubicBezTo>
                  <a:cubicBezTo>
                    <a:pt x="379" y="720"/>
                    <a:pt x="379" y="720"/>
                    <a:pt x="379" y="721"/>
                  </a:cubicBezTo>
                  <a:cubicBezTo>
                    <a:pt x="379" y="721"/>
                    <a:pt x="380" y="720"/>
                    <a:pt x="380" y="720"/>
                  </a:cubicBezTo>
                  <a:cubicBezTo>
                    <a:pt x="380" y="720"/>
                    <a:pt x="380" y="721"/>
                    <a:pt x="380" y="721"/>
                  </a:cubicBezTo>
                  <a:cubicBezTo>
                    <a:pt x="381" y="722"/>
                    <a:pt x="383" y="724"/>
                    <a:pt x="384" y="725"/>
                  </a:cubicBezTo>
                  <a:cubicBezTo>
                    <a:pt x="383" y="725"/>
                    <a:pt x="382" y="726"/>
                    <a:pt x="383" y="726"/>
                  </a:cubicBezTo>
                  <a:cubicBezTo>
                    <a:pt x="384" y="726"/>
                    <a:pt x="387" y="726"/>
                    <a:pt x="384" y="728"/>
                  </a:cubicBezTo>
                  <a:cubicBezTo>
                    <a:pt x="384" y="728"/>
                    <a:pt x="384" y="728"/>
                    <a:pt x="384" y="728"/>
                  </a:cubicBezTo>
                  <a:cubicBezTo>
                    <a:pt x="385" y="728"/>
                    <a:pt x="385" y="729"/>
                    <a:pt x="385" y="729"/>
                  </a:cubicBezTo>
                  <a:cubicBezTo>
                    <a:pt x="388" y="729"/>
                    <a:pt x="390" y="728"/>
                    <a:pt x="393" y="728"/>
                  </a:cubicBezTo>
                  <a:cubicBezTo>
                    <a:pt x="397" y="727"/>
                    <a:pt x="391" y="730"/>
                    <a:pt x="390" y="730"/>
                  </a:cubicBezTo>
                  <a:cubicBezTo>
                    <a:pt x="388" y="730"/>
                    <a:pt x="386" y="731"/>
                    <a:pt x="384" y="731"/>
                  </a:cubicBezTo>
                  <a:cubicBezTo>
                    <a:pt x="384" y="731"/>
                    <a:pt x="383" y="731"/>
                    <a:pt x="383" y="732"/>
                  </a:cubicBezTo>
                  <a:cubicBezTo>
                    <a:pt x="383" y="732"/>
                    <a:pt x="382" y="732"/>
                    <a:pt x="381" y="731"/>
                  </a:cubicBezTo>
                  <a:cubicBezTo>
                    <a:pt x="380" y="732"/>
                    <a:pt x="378" y="732"/>
                    <a:pt x="377" y="733"/>
                  </a:cubicBezTo>
                  <a:cubicBezTo>
                    <a:pt x="376" y="734"/>
                    <a:pt x="375" y="735"/>
                    <a:pt x="375" y="736"/>
                  </a:cubicBezTo>
                  <a:cubicBezTo>
                    <a:pt x="376" y="736"/>
                    <a:pt x="376" y="736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7" y="737"/>
                    <a:pt x="377" y="737"/>
                    <a:pt x="377" y="737"/>
                  </a:cubicBezTo>
                  <a:cubicBezTo>
                    <a:pt x="378" y="737"/>
                    <a:pt x="380" y="738"/>
                    <a:pt x="379" y="739"/>
                  </a:cubicBezTo>
                  <a:cubicBezTo>
                    <a:pt x="380" y="739"/>
                    <a:pt x="380" y="739"/>
                    <a:pt x="380" y="739"/>
                  </a:cubicBezTo>
                  <a:cubicBezTo>
                    <a:pt x="380" y="741"/>
                    <a:pt x="378" y="741"/>
                    <a:pt x="376" y="742"/>
                  </a:cubicBezTo>
                  <a:cubicBezTo>
                    <a:pt x="377" y="742"/>
                    <a:pt x="376" y="743"/>
                    <a:pt x="375" y="743"/>
                  </a:cubicBezTo>
                  <a:cubicBezTo>
                    <a:pt x="375" y="743"/>
                    <a:pt x="375" y="743"/>
                    <a:pt x="375" y="743"/>
                  </a:cubicBezTo>
                  <a:cubicBezTo>
                    <a:pt x="376" y="744"/>
                    <a:pt x="378" y="745"/>
                    <a:pt x="379" y="745"/>
                  </a:cubicBezTo>
                  <a:cubicBezTo>
                    <a:pt x="380" y="745"/>
                    <a:pt x="382" y="746"/>
                    <a:pt x="382" y="747"/>
                  </a:cubicBezTo>
                  <a:cubicBezTo>
                    <a:pt x="383" y="747"/>
                    <a:pt x="384" y="748"/>
                    <a:pt x="384" y="749"/>
                  </a:cubicBezTo>
                  <a:cubicBezTo>
                    <a:pt x="384" y="749"/>
                    <a:pt x="385" y="749"/>
                    <a:pt x="386" y="750"/>
                  </a:cubicBezTo>
                  <a:cubicBezTo>
                    <a:pt x="387" y="751"/>
                    <a:pt x="386" y="753"/>
                    <a:pt x="385" y="753"/>
                  </a:cubicBezTo>
                  <a:cubicBezTo>
                    <a:pt x="385" y="753"/>
                    <a:pt x="385" y="753"/>
                    <a:pt x="385" y="753"/>
                  </a:cubicBezTo>
                  <a:cubicBezTo>
                    <a:pt x="385" y="754"/>
                    <a:pt x="385" y="754"/>
                    <a:pt x="384" y="755"/>
                  </a:cubicBezTo>
                  <a:cubicBezTo>
                    <a:pt x="385" y="755"/>
                    <a:pt x="386" y="754"/>
                    <a:pt x="387" y="755"/>
                  </a:cubicBezTo>
                  <a:cubicBezTo>
                    <a:pt x="388" y="754"/>
                    <a:pt x="388" y="753"/>
                    <a:pt x="388" y="753"/>
                  </a:cubicBezTo>
                  <a:cubicBezTo>
                    <a:pt x="389" y="753"/>
                    <a:pt x="391" y="753"/>
                    <a:pt x="392" y="752"/>
                  </a:cubicBezTo>
                  <a:cubicBezTo>
                    <a:pt x="393" y="751"/>
                    <a:pt x="394" y="751"/>
                    <a:pt x="396" y="751"/>
                  </a:cubicBezTo>
                  <a:cubicBezTo>
                    <a:pt x="396" y="750"/>
                    <a:pt x="396" y="750"/>
                    <a:pt x="396" y="749"/>
                  </a:cubicBezTo>
                  <a:cubicBezTo>
                    <a:pt x="397" y="749"/>
                    <a:pt x="398" y="751"/>
                    <a:pt x="399" y="751"/>
                  </a:cubicBezTo>
                  <a:cubicBezTo>
                    <a:pt x="399" y="750"/>
                    <a:pt x="399" y="750"/>
                    <a:pt x="399" y="750"/>
                  </a:cubicBezTo>
                  <a:cubicBezTo>
                    <a:pt x="399" y="750"/>
                    <a:pt x="400" y="750"/>
                    <a:pt x="399" y="750"/>
                  </a:cubicBezTo>
                  <a:cubicBezTo>
                    <a:pt x="399" y="750"/>
                    <a:pt x="400" y="751"/>
                    <a:pt x="400" y="751"/>
                  </a:cubicBezTo>
                  <a:cubicBezTo>
                    <a:pt x="401" y="751"/>
                    <a:pt x="402" y="750"/>
                    <a:pt x="403" y="750"/>
                  </a:cubicBezTo>
                  <a:cubicBezTo>
                    <a:pt x="403" y="750"/>
                    <a:pt x="402" y="751"/>
                    <a:pt x="402" y="751"/>
                  </a:cubicBezTo>
                  <a:cubicBezTo>
                    <a:pt x="403" y="753"/>
                    <a:pt x="407" y="757"/>
                    <a:pt x="407" y="758"/>
                  </a:cubicBezTo>
                  <a:cubicBezTo>
                    <a:pt x="407" y="760"/>
                    <a:pt x="402" y="760"/>
                    <a:pt x="400" y="762"/>
                  </a:cubicBezTo>
                  <a:cubicBezTo>
                    <a:pt x="400" y="763"/>
                    <a:pt x="401" y="764"/>
                    <a:pt x="400" y="765"/>
                  </a:cubicBezTo>
                  <a:cubicBezTo>
                    <a:pt x="398" y="765"/>
                    <a:pt x="399" y="763"/>
                    <a:pt x="398" y="763"/>
                  </a:cubicBezTo>
                  <a:cubicBezTo>
                    <a:pt x="397" y="762"/>
                    <a:pt x="393" y="761"/>
                    <a:pt x="391" y="760"/>
                  </a:cubicBezTo>
                  <a:cubicBezTo>
                    <a:pt x="390" y="760"/>
                    <a:pt x="389" y="759"/>
                    <a:pt x="388" y="758"/>
                  </a:cubicBezTo>
                  <a:cubicBezTo>
                    <a:pt x="387" y="759"/>
                    <a:pt x="384" y="759"/>
                    <a:pt x="382" y="759"/>
                  </a:cubicBezTo>
                  <a:cubicBezTo>
                    <a:pt x="385" y="762"/>
                    <a:pt x="385" y="762"/>
                    <a:pt x="385" y="762"/>
                  </a:cubicBezTo>
                  <a:cubicBezTo>
                    <a:pt x="386" y="762"/>
                    <a:pt x="387" y="763"/>
                    <a:pt x="387" y="763"/>
                  </a:cubicBezTo>
                  <a:cubicBezTo>
                    <a:pt x="387" y="763"/>
                    <a:pt x="386" y="763"/>
                    <a:pt x="386" y="763"/>
                  </a:cubicBezTo>
                  <a:cubicBezTo>
                    <a:pt x="393" y="769"/>
                    <a:pt x="393" y="769"/>
                    <a:pt x="393" y="769"/>
                  </a:cubicBezTo>
                  <a:cubicBezTo>
                    <a:pt x="394" y="769"/>
                    <a:pt x="395" y="769"/>
                    <a:pt x="396" y="770"/>
                  </a:cubicBezTo>
                  <a:cubicBezTo>
                    <a:pt x="396" y="771"/>
                    <a:pt x="396" y="772"/>
                    <a:pt x="395" y="772"/>
                  </a:cubicBezTo>
                  <a:cubicBezTo>
                    <a:pt x="397" y="774"/>
                    <a:pt x="397" y="774"/>
                    <a:pt x="397" y="774"/>
                  </a:cubicBezTo>
                  <a:cubicBezTo>
                    <a:pt x="398" y="773"/>
                    <a:pt x="401" y="773"/>
                    <a:pt x="404" y="772"/>
                  </a:cubicBezTo>
                  <a:cubicBezTo>
                    <a:pt x="405" y="771"/>
                    <a:pt x="408" y="769"/>
                    <a:pt x="410" y="769"/>
                  </a:cubicBezTo>
                  <a:cubicBezTo>
                    <a:pt x="411" y="770"/>
                    <a:pt x="411" y="772"/>
                    <a:pt x="411" y="772"/>
                  </a:cubicBezTo>
                  <a:cubicBezTo>
                    <a:pt x="412" y="772"/>
                    <a:pt x="412" y="771"/>
                    <a:pt x="412" y="771"/>
                  </a:cubicBezTo>
                  <a:cubicBezTo>
                    <a:pt x="413" y="772"/>
                    <a:pt x="414" y="773"/>
                    <a:pt x="414" y="774"/>
                  </a:cubicBezTo>
                  <a:cubicBezTo>
                    <a:pt x="415" y="774"/>
                    <a:pt x="416" y="774"/>
                    <a:pt x="416" y="775"/>
                  </a:cubicBezTo>
                  <a:cubicBezTo>
                    <a:pt x="416" y="775"/>
                    <a:pt x="415" y="776"/>
                    <a:pt x="414" y="776"/>
                  </a:cubicBezTo>
                  <a:cubicBezTo>
                    <a:pt x="413" y="777"/>
                    <a:pt x="412" y="778"/>
                    <a:pt x="411" y="776"/>
                  </a:cubicBezTo>
                  <a:cubicBezTo>
                    <a:pt x="411" y="775"/>
                    <a:pt x="410" y="776"/>
                    <a:pt x="410" y="777"/>
                  </a:cubicBezTo>
                  <a:cubicBezTo>
                    <a:pt x="411" y="778"/>
                    <a:pt x="412" y="778"/>
                    <a:pt x="412" y="779"/>
                  </a:cubicBezTo>
                  <a:cubicBezTo>
                    <a:pt x="412" y="780"/>
                    <a:pt x="411" y="780"/>
                    <a:pt x="409" y="781"/>
                  </a:cubicBezTo>
                  <a:cubicBezTo>
                    <a:pt x="411" y="782"/>
                    <a:pt x="412" y="783"/>
                    <a:pt x="412" y="784"/>
                  </a:cubicBezTo>
                  <a:cubicBezTo>
                    <a:pt x="412" y="784"/>
                    <a:pt x="411" y="786"/>
                    <a:pt x="410" y="787"/>
                  </a:cubicBezTo>
                  <a:cubicBezTo>
                    <a:pt x="416" y="793"/>
                    <a:pt x="416" y="793"/>
                    <a:pt x="416" y="793"/>
                  </a:cubicBezTo>
                  <a:cubicBezTo>
                    <a:pt x="435" y="774"/>
                    <a:pt x="435" y="774"/>
                    <a:pt x="435" y="774"/>
                  </a:cubicBezTo>
                  <a:cubicBezTo>
                    <a:pt x="435" y="773"/>
                    <a:pt x="435" y="773"/>
                    <a:pt x="436" y="773"/>
                  </a:cubicBezTo>
                  <a:cubicBezTo>
                    <a:pt x="454" y="755"/>
                    <a:pt x="454" y="755"/>
                    <a:pt x="454" y="755"/>
                  </a:cubicBezTo>
                  <a:cubicBezTo>
                    <a:pt x="454" y="755"/>
                    <a:pt x="454" y="755"/>
                    <a:pt x="454" y="754"/>
                  </a:cubicBezTo>
                  <a:cubicBezTo>
                    <a:pt x="453" y="754"/>
                    <a:pt x="454" y="754"/>
                    <a:pt x="455" y="754"/>
                  </a:cubicBezTo>
                  <a:cubicBezTo>
                    <a:pt x="494" y="715"/>
                    <a:pt x="494" y="715"/>
                    <a:pt x="494" y="715"/>
                  </a:cubicBezTo>
                  <a:cubicBezTo>
                    <a:pt x="494" y="715"/>
                    <a:pt x="493" y="715"/>
                    <a:pt x="493" y="715"/>
                  </a:cubicBezTo>
                  <a:cubicBezTo>
                    <a:pt x="493" y="715"/>
                    <a:pt x="494" y="715"/>
                    <a:pt x="494" y="715"/>
                  </a:cubicBezTo>
                  <a:cubicBezTo>
                    <a:pt x="805" y="403"/>
                    <a:pt x="805" y="403"/>
                    <a:pt x="805" y="403"/>
                  </a:cubicBezTo>
                  <a:cubicBezTo>
                    <a:pt x="804" y="403"/>
                    <a:pt x="806" y="402"/>
                    <a:pt x="806" y="403"/>
                  </a:cubicBezTo>
                  <a:cubicBezTo>
                    <a:pt x="809" y="400"/>
                    <a:pt x="809" y="400"/>
                    <a:pt x="809" y="400"/>
                  </a:cubicBezTo>
                  <a:cubicBezTo>
                    <a:pt x="808" y="398"/>
                    <a:pt x="807" y="397"/>
                    <a:pt x="806" y="396"/>
                  </a:cubicBezTo>
                  <a:cubicBezTo>
                    <a:pt x="806" y="394"/>
                    <a:pt x="806" y="392"/>
                    <a:pt x="808" y="391"/>
                  </a:cubicBezTo>
                  <a:cubicBezTo>
                    <a:pt x="810" y="389"/>
                    <a:pt x="812" y="393"/>
                    <a:pt x="813" y="396"/>
                  </a:cubicBezTo>
                  <a:cubicBezTo>
                    <a:pt x="824" y="384"/>
                    <a:pt x="824" y="384"/>
                    <a:pt x="824" y="384"/>
                  </a:cubicBezTo>
                  <a:cubicBezTo>
                    <a:pt x="824" y="380"/>
                    <a:pt x="819" y="373"/>
                    <a:pt x="822" y="371"/>
                  </a:cubicBezTo>
                  <a:cubicBezTo>
                    <a:pt x="823" y="370"/>
                    <a:pt x="825" y="379"/>
                    <a:pt x="825" y="383"/>
                  </a:cubicBezTo>
                  <a:cubicBezTo>
                    <a:pt x="832" y="377"/>
                    <a:pt x="832" y="377"/>
                    <a:pt x="832" y="377"/>
                  </a:cubicBezTo>
                  <a:cubicBezTo>
                    <a:pt x="801" y="346"/>
                    <a:pt x="801" y="346"/>
                    <a:pt x="801" y="346"/>
                  </a:cubicBezTo>
                  <a:cubicBezTo>
                    <a:pt x="801" y="347"/>
                    <a:pt x="801" y="348"/>
                    <a:pt x="800" y="348"/>
                  </a:cubicBezTo>
                  <a:cubicBezTo>
                    <a:pt x="799" y="349"/>
                    <a:pt x="799" y="346"/>
                    <a:pt x="800" y="345"/>
                  </a:cubicBezTo>
                  <a:cubicBezTo>
                    <a:pt x="787" y="332"/>
                    <a:pt x="787" y="332"/>
                    <a:pt x="787" y="332"/>
                  </a:cubicBezTo>
                  <a:cubicBezTo>
                    <a:pt x="787" y="334"/>
                    <a:pt x="785" y="338"/>
                    <a:pt x="787" y="340"/>
                  </a:cubicBezTo>
                  <a:cubicBezTo>
                    <a:pt x="788" y="341"/>
                    <a:pt x="789" y="341"/>
                    <a:pt x="788" y="342"/>
                  </a:cubicBezTo>
                  <a:cubicBezTo>
                    <a:pt x="786" y="339"/>
                    <a:pt x="785" y="349"/>
                    <a:pt x="783" y="344"/>
                  </a:cubicBezTo>
                  <a:cubicBezTo>
                    <a:pt x="781" y="343"/>
                    <a:pt x="779" y="341"/>
                    <a:pt x="780" y="338"/>
                  </a:cubicBezTo>
                  <a:cubicBezTo>
                    <a:pt x="780" y="337"/>
                    <a:pt x="782" y="336"/>
                    <a:pt x="783" y="335"/>
                  </a:cubicBezTo>
                  <a:cubicBezTo>
                    <a:pt x="783" y="334"/>
                    <a:pt x="780" y="332"/>
                    <a:pt x="782" y="330"/>
                  </a:cubicBezTo>
                  <a:cubicBezTo>
                    <a:pt x="783" y="329"/>
                    <a:pt x="783" y="329"/>
                    <a:pt x="784" y="329"/>
                  </a:cubicBezTo>
                  <a:cubicBezTo>
                    <a:pt x="751" y="296"/>
                    <a:pt x="751" y="296"/>
                    <a:pt x="751" y="296"/>
                  </a:cubicBezTo>
                  <a:cubicBezTo>
                    <a:pt x="751" y="297"/>
                    <a:pt x="751" y="297"/>
                    <a:pt x="751" y="298"/>
                  </a:cubicBezTo>
                  <a:cubicBezTo>
                    <a:pt x="750" y="297"/>
                    <a:pt x="750" y="296"/>
                    <a:pt x="751" y="296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46" y="292"/>
                    <a:pt x="746" y="293"/>
                    <a:pt x="746" y="293"/>
                  </a:cubicBezTo>
                  <a:cubicBezTo>
                    <a:pt x="745" y="292"/>
                    <a:pt x="746" y="292"/>
                    <a:pt x="746" y="291"/>
                  </a:cubicBezTo>
                  <a:cubicBezTo>
                    <a:pt x="746" y="291"/>
                    <a:pt x="746" y="291"/>
                    <a:pt x="746" y="291"/>
                  </a:cubicBezTo>
                  <a:cubicBezTo>
                    <a:pt x="733" y="278"/>
                    <a:pt x="733" y="278"/>
                    <a:pt x="733" y="278"/>
                  </a:cubicBezTo>
                  <a:cubicBezTo>
                    <a:pt x="732" y="278"/>
                    <a:pt x="731" y="278"/>
                    <a:pt x="730" y="276"/>
                  </a:cubicBezTo>
                  <a:cubicBezTo>
                    <a:pt x="728" y="274"/>
                    <a:pt x="730" y="279"/>
                    <a:pt x="730" y="279"/>
                  </a:cubicBezTo>
                  <a:cubicBezTo>
                    <a:pt x="731" y="279"/>
                    <a:pt x="731" y="279"/>
                    <a:pt x="731" y="280"/>
                  </a:cubicBezTo>
                  <a:cubicBezTo>
                    <a:pt x="732" y="280"/>
                    <a:pt x="732" y="280"/>
                    <a:pt x="732" y="281"/>
                  </a:cubicBezTo>
                  <a:cubicBezTo>
                    <a:pt x="732" y="282"/>
                    <a:pt x="733" y="285"/>
                    <a:pt x="732" y="286"/>
                  </a:cubicBezTo>
                  <a:cubicBezTo>
                    <a:pt x="732" y="284"/>
                    <a:pt x="731" y="283"/>
                    <a:pt x="731" y="282"/>
                  </a:cubicBezTo>
                  <a:cubicBezTo>
                    <a:pt x="730" y="282"/>
                    <a:pt x="730" y="282"/>
                    <a:pt x="730" y="282"/>
                  </a:cubicBezTo>
                  <a:cubicBezTo>
                    <a:pt x="729" y="282"/>
                    <a:pt x="730" y="281"/>
                    <a:pt x="730" y="281"/>
                  </a:cubicBezTo>
                  <a:cubicBezTo>
                    <a:pt x="730" y="280"/>
                    <a:pt x="730" y="280"/>
                    <a:pt x="730" y="279"/>
                  </a:cubicBezTo>
                  <a:cubicBezTo>
                    <a:pt x="729" y="281"/>
                    <a:pt x="730" y="282"/>
                    <a:pt x="728" y="283"/>
                  </a:cubicBezTo>
                  <a:cubicBezTo>
                    <a:pt x="729" y="282"/>
                    <a:pt x="728" y="280"/>
                    <a:pt x="727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79"/>
                    <a:pt x="726" y="279"/>
                  </a:cubicBezTo>
                  <a:cubicBezTo>
                    <a:pt x="726" y="279"/>
                    <a:pt x="725" y="279"/>
                    <a:pt x="726" y="281"/>
                  </a:cubicBezTo>
                  <a:cubicBezTo>
                    <a:pt x="726" y="281"/>
                    <a:pt x="726" y="281"/>
                    <a:pt x="726" y="281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7" y="280"/>
                    <a:pt x="727" y="280"/>
                    <a:pt x="727" y="280"/>
                  </a:cubicBezTo>
                  <a:cubicBezTo>
                    <a:pt x="727" y="280"/>
                    <a:pt x="727" y="281"/>
                    <a:pt x="727" y="281"/>
                  </a:cubicBezTo>
                  <a:cubicBezTo>
                    <a:pt x="727" y="281"/>
                    <a:pt x="727" y="282"/>
                    <a:pt x="727" y="282"/>
                  </a:cubicBezTo>
                  <a:cubicBezTo>
                    <a:pt x="727" y="282"/>
                    <a:pt x="727" y="282"/>
                    <a:pt x="726" y="282"/>
                  </a:cubicBezTo>
                  <a:cubicBezTo>
                    <a:pt x="726" y="283"/>
                    <a:pt x="726" y="284"/>
                    <a:pt x="726" y="284"/>
                  </a:cubicBezTo>
                  <a:cubicBezTo>
                    <a:pt x="726" y="284"/>
                    <a:pt x="727" y="284"/>
                    <a:pt x="728" y="284"/>
                  </a:cubicBezTo>
                  <a:cubicBezTo>
                    <a:pt x="729" y="283"/>
                    <a:pt x="729" y="282"/>
                    <a:pt x="730" y="283"/>
                  </a:cubicBezTo>
                  <a:cubicBezTo>
                    <a:pt x="730" y="283"/>
                    <a:pt x="730" y="283"/>
                    <a:pt x="730" y="284"/>
                  </a:cubicBezTo>
                  <a:cubicBezTo>
                    <a:pt x="730" y="284"/>
                    <a:pt x="730" y="284"/>
                    <a:pt x="730" y="284"/>
                  </a:cubicBezTo>
                  <a:cubicBezTo>
                    <a:pt x="731" y="284"/>
                    <a:pt x="731" y="287"/>
                    <a:pt x="731" y="288"/>
                  </a:cubicBezTo>
                  <a:cubicBezTo>
                    <a:pt x="732" y="287"/>
                    <a:pt x="734" y="288"/>
                    <a:pt x="735" y="291"/>
                  </a:cubicBezTo>
                  <a:cubicBezTo>
                    <a:pt x="735" y="291"/>
                    <a:pt x="735" y="291"/>
                    <a:pt x="735" y="291"/>
                  </a:cubicBezTo>
                  <a:cubicBezTo>
                    <a:pt x="735" y="290"/>
                    <a:pt x="736" y="285"/>
                    <a:pt x="735" y="284"/>
                  </a:cubicBezTo>
                  <a:cubicBezTo>
                    <a:pt x="735" y="284"/>
                    <a:pt x="732" y="279"/>
                    <a:pt x="736" y="281"/>
                  </a:cubicBezTo>
                  <a:cubicBezTo>
                    <a:pt x="737" y="282"/>
                    <a:pt x="735" y="287"/>
                    <a:pt x="736" y="291"/>
                  </a:cubicBezTo>
                  <a:cubicBezTo>
                    <a:pt x="736" y="291"/>
                    <a:pt x="737" y="291"/>
                    <a:pt x="737" y="291"/>
                  </a:cubicBezTo>
                  <a:cubicBezTo>
                    <a:pt x="737" y="293"/>
                    <a:pt x="737" y="293"/>
                    <a:pt x="737" y="293"/>
                  </a:cubicBezTo>
                  <a:cubicBezTo>
                    <a:pt x="737" y="294"/>
                    <a:pt x="737" y="295"/>
                    <a:pt x="736" y="295"/>
                  </a:cubicBezTo>
                  <a:cubicBezTo>
                    <a:pt x="737" y="296"/>
                    <a:pt x="738" y="295"/>
                    <a:pt x="739" y="295"/>
                  </a:cubicBezTo>
                  <a:cubicBezTo>
                    <a:pt x="739" y="295"/>
                    <a:pt x="741" y="297"/>
                    <a:pt x="741" y="297"/>
                  </a:cubicBezTo>
                  <a:cubicBezTo>
                    <a:pt x="741" y="300"/>
                    <a:pt x="738" y="300"/>
                    <a:pt x="736" y="298"/>
                  </a:cubicBezTo>
                  <a:cubicBezTo>
                    <a:pt x="738" y="300"/>
                    <a:pt x="735" y="299"/>
                    <a:pt x="735" y="300"/>
                  </a:cubicBezTo>
                  <a:cubicBezTo>
                    <a:pt x="735" y="299"/>
                    <a:pt x="735" y="305"/>
                    <a:pt x="733" y="305"/>
                  </a:cubicBezTo>
                  <a:cubicBezTo>
                    <a:pt x="733" y="305"/>
                    <a:pt x="734" y="301"/>
                    <a:pt x="733" y="300"/>
                  </a:cubicBezTo>
                  <a:cubicBezTo>
                    <a:pt x="733" y="300"/>
                    <a:pt x="733" y="300"/>
                    <a:pt x="733" y="300"/>
                  </a:cubicBezTo>
                  <a:cubicBezTo>
                    <a:pt x="733" y="301"/>
                    <a:pt x="732" y="301"/>
                    <a:pt x="732" y="301"/>
                  </a:cubicBezTo>
                  <a:cubicBezTo>
                    <a:pt x="731" y="301"/>
                    <a:pt x="731" y="300"/>
                    <a:pt x="731" y="299"/>
                  </a:cubicBezTo>
                  <a:cubicBezTo>
                    <a:pt x="731" y="299"/>
                    <a:pt x="731" y="299"/>
                    <a:pt x="731" y="299"/>
                  </a:cubicBezTo>
                  <a:cubicBezTo>
                    <a:pt x="731" y="299"/>
                    <a:pt x="731" y="298"/>
                    <a:pt x="732" y="298"/>
                  </a:cubicBezTo>
                  <a:cubicBezTo>
                    <a:pt x="734" y="297"/>
                    <a:pt x="732" y="297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30" y="296"/>
                    <a:pt x="730" y="296"/>
                    <a:pt x="730" y="296"/>
                  </a:cubicBezTo>
                  <a:cubicBezTo>
                    <a:pt x="729" y="295"/>
                    <a:pt x="729" y="295"/>
                    <a:pt x="729" y="294"/>
                  </a:cubicBezTo>
                  <a:cubicBezTo>
                    <a:pt x="728" y="294"/>
                    <a:pt x="728" y="295"/>
                    <a:pt x="727" y="295"/>
                  </a:cubicBezTo>
                  <a:cubicBezTo>
                    <a:pt x="725" y="295"/>
                    <a:pt x="726" y="293"/>
                    <a:pt x="725" y="293"/>
                  </a:cubicBezTo>
                  <a:cubicBezTo>
                    <a:pt x="725" y="293"/>
                    <a:pt x="725" y="293"/>
                    <a:pt x="725" y="293"/>
                  </a:cubicBezTo>
                  <a:cubicBezTo>
                    <a:pt x="723" y="297"/>
                    <a:pt x="721" y="302"/>
                    <a:pt x="725" y="300"/>
                  </a:cubicBezTo>
                  <a:cubicBezTo>
                    <a:pt x="723" y="303"/>
                    <a:pt x="726" y="304"/>
                    <a:pt x="728" y="305"/>
                  </a:cubicBezTo>
                  <a:cubicBezTo>
                    <a:pt x="729" y="306"/>
                    <a:pt x="727" y="304"/>
                    <a:pt x="726" y="305"/>
                  </a:cubicBezTo>
                  <a:cubicBezTo>
                    <a:pt x="725" y="306"/>
                    <a:pt x="728" y="308"/>
                    <a:pt x="728" y="310"/>
                  </a:cubicBezTo>
                  <a:cubicBezTo>
                    <a:pt x="728" y="311"/>
                    <a:pt x="727" y="313"/>
                    <a:pt x="727" y="313"/>
                  </a:cubicBezTo>
                  <a:cubicBezTo>
                    <a:pt x="727" y="315"/>
                    <a:pt x="729" y="314"/>
                    <a:pt x="727" y="315"/>
                  </a:cubicBezTo>
                  <a:cubicBezTo>
                    <a:pt x="724" y="316"/>
                    <a:pt x="725" y="320"/>
                    <a:pt x="724" y="321"/>
                  </a:cubicBezTo>
                  <a:cubicBezTo>
                    <a:pt x="723" y="322"/>
                    <a:pt x="720" y="322"/>
                    <a:pt x="720" y="324"/>
                  </a:cubicBezTo>
                  <a:cubicBezTo>
                    <a:pt x="723" y="320"/>
                    <a:pt x="727" y="325"/>
                    <a:pt x="725" y="326"/>
                  </a:cubicBezTo>
                  <a:cubicBezTo>
                    <a:pt x="725" y="326"/>
                    <a:pt x="727" y="329"/>
                    <a:pt x="724" y="330"/>
                  </a:cubicBezTo>
                  <a:cubicBezTo>
                    <a:pt x="722" y="330"/>
                    <a:pt x="723" y="330"/>
                    <a:pt x="721" y="332"/>
                  </a:cubicBezTo>
                  <a:cubicBezTo>
                    <a:pt x="720" y="334"/>
                    <a:pt x="720" y="325"/>
                    <a:pt x="719" y="324"/>
                  </a:cubicBezTo>
                  <a:cubicBezTo>
                    <a:pt x="718" y="323"/>
                    <a:pt x="718" y="326"/>
                    <a:pt x="717" y="323"/>
                  </a:cubicBezTo>
                  <a:cubicBezTo>
                    <a:pt x="715" y="317"/>
                    <a:pt x="709" y="307"/>
                    <a:pt x="717" y="303"/>
                  </a:cubicBezTo>
                  <a:cubicBezTo>
                    <a:pt x="718" y="302"/>
                    <a:pt x="720" y="302"/>
                    <a:pt x="721" y="301"/>
                  </a:cubicBezTo>
                  <a:cubicBezTo>
                    <a:pt x="722" y="299"/>
                    <a:pt x="723" y="297"/>
                    <a:pt x="723" y="294"/>
                  </a:cubicBezTo>
                  <a:cubicBezTo>
                    <a:pt x="723" y="294"/>
                    <a:pt x="723" y="294"/>
                    <a:pt x="723" y="294"/>
                  </a:cubicBezTo>
                  <a:cubicBezTo>
                    <a:pt x="722" y="294"/>
                    <a:pt x="723" y="292"/>
                    <a:pt x="722" y="292"/>
                  </a:cubicBezTo>
                  <a:cubicBezTo>
                    <a:pt x="722" y="292"/>
                    <a:pt x="721" y="292"/>
                    <a:pt x="720" y="292"/>
                  </a:cubicBezTo>
                  <a:cubicBezTo>
                    <a:pt x="720" y="293"/>
                    <a:pt x="719" y="293"/>
                    <a:pt x="719" y="293"/>
                  </a:cubicBezTo>
                  <a:cubicBezTo>
                    <a:pt x="719" y="293"/>
                    <a:pt x="719" y="293"/>
                    <a:pt x="719" y="292"/>
                  </a:cubicBezTo>
                  <a:cubicBezTo>
                    <a:pt x="718" y="293"/>
                    <a:pt x="718" y="292"/>
                    <a:pt x="718" y="292"/>
                  </a:cubicBezTo>
                  <a:cubicBezTo>
                    <a:pt x="717" y="291"/>
                    <a:pt x="718" y="289"/>
                    <a:pt x="716" y="290"/>
                  </a:cubicBezTo>
                  <a:cubicBezTo>
                    <a:pt x="716" y="289"/>
                    <a:pt x="716" y="287"/>
                    <a:pt x="716" y="286"/>
                  </a:cubicBezTo>
                  <a:cubicBezTo>
                    <a:pt x="716" y="286"/>
                    <a:pt x="716" y="286"/>
                    <a:pt x="716" y="286"/>
                  </a:cubicBezTo>
                  <a:cubicBezTo>
                    <a:pt x="715" y="286"/>
                    <a:pt x="713" y="288"/>
                    <a:pt x="713" y="288"/>
                  </a:cubicBezTo>
                  <a:cubicBezTo>
                    <a:pt x="712" y="288"/>
                    <a:pt x="713" y="285"/>
                    <a:pt x="714" y="283"/>
                  </a:cubicBezTo>
                  <a:cubicBezTo>
                    <a:pt x="714" y="282"/>
                    <a:pt x="714" y="282"/>
                    <a:pt x="713" y="282"/>
                  </a:cubicBezTo>
                  <a:cubicBezTo>
                    <a:pt x="714" y="282"/>
                    <a:pt x="711" y="288"/>
                    <a:pt x="709" y="285"/>
                  </a:cubicBezTo>
                  <a:cubicBezTo>
                    <a:pt x="709" y="286"/>
                    <a:pt x="709" y="286"/>
                    <a:pt x="709" y="286"/>
                  </a:cubicBezTo>
                  <a:cubicBezTo>
                    <a:pt x="709" y="286"/>
                    <a:pt x="707" y="288"/>
                    <a:pt x="707" y="288"/>
                  </a:cubicBezTo>
                  <a:cubicBezTo>
                    <a:pt x="705" y="287"/>
                    <a:pt x="707" y="283"/>
                    <a:pt x="707" y="281"/>
                  </a:cubicBezTo>
                  <a:cubicBezTo>
                    <a:pt x="706" y="281"/>
                    <a:pt x="705" y="280"/>
                    <a:pt x="705" y="279"/>
                  </a:cubicBezTo>
                  <a:cubicBezTo>
                    <a:pt x="705" y="279"/>
                    <a:pt x="705" y="278"/>
                    <a:pt x="706" y="278"/>
                  </a:cubicBezTo>
                  <a:cubicBezTo>
                    <a:pt x="705" y="278"/>
                    <a:pt x="705" y="277"/>
                    <a:pt x="706" y="276"/>
                  </a:cubicBezTo>
                  <a:cubicBezTo>
                    <a:pt x="706" y="276"/>
                    <a:pt x="707" y="275"/>
                    <a:pt x="707" y="276"/>
                  </a:cubicBezTo>
                  <a:cubicBezTo>
                    <a:pt x="708" y="276"/>
                    <a:pt x="708" y="277"/>
                    <a:pt x="708" y="277"/>
                  </a:cubicBezTo>
                  <a:cubicBezTo>
                    <a:pt x="708" y="277"/>
                    <a:pt x="708" y="277"/>
                    <a:pt x="708" y="277"/>
                  </a:cubicBezTo>
                  <a:cubicBezTo>
                    <a:pt x="708" y="275"/>
                    <a:pt x="707" y="273"/>
                    <a:pt x="709" y="271"/>
                  </a:cubicBezTo>
                  <a:cubicBezTo>
                    <a:pt x="709" y="270"/>
                    <a:pt x="708" y="270"/>
                    <a:pt x="708" y="270"/>
                  </a:cubicBezTo>
                  <a:cubicBezTo>
                    <a:pt x="708" y="269"/>
                    <a:pt x="708" y="269"/>
                    <a:pt x="707" y="269"/>
                  </a:cubicBezTo>
                  <a:cubicBezTo>
                    <a:pt x="707" y="271"/>
                    <a:pt x="706" y="272"/>
                    <a:pt x="705" y="273"/>
                  </a:cubicBezTo>
                  <a:cubicBezTo>
                    <a:pt x="705" y="272"/>
                    <a:pt x="706" y="270"/>
                    <a:pt x="707" y="268"/>
                  </a:cubicBezTo>
                  <a:cubicBezTo>
                    <a:pt x="707" y="268"/>
                    <a:pt x="707" y="268"/>
                    <a:pt x="707" y="268"/>
                  </a:cubicBezTo>
                  <a:cubicBezTo>
                    <a:pt x="707" y="268"/>
                    <a:pt x="706" y="269"/>
                    <a:pt x="706" y="269"/>
                  </a:cubicBezTo>
                  <a:cubicBezTo>
                    <a:pt x="705" y="268"/>
                    <a:pt x="707" y="267"/>
                    <a:pt x="707" y="268"/>
                  </a:cubicBezTo>
                  <a:cubicBezTo>
                    <a:pt x="708" y="266"/>
                    <a:pt x="710" y="263"/>
                    <a:pt x="711" y="262"/>
                  </a:cubicBezTo>
                  <a:cubicBezTo>
                    <a:pt x="710" y="262"/>
                    <a:pt x="710" y="262"/>
                    <a:pt x="710" y="262"/>
                  </a:cubicBezTo>
                  <a:cubicBezTo>
                    <a:pt x="709" y="262"/>
                    <a:pt x="709" y="261"/>
                    <a:pt x="709" y="260"/>
                  </a:cubicBezTo>
                  <a:cubicBezTo>
                    <a:pt x="708" y="260"/>
                    <a:pt x="708" y="259"/>
                    <a:pt x="708" y="259"/>
                  </a:cubicBezTo>
                  <a:cubicBezTo>
                    <a:pt x="708" y="258"/>
                    <a:pt x="709" y="256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10" y="255"/>
                    <a:pt x="710" y="255"/>
                    <a:pt x="710" y="255"/>
                  </a:cubicBezTo>
                  <a:cubicBezTo>
                    <a:pt x="708" y="256"/>
                    <a:pt x="707" y="254"/>
                    <a:pt x="708" y="253"/>
                  </a:cubicBezTo>
                  <a:cubicBezTo>
                    <a:pt x="703" y="248"/>
                    <a:pt x="703" y="248"/>
                    <a:pt x="703" y="248"/>
                  </a:cubicBezTo>
                  <a:cubicBezTo>
                    <a:pt x="702" y="248"/>
                    <a:pt x="702" y="248"/>
                    <a:pt x="702" y="248"/>
                  </a:cubicBezTo>
                  <a:cubicBezTo>
                    <a:pt x="702" y="248"/>
                    <a:pt x="702" y="248"/>
                    <a:pt x="703" y="248"/>
                  </a:cubicBezTo>
                  <a:cubicBezTo>
                    <a:pt x="704" y="249"/>
                    <a:pt x="700" y="250"/>
                    <a:pt x="701" y="249"/>
                  </a:cubicBezTo>
                  <a:cubicBezTo>
                    <a:pt x="700" y="249"/>
                    <a:pt x="700" y="249"/>
                    <a:pt x="700" y="249"/>
                  </a:cubicBezTo>
                  <a:cubicBezTo>
                    <a:pt x="699" y="249"/>
                    <a:pt x="699" y="249"/>
                    <a:pt x="699" y="248"/>
                  </a:cubicBezTo>
                  <a:cubicBezTo>
                    <a:pt x="699" y="248"/>
                    <a:pt x="699" y="248"/>
                    <a:pt x="699" y="248"/>
                  </a:cubicBezTo>
                  <a:cubicBezTo>
                    <a:pt x="699" y="248"/>
                    <a:pt x="698" y="246"/>
                    <a:pt x="696" y="245"/>
                  </a:cubicBezTo>
                  <a:cubicBezTo>
                    <a:pt x="696" y="246"/>
                    <a:pt x="695" y="246"/>
                    <a:pt x="695" y="245"/>
                  </a:cubicBezTo>
                  <a:cubicBezTo>
                    <a:pt x="695" y="245"/>
                    <a:pt x="695" y="245"/>
                    <a:pt x="695" y="245"/>
                  </a:cubicBezTo>
                  <a:cubicBezTo>
                    <a:pt x="695" y="244"/>
                    <a:pt x="694" y="245"/>
                    <a:pt x="694" y="246"/>
                  </a:cubicBezTo>
                  <a:cubicBezTo>
                    <a:pt x="694" y="246"/>
                    <a:pt x="694" y="246"/>
                    <a:pt x="694" y="247"/>
                  </a:cubicBezTo>
                  <a:cubicBezTo>
                    <a:pt x="693" y="247"/>
                    <a:pt x="686" y="249"/>
                    <a:pt x="690" y="250"/>
                  </a:cubicBezTo>
                  <a:cubicBezTo>
                    <a:pt x="691" y="251"/>
                    <a:pt x="690" y="249"/>
                    <a:pt x="690" y="249"/>
                  </a:cubicBezTo>
                  <a:cubicBezTo>
                    <a:pt x="691" y="249"/>
                    <a:pt x="691" y="250"/>
                    <a:pt x="691" y="250"/>
                  </a:cubicBezTo>
                  <a:cubicBezTo>
                    <a:pt x="692" y="250"/>
                    <a:pt x="693" y="248"/>
                    <a:pt x="695" y="248"/>
                  </a:cubicBezTo>
                  <a:cubicBezTo>
                    <a:pt x="692" y="249"/>
                    <a:pt x="695" y="252"/>
                    <a:pt x="694" y="253"/>
                  </a:cubicBezTo>
                  <a:cubicBezTo>
                    <a:pt x="692" y="254"/>
                    <a:pt x="689" y="251"/>
                    <a:pt x="688" y="251"/>
                  </a:cubicBezTo>
                  <a:cubicBezTo>
                    <a:pt x="685" y="252"/>
                    <a:pt x="684" y="254"/>
                    <a:pt x="683" y="257"/>
                  </a:cubicBezTo>
                  <a:cubicBezTo>
                    <a:pt x="684" y="256"/>
                    <a:pt x="686" y="256"/>
                    <a:pt x="688" y="256"/>
                  </a:cubicBezTo>
                  <a:cubicBezTo>
                    <a:pt x="688" y="255"/>
                    <a:pt x="689" y="254"/>
                    <a:pt x="691" y="256"/>
                  </a:cubicBezTo>
                  <a:cubicBezTo>
                    <a:pt x="692" y="257"/>
                    <a:pt x="696" y="260"/>
                    <a:pt x="695" y="262"/>
                  </a:cubicBezTo>
                  <a:cubicBezTo>
                    <a:pt x="692" y="266"/>
                    <a:pt x="687" y="271"/>
                    <a:pt x="687" y="277"/>
                  </a:cubicBezTo>
                  <a:cubicBezTo>
                    <a:pt x="690" y="271"/>
                    <a:pt x="692" y="278"/>
                    <a:pt x="687" y="279"/>
                  </a:cubicBezTo>
                  <a:cubicBezTo>
                    <a:pt x="688" y="277"/>
                    <a:pt x="686" y="279"/>
                    <a:pt x="685" y="278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5" y="277"/>
                    <a:pt x="685" y="277"/>
                    <a:pt x="685" y="277"/>
                  </a:cubicBezTo>
                  <a:cubicBezTo>
                    <a:pt x="682" y="277"/>
                    <a:pt x="685" y="272"/>
                    <a:pt x="685" y="275"/>
                  </a:cubicBezTo>
                  <a:cubicBezTo>
                    <a:pt x="685" y="275"/>
                    <a:pt x="685" y="275"/>
                    <a:pt x="685" y="275"/>
                  </a:cubicBezTo>
                  <a:cubicBezTo>
                    <a:pt x="686" y="275"/>
                    <a:pt x="686" y="274"/>
                    <a:pt x="686" y="273"/>
                  </a:cubicBezTo>
                  <a:cubicBezTo>
                    <a:pt x="686" y="270"/>
                    <a:pt x="685" y="266"/>
                    <a:pt x="684" y="263"/>
                  </a:cubicBezTo>
                  <a:cubicBezTo>
                    <a:pt x="683" y="263"/>
                    <a:pt x="682" y="263"/>
                    <a:pt x="682" y="262"/>
                  </a:cubicBezTo>
                  <a:cubicBezTo>
                    <a:pt x="682" y="262"/>
                    <a:pt x="682" y="262"/>
                    <a:pt x="682" y="261"/>
                  </a:cubicBezTo>
                  <a:cubicBezTo>
                    <a:pt x="680" y="261"/>
                    <a:pt x="679" y="261"/>
                    <a:pt x="678" y="265"/>
                  </a:cubicBezTo>
                  <a:cubicBezTo>
                    <a:pt x="676" y="258"/>
                    <a:pt x="673" y="269"/>
                    <a:pt x="674" y="271"/>
                  </a:cubicBezTo>
                  <a:cubicBezTo>
                    <a:pt x="674" y="271"/>
                    <a:pt x="676" y="271"/>
                    <a:pt x="676" y="271"/>
                  </a:cubicBezTo>
                  <a:cubicBezTo>
                    <a:pt x="677" y="272"/>
                    <a:pt x="677" y="275"/>
                    <a:pt x="677" y="276"/>
                  </a:cubicBezTo>
                  <a:cubicBezTo>
                    <a:pt x="676" y="278"/>
                    <a:pt x="673" y="285"/>
                    <a:pt x="674" y="280"/>
                  </a:cubicBezTo>
                  <a:cubicBezTo>
                    <a:pt x="674" y="278"/>
                    <a:pt x="674" y="276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5"/>
                    <a:pt x="673" y="275"/>
                    <a:pt x="673" y="275"/>
                  </a:cubicBezTo>
                  <a:cubicBezTo>
                    <a:pt x="673" y="273"/>
                    <a:pt x="673" y="272"/>
                    <a:pt x="673" y="270"/>
                  </a:cubicBezTo>
                  <a:cubicBezTo>
                    <a:pt x="673" y="268"/>
                    <a:pt x="674" y="266"/>
                    <a:pt x="674" y="265"/>
                  </a:cubicBezTo>
                  <a:cubicBezTo>
                    <a:pt x="674" y="265"/>
                    <a:pt x="673" y="265"/>
                    <a:pt x="672" y="265"/>
                  </a:cubicBezTo>
                  <a:cubicBezTo>
                    <a:pt x="672" y="264"/>
                    <a:pt x="672" y="264"/>
                    <a:pt x="672" y="264"/>
                  </a:cubicBezTo>
                  <a:cubicBezTo>
                    <a:pt x="672" y="263"/>
                    <a:pt x="672" y="263"/>
                    <a:pt x="672" y="263"/>
                  </a:cubicBezTo>
                  <a:cubicBezTo>
                    <a:pt x="672" y="263"/>
                    <a:pt x="671" y="262"/>
                    <a:pt x="671" y="262"/>
                  </a:cubicBezTo>
                  <a:cubicBezTo>
                    <a:pt x="669" y="263"/>
                    <a:pt x="671" y="271"/>
                    <a:pt x="671" y="274"/>
                  </a:cubicBezTo>
                  <a:cubicBezTo>
                    <a:pt x="671" y="274"/>
                    <a:pt x="672" y="273"/>
                    <a:pt x="672" y="274"/>
                  </a:cubicBezTo>
                  <a:cubicBezTo>
                    <a:pt x="673" y="274"/>
                    <a:pt x="672" y="275"/>
                    <a:pt x="671" y="275"/>
                  </a:cubicBezTo>
                  <a:cubicBezTo>
                    <a:pt x="671" y="275"/>
                    <a:pt x="671" y="275"/>
                    <a:pt x="671" y="275"/>
                  </a:cubicBezTo>
                  <a:cubicBezTo>
                    <a:pt x="671" y="275"/>
                    <a:pt x="671" y="276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77"/>
                    <a:pt x="671" y="277"/>
                    <a:pt x="671" y="277"/>
                  </a:cubicBezTo>
                  <a:cubicBezTo>
                    <a:pt x="671" y="280"/>
                    <a:pt x="671" y="282"/>
                    <a:pt x="671" y="283"/>
                  </a:cubicBezTo>
                  <a:cubicBezTo>
                    <a:pt x="668" y="286"/>
                    <a:pt x="671" y="269"/>
                    <a:pt x="666" y="275"/>
                  </a:cubicBezTo>
                  <a:cubicBezTo>
                    <a:pt x="666" y="275"/>
                    <a:pt x="662" y="280"/>
                    <a:pt x="662" y="281"/>
                  </a:cubicBezTo>
                  <a:cubicBezTo>
                    <a:pt x="663" y="282"/>
                    <a:pt x="664" y="280"/>
                    <a:pt x="665" y="281"/>
                  </a:cubicBezTo>
                  <a:cubicBezTo>
                    <a:pt x="667" y="281"/>
                    <a:pt x="666" y="284"/>
                    <a:pt x="665" y="285"/>
                  </a:cubicBezTo>
                  <a:cubicBezTo>
                    <a:pt x="664" y="286"/>
                    <a:pt x="663" y="284"/>
                    <a:pt x="663" y="284"/>
                  </a:cubicBezTo>
                  <a:cubicBezTo>
                    <a:pt x="661" y="285"/>
                    <a:pt x="660" y="287"/>
                    <a:pt x="660" y="289"/>
                  </a:cubicBezTo>
                  <a:cubicBezTo>
                    <a:pt x="660" y="289"/>
                    <a:pt x="660" y="289"/>
                    <a:pt x="661" y="289"/>
                  </a:cubicBezTo>
                  <a:cubicBezTo>
                    <a:pt x="661" y="289"/>
                    <a:pt x="660" y="290"/>
                    <a:pt x="660" y="290"/>
                  </a:cubicBezTo>
                  <a:cubicBezTo>
                    <a:pt x="660" y="291"/>
                    <a:pt x="660" y="293"/>
                    <a:pt x="659" y="295"/>
                  </a:cubicBezTo>
                  <a:cubicBezTo>
                    <a:pt x="657" y="298"/>
                    <a:pt x="657" y="301"/>
                    <a:pt x="656" y="301"/>
                  </a:cubicBezTo>
                  <a:cubicBezTo>
                    <a:pt x="656" y="302"/>
                    <a:pt x="654" y="300"/>
                    <a:pt x="652" y="300"/>
                  </a:cubicBezTo>
                  <a:cubicBezTo>
                    <a:pt x="650" y="301"/>
                    <a:pt x="651" y="303"/>
                    <a:pt x="649" y="300"/>
                  </a:cubicBezTo>
                  <a:cubicBezTo>
                    <a:pt x="649" y="299"/>
                    <a:pt x="649" y="301"/>
                    <a:pt x="648" y="298"/>
                  </a:cubicBezTo>
                  <a:cubicBezTo>
                    <a:pt x="648" y="297"/>
                    <a:pt x="650" y="291"/>
                    <a:pt x="654" y="292"/>
                  </a:cubicBezTo>
                  <a:cubicBezTo>
                    <a:pt x="655" y="292"/>
                    <a:pt x="656" y="295"/>
                    <a:pt x="657" y="292"/>
                  </a:cubicBezTo>
                  <a:cubicBezTo>
                    <a:pt x="657" y="291"/>
                    <a:pt x="656" y="290"/>
                    <a:pt x="656" y="288"/>
                  </a:cubicBezTo>
                  <a:cubicBezTo>
                    <a:pt x="657" y="285"/>
                    <a:pt x="661" y="281"/>
                    <a:pt x="662" y="278"/>
                  </a:cubicBezTo>
                  <a:cubicBezTo>
                    <a:pt x="662" y="276"/>
                    <a:pt x="661" y="273"/>
                    <a:pt x="662" y="269"/>
                  </a:cubicBezTo>
                  <a:cubicBezTo>
                    <a:pt x="663" y="267"/>
                    <a:pt x="668" y="263"/>
                    <a:pt x="667" y="261"/>
                  </a:cubicBezTo>
                  <a:cubicBezTo>
                    <a:pt x="667" y="261"/>
                    <a:pt x="667" y="260"/>
                    <a:pt x="666" y="260"/>
                  </a:cubicBezTo>
                  <a:cubicBezTo>
                    <a:pt x="666" y="260"/>
                    <a:pt x="665" y="260"/>
                    <a:pt x="665" y="260"/>
                  </a:cubicBezTo>
                  <a:cubicBezTo>
                    <a:pt x="665" y="260"/>
                    <a:pt x="665" y="259"/>
                    <a:pt x="665" y="259"/>
                  </a:cubicBezTo>
                  <a:cubicBezTo>
                    <a:pt x="663" y="258"/>
                    <a:pt x="659" y="257"/>
                    <a:pt x="656" y="259"/>
                  </a:cubicBezTo>
                  <a:cubicBezTo>
                    <a:pt x="656" y="259"/>
                    <a:pt x="656" y="259"/>
                    <a:pt x="656" y="259"/>
                  </a:cubicBezTo>
                  <a:cubicBezTo>
                    <a:pt x="656" y="260"/>
                    <a:pt x="656" y="261"/>
                    <a:pt x="656" y="262"/>
                  </a:cubicBezTo>
                  <a:cubicBezTo>
                    <a:pt x="655" y="266"/>
                    <a:pt x="648" y="271"/>
                    <a:pt x="644" y="269"/>
                  </a:cubicBezTo>
                  <a:cubicBezTo>
                    <a:pt x="644" y="269"/>
                    <a:pt x="644" y="269"/>
                    <a:pt x="643" y="268"/>
                  </a:cubicBezTo>
                  <a:cubicBezTo>
                    <a:pt x="643" y="269"/>
                    <a:pt x="643" y="269"/>
                    <a:pt x="643" y="269"/>
                  </a:cubicBezTo>
                  <a:cubicBezTo>
                    <a:pt x="643" y="270"/>
                    <a:pt x="643" y="269"/>
                    <a:pt x="643" y="268"/>
                  </a:cubicBezTo>
                  <a:cubicBezTo>
                    <a:pt x="643" y="268"/>
                    <a:pt x="643" y="268"/>
                    <a:pt x="643" y="268"/>
                  </a:cubicBezTo>
                  <a:cubicBezTo>
                    <a:pt x="642" y="268"/>
                    <a:pt x="641" y="269"/>
                    <a:pt x="641" y="270"/>
                  </a:cubicBezTo>
                  <a:cubicBezTo>
                    <a:pt x="639" y="269"/>
                    <a:pt x="639" y="272"/>
                    <a:pt x="638" y="272"/>
                  </a:cubicBezTo>
                  <a:cubicBezTo>
                    <a:pt x="636" y="273"/>
                    <a:pt x="634" y="271"/>
                    <a:pt x="634" y="274"/>
                  </a:cubicBezTo>
                  <a:cubicBezTo>
                    <a:pt x="633" y="269"/>
                    <a:pt x="626" y="278"/>
                    <a:pt x="626" y="280"/>
                  </a:cubicBezTo>
                  <a:cubicBezTo>
                    <a:pt x="627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3" y="279"/>
                    <a:pt x="633" y="279"/>
                    <a:pt x="633" y="279"/>
                  </a:cubicBezTo>
                  <a:cubicBezTo>
                    <a:pt x="634" y="278"/>
                    <a:pt x="634" y="277"/>
                    <a:pt x="635" y="278"/>
                  </a:cubicBezTo>
                  <a:cubicBezTo>
                    <a:pt x="636" y="279"/>
                    <a:pt x="634" y="279"/>
                    <a:pt x="634" y="280"/>
                  </a:cubicBezTo>
                  <a:cubicBezTo>
                    <a:pt x="634" y="281"/>
                    <a:pt x="634" y="281"/>
                    <a:pt x="634" y="281"/>
                  </a:cubicBezTo>
                  <a:cubicBezTo>
                    <a:pt x="635" y="281"/>
                    <a:pt x="635" y="281"/>
                    <a:pt x="635" y="283"/>
                  </a:cubicBezTo>
                  <a:cubicBezTo>
                    <a:pt x="635" y="283"/>
                    <a:pt x="635" y="283"/>
                    <a:pt x="635" y="283"/>
                  </a:cubicBezTo>
                  <a:cubicBezTo>
                    <a:pt x="636" y="284"/>
                    <a:pt x="636" y="284"/>
                    <a:pt x="636" y="285"/>
                  </a:cubicBezTo>
                  <a:cubicBezTo>
                    <a:pt x="636" y="285"/>
                    <a:pt x="634" y="289"/>
                    <a:pt x="633" y="289"/>
                  </a:cubicBezTo>
                  <a:cubicBezTo>
                    <a:pt x="633" y="290"/>
                    <a:pt x="631" y="295"/>
                    <a:pt x="630" y="295"/>
                  </a:cubicBezTo>
                  <a:cubicBezTo>
                    <a:pt x="628" y="294"/>
                    <a:pt x="631" y="293"/>
                    <a:pt x="630" y="292"/>
                  </a:cubicBezTo>
                  <a:cubicBezTo>
                    <a:pt x="629" y="291"/>
                    <a:pt x="627" y="292"/>
                    <a:pt x="626" y="292"/>
                  </a:cubicBezTo>
                  <a:cubicBezTo>
                    <a:pt x="625" y="292"/>
                    <a:pt x="626" y="290"/>
                    <a:pt x="625" y="290"/>
                  </a:cubicBezTo>
                  <a:cubicBezTo>
                    <a:pt x="625" y="290"/>
                    <a:pt x="622" y="291"/>
                    <a:pt x="622" y="290"/>
                  </a:cubicBezTo>
                  <a:cubicBezTo>
                    <a:pt x="621" y="288"/>
                    <a:pt x="624" y="289"/>
                    <a:pt x="624" y="287"/>
                  </a:cubicBezTo>
                  <a:cubicBezTo>
                    <a:pt x="624" y="287"/>
                    <a:pt x="623" y="286"/>
                    <a:pt x="623" y="286"/>
                  </a:cubicBezTo>
                  <a:cubicBezTo>
                    <a:pt x="622" y="285"/>
                    <a:pt x="624" y="284"/>
                    <a:pt x="624" y="282"/>
                  </a:cubicBezTo>
                  <a:cubicBezTo>
                    <a:pt x="624" y="282"/>
                    <a:pt x="624" y="281"/>
                    <a:pt x="624" y="281"/>
                  </a:cubicBezTo>
                  <a:cubicBezTo>
                    <a:pt x="625" y="278"/>
                    <a:pt x="631" y="274"/>
                    <a:pt x="629" y="270"/>
                  </a:cubicBezTo>
                  <a:cubicBezTo>
                    <a:pt x="628" y="269"/>
                    <a:pt x="627" y="269"/>
                    <a:pt x="627" y="270"/>
                  </a:cubicBezTo>
                  <a:cubicBezTo>
                    <a:pt x="627" y="267"/>
                    <a:pt x="628" y="258"/>
                    <a:pt x="633" y="256"/>
                  </a:cubicBezTo>
                  <a:cubicBezTo>
                    <a:pt x="634" y="256"/>
                    <a:pt x="636" y="256"/>
                    <a:pt x="637" y="257"/>
                  </a:cubicBezTo>
                  <a:cubicBezTo>
                    <a:pt x="638" y="257"/>
                    <a:pt x="639" y="258"/>
                    <a:pt x="640" y="258"/>
                  </a:cubicBezTo>
                  <a:cubicBezTo>
                    <a:pt x="640" y="258"/>
                    <a:pt x="640" y="259"/>
                    <a:pt x="640" y="259"/>
                  </a:cubicBezTo>
                  <a:cubicBezTo>
                    <a:pt x="640" y="259"/>
                    <a:pt x="640" y="259"/>
                    <a:pt x="640" y="259"/>
                  </a:cubicBezTo>
                  <a:cubicBezTo>
                    <a:pt x="641" y="260"/>
                    <a:pt x="641" y="260"/>
                    <a:pt x="642" y="260"/>
                  </a:cubicBezTo>
                  <a:cubicBezTo>
                    <a:pt x="643" y="259"/>
                    <a:pt x="644" y="257"/>
                    <a:pt x="645" y="256"/>
                  </a:cubicBezTo>
                  <a:cubicBezTo>
                    <a:pt x="644" y="254"/>
                    <a:pt x="643" y="256"/>
                    <a:pt x="641" y="257"/>
                  </a:cubicBezTo>
                  <a:cubicBezTo>
                    <a:pt x="642" y="256"/>
                    <a:pt x="642" y="256"/>
                    <a:pt x="642" y="255"/>
                  </a:cubicBezTo>
                  <a:cubicBezTo>
                    <a:pt x="641" y="255"/>
                    <a:pt x="640" y="255"/>
                    <a:pt x="640" y="255"/>
                  </a:cubicBezTo>
                  <a:cubicBezTo>
                    <a:pt x="639" y="254"/>
                    <a:pt x="641" y="254"/>
                    <a:pt x="641" y="253"/>
                  </a:cubicBezTo>
                  <a:cubicBezTo>
                    <a:pt x="642" y="252"/>
                    <a:pt x="640" y="253"/>
                    <a:pt x="641" y="251"/>
                  </a:cubicBezTo>
                  <a:cubicBezTo>
                    <a:pt x="642" y="249"/>
                    <a:pt x="645" y="249"/>
                    <a:pt x="646" y="248"/>
                  </a:cubicBezTo>
                  <a:cubicBezTo>
                    <a:pt x="646" y="248"/>
                    <a:pt x="646" y="248"/>
                    <a:pt x="646" y="247"/>
                  </a:cubicBezTo>
                  <a:cubicBezTo>
                    <a:pt x="645" y="247"/>
                    <a:pt x="644" y="247"/>
                    <a:pt x="644" y="247"/>
                  </a:cubicBezTo>
                  <a:cubicBezTo>
                    <a:pt x="644" y="246"/>
                    <a:pt x="645" y="245"/>
                    <a:pt x="644" y="243"/>
                  </a:cubicBezTo>
                  <a:cubicBezTo>
                    <a:pt x="643" y="243"/>
                    <a:pt x="643" y="243"/>
                    <a:pt x="643" y="243"/>
                  </a:cubicBezTo>
                  <a:cubicBezTo>
                    <a:pt x="642" y="243"/>
                    <a:pt x="641" y="239"/>
                    <a:pt x="641" y="239"/>
                  </a:cubicBezTo>
                  <a:cubicBezTo>
                    <a:pt x="642" y="237"/>
                    <a:pt x="644" y="239"/>
                    <a:pt x="646" y="237"/>
                  </a:cubicBezTo>
                  <a:cubicBezTo>
                    <a:pt x="645" y="238"/>
                    <a:pt x="648" y="235"/>
                    <a:pt x="648" y="235"/>
                  </a:cubicBezTo>
                  <a:cubicBezTo>
                    <a:pt x="648" y="234"/>
                    <a:pt x="647" y="233"/>
                    <a:pt x="647" y="232"/>
                  </a:cubicBezTo>
                  <a:cubicBezTo>
                    <a:pt x="647" y="230"/>
                    <a:pt x="649" y="230"/>
                    <a:pt x="649" y="228"/>
                  </a:cubicBezTo>
                  <a:cubicBezTo>
                    <a:pt x="648" y="226"/>
                    <a:pt x="651" y="222"/>
                    <a:pt x="653" y="222"/>
                  </a:cubicBezTo>
                  <a:cubicBezTo>
                    <a:pt x="657" y="221"/>
                    <a:pt x="656" y="229"/>
                    <a:pt x="662" y="226"/>
                  </a:cubicBezTo>
                  <a:cubicBezTo>
                    <a:pt x="663" y="232"/>
                    <a:pt x="667" y="220"/>
                    <a:pt x="668" y="220"/>
                  </a:cubicBezTo>
                  <a:cubicBezTo>
                    <a:pt x="668" y="220"/>
                    <a:pt x="668" y="220"/>
                    <a:pt x="668" y="220"/>
                  </a:cubicBezTo>
                  <a:cubicBezTo>
                    <a:pt x="668" y="220"/>
                    <a:pt x="668" y="220"/>
                    <a:pt x="669" y="220"/>
                  </a:cubicBezTo>
                  <a:cubicBezTo>
                    <a:pt x="669" y="220"/>
                    <a:pt x="669" y="220"/>
                    <a:pt x="669" y="220"/>
                  </a:cubicBezTo>
                  <a:cubicBezTo>
                    <a:pt x="670" y="222"/>
                    <a:pt x="669" y="221"/>
                    <a:pt x="668" y="221"/>
                  </a:cubicBezTo>
                  <a:cubicBezTo>
                    <a:pt x="669" y="222"/>
                    <a:pt x="665" y="229"/>
                    <a:pt x="670" y="225"/>
                  </a:cubicBezTo>
                  <a:cubicBezTo>
                    <a:pt x="671" y="224"/>
                    <a:pt x="669" y="222"/>
                    <a:pt x="670" y="221"/>
                  </a:cubicBezTo>
                  <a:cubicBezTo>
                    <a:pt x="671" y="220"/>
                    <a:pt x="674" y="221"/>
                    <a:pt x="675" y="220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4" y="209"/>
                    <a:pt x="664" y="209"/>
                    <a:pt x="664" y="209"/>
                  </a:cubicBezTo>
                  <a:cubicBezTo>
                    <a:pt x="663" y="211"/>
                    <a:pt x="660" y="209"/>
                    <a:pt x="661" y="208"/>
                  </a:cubicBezTo>
                  <a:cubicBezTo>
                    <a:pt x="659" y="209"/>
                    <a:pt x="658" y="209"/>
                    <a:pt x="658" y="208"/>
                  </a:cubicBezTo>
                  <a:cubicBezTo>
                    <a:pt x="657" y="209"/>
                    <a:pt x="657" y="209"/>
                    <a:pt x="657" y="209"/>
                  </a:cubicBezTo>
                  <a:cubicBezTo>
                    <a:pt x="657" y="209"/>
                    <a:pt x="657" y="208"/>
                    <a:pt x="657" y="207"/>
                  </a:cubicBezTo>
                  <a:cubicBezTo>
                    <a:pt x="656" y="206"/>
                    <a:pt x="656" y="203"/>
                    <a:pt x="656" y="202"/>
                  </a:cubicBezTo>
                  <a:cubicBezTo>
                    <a:pt x="656" y="202"/>
                    <a:pt x="656" y="202"/>
                    <a:pt x="656" y="202"/>
                  </a:cubicBezTo>
                  <a:cubicBezTo>
                    <a:pt x="655" y="202"/>
                    <a:pt x="656" y="203"/>
                    <a:pt x="655" y="203"/>
                  </a:cubicBezTo>
                  <a:cubicBezTo>
                    <a:pt x="655" y="203"/>
                    <a:pt x="654" y="202"/>
                    <a:pt x="654" y="202"/>
                  </a:cubicBezTo>
                  <a:cubicBezTo>
                    <a:pt x="654" y="205"/>
                    <a:pt x="653" y="207"/>
                    <a:pt x="652" y="208"/>
                  </a:cubicBezTo>
                  <a:cubicBezTo>
                    <a:pt x="651" y="209"/>
                    <a:pt x="649" y="207"/>
                    <a:pt x="649" y="209"/>
                  </a:cubicBezTo>
                  <a:cubicBezTo>
                    <a:pt x="649" y="210"/>
                    <a:pt x="651" y="211"/>
                    <a:pt x="652" y="212"/>
                  </a:cubicBezTo>
                  <a:cubicBezTo>
                    <a:pt x="652" y="212"/>
                    <a:pt x="652" y="214"/>
                    <a:pt x="652" y="214"/>
                  </a:cubicBezTo>
                  <a:cubicBezTo>
                    <a:pt x="653" y="214"/>
                    <a:pt x="655" y="212"/>
                    <a:pt x="656" y="212"/>
                  </a:cubicBezTo>
                  <a:cubicBezTo>
                    <a:pt x="657" y="213"/>
                    <a:pt x="655" y="215"/>
                    <a:pt x="655" y="216"/>
                  </a:cubicBezTo>
                  <a:cubicBezTo>
                    <a:pt x="654" y="213"/>
                    <a:pt x="652" y="217"/>
                    <a:pt x="651" y="218"/>
                  </a:cubicBezTo>
                  <a:cubicBezTo>
                    <a:pt x="650" y="220"/>
                    <a:pt x="647" y="220"/>
                    <a:pt x="647" y="220"/>
                  </a:cubicBezTo>
                  <a:cubicBezTo>
                    <a:pt x="646" y="221"/>
                    <a:pt x="649" y="223"/>
                    <a:pt x="646" y="224"/>
                  </a:cubicBezTo>
                  <a:cubicBezTo>
                    <a:pt x="645" y="224"/>
                    <a:pt x="646" y="223"/>
                    <a:pt x="646" y="222"/>
                  </a:cubicBezTo>
                  <a:cubicBezTo>
                    <a:pt x="645" y="222"/>
                    <a:pt x="643" y="224"/>
                    <a:pt x="642" y="223"/>
                  </a:cubicBezTo>
                  <a:cubicBezTo>
                    <a:pt x="641" y="223"/>
                    <a:pt x="642" y="221"/>
                    <a:pt x="641" y="220"/>
                  </a:cubicBezTo>
                  <a:cubicBezTo>
                    <a:pt x="641" y="219"/>
                    <a:pt x="641" y="218"/>
                    <a:pt x="641" y="217"/>
                  </a:cubicBezTo>
                  <a:cubicBezTo>
                    <a:pt x="639" y="218"/>
                    <a:pt x="634" y="218"/>
                    <a:pt x="633" y="218"/>
                  </a:cubicBezTo>
                  <a:cubicBezTo>
                    <a:pt x="632" y="217"/>
                    <a:pt x="633" y="215"/>
                    <a:pt x="630" y="216"/>
                  </a:cubicBezTo>
                  <a:cubicBezTo>
                    <a:pt x="633" y="213"/>
                    <a:pt x="628" y="213"/>
                    <a:pt x="628" y="212"/>
                  </a:cubicBezTo>
                  <a:cubicBezTo>
                    <a:pt x="628" y="211"/>
                    <a:pt x="630" y="210"/>
                    <a:pt x="630" y="210"/>
                  </a:cubicBezTo>
                  <a:cubicBezTo>
                    <a:pt x="630" y="209"/>
                    <a:pt x="629" y="209"/>
                    <a:pt x="629" y="208"/>
                  </a:cubicBezTo>
                  <a:cubicBezTo>
                    <a:pt x="629" y="208"/>
                    <a:pt x="629" y="208"/>
                    <a:pt x="629" y="207"/>
                  </a:cubicBezTo>
                  <a:cubicBezTo>
                    <a:pt x="628" y="207"/>
                    <a:pt x="627" y="205"/>
                    <a:pt x="627" y="204"/>
                  </a:cubicBezTo>
                  <a:cubicBezTo>
                    <a:pt x="627" y="204"/>
                    <a:pt x="626" y="204"/>
                    <a:pt x="626" y="204"/>
                  </a:cubicBezTo>
                  <a:cubicBezTo>
                    <a:pt x="626" y="205"/>
                    <a:pt x="627" y="205"/>
                    <a:pt x="627" y="206"/>
                  </a:cubicBezTo>
                  <a:cubicBezTo>
                    <a:pt x="627" y="207"/>
                    <a:pt x="626" y="208"/>
                    <a:pt x="626" y="208"/>
                  </a:cubicBezTo>
                  <a:cubicBezTo>
                    <a:pt x="626" y="209"/>
                    <a:pt x="625" y="210"/>
                    <a:pt x="625" y="210"/>
                  </a:cubicBezTo>
                  <a:cubicBezTo>
                    <a:pt x="625" y="210"/>
                    <a:pt x="625" y="210"/>
                    <a:pt x="625" y="211"/>
                  </a:cubicBezTo>
                  <a:cubicBezTo>
                    <a:pt x="625" y="211"/>
                    <a:pt x="625" y="211"/>
                    <a:pt x="624" y="211"/>
                  </a:cubicBezTo>
                  <a:cubicBezTo>
                    <a:pt x="623" y="212"/>
                    <a:pt x="622" y="214"/>
                    <a:pt x="621" y="216"/>
                  </a:cubicBezTo>
                  <a:cubicBezTo>
                    <a:pt x="622" y="213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8" y="214"/>
                  </a:cubicBezTo>
                  <a:cubicBezTo>
                    <a:pt x="618" y="214"/>
                    <a:pt x="618" y="214"/>
                    <a:pt x="619" y="214"/>
                  </a:cubicBezTo>
                  <a:cubicBezTo>
                    <a:pt x="620" y="215"/>
                    <a:pt x="620" y="220"/>
                    <a:pt x="619" y="221"/>
                  </a:cubicBezTo>
                  <a:cubicBezTo>
                    <a:pt x="619" y="221"/>
                    <a:pt x="619" y="220"/>
                    <a:pt x="618" y="220"/>
                  </a:cubicBezTo>
                  <a:cubicBezTo>
                    <a:pt x="616" y="221"/>
                    <a:pt x="615" y="224"/>
                    <a:pt x="612" y="224"/>
                  </a:cubicBezTo>
                  <a:cubicBezTo>
                    <a:pt x="612" y="222"/>
                    <a:pt x="614" y="222"/>
                    <a:pt x="615" y="221"/>
                  </a:cubicBezTo>
                  <a:cubicBezTo>
                    <a:pt x="615" y="220"/>
                    <a:pt x="613" y="221"/>
                    <a:pt x="613" y="220"/>
                  </a:cubicBezTo>
                  <a:cubicBezTo>
                    <a:pt x="612" y="219"/>
                    <a:pt x="614" y="214"/>
                    <a:pt x="617" y="214"/>
                  </a:cubicBezTo>
                  <a:cubicBezTo>
                    <a:pt x="617" y="213"/>
                    <a:pt x="617" y="212"/>
                    <a:pt x="617" y="211"/>
                  </a:cubicBezTo>
                  <a:cubicBezTo>
                    <a:pt x="617" y="211"/>
                    <a:pt x="616" y="211"/>
                    <a:pt x="616" y="211"/>
                  </a:cubicBezTo>
                  <a:cubicBezTo>
                    <a:pt x="615" y="212"/>
                    <a:pt x="612" y="214"/>
                    <a:pt x="612" y="216"/>
                  </a:cubicBezTo>
                  <a:cubicBezTo>
                    <a:pt x="611" y="217"/>
                    <a:pt x="612" y="218"/>
                    <a:pt x="612" y="218"/>
                  </a:cubicBezTo>
                  <a:cubicBezTo>
                    <a:pt x="612" y="219"/>
                    <a:pt x="610" y="220"/>
                    <a:pt x="611" y="220"/>
                  </a:cubicBezTo>
                  <a:cubicBezTo>
                    <a:pt x="611" y="222"/>
                    <a:pt x="612" y="221"/>
                    <a:pt x="612" y="222"/>
                  </a:cubicBezTo>
                  <a:cubicBezTo>
                    <a:pt x="612" y="223"/>
                    <a:pt x="610" y="224"/>
                    <a:pt x="610" y="224"/>
                  </a:cubicBezTo>
                  <a:cubicBezTo>
                    <a:pt x="609" y="223"/>
                    <a:pt x="610" y="221"/>
                    <a:pt x="609" y="220"/>
                  </a:cubicBezTo>
                  <a:cubicBezTo>
                    <a:pt x="608" y="219"/>
                    <a:pt x="607" y="220"/>
                    <a:pt x="606" y="219"/>
                  </a:cubicBezTo>
                  <a:cubicBezTo>
                    <a:pt x="604" y="218"/>
                    <a:pt x="604" y="217"/>
                    <a:pt x="601" y="219"/>
                  </a:cubicBezTo>
                  <a:cubicBezTo>
                    <a:pt x="604" y="215"/>
                    <a:pt x="600" y="218"/>
                    <a:pt x="599" y="217"/>
                  </a:cubicBezTo>
                  <a:cubicBezTo>
                    <a:pt x="599" y="217"/>
                    <a:pt x="598" y="211"/>
                    <a:pt x="598" y="210"/>
                  </a:cubicBezTo>
                  <a:cubicBezTo>
                    <a:pt x="598" y="209"/>
                    <a:pt x="599" y="206"/>
                    <a:pt x="599" y="204"/>
                  </a:cubicBezTo>
                  <a:cubicBezTo>
                    <a:pt x="599" y="205"/>
                    <a:pt x="599" y="205"/>
                    <a:pt x="598" y="206"/>
                  </a:cubicBezTo>
                  <a:cubicBezTo>
                    <a:pt x="598" y="205"/>
                    <a:pt x="598" y="204"/>
                    <a:pt x="599" y="203"/>
                  </a:cubicBezTo>
                  <a:cubicBezTo>
                    <a:pt x="599" y="203"/>
                    <a:pt x="599" y="203"/>
                    <a:pt x="599" y="203"/>
                  </a:cubicBezTo>
                  <a:cubicBezTo>
                    <a:pt x="598" y="203"/>
                    <a:pt x="598" y="204"/>
                    <a:pt x="598" y="204"/>
                  </a:cubicBezTo>
                  <a:cubicBezTo>
                    <a:pt x="598" y="204"/>
                    <a:pt x="598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7" y="204"/>
                    <a:pt x="597" y="204"/>
                    <a:pt x="597" y="204"/>
                  </a:cubicBezTo>
                  <a:cubicBezTo>
                    <a:pt x="595" y="206"/>
                    <a:pt x="589" y="207"/>
                    <a:pt x="586" y="207"/>
                  </a:cubicBezTo>
                  <a:cubicBezTo>
                    <a:pt x="586" y="208"/>
                    <a:pt x="586" y="209"/>
                    <a:pt x="585" y="209"/>
                  </a:cubicBezTo>
                  <a:cubicBezTo>
                    <a:pt x="584" y="210"/>
                    <a:pt x="584" y="208"/>
                    <a:pt x="584" y="208"/>
                  </a:cubicBezTo>
                  <a:cubicBezTo>
                    <a:pt x="583" y="207"/>
                    <a:pt x="583" y="207"/>
                    <a:pt x="583" y="207"/>
                  </a:cubicBezTo>
                  <a:cubicBezTo>
                    <a:pt x="583" y="206"/>
                    <a:pt x="584" y="205"/>
                    <a:pt x="585" y="205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3"/>
                    <a:pt x="584" y="202"/>
                    <a:pt x="585" y="201"/>
                  </a:cubicBezTo>
                  <a:cubicBezTo>
                    <a:pt x="585" y="200"/>
                    <a:pt x="585" y="199"/>
                    <a:pt x="585" y="198"/>
                  </a:cubicBezTo>
                  <a:cubicBezTo>
                    <a:pt x="586" y="197"/>
                    <a:pt x="587" y="197"/>
                    <a:pt x="588" y="197"/>
                  </a:cubicBezTo>
                  <a:cubicBezTo>
                    <a:pt x="587" y="197"/>
                    <a:pt x="587" y="197"/>
                    <a:pt x="585" y="198"/>
                  </a:cubicBezTo>
                  <a:cubicBezTo>
                    <a:pt x="584" y="198"/>
                    <a:pt x="583" y="201"/>
                    <a:pt x="583" y="201"/>
                  </a:cubicBezTo>
                  <a:cubicBezTo>
                    <a:pt x="582" y="202"/>
                    <a:pt x="582" y="202"/>
                    <a:pt x="583" y="202"/>
                  </a:cubicBezTo>
                  <a:cubicBezTo>
                    <a:pt x="579" y="203"/>
                    <a:pt x="579" y="195"/>
                    <a:pt x="582" y="196"/>
                  </a:cubicBezTo>
                  <a:cubicBezTo>
                    <a:pt x="581" y="196"/>
                    <a:pt x="583" y="198"/>
                    <a:pt x="582" y="198"/>
                  </a:cubicBezTo>
                  <a:cubicBezTo>
                    <a:pt x="583" y="198"/>
                    <a:pt x="587" y="194"/>
                    <a:pt x="588" y="192"/>
                  </a:cubicBezTo>
                  <a:cubicBezTo>
                    <a:pt x="589" y="192"/>
                    <a:pt x="589" y="192"/>
                    <a:pt x="590" y="191"/>
                  </a:cubicBezTo>
                  <a:cubicBezTo>
                    <a:pt x="589" y="190"/>
                    <a:pt x="588" y="189"/>
                    <a:pt x="588" y="188"/>
                  </a:cubicBezTo>
                  <a:cubicBezTo>
                    <a:pt x="588" y="188"/>
                    <a:pt x="589" y="187"/>
                    <a:pt x="589" y="187"/>
                  </a:cubicBezTo>
                  <a:cubicBezTo>
                    <a:pt x="589" y="186"/>
                    <a:pt x="590" y="183"/>
                    <a:pt x="590" y="183"/>
                  </a:cubicBezTo>
                  <a:cubicBezTo>
                    <a:pt x="590" y="182"/>
                    <a:pt x="588" y="183"/>
                    <a:pt x="589" y="184"/>
                  </a:cubicBezTo>
                  <a:cubicBezTo>
                    <a:pt x="589" y="184"/>
                    <a:pt x="587" y="182"/>
                    <a:pt x="588" y="181"/>
                  </a:cubicBezTo>
                  <a:cubicBezTo>
                    <a:pt x="588" y="180"/>
                    <a:pt x="588" y="180"/>
                    <a:pt x="588" y="180"/>
                  </a:cubicBezTo>
                  <a:cubicBezTo>
                    <a:pt x="588" y="180"/>
                    <a:pt x="587" y="180"/>
                    <a:pt x="587" y="180"/>
                  </a:cubicBezTo>
                  <a:cubicBezTo>
                    <a:pt x="587" y="180"/>
                    <a:pt x="586" y="181"/>
                    <a:pt x="586" y="182"/>
                  </a:cubicBezTo>
                  <a:cubicBezTo>
                    <a:pt x="586" y="182"/>
                    <a:pt x="587" y="182"/>
                    <a:pt x="587" y="182"/>
                  </a:cubicBezTo>
                  <a:cubicBezTo>
                    <a:pt x="588" y="183"/>
                    <a:pt x="587" y="183"/>
                    <a:pt x="587" y="183"/>
                  </a:cubicBezTo>
                  <a:cubicBezTo>
                    <a:pt x="587" y="184"/>
                    <a:pt x="587" y="185"/>
                    <a:pt x="586" y="184"/>
                  </a:cubicBezTo>
                  <a:cubicBezTo>
                    <a:pt x="585" y="184"/>
                    <a:pt x="586" y="184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6" y="183"/>
                    <a:pt x="586" y="183"/>
                    <a:pt x="586" y="183"/>
                  </a:cubicBezTo>
                  <a:cubicBezTo>
                    <a:pt x="585" y="184"/>
                    <a:pt x="583" y="184"/>
                    <a:pt x="582" y="182"/>
                  </a:cubicBezTo>
                  <a:cubicBezTo>
                    <a:pt x="581" y="181"/>
                    <a:pt x="582" y="180"/>
                    <a:pt x="582" y="179"/>
                  </a:cubicBezTo>
                  <a:cubicBezTo>
                    <a:pt x="582" y="179"/>
                    <a:pt x="582" y="179"/>
                    <a:pt x="582" y="179"/>
                  </a:cubicBezTo>
                  <a:cubicBezTo>
                    <a:pt x="580" y="180"/>
                    <a:pt x="582" y="179"/>
                    <a:pt x="581" y="178"/>
                  </a:cubicBezTo>
                  <a:cubicBezTo>
                    <a:pt x="581" y="178"/>
                    <a:pt x="580" y="178"/>
                    <a:pt x="580" y="179"/>
                  </a:cubicBezTo>
                  <a:cubicBezTo>
                    <a:pt x="580" y="179"/>
                    <a:pt x="580" y="179"/>
                    <a:pt x="580" y="179"/>
                  </a:cubicBezTo>
                  <a:cubicBezTo>
                    <a:pt x="579" y="179"/>
                    <a:pt x="579" y="179"/>
                    <a:pt x="578" y="179"/>
                  </a:cubicBezTo>
                  <a:cubicBezTo>
                    <a:pt x="575" y="179"/>
                    <a:pt x="578" y="174"/>
                    <a:pt x="576" y="173"/>
                  </a:cubicBezTo>
                  <a:cubicBezTo>
                    <a:pt x="575" y="173"/>
                    <a:pt x="574" y="173"/>
                    <a:pt x="574" y="174"/>
                  </a:cubicBezTo>
                  <a:cubicBezTo>
                    <a:pt x="573" y="174"/>
                    <a:pt x="573" y="175"/>
                    <a:pt x="572" y="177"/>
                  </a:cubicBezTo>
                  <a:cubicBezTo>
                    <a:pt x="574" y="177"/>
                    <a:pt x="575" y="178"/>
                    <a:pt x="574" y="180"/>
                  </a:cubicBezTo>
                  <a:cubicBezTo>
                    <a:pt x="574" y="184"/>
                    <a:pt x="568" y="184"/>
                    <a:pt x="566" y="181"/>
                  </a:cubicBezTo>
                  <a:cubicBezTo>
                    <a:pt x="566" y="181"/>
                    <a:pt x="565" y="182"/>
                    <a:pt x="565" y="183"/>
                  </a:cubicBezTo>
                  <a:cubicBezTo>
                    <a:pt x="565" y="182"/>
                    <a:pt x="565" y="182"/>
                    <a:pt x="565" y="181"/>
                  </a:cubicBezTo>
                  <a:cubicBezTo>
                    <a:pt x="563" y="183"/>
                    <a:pt x="561" y="184"/>
                    <a:pt x="559" y="184"/>
                  </a:cubicBezTo>
                  <a:cubicBezTo>
                    <a:pt x="558" y="185"/>
                    <a:pt x="556" y="185"/>
                    <a:pt x="556" y="185"/>
                  </a:cubicBezTo>
                  <a:cubicBezTo>
                    <a:pt x="555" y="184"/>
                    <a:pt x="557" y="184"/>
                    <a:pt x="558" y="183"/>
                  </a:cubicBezTo>
                  <a:cubicBezTo>
                    <a:pt x="558" y="183"/>
                    <a:pt x="557" y="183"/>
                    <a:pt x="557" y="183"/>
                  </a:cubicBezTo>
                  <a:cubicBezTo>
                    <a:pt x="557" y="182"/>
                    <a:pt x="556" y="181"/>
                    <a:pt x="556" y="180"/>
                  </a:cubicBezTo>
                  <a:cubicBezTo>
                    <a:pt x="555" y="180"/>
                    <a:pt x="553" y="179"/>
                    <a:pt x="554" y="176"/>
                  </a:cubicBezTo>
                  <a:cubicBezTo>
                    <a:pt x="555" y="175"/>
                    <a:pt x="554" y="173"/>
                    <a:pt x="554" y="172"/>
                  </a:cubicBezTo>
                  <a:cubicBezTo>
                    <a:pt x="554" y="172"/>
                    <a:pt x="555" y="171"/>
                    <a:pt x="554" y="171"/>
                  </a:cubicBezTo>
                  <a:cubicBezTo>
                    <a:pt x="553" y="172"/>
                    <a:pt x="551" y="174"/>
                    <a:pt x="550" y="176"/>
                  </a:cubicBezTo>
                  <a:cubicBezTo>
                    <a:pt x="552" y="178"/>
                    <a:pt x="555" y="180"/>
                    <a:pt x="551" y="183"/>
                  </a:cubicBezTo>
                  <a:cubicBezTo>
                    <a:pt x="550" y="183"/>
                    <a:pt x="550" y="183"/>
                    <a:pt x="549" y="183"/>
                  </a:cubicBezTo>
                  <a:cubicBezTo>
                    <a:pt x="550" y="183"/>
                    <a:pt x="550" y="188"/>
                    <a:pt x="548" y="187"/>
                  </a:cubicBezTo>
                  <a:cubicBezTo>
                    <a:pt x="547" y="186"/>
                    <a:pt x="547" y="185"/>
                    <a:pt x="548" y="184"/>
                  </a:cubicBezTo>
                  <a:cubicBezTo>
                    <a:pt x="548" y="184"/>
                    <a:pt x="548" y="184"/>
                    <a:pt x="549" y="184"/>
                  </a:cubicBezTo>
                  <a:cubicBezTo>
                    <a:pt x="547" y="184"/>
                    <a:pt x="544" y="185"/>
                    <a:pt x="543" y="186"/>
                  </a:cubicBezTo>
                  <a:cubicBezTo>
                    <a:pt x="541" y="188"/>
                    <a:pt x="543" y="189"/>
                    <a:pt x="540" y="187"/>
                  </a:cubicBezTo>
                  <a:cubicBezTo>
                    <a:pt x="540" y="187"/>
                    <a:pt x="539" y="186"/>
                    <a:pt x="538" y="187"/>
                  </a:cubicBezTo>
                  <a:cubicBezTo>
                    <a:pt x="538" y="187"/>
                    <a:pt x="535" y="192"/>
                    <a:pt x="535" y="189"/>
                  </a:cubicBezTo>
                  <a:cubicBezTo>
                    <a:pt x="535" y="188"/>
                    <a:pt x="536" y="188"/>
                    <a:pt x="536" y="188"/>
                  </a:cubicBezTo>
                  <a:cubicBezTo>
                    <a:pt x="535" y="187"/>
                    <a:pt x="531" y="188"/>
                    <a:pt x="531" y="187"/>
                  </a:cubicBezTo>
                  <a:cubicBezTo>
                    <a:pt x="530" y="186"/>
                    <a:pt x="535" y="184"/>
                    <a:pt x="532" y="182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31" y="182"/>
                    <a:pt x="531" y="181"/>
                    <a:pt x="531" y="181"/>
                  </a:cubicBezTo>
                  <a:cubicBezTo>
                    <a:pt x="532" y="179"/>
                    <a:pt x="532" y="179"/>
                    <a:pt x="531" y="178"/>
                  </a:cubicBezTo>
                  <a:cubicBezTo>
                    <a:pt x="530" y="179"/>
                    <a:pt x="528" y="180"/>
                    <a:pt x="528" y="178"/>
                  </a:cubicBezTo>
                  <a:cubicBezTo>
                    <a:pt x="528" y="178"/>
                    <a:pt x="528" y="177"/>
                    <a:pt x="529" y="177"/>
                  </a:cubicBezTo>
                  <a:cubicBezTo>
                    <a:pt x="529" y="176"/>
                    <a:pt x="530" y="176"/>
                    <a:pt x="529" y="176"/>
                  </a:cubicBezTo>
                  <a:cubicBezTo>
                    <a:pt x="529" y="175"/>
                    <a:pt x="527" y="176"/>
                    <a:pt x="527" y="175"/>
                  </a:cubicBezTo>
                  <a:cubicBezTo>
                    <a:pt x="526" y="174"/>
                    <a:pt x="528" y="172"/>
                    <a:pt x="527" y="171"/>
                  </a:cubicBezTo>
                  <a:cubicBezTo>
                    <a:pt x="526" y="169"/>
                    <a:pt x="524" y="172"/>
                    <a:pt x="521" y="172"/>
                  </a:cubicBezTo>
                  <a:cubicBezTo>
                    <a:pt x="521" y="172"/>
                    <a:pt x="519" y="170"/>
                    <a:pt x="517" y="172"/>
                  </a:cubicBezTo>
                  <a:cubicBezTo>
                    <a:pt x="516" y="173"/>
                    <a:pt x="518" y="176"/>
                    <a:pt x="515" y="177"/>
                  </a:cubicBezTo>
                  <a:cubicBezTo>
                    <a:pt x="514" y="178"/>
                    <a:pt x="509" y="180"/>
                    <a:pt x="508" y="178"/>
                  </a:cubicBezTo>
                  <a:cubicBezTo>
                    <a:pt x="508" y="177"/>
                    <a:pt x="510" y="177"/>
                    <a:pt x="510" y="177"/>
                  </a:cubicBezTo>
                  <a:cubicBezTo>
                    <a:pt x="511" y="176"/>
                    <a:pt x="509" y="174"/>
                    <a:pt x="509" y="174"/>
                  </a:cubicBezTo>
                  <a:cubicBezTo>
                    <a:pt x="510" y="172"/>
                    <a:pt x="512" y="172"/>
                    <a:pt x="512" y="171"/>
                  </a:cubicBezTo>
                  <a:cubicBezTo>
                    <a:pt x="512" y="171"/>
                    <a:pt x="511" y="171"/>
                    <a:pt x="511" y="170"/>
                  </a:cubicBezTo>
                  <a:cubicBezTo>
                    <a:pt x="511" y="170"/>
                    <a:pt x="512" y="170"/>
                    <a:pt x="512" y="170"/>
                  </a:cubicBezTo>
                  <a:cubicBezTo>
                    <a:pt x="511" y="168"/>
                    <a:pt x="511" y="167"/>
                    <a:pt x="512" y="166"/>
                  </a:cubicBezTo>
                  <a:cubicBezTo>
                    <a:pt x="512" y="166"/>
                    <a:pt x="512" y="166"/>
                    <a:pt x="512" y="165"/>
                  </a:cubicBezTo>
                  <a:cubicBezTo>
                    <a:pt x="512" y="165"/>
                    <a:pt x="512" y="165"/>
                    <a:pt x="512" y="165"/>
                  </a:cubicBezTo>
                  <a:cubicBezTo>
                    <a:pt x="511" y="165"/>
                    <a:pt x="511" y="164"/>
                    <a:pt x="513" y="163"/>
                  </a:cubicBezTo>
                  <a:cubicBezTo>
                    <a:pt x="513" y="163"/>
                    <a:pt x="513" y="162"/>
                    <a:pt x="513" y="162"/>
                  </a:cubicBezTo>
                  <a:cubicBezTo>
                    <a:pt x="513" y="162"/>
                    <a:pt x="512" y="162"/>
                    <a:pt x="512" y="162"/>
                  </a:cubicBezTo>
                  <a:cubicBezTo>
                    <a:pt x="511" y="162"/>
                    <a:pt x="510" y="162"/>
                    <a:pt x="510" y="162"/>
                  </a:cubicBezTo>
                  <a:cubicBezTo>
                    <a:pt x="509" y="162"/>
                    <a:pt x="509" y="162"/>
                    <a:pt x="509" y="161"/>
                  </a:cubicBezTo>
                  <a:cubicBezTo>
                    <a:pt x="508" y="161"/>
                    <a:pt x="509" y="160"/>
                    <a:pt x="509" y="160"/>
                  </a:cubicBezTo>
                  <a:cubicBezTo>
                    <a:pt x="509" y="159"/>
                    <a:pt x="509" y="158"/>
                    <a:pt x="509" y="158"/>
                  </a:cubicBezTo>
                  <a:cubicBezTo>
                    <a:pt x="510" y="158"/>
                    <a:pt x="513" y="158"/>
                    <a:pt x="515" y="156"/>
                  </a:cubicBezTo>
                  <a:cubicBezTo>
                    <a:pt x="514" y="158"/>
                    <a:pt x="515" y="159"/>
                    <a:pt x="516" y="157"/>
                  </a:cubicBezTo>
                  <a:cubicBezTo>
                    <a:pt x="518" y="156"/>
                    <a:pt x="516" y="156"/>
                    <a:pt x="516" y="156"/>
                  </a:cubicBezTo>
                  <a:cubicBezTo>
                    <a:pt x="516" y="156"/>
                    <a:pt x="517" y="155"/>
                    <a:pt x="516" y="154"/>
                  </a:cubicBezTo>
                  <a:cubicBezTo>
                    <a:pt x="516" y="154"/>
                    <a:pt x="516" y="154"/>
                    <a:pt x="516" y="154"/>
                  </a:cubicBezTo>
                  <a:cubicBezTo>
                    <a:pt x="514" y="155"/>
                    <a:pt x="512" y="156"/>
                    <a:pt x="510" y="155"/>
                  </a:cubicBezTo>
                  <a:cubicBezTo>
                    <a:pt x="510" y="156"/>
                    <a:pt x="510" y="156"/>
                    <a:pt x="510" y="156"/>
                  </a:cubicBezTo>
                  <a:cubicBezTo>
                    <a:pt x="510" y="156"/>
                    <a:pt x="511" y="156"/>
                    <a:pt x="511" y="156"/>
                  </a:cubicBezTo>
                  <a:cubicBezTo>
                    <a:pt x="510" y="157"/>
                    <a:pt x="510" y="156"/>
                    <a:pt x="510" y="155"/>
                  </a:cubicBezTo>
                  <a:cubicBezTo>
                    <a:pt x="509" y="155"/>
                    <a:pt x="509" y="154"/>
                    <a:pt x="509" y="154"/>
                  </a:cubicBezTo>
                  <a:cubicBezTo>
                    <a:pt x="509" y="152"/>
                    <a:pt x="511" y="150"/>
                    <a:pt x="514" y="150"/>
                  </a:cubicBezTo>
                  <a:cubicBezTo>
                    <a:pt x="514" y="149"/>
                    <a:pt x="512" y="148"/>
                    <a:pt x="513" y="147"/>
                  </a:cubicBezTo>
                  <a:cubicBezTo>
                    <a:pt x="514" y="145"/>
                    <a:pt x="517" y="144"/>
                    <a:pt x="516" y="143"/>
                  </a:cubicBezTo>
                  <a:cubicBezTo>
                    <a:pt x="517" y="143"/>
                    <a:pt x="520" y="142"/>
                    <a:pt x="521" y="143"/>
                  </a:cubicBezTo>
                  <a:cubicBezTo>
                    <a:pt x="524" y="144"/>
                    <a:pt x="523" y="145"/>
                    <a:pt x="527" y="143"/>
                  </a:cubicBezTo>
                  <a:cubicBezTo>
                    <a:pt x="527" y="143"/>
                    <a:pt x="528" y="143"/>
                    <a:pt x="529" y="143"/>
                  </a:cubicBezTo>
                  <a:cubicBezTo>
                    <a:pt x="531" y="142"/>
                    <a:pt x="530" y="142"/>
                    <a:pt x="529" y="139"/>
                  </a:cubicBezTo>
                  <a:cubicBezTo>
                    <a:pt x="532" y="141"/>
                    <a:pt x="531" y="139"/>
                    <a:pt x="529" y="138"/>
                  </a:cubicBezTo>
                  <a:cubicBezTo>
                    <a:pt x="529" y="139"/>
                    <a:pt x="529" y="139"/>
                    <a:pt x="529" y="139"/>
                  </a:cubicBezTo>
                  <a:cubicBezTo>
                    <a:pt x="529" y="139"/>
                    <a:pt x="529" y="139"/>
                    <a:pt x="529" y="138"/>
                  </a:cubicBezTo>
                  <a:cubicBezTo>
                    <a:pt x="528" y="138"/>
                    <a:pt x="528" y="138"/>
                    <a:pt x="528" y="138"/>
                  </a:cubicBezTo>
                  <a:cubicBezTo>
                    <a:pt x="528" y="138"/>
                    <a:pt x="526" y="141"/>
                    <a:pt x="526" y="139"/>
                  </a:cubicBezTo>
                  <a:cubicBezTo>
                    <a:pt x="525" y="139"/>
                    <a:pt x="528" y="135"/>
                    <a:pt x="525" y="135"/>
                  </a:cubicBezTo>
                  <a:cubicBezTo>
                    <a:pt x="531" y="133"/>
                    <a:pt x="523" y="131"/>
                    <a:pt x="520" y="130"/>
                  </a:cubicBezTo>
                  <a:cubicBezTo>
                    <a:pt x="519" y="129"/>
                    <a:pt x="518" y="127"/>
                    <a:pt x="518" y="126"/>
                  </a:cubicBezTo>
                  <a:cubicBezTo>
                    <a:pt x="517" y="126"/>
                    <a:pt x="516" y="125"/>
                    <a:pt x="517" y="124"/>
                  </a:cubicBezTo>
                  <a:cubicBezTo>
                    <a:pt x="517" y="124"/>
                    <a:pt x="517" y="124"/>
                    <a:pt x="517" y="124"/>
                  </a:cubicBezTo>
                  <a:cubicBezTo>
                    <a:pt x="516" y="123"/>
                    <a:pt x="516" y="123"/>
                    <a:pt x="515" y="123"/>
                  </a:cubicBezTo>
                  <a:cubicBezTo>
                    <a:pt x="515" y="123"/>
                    <a:pt x="514" y="123"/>
                    <a:pt x="514" y="123"/>
                  </a:cubicBezTo>
                  <a:cubicBezTo>
                    <a:pt x="514" y="123"/>
                    <a:pt x="513" y="123"/>
                    <a:pt x="513" y="124"/>
                  </a:cubicBezTo>
                  <a:cubicBezTo>
                    <a:pt x="513" y="124"/>
                    <a:pt x="511" y="125"/>
                    <a:pt x="510" y="125"/>
                  </a:cubicBezTo>
                  <a:cubicBezTo>
                    <a:pt x="509" y="126"/>
                    <a:pt x="508" y="125"/>
                    <a:pt x="508" y="124"/>
                  </a:cubicBezTo>
                  <a:cubicBezTo>
                    <a:pt x="507" y="124"/>
                    <a:pt x="506" y="125"/>
                    <a:pt x="505" y="125"/>
                  </a:cubicBezTo>
                  <a:cubicBezTo>
                    <a:pt x="504" y="124"/>
                    <a:pt x="506" y="124"/>
                    <a:pt x="507" y="123"/>
                  </a:cubicBezTo>
                  <a:cubicBezTo>
                    <a:pt x="507" y="122"/>
                    <a:pt x="507" y="122"/>
                    <a:pt x="508" y="121"/>
                  </a:cubicBezTo>
                  <a:cubicBezTo>
                    <a:pt x="506" y="121"/>
                    <a:pt x="504" y="121"/>
                    <a:pt x="504" y="121"/>
                  </a:cubicBezTo>
                  <a:cubicBezTo>
                    <a:pt x="504" y="121"/>
                    <a:pt x="504" y="121"/>
                    <a:pt x="503" y="121"/>
                  </a:cubicBezTo>
                  <a:cubicBezTo>
                    <a:pt x="504" y="122"/>
                    <a:pt x="505" y="122"/>
                    <a:pt x="506" y="122"/>
                  </a:cubicBezTo>
                  <a:cubicBezTo>
                    <a:pt x="505" y="123"/>
                    <a:pt x="504" y="123"/>
                    <a:pt x="502" y="122"/>
                  </a:cubicBezTo>
                  <a:cubicBezTo>
                    <a:pt x="502" y="123"/>
                    <a:pt x="502" y="123"/>
                    <a:pt x="502" y="123"/>
                  </a:cubicBezTo>
                  <a:cubicBezTo>
                    <a:pt x="502" y="124"/>
                    <a:pt x="501" y="125"/>
                    <a:pt x="500" y="125"/>
                  </a:cubicBezTo>
                  <a:cubicBezTo>
                    <a:pt x="500" y="126"/>
                    <a:pt x="499" y="126"/>
                    <a:pt x="498" y="125"/>
                  </a:cubicBezTo>
                  <a:cubicBezTo>
                    <a:pt x="498" y="125"/>
                    <a:pt x="499" y="124"/>
                    <a:pt x="499" y="124"/>
                  </a:cubicBezTo>
                  <a:cubicBezTo>
                    <a:pt x="499" y="123"/>
                    <a:pt x="498" y="122"/>
                    <a:pt x="499" y="123"/>
                  </a:cubicBezTo>
                  <a:cubicBezTo>
                    <a:pt x="499" y="123"/>
                    <a:pt x="499" y="123"/>
                    <a:pt x="500" y="123"/>
                  </a:cubicBezTo>
                  <a:cubicBezTo>
                    <a:pt x="500" y="123"/>
                    <a:pt x="500" y="123"/>
                    <a:pt x="500" y="123"/>
                  </a:cubicBezTo>
                  <a:cubicBezTo>
                    <a:pt x="500" y="123"/>
                    <a:pt x="500" y="123"/>
                    <a:pt x="501" y="122"/>
                  </a:cubicBezTo>
                  <a:cubicBezTo>
                    <a:pt x="500" y="122"/>
                    <a:pt x="499" y="122"/>
                    <a:pt x="499" y="121"/>
                  </a:cubicBezTo>
                  <a:cubicBezTo>
                    <a:pt x="499" y="121"/>
                    <a:pt x="500" y="121"/>
                    <a:pt x="501" y="121"/>
                  </a:cubicBezTo>
                  <a:cubicBezTo>
                    <a:pt x="501" y="121"/>
                    <a:pt x="501" y="121"/>
                    <a:pt x="500" y="120"/>
                  </a:cubicBezTo>
                  <a:cubicBezTo>
                    <a:pt x="499" y="120"/>
                    <a:pt x="499" y="121"/>
                    <a:pt x="498" y="121"/>
                  </a:cubicBezTo>
                  <a:cubicBezTo>
                    <a:pt x="497" y="121"/>
                    <a:pt x="496" y="117"/>
                    <a:pt x="494" y="120"/>
                  </a:cubicBezTo>
                  <a:cubicBezTo>
                    <a:pt x="494" y="120"/>
                    <a:pt x="495" y="121"/>
                    <a:pt x="495" y="121"/>
                  </a:cubicBezTo>
                  <a:cubicBezTo>
                    <a:pt x="495" y="121"/>
                    <a:pt x="495" y="121"/>
                    <a:pt x="495" y="121"/>
                  </a:cubicBezTo>
                  <a:cubicBezTo>
                    <a:pt x="495" y="121"/>
                    <a:pt x="496" y="121"/>
                    <a:pt x="496" y="121"/>
                  </a:cubicBezTo>
                  <a:cubicBezTo>
                    <a:pt x="497" y="122"/>
                    <a:pt x="495" y="123"/>
                    <a:pt x="495" y="122"/>
                  </a:cubicBezTo>
                  <a:cubicBezTo>
                    <a:pt x="495" y="122"/>
                    <a:pt x="495" y="122"/>
                    <a:pt x="495" y="122"/>
                  </a:cubicBezTo>
                  <a:cubicBezTo>
                    <a:pt x="494" y="123"/>
                    <a:pt x="490" y="122"/>
                    <a:pt x="489" y="122"/>
                  </a:cubicBezTo>
                  <a:cubicBezTo>
                    <a:pt x="491" y="121"/>
                    <a:pt x="489" y="120"/>
                    <a:pt x="488" y="119"/>
                  </a:cubicBezTo>
                  <a:cubicBezTo>
                    <a:pt x="486" y="120"/>
                    <a:pt x="484" y="121"/>
                    <a:pt x="482" y="122"/>
                  </a:cubicBezTo>
                  <a:cubicBezTo>
                    <a:pt x="483" y="121"/>
                    <a:pt x="486" y="120"/>
                    <a:pt x="488" y="119"/>
                  </a:cubicBezTo>
                  <a:cubicBezTo>
                    <a:pt x="487" y="118"/>
                    <a:pt x="486" y="118"/>
                    <a:pt x="487" y="117"/>
                  </a:cubicBezTo>
                  <a:cubicBezTo>
                    <a:pt x="488" y="115"/>
                    <a:pt x="492" y="116"/>
                    <a:pt x="493" y="114"/>
                  </a:cubicBezTo>
                  <a:cubicBezTo>
                    <a:pt x="493" y="113"/>
                    <a:pt x="492" y="114"/>
                    <a:pt x="492" y="114"/>
                  </a:cubicBezTo>
                  <a:cubicBezTo>
                    <a:pt x="492" y="112"/>
                    <a:pt x="494" y="111"/>
                    <a:pt x="491" y="110"/>
                  </a:cubicBezTo>
                  <a:cubicBezTo>
                    <a:pt x="491" y="110"/>
                    <a:pt x="486" y="109"/>
                    <a:pt x="484" y="110"/>
                  </a:cubicBezTo>
                  <a:cubicBezTo>
                    <a:pt x="481" y="110"/>
                    <a:pt x="479" y="110"/>
                    <a:pt x="477" y="109"/>
                  </a:cubicBezTo>
                  <a:cubicBezTo>
                    <a:pt x="480" y="109"/>
                    <a:pt x="481" y="107"/>
                    <a:pt x="483" y="106"/>
                  </a:cubicBezTo>
                  <a:cubicBezTo>
                    <a:pt x="484" y="106"/>
                    <a:pt x="484" y="106"/>
                    <a:pt x="484" y="106"/>
                  </a:cubicBezTo>
                  <a:cubicBezTo>
                    <a:pt x="488" y="105"/>
                    <a:pt x="491" y="108"/>
                    <a:pt x="494" y="107"/>
                  </a:cubicBezTo>
                  <a:cubicBezTo>
                    <a:pt x="494" y="107"/>
                    <a:pt x="498" y="104"/>
                    <a:pt x="498" y="103"/>
                  </a:cubicBezTo>
                  <a:cubicBezTo>
                    <a:pt x="499" y="103"/>
                    <a:pt x="500" y="104"/>
                    <a:pt x="501" y="103"/>
                  </a:cubicBezTo>
                  <a:cubicBezTo>
                    <a:pt x="500" y="103"/>
                    <a:pt x="500" y="103"/>
                    <a:pt x="499" y="103"/>
                  </a:cubicBezTo>
                  <a:cubicBezTo>
                    <a:pt x="499" y="103"/>
                    <a:pt x="499" y="103"/>
                    <a:pt x="499" y="103"/>
                  </a:cubicBezTo>
                  <a:cubicBezTo>
                    <a:pt x="498" y="103"/>
                    <a:pt x="497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6" y="104"/>
                    <a:pt x="496" y="104"/>
                    <a:pt x="496" y="104"/>
                  </a:cubicBezTo>
                  <a:cubicBezTo>
                    <a:pt x="494" y="104"/>
                    <a:pt x="493" y="104"/>
                    <a:pt x="493" y="103"/>
                  </a:cubicBezTo>
                  <a:cubicBezTo>
                    <a:pt x="493" y="103"/>
                    <a:pt x="493" y="102"/>
                    <a:pt x="493" y="102"/>
                  </a:cubicBezTo>
                  <a:cubicBezTo>
                    <a:pt x="493" y="101"/>
                    <a:pt x="494" y="100"/>
                    <a:pt x="495" y="100"/>
                  </a:cubicBezTo>
                  <a:cubicBezTo>
                    <a:pt x="496" y="99"/>
                    <a:pt x="499" y="100"/>
                    <a:pt x="499" y="102"/>
                  </a:cubicBezTo>
                  <a:cubicBezTo>
                    <a:pt x="499" y="102"/>
                    <a:pt x="499" y="102"/>
                    <a:pt x="499" y="102"/>
                  </a:cubicBezTo>
                  <a:cubicBezTo>
                    <a:pt x="499" y="101"/>
                    <a:pt x="501" y="100"/>
                    <a:pt x="502" y="100"/>
                  </a:cubicBezTo>
                  <a:cubicBezTo>
                    <a:pt x="502" y="99"/>
                    <a:pt x="502" y="99"/>
                    <a:pt x="501" y="99"/>
                  </a:cubicBezTo>
                  <a:cubicBezTo>
                    <a:pt x="501" y="99"/>
                    <a:pt x="501" y="99"/>
                    <a:pt x="501" y="99"/>
                  </a:cubicBezTo>
                  <a:cubicBezTo>
                    <a:pt x="500" y="100"/>
                    <a:pt x="500" y="99"/>
                    <a:pt x="501" y="98"/>
                  </a:cubicBezTo>
                  <a:cubicBezTo>
                    <a:pt x="499" y="97"/>
                    <a:pt x="497" y="97"/>
                    <a:pt x="495" y="96"/>
                  </a:cubicBezTo>
                  <a:cubicBezTo>
                    <a:pt x="497" y="95"/>
                    <a:pt x="497" y="95"/>
                    <a:pt x="497" y="94"/>
                  </a:cubicBezTo>
                  <a:cubicBezTo>
                    <a:pt x="495" y="95"/>
                    <a:pt x="492" y="95"/>
                    <a:pt x="494" y="93"/>
                  </a:cubicBezTo>
                  <a:cubicBezTo>
                    <a:pt x="494" y="93"/>
                    <a:pt x="495" y="93"/>
                    <a:pt x="495" y="93"/>
                  </a:cubicBezTo>
                  <a:cubicBezTo>
                    <a:pt x="494" y="92"/>
                    <a:pt x="494" y="92"/>
                    <a:pt x="494" y="92"/>
                  </a:cubicBezTo>
                  <a:cubicBezTo>
                    <a:pt x="491" y="93"/>
                    <a:pt x="489" y="94"/>
                    <a:pt x="486" y="95"/>
                  </a:cubicBezTo>
                  <a:cubicBezTo>
                    <a:pt x="483" y="96"/>
                    <a:pt x="487" y="93"/>
                    <a:pt x="489" y="92"/>
                  </a:cubicBezTo>
                  <a:cubicBezTo>
                    <a:pt x="490" y="91"/>
                    <a:pt x="492" y="91"/>
                    <a:pt x="494" y="90"/>
                  </a:cubicBezTo>
                  <a:cubicBezTo>
                    <a:pt x="494" y="90"/>
                    <a:pt x="495" y="89"/>
                    <a:pt x="495" y="89"/>
                  </a:cubicBezTo>
                  <a:cubicBezTo>
                    <a:pt x="495" y="89"/>
                    <a:pt x="496" y="89"/>
                    <a:pt x="497" y="89"/>
                  </a:cubicBezTo>
                  <a:cubicBezTo>
                    <a:pt x="498" y="88"/>
                    <a:pt x="499" y="87"/>
                    <a:pt x="500" y="86"/>
                  </a:cubicBezTo>
                  <a:cubicBezTo>
                    <a:pt x="501" y="85"/>
                    <a:pt x="502" y="84"/>
                    <a:pt x="501" y="83"/>
                  </a:cubicBezTo>
                  <a:cubicBezTo>
                    <a:pt x="501" y="83"/>
                    <a:pt x="500" y="83"/>
                    <a:pt x="500" y="82"/>
                  </a:cubicBezTo>
                  <a:cubicBezTo>
                    <a:pt x="500" y="82"/>
                    <a:pt x="500" y="83"/>
                    <a:pt x="500" y="83"/>
                  </a:cubicBezTo>
                  <a:cubicBezTo>
                    <a:pt x="499" y="83"/>
                    <a:pt x="499" y="82"/>
                    <a:pt x="499" y="82"/>
                  </a:cubicBezTo>
                  <a:cubicBezTo>
                    <a:pt x="498" y="82"/>
                    <a:pt x="496" y="82"/>
                    <a:pt x="497" y="81"/>
                  </a:cubicBezTo>
                  <a:cubicBezTo>
                    <a:pt x="496" y="81"/>
                    <a:pt x="496" y="81"/>
                    <a:pt x="496" y="81"/>
                  </a:cubicBezTo>
                  <a:cubicBezTo>
                    <a:pt x="496" y="79"/>
                    <a:pt x="497" y="79"/>
                    <a:pt x="499" y="78"/>
                  </a:cubicBezTo>
                  <a:cubicBezTo>
                    <a:pt x="499" y="77"/>
                    <a:pt x="499" y="77"/>
                    <a:pt x="499" y="76"/>
                  </a:cubicBezTo>
                  <a:cubicBezTo>
                    <a:pt x="499" y="76"/>
                    <a:pt x="500" y="76"/>
                    <a:pt x="500" y="76"/>
                  </a:cubicBezTo>
                  <a:cubicBezTo>
                    <a:pt x="499" y="75"/>
                    <a:pt x="497" y="75"/>
                    <a:pt x="495" y="75"/>
                  </a:cubicBezTo>
                  <a:cubicBezTo>
                    <a:pt x="494" y="75"/>
                    <a:pt x="492" y="75"/>
                    <a:pt x="492" y="74"/>
                  </a:cubicBezTo>
                  <a:cubicBezTo>
                    <a:pt x="491" y="74"/>
                    <a:pt x="490" y="73"/>
                    <a:pt x="490" y="72"/>
                  </a:cubicBezTo>
                  <a:cubicBezTo>
                    <a:pt x="489" y="73"/>
                    <a:pt x="489" y="73"/>
                    <a:pt x="488" y="72"/>
                  </a:cubicBezTo>
                  <a:cubicBezTo>
                    <a:pt x="487" y="71"/>
                    <a:pt x="486" y="69"/>
                    <a:pt x="488" y="68"/>
                  </a:cubicBezTo>
                  <a:cubicBezTo>
                    <a:pt x="488" y="68"/>
                    <a:pt x="488" y="68"/>
                    <a:pt x="488" y="68"/>
                  </a:cubicBezTo>
                  <a:cubicBezTo>
                    <a:pt x="488" y="68"/>
                    <a:pt x="488" y="67"/>
                    <a:pt x="488" y="67"/>
                  </a:cubicBezTo>
                  <a:cubicBezTo>
                    <a:pt x="487" y="67"/>
                    <a:pt x="486" y="68"/>
                    <a:pt x="485" y="67"/>
                  </a:cubicBezTo>
                  <a:cubicBezTo>
                    <a:pt x="485" y="68"/>
                    <a:pt x="484" y="69"/>
                    <a:pt x="484" y="69"/>
                  </a:cubicBezTo>
                  <a:cubicBezTo>
                    <a:pt x="484" y="70"/>
                    <a:pt x="482" y="70"/>
                    <a:pt x="481" y="71"/>
                  </a:cubicBezTo>
                  <a:cubicBezTo>
                    <a:pt x="480" y="73"/>
                    <a:pt x="479" y="73"/>
                    <a:pt x="478" y="74"/>
                  </a:cubicBezTo>
                  <a:cubicBezTo>
                    <a:pt x="477" y="74"/>
                    <a:pt x="478" y="75"/>
                    <a:pt x="478" y="75"/>
                  </a:cubicBezTo>
                  <a:cubicBezTo>
                    <a:pt x="477" y="75"/>
                    <a:pt x="475" y="74"/>
                    <a:pt x="475" y="75"/>
                  </a:cubicBezTo>
                  <a:cubicBezTo>
                    <a:pt x="475" y="75"/>
                    <a:pt x="475" y="75"/>
                    <a:pt x="474" y="75"/>
                  </a:cubicBezTo>
                  <a:cubicBezTo>
                    <a:pt x="474" y="75"/>
                    <a:pt x="474" y="75"/>
                    <a:pt x="474" y="75"/>
                  </a:cubicBezTo>
                  <a:cubicBezTo>
                    <a:pt x="474" y="75"/>
                    <a:pt x="474" y="75"/>
                    <a:pt x="473" y="75"/>
                  </a:cubicBezTo>
                  <a:cubicBezTo>
                    <a:pt x="472" y="75"/>
                    <a:pt x="472" y="76"/>
                    <a:pt x="471" y="76"/>
                  </a:cubicBezTo>
                  <a:cubicBezTo>
                    <a:pt x="471" y="76"/>
                    <a:pt x="472" y="75"/>
                    <a:pt x="472" y="75"/>
                  </a:cubicBezTo>
                  <a:cubicBezTo>
                    <a:pt x="470" y="73"/>
                    <a:pt x="466" y="70"/>
                    <a:pt x="465" y="69"/>
                  </a:cubicBezTo>
                  <a:cubicBezTo>
                    <a:pt x="465" y="67"/>
                    <a:pt x="470" y="66"/>
                    <a:pt x="471" y="64"/>
                  </a:cubicBezTo>
                  <a:cubicBezTo>
                    <a:pt x="471" y="63"/>
                    <a:pt x="469" y="62"/>
                    <a:pt x="471" y="61"/>
                  </a:cubicBezTo>
                  <a:cubicBezTo>
                    <a:pt x="472" y="60"/>
                    <a:pt x="472" y="62"/>
                    <a:pt x="473" y="63"/>
                  </a:cubicBezTo>
                  <a:cubicBezTo>
                    <a:pt x="474" y="63"/>
                    <a:pt x="478" y="63"/>
                    <a:pt x="481" y="63"/>
                  </a:cubicBezTo>
                  <a:cubicBezTo>
                    <a:pt x="482" y="64"/>
                    <a:pt x="483" y="64"/>
                    <a:pt x="484" y="64"/>
                  </a:cubicBezTo>
                  <a:cubicBezTo>
                    <a:pt x="485" y="63"/>
                    <a:pt x="489" y="62"/>
                    <a:pt x="490" y="62"/>
                  </a:cubicBezTo>
                  <a:cubicBezTo>
                    <a:pt x="490" y="61"/>
                    <a:pt x="488" y="62"/>
                    <a:pt x="488" y="60"/>
                  </a:cubicBezTo>
                  <a:cubicBezTo>
                    <a:pt x="489" y="60"/>
                    <a:pt x="490" y="61"/>
                    <a:pt x="491" y="61"/>
                  </a:cubicBezTo>
                  <a:cubicBezTo>
                    <a:pt x="493" y="60"/>
                    <a:pt x="497" y="60"/>
                    <a:pt x="499" y="59"/>
                  </a:cubicBezTo>
                  <a:cubicBezTo>
                    <a:pt x="499" y="58"/>
                    <a:pt x="499" y="57"/>
                    <a:pt x="498" y="57"/>
                  </a:cubicBezTo>
                  <a:cubicBezTo>
                    <a:pt x="498" y="57"/>
                    <a:pt x="497" y="58"/>
                    <a:pt x="497" y="58"/>
                  </a:cubicBezTo>
                  <a:cubicBezTo>
                    <a:pt x="497" y="58"/>
                    <a:pt x="494" y="57"/>
                    <a:pt x="491" y="56"/>
                  </a:cubicBezTo>
                  <a:cubicBezTo>
                    <a:pt x="490" y="56"/>
                    <a:pt x="490" y="56"/>
                    <a:pt x="490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5"/>
                    <a:pt x="489" y="55"/>
                    <a:pt x="489" y="55"/>
                  </a:cubicBezTo>
                  <a:cubicBezTo>
                    <a:pt x="489" y="54"/>
                    <a:pt x="489" y="53"/>
                    <a:pt x="489" y="53"/>
                  </a:cubicBezTo>
                  <a:cubicBezTo>
                    <a:pt x="487" y="51"/>
                    <a:pt x="483" y="53"/>
                    <a:pt x="481" y="52"/>
                  </a:cubicBezTo>
                  <a:cubicBezTo>
                    <a:pt x="481" y="52"/>
                    <a:pt x="480" y="52"/>
                    <a:pt x="479" y="52"/>
                  </a:cubicBezTo>
                  <a:cubicBezTo>
                    <a:pt x="479" y="52"/>
                    <a:pt x="479" y="52"/>
                    <a:pt x="479" y="52"/>
                  </a:cubicBezTo>
                  <a:cubicBezTo>
                    <a:pt x="479" y="54"/>
                    <a:pt x="474" y="56"/>
                    <a:pt x="473" y="54"/>
                  </a:cubicBezTo>
                  <a:cubicBezTo>
                    <a:pt x="472" y="53"/>
                    <a:pt x="473" y="51"/>
                    <a:pt x="475" y="50"/>
                  </a:cubicBezTo>
                  <a:cubicBezTo>
                    <a:pt x="475" y="50"/>
                    <a:pt x="475" y="50"/>
                    <a:pt x="475" y="50"/>
                  </a:cubicBezTo>
                  <a:cubicBezTo>
                    <a:pt x="475" y="50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5" y="49"/>
                    <a:pt x="475" y="49"/>
                    <a:pt x="475" y="49"/>
                  </a:cubicBezTo>
                  <a:cubicBezTo>
                    <a:pt x="474" y="49"/>
                    <a:pt x="473" y="49"/>
                    <a:pt x="472" y="49"/>
                  </a:cubicBezTo>
                  <a:cubicBezTo>
                    <a:pt x="472" y="49"/>
                    <a:pt x="472" y="50"/>
                    <a:pt x="472" y="50"/>
                  </a:cubicBezTo>
                  <a:cubicBezTo>
                    <a:pt x="471" y="50"/>
                    <a:pt x="471" y="51"/>
                    <a:pt x="471" y="51"/>
                  </a:cubicBezTo>
                  <a:cubicBezTo>
                    <a:pt x="470" y="53"/>
                    <a:pt x="467" y="53"/>
                    <a:pt x="465" y="55"/>
                  </a:cubicBezTo>
                  <a:cubicBezTo>
                    <a:pt x="464" y="56"/>
                    <a:pt x="461" y="59"/>
                    <a:pt x="460" y="59"/>
                  </a:cubicBezTo>
                  <a:cubicBezTo>
                    <a:pt x="459" y="59"/>
                    <a:pt x="458" y="57"/>
                    <a:pt x="458" y="56"/>
                  </a:cubicBezTo>
                  <a:cubicBezTo>
                    <a:pt x="457" y="56"/>
                    <a:pt x="457" y="57"/>
                    <a:pt x="457" y="57"/>
                  </a:cubicBezTo>
                  <a:cubicBezTo>
                    <a:pt x="456" y="58"/>
                    <a:pt x="455" y="57"/>
                    <a:pt x="454" y="56"/>
                  </a:cubicBezTo>
                  <a:cubicBezTo>
                    <a:pt x="453" y="56"/>
                    <a:pt x="452" y="56"/>
                    <a:pt x="452" y="55"/>
                  </a:cubicBezTo>
                  <a:cubicBezTo>
                    <a:pt x="452" y="55"/>
                    <a:pt x="453" y="54"/>
                    <a:pt x="454" y="53"/>
                  </a:cubicBezTo>
                  <a:cubicBezTo>
                    <a:pt x="455" y="52"/>
                    <a:pt x="456" y="51"/>
                    <a:pt x="457" y="53"/>
                  </a:cubicBezTo>
                  <a:cubicBezTo>
                    <a:pt x="458" y="53"/>
                    <a:pt x="458" y="53"/>
                    <a:pt x="458" y="51"/>
                  </a:cubicBezTo>
                  <a:cubicBezTo>
                    <a:pt x="456" y="51"/>
                    <a:pt x="455" y="51"/>
                    <a:pt x="455" y="50"/>
                  </a:cubicBezTo>
                  <a:cubicBezTo>
                    <a:pt x="455" y="49"/>
                    <a:pt x="456" y="48"/>
                    <a:pt x="457" y="48"/>
                  </a:cubicBezTo>
                  <a:cubicBezTo>
                    <a:pt x="456" y="47"/>
                    <a:pt x="454" y="46"/>
                    <a:pt x="454" y="45"/>
                  </a:cubicBezTo>
                  <a:cubicBezTo>
                    <a:pt x="454" y="45"/>
                    <a:pt x="455" y="42"/>
                    <a:pt x="456" y="41"/>
                  </a:cubicBezTo>
                  <a:cubicBezTo>
                    <a:pt x="457" y="41"/>
                    <a:pt x="460" y="40"/>
                    <a:pt x="460" y="40"/>
                  </a:cubicBezTo>
                  <a:cubicBezTo>
                    <a:pt x="460" y="39"/>
                    <a:pt x="459" y="39"/>
                    <a:pt x="458" y="39"/>
                  </a:cubicBezTo>
                  <a:cubicBezTo>
                    <a:pt x="458" y="39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8" y="40"/>
                    <a:pt x="458" y="40"/>
                    <a:pt x="458" y="40"/>
                  </a:cubicBezTo>
                  <a:cubicBezTo>
                    <a:pt x="457" y="40"/>
                    <a:pt x="456" y="41"/>
                    <a:pt x="455" y="40"/>
                  </a:cubicBezTo>
                  <a:cubicBezTo>
                    <a:pt x="455" y="40"/>
                    <a:pt x="455" y="40"/>
                    <a:pt x="455" y="39"/>
                  </a:cubicBezTo>
                  <a:cubicBezTo>
                    <a:pt x="455" y="39"/>
                    <a:pt x="455" y="39"/>
                    <a:pt x="454" y="39"/>
                  </a:cubicBezTo>
                  <a:cubicBezTo>
                    <a:pt x="454" y="39"/>
                    <a:pt x="454" y="39"/>
                    <a:pt x="455" y="38"/>
                  </a:cubicBezTo>
                  <a:cubicBezTo>
                    <a:pt x="455" y="38"/>
                    <a:pt x="455" y="38"/>
                    <a:pt x="454" y="38"/>
                  </a:cubicBezTo>
                  <a:cubicBezTo>
                    <a:pt x="455" y="37"/>
                    <a:pt x="458" y="37"/>
                    <a:pt x="458" y="38"/>
                  </a:cubicBezTo>
                  <a:cubicBezTo>
                    <a:pt x="459" y="38"/>
                    <a:pt x="462" y="38"/>
                    <a:pt x="461" y="39"/>
                  </a:cubicBezTo>
                  <a:cubicBezTo>
                    <a:pt x="461" y="39"/>
                    <a:pt x="460" y="40"/>
                    <a:pt x="460" y="40"/>
                  </a:cubicBezTo>
                  <a:cubicBezTo>
                    <a:pt x="461" y="41"/>
                    <a:pt x="462" y="40"/>
                    <a:pt x="462" y="40"/>
                  </a:cubicBezTo>
                  <a:cubicBezTo>
                    <a:pt x="463" y="40"/>
                    <a:pt x="464" y="41"/>
                    <a:pt x="465" y="42"/>
                  </a:cubicBezTo>
                  <a:cubicBezTo>
                    <a:pt x="466" y="41"/>
                    <a:pt x="467" y="41"/>
                    <a:pt x="467" y="42"/>
                  </a:cubicBezTo>
                  <a:cubicBezTo>
                    <a:pt x="468" y="43"/>
                    <a:pt x="467" y="44"/>
                    <a:pt x="466" y="43"/>
                  </a:cubicBezTo>
                  <a:cubicBezTo>
                    <a:pt x="466" y="44"/>
                    <a:pt x="466" y="44"/>
                    <a:pt x="466" y="44"/>
                  </a:cubicBezTo>
                  <a:cubicBezTo>
                    <a:pt x="467" y="44"/>
                    <a:pt x="469" y="44"/>
                    <a:pt x="470" y="45"/>
                  </a:cubicBezTo>
                  <a:cubicBezTo>
                    <a:pt x="470" y="45"/>
                    <a:pt x="469" y="45"/>
                    <a:pt x="470" y="46"/>
                  </a:cubicBezTo>
                  <a:cubicBezTo>
                    <a:pt x="471" y="45"/>
                    <a:pt x="472" y="45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3" y="44"/>
                    <a:pt x="473" y="44"/>
                    <a:pt x="473" y="44"/>
                  </a:cubicBezTo>
                  <a:cubicBezTo>
                    <a:pt x="474" y="44"/>
                    <a:pt x="474" y="44"/>
                    <a:pt x="474" y="44"/>
                  </a:cubicBezTo>
                  <a:cubicBezTo>
                    <a:pt x="473" y="44"/>
                    <a:pt x="473" y="43"/>
                    <a:pt x="473" y="42"/>
                  </a:cubicBezTo>
                  <a:cubicBezTo>
                    <a:pt x="472" y="40"/>
                    <a:pt x="478" y="41"/>
                    <a:pt x="475" y="43"/>
                  </a:cubicBezTo>
                  <a:cubicBezTo>
                    <a:pt x="475" y="43"/>
                    <a:pt x="476" y="43"/>
                    <a:pt x="476" y="43"/>
                  </a:cubicBezTo>
                  <a:cubicBezTo>
                    <a:pt x="477" y="43"/>
                    <a:pt x="479" y="42"/>
                    <a:pt x="478" y="41"/>
                  </a:cubicBezTo>
                  <a:cubicBezTo>
                    <a:pt x="478" y="40"/>
                    <a:pt x="475" y="41"/>
                    <a:pt x="475" y="40"/>
                  </a:cubicBezTo>
                  <a:cubicBezTo>
                    <a:pt x="474" y="39"/>
                    <a:pt x="478" y="37"/>
                    <a:pt x="478" y="37"/>
                  </a:cubicBezTo>
                  <a:cubicBezTo>
                    <a:pt x="478" y="37"/>
                    <a:pt x="478" y="36"/>
                    <a:pt x="478" y="36"/>
                  </a:cubicBezTo>
                  <a:cubicBezTo>
                    <a:pt x="476" y="38"/>
                    <a:pt x="473" y="38"/>
                    <a:pt x="470" y="38"/>
                  </a:cubicBezTo>
                  <a:cubicBezTo>
                    <a:pt x="468" y="37"/>
                    <a:pt x="468" y="34"/>
                    <a:pt x="467" y="34"/>
                  </a:cubicBezTo>
                  <a:cubicBezTo>
                    <a:pt x="465" y="34"/>
                    <a:pt x="463" y="34"/>
                    <a:pt x="461" y="35"/>
                  </a:cubicBezTo>
                  <a:cubicBezTo>
                    <a:pt x="462" y="34"/>
                    <a:pt x="463" y="34"/>
                    <a:pt x="464" y="33"/>
                  </a:cubicBezTo>
                  <a:cubicBezTo>
                    <a:pt x="464" y="32"/>
                    <a:pt x="465" y="33"/>
                    <a:pt x="466" y="33"/>
                  </a:cubicBezTo>
                  <a:cubicBezTo>
                    <a:pt x="466" y="32"/>
                    <a:pt x="466" y="32"/>
                    <a:pt x="466" y="31"/>
                  </a:cubicBezTo>
                  <a:cubicBezTo>
                    <a:pt x="466" y="31"/>
                    <a:pt x="465" y="31"/>
                    <a:pt x="465" y="31"/>
                  </a:cubicBezTo>
                  <a:cubicBezTo>
                    <a:pt x="464" y="30"/>
                    <a:pt x="465" y="30"/>
                    <a:pt x="466" y="30"/>
                  </a:cubicBezTo>
                  <a:cubicBezTo>
                    <a:pt x="466" y="30"/>
                    <a:pt x="466" y="29"/>
                    <a:pt x="466" y="29"/>
                  </a:cubicBezTo>
                  <a:cubicBezTo>
                    <a:pt x="466" y="28"/>
                    <a:pt x="466" y="27"/>
                    <a:pt x="466" y="26"/>
                  </a:cubicBezTo>
                  <a:cubicBezTo>
                    <a:pt x="466" y="26"/>
                    <a:pt x="466" y="26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5"/>
                    <a:pt x="465" y="25"/>
                    <a:pt x="465" y="25"/>
                  </a:cubicBezTo>
                  <a:cubicBezTo>
                    <a:pt x="465" y="24"/>
                    <a:pt x="465" y="24"/>
                    <a:pt x="466" y="24"/>
                  </a:cubicBezTo>
                  <a:cubicBezTo>
                    <a:pt x="466" y="22"/>
                    <a:pt x="466" y="21"/>
                    <a:pt x="466" y="20"/>
                  </a:cubicBezTo>
                  <a:cubicBezTo>
                    <a:pt x="466" y="20"/>
                    <a:pt x="466" y="19"/>
                    <a:pt x="466" y="19"/>
                  </a:cubicBezTo>
                  <a:cubicBezTo>
                    <a:pt x="466" y="19"/>
                    <a:pt x="465" y="19"/>
                    <a:pt x="465" y="19"/>
                  </a:cubicBezTo>
                  <a:cubicBezTo>
                    <a:pt x="465" y="18"/>
                    <a:pt x="465" y="18"/>
                    <a:pt x="466" y="18"/>
                  </a:cubicBezTo>
                  <a:cubicBezTo>
                    <a:pt x="466" y="16"/>
                    <a:pt x="467" y="15"/>
                    <a:pt x="467" y="14"/>
                  </a:cubicBezTo>
                  <a:cubicBezTo>
                    <a:pt x="467" y="14"/>
                    <a:pt x="467" y="14"/>
                    <a:pt x="467" y="14"/>
                  </a:cubicBezTo>
                  <a:cubicBezTo>
                    <a:pt x="465" y="14"/>
                    <a:pt x="463" y="14"/>
                    <a:pt x="463" y="13"/>
                  </a:cubicBezTo>
                  <a:cubicBezTo>
                    <a:pt x="463" y="11"/>
                    <a:pt x="464" y="11"/>
                    <a:pt x="465" y="10"/>
                  </a:cubicBezTo>
                  <a:cubicBezTo>
                    <a:pt x="463" y="8"/>
                    <a:pt x="463" y="8"/>
                    <a:pt x="463" y="8"/>
                  </a:cubicBezTo>
                  <a:cubicBezTo>
                    <a:pt x="463" y="11"/>
                    <a:pt x="462" y="14"/>
                    <a:pt x="460" y="14"/>
                  </a:cubicBezTo>
                  <a:cubicBezTo>
                    <a:pt x="459" y="15"/>
                    <a:pt x="455" y="14"/>
                    <a:pt x="455" y="14"/>
                  </a:cubicBezTo>
                  <a:cubicBezTo>
                    <a:pt x="454" y="14"/>
                    <a:pt x="454" y="12"/>
                    <a:pt x="454" y="12"/>
                  </a:cubicBezTo>
                  <a:cubicBezTo>
                    <a:pt x="451" y="10"/>
                    <a:pt x="454" y="10"/>
                    <a:pt x="449" y="9"/>
                  </a:cubicBezTo>
                  <a:cubicBezTo>
                    <a:pt x="450" y="8"/>
                    <a:pt x="452" y="7"/>
                    <a:pt x="453" y="6"/>
                  </a:cubicBezTo>
                  <a:cubicBezTo>
                    <a:pt x="453" y="6"/>
                    <a:pt x="452" y="4"/>
                    <a:pt x="452" y="5"/>
                  </a:cubicBezTo>
                  <a:cubicBezTo>
                    <a:pt x="453" y="3"/>
                    <a:pt x="456" y="5"/>
                    <a:pt x="458" y="3"/>
                  </a:cubicBezTo>
                  <a:cubicBezTo>
                    <a:pt x="458" y="3"/>
                    <a:pt x="458" y="3"/>
                    <a:pt x="458" y="3"/>
                  </a:cubicBezTo>
                  <a:cubicBezTo>
                    <a:pt x="457" y="3"/>
                    <a:pt x="456" y="3"/>
                    <a:pt x="455" y="2"/>
                  </a:cubicBezTo>
                  <a:cubicBezTo>
                    <a:pt x="454" y="3"/>
                    <a:pt x="454" y="3"/>
                    <a:pt x="454" y="1"/>
                  </a:cubicBezTo>
                  <a:cubicBezTo>
                    <a:pt x="452" y="5"/>
                    <a:pt x="443" y="5"/>
                    <a:pt x="442" y="0"/>
                  </a:cubicBezTo>
                  <a:cubicBezTo>
                    <a:pt x="442" y="0"/>
                    <a:pt x="442" y="0"/>
                    <a:pt x="443" y="0"/>
                  </a:cubicBezTo>
                  <a:cubicBezTo>
                    <a:pt x="442" y="0"/>
                    <a:pt x="442" y="0"/>
                    <a:pt x="442" y="0"/>
                  </a:cubicBezTo>
                  <a:cubicBezTo>
                    <a:pt x="440" y="3"/>
                    <a:pt x="437" y="4"/>
                    <a:pt x="434" y="3"/>
                  </a:cubicBezTo>
                  <a:cubicBezTo>
                    <a:pt x="434" y="3"/>
                    <a:pt x="434" y="3"/>
                    <a:pt x="433" y="3"/>
                  </a:cubicBezTo>
                  <a:cubicBezTo>
                    <a:pt x="431" y="4"/>
                    <a:pt x="428" y="6"/>
                    <a:pt x="426" y="6"/>
                  </a:cubicBezTo>
                  <a:cubicBezTo>
                    <a:pt x="425" y="6"/>
                    <a:pt x="424" y="6"/>
                    <a:pt x="423" y="6"/>
                  </a:cubicBezTo>
                  <a:cubicBezTo>
                    <a:pt x="421" y="6"/>
                    <a:pt x="419" y="9"/>
                    <a:pt x="417" y="9"/>
                  </a:cubicBezTo>
                  <a:cubicBezTo>
                    <a:pt x="415" y="9"/>
                    <a:pt x="416" y="9"/>
                    <a:pt x="414" y="9"/>
                  </a:cubicBezTo>
                  <a:cubicBezTo>
                    <a:pt x="413" y="10"/>
                    <a:pt x="411" y="11"/>
                    <a:pt x="410" y="11"/>
                  </a:cubicBezTo>
                  <a:cubicBezTo>
                    <a:pt x="409" y="12"/>
                    <a:pt x="406" y="13"/>
                    <a:pt x="406" y="13"/>
                  </a:cubicBezTo>
                  <a:cubicBezTo>
                    <a:pt x="404" y="15"/>
                    <a:pt x="406" y="15"/>
                    <a:pt x="404" y="14"/>
                  </a:cubicBezTo>
                  <a:cubicBezTo>
                    <a:pt x="403" y="14"/>
                    <a:pt x="403" y="15"/>
                    <a:pt x="402" y="15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4" y="16"/>
                    <a:pt x="402" y="17"/>
                    <a:pt x="401" y="16"/>
                  </a:cubicBezTo>
                  <a:cubicBezTo>
                    <a:pt x="401" y="16"/>
                    <a:pt x="400" y="16"/>
                    <a:pt x="400" y="17"/>
                  </a:cubicBezTo>
                  <a:cubicBezTo>
                    <a:pt x="400" y="17"/>
                    <a:pt x="400" y="18"/>
                    <a:pt x="400" y="18"/>
                  </a:cubicBezTo>
                  <a:cubicBezTo>
                    <a:pt x="403" y="19"/>
                    <a:pt x="405" y="17"/>
                    <a:pt x="403" y="21"/>
                  </a:cubicBezTo>
                  <a:cubicBezTo>
                    <a:pt x="403" y="22"/>
                    <a:pt x="404" y="22"/>
                    <a:pt x="404" y="22"/>
                  </a:cubicBezTo>
                  <a:cubicBezTo>
                    <a:pt x="402" y="24"/>
                    <a:pt x="401" y="21"/>
                    <a:pt x="401" y="21"/>
                  </a:cubicBezTo>
                  <a:cubicBezTo>
                    <a:pt x="400" y="22"/>
                    <a:pt x="400" y="23"/>
                    <a:pt x="402" y="24"/>
                  </a:cubicBezTo>
                  <a:cubicBezTo>
                    <a:pt x="402" y="25"/>
                    <a:pt x="399" y="25"/>
                    <a:pt x="398" y="24"/>
                  </a:cubicBezTo>
                  <a:cubicBezTo>
                    <a:pt x="398" y="24"/>
                    <a:pt x="396" y="21"/>
                    <a:pt x="395" y="20"/>
                  </a:cubicBezTo>
                  <a:cubicBezTo>
                    <a:pt x="394" y="20"/>
                    <a:pt x="393" y="21"/>
                    <a:pt x="392" y="21"/>
                  </a:cubicBezTo>
                  <a:cubicBezTo>
                    <a:pt x="390" y="22"/>
                    <a:pt x="387" y="23"/>
                    <a:pt x="385" y="24"/>
                  </a:cubicBezTo>
                  <a:cubicBezTo>
                    <a:pt x="384" y="25"/>
                    <a:pt x="384" y="25"/>
                    <a:pt x="383" y="25"/>
                  </a:cubicBezTo>
                  <a:cubicBezTo>
                    <a:pt x="382" y="25"/>
                    <a:pt x="381" y="26"/>
                    <a:pt x="380" y="26"/>
                  </a:cubicBezTo>
                  <a:cubicBezTo>
                    <a:pt x="378" y="27"/>
                    <a:pt x="375" y="28"/>
                    <a:pt x="373" y="29"/>
                  </a:cubicBezTo>
                  <a:cubicBezTo>
                    <a:pt x="373" y="29"/>
                    <a:pt x="374" y="29"/>
                    <a:pt x="373" y="29"/>
                  </a:cubicBezTo>
                  <a:cubicBezTo>
                    <a:pt x="373" y="29"/>
                    <a:pt x="373" y="29"/>
                    <a:pt x="373" y="29"/>
                  </a:cubicBezTo>
                  <a:cubicBezTo>
                    <a:pt x="372" y="29"/>
                    <a:pt x="372" y="29"/>
                    <a:pt x="371" y="30"/>
                  </a:cubicBezTo>
                  <a:cubicBezTo>
                    <a:pt x="371" y="30"/>
                    <a:pt x="367" y="30"/>
                    <a:pt x="367" y="31"/>
                  </a:cubicBezTo>
                  <a:cubicBezTo>
                    <a:pt x="367" y="31"/>
                    <a:pt x="374" y="29"/>
                    <a:pt x="373" y="34"/>
                  </a:cubicBezTo>
                  <a:cubicBezTo>
                    <a:pt x="372" y="34"/>
                    <a:pt x="372" y="34"/>
                    <a:pt x="372" y="35"/>
                  </a:cubicBezTo>
                  <a:cubicBezTo>
                    <a:pt x="376" y="34"/>
                    <a:pt x="381" y="34"/>
                    <a:pt x="385" y="36"/>
                  </a:cubicBezTo>
                  <a:cubicBezTo>
                    <a:pt x="385" y="33"/>
                    <a:pt x="377" y="33"/>
                    <a:pt x="377" y="30"/>
                  </a:cubicBezTo>
                  <a:cubicBezTo>
                    <a:pt x="377" y="28"/>
                    <a:pt x="384" y="30"/>
                    <a:pt x="385" y="29"/>
                  </a:cubicBezTo>
                  <a:cubicBezTo>
                    <a:pt x="386" y="28"/>
                    <a:pt x="385" y="27"/>
                    <a:pt x="386" y="27"/>
                  </a:cubicBezTo>
                  <a:cubicBezTo>
                    <a:pt x="387" y="27"/>
                    <a:pt x="390" y="29"/>
                    <a:pt x="390" y="26"/>
                  </a:cubicBezTo>
                  <a:cubicBezTo>
                    <a:pt x="389" y="23"/>
                    <a:pt x="401" y="29"/>
                    <a:pt x="402" y="32"/>
                  </a:cubicBezTo>
                  <a:cubicBezTo>
                    <a:pt x="402" y="34"/>
                    <a:pt x="401" y="37"/>
                    <a:pt x="400" y="38"/>
                  </a:cubicBezTo>
                  <a:cubicBezTo>
                    <a:pt x="400" y="38"/>
                    <a:pt x="394" y="39"/>
                    <a:pt x="393" y="39"/>
                  </a:cubicBezTo>
                  <a:cubicBezTo>
                    <a:pt x="392" y="39"/>
                    <a:pt x="391" y="39"/>
                    <a:pt x="390" y="38"/>
                  </a:cubicBezTo>
                  <a:cubicBezTo>
                    <a:pt x="390" y="39"/>
                    <a:pt x="390" y="39"/>
                    <a:pt x="391" y="39"/>
                  </a:cubicBezTo>
                  <a:cubicBezTo>
                    <a:pt x="391" y="40"/>
                    <a:pt x="392" y="43"/>
                    <a:pt x="391" y="44"/>
                  </a:cubicBezTo>
                  <a:cubicBezTo>
                    <a:pt x="388" y="49"/>
                    <a:pt x="377" y="47"/>
                    <a:pt x="372" y="45"/>
                  </a:cubicBezTo>
                  <a:cubicBezTo>
                    <a:pt x="373" y="46"/>
                    <a:pt x="373" y="47"/>
                    <a:pt x="373" y="48"/>
                  </a:cubicBezTo>
                  <a:cubicBezTo>
                    <a:pt x="372" y="51"/>
                    <a:pt x="363" y="49"/>
                    <a:pt x="363" y="46"/>
                  </a:cubicBezTo>
                  <a:cubicBezTo>
                    <a:pt x="363" y="47"/>
                    <a:pt x="361" y="46"/>
                    <a:pt x="361" y="46"/>
                  </a:cubicBezTo>
                  <a:cubicBezTo>
                    <a:pt x="361" y="45"/>
                    <a:pt x="363" y="45"/>
                    <a:pt x="363" y="46"/>
                  </a:cubicBezTo>
                  <a:cubicBezTo>
                    <a:pt x="364" y="44"/>
                    <a:pt x="367" y="43"/>
                    <a:pt x="369" y="44"/>
                  </a:cubicBezTo>
                  <a:cubicBezTo>
                    <a:pt x="370" y="44"/>
                    <a:pt x="372" y="43"/>
                    <a:pt x="373" y="41"/>
                  </a:cubicBezTo>
                  <a:cubicBezTo>
                    <a:pt x="373" y="41"/>
                    <a:pt x="372" y="39"/>
                    <a:pt x="372" y="39"/>
                  </a:cubicBezTo>
                  <a:cubicBezTo>
                    <a:pt x="373" y="38"/>
                    <a:pt x="375" y="38"/>
                    <a:pt x="375" y="37"/>
                  </a:cubicBezTo>
                  <a:cubicBezTo>
                    <a:pt x="375" y="35"/>
                    <a:pt x="372" y="36"/>
                    <a:pt x="370" y="35"/>
                  </a:cubicBezTo>
                  <a:cubicBezTo>
                    <a:pt x="367" y="35"/>
                    <a:pt x="363" y="35"/>
                    <a:pt x="362" y="33"/>
                  </a:cubicBezTo>
                  <a:cubicBezTo>
                    <a:pt x="362" y="33"/>
                    <a:pt x="362" y="32"/>
                    <a:pt x="362" y="32"/>
                  </a:cubicBezTo>
                  <a:cubicBezTo>
                    <a:pt x="362" y="32"/>
                    <a:pt x="361" y="32"/>
                    <a:pt x="360" y="33"/>
                  </a:cubicBezTo>
                  <a:cubicBezTo>
                    <a:pt x="360" y="33"/>
                    <a:pt x="358" y="35"/>
                    <a:pt x="357" y="35"/>
                  </a:cubicBezTo>
                  <a:cubicBezTo>
                    <a:pt x="357" y="36"/>
                    <a:pt x="356" y="36"/>
                    <a:pt x="355" y="36"/>
                  </a:cubicBezTo>
                  <a:cubicBezTo>
                    <a:pt x="358" y="38"/>
                    <a:pt x="356" y="39"/>
                    <a:pt x="354" y="39"/>
                  </a:cubicBezTo>
                  <a:cubicBezTo>
                    <a:pt x="353" y="40"/>
                    <a:pt x="352" y="40"/>
                    <a:pt x="352" y="39"/>
                  </a:cubicBezTo>
                  <a:cubicBezTo>
                    <a:pt x="351" y="39"/>
                    <a:pt x="351" y="39"/>
                    <a:pt x="352" y="39"/>
                  </a:cubicBezTo>
                  <a:cubicBezTo>
                    <a:pt x="351" y="39"/>
                    <a:pt x="350" y="38"/>
                    <a:pt x="350" y="38"/>
                  </a:cubicBezTo>
                  <a:cubicBezTo>
                    <a:pt x="350" y="38"/>
                    <a:pt x="349" y="38"/>
                    <a:pt x="349" y="38"/>
                  </a:cubicBezTo>
                  <a:cubicBezTo>
                    <a:pt x="349" y="39"/>
                    <a:pt x="348" y="40"/>
                    <a:pt x="348" y="40"/>
                  </a:cubicBezTo>
                  <a:cubicBezTo>
                    <a:pt x="348" y="40"/>
                    <a:pt x="346" y="40"/>
                    <a:pt x="346" y="40"/>
                  </a:cubicBezTo>
                  <a:cubicBezTo>
                    <a:pt x="345" y="41"/>
                    <a:pt x="344" y="42"/>
                    <a:pt x="343" y="42"/>
                  </a:cubicBezTo>
                  <a:cubicBezTo>
                    <a:pt x="343" y="43"/>
                    <a:pt x="343" y="43"/>
                    <a:pt x="341" y="44"/>
                  </a:cubicBezTo>
                  <a:cubicBezTo>
                    <a:pt x="340" y="44"/>
                    <a:pt x="340" y="45"/>
                    <a:pt x="339" y="46"/>
                  </a:cubicBezTo>
                  <a:cubicBezTo>
                    <a:pt x="335" y="48"/>
                    <a:pt x="331" y="49"/>
                    <a:pt x="327" y="50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6" y="51"/>
                    <a:pt x="326" y="51"/>
                    <a:pt x="326" y="51"/>
                  </a:cubicBezTo>
                  <a:cubicBezTo>
                    <a:pt x="327" y="51"/>
                    <a:pt x="329" y="52"/>
                    <a:pt x="330" y="53"/>
                  </a:cubicBezTo>
                  <a:cubicBezTo>
                    <a:pt x="331" y="53"/>
                    <a:pt x="331" y="54"/>
                    <a:pt x="331" y="54"/>
                  </a:cubicBezTo>
                  <a:cubicBezTo>
                    <a:pt x="331" y="55"/>
                    <a:pt x="332" y="56"/>
                    <a:pt x="332" y="58"/>
                  </a:cubicBezTo>
                  <a:cubicBezTo>
                    <a:pt x="331" y="63"/>
                    <a:pt x="321" y="64"/>
                    <a:pt x="314" y="63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7"/>
                    <a:pt x="101" y="277"/>
                    <a:pt x="100" y="277"/>
                  </a:cubicBezTo>
                  <a:cubicBezTo>
                    <a:pt x="100" y="278"/>
                    <a:pt x="100" y="278"/>
                    <a:pt x="100" y="277"/>
                  </a:cubicBezTo>
                  <a:cubicBezTo>
                    <a:pt x="54" y="323"/>
                    <a:pt x="54" y="323"/>
                    <a:pt x="54" y="323"/>
                  </a:cubicBezTo>
                  <a:cubicBezTo>
                    <a:pt x="55" y="323"/>
                    <a:pt x="56" y="326"/>
                    <a:pt x="56" y="328"/>
                  </a:cubicBezTo>
                  <a:cubicBezTo>
                    <a:pt x="55" y="331"/>
                    <a:pt x="50" y="332"/>
                    <a:pt x="48" y="329"/>
                  </a:cubicBezTo>
                  <a:cubicBezTo>
                    <a:pt x="47" y="330"/>
                    <a:pt x="47" y="330"/>
                    <a:pt x="47" y="330"/>
                  </a:cubicBezTo>
                  <a:cubicBezTo>
                    <a:pt x="48" y="330"/>
                    <a:pt x="47" y="331"/>
                    <a:pt x="47" y="331"/>
                  </a:cubicBezTo>
                  <a:cubicBezTo>
                    <a:pt x="47" y="332"/>
                    <a:pt x="46" y="331"/>
                    <a:pt x="46" y="331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30" y="347"/>
                    <a:pt x="30" y="347"/>
                    <a:pt x="30" y="347"/>
                  </a:cubicBezTo>
                  <a:cubicBezTo>
                    <a:pt x="10" y="367"/>
                    <a:pt x="10" y="367"/>
                    <a:pt x="10" y="367"/>
                  </a:cubicBezTo>
                  <a:cubicBezTo>
                    <a:pt x="11" y="369"/>
                    <a:pt x="11" y="372"/>
                    <a:pt x="12" y="373"/>
                  </a:cubicBezTo>
                  <a:cubicBezTo>
                    <a:pt x="13" y="373"/>
                    <a:pt x="13" y="372"/>
                    <a:pt x="13" y="372"/>
                  </a:cubicBezTo>
                  <a:cubicBezTo>
                    <a:pt x="14" y="374"/>
                    <a:pt x="14" y="378"/>
                    <a:pt x="14" y="381"/>
                  </a:cubicBezTo>
                  <a:cubicBezTo>
                    <a:pt x="14" y="380"/>
                    <a:pt x="14" y="380"/>
                    <a:pt x="13" y="380"/>
                  </a:cubicBezTo>
                  <a:cubicBezTo>
                    <a:pt x="13" y="380"/>
                    <a:pt x="9" y="382"/>
                    <a:pt x="8" y="382"/>
                  </a:cubicBezTo>
                  <a:cubicBezTo>
                    <a:pt x="6" y="381"/>
                    <a:pt x="4" y="377"/>
                    <a:pt x="4" y="373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49" y="426"/>
                    <a:pt x="49" y="426"/>
                    <a:pt x="49" y="426"/>
                  </a:cubicBezTo>
                  <a:cubicBezTo>
                    <a:pt x="47" y="424"/>
                    <a:pt x="49" y="419"/>
                    <a:pt x="49" y="426"/>
                  </a:cubicBezTo>
                  <a:close/>
                  <a:moveTo>
                    <a:pt x="100" y="466"/>
                  </a:moveTo>
                  <a:cubicBezTo>
                    <a:pt x="101" y="465"/>
                    <a:pt x="100" y="468"/>
                    <a:pt x="100" y="466"/>
                  </a:cubicBezTo>
                  <a:close/>
                  <a:moveTo>
                    <a:pt x="122" y="458"/>
                  </a:moveTo>
                  <a:cubicBezTo>
                    <a:pt x="121" y="460"/>
                    <a:pt x="120" y="456"/>
                    <a:pt x="122" y="457"/>
                  </a:cubicBezTo>
                  <a:cubicBezTo>
                    <a:pt x="123" y="457"/>
                    <a:pt x="122" y="458"/>
                    <a:pt x="122" y="458"/>
                  </a:cubicBezTo>
                  <a:close/>
                  <a:moveTo>
                    <a:pt x="166" y="487"/>
                  </a:moveTo>
                  <a:cubicBezTo>
                    <a:pt x="167" y="486"/>
                    <a:pt x="167" y="489"/>
                    <a:pt x="167" y="489"/>
                  </a:cubicBezTo>
                  <a:cubicBezTo>
                    <a:pt x="165" y="490"/>
                    <a:pt x="165" y="487"/>
                    <a:pt x="166" y="487"/>
                  </a:cubicBezTo>
                  <a:close/>
                  <a:moveTo>
                    <a:pt x="212" y="472"/>
                  </a:moveTo>
                  <a:cubicBezTo>
                    <a:pt x="212" y="472"/>
                    <a:pt x="212" y="473"/>
                    <a:pt x="212" y="473"/>
                  </a:cubicBezTo>
                  <a:cubicBezTo>
                    <a:pt x="212" y="472"/>
                    <a:pt x="212" y="472"/>
                    <a:pt x="211" y="472"/>
                  </a:cubicBezTo>
                  <a:cubicBezTo>
                    <a:pt x="211" y="472"/>
                    <a:pt x="211" y="472"/>
                    <a:pt x="212" y="472"/>
                  </a:cubicBezTo>
                  <a:close/>
                  <a:moveTo>
                    <a:pt x="188" y="526"/>
                  </a:moveTo>
                  <a:cubicBezTo>
                    <a:pt x="189" y="527"/>
                    <a:pt x="187" y="527"/>
                    <a:pt x="188" y="526"/>
                  </a:cubicBezTo>
                  <a:close/>
                  <a:moveTo>
                    <a:pt x="190" y="520"/>
                  </a:moveTo>
                  <a:cubicBezTo>
                    <a:pt x="190" y="520"/>
                    <a:pt x="187" y="520"/>
                    <a:pt x="186" y="519"/>
                  </a:cubicBezTo>
                  <a:cubicBezTo>
                    <a:pt x="184" y="517"/>
                    <a:pt x="186" y="512"/>
                    <a:pt x="189" y="513"/>
                  </a:cubicBezTo>
                  <a:cubicBezTo>
                    <a:pt x="190" y="514"/>
                    <a:pt x="190" y="520"/>
                    <a:pt x="190" y="520"/>
                  </a:cubicBezTo>
                  <a:close/>
                  <a:moveTo>
                    <a:pt x="192" y="538"/>
                  </a:moveTo>
                  <a:cubicBezTo>
                    <a:pt x="192" y="536"/>
                    <a:pt x="192" y="539"/>
                    <a:pt x="192" y="538"/>
                  </a:cubicBezTo>
                  <a:close/>
                  <a:moveTo>
                    <a:pt x="191" y="529"/>
                  </a:moveTo>
                  <a:cubicBezTo>
                    <a:pt x="191" y="528"/>
                    <a:pt x="192" y="528"/>
                    <a:pt x="193" y="529"/>
                  </a:cubicBezTo>
                  <a:cubicBezTo>
                    <a:pt x="193" y="529"/>
                    <a:pt x="192" y="530"/>
                    <a:pt x="191" y="529"/>
                  </a:cubicBezTo>
                  <a:close/>
                  <a:moveTo>
                    <a:pt x="194" y="534"/>
                  </a:moveTo>
                  <a:cubicBezTo>
                    <a:pt x="193" y="535"/>
                    <a:pt x="193" y="531"/>
                    <a:pt x="194" y="533"/>
                  </a:cubicBezTo>
                  <a:cubicBezTo>
                    <a:pt x="194" y="533"/>
                    <a:pt x="194" y="533"/>
                    <a:pt x="194" y="534"/>
                  </a:cubicBezTo>
                  <a:close/>
                  <a:moveTo>
                    <a:pt x="194" y="531"/>
                  </a:moveTo>
                  <a:cubicBezTo>
                    <a:pt x="194" y="531"/>
                    <a:pt x="195" y="531"/>
                    <a:pt x="195" y="531"/>
                  </a:cubicBezTo>
                  <a:cubicBezTo>
                    <a:pt x="195" y="532"/>
                    <a:pt x="193" y="532"/>
                    <a:pt x="194" y="531"/>
                  </a:cubicBezTo>
                  <a:close/>
                  <a:moveTo>
                    <a:pt x="196" y="526"/>
                  </a:moveTo>
                  <a:cubicBezTo>
                    <a:pt x="194" y="528"/>
                    <a:pt x="194" y="523"/>
                    <a:pt x="196" y="524"/>
                  </a:cubicBezTo>
                  <a:cubicBezTo>
                    <a:pt x="197" y="525"/>
                    <a:pt x="197" y="526"/>
                    <a:pt x="196" y="526"/>
                  </a:cubicBezTo>
                  <a:close/>
                  <a:moveTo>
                    <a:pt x="208" y="524"/>
                  </a:moveTo>
                  <a:cubicBezTo>
                    <a:pt x="204" y="526"/>
                    <a:pt x="205" y="518"/>
                    <a:pt x="208" y="519"/>
                  </a:cubicBezTo>
                  <a:cubicBezTo>
                    <a:pt x="211" y="520"/>
                    <a:pt x="211" y="523"/>
                    <a:pt x="208" y="524"/>
                  </a:cubicBezTo>
                  <a:close/>
                  <a:moveTo>
                    <a:pt x="211" y="541"/>
                  </a:moveTo>
                  <a:cubicBezTo>
                    <a:pt x="212" y="542"/>
                    <a:pt x="211" y="542"/>
                    <a:pt x="210" y="542"/>
                  </a:cubicBezTo>
                  <a:cubicBezTo>
                    <a:pt x="209" y="542"/>
                    <a:pt x="211" y="540"/>
                    <a:pt x="211" y="541"/>
                  </a:cubicBezTo>
                  <a:close/>
                  <a:moveTo>
                    <a:pt x="215" y="522"/>
                  </a:moveTo>
                  <a:cubicBezTo>
                    <a:pt x="213" y="523"/>
                    <a:pt x="214" y="519"/>
                    <a:pt x="215" y="519"/>
                  </a:cubicBezTo>
                  <a:cubicBezTo>
                    <a:pt x="216" y="518"/>
                    <a:pt x="217" y="521"/>
                    <a:pt x="215" y="522"/>
                  </a:cubicBezTo>
                  <a:close/>
                  <a:moveTo>
                    <a:pt x="219" y="511"/>
                  </a:moveTo>
                  <a:cubicBezTo>
                    <a:pt x="219" y="511"/>
                    <a:pt x="219" y="512"/>
                    <a:pt x="218" y="512"/>
                  </a:cubicBezTo>
                  <a:cubicBezTo>
                    <a:pt x="217" y="513"/>
                    <a:pt x="218" y="509"/>
                    <a:pt x="219" y="511"/>
                  </a:cubicBezTo>
                  <a:close/>
                  <a:moveTo>
                    <a:pt x="218" y="517"/>
                  </a:moveTo>
                  <a:cubicBezTo>
                    <a:pt x="217" y="517"/>
                    <a:pt x="218" y="514"/>
                    <a:pt x="219" y="515"/>
                  </a:cubicBezTo>
                  <a:cubicBezTo>
                    <a:pt x="220" y="516"/>
                    <a:pt x="218" y="517"/>
                    <a:pt x="218" y="517"/>
                  </a:cubicBezTo>
                  <a:close/>
                  <a:moveTo>
                    <a:pt x="224" y="522"/>
                  </a:moveTo>
                  <a:cubicBezTo>
                    <a:pt x="225" y="521"/>
                    <a:pt x="224" y="523"/>
                    <a:pt x="224" y="522"/>
                  </a:cubicBezTo>
                  <a:close/>
                  <a:moveTo>
                    <a:pt x="224" y="505"/>
                  </a:moveTo>
                  <a:cubicBezTo>
                    <a:pt x="224" y="505"/>
                    <a:pt x="225" y="503"/>
                    <a:pt x="224" y="505"/>
                  </a:cubicBezTo>
                  <a:close/>
                  <a:moveTo>
                    <a:pt x="271" y="511"/>
                  </a:moveTo>
                  <a:cubicBezTo>
                    <a:pt x="271" y="511"/>
                    <a:pt x="272" y="510"/>
                    <a:pt x="273" y="510"/>
                  </a:cubicBezTo>
                  <a:cubicBezTo>
                    <a:pt x="273" y="511"/>
                    <a:pt x="272" y="511"/>
                    <a:pt x="271" y="511"/>
                  </a:cubicBezTo>
                  <a:close/>
                  <a:moveTo>
                    <a:pt x="274" y="518"/>
                  </a:moveTo>
                  <a:cubicBezTo>
                    <a:pt x="274" y="518"/>
                    <a:pt x="274" y="518"/>
                    <a:pt x="274" y="518"/>
                  </a:cubicBezTo>
                  <a:cubicBezTo>
                    <a:pt x="274" y="518"/>
                    <a:pt x="273" y="519"/>
                    <a:pt x="274" y="518"/>
                  </a:cubicBezTo>
                  <a:close/>
                  <a:moveTo>
                    <a:pt x="277" y="496"/>
                  </a:moveTo>
                  <a:cubicBezTo>
                    <a:pt x="276" y="496"/>
                    <a:pt x="276" y="496"/>
                    <a:pt x="276" y="496"/>
                  </a:cubicBezTo>
                  <a:cubicBezTo>
                    <a:pt x="276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lose/>
                  <a:moveTo>
                    <a:pt x="294" y="515"/>
                  </a:moveTo>
                  <a:cubicBezTo>
                    <a:pt x="294" y="517"/>
                    <a:pt x="292" y="515"/>
                    <a:pt x="294" y="515"/>
                  </a:cubicBezTo>
                  <a:close/>
                  <a:moveTo>
                    <a:pt x="245" y="575"/>
                  </a:moveTo>
                  <a:cubicBezTo>
                    <a:pt x="245" y="574"/>
                    <a:pt x="246" y="574"/>
                    <a:pt x="246" y="574"/>
                  </a:cubicBezTo>
                  <a:cubicBezTo>
                    <a:pt x="246" y="574"/>
                    <a:pt x="245" y="575"/>
                    <a:pt x="245" y="575"/>
                  </a:cubicBezTo>
                  <a:close/>
                  <a:moveTo>
                    <a:pt x="250" y="560"/>
                  </a:moveTo>
                  <a:cubicBezTo>
                    <a:pt x="251" y="558"/>
                    <a:pt x="252" y="558"/>
                    <a:pt x="254" y="557"/>
                  </a:cubicBezTo>
                  <a:cubicBezTo>
                    <a:pt x="253" y="559"/>
                    <a:pt x="252" y="559"/>
                    <a:pt x="250" y="560"/>
                  </a:cubicBezTo>
                  <a:close/>
                  <a:moveTo>
                    <a:pt x="254" y="561"/>
                  </a:moveTo>
                  <a:cubicBezTo>
                    <a:pt x="253" y="562"/>
                    <a:pt x="255" y="560"/>
                    <a:pt x="254" y="561"/>
                  </a:cubicBezTo>
                  <a:close/>
                  <a:moveTo>
                    <a:pt x="265" y="566"/>
                  </a:moveTo>
                  <a:cubicBezTo>
                    <a:pt x="264" y="563"/>
                    <a:pt x="268" y="563"/>
                    <a:pt x="265" y="566"/>
                  </a:cubicBezTo>
                  <a:close/>
                  <a:moveTo>
                    <a:pt x="281" y="541"/>
                  </a:moveTo>
                  <a:cubicBezTo>
                    <a:pt x="282" y="542"/>
                    <a:pt x="281" y="545"/>
                    <a:pt x="280" y="547"/>
                  </a:cubicBezTo>
                  <a:cubicBezTo>
                    <a:pt x="280" y="545"/>
                    <a:pt x="281" y="543"/>
                    <a:pt x="281" y="541"/>
                  </a:cubicBezTo>
                  <a:close/>
                  <a:moveTo>
                    <a:pt x="278" y="567"/>
                  </a:moveTo>
                  <a:cubicBezTo>
                    <a:pt x="276" y="563"/>
                    <a:pt x="282" y="562"/>
                    <a:pt x="283" y="561"/>
                  </a:cubicBezTo>
                  <a:cubicBezTo>
                    <a:pt x="285" y="564"/>
                    <a:pt x="280" y="570"/>
                    <a:pt x="278" y="567"/>
                  </a:cubicBezTo>
                  <a:close/>
                  <a:moveTo>
                    <a:pt x="319" y="618"/>
                  </a:moveTo>
                  <a:cubicBezTo>
                    <a:pt x="319" y="618"/>
                    <a:pt x="319" y="617"/>
                    <a:pt x="319" y="617"/>
                  </a:cubicBezTo>
                  <a:cubicBezTo>
                    <a:pt x="319" y="613"/>
                    <a:pt x="323" y="617"/>
                    <a:pt x="319" y="618"/>
                  </a:cubicBezTo>
                  <a:close/>
                  <a:moveTo>
                    <a:pt x="369" y="679"/>
                  </a:moveTo>
                  <a:cubicBezTo>
                    <a:pt x="368" y="678"/>
                    <a:pt x="370" y="678"/>
                    <a:pt x="370" y="678"/>
                  </a:cubicBezTo>
                  <a:cubicBezTo>
                    <a:pt x="370" y="679"/>
                    <a:pt x="369" y="679"/>
                    <a:pt x="369" y="679"/>
                  </a:cubicBezTo>
                  <a:close/>
                  <a:moveTo>
                    <a:pt x="370" y="687"/>
                  </a:moveTo>
                  <a:cubicBezTo>
                    <a:pt x="370" y="687"/>
                    <a:pt x="370" y="687"/>
                    <a:pt x="370" y="687"/>
                  </a:cubicBezTo>
                  <a:cubicBezTo>
                    <a:pt x="370" y="685"/>
                    <a:pt x="372" y="689"/>
                    <a:pt x="370" y="687"/>
                  </a:cubicBezTo>
                  <a:close/>
                  <a:moveTo>
                    <a:pt x="375" y="690"/>
                  </a:moveTo>
                  <a:cubicBezTo>
                    <a:pt x="374" y="689"/>
                    <a:pt x="377" y="690"/>
                    <a:pt x="377" y="691"/>
                  </a:cubicBezTo>
                  <a:cubicBezTo>
                    <a:pt x="377" y="691"/>
                    <a:pt x="375" y="691"/>
                    <a:pt x="375" y="690"/>
                  </a:cubicBezTo>
                  <a:close/>
                  <a:moveTo>
                    <a:pt x="380" y="682"/>
                  </a:moveTo>
                  <a:cubicBezTo>
                    <a:pt x="380" y="681"/>
                    <a:pt x="381" y="681"/>
                    <a:pt x="381" y="682"/>
                  </a:cubicBezTo>
                  <a:cubicBezTo>
                    <a:pt x="381" y="682"/>
                    <a:pt x="381" y="682"/>
                    <a:pt x="380" y="682"/>
                  </a:cubicBezTo>
                  <a:close/>
                  <a:moveTo>
                    <a:pt x="387" y="692"/>
                  </a:moveTo>
                  <a:cubicBezTo>
                    <a:pt x="387" y="692"/>
                    <a:pt x="386" y="692"/>
                    <a:pt x="386" y="692"/>
                  </a:cubicBezTo>
                  <a:cubicBezTo>
                    <a:pt x="386" y="689"/>
                    <a:pt x="389" y="694"/>
                    <a:pt x="387" y="692"/>
                  </a:cubicBezTo>
                  <a:close/>
                  <a:moveTo>
                    <a:pt x="388" y="698"/>
                  </a:moveTo>
                  <a:cubicBezTo>
                    <a:pt x="388" y="697"/>
                    <a:pt x="389" y="696"/>
                    <a:pt x="390" y="697"/>
                  </a:cubicBezTo>
                  <a:cubicBezTo>
                    <a:pt x="390" y="697"/>
                    <a:pt x="388" y="698"/>
                    <a:pt x="388" y="698"/>
                  </a:cubicBezTo>
                  <a:close/>
                  <a:moveTo>
                    <a:pt x="397" y="712"/>
                  </a:moveTo>
                  <a:cubicBezTo>
                    <a:pt x="395" y="712"/>
                    <a:pt x="394" y="711"/>
                    <a:pt x="395" y="710"/>
                  </a:cubicBezTo>
                  <a:cubicBezTo>
                    <a:pt x="395" y="708"/>
                    <a:pt x="399" y="709"/>
                    <a:pt x="400" y="711"/>
                  </a:cubicBezTo>
                  <a:cubicBezTo>
                    <a:pt x="400" y="711"/>
                    <a:pt x="400" y="711"/>
                    <a:pt x="399" y="712"/>
                  </a:cubicBezTo>
                  <a:cubicBezTo>
                    <a:pt x="399" y="712"/>
                    <a:pt x="399" y="712"/>
                    <a:pt x="399" y="712"/>
                  </a:cubicBezTo>
                  <a:cubicBezTo>
                    <a:pt x="399" y="713"/>
                    <a:pt x="397" y="713"/>
                    <a:pt x="397" y="712"/>
                  </a:cubicBezTo>
                  <a:close/>
                  <a:moveTo>
                    <a:pt x="399" y="714"/>
                  </a:moveTo>
                  <a:cubicBezTo>
                    <a:pt x="399" y="713"/>
                    <a:pt x="401" y="713"/>
                    <a:pt x="402" y="713"/>
                  </a:cubicBezTo>
                  <a:cubicBezTo>
                    <a:pt x="401" y="714"/>
                    <a:pt x="400" y="714"/>
                    <a:pt x="399" y="714"/>
                  </a:cubicBezTo>
                  <a:close/>
                  <a:moveTo>
                    <a:pt x="379" y="744"/>
                  </a:moveTo>
                  <a:cubicBezTo>
                    <a:pt x="379" y="744"/>
                    <a:pt x="379" y="744"/>
                    <a:pt x="379" y="744"/>
                  </a:cubicBezTo>
                  <a:cubicBezTo>
                    <a:pt x="379" y="743"/>
                    <a:pt x="379" y="743"/>
                    <a:pt x="379" y="744"/>
                  </a:cubicBezTo>
                  <a:close/>
                  <a:moveTo>
                    <a:pt x="379" y="744"/>
                  </a:moveTo>
                  <a:cubicBezTo>
                    <a:pt x="380" y="744"/>
                    <a:pt x="380" y="744"/>
                    <a:pt x="379" y="744"/>
                  </a:cubicBezTo>
                  <a:close/>
                  <a:moveTo>
                    <a:pt x="380" y="742"/>
                  </a:moveTo>
                  <a:cubicBezTo>
                    <a:pt x="380" y="741"/>
                    <a:pt x="381" y="741"/>
                    <a:pt x="381" y="741"/>
                  </a:cubicBezTo>
                  <a:cubicBezTo>
                    <a:pt x="381" y="741"/>
                    <a:pt x="380" y="742"/>
                    <a:pt x="380" y="742"/>
                  </a:cubicBezTo>
                  <a:close/>
                  <a:moveTo>
                    <a:pt x="382" y="744"/>
                  </a:moveTo>
                  <a:cubicBezTo>
                    <a:pt x="382" y="743"/>
                    <a:pt x="383" y="743"/>
                    <a:pt x="384" y="743"/>
                  </a:cubicBezTo>
                  <a:cubicBezTo>
                    <a:pt x="383" y="743"/>
                    <a:pt x="384" y="745"/>
                    <a:pt x="384" y="745"/>
                  </a:cubicBezTo>
                  <a:cubicBezTo>
                    <a:pt x="383" y="746"/>
                    <a:pt x="381" y="746"/>
                    <a:pt x="382" y="744"/>
                  </a:cubicBezTo>
                  <a:close/>
                  <a:moveTo>
                    <a:pt x="385" y="740"/>
                  </a:moveTo>
                  <a:cubicBezTo>
                    <a:pt x="384" y="740"/>
                    <a:pt x="381" y="738"/>
                    <a:pt x="382" y="736"/>
                  </a:cubicBezTo>
                  <a:cubicBezTo>
                    <a:pt x="383" y="734"/>
                    <a:pt x="388" y="733"/>
                    <a:pt x="390" y="734"/>
                  </a:cubicBezTo>
                  <a:cubicBezTo>
                    <a:pt x="391" y="734"/>
                    <a:pt x="391" y="735"/>
                    <a:pt x="392" y="735"/>
                  </a:cubicBezTo>
                  <a:cubicBezTo>
                    <a:pt x="392" y="735"/>
                    <a:pt x="394" y="734"/>
                    <a:pt x="393" y="735"/>
                  </a:cubicBezTo>
                  <a:cubicBezTo>
                    <a:pt x="393" y="736"/>
                    <a:pt x="391" y="737"/>
                    <a:pt x="391" y="738"/>
                  </a:cubicBezTo>
                  <a:cubicBezTo>
                    <a:pt x="391" y="738"/>
                    <a:pt x="393" y="737"/>
                    <a:pt x="392" y="738"/>
                  </a:cubicBezTo>
                  <a:cubicBezTo>
                    <a:pt x="392" y="738"/>
                    <a:pt x="388" y="741"/>
                    <a:pt x="385" y="740"/>
                  </a:cubicBezTo>
                  <a:close/>
                  <a:moveTo>
                    <a:pt x="390" y="741"/>
                  </a:moveTo>
                  <a:cubicBezTo>
                    <a:pt x="389" y="740"/>
                    <a:pt x="391" y="740"/>
                    <a:pt x="391" y="741"/>
                  </a:cubicBezTo>
                  <a:cubicBezTo>
                    <a:pt x="391" y="741"/>
                    <a:pt x="390" y="741"/>
                    <a:pt x="390" y="741"/>
                  </a:cubicBezTo>
                  <a:close/>
                  <a:moveTo>
                    <a:pt x="393" y="751"/>
                  </a:moveTo>
                  <a:cubicBezTo>
                    <a:pt x="389" y="752"/>
                    <a:pt x="393" y="747"/>
                    <a:pt x="395" y="749"/>
                  </a:cubicBezTo>
                  <a:cubicBezTo>
                    <a:pt x="396" y="750"/>
                    <a:pt x="394" y="751"/>
                    <a:pt x="393" y="751"/>
                  </a:cubicBezTo>
                  <a:close/>
                  <a:moveTo>
                    <a:pt x="396" y="739"/>
                  </a:moveTo>
                  <a:cubicBezTo>
                    <a:pt x="396" y="739"/>
                    <a:pt x="396" y="739"/>
                    <a:pt x="396" y="739"/>
                  </a:cubicBezTo>
                  <a:cubicBezTo>
                    <a:pt x="396" y="739"/>
                    <a:pt x="395" y="738"/>
                    <a:pt x="396" y="739"/>
                  </a:cubicBezTo>
                  <a:close/>
                  <a:moveTo>
                    <a:pt x="396" y="740"/>
                  </a:moveTo>
                  <a:cubicBezTo>
                    <a:pt x="395" y="739"/>
                    <a:pt x="397" y="741"/>
                    <a:pt x="396" y="740"/>
                  </a:cubicBezTo>
                  <a:close/>
                  <a:moveTo>
                    <a:pt x="398" y="725"/>
                  </a:moveTo>
                  <a:cubicBezTo>
                    <a:pt x="398" y="724"/>
                    <a:pt x="400" y="724"/>
                    <a:pt x="400" y="724"/>
                  </a:cubicBezTo>
                  <a:cubicBezTo>
                    <a:pt x="401" y="725"/>
                    <a:pt x="399" y="726"/>
                    <a:pt x="398" y="725"/>
                  </a:cubicBezTo>
                  <a:close/>
                  <a:moveTo>
                    <a:pt x="391" y="763"/>
                  </a:moveTo>
                  <a:cubicBezTo>
                    <a:pt x="391" y="762"/>
                    <a:pt x="393" y="762"/>
                    <a:pt x="393" y="763"/>
                  </a:cubicBezTo>
                  <a:cubicBezTo>
                    <a:pt x="393" y="763"/>
                    <a:pt x="391" y="763"/>
                    <a:pt x="391" y="763"/>
                  </a:cubicBezTo>
                  <a:close/>
                  <a:moveTo>
                    <a:pt x="394" y="763"/>
                  </a:moveTo>
                  <a:cubicBezTo>
                    <a:pt x="394" y="762"/>
                    <a:pt x="395" y="763"/>
                    <a:pt x="395" y="764"/>
                  </a:cubicBezTo>
                  <a:cubicBezTo>
                    <a:pt x="395" y="764"/>
                    <a:pt x="394" y="764"/>
                    <a:pt x="394" y="763"/>
                  </a:cubicBezTo>
                  <a:close/>
                  <a:moveTo>
                    <a:pt x="400" y="767"/>
                  </a:moveTo>
                  <a:cubicBezTo>
                    <a:pt x="400" y="766"/>
                    <a:pt x="400" y="766"/>
                    <a:pt x="400" y="766"/>
                  </a:cubicBezTo>
                  <a:cubicBezTo>
                    <a:pt x="401" y="767"/>
                    <a:pt x="399" y="767"/>
                    <a:pt x="400" y="767"/>
                  </a:cubicBezTo>
                  <a:close/>
                  <a:moveTo>
                    <a:pt x="828" y="375"/>
                  </a:moveTo>
                  <a:cubicBezTo>
                    <a:pt x="827" y="373"/>
                    <a:pt x="830" y="374"/>
                    <a:pt x="828" y="375"/>
                  </a:cubicBezTo>
                  <a:close/>
                  <a:moveTo>
                    <a:pt x="826" y="378"/>
                  </a:moveTo>
                  <a:cubicBezTo>
                    <a:pt x="826" y="378"/>
                    <a:pt x="826" y="378"/>
                    <a:pt x="827" y="378"/>
                  </a:cubicBezTo>
                  <a:cubicBezTo>
                    <a:pt x="827" y="379"/>
                    <a:pt x="825" y="380"/>
                    <a:pt x="826" y="378"/>
                  </a:cubicBezTo>
                  <a:close/>
                  <a:moveTo>
                    <a:pt x="815" y="374"/>
                  </a:moveTo>
                  <a:cubicBezTo>
                    <a:pt x="816" y="372"/>
                    <a:pt x="818" y="376"/>
                    <a:pt x="816" y="376"/>
                  </a:cubicBezTo>
                  <a:cubicBezTo>
                    <a:pt x="815" y="376"/>
                    <a:pt x="815" y="375"/>
                    <a:pt x="815" y="374"/>
                  </a:cubicBezTo>
                  <a:close/>
                  <a:moveTo>
                    <a:pt x="810" y="380"/>
                  </a:moveTo>
                  <a:cubicBezTo>
                    <a:pt x="809" y="377"/>
                    <a:pt x="812" y="378"/>
                    <a:pt x="810" y="380"/>
                  </a:cubicBezTo>
                  <a:close/>
                  <a:moveTo>
                    <a:pt x="803" y="357"/>
                  </a:moveTo>
                  <a:cubicBezTo>
                    <a:pt x="803" y="357"/>
                    <a:pt x="804" y="356"/>
                    <a:pt x="804" y="356"/>
                  </a:cubicBezTo>
                  <a:cubicBezTo>
                    <a:pt x="805" y="357"/>
                    <a:pt x="803" y="358"/>
                    <a:pt x="803" y="357"/>
                  </a:cubicBezTo>
                  <a:close/>
                  <a:moveTo>
                    <a:pt x="803" y="384"/>
                  </a:moveTo>
                  <a:cubicBezTo>
                    <a:pt x="802" y="384"/>
                    <a:pt x="802" y="382"/>
                    <a:pt x="802" y="382"/>
                  </a:cubicBezTo>
                  <a:cubicBezTo>
                    <a:pt x="803" y="381"/>
                    <a:pt x="804" y="383"/>
                    <a:pt x="803" y="384"/>
                  </a:cubicBezTo>
                  <a:close/>
                  <a:moveTo>
                    <a:pt x="801" y="361"/>
                  </a:moveTo>
                  <a:cubicBezTo>
                    <a:pt x="802" y="359"/>
                    <a:pt x="803" y="363"/>
                    <a:pt x="802" y="363"/>
                  </a:cubicBezTo>
                  <a:cubicBezTo>
                    <a:pt x="801" y="364"/>
                    <a:pt x="801" y="361"/>
                    <a:pt x="801" y="361"/>
                  </a:cubicBezTo>
                  <a:close/>
                  <a:moveTo>
                    <a:pt x="801" y="371"/>
                  </a:moveTo>
                  <a:cubicBezTo>
                    <a:pt x="801" y="371"/>
                    <a:pt x="801" y="370"/>
                    <a:pt x="801" y="370"/>
                  </a:cubicBezTo>
                  <a:cubicBezTo>
                    <a:pt x="801" y="369"/>
                    <a:pt x="802" y="370"/>
                    <a:pt x="801" y="371"/>
                  </a:cubicBezTo>
                  <a:close/>
                  <a:moveTo>
                    <a:pt x="799" y="382"/>
                  </a:moveTo>
                  <a:cubicBezTo>
                    <a:pt x="799" y="384"/>
                    <a:pt x="804" y="385"/>
                    <a:pt x="802" y="389"/>
                  </a:cubicBezTo>
                  <a:cubicBezTo>
                    <a:pt x="802" y="389"/>
                    <a:pt x="801" y="389"/>
                    <a:pt x="801" y="389"/>
                  </a:cubicBezTo>
                  <a:cubicBezTo>
                    <a:pt x="801" y="390"/>
                    <a:pt x="802" y="391"/>
                    <a:pt x="801" y="392"/>
                  </a:cubicBezTo>
                  <a:cubicBezTo>
                    <a:pt x="798" y="392"/>
                    <a:pt x="799" y="383"/>
                    <a:pt x="799" y="382"/>
                  </a:cubicBezTo>
                  <a:close/>
                  <a:moveTo>
                    <a:pt x="798" y="367"/>
                  </a:moveTo>
                  <a:cubicBezTo>
                    <a:pt x="799" y="366"/>
                    <a:pt x="799" y="370"/>
                    <a:pt x="798" y="370"/>
                  </a:cubicBezTo>
                  <a:cubicBezTo>
                    <a:pt x="797" y="370"/>
                    <a:pt x="798" y="368"/>
                    <a:pt x="798" y="367"/>
                  </a:cubicBezTo>
                  <a:close/>
                  <a:moveTo>
                    <a:pt x="796" y="344"/>
                  </a:moveTo>
                  <a:cubicBezTo>
                    <a:pt x="797" y="343"/>
                    <a:pt x="797" y="346"/>
                    <a:pt x="796" y="345"/>
                  </a:cubicBezTo>
                  <a:cubicBezTo>
                    <a:pt x="795" y="345"/>
                    <a:pt x="796" y="344"/>
                    <a:pt x="796" y="344"/>
                  </a:cubicBezTo>
                  <a:close/>
                  <a:moveTo>
                    <a:pt x="795" y="373"/>
                  </a:moveTo>
                  <a:cubicBezTo>
                    <a:pt x="793" y="373"/>
                    <a:pt x="794" y="370"/>
                    <a:pt x="794" y="370"/>
                  </a:cubicBezTo>
                  <a:cubicBezTo>
                    <a:pt x="795" y="369"/>
                    <a:pt x="796" y="374"/>
                    <a:pt x="795" y="373"/>
                  </a:cubicBezTo>
                  <a:close/>
                  <a:moveTo>
                    <a:pt x="793" y="353"/>
                  </a:moveTo>
                  <a:cubicBezTo>
                    <a:pt x="795" y="350"/>
                    <a:pt x="796" y="357"/>
                    <a:pt x="793" y="356"/>
                  </a:cubicBezTo>
                  <a:cubicBezTo>
                    <a:pt x="792" y="355"/>
                    <a:pt x="793" y="353"/>
                    <a:pt x="793" y="353"/>
                  </a:cubicBezTo>
                  <a:close/>
                  <a:moveTo>
                    <a:pt x="790" y="355"/>
                  </a:moveTo>
                  <a:cubicBezTo>
                    <a:pt x="789" y="351"/>
                    <a:pt x="792" y="353"/>
                    <a:pt x="790" y="355"/>
                  </a:cubicBezTo>
                  <a:close/>
                  <a:moveTo>
                    <a:pt x="789" y="371"/>
                  </a:moveTo>
                  <a:cubicBezTo>
                    <a:pt x="790" y="371"/>
                    <a:pt x="789" y="373"/>
                    <a:pt x="789" y="371"/>
                  </a:cubicBezTo>
                  <a:cubicBezTo>
                    <a:pt x="789" y="371"/>
                    <a:pt x="789" y="371"/>
                    <a:pt x="789" y="371"/>
                  </a:cubicBezTo>
                  <a:close/>
                  <a:moveTo>
                    <a:pt x="788" y="403"/>
                  </a:moveTo>
                  <a:cubicBezTo>
                    <a:pt x="787" y="400"/>
                    <a:pt x="789" y="401"/>
                    <a:pt x="788" y="403"/>
                  </a:cubicBezTo>
                  <a:close/>
                  <a:moveTo>
                    <a:pt x="785" y="361"/>
                  </a:moveTo>
                  <a:cubicBezTo>
                    <a:pt x="786" y="359"/>
                    <a:pt x="787" y="363"/>
                    <a:pt x="786" y="364"/>
                  </a:cubicBezTo>
                  <a:cubicBezTo>
                    <a:pt x="784" y="364"/>
                    <a:pt x="784" y="361"/>
                    <a:pt x="785" y="361"/>
                  </a:cubicBezTo>
                  <a:close/>
                  <a:moveTo>
                    <a:pt x="785" y="365"/>
                  </a:moveTo>
                  <a:cubicBezTo>
                    <a:pt x="787" y="365"/>
                    <a:pt x="787" y="367"/>
                    <a:pt x="785" y="367"/>
                  </a:cubicBezTo>
                  <a:cubicBezTo>
                    <a:pt x="785" y="367"/>
                    <a:pt x="783" y="366"/>
                    <a:pt x="785" y="365"/>
                  </a:cubicBezTo>
                  <a:close/>
                  <a:moveTo>
                    <a:pt x="783" y="380"/>
                  </a:moveTo>
                  <a:cubicBezTo>
                    <a:pt x="784" y="380"/>
                    <a:pt x="783" y="382"/>
                    <a:pt x="783" y="383"/>
                  </a:cubicBezTo>
                  <a:cubicBezTo>
                    <a:pt x="782" y="382"/>
                    <a:pt x="783" y="381"/>
                    <a:pt x="783" y="380"/>
                  </a:cubicBezTo>
                  <a:close/>
                  <a:moveTo>
                    <a:pt x="739" y="294"/>
                  </a:moveTo>
                  <a:cubicBezTo>
                    <a:pt x="737" y="293"/>
                    <a:pt x="740" y="291"/>
                    <a:pt x="739" y="294"/>
                  </a:cubicBezTo>
                  <a:close/>
                  <a:moveTo>
                    <a:pt x="736" y="437"/>
                  </a:moveTo>
                  <a:cubicBezTo>
                    <a:pt x="736" y="437"/>
                    <a:pt x="736" y="436"/>
                    <a:pt x="736" y="435"/>
                  </a:cubicBezTo>
                  <a:cubicBezTo>
                    <a:pt x="737" y="434"/>
                    <a:pt x="737" y="437"/>
                    <a:pt x="736" y="437"/>
                  </a:cubicBezTo>
                  <a:close/>
                  <a:moveTo>
                    <a:pt x="741" y="332"/>
                  </a:moveTo>
                  <a:cubicBezTo>
                    <a:pt x="741" y="331"/>
                    <a:pt x="741" y="331"/>
                    <a:pt x="741" y="330"/>
                  </a:cubicBezTo>
                  <a:cubicBezTo>
                    <a:pt x="742" y="330"/>
                    <a:pt x="741" y="332"/>
                    <a:pt x="741" y="332"/>
                  </a:cubicBezTo>
                  <a:close/>
                  <a:moveTo>
                    <a:pt x="746" y="351"/>
                  </a:moveTo>
                  <a:cubicBezTo>
                    <a:pt x="745" y="351"/>
                    <a:pt x="746" y="350"/>
                    <a:pt x="746" y="350"/>
                  </a:cubicBezTo>
                  <a:cubicBezTo>
                    <a:pt x="747" y="349"/>
                    <a:pt x="747" y="352"/>
                    <a:pt x="746" y="351"/>
                  </a:cubicBezTo>
                  <a:close/>
                  <a:moveTo>
                    <a:pt x="749" y="369"/>
                  </a:moveTo>
                  <a:cubicBezTo>
                    <a:pt x="749" y="369"/>
                    <a:pt x="749" y="368"/>
                    <a:pt x="749" y="368"/>
                  </a:cubicBezTo>
                  <a:cubicBezTo>
                    <a:pt x="750" y="366"/>
                    <a:pt x="750" y="369"/>
                    <a:pt x="749" y="369"/>
                  </a:cubicBezTo>
                  <a:close/>
                  <a:moveTo>
                    <a:pt x="750" y="348"/>
                  </a:moveTo>
                  <a:cubicBezTo>
                    <a:pt x="750" y="348"/>
                    <a:pt x="750" y="347"/>
                    <a:pt x="750" y="347"/>
                  </a:cubicBezTo>
                  <a:cubicBezTo>
                    <a:pt x="750" y="346"/>
                    <a:pt x="751" y="349"/>
                    <a:pt x="750" y="348"/>
                  </a:cubicBezTo>
                  <a:close/>
                  <a:moveTo>
                    <a:pt x="751" y="457"/>
                  </a:moveTo>
                  <a:cubicBezTo>
                    <a:pt x="750" y="457"/>
                    <a:pt x="750" y="454"/>
                    <a:pt x="751" y="454"/>
                  </a:cubicBezTo>
                  <a:cubicBezTo>
                    <a:pt x="754" y="451"/>
                    <a:pt x="754" y="457"/>
                    <a:pt x="751" y="457"/>
                  </a:cubicBezTo>
                  <a:close/>
                  <a:moveTo>
                    <a:pt x="751" y="364"/>
                  </a:moveTo>
                  <a:cubicBezTo>
                    <a:pt x="752" y="363"/>
                    <a:pt x="751" y="366"/>
                    <a:pt x="751" y="366"/>
                  </a:cubicBezTo>
                  <a:cubicBezTo>
                    <a:pt x="750" y="366"/>
                    <a:pt x="750" y="364"/>
                    <a:pt x="751" y="364"/>
                  </a:cubicBezTo>
                  <a:close/>
                  <a:moveTo>
                    <a:pt x="753" y="422"/>
                  </a:moveTo>
                  <a:cubicBezTo>
                    <a:pt x="753" y="420"/>
                    <a:pt x="755" y="421"/>
                    <a:pt x="753" y="422"/>
                  </a:cubicBezTo>
                  <a:close/>
                  <a:moveTo>
                    <a:pt x="762" y="382"/>
                  </a:moveTo>
                  <a:cubicBezTo>
                    <a:pt x="762" y="382"/>
                    <a:pt x="762" y="381"/>
                    <a:pt x="762" y="381"/>
                  </a:cubicBezTo>
                  <a:cubicBezTo>
                    <a:pt x="763" y="380"/>
                    <a:pt x="763" y="383"/>
                    <a:pt x="762" y="382"/>
                  </a:cubicBezTo>
                  <a:close/>
                  <a:moveTo>
                    <a:pt x="767" y="365"/>
                  </a:moveTo>
                  <a:cubicBezTo>
                    <a:pt x="766" y="365"/>
                    <a:pt x="767" y="364"/>
                    <a:pt x="767" y="363"/>
                  </a:cubicBezTo>
                  <a:cubicBezTo>
                    <a:pt x="768" y="363"/>
                    <a:pt x="768" y="365"/>
                    <a:pt x="767" y="365"/>
                  </a:cubicBezTo>
                  <a:close/>
                  <a:moveTo>
                    <a:pt x="772" y="382"/>
                  </a:moveTo>
                  <a:cubicBezTo>
                    <a:pt x="770" y="383"/>
                    <a:pt x="769" y="377"/>
                    <a:pt x="771" y="376"/>
                  </a:cubicBezTo>
                  <a:cubicBezTo>
                    <a:pt x="775" y="374"/>
                    <a:pt x="775" y="382"/>
                    <a:pt x="772" y="382"/>
                  </a:cubicBezTo>
                  <a:close/>
                  <a:moveTo>
                    <a:pt x="771" y="351"/>
                  </a:moveTo>
                  <a:cubicBezTo>
                    <a:pt x="772" y="348"/>
                    <a:pt x="775" y="355"/>
                    <a:pt x="772" y="354"/>
                  </a:cubicBezTo>
                  <a:cubicBezTo>
                    <a:pt x="771" y="353"/>
                    <a:pt x="770" y="352"/>
                    <a:pt x="771" y="351"/>
                  </a:cubicBezTo>
                  <a:close/>
                  <a:moveTo>
                    <a:pt x="776" y="420"/>
                  </a:moveTo>
                  <a:cubicBezTo>
                    <a:pt x="777" y="422"/>
                    <a:pt x="775" y="421"/>
                    <a:pt x="776" y="420"/>
                  </a:cubicBezTo>
                  <a:close/>
                  <a:moveTo>
                    <a:pt x="779" y="402"/>
                  </a:moveTo>
                  <a:cubicBezTo>
                    <a:pt x="779" y="401"/>
                    <a:pt x="778" y="403"/>
                    <a:pt x="779" y="402"/>
                  </a:cubicBezTo>
                  <a:close/>
                  <a:moveTo>
                    <a:pt x="782" y="347"/>
                  </a:moveTo>
                  <a:cubicBezTo>
                    <a:pt x="781" y="347"/>
                    <a:pt x="781" y="346"/>
                    <a:pt x="781" y="346"/>
                  </a:cubicBezTo>
                  <a:cubicBezTo>
                    <a:pt x="781" y="344"/>
                    <a:pt x="783" y="348"/>
                    <a:pt x="782" y="347"/>
                  </a:cubicBezTo>
                  <a:close/>
                  <a:moveTo>
                    <a:pt x="779" y="364"/>
                  </a:moveTo>
                  <a:cubicBezTo>
                    <a:pt x="780" y="364"/>
                    <a:pt x="782" y="368"/>
                    <a:pt x="782" y="368"/>
                  </a:cubicBezTo>
                  <a:cubicBezTo>
                    <a:pt x="782" y="370"/>
                    <a:pt x="779" y="368"/>
                    <a:pt x="778" y="370"/>
                  </a:cubicBezTo>
                  <a:cubicBezTo>
                    <a:pt x="778" y="370"/>
                    <a:pt x="780" y="371"/>
                    <a:pt x="780" y="372"/>
                  </a:cubicBezTo>
                  <a:cubicBezTo>
                    <a:pt x="777" y="376"/>
                    <a:pt x="772" y="368"/>
                    <a:pt x="775" y="365"/>
                  </a:cubicBezTo>
                  <a:cubicBezTo>
                    <a:pt x="776" y="364"/>
                    <a:pt x="778" y="364"/>
                    <a:pt x="779" y="364"/>
                  </a:cubicBezTo>
                  <a:close/>
                  <a:moveTo>
                    <a:pt x="776" y="327"/>
                  </a:moveTo>
                  <a:cubicBezTo>
                    <a:pt x="776" y="329"/>
                    <a:pt x="776" y="326"/>
                    <a:pt x="776" y="327"/>
                  </a:cubicBezTo>
                  <a:close/>
                  <a:moveTo>
                    <a:pt x="776" y="333"/>
                  </a:moveTo>
                  <a:cubicBezTo>
                    <a:pt x="778" y="332"/>
                    <a:pt x="780" y="337"/>
                    <a:pt x="777" y="338"/>
                  </a:cubicBezTo>
                  <a:cubicBezTo>
                    <a:pt x="775" y="338"/>
                    <a:pt x="774" y="334"/>
                    <a:pt x="776" y="333"/>
                  </a:cubicBezTo>
                  <a:close/>
                  <a:moveTo>
                    <a:pt x="775" y="351"/>
                  </a:moveTo>
                  <a:cubicBezTo>
                    <a:pt x="776" y="350"/>
                    <a:pt x="777" y="352"/>
                    <a:pt x="776" y="352"/>
                  </a:cubicBezTo>
                  <a:cubicBezTo>
                    <a:pt x="775" y="352"/>
                    <a:pt x="775" y="351"/>
                    <a:pt x="775" y="351"/>
                  </a:cubicBezTo>
                  <a:close/>
                  <a:moveTo>
                    <a:pt x="774" y="342"/>
                  </a:moveTo>
                  <a:cubicBezTo>
                    <a:pt x="775" y="340"/>
                    <a:pt x="776" y="343"/>
                    <a:pt x="774" y="343"/>
                  </a:cubicBezTo>
                  <a:cubicBezTo>
                    <a:pt x="774" y="343"/>
                    <a:pt x="774" y="342"/>
                    <a:pt x="774" y="342"/>
                  </a:cubicBezTo>
                  <a:close/>
                  <a:moveTo>
                    <a:pt x="773" y="347"/>
                  </a:moveTo>
                  <a:cubicBezTo>
                    <a:pt x="772" y="348"/>
                    <a:pt x="770" y="343"/>
                    <a:pt x="772" y="343"/>
                  </a:cubicBezTo>
                  <a:cubicBezTo>
                    <a:pt x="774" y="341"/>
                    <a:pt x="774" y="347"/>
                    <a:pt x="773" y="347"/>
                  </a:cubicBezTo>
                  <a:close/>
                  <a:moveTo>
                    <a:pt x="770" y="320"/>
                  </a:moveTo>
                  <a:cubicBezTo>
                    <a:pt x="771" y="318"/>
                    <a:pt x="773" y="323"/>
                    <a:pt x="770" y="322"/>
                  </a:cubicBezTo>
                  <a:cubicBezTo>
                    <a:pt x="769" y="322"/>
                    <a:pt x="769" y="320"/>
                    <a:pt x="770" y="320"/>
                  </a:cubicBezTo>
                  <a:close/>
                  <a:moveTo>
                    <a:pt x="769" y="332"/>
                  </a:moveTo>
                  <a:cubicBezTo>
                    <a:pt x="769" y="331"/>
                    <a:pt x="770" y="334"/>
                    <a:pt x="769" y="334"/>
                  </a:cubicBezTo>
                  <a:cubicBezTo>
                    <a:pt x="768" y="334"/>
                    <a:pt x="768" y="333"/>
                    <a:pt x="769" y="332"/>
                  </a:cubicBezTo>
                  <a:close/>
                  <a:moveTo>
                    <a:pt x="766" y="326"/>
                  </a:moveTo>
                  <a:cubicBezTo>
                    <a:pt x="768" y="322"/>
                    <a:pt x="770" y="331"/>
                    <a:pt x="766" y="329"/>
                  </a:cubicBezTo>
                  <a:cubicBezTo>
                    <a:pt x="765" y="328"/>
                    <a:pt x="766" y="327"/>
                    <a:pt x="766" y="326"/>
                  </a:cubicBezTo>
                  <a:close/>
                  <a:moveTo>
                    <a:pt x="767" y="336"/>
                  </a:moveTo>
                  <a:cubicBezTo>
                    <a:pt x="767" y="335"/>
                    <a:pt x="767" y="335"/>
                    <a:pt x="767" y="334"/>
                  </a:cubicBezTo>
                  <a:cubicBezTo>
                    <a:pt x="768" y="334"/>
                    <a:pt x="768" y="336"/>
                    <a:pt x="767" y="336"/>
                  </a:cubicBezTo>
                  <a:close/>
                  <a:moveTo>
                    <a:pt x="767" y="332"/>
                  </a:moveTo>
                  <a:cubicBezTo>
                    <a:pt x="766" y="332"/>
                    <a:pt x="766" y="331"/>
                    <a:pt x="766" y="330"/>
                  </a:cubicBezTo>
                  <a:cubicBezTo>
                    <a:pt x="767" y="329"/>
                    <a:pt x="767" y="332"/>
                    <a:pt x="767" y="332"/>
                  </a:cubicBezTo>
                  <a:close/>
                  <a:moveTo>
                    <a:pt x="767" y="349"/>
                  </a:moveTo>
                  <a:cubicBezTo>
                    <a:pt x="767" y="348"/>
                    <a:pt x="769" y="349"/>
                    <a:pt x="769" y="349"/>
                  </a:cubicBezTo>
                  <a:cubicBezTo>
                    <a:pt x="770" y="351"/>
                    <a:pt x="768" y="355"/>
                    <a:pt x="766" y="355"/>
                  </a:cubicBezTo>
                  <a:cubicBezTo>
                    <a:pt x="765" y="355"/>
                    <a:pt x="764" y="353"/>
                    <a:pt x="763" y="353"/>
                  </a:cubicBezTo>
                  <a:cubicBezTo>
                    <a:pt x="761" y="352"/>
                    <a:pt x="761" y="348"/>
                    <a:pt x="763" y="347"/>
                  </a:cubicBezTo>
                  <a:cubicBezTo>
                    <a:pt x="766" y="345"/>
                    <a:pt x="766" y="347"/>
                    <a:pt x="767" y="349"/>
                  </a:cubicBezTo>
                  <a:close/>
                  <a:moveTo>
                    <a:pt x="762" y="341"/>
                  </a:move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ubicBezTo>
                    <a:pt x="762" y="341"/>
                    <a:pt x="762" y="341"/>
                    <a:pt x="762" y="341"/>
                  </a:cubicBezTo>
                  <a:close/>
                  <a:moveTo>
                    <a:pt x="762" y="320"/>
                  </a:moveTo>
                  <a:cubicBezTo>
                    <a:pt x="764" y="321"/>
                    <a:pt x="761" y="322"/>
                    <a:pt x="762" y="320"/>
                  </a:cubicBezTo>
                  <a:close/>
                  <a:moveTo>
                    <a:pt x="762" y="322"/>
                  </a:moveTo>
                  <a:cubicBezTo>
                    <a:pt x="763" y="322"/>
                    <a:pt x="762" y="323"/>
                    <a:pt x="762" y="323"/>
                  </a:cubicBezTo>
                  <a:cubicBezTo>
                    <a:pt x="761" y="323"/>
                    <a:pt x="762" y="322"/>
                    <a:pt x="762" y="322"/>
                  </a:cubicBezTo>
                  <a:close/>
                  <a:moveTo>
                    <a:pt x="762" y="331"/>
                  </a:moveTo>
                  <a:cubicBezTo>
                    <a:pt x="762" y="330"/>
                    <a:pt x="763" y="333"/>
                    <a:pt x="762" y="332"/>
                  </a:cubicBezTo>
                  <a:cubicBezTo>
                    <a:pt x="761" y="332"/>
                    <a:pt x="762" y="331"/>
                    <a:pt x="762" y="331"/>
                  </a:cubicBezTo>
                  <a:close/>
                  <a:moveTo>
                    <a:pt x="760" y="362"/>
                  </a:moveTo>
                  <a:cubicBezTo>
                    <a:pt x="762" y="360"/>
                    <a:pt x="762" y="364"/>
                    <a:pt x="761" y="364"/>
                  </a:cubicBezTo>
                  <a:cubicBezTo>
                    <a:pt x="760" y="365"/>
                    <a:pt x="759" y="362"/>
                    <a:pt x="760" y="362"/>
                  </a:cubicBezTo>
                  <a:close/>
                  <a:moveTo>
                    <a:pt x="758" y="333"/>
                  </a:moveTo>
                  <a:cubicBezTo>
                    <a:pt x="757" y="333"/>
                    <a:pt x="757" y="332"/>
                    <a:pt x="757" y="331"/>
                  </a:cubicBezTo>
                  <a:cubicBezTo>
                    <a:pt x="759" y="330"/>
                    <a:pt x="760" y="334"/>
                    <a:pt x="758" y="333"/>
                  </a:cubicBezTo>
                  <a:close/>
                  <a:moveTo>
                    <a:pt x="757" y="305"/>
                  </a:moveTo>
                  <a:cubicBezTo>
                    <a:pt x="757" y="307"/>
                    <a:pt x="757" y="308"/>
                    <a:pt x="757" y="309"/>
                  </a:cubicBezTo>
                  <a:cubicBezTo>
                    <a:pt x="756" y="308"/>
                    <a:pt x="756" y="306"/>
                    <a:pt x="757" y="305"/>
                  </a:cubicBezTo>
                  <a:close/>
                  <a:moveTo>
                    <a:pt x="756" y="312"/>
                  </a:moveTo>
                  <a:cubicBezTo>
                    <a:pt x="759" y="315"/>
                    <a:pt x="754" y="316"/>
                    <a:pt x="756" y="312"/>
                  </a:cubicBezTo>
                  <a:close/>
                  <a:moveTo>
                    <a:pt x="755" y="427"/>
                  </a:moveTo>
                  <a:cubicBezTo>
                    <a:pt x="753" y="425"/>
                    <a:pt x="756" y="426"/>
                    <a:pt x="755" y="427"/>
                  </a:cubicBezTo>
                  <a:close/>
                  <a:moveTo>
                    <a:pt x="754" y="387"/>
                  </a:moveTo>
                  <a:cubicBezTo>
                    <a:pt x="752" y="388"/>
                    <a:pt x="750" y="384"/>
                    <a:pt x="752" y="382"/>
                  </a:cubicBezTo>
                  <a:cubicBezTo>
                    <a:pt x="754" y="380"/>
                    <a:pt x="755" y="386"/>
                    <a:pt x="754" y="387"/>
                  </a:cubicBezTo>
                  <a:close/>
                  <a:moveTo>
                    <a:pt x="754" y="326"/>
                  </a:moveTo>
                  <a:cubicBezTo>
                    <a:pt x="754" y="324"/>
                    <a:pt x="754" y="328"/>
                    <a:pt x="754" y="326"/>
                  </a:cubicBezTo>
                  <a:close/>
                  <a:moveTo>
                    <a:pt x="754" y="307"/>
                  </a:moveTo>
                  <a:cubicBezTo>
                    <a:pt x="755" y="308"/>
                    <a:pt x="753" y="309"/>
                    <a:pt x="754" y="307"/>
                  </a:cubicBezTo>
                  <a:close/>
                  <a:moveTo>
                    <a:pt x="752" y="301"/>
                  </a:moveTo>
                  <a:cubicBezTo>
                    <a:pt x="751" y="299"/>
                    <a:pt x="754" y="299"/>
                    <a:pt x="752" y="301"/>
                  </a:cubicBezTo>
                  <a:close/>
                  <a:moveTo>
                    <a:pt x="752" y="350"/>
                  </a:moveTo>
                  <a:cubicBezTo>
                    <a:pt x="753" y="351"/>
                    <a:pt x="753" y="355"/>
                    <a:pt x="752" y="356"/>
                  </a:cubicBezTo>
                  <a:cubicBezTo>
                    <a:pt x="752" y="354"/>
                    <a:pt x="752" y="352"/>
                    <a:pt x="752" y="350"/>
                  </a:cubicBezTo>
                  <a:close/>
                  <a:moveTo>
                    <a:pt x="751" y="362"/>
                  </a:moveTo>
                  <a:cubicBezTo>
                    <a:pt x="751" y="361"/>
                    <a:pt x="751" y="361"/>
                    <a:pt x="751" y="360"/>
                  </a:cubicBezTo>
                  <a:cubicBezTo>
                    <a:pt x="752" y="360"/>
                    <a:pt x="752" y="362"/>
                    <a:pt x="751" y="362"/>
                  </a:cubicBezTo>
                  <a:close/>
                  <a:moveTo>
                    <a:pt x="751" y="307"/>
                  </a:moveTo>
                  <a:cubicBezTo>
                    <a:pt x="752" y="306"/>
                    <a:pt x="750" y="309"/>
                    <a:pt x="751" y="307"/>
                  </a:cubicBezTo>
                  <a:close/>
                  <a:moveTo>
                    <a:pt x="751" y="340"/>
                  </a:moveTo>
                  <a:cubicBezTo>
                    <a:pt x="750" y="341"/>
                    <a:pt x="750" y="339"/>
                    <a:pt x="750" y="339"/>
                  </a:cubicBezTo>
                  <a:cubicBezTo>
                    <a:pt x="751" y="338"/>
                    <a:pt x="751" y="340"/>
                    <a:pt x="751" y="340"/>
                  </a:cubicBezTo>
                  <a:close/>
                  <a:moveTo>
                    <a:pt x="748" y="303"/>
                  </a:moveTo>
                  <a:cubicBezTo>
                    <a:pt x="750" y="301"/>
                    <a:pt x="752" y="307"/>
                    <a:pt x="750" y="307"/>
                  </a:cubicBezTo>
                  <a:cubicBezTo>
                    <a:pt x="748" y="307"/>
                    <a:pt x="748" y="304"/>
                    <a:pt x="748" y="303"/>
                  </a:cubicBezTo>
                  <a:close/>
                  <a:moveTo>
                    <a:pt x="747" y="306"/>
                  </a:moveTo>
                  <a:cubicBezTo>
                    <a:pt x="746" y="307"/>
                    <a:pt x="745" y="306"/>
                    <a:pt x="747" y="306"/>
                  </a:cubicBezTo>
                  <a:close/>
                  <a:moveTo>
                    <a:pt x="745" y="301"/>
                  </a:moveTo>
                  <a:cubicBezTo>
                    <a:pt x="746" y="300"/>
                    <a:pt x="746" y="303"/>
                    <a:pt x="745" y="303"/>
                  </a:cubicBezTo>
                  <a:cubicBezTo>
                    <a:pt x="744" y="302"/>
                    <a:pt x="745" y="301"/>
                    <a:pt x="745" y="301"/>
                  </a:cubicBezTo>
                  <a:close/>
                  <a:moveTo>
                    <a:pt x="745" y="332"/>
                  </a:moveTo>
                  <a:cubicBezTo>
                    <a:pt x="746" y="331"/>
                    <a:pt x="747" y="331"/>
                    <a:pt x="747" y="333"/>
                  </a:cubicBezTo>
                  <a:cubicBezTo>
                    <a:pt x="747" y="335"/>
                    <a:pt x="744" y="345"/>
                    <a:pt x="744" y="345"/>
                  </a:cubicBezTo>
                  <a:cubicBezTo>
                    <a:pt x="742" y="345"/>
                    <a:pt x="744" y="341"/>
                    <a:pt x="744" y="340"/>
                  </a:cubicBezTo>
                  <a:cubicBezTo>
                    <a:pt x="745" y="338"/>
                    <a:pt x="743" y="333"/>
                    <a:pt x="745" y="332"/>
                  </a:cubicBezTo>
                  <a:close/>
                  <a:moveTo>
                    <a:pt x="743" y="354"/>
                  </a:moveTo>
                  <a:cubicBezTo>
                    <a:pt x="744" y="353"/>
                    <a:pt x="742" y="355"/>
                    <a:pt x="743" y="354"/>
                  </a:cubicBezTo>
                  <a:close/>
                  <a:moveTo>
                    <a:pt x="740" y="293"/>
                  </a:moveTo>
                  <a:cubicBezTo>
                    <a:pt x="739" y="293"/>
                    <a:pt x="740" y="292"/>
                    <a:pt x="740" y="292"/>
                  </a:cubicBezTo>
                  <a:cubicBezTo>
                    <a:pt x="741" y="291"/>
                    <a:pt x="741" y="294"/>
                    <a:pt x="740" y="293"/>
                  </a:cubicBezTo>
                  <a:close/>
                  <a:moveTo>
                    <a:pt x="741" y="324"/>
                  </a:moveTo>
                  <a:cubicBezTo>
                    <a:pt x="742" y="322"/>
                    <a:pt x="742" y="325"/>
                    <a:pt x="741" y="325"/>
                  </a:cubicBezTo>
                  <a:cubicBezTo>
                    <a:pt x="740" y="325"/>
                    <a:pt x="741" y="324"/>
                    <a:pt x="741" y="324"/>
                  </a:cubicBezTo>
                  <a:close/>
                  <a:moveTo>
                    <a:pt x="740" y="339"/>
                  </a:moveTo>
                  <a:cubicBezTo>
                    <a:pt x="741" y="338"/>
                    <a:pt x="741" y="340"/>
                    <a:pt x="741" y="340"/>
                  </a:cubicBezTo>
                  <a:cubicBezTo>
                    <a:pt x="740" y="341"/>
                    <a:pt x="740" y="340"/>
                    <a:pt x="740" y="339"/>
                  </a:cubicBezTo>
                  <a:close/>
                  <a:moveTo>
                    <a:pt x="740" y="360"/>
                  </a:moveTo>
                  <a:cubicBezTo>
                    <a:pt x="741" y="361"/>
                    <a:pt x="739" y="362"/>
                    <a:pt x="740" y="360"/>
                  </a:cubicBezTo>
                  <a:close/>
                  <a:moveTo>
                    <a:pt x="739" y="374"/>
                  </a:moveTo>
                  <a:cubicBezTo>
                    <a:pt x="739" y="374"/>
                    <a:pt x="739" y="376"/>
                    <a:pt x="739" y="376"/>
                  </a:cubicBezTo>
                  <a:cubicBezTo>
                    <a:pt x="739" y="375"/>
                    <a:pt x="739" y="375"/>
                    <a:pt x="739" y="374"/>
                  </a:cubicBezTo>
                  <a:close/>
                  <a:moveTo>
                    <a:pt x="737" y="379"/>
                  </a:moveTo>
                  <a:cubicBezTo>
                    <a:pt x="739" y="380"/>
                    <a:pt x="737" y="382"/>
                    <a:pt x="737" y="384"/>
                  </a:cubicBezTo>
                  <a:cubicBezTo>
                    <a:pt x="737" y="382"/>
                    <a:pt x="736" y="383"/>
                    <a:pt x="735" y="382"/>
                  </a:cubicBezTo>
                  <a:cubicBezTo>
                    <a:pt x="733" y="381"/>
                    <a:pt x="736" y="377"/>
                    <a:pt x="737" y="379"/>
                  </a:cubicBezTo>
                  <a:close/>
                  <a:moveTo>
                    <a:pt x="735" y="354"/>
                  </a:moveTo>
                  <a:cubicBezTo>
                    <a:pt x="733" y="353"/>
                    <a:pt x="735" y="352"/>
                    <a:pt x="735" y="354"/>
                  </a:cubicBezTo>
                  <a:close/>
                  <a:moveTo>
                    <a:pt x="734" y="314"/>
                  </a:moveTo>
                  <a:cubicBezTo>
                    <a:pt x="734" y="313"/>
                    <a:pt x="735" y="314"/>
                    <a:pt x="735" y="314"/>
                  </a:cubicBezTo>
                  <a:cubicBezTo>
                    <a:pt x="735" y="315"/>
                    <a:pt x="734" y="315"/>
                    <a:pt x="734" y="314"/>
                  </a:cubicBezTo>
                  <a:close/>
                  <a:moveTo>
                    <a:pt x="733" y="313"/>
                  </a:moveTo>
                  <a:cubicBezTo>
                    <a:pt x="734" y="313"/>
                    <a:pt x="733" y="314"/>
                    <a:pt x="733" y="314"/>
                  </a:cubicBezTo>
                  <a:cubicBezTo>
                    <a:pt x="732" y="314"/>
                    <a:pt x="733" y="313"/>
                    <a:pt x="733" y="313"/>
                  </a:cubicBezTo>
                  <a:close/>
                  <a:moveTo>
                    <a:pt x="734" y="322"/>
                  </a:moveTo>
                  <a:cubicBezTo>
                    <a:pt x="734" y="323"/>
                    <a:pt x="733" y="322"/>
                    <a:pt x="733" y="321"/>
                  </a:cubicBezTo>
                  <a:cubicBezTo>
                    <a:pt x="733" y="320"/>
                    <a:pt x="734" y="321"/>
                    <a:pt x="734" y="322"/>
                  </a:cubicBezTo>
                  <a:close/>
                  <a:moveTo>
                    <a:pt x="731" y="420"/>
                  </a:moveTo>
                  <a:cubicBezTo>
                    <a:pt x="732" y="418"/>
                    <a:pt x="730" y="422"/>
                    <a:pt x="731" y="420"/>
                  </a:cubicBezTo>
                  <a:close/>
                  <a:moveTo>
                    <a:pt x="731" y="303"/>
                  </a:moveTo>
                  <a:cubicBezTo>
                    <a:pt x="729" y="302"/>
                    <a:pt x="731" y="301"/>
                    <a:pt x="731" y="303"/>
                  </a:cubicBezTo>
                  <a:close/>
                  <a:moveTo>
                    <a:pt x="731" y="305"/>
                  </a:moveTo>
                  <a:cubicBezTo>
                    <a:pt x="731" y="305"/>
                    <a:pt x="729" y="305"/>
                    <a:pt x="729" y="305"/>
                  </a:cubicBezTo>
                  <a:cubicBezTo>
                    <a:pt x="729" y="304"/>
                    <a:pt x="732" y="304"/>
                    <a:pt x="731" y="305"/>
                  </a:cubicBezTo>
                  <a:close/>
                  <a:moveTo>
                    <a:pt x="729" y="318"/>
                  </a:moveTo>
                  <a:cubicBezTo>
                    <a:pt x="729" y="317"/>
                    <a:pt x="730" y="319"/>
                    <a:pt x="730" y="320"/>
                  </a:cubicBezTo>
                  <a:cubicBezTo>
                    <a:pt x="729" y="320"/>
                    <a:pt x="729" y="319"/>
                    <a:pt x="729" y="318"/>
                  </a:cubicBezTo>
                  <a:close/>
                  <a:moveTo>
                    <a:pt x="724" y="299"/>
                  </a:move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ubicBezTo>
                    <a:pt x="724" y="299"/>
                    <a:pt x="724" y="299"/>
                    <a:pt x="724" y="299"/>
                  </a:cubicBezTo>
                  <a:close/>
                  <a:moveTo>
                    <a:pt x="728" y="307"/>
                  </a:moveTo>
                  <a:cubicBezTo>
                    <a:pt x="728" y="306"/>
                    <a:pt x="728" y="309"/>
                    <a:pt x="728" y="307"/>
                  </a:cubicBezTo>
                  <a:close/>
                  <a:moveTo>
                    <a:pt x="727" y="323"/>
                  </a:moveTo>
                  <a:cubicBezTo>
                    <a:pt x="727" y="322"/>
                    <a:pt x="726" y="324"/>
                    <a:pt x="727" y="323"/>
                  </a:cubicBezTo>
                  <a:close/>
                  <a:moveTo>
                    <a:pt x="725" y="462"/>
                  </a:moveTo>
                  <a:cubicBezTo>
                    <a:pt x="725" y="463"/>
                    <a:pt x="723" y="463"/>
                    <a:pt x="724" y="462"/>
                  </a:cubicBezTo>
                  <a:cubicBezTo>
                    <a:pt x="724" y="461"/>
                    <a:pt x="725" y="462"/>
                    <a:pt x="725" y="462"/>
                  </a:cubicBezTo>
                  <a:close/>
                  <a:moveTo>
                    <a:pt x="725" y="403"/>
                  </a:moveTo>
                  <a:cubicBezTo>
                    <a:pt x="724" y="405"/>
                    <a:pt x="725" y="402"/>
                    <a:pt x="725" y="403"/>
                  </a:cubicBezTo>
                  <a:close/>
                  <a:moveTo>
                    <a:pt x="724" y="379"/>
                  </a:moveTo>
                  <a:cubicBezTo>
                    <a:pt x="724" y="380"/>
                    <a:pt x="723" y="379"/>
                    <a:pt x="723" y="379"/>
                  </a:cubicBezTo>
                  <a:cubicBezTo>
                    <a:pt x="723" y="379"/>
                    <a:pt x="725" y="379"/>
                    <a:pt x="724" y="379"/>
                  </a:cubicBezTo>
                  <a:close/>
                  <a:moveTo>
                    <a:pt x="721" y="336"/>
                  </a:moveTo>
                  <a:cubicBezTo>
                    <a:pt x="722" y="335"/>
                    <a:pt x="722" y="339"/>
                    <a:pt x="721" y="338"/>
                  </a:cubicBezTo>
                  <a:cubicBezTo>
                    <a:pt x="720" y="338"/>
                    <a:pt x="721" y="336"/>
                    <a:pt x="721" y="336"/>
                  </a:cubicBezTo>
                  <a:close/>
                  <a:moveTo>
                    <a:pt x="719" y="366"/>
                  </a:moveTo>
                  <a:cubicBezTo>
                    <a:pt x="721" y="365"/>
                    <a:pt x="718" y="368"/>
                    <a:pt x="719" y="366"/>
                  </a:cubicBezTo>
                  <a:cubicBezTo>
                    <a:pt x="719" y="366"/>
                    <a:pt x="719" y="366"/>
                    <a:pt x="719" y="366"/>
                  </a:cubicBezTo>
                  <a:close/>
                  <a:moveTo>
                    <a:pt x="708" y="263"/>
                  </a:moveTo>
                  <a:cubicBezTo>
                    <a:pt x="708" y="261"/>
                    <a:pt x="709" y="265"/>
                    <a:pt x="708" y="264"/>
                  </a:cubicBezTo>
                  <a:cubicBezTo>
                    <a:pt x="707" y="263"/>
                    <a:pt x="707" y="263"/>
                    <a:pt x="708" y="263"/>
                  </a:cubicBezTo>
                  <a:close/>
                  <a:moveTo>
                    <a:pt x="707" y="258"/>
                  </a:moveTo>
                  <a:cubicBezTo>
                    <a:pt x="708" y="257"/>
                    <a:pt x="707" y="260"/>
                    <a:pt x="706" y="260"/>
                  </a:cubicBezTo>
                  <a:cubicBezTo>
                    <a:pt x="705" y="259"/>
                    <a:pt x="707" y="258"/>
                    <a:pt x="707" y="258"/>
                  </a:cubicBezTo>
                  <a:close/>
                  <a:moveTo>
                    <a:pt x="681" y="522"/>
                  </a:moveTo>
                  <a:cubicBezTo>
                    <a:pt x="680" y="522"/>
                    <a:pt x="680" y="521"/>
                    <a:pt x="681" y="521"/>
                  </a:cubicBezTo>
                  <a:cubicBezTo>
                    <a:pt x="682" y="519"/>
                    <a:pt x="682" y="523"/>
                    <a:pt x="681" y="522"/>
                  </a:cubicBezTo>
                  <a:close/>
                  <a:moveTo>
                    <a:pt x="682" y="440"/>
                  </a:moveTo>
                  <a:cubicBezTo>
                    <a:pt x="681" y="440"/>
                    <a:pt x="681" y="439"/>
                    <a:pt x="682" y="438"/>
                  </a:cubicBezTo>
                  <a:cubicBezTo>
                    <a:pt x="683" y="436"/>
                    <a:pt x="684" y="441"/>
                    <a:pt x="682" y="440"/>
                  </a:cubicBezTo>
                  <a:close/>
                  <a:moveTo>
                    <a:pt x="682" y="375"/>
                  </a:moveTo>
                  <a:cubicBezTo>
                    <a:pt x="682" y="374"/>
                    <a:pt x="683" y="374"/>
                    <a:pt x="683" y="372"/>
                  </a:cubicBezTo>
                  <a:cubicBezTo>
                    <a:pt x="684" y="373"/>
                    <a:pt x="683" y="375"/>
                    <a:pt x="682" y="375"/>
                  </a:cubicBezTo>
                  <a:close/>
                  <a:moveTo>
                    <a:pt x="684" y="296"/>
                  </a:moveTo>
                  <a:cubicBezTo>
                    <a:pt x="685" y="295"/>
                    <a:pt x="685" y="297"/>
                    <a:pt x="684" y="297"/>
                  </a:cubicBezTo>
                  <a:cubicBezTo>
                    <a:pt x="684" y="297"/>
                    <a:pt x="684" y="296"/>
                    <a:pt x="684" y="296"/>
                  </a:cubicBezTo>
                  <a:close/>
                  <a:moveTo>
                    <a:pt x="685" y="292"/>
                  </a:moveTo>
                  <a:cubicBezTo>
                    <a:pt x="686" y="292"/>
                    <a:pt x="683" y="293"/>
                    <a:pt x="685" y="292"/>
                  </a:cubicBezTo>
                  <a:close/>
                  <a:moveTo>
                    <a:pt x="683" y="302"/>
                  </a:moveTo>
                  <a:cubicBezTo>
                    <a:pt x="683" y="302"/>
                    <a:pt x="684" y="301"/>
                    <a:pt x="684" y="301"/>
                  </a:cubicBezTo>
                  <a:cubicBezTo>
                    <a:pt x="684" y="301"/>
                    <a:pt x="683" y="302"/>
                    <a:pt x="683" y="302"/>
                  </a:cubicBezTo>
                  <a:close/>
                  <a:moveTo>
                    <a:pt x="685" y="376"/>
                  </a:moveTo>
                  <a:cubicBezTo>
                    <a:pt x="684" y="375"/>
                    <a:pt x="685" y="372"/>
                    <a:pt x="685" y="372"/>
                  </a:cubicBezTo>
                  <a:cubicBezTo>
                    <a:pt x="688" y="370"/>
                    <a:pt x="688" y="377"/>
                    <a:pt x="685" y="376"/>
                  </a:cubicBezTo>
                  <a:close/>
                  <a:moveTo>
                    <a:pt x="685" y="360"/>
                  </a:moveTo>
                  <a:cubicBezTo>
                    <a:pt x="685" y="358"/>
                    <a:pt x="686" y="361"/>
                    <a:pt x="685" y="361"/>
                  </a:cubicBezTo>
                  <a:cubicBezTo>
                    <a:pt x="684" y="360"/>
                    <a:pt x="685" y="360"/>
                    <a:pt x="685" y="360"/>
                  </a:cubicBezTo>
                  <a:close/>
                  <a:moveTo>
                    <a:pt x="689" y="346"/>
                  </a:moveTo>
                  <a:cubicBezTo>
                    <a:pt x="687" y="346"/>
                    <a:pt x="688" y="344"/>
                    <a:pt x="688" y="344"/>
                  </a:cubicBezTo>
                  <a:cubicBezTo>
                    <a:pt x="689" y="342"/>
                    <a:pt x="690" y="347"/>
                    <a:pt x="689" y="346"/>
                  </a:cubicBezTo>
                  <a:close/>
                  <a:moveTo>
                    <a:pt x="689" y="333"/>
                  </a:moveTo>
                  <a:cubicBezTo>
                    <a:pt x="689" y="334"/>
                    <a:pt x="688" y="331"/>
                    <a:pt x="689" y="333"/>
                  </a:cubicBezTo>
                  <a:close/>
                  <a:moveTo>
                    <a:pt x="690" y="370"/>
                  </a:moveTo>
                  <a:cubicBezTo>
                    <a:pt x="692" y="367"/>
                    <a:pt x="693" y="373"/>
                    <a:pt x="691" y="372"/>
                  </a:cubicBezTo>
                  <a:cubicBezTo>
                    <a:pt x="690" y="372"/>
                    <a:pt x="690" y="370"/>
                    <a:pt x="690" y="370"/>
                  </a:cubicBezTo>
                  <a:close/>
                  <a:moveTo>
                    <a:pt x="690" y="322"/>
                  </a:moveTo>
                  <a:cubicBezTo>
                    <a:pt x="689" y="323"/>
                    <a:pt x="692" y="320"/>
                    <a:pt x="690" y="322"/>
                  </a:cubicBezTo>
                  <a:close/>
                  <a:moveTo>
                    <a:pt x="691" y="405"/>
                  </a:moveTo>
                  <a:cubicBezTo>
                    <a:pt x="690" y="403"/>
                    <a:pt x="693" y="403"/>
                    <a:pt x="693" y="402"/>
                  </a:cubicBezTo>
                  <a:cubicBezTo>
                    <a:pt x="693" y="403"/>
                    <a:pt x="692" y="404"/>
                    <a:pt x="691" y="405"/>
                  </a:cubicBezTo>
                  <a:close/>
                  <a:moveTo>
                    <a:pt x="694" y="441"/>
                  </a:moveTo>
                  <a:cubicBezTo>
                    <a:pt x="694" y="440"/>
                    <a:pt x="695" y="439"/>
                    <a:pt x="695" y="438"/>
                  </a:cubicBezTo>
                  <a:cubicBezTo>
                    <a:pt x="696" y="439"/>
                    <a:pt x="695" y="441"/>
                    <a:pt x="694" y="441"/>
                  </a:cubicBezTo>
                  <a:close/>
                  <a:moveTo>
                    <a:pt x="695" y="391"/>
                  </a:moveTo>
                  <a:cubicBezTo>
                    <a:pt x="695" y="391"/>
                    <a:pt x="695" y="390"/>
                    <a:pt x="695" y="390"/>
                  </a:cubicBezTo>
                  <a:cubicBezTo>
                    <a:pt x="696" y="389"/>
                    <a:pt x="696" y="392"/>
                    <a:pt x="695" y="391"/>
                  </a:cubicBezTo>
                  <a:close/>
                  <a:moveTo>
                    <a:pt x="701" y="315"/>
                  </a:moveTo>
                  <a:cubicBezTo>
                    <a:pt x="701" y="316"/>
                    <a:pt x="700" y="317"/>
                    <a:pt x="699" y="316"/>
                  </a:cubicBezTo>
                  <a:cubicBezTo>
                    <a:pt x="698" y="316"/>
                    <a:pt x="700" y="313"/>
                    <a:pt x="701" y="315"/>
                  </a:cubicBezTo>
                  <a:close/>
                  <a:moveTo>
                    <a:pt x="699" y="398"/>
                  </a:moveTo>
                  <a:cubicBezTo>
                    <a:pt x="700" y="397"/>
                    <a:pt x="699" y="399"/>
                    <a:pt x="699" y="398"/>
                  </a:cubicBezTo>
                  <a:close/>
                  <a:moveTo>
                    <a:pt x="701" y="369"/>
                  </a:moveTo>
                  <a:cubicBezTo>
                    <a:pt x="700" y="369"/>
                    <a:pt x="700" y="367"/>
                    <a:pt x="701" y="367"/>
                  </a:cubicBezTo>
                  <a:cubicBezTo>
                    <a:pt x="702" y="365"/>
                    <a:pt x="703" y="370"/>
                    <a:pt x="701" y="369"/>
                  </a:cubicBezTo>
                  <a:close/>
                  <a:moveTo>
                    <a:pt x="702" y="351"/>
                  </a:moveTo>
                  <a:cubicBezTo>
                    <a:pt x="701" y="351"/>
                    <a:pt x="702" y="350"/>
                    <a:pt x="702" y="350"/>
                  </a:cubicBezTo>
                  <a:cubicBezTo>
                    <a:pt x="703" y="348"/>
                    <a:pt x="703" y="351"/>
                    <a:pt x="702" y="351"/>
                  </a:cubicBezTo>
                  <a:close/>
                  <a:moveTo>
                    <a:pt x="699" y="334"/>
                  </a:moveTo>
                  <a:cubicBezTo>
                    <a:pt x="700" y="330"/>
                    <a:pt x="702" y="327"/>
                    <a:pt x="704" y="325"/>
                  </a:cubicBezTo>
                  <a:cubicBezTo>
                    <a:pt x="703" y="328"/>
                    <a:pt x="702" y="331"/>
                    <a:pt x="699" y="334"/>
                  </a:cubicBezTo>
                  <a:close/>
                  <a:moveTo>
                    <a:pt x="704" y="313"/>
                  </a:moveTo>
                  <a:cubicBezTo>
                    <a:pt x="704" y="315"/>
                    <a:pt x="705" y="312"/>
                    <a:pt x="704" y="313"/>
                  </a:cubicBezTo>
                  <a:close/>
                  <a:moveTo>
                    <a:pt x="711" y="404"/>
                  </a:moveTo>
                  <a:cubicBezTo>
                    <a:pt x="710" y="404"/>
                    <a:pt x="710" y="402"/>
                    <a:pt x="710" y="402"/>
                  </a:cubicBezTo>
                  <a:cubicBezTo>
                    <a:pt x="712" y="401"/>
                    <a:pt x="712" y="404"/>
                    <a:pt x="711" y="404"/>
                  </a:cubicBezTo>
                  <a:close/>
                  <a:moveTo>
                    <a:pt x="709" y="371"/>
                  </a:moveTo>
                  <a:cubicBezTo>
                    <a:pt x="706" y="370"/>
                    <a:pt x="708" y="365"/>
                    <a:pt x="709" y="365"/>
                  </a:cubicBezTo>
                  <a:cubicBezTo>
                    <a:pt x="713" y="362"/>
                    <a:pt x="713" y="372"/>
                    <a:pt x="709" y="371"/>
                  </a:cubicBezTo>
                  <a:close/>
                  <a:moveTo>
                    <a:pt x="710" y="346"/>
                  </a:moveTo>
                  <a:cubicBezTo>
                    <a:pt x="711" y="345"/>
                    <a:pt x="712" y="347"/>
                    <a:pt x="710" y="347"/>
                  </a:cubicBezTo>
                  <a:cubicBezTo>
                    <a:pt x="709" y="347"/>
                    <a:pt x="710" y="346"/>
                    <a:pt x="710" y="346"/>
                  </a:cubicBezTo>
                  <a:close/>
                  <a:moveTo>
                    <a:pt x="715" y="399"/>
                  </a:moveTo>
                  <a:cubicBezTo>
                    <a:pt x="714" y="399"/>
                    <a:pt x="714" y="397"/>
                    <a:pt x="716" y="397"/>
                  </a:cubicBezTo>
                  <a:cubicBezTo>
                    <a:pt x="716" y="398"/>
                    <a:pt x="715" y="398"/>
                    <a:pt x="715" y="399"/>
                  </a:cubicBezTo>
                  <a:close/>
                  <a:moveTo>
                    <a:pt x="715" y="361"/>
                  </a:moveTo>
                  <a:cubicBezTo>
                    <a:pt x="716" y="359"/>
                    <a:pt x="716" y="364"/>
                    <a:pt x="715" y="363"/>
                  </a:cubicBezTo>
                  <a:cubicBezTo>
                    <a:pt x="714" y="363"/>
                    <a:pt x="715" y="361"/>
                    <a:pt x="715" y="361"/>
                  </a:cubicBezTo>
                  <a:close/>
                  <a:moveTo>
                    <a:pt x="715" y="292"/>
                  </a:moveTo>
                  <a:cubicBezTo>
                    <a:pt x="715" y="292"/>
                    <a:pt x="714" y="295"/>
                    <a:pt x="714" y="294"/>
                  </a:cubicBezTo>
                  <a:cubicBezTo>
                    <a:pt x="713" y="292"/>
                    <a:pt x="714" y="291"/>
                    <a:pt x="715" y="292"/>
                  </a:cubicBezTo>
                  <a:close/>
                  <a:moveTo>
                    <a:pt x="713" y="290"/>
                  </a:moveTo>
                  <a:cubicBezTo>
                    <a:pt x="714" y="289"/>
                    <a:pt x="714" y="291"/>
                    <a:pt x="714" y="291"/>
                  </a:cubicBezTo>
                  <a:cubicBezTo>
                    <a:pt x="713" y="291"/>
                    <a:pt x="713" y="291"/>
                    <a:pt x="713" y="290"/>
                  </a:cubicBezTo>
                  <a:close/>
                  <a:moveTo>
                    <a:pt x="712" y="297"/>
                  </a:moveTo>
                  <a:cubicBezTo>
                    <a:pt x="714" y="293"/>
                    <a:pt x="718" y="302"/>
                    <a:pt x="714" y="304"/>
                  </a:cubicBezTo>
                  <a:cubicBezTo>
                    <a:pt x="715" y="300"/>
                    <a:pt x="712" y="301"/>
                    <a:pt x="711" y="300"/>
                  </a:cubicBezTo>
                  <a:cubicBezTo>
                    <a:pt x="711" y="300"/>
                    <a:pt x="711" y="297"/>
                    <a:pt x="712" y="297"/>
                  </a:cubicBezTo>
                  <a:close/>
                  <a:moveTo>
                    <a:pt x="710" y="332"/>
                  </a:moveTo>
                  <a:cubicBezTo>
                    <a:pt x="711" y="330"/>
                    <a:pt x="709" y="333"/>
                    <a:pt x="710" y="332"/>
                  </a:cubicBezTo>
                  <a:close/>
                  <a:moveTo>
                    <a:pt x="710" y="338"/>
                  </a:moveTo>
                  <a:cubicBezTo>
                    <a:pt x="712" y="338"/>
                    <a:pt x="714" y="337"/>
                    <a:pt x="714" y="340"/>
                  </a:cubicBezTo>
                  <a:cubicBezTo>
                    <a:pt x="714" y="342"/>
                    <a:pt x="713" y="341"/>
                    <a:pt x="712" y="343"/>
                  </a:cubicBezTo>
                  <a:cubicBezTo>
                    <a:pt x="711" y="344"/>
                    <a:pt x="712" y="345"/>
                    <a:pt x="710" y="345"/>
                  </a:cubicBezTo>
                  <a:cubicBezTo>
                    <a:pt x="706" y="346"/>
                    <a:pt x="707" y="339"/>
                    <a:pt x="710" y="338"/>
                  </a:cubicBezTo>
                  <a:close/>
                  <a:moveTo>
                    <a:pt x="707" y="289"/>
                  </a:moveTo>
                  <a:cubicBezTo>
                    <a:pt x="707" y="291"/>
                    <a:pt x="706" y="289"/>
                    <a:pt x="707" y="289"/>
                  </a:cubicBezTo>
                  <a:close/>
                  <a:moveTo>
                    <a:pt x="706" y="334"/>
                  </a:moveTo>
                  <a:cubicBezTo>
                    <a:pt x="704" y="334"/>
                    <a:pt x="705" y="332"/>
                    <a:pt x="706" y="331"/>
                  </a:cubicBezTo>
                  <a:cubicBezTo>
                    <a:pt x="708" y="330"/>
                    <a:pt x="708" y="335"/>
                    <a:pt x="706" y="334"/>
                  </a:cubicBezTo>
                  <a:close/>
                  <a:moveTo>
                    <a:pt x="706" y="318"/>
                  </a:moveTo>
                  <a:cubicBezTo>
                    <a:pt x="707" y="318"/>
                    <a:pt x="706" y="323"/>
                    <a:pt x="705" y="324"/>
                  </a:cubicBezTo>
                  <a:cubicBezTo>
                    <a:pt x="704" y="322"/>
                    <a:pt x="705" y="319"/>
                    <a:pt x="706" y="318"/>
                  </a:cubicBezTo>
                  <a:close/>
                  <a:moveTo>
                    <a:pt x="704" y="271"/>
                  </a:moveTo>
                  <a:cubicBezTo>
                    <a:pt x="704" y="270"/>
                    <a:pt x="703" y="273"/>
                    <a:pt x="704" y="271"/>
                  </a:cubicBezTo>
                  <a:close/>
                  <a:moveTo>
                    <a:pt x="704" y="275"/>
                  </a:moveTo>
                  <a:cubicBezTo>
                    <a:pt x="704" y="277"/>
                    <a:pt x="702" y="280"/>
                    <a:pt x="700" y="282"/>
                  </a:cubicBezTo>
                  <a:cubicBezTo>
                    <a:pt x="700" y="279"/>
                    <a:pt x="703" y="278"/>
                    <a:pt x="704" y="275"/>
                  </a:cubicBezTo>
                  <a:close/>
                  <a:moveTo>
                    <a:pt x="702" y="287"/>
                  </a:moveTo>
                  <a:cubicBezTo>
                    <a:pt x="702" y="287"/>
                    <a:pt x="701" y="288"/>
                    <a:pt x="702" y="287"/>
                  </a:cubicBezTo>
                  <a:cubicBezTo>
                    <a:pt x="702" y="287"/>
                    <a:pt x="702" y="287"/>
                    <a:pt x="702" y="287"/>
                  </a:cubicBezTo>
                  <a:close/>
                  <a:moveTo>
                    <a:pt x="701" y="289"/>
                  </a:moveTo>
                  <a:cubicBezTo>
                    <a:pt x="701" y="291"/>
                    <a:pt x="699" y="290"/>
                    <a:pt x="701" y="289"/>
                  </a:cubicBezTo>
                  <a:close/>
                  <a:moveTo>
                    <a:pt x="700" y="254"/>
                  </a:moveTo>
                  <a:cubicBezTo>
                    <a:pt x="699" y="256"/>
                    <a:pt x="700" y="253"/>
                    <a:pt x="700" y="254"/>
                  </a:cubicBezTo>
                  <a:close/>
                  <a:moveTo>
                    <a:pt x="699" y="257"/>
                  </a:moveTo>
                  <a:cubicBezTo>
                    <a:pt x="699" y="257"/>
                    <a:pt x="699" y="258"/>
                    <a:pt x="698" y="258"/>
                  </a:cubicBezTo>
                  <a:cubicBezTo>
                    <a:pt x="698" y="258"/>
                    <a:pt x="698" y="258"/>
                    <a:pt x="698" y="258"/>
                  </a:cubicBezTo>
                  <a:cubicBezTo>
                    <a:pt x="698" y="258"/>
                    <a:pt x="699" y="258"/>
                    <a:pt x="699" y="257"/>
                  </a:cubicBezTo>
                  <a:close/>
                  <a:moveTo>
                    <a:pt x="698" y="308"/>
                  </a:moveTo>
                  <a:cubicBezTo>
                    <a:pt x="698" y="308"/>
                    <a:pt x="700" y="305"/>
                    <a:pt x="700" y="304"/>
                  </a:cubicBezTo>
                  <a:cubicBezTo>
                    <a:pt x="700" y="303"/>
                    <a:pt x="698" y="304"/>
                    <a:pt x="699" y="302"/>
                  </a:cubicBezTo>
                  <a:cubicBezTo>
                    <a:pt x="698" y="303"/>
                    <a:pt x="702" y="302"/>
                    <a:pt x="701" y="301"/>
                  </a:cubicBezTo>
                  <a:cubicBezTo>
                    <a:pt x="702" y="302"/>
                    <a:pt x="702" y="303"/>
                    <a:pt x="701" y="304"/>
                  </a:cubicBezTo>
                  <a:cubicBezTo>
                    <a:pt x="703" y="304"/>
                    <a:pt x="705" y="304"/>
                    <a:pt x="706" y="306"/>
                  </a:cubicBezTo>
                  <a:cubicBezTo>
                    <a:pt x="707" y="309"/>
                    <a:pt x="705" y="311"/>
                    <a:pt x="702" y="313"/>
                  </a:cubicBezTo>
                  <a:cubicBezTo>
                    <a:pt x="702" y="313"/>
                    <a:pt x="702" y="314"/>
                    <a:pt x="702" y="314"/>
                  </a:cubicBezTo>
                  <a:cubicBezTo>
                    <a:pt x="701" y="314"/>
                    <a:pt x="700" y="311"/>
                    <a:pt x="700" y="311"/>
                  </a:cubicBezTo>
                  <a:cubicBezTo>
                    <a:pt x="697" y="311"/>
                    <a:pt x="699" y="316"/>
                    <a:pt x="698" y="316"/>
                  </a:cubicBezTo>
                  <a:cubicBezTo>
                    <a:pt x="695" y="316"/>
                    <a:pt x="697" y="313"/>
                    <a:pt x="697" y="312"/>
                  </a:cubicBezTo>
                  <a:cubicBezTo>
                    <a:pt x="697" y="310"/>
                    <a:pt x="696" y="310"/>
                    <a:pt x="698" y="308"/>
                  </a:cubicBezTo>
                  <a:close/>
                  <a:moveTo>
                    <a:pt x="696" y="361"/>
                  </a:moveTo>
                  <a:cubicBezTo>
                    <a:pt x="696" y="360"/>
                    <a:pt x="698" y="361"/>
                    <a:pt x="696" y="361"/>
                  </a:cubicBezTo>
                  <a:close/>
                  <a:moveTo>
                    <a:pt x="697" y="362"/>
                  </a:moveTo>
                  <a:cubicBezTo>
                    <a:pt x="696" y="364"/>
                    <a:pt x="695" y="363"/>
                    <a:pt x="697" y="362"/>
                  </a:cubicBezTo>
                  <a:close/>
                  <a:moveTo>
                    <a:pt x="696" y="318"/>
                  </a:moveTo>
                  <a:cubicBezTo>
                    <a:pt x="697" y="316"/>
                    <a:pt x="697" y="318"/>
                    <a:pt x="696" y="319"/>
                  </a:cubicBezTo>
                  <a:cubicBezTo>
                    <a:pt x="696" y="319"/>
                    <a:pt x="696" y="318"/>
                    <a:pt x="696" y="318"/>
                  </a:cubicBezTo>
                  <a:close/>
                  <a:moveTo>
                    <a:pt x="697" y="376"/>
                  </a:moveTo>
                  <a:cubicBezTo>
                    <a:pt x="697" y="376"/>
                    <a:pt x="698" y="382"/>
                    <a:pt x="696" y="382"/>
                  </a:cubicBezTo>
                  <a:cubicBezTo>
                    <a:pt x="694" y="382"/>
                    <a:pt x="694" y="376"/>
                    <a:pt x="697" y="376"/>
                  </a:cubicBezTo>
                  <a:close/>
                  <a:moveTo>
                    <a:pt x="691" y="299"/>
                  </a:moveTo>
                  <a:cubicBezTo>
                    <a:pt x="692" y="297"/>
                    <a:pt x="692" y="294"/>
                    <a:pt x="695" y="294"/>
                  </a:cubicBezTo>
                  <a:cubicBezTo>
                    <a:pt x="692" y="300"/>
                    <a:pt x="687" y="306"/>
                    <a:pt x="684" y="312"/>
                  </a:cubicBezTo>
                  <a:cubicBezTo>
                    <a:pt x="682" y="316"/>
                    <a:pt x="685" y="307"/>
                    <a:pt x="686" y="306"/>
                  </a:cubicBezTo>
                  <a:cubicBezTo>
                    <a:pt x="687" y="303"/>
                    <a:pt x="690" y="300"/>
                    <a:pt x="691" y="299"/>
                  </a:cubicBezTo>
                  <a:close/>
                  <a:moveTo>
                    <a:pt x="688" y="279"/>
                  </a:moveTo>
                  <a:cubicBezTo>
                    <a:pt x="689" y="278"/>
                    <a:pt x="689" y="281"/>
                    <a:pt x="689" y="281"/>
                  </a:cubicBezTo>
                  <a:cubicBezTo>
                    <a:pt x="688" y="281"/>
                    <a:pt x="688" y="280"/>
                    <a:pt x="688" y="279"/>
                  </a:cubicBezTo>
                  <a:close/>
                  <a:moveTo>
                    <a:pt x="687" y="283"/>
                  </a:moveTo>
                  <a:cubicBezTo>
                    <a:pt x="689" y="281"/>
                    <a:pt x="688" y="285"/>
                    <a:pt x="687" y="284"/>
                  </a:cubicBezTo>
                  <a:cubicBezTo>
                    <a:pt x="687" y="284"/>
                    <a:pt x="687" y="283"/>
                    <a:pt x="687" y="283"/>
                  </a:cubicBezTo>
                  <a:close/>
                  <a:moveTo>
                    <a:pt x="687" y="286"/>
                  </a:moveTo>
                  <a:cubicBezTo>
                    <a:pt x="687" y="288"/>
                    <a:pt x="683" y="289"/>
                    <a:pt x="683" y="287"/>
                  </a:cubicBezTo>
                  <a:cubicBezTo>
                    <a:pt x="682" y="284"/>
                    <a:pt x="688" y="282"/>
                    <a:pt x="687" y="286"/>
                  </a:cubicBezTo>
                  <a:close/>
                  <a:moveTo>
                    <a:pt x="681" y="268"/>
                  </a:moveTo>
                  <a:cubicBezTo>
                    <a:pt x="680" y="268"/>
                    <a:pt x="682" y="267"/>
                    <a:pt x="681" y="268"/>
                  </a:cubicBezTo>
                  <a:close/>
                  <a:moveTo>
                    <a:pt x="681" y="294"/>
                  </a:moveTo>
                  <a:cubicBezTo>
                    <a:pt x="681" y="293"/>
                    <a:pt x="681" y="292"/>
                    <a:pt x="682" y="293"/>
                  </a:cubicBezTo>
                  <a:cubicBezTo>
                    <a:pt x="686" y="296"/>
                    <a:pt x="677" y="297"/>
                    <a:pt x="681" y="294"/>
                  </a:cubicBezTo>
                  <a:close/>
                  <a:moveTo>
                    <a:pt x="662" y="447"/>
                  </a:moveTo>
                  <a:cubicBezTo>
                    <a:pt x="663" y="446"/>
                    <a:pt x="661" y="449"/>
                    <a:pt x="662" y="447"/>
                  </a:cubicBezTo>
                  <a:close/>
                  <a:moveTo>
                    <a:pt x="670" y="503"/>
                  </a:moveTo>
                  <a:cubicBezTo>
                    <a:pt x="671" y="502"/>
                    <a:pt x="670" y="504"/>
                    <a:pt x="670" y="503"/>
                  </a:cubicBezTo>
                  <a:close/>
                  <a:moveTo>
                    <a:pt x="674" y="402"/>
                  </a:moveTo>
                  <a:cubicBezTo>
                    <a:pt x="674" y="401"/>
                    <a:pt x="675" y="401"/>
                    <a:pt x="675" y="400"/>
                  </a:cubicBezTo>
                  <a:cubicBezTo>
                    <a:pt x="676" y="400"/>
                    <a:pt x="675" y="402"/>
                    <a:pt x="674" y="402"/>
                  </a:cubicBezTo>
                  <a:close/>
                  <a:moveTo>
                    <a:pt x="677" y="399"/>
                  </a:moveTo>
                  <a:cubicBezTo>
                    <a:pt x="675" y="398"/>
                    <a:pt x="677" y="396"/>
                    <a:pt x="678" y="395"/>
                  </a:cubicBezTo>
                  <a:cubicBezTo>
                    <a:pt x="678" y="396"/>
                    <a:pt x="676" y="398"/>
                    <a:pt x="677" y="399"/>
                  </a:cubicBezTo>
                  <a:close/>
                  <a:moveTo>
                    <a:pt x="678" y="340"/>
                  </a:moveTo>
                  <a:cubicBezTo>
                    <a:pt x="679" y="340"/>
                    <a:pt x="677" y="341"/>
                    <a:pt x="678" y="340"/>
                  </a:cubicBezTo>
                  <a:close/>
                  <a:moveTo>
                    <a:pt x="679" y="510"/>
                  </a:moveTo>
                  <a:cubicBezTo>
                    <a:pt x="678" y="510"/>
                    <a:pt x="678" y="509"/>
                    <a:pt x="679" y="508"/>
                  </a:cubicBezTo>
                  <a:cubicBezTo>
                    <a:pt x="680" y="507"/>
                    <a:pt x="680" y="510"/>
                    <a:pt x="679" y="510"/>
                  </a:cubicBezTo>
                  <a:close/>
                  <a:moveTo>
                    <a:pt x="679" y="393"/>
                  </a:moveTo>
                  <a:cubicBezTo>
                    <a:pt x="679" y="392"/>
                    <a:pt x="679" y="392"/>
                    <a:pt x="679" y="391"/>
                  </a:cubicBezTo>
                  <a:cubicBezTo>
                    <a:pt x="680" y="391"/>
                    <a:pt x="679" y="393"/>
                    <a:pt x="679" y="393"/>
                  </a:cubicBezTo>
                  <a:close/>
                  <a:moveTo>
                    <a:pt x="678" y="281"/>
                  </a:moveTo>
                  <a:cubicBezTo>
                    <a:pt x="679" y="281"/>
                    <a:pt x="679" y="281"/>
                    <a:pt x="679" y="281"/>
                  </a:cubicBezTo>
                  <a:cubicBezTo>
                    <a:pt x="679" y="283"/>
                    <a:pt x="677" y="279"/>
                    <a:pt x="678" y="281"/>
                  </a:cubicBezTo>
                  <a:close/>
                  <a:moveTo>
                    <a:pt x="677" y="329"/>
                  </a:moveTo>
                  <a:cubicBezTo>
                    <a:pt x="675" y="328"/>
                    <a:pt x="676" y="327"/>
                    <a:pt x="676" y="326"/>
                  </a:cubicBezTo>
                  <a:cubicBezTo>
                    <a:pt x="678" y="324"/>
                    <a:pt x="679" y="329"/>
                    <a:pt x="677" y="329"/>
                  </a:cubicBezTo>
                  <a:close/>
                  <a:moveTo>
                    <a:pt x="676" y="297"/>
                  </a:moveTo>
                  <a:cubicBezTo>
                    <a:pt x="677" y="295"/>
                    <a:pt x="677" y="299"/>
                    <a:pt x="676" y="298"/>
                  </a:cubicBezTo>
                  <a:cubicBezTo>
                    <a:pt x="675" y="298"/>
                    <a:pt x="675" y="297"/>
                    <a:pt x="676" y="297"/>
                  </a:cubicBezTo>
                  <a:close/>
                  <a:moveTo>
                    <a:pt x="672" y="331"/>
                  </a:moveTo>
                  <a:cubicBezTo>
                    <a:pt x="673" y="330"/>
                    <a:pt x="672" y="333"/>
                    <a:pt x="672" y="331"/>
                  </a:cubicBezTo>
                  <a:close/>
                  <a:moveTo>
                    <a:pt x="671" y="297"/>
                  </a:moveTo>
                  <a:cubicBezTo>
                    <a:pt x="671" y="297"/>
                    <a:pt x="671" y="297"/>
                    <a:pt x="671" y="298"/>
                  </a:cubicBezTo>
                  <a:cubicBezTo>
                    <a:pt x="670" y="299"/>
                    <a:pt x="671" y="298"/>
                    <a:pt x="671" y="297"/>
                  </a:cubicBezTo>
                  <a:close/>
                  <a:moveTo>
                    <a:pt x="671" y="292"/>
                  </a:moveTo>
                  <a:cubicBezTo>
                    <a:pt x="670" y="294"/>
                    <a:pt x="669" y="295"/>
                    <a:pt x="667" y="297"/>
                  </a:cubicBezTo>
                  <a:cubicBezTo>
                    <a:pt x="668" y="295"/>
                    <a:pt x="669" y="293"/>
                    <a:pt x="671" y="292"/>
                  </a:cubicBezTo>
                  <a:close/>
                  <a:moveTo>
                    <a:pt x="669" y="376"/>
                  </a:moveTo>
                  <a:cubicBezTo>
                    <a:pt x="668" y="375"/>
                    <a:pt x="669" y="374"/>
                    <a:pt x="670" y="374"/>
                  </a:cubicBezTo>
                  <a:cubicBezTo>
                    <a:pt x="671" y="372"/>
                    <a:pt x="670" y="377"/>
                    <a:pt x="669" y="376"/>
                  </a:cubicBezTo>
                  <a:close/>
                  <a:moveTo>
                    <a:pt x="668" y="309"/>
                  </a:moveTo>
                  <a:cubicBezTo>
                    <a:pt x="669" y="309"/>
                    <a:pt x="666" y="310"/>
                    <a:pt x="668" y="309"/>
                  </a:cubicBezTo>
                  <a:close/>
                  <a:moveTo>
                    <a:pt x="665" y="407"/>
                  </a:moveTo>
                  <a:cubicBezTo>
                    <a:pt x="666" y="407"/>
                    <a:pt x="667" y="406"/>
                    <a:pt x="667" y="405"/>
                  </a:cubicBezTo>
                  <a:cubicBezTo>
                    <a:pt x="669" y="402"/>
                    <a:pt x="672" y="396"/>
                    <a:pt x="673" y="391"/>
                  </a:cubicBezTo>
                  <a:cubicBezTo>
                    <a:pt x="674" y="387"/>
                    <a:pt x="674" y="383"/>
                    <a:pt x="675" y="380"/>
                  </a:cubicBezTo>
                  <a:cubicBezTo>
                    <a:pt x="675" y="380"/>
                    <a:pt x="676" y="380"/>
                    <a:pt x="676" y="380"/>
                  </a:cubicBezTo>
                  <a:cubicBezTo>
                    <a:pt x="677" y="380"/>
                    <a:pt x="675" y="387"/>
                    <a:pt x="675" y="389"/>
                  </a:cubicBezTo>
                  <a:cubicBezTo>
                    <a:pt x="673" y="391"/>
                    <a:pt x="673" y="394"/>
                    <a:pt x="672" y="397"/>
                  </a:cubicBezTo>
                  <a:cubicBezTo>
                    <a:pt x="671" y="400"/>
                    <a:pt x="668" y="404"/>
                    <a:pt x="668" y="406"/>
                  </a:cubicBezTo>
                  <a:cubicBezTo>
                    <a:pt x="668" y="406"/>
                    <a:pt x="670" y="407"/>
                    <a:pt x="670" y="408"/>
                  </a:cubicBezTo>
                  <a:cubicBezTo>
                    <a:pt x="671" y="413"/>
                    <a:pt x="663" y="413"/>
                    <a:pt x="665" y="407"/>
                  </a:cubicBezTo>
                  <a:close/>
                  <a:moveTo>
                    <a:pt x="664" y="303"/>
                  </a:moveTo>
                  <a:cubicBezTo>
                    <a:pt x="665" y="303"/>
                    <a:pt x="664" y="306"/>
                    <a:pt x="663" y="305"/>
                  </a:cubicBezTo>
                  <a:cubicBezTo>
                    <a:pt x="662" y="305"/>
                    <a:pt x="663" y="304"/>
                    <a:pt x="664" y="303"/>
                  </a:cubicBezTo>
                  <a:close/>
                  <a:moveTo>
                    <a:pt x="663" y="285"/>
                  </a:moveTo>
                  <a:cubicBezTo>
                    <a:pt x="663" y="284"/>
                    <a:pt x="662" y="286"/>
                    <a:pt x="663" y="285"/>
                  </a:cubicBezTo>
                  <a:close/>
                  <a:moveTo>
                    <a:pt x="662" y="401"/>
                  </a:moveTo>
                  <a:cubicBezTo>
                    <a:pt x="663" y="402"/>
                    <a:pt x="661" y="403"/>
                    <a:pt x="662" y="401"/>
                  </a:cubicBezTo>
                  <a:close/>
                  <a:moveTo>
                    <a:pt x="660" y="496"/>
                  </a:moveTo>
                  <a:cubicBezTo>
                    <a:pt x="661" y="494"/>
                    <a:pt x="662" y="498"/>
                    <a:pt x="660" y="497"/>
                  </a:cubicBezTo>
                  <a:cubicBezTo>
                    <a:pt x="660" y="497"/>
                    <a:pt x="660" y="496"/>
                    <a:pt x="660" y="496"/>
                  </a:cubicBezTo>
                  <a:close/>
                  <a:moveTo>
                    <a:pt x="657" y="276"/>
                  </a:moveTo>
                  <a:cubicBezTo>
                    <a:pt x="657" y="276"/>
                    <a:pt x="656" y="278"/>
                    <a:pt x="655" y="278"/>
                  </a:cubicBezTo>
                  <a:cubicBezTo>
                    <a:pt x="655" y="277"/>
                    <a:pt x="656" y="277"/>
                    <a:pt x="657" y="276"/>
                  </a:cubicBezTo>
                  <a:close/>
                  <a:moveTo>
                    <a:pt x="655" y="292"/>
                  </a:move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ubicBezTo>
                    <a:pt x="655" y="292"/>
                    <a:pt x="655" y="292"/>
                    <a:pt x="655" y="292"/>
                  </a:cubicBezTo>
                  <a:close/>
                  <a:moveTo>
                    <a:pt x="652" y="270"/>
                  </a:moveTo>
                  <a:cubicBezTo>
                    <a:pt x="651" y="272"/>
                    <a:pt x="654" y="269"/>
                    <a:pt x="652" y="270"/>
                  </a:cubicBezTo>
                  <a:close/>
                  <a:moveTo>
                    <a:pt x="634" y="278"/>
                  </a:moveTo>
                  <a:cubicBezTo>
                    <a:pt x="633" y="276"/>
                    <a:pt x="635" y="277"/>
                    <a:pt x="634" y="278"/>
                  </a:cubicBezTo>
                  <a:close/>
                  <a:moveTo>
                    <a:pt x="635" y="274"/>
                  </a:moveTo>
                  <a:cubicBezTo>
                    <a:pt x="636" y="274"/>
                    <a:pt x="634" y="275"/>
                    <a:pt x="635" y="274"/>
                  </a:cubicBezTo>
                  <a:close/>
                  <a:moveTo>
                    <a:pt x="642" y="409"/>
                  </a:moveTo>
                  <a:cubicBezTo>
                    <a:pt x="642" y="409"/>
                    <a:pt x="643" y="409"/>
                    <a:pt x="643" y="410"/>
                  </a:cubicBezTo>
                  <a:cubicBezTo>
                    <a:pt x="643" y="410"/>
                    <a:pt x="641" y="411"/>
                    <a:pt x="642" y="409"/>
                  </a:cubicBezTo>
                  <a:close/>
                  <a:moveTo>
                    <a:pt x="644" y="345"/>
                  </a:moveTo>
                  <a:cubicBezTo>
                    <a:pt x="643" y="345"/>
                    <a:pt x="644" y="344"/>
                    <a:pt x="644" y="344"/>
                  </a:cubicBezTo>
                  <a:cubicBezTo>
                    <a:pt x="645" y="342"/>
                    <a:pt x="645" y="345"/>
                    <a:pt x="644" y="345"/>
                  </a:cubicBezTo>
                  <a:close/>
                  <a:moveTo>
                    <a:pt x="644" y="398"/>
                  </a:moveTo>
                  <a:cubicBezTo>
                    <a:pt x="644" y="400"/>
                    <a:pt x="645" y="397"/>
                    <a:pt x="644" y="398"/>
                  </a:cubicBezTo>
                  <a:close/>
                  <a:moveTo>
                    <a:pt x="644" y="300"/>
                  </a:moveTo>
                  <a:cubicBezTo>
                    <a:pt x="643" y="300"/>
                    <a:pt x="644" y="299"/>
                    <a:pt x="644" y="298"/>
                  </a:cubicBezTo>
                  <a:cubicBezTo>
                    <a:pt x="646" y="297"/>
                    <a:pt x="646" y="301"/>
                    <a:pt x="644" y="300"/>
                  </a:cubicBezTo>
                  <a:close/>
                  <a:moveTo>
                    <a:pt x="646" y="462"/>
                  </a:moveTo>
                  <a:cubicBezTo>
                    <a:pt x="646" y="462"/>
                    <a:pt x="647" y="462"/>
                    <a:pt x="647" y="462"/>
                  </a:cubicBezTo>
                  <a:cubicBezTo>
                    <a:pt x="648" y="462"/>
                    <a:pt x="645" y="464"/>
                    <a:pt x="646" y="462"/>
                  </a:cubicBezTo>
                  <a:close/>
                  <a:moveTo>
                    <a:pt x="647" y="333"/>
                  </a:moveTo>
                  <a:cubicBezTo>
                    <a:pt x="646" y="333"/>
                    <a:pt x="647" y="332"/>
                    <a:pt x="647" y="332"/>
                  </a:cubicBezTo>
                  <a:cubicBezTo>
                    <a:pt x="648" y="331"/>
                    <a:pt x="648" y="334"/>
                    <a:pt x="647" y="333"/>
                  </a:cubicBezTo>
                  <a:close/>
                  <a:moveTo>
                    <a:pt x="657" y="550"/>
                  </a:moveTo>
                  <a:cubicBezTo>
                    <a:pt x="656" y="549"/>
                    <a:pt x="657" y="547"/>
                    <a:pt x="657" y="547"/>
                  </a:cubicBezTo>
                  <a:cubicBezTo>
                    <a:pt x="658" y="545"/>
                    <a:pt x="658" y="550"/>
                    <a:pt x="657" y="550"/>
                  </a:cubicBezTo>
                  <a:close/>
                  <a:moveTo>
                    <a:pt x="660" y="397"/>
                  </a:moveTo>
                  <a:cubicBezTo>
                    <a:pt x="659" y="398"/>
                    <a:pt x="659" y="398"/>
                    <a:pt x="660" y="397"/>
                  </a:cubicBezTo>
                  <a:close/>
                  <a:moveTo>
                    <a:pt x="659" y="427"/>
                  </a:moveTo>
                  <a:cubicBezTo>
                    <a:pt x="660" y="429"/>
                    <a:pt x="658" y="432"/>
                    <a:pt x="657" y="434"/>
                  </a:cubicBezTo>
                  <a:cubicBezTo>
                    <a:pt x="657" y="432"/>
                    <a:pt x="658" y="429"/>
                    <a:pt x="659" y="427"/>
                  </a:cubicBezTo>
                  <a:close/>
                  <a:moveTo>
                    <a:pt x="657" y="435"/>
                  </a:moveTo>
                  <a:cubicBezTo>
                    <a:pt x="657" y="435"/>
                    <a:pt x="657" y="438"/>
                    <a:pt x="655" y="438"/>
                  </a:cubicBezTo>
                  <a:cubicBezTo>
                    <a:pt x="655" y="437"/>
                    <a:pt x="656" y="436"/>
                    <a:pt x="657" y="435"/>
                  </a:cubicBezTo>
                  <a:close/>
                  <a:moveTo>
                    <a:pt x="652" y="328"/>
                  </a:moveTo>
                  <a:cubicBezTo>
                    <a:pt x="652" y="328"/>
                    <a:pt x="653" y="327"/>
                    <a:pt x="653" y="327"/>
                  </a:cubicBezTo>
                  <a:cubicBezTo>
                    <a:pt x="655" y="329"/>
                    <a:pt x="651" y="331"/>
                    <a:pt x="652" y="328"/>
                  </a:cubicBezTo>
                  <a:close/>
                  <a:moveTo>
                    <a:pt x="648" y="307"/>
                  </a:moveTo>
                  <a:cubicBezTo>
                    <a:pt x="653" y="304"/>
                    <a:pt x="650" y="313"/>
                    <a:pt x="649" y="313"/>
                  </a:cubicBezTo>
                  <a:cubicBezTo>
                    <a:pt x="647" y="313"/>
                    <a:pt x="647" y="308"/>
                    <a:pt x="648" y="307"/>
                  </a:cubicBezTo>
                  <a:close/>
                  <a:moveTo>
                    <a:pt x="645" y="296"/>
                  </a:moveTo>
                  <a:cubicBezTo>
                    <a:pt x="643" y="295"/>
                    <a:pt x="645" y="290"/>
                    <a:pt x="646" y="290"/>
                  </a:cubicBezTo>
                  <a:cubicBezTo>
                    <a:pt x="651" y="287"/>
                    <a:pt x="648" y="297"/>
                    <a:pt x="645" y="296"/>
                  </a:cubicBezTo>
                  <a:close/>
                  <a:moveTo>
                    <a:pt x="644" y="284"/>
                  </a:moveTo>
                  <a:cubicBezTo>
                    <a:pt x="644" y="285"/>
                    <a:pt x="645" y="283"/>
                    <a:pt x="644" y="284"/>
                  </a:cubicBezTo>
                  <a:close/>
                  <a:moveTo>
                    <a:pt x="642" y="284"/>
                  </a:moveTo>
                  <a:cubicBezTo>
                    <a:pt x="642" y="284"/>
                    <a:pt x="643" y="283"/>
                    <a:pt x="644" y="284"/>
                  </a:cubicBezTo>
                  <a:cubicBezTo>
                    <a:pt x="646" y="285"/>
                    <a:pt x="641" y="287"/>
                    <a:pt x="642" y="284"/>
                  </a:cubicBezTo>
                  <a:close/>
                  <a:moveTo>
                    <a:pt x="642" y="317"/>
                  </a:moveTo>
                  <a:cubicBezTo>
                    <a:pt x="642" y="318"/>
                    <a:pt x="641" y="317"/>
                    <a:pt x="642" y="317"/>
                  </a:cubicBezTo>
                  <a:close/>
                  <a:moveTo>
                    <a:pt x="642" y="399"/>
                  </a:moveTo>
                  <a:cubicBezTo>
                    <a:pt x="643" y="399"/>
                    <a:pt x="640" y="402"/>
                    <a:pt x="641" y="400"/>
                  </a:cubicBezTo>
                  <a:cubicBezTo>
                    <a:pt x="641" y="400"/>
                    <a:pt x="641" y="399"/>
                    <a:pt x="642" y="399"/>
                  </a:cubicBezTo>
                  <a:close/>
                  <a:moveTo>
                    <a:pt x="641" y="283"/>
                  </a:moveTo>
                  <a:cubicBezTo>
                    <a:pt x="642" y="282"/>
                    <a:pt x="639" y="285"/>
                    <a:pt x="641" y="283"/>
                  </a:cubicBezTo>
                  <a:close/>
                  <a:moveTo>
                    <a:pt x="640" y="331"/>
                  </a:moveTo>
                  <a:cubicBezTo>
                    <a:pt x="640" y="331"/>
                    <a:pt x="640" y="331"/>
                    <a:pt x="640" y="331"/>
                  </a:cubicBezTo>
                  <a:cubicBezTo>
                    <a:pt x="640" y="331"/>
                    <a:pt x="640" y="332"/>
                    <a:pt x="640" y="331"/>
                  </a:cubicBezTo>
                  <a:close/>
                  <a:moveTo>
                    <a:pt x="640" y="338"/>
                  </a:moveTo>
                  <a:cubicBezTo>
                    <a:pt x="641" y="339"/>
                    <a:pt x="639" y="341"/>
                    <a:pt x="639" y="342"/>
                  </a:cubicBezTo>
                  <a:cubicBezTo>
                    <a:pt x="638" y="341"/>
                    <a:pt x="640" y="339"/>
                    <a:pt x="640" y="338"/>
                  </a:cubicBezTo>
                  <a:close/>
                  <a:moveTo>
                    <a:pt x="638" y="310"/>
                  </a:moveTo>
                  <a:cubicBezTo>
                    <a:pt x="638" y="309"/>
                    <a:pt x="639" y="312"/>
                    <a:pt x="638" y="310"/>
                  </a:cubicBezTo>
                  <a:close/>
                  <a:moveTo>
                    <a:pt x="638" y="342"/>
                  </a:moveTo>
                  <a:cubicBezTo>
                    <a:pt x="639" y="343"/>
                    <a:pt x="639" y="344"/>
                    <a:pt x="638" y="344"/>
                  </a:cubicBezTo>
                  <a:cubicBezTo>
                    <a:pt x="638" y="343"/>
                    <a:pt x="639" y="343"/>
                    <a:pt x="638" y="342"/>
                  </a:cubicBezTo>
                  <a:close/>
                  <a:moveTo>
                    <a:pt x="637" y="288"/>
                  </a:moveTo>
                  <a:cubicBezTo>
                    <a:pt x="638" y="289"/>
                    <a:pt x="637" y="289"/>
                    <a:pt x="637" y="290"/>
                  </a:cubicBezTo>
                  <a:cubicBezTo>
                    <a:pt x="636" y="290"/>
                    <a:pt x="637" y="289"/>
                    <a:pt x="637" y="288"/>
                  </a:cubicBezTo>
                  <a:close/>
                  <a:moveTo>
                    <a:pt x="637" y="346"/>
                  </a:moveTo>
                  <a:cubicBezTo>
                    <a:pt x="638" y="345"/>
                    <a:pt x="637" y="347"/>
                    <a:pt x="637" y="347"/>
                  </a:cubicBezTo>
                  <a:cubicBezTo>
                    <a:pt x="636" y="346"/>
                    <a:pt x="637" y="346"/>
                    <a:pt x="637" y="346"/>
                  </a:cubicBezTo>
                  <a:close/>
                  <a:moveTo>
                    <a:pt x="665" y="224"/>
                  </a:moveTo>
                  <a:cubicBezTo>
                    <a:pt x="665" y="225"/>
                    <a:pt x="664" y="226"/>
                    <a:pt x="662" y="227"/>
                  </a:cubicBezTo>
                  <a:cubicBezTo>
                    <a:pt x="663" y="226"/>
                    <a:pt x="664" y="225"/>
                    <a:pt x="665" y="224"/>
                  </a:cubicBezTo>
                  <a:close/>
                  <a:moveTo>
                    <a:pt x="661" y="224"/>
                  </a:moveTo>
                  <a:cubicBezTo>
                    <a:pt x="662" y="222"/>
                    <a:pt x="660" y="225"/>
                    <a:pt x="661" y="224"/>
                  </a:cubicBezTo>
                  <a:close/>
                  <a:moveTo>
                    <a:pt x="649" y="222"/>
                  </a:moveTo>
                  <a:cubicBezTo>
                    <a:pt x="651" y="224"/>
                    <a:pt x="647" y="225"/>
                    <a:pt x="649" y="222"/>
                  </a:cubicBezTo>
                  <a:close/>
                  <a:moveTo>
                    <a:pt x="633" y="251"/>
                  </a:moveTo>
                  <a:cubicBezTo>
                    <a:pt x="632" y="252"/>
                    <a:pt x="633" y="249"/>
                    <a:pt x="633" y="251"/>
                  </a:cubicBezTo>
                  <a:close/>
                  <a:moveTo>
                    <a:pt x="639" y="244"/>
                  </a:moveTo>
                  <a:cubicBezTo>
                    <a:pt x="640" y="245"/>
                    <a:pt x="640" y="248"/>
                    <a:pt x="640" y="250"/>
                  </a:cubicBezTo>
                  <a:cubicBezTo>
                    <a:pt x="638" y="248"/>
                    <a:pt x="639" y="246"/>
                    <a:pt x="639" y="244"/>
                  </a:cubicBezTo>
                  <a:close/>
                  <a:moveTo>
                    <a:pt x="636" y="224"/>
                  </a:moveTo>
                  <a:cubicBezTo>
                    <a:pt x="639" y="227"/>
                    <a:pt x="634" y="229"/>
                    <a:pt x="633" y="230"/>
                  </a:cubicBezTo>
                  <a:cubicBezTo>
                    <a:pt x="631" y="228"/>
                    <a:pt x="634" y="221"/>
                    <a:pt x="636" y="224"/>
                  </a:cubicBezTo>
                  <a:close/>
                  <a:moveTo>
                    <a:pt x="584" y="184"/>
                  </a:moveTo>
                  <a:cubicBezTo>
                    <a:pt x="584" y="184"/>
                    <a:pt x="584" y="185"/>
                    <a:pt x="584" y="185"/>
                  </a:cubicBezTo>
                  <a:cubicBezTo>
                    <a:pt x="585" y="188"/>
                    <a:pt x="581" y="186"/>
                    <a:pt x="584" y="184"/>
                  </a:cubicBezTo>
                  <a:close/>
                  <a:moveTo>
                    <a:pt x="522" y="137"/>
                  </a:moveTo>
                  <a:cubicBezTo>
                    <a:pt x="522" y="138"/>
                    <a:pt x="520" y="138"/>
                    <a:pt x="520" y="138"/>
                  </a:cubicBezTo>
                  <a:cubicBezTo>
                    <a:pt x="520" y="137"/>
                    <a:pt x="521" y="137"/>
                    <a:pt x="522" y="137"/>
                  </a:cubicBezTo>
                  <a:close/>
                  <a:moveTo>
                    <a:pt x="518" y="129"/>
                  </a:moveTo>
                  <a:cubicBezTo>
                    <a:pt x="518" y="129"/>
                    <a:pt x="518" y="129"/>
                    <a:pt x="518" y="129"/>
                  </a:cubicBezTo>
                  <a:cubicBezTo>
                    <a:pt x="519" y="131"/>
                    <a:pt x="516" y="128"/>
                    <a:pt x="518" y="129"/>
                  </a:cubicBezTo>
                  <a:close/>
                  <a:moveTo>
                    <a:pt x="513" y="127"/>
                  </a:moveTo>
                  <a:cubicBezTo>
                    <a:pt x="513" y="128"/>
                    <a:pt x="511" y="128"/>
                    <a:pt x="511" y="127"/>
                  </a:cubicBezTo>
                  <a:cubicBezTo>
                    <a:pt x="511" y="127"/>
                    <a:pt x="513" y="126"/>
                    <a:pt x="513" y="127"/>
                  </a:cubicBezTo>
                  <a:close/>
                  <a:moveTo>
                    <a:pt x="509" y="137"/>
                  </a:moveTo>
                  <a:cubicBezTo>
                    <a:pt x="510" y="137"/>
                    <a:pt x="509" y="138"/>
                    <a:pt x="508" y="137"/>
                  </a:cubicBezTo>
                  <a:cubicBezTo>
                    <a:pt x="508" y="137"/>
                    <a:pt x="509" y="136"/>
                    <a:pt x="509" y="137"/>
                  </a:cubicBezTo>
                  <a:close/>
                  <a:moveTo>
                    <a:pt x="484" y="708"/>
                  </a:moveTo>
                  <a:cubicBezTo>
                    <a:pt x="483" y="705"/>
                    <a:pt x="489" y="705"/>
                    <a:pt x="490" y="705"/>
                  </a:cubicBezTo>
                  <a:cubicBezTo>
                    <a:pt x="490" y="705"/>
                    <a:pt x="485" y="709"/>
                    <a:pt x="484" y="708"/>
                  </a:cubicBezTo>
                  <a:close/>
                  <a:moveTo>
                    <a:pt x="486" y="289"/>
                  </a:moveTo>
                  <a:cubicBezTo>
                    <a:pt x="485" y="290"/>
                    <a:pt x="484" y="289"/>
                    <a:pt x="485" y="289"/>
                  </a:cubicBezTo>
                  <a:cubicBezTo>
                    <a:pt x="485" y="287"/>
                    <a:pt x="486" y="289"/>
                    <a:pt x="486" y="289"/>
                  </a:cubicBezTo>
                  <a:close/>
                  <a:moveTo>
                    <a:pt x="486" y="592"/>
                  </a:moveTo>
                  <a:cubicBezTo>
                    <a:pt x="486" y="590"/>
                    <a:pt x="488" y="591"/>
                    <a:pt x="486" y="592"/>
                  </a:cubicBezTo>
                  <a:close/>
                  <a:moveTo>
                    <a:pt x="484" y="157"/>
                  </a:moveTo>
                  <a:cubicBezTo>
                    <a:pt x="483" y="157"/>
                    <a:pt x="485" y="155"/>
                    <a:pt x="485" y="157"/>
                  </a:cubicBezTo>
                  <a:cubicBezTo>
                    <a:pt x="485" y="156"/>
                    <a:pt x="485" y="158"/>
                    <a:pt x="484" y="157"/>
                  </a:cubicBezTo>
                  <a:close/>
                  <a:moveTo>
                    <a:pt x="492" y="682"/>
                  </a:moveTo>
                  <a:cubicBezTo>
                    <a:pt x="489" y="683"/>
                    <a:pt x="487" y="685"/>
                    <a:pt x="485" y="685"/>
                  </a:cubicBezTo>
                  <a:cubicBezTo>
                    <a:pt x="482" y="685"/>
                    <a:pt x="487" y="682"/>
                    <a:pt x="487" y="682"/>
                  </a:cubicBezTo>
                  <a:cubicBezTo>
                    <a:pt x="489" y="682"/>
                    <a:pt x="490" y="682"/>
                    <a:pt x="492" y="682"/>
                  </a:cubicBezTo>
                  <a:cubicBezTo>
                    <a:pt x="492" y="682"/>
                    <a:pt x="493" y="682"/>
                    <a:pt x="494" y="682"/>
                  </a:cubicBezTo>
                  <a:cubicBezTo>
                    <a:pt x="493" y="682"/>
                    <a:pt x="492" y="682"/>
                    <a:pt x="492" y="682"/>
                  </a:cubicBezTo>
                  <a:close/>
                  <a:moveTo>
                    <a:pt x="488" y="242"/>
                  </a:moveTo>
                  <a:cubicBezTo>
                    <a:pt x="490" y="244"/>
                    <a:pt x="486" y="242"/>
                    <a:pt x="488" y="242"/>
                  </a:cubicBezTo>
                  <a:close/>
                  <a:moveTo>
                    <a:pt x="491" y="215"/>
                  </a:moveTo>
                  <a:cubicBezTo>
                    <a:pt x="491" y="215"/>
                    <a:pt x="493" y="214"/>
                    <a:pt x="492" y="215"/>
                  </a:cubicBezTo>
                  <a:cubicBezTo>
                    <a:pt x="492" y="216"/>
                    <a:pt x="491" y="215"/>
                    <a:pt x="491" y="215"/>
                  </a:cubicBezTo>
                  <a:close/>
                  <a:moveTo>
                    <a:pt x="492" y="262"/>
                  </a:moveTo>
                  <a:cubicBezTo>
                    <a:pt x="493" y="262"/>
                    <a:pt x="491" y="263"/>
                    <a:pt x="491" y="262"/>
                  </a:cubicBezTo>
                  <a:cubicBezTo>
                    <a:pt x="491" y="262"/>
                    <a:pt x="492" y="262"/>
                    <a:pt x="492" y="262"/>
                  </a:cubicBezTo>
                  <a:close/>
                  <a:moveTo>
                    <a:pt x="494" y="708"/>
                  </a:moveTo>
                  <a:cubicBezTo>
                    <a:pt x="494" y="708"/>
                    <a:pt x="494" y="708"/>
                    <a:pt x="495" y="709"/>
                  </a:cubicBezTo>
                  <a:cubicBezTo>
                    <a:pt x="495" y="709"/>
                    <a:pt x="495" y="709"/>
                    <a:pt x="494" y="708"/>
                  </a:cubicBezTo>
                  <a:close/>
                  <a:moveTo>
                    <a:pt x="492" y="616"/>
                  </a:moveTo>
                  <a:cubicBezTo>
                    <a:pt x="492" y="614"/>
                    <a:pt x="495" y="615"/>
                    <a:pt x="495" y="616"/>
                  </a:cubicBezTo>
                  <a:cubicBezTo>
                    <a:pt x="495" y="617"/>
                    <a:pt x="492" y="618"/>
                    <a:pt x="492" y="616"/>
                  </a:cubicBezTo>
                  <a:close/>
                  <a:moveTo>
                    <a:pt x="493" y="299"/>
                  </a:moveTo>
                  <a:cubicBezTo>
                    <a:pt x="493" y="299"/>
                    <a:pt x="494" y="298"/>
                    <a:pt x="494" y="298"/>
                  </a:cubicBezTo>
                  <a:cubicBezTo>
                    <a:pt x="494" y="298"/>
                    <a:pt x="493" y="300"/>
                    <a:pt x="493" y="299"/>
                  </a:cubicBezTo>
                  <a:close/>
                  <a:moveTo>
                    <a:pt x="498" y="330"/>
                  </a:moveTo>
                  <a:cubicBezTo>
                    <a:pt x="498" y="330"/>
                    <a:pt x="498" y="330"/>
                    <a:pt x="498" y="330"/>
                  </a:cubicBezTo>
                  <a:cubicBezTo>
                    <a:pt x="498" y="330"/>
                    <a:pt x="498" y="330"/>
                    <a:pt x="498" y="330"/>
                  </a:cubicBezTo>
                  <a:close/>
                  <a:moveTo>
                    <a:pt x="493" y="278"/>
                  </a:moveTo>
                  <a:cubicBezTo>
                    <a:pt x="494" y="274"/>
                    <a:pt x="496" y="270"/>
                    <a:pt x="498" y="267"/>
                  </a:cubicBezTo>
                  <a:cubicBezTo>
                    <a:pt x="498" y="269"/>
                    <a:pt x="495" y="276"/>
                    <a:pt x="493" y="278"/>
                  </a:cubicBezTo>
                  <a:close/>
                  <a:moveTo>
                    <a:pt x="493" y="238"/>
                  </a:moveTo>
                  <a:cubicBezTo>
                    <a:pt x="493" y="237"/>
                    <a:pt x="494" y="237"/>
                    <a:pt x="494" y="238"/>
                  </a:cubicBezTo>
                  <a:cubicBezTo>
                    <a:pt x="494" y="239"/>
                    <a:pt x="493" y="238"/>
                    <a:pt x="493" y="238"/>
                  </a:cubicBezTo>
                  <a:close/>
                  <a:moveTo>
                    <a:pt x="496" y="258"/>
                  </a:moveTo>
                  <a:cubicBezTo>
                    <a:pt x="499" y="254"/>
                    <a:pt x="498" y="251"/>
                    <a:pt x="501" y="248"/>
                  </a:cubicBezTo>
                  <a:cubicBezTo>
                    <a:pt x="500" y="251"/>
                    <a:pt x="499" y="257"/>
                    <a:pt x="496" y="258"/>
                  </a:cubicBezTo>
                  <a:close/>
                  <a:moveTo>
                    <a:pt x="500" y="217"/>
                  </a:moveTo>
                  <a:cubicBezTo>
                    <a:pt x="501" y="216"/>
                    <a:pt x="502" y="217"/>
                    <a:pt x="500" y="217"/>
                  </a:cubicBezTo>
                  <a:close/>
                  <a:moveTo>
                    <a:pt x="506" y="320"/>
                  </a:moveTo>
                  <a:cubicBezTo>
                    <a:pt x="506" y="322"/>
                    <a:pt x="507" y="319"/>
                    <a:pt x="506" y="320"/>
                  </a:cubicBezTo>
                  <a:close/>
                  <a:moveTo>
                    <a:pt x="511" y="216"/>
                  </a:moveTo>
                  <a:cubicBezTo>
                    <a:pt x="510" y="216"/>
                    <a:pt x="510" y="214"/>
                    <a:pt x="511" y="215"/>
                  </a:cubicBezTo>
                  <a:cubicBezTo>
                    <a:pt x="511" y="215"/>
                    <a:pt x="511" y="216"/>
                    <a:pt x="511" y="216"/>
                  </a:cubicBezTo>
                  <a:close/>
                  <a:moveTo>
                    <a:pt x="511" y="278"/>
                  </a:moveTo>
                  <a:cubicBezTo>
                    <a:pt x="512" y="275"/>
                    <a:pt x="514" y="275"/>
                    <a:pt x="511" y="278"/>
                  </a:cubicBezTo>
                  <a:close/>
                  <a:moveTo>
                    <a:pt x="511" y="668"/>
                  </a:moveTo>
                  <a:cubicBezTo>
                    <a:pt x="510" y="668"/>
                    <a:pt x="509" y="668"/>
                    <a:pt x="509" y="667"/>
                  </a:cubicBezTo>
                  <a:cubicBezTo>
                    <a:pt x="509" y="666"/>
                    <a:pt x="511" y="667"/>
                    <a:pt x="511" y="668"/>
                  </a:cubicBezTo>
                  <a:close/>
                  <a:moveTo>
                    <a:pt x="509" y="255"/>
                  </a:moveTo>
                  <a:cubicBezTo>
                    <a:pt x="509" y="255"/>
                    <a:pt x="509" y="254"/>
                    <a:pt x="509" y="254"/>
                  </a:cubicBezTo>
                  <a:cubicBezTo>
                    <a:pt x="511" y="255"/>
                    <a:pt x="508" y="256"/>
                    <a:pt x="509" y="255"/>
                  </a:cubicBezTo>
                  <a:close/>
                  <a:moveTo>
                    <a:pt x="507" y="244"/>
                  </a:moveTo>
                  <a:cubicBezTo>
                    <a:pt x="507" y="244"/>
                    <a:pt x="509" y="242"/>
                    <a:pt x="509" y="243"/>
                  </a:cubicBezTo>
                  <a:cubicBezTo>
                    <a:pt x="510" y="244"/>
                    <a:pt x="508" y="245"/>
                    <a:pt x="507" y="244"/>
                  </a:cubicBezTo>
                  <a:close/>
                  <a:moveTo>
                    <a:pt x="508" y="683"/>
                  </a:moveTo>
                  <a:cubicBezTo>
                    <a:pt x="508" y="682"/>
                    <a:pt x="512" y="682"/>
                    <a:pt x="512" y="683"/>
                  </a:cubicBezTo>
                  <a:cubicBezTo>
                    <a:pt x="511" y="685"/>
                    <a:pt x="509" y="684"/>
                    <a:pt x="508" y="683"/>
                  </a:cubicBezTo>
                  <a:close/>
                  <a:moveTo>
                    <a:pt x="508" y="677"/>
                  </a:moveTo>
                  <a:cubicBezTo>
                    <a:pt x="509" y="673"/>
                    <a:pt x="516" y="676"/>
                    <a:pt x="516" y="678"/>
                  </a:cubicBezTo>
                  <a:cubicBezTo>
                    <a:pt x="516" y="681"/>
                    <a:pt x="508" y="681"/>
                    <a:pt x="508" y="677"/>
                  </a:cubicBezTo>
                  <a:close/>
                  <a:moveTo>
                    <a:pt x="512" y="416"/>
                  </a:moveTo>
                  <a:cubicBezTo>
                    <a:pt x="513" y="414"/>
                    <a:pt x="515" y="411"/>
                    <a:pt x="518" y="409"/>
                  </a:cubicBezTo>
                  <a:cubicBezTo>
                    <a:pt x="516" y="412"/>
                    <a:pt x="514" y="415"/>
                    <a:pt x="512" y="416"/>
                  </a:cubicBezTo>
                  <a:close/>
                  <a:moveTo>
                    <a:pt x="513" y="311"/>
                  </a:moveTo>
                  <a:cubicBezTo>
                    <a:pt x="515" y="312"/>
                    <a:pt x="512" y="312"/>
                    <a:pt x="513" y="311"/>
                  </a:cubicBezTo>
                  <a:close/>
                  <a:moveTo>
                    <a:pt x="514" y="217"/>
                  </a:moveTo>
                  <a:cubicBezTo>
                    <a:pt x="515" y="218"/>
                    <a:pt x="514" y="219"/>
                    <a:pt x="513" y="219"/>
                  </a:cubicBezTo>
                  <a:cubicBezTo>
                    <a:pt x="513" y="219"/>
                    <a:pt x="514" y="218"/>
                    <a:pt x="514" y="217"/>
                  </a:cubicBezTo>
                  <a:close/>
                  <a:moveTo>
                    <a:pt x="515" y="326"/>
                  </a:moveTo>
                  <a:cubicBezTo>
                    <a:pt x="516" y="324"/>
                    <a:pt x="516" y="328"/>
                    <a:pt x="515" y="327"/>
                  </a:cubicBezTo>
                  <a:cubicBezTo>
                    <a:pt x="514" y="327"/>
                    <a:pt x="515" y="326"/>
                    <a:pt x="515" y="326"/>
                  </a:cubicBezTo>
                  <a:close/>
                  <a:moveTo>
                    <a:pt x="518" y="234"/>
                  </a:moveTo>
                  <a:cubicBezTo>
                    <a:pt x="520" y="232"/>
                    <a:pt x="516" y="235"/>
                    <a:pt x="518" y="234"/>
                  </a:cubicBezTo>
                  <a:close/>
                  <a:moveTo>
                    <a:pt x="518" y="278"/>
                  </a:moveTo>
                  <a:cubicBezTo>
                    <a:pt x="518" y="277"/>
                    <a:pt x="519" y="277"/>
                    <a:pt x="519" y="278"/>
                  </a:cubicBezTo>
                  <a:cubicBezTo>
                    <a:pt x="519" y="278"/>
                    <a:pt x="518" y="278"/>
                    <a:pt x="518" y="278"/>
                  </a:cubicBezTo>
                  <a:close/>
                  <a:moveTo>
                    <a:pt x="519" y="387"/>
                  </a:moveTo>
                  <a:cubicBezTo>
                    <a:pt x="517" y="386"/>
                    <a:pt x="519" y="383"/>
                    <a:pt x="520" y="383"/>
                  </a:cubicBezTo>
                  <a:cubicBezTo>
                    <a:pt x="524" y="381"/>
                    <a:pt x="521" y="388"/>
                    <a:pt x="519" y="387"/>
                  </a:cubicBezTo>
                  <a:close/>
                  <a:moveTo>
                    <a:pt x="520" y="232"/>
                  </a:moveTo>
                  <a:cubicBezTo>
                    <a:pt x="522" y="230"/>
                    <a:pt x="519" y="233"/>
                    <a:pt x="520" y="232"/>
                  </a:cubicBezTo>
                  <a:close/>
                  <a:moveTo>
                    <a:pt x="523" y="431"/>
                  </a:moveTo>
                  <a:cubicBezTo>
                    <a:pt x="522" y="432"/>
                    <a:pt x="524" y="429"/>
                    <a:pt x="523" y="431"/>
                  </a:cubicBezTo>
                  <a:close/>
                  <a:moveTo>
                    <a:pt x="523" y="374"/>
                  </a:moveTo>
                  <a:cubicBezTo>
                    <a:pt x="522" y="374"/>
                    <a:pt x="524" y="373"/>
                    <a:pt x="523" y="374"/>
                  </a:cubicBezTo>
                  <a:close/>
                  <a:moveTo>
                    <a:pt x="523" y="295"/>
                  </a:moveTo>
                  <a:cubicBezTo>
                    <a:pt x="523" y="295"/>
                    <a:pt x="523" y="294"/>
                    <a:pt x="523" y="294"/>
                  </a:cubicBezTo>
                  <a:cubicBezTo>
                    <a:pt x="523" y="294"/>
                    <a:pt x="523" y="294"/>
                    <a:pt x="523" y="294"/>
                  </a:cubicBezTo>
                  <a:cubicBezTo>
                    <a:pt x="523" y="295"/>
                    <a:pt x="523" y="295"/>
                    <a:pt x="523" y="295"/>
                  </a:cubicBezTo>
                  <a:close/>
                  <a:moveTo>
                    <a:pt x="524" y="296"/>
                  </a:moveTo>
                  <a:cubicBezTo>
                    <a:pt x="525" y="296"/>
                    <a:pt x="525" y="296"/>
                    <a:pt x="525" y="296"/>
                  </a:cubicBezTo>
                  <a:cubicBezTo>
                    <a:pt x="526" y="298"/>
                    <a:pt x="523" y="296"/>
                    <a:pt x="524" y="296"/>
                  </a:cubicBezTo>
                  <a:close/>
                  <a:moveTo>
                    <a:pt x="525" y="266"/>
                  </a:moveTo>
                  <a:cubicBezTo>
                    <a:pt x="525" y="264"/>
                    <a:pt x="531" y="263"/>
                    <a:pt x="530" y="267"/>
                  </a:cubicBezTo>
                  <a:cubicBezTo>
                    <a:pt x="529" y="269"/>
                    <a:pt x="525" y="268"/>
                    <a:pt x="525" y="266"/>
                  </a:cubicBezTo>
                  <a:close/>
                  <a:moveTo>
                    <a:pt x="527" y="276"/>
                  </a:moveTo>
                  <a:cubicBezTo>
                    <a:pt x="527" y="275"/>
                    <a:pt x="527" y="275"/>
                    <a:pt x="528" y="275"/>
                  </a:cubicBezTo>
                  <a:cubicBezTo>
                    <a:pt x="529" y="275"/>
                    <a:pt x="526" y="277"/>
                    <a:pt x="527" y="276"/>
                  </a:cubicBezTo>
                  <a:close/>
                  <a:moveTo>
                    <a:pt x="527" y="671"/>
                  </a:move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ubicBezTo>
                    <a:pt x="527" y="671"/>
                    <a:pt x="527" y="671"/>
                    <a:pt x="527" y="671"/>
                  </a:cubicBezTo>
                  <a:close/>
                  <a:moveTo>
                    <a:pt x="527" y="391"/>
                  </a:moveTo>
                  <a:cubicBezTo>
                    <a:pt x="527" y="390"/>
                    <a:pt x="528" y="389"/>
                    <a:pt x="528" y="388"/>
                  </a:cubicBezTo>
                  <a:cubicBezTo>
                    <a:pt x="529" y="389"/>
                    <a:pt x="527" y="390"/>
                    <a:pt x="527" y="391"/>
                  </a:cubicBezTo>
                  <a:close/>
                  <a:moveTo>
                    <a:pt x="530" y="630"/>
                  </a:moveTo>
                  <a:cubicBezTo>
                    <a:pt x="531" y="629"/>
                    <a:pt x="534" y="629"/>
                    <a:pt x="536" y="628"/>
                  </a:cubicBezTo>
                  <a:cubicBezTo>
                    <a:pt x="535" y="630"/>
                    <a:pt x="532" y="630"/>
                    <a:pt x="530" y="630"/>
                  </a:cubicBezTo>
                  <a:close/>
                  <a:moveTo>
                    <a:pt x="531" y="370"/>
                  </a:moveTo>
                  <a:cubicBezTo>
                    <a:pt x="531" y="372"/>
                    <a:pt x="529" y="371"/>
                    <a:pt x="531" y="370"/>
                  </a:cubicBezTo>
                  <a:close/>
                  <a:moveTo>
                    <a:pt x="531" y="366"/>
                  </a:moveTo>
                  <a:cubicBezTo>
                    <a:pt x="531" y="366"/>
                    <a:pt x="531" y="366"/>
                    <a:pt x="531" y="366"/>
                  </a:cubicBezTo>
                  <a:cubicBezTo>
                    <a:pt x="533" y="366"/>
                    <a:pt x="530" y="368"/>
                    <a:pt x="531" y="366"/>
                  </a:cubicBezTo>
                  <a:close/>
                  <a:moveTo>
                    <a:pt x="534" y="304"/>
                  </a:moveTo>
                  <a:cubicBezTo>
                    <a:pt x="534" y="305"/>
                    <a:pt x="532" y="305"/>
                    <a:pt x="532" y="305"/>
                  </a:cubicBezTo>
                  <a:cubicBezTo>
                    <a:pt x="532" y="304"/>
                    <a:pt x="533" y="303"/>
                    <a:pt x="534" y="304"/>
                  </a:cubicBezTo>
                  <a:close/>
                  <a:moveTo>
                    <a:pt x="532" y="287"/>
                  </a:moveTo>
                  <a:cubicBezTo>
                    <a:pt x="532" y="287"/>
                    <a:pt x="533" y="287"/>
                    <a:pt x="533" y="287"/>
                  </a:cubicBezTo>
                  <a:cubicBezTo>
                    <a:pt x="534" y="287"/>
                    <a:pt x="532" y="288"/>
                    <a:pt x="532" y="287"/>
                  </a:cubicBezTo>
                  <a:close/>
                  <a:moveTo>
                    <a:pt x="540" y="437"/>
                  </a:moveTo>
                  <a:cubicBezTo>
                    <a:pt x="539" y="439"/>
                    <a:pt x="538" y="442"/>
                    <a:pt x="536" y="443"/>
                  </a:cubicBezTo>
                  <a:cubicBezTo>
                    <a:pt x="536" y="442"/>
                    <a:pt x="538" y="439"/>
                    <a:pt x="540" y="437"/>
                  </a:cubicBezTo>
                  <a:close/>
                  <a:moveTo>
                    <a:pt x="538" y="243"/>
                  </a:moveTo>
                  <a:cubicBezTo>
                    <a:pt x="538" y="243"/>
                    <a:pt x="537" y="243"/>
                    <a:pt x="537" y="243"/>
                  </a:cubicBezTo>
                  <a:cubicBezTo>
                    <a:pt x="537" y="243"/>
                    <a:pt x="538" y="243"/>
                    <a:pt x="538" y="243"/>
                  </a:cubicBezTo>
                  <a:cubicBezTo>
                    <a:pt x="538" y="243"/>
                    <a:pt x="538" y="243"/>
                    <a:pt x="538" y="243"/>
                  </a:cubicBezTo>
                  <a:close/>
                  <a:moveTo>
                    <a:pt x="538" y="341"/>
                  </a:moveTo>
                  <a:cubicBezTo>
                    <a:pt x="539" y="339"/>
                    <a:pt x="537" y="342"/>
                    <a:pt x="538" y="341"/>
                  </a:cubicBezTo>
                  <a:close/>
                  <a:moveTo>
                    <a:pt x="538" y="243"/>
                  </a:moveTo>
                  <a:cubicBezTo>
                    <a:pt x="539" y="242"/>
                    <a:pt x="539" y="243"/>
                    <a:pt x="538" y="243"/>
                  </a:cubicBezTo>
                  <a:close/>
                  <a:moveTo>
                    <a:pt x="538" y="651"/>
                  </a:moveTo>
                  <a:cubicBezTo>
                    <a:pt x="537" y="653"/>
                    <a:pt x="537" y="650"/>
                    <a:pt x="538" y="651"/>
                  </a:cubicBezTo>
                  <a:close/>
                  <a:moveTo>
                    <a:pt x="538" y="627"/>
                  </a:moveTo>
                  <a:cubicBezTo>
                    <a:pt x="541" y="625"/>
                    <a:pt x="541" y="628"/>
                    <a:pt x="538" y="627"/>
                  </a:cubicBezTo>
                  <a:close/>
                  <a:moveTo>
                    <a:pt x="540" y="436"/>
                  </a:move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5"/>
                    <a:pt x="540" y="435"/>
                  </a:cubicBezTo>
                  <a:cubicBezTo>
                    <a:pt x="540" y="435"/>
                    <a:pt x="540" y="435"/>
                    <a:pt x="540" y="436"/>
                  </a:cubicBezTo>
                  <a:close/>
                  <a:moveTo>
                    <a:pt x="541" y="360"/>
                  </a:moveTo>
                  <a:cubicBezTo>
                    <a:pt x="541" y="359"/>
                    <a:pt x="541" y="358"/>
                    <a:pt x="542" y="359"/>
                  </a:cubicBezTo>
                  <a:cubicBezTo>
                    <a:pt x="544" y="359"/>
                    <a:pt x="539" y="361"/>
                    <a:pt x="541" y="360"/>
                  </a:cubicBezTo>
                  <a:close/>
                  <a:moveTo>
                    <a:pt x="542" y="374"/>
                  </a:moveTo>
                  <a:cubicBezTo>
                    <a:pt x="542" y="375"/>
                    <a:pt x="542" y="376"/>
                    <a:pt x="540" y="376"/>
                  </a:cubicBezTo>
                  <a:cubicBezTo>
                    <a:pt x="541" y="375"/>
                    <a:pt x="541" y="375"/>
                    <a:pt x="542" y="374"/>
                  </a:cubicBezTo>
                  <a:close/>
                  <a:moveTo>
                    <a:pt x="541" y="481"/>
                  </a:moveTo>
                  <a:cubicBezTo>
                    <a:pt x="541" y="481"/>
                    <a:pt x="542" y="479"/>
                    <a:pt x="542" y="478"/>
                  </a:cubicBezTo>
                  <a:cubicBezTo>
                    <a:pt x="543" y="480"/>
                    <a:pt x="541" y="480"/>
                    <a:pt x="541" y="481"/>
                  </a:cubicBezTo>
                  <a:close/>
                  <a:moveTo>
                    <a:pt x="545" y="428"/>
                  </a:moveTo>
                  <a:cubicBezTo>
                    <a:pt x="545" y="429"/>
                    <a:pt x="543" y="432"/>
                    <a:pt x="541" y="434"/>
                  </a:cubicBezTo>
                  <a:cubicBezTo>
                    <a:pt x="542" y="431"/>
                    <a:pt x="547" y="424"/>
                    <a:pt x="545" y="428"/>
                  </a:cubicBezTo>
                  <a:close/>
                  <a:moveTo>
                    <a:pt x="543" y="373"/>
                  </a:moveTo>
                  <a:cubicBezTo>
                    <a:pt x="544" y="374"/>
                    <a:pt x="542" y="374"/>
                    <a:pt x="543" y="373"/>
                  </a:cubicBezTo>
                  <a:close/>
                  <a:moveTo>
                    <a:pt x="554" y="422"/>
                  </a:moveTo>
                  <a:cubicBezTo>
                    <a:pt x="555" y="421"/>
                    <a:pt x="555" y="420"/>
                    <a:pt x="555" y="420"/>
                  </a:cubicBezTo>
                  <a:cubicBezTo>
                    <a:pt x="555" y="421"/>
                    <a:pt x="555" y="421"/>
                    <a:pt x="554" y="422"/>
                  </a:cubicBezTo>
                  <a:close/>
                  <a:moveTo>
                    <a:pt x="556" y="397"/>
                  </a:moveTo>
                  <a:cubicBezTo>
                    <a:pt x="556" y="396"/>
                    <a:pt x="557" y="395"/>
                    <a:pt x="558" y="394"/>
                  </a:cubicBezTo>
                  <a:cubicBezTo>
                    <a:pt x="558" y="395"/>
                    <a:pt x="557" y="397"/>
                    <a:pt x="556" y="397"/>
                  </a:cubicBezTo>
                  <a:close/>
                  <a:moveTo>
                    <a:pt x="559" y="393"/>
                  </a:moveTo>
                  <a:cubicBezTo>
                    <a:pt x="558" y="392"/>
                    <a:pt x="560" y="391"/>
                    <a:pt x="559" y="393"/>
                  </a:cubicBezTo>
                  <a:close/>
                  <a:moveTo>
                    <a:pt x="556" y="329"/>
                  </a:moveTo>
                  <a:cubicBezTo>
                    <a:pt x="557" y="327"/>
                    <a:pt x="559" y="327"/>
                    <a:pt x="561" y="325"/>
                  </a:cubicBezTo>
                  <a:cubicBezTo>
                    <a:pt x="564" y="321"/>
                    <a:pt x="566" y="316"/>
                    <a:pt x="570" y="314"/>
                  </a:cubicBezTo>
                  <a:cubicBezTo>
                    <a:pt x="570" y="318"/>
                    <a:pt x="564" y="320"/>
                    <a:pt x="563" y="323"/>
                  </a:cubicBezTo>
                  <a:cubicBezTo>
                    <a:pt x="562" y="325"/>
                    <a:pt x="558" y="330"/>
                    <a:pt x="556" y="332"/>
                  </a:cubicBezTo>
                  <a:cubicBezTo>
                    <a:pt x="556" y="332"/>
                    <a:pt x="556" y="334"/>
                    <a:pt x="554" y="333"/>
                  </a:cubicBezTo>
                  <a:cubicBezTo>
                    <a:pt x="553" y="332"/>
                    <a:pt x="556" y="329"/>
                    <a:pt x="556" y="329"/>
                  </a:cubicBezTo>
                  <a:close/>
                  <a:moveTo>
                    <a:pt x="553" y="269"/>
                  </a:moveTo>
                  <a:cubicBezTo>
                    <a:pt x="552" y="268"/>
                    <a:pt x="553" y="267"/>
                    <a:pt x="554" y="267"/>
                  </a:cubicBezTo>
                  <a:cubicBezTo>
                    <a:pt x="556" y="265"/>
                    <a:pt x="555" y="270"/>
                    <a:pt x="553" y="269"/>
                  </a:cubicBezTo>
                  <a:close/>
                  <a:moveTo>
                    <a:pt x="559" y="305"/>
                  </a:moveTo>
                  <a:cubicBezTo>
                    <a:pt x="559" y="306"/>
                    <a:pt x="560" y="304"/>
                    <a:pt x="559" y="305"/>
                  </a:cubicBezTo>
                  <a:close/>
                  <a:moveTo>
                    <a:pt x="557" y="240"/>
                  </a:moveTo>
                  <a:cubicBezTo>
                    <a:pt x="557" y="239"/>
                    <a:pt x="559" y="238"/>
                    <a:pt x="560" y="239"/>
                  </a:cubicBezTo>
                  <a:cubicBezTo>
                    <a:pt x="560" y="241"/>
                    <a:pt x="558" y="240"/>
                    <a:pt x="557" y="240"/>
                  </a:cubicBezTo>
                  <a:close/>
                  <a:moveTo>
                    <a:pt x="562" y="297"/>
                  </a:moveTo>
                  <a:cubicBezTo>
                    <a:pt x="562" y="297"/>
                    <a:pt x="562" y="297"/>
                    <a:pt x="562" y="297"/>
                  </a:cubicBezTo>
                  <a:cubicBezTo>
                    <a:pt x="563" y="294"/>
                    <a:pt x="562" y="300"/>
                    <a:pt x="562" y="297"/>
                  </a:cubicBezTo>
                  <a:close/>
                  <a:moveTo>
                    <a:pt x="566" y="259"/>
                  </a:moveTo>
                  <a:cubicBezTo>
                    <a:pt x="566" y="259"/>
                    <a:pt x="565" y="260"/>
                    <a:pt x="564" y="260"/>
                  </a:cubicBezTo>
                  <a:cubicBezTo>
                    <a:pt x="564" y="259"/>
                    <a:pt x="565" y="259"/>
                    <a:pt x="566" y="259"/>
                  </a:cubicBezTo>
                  <a:close/>
                  <a:moveTo>
                    <a:pt x="565" y="234"/>
                  </a:moveTo>
                  <a:cubicBezTo>
                    <a:pt x="565" y="234"/>
                    <a:pt x="565" y="235"/>
                    <a:pt x="565" y="235"/>
                  </a:cubicBezTo>
                  <a:cubicBezTo>
                    <a:pt x="564" y="235"/>
                    <a:pt x="565" y="234"/>
                    <a:pt x="565" y="234"/>
                  </a:cubicBezTo>
                  <a:close/>
                  <a:moveTo>
                    <a:pt x="567" y="309"/>
                  </a:moveTo>
                  <a:cubicBezTo>
                    <a:pt x="567" y="309"/>
                    <a:pt x="567" y="308"/>
                    <a:pt x="567" y="308"/>
                  </a:cubicBezTo>
                  <a:cubicBezTo>
                    <a:pt x="568" y="306"/>
                    <a:pt x="567" y="311"/>
                    <a:pt x="567" y="309"/>
                  </a:cubicBezTo>
                  <a:close/>
                  <a:moveTo>
                    <a:pt x="567" y="294"/>
                  </a:moveTo>
                  <a:cubicBezTo>
                    <a:pt x="568" y="293"/>
                    <a:pt x="567" y="295"/>
                    <a:pt x="567" y="294"/>
                  </a:cubicBezTo>
                  <a:close/>
                  <a:moveTo>
                    <a:pt x="569" y="229"/>
                  </a:moveTo>
                  <a:cubicBezTo>
                    <a:pt x="568" y="228"/>
                    <a:pt x="573" y="224"/>
                    <a:pt x="573" y="224"/>
                  </a:cubicBezTo>
                  <a:cubicBezTo>
                    <a:pt x="578" y="222"/>
                    <a:pt x="570" y="230"/>
                    <a:pt x="569" y="229"/>
                  </a:cubicBezTo>
                  <a:close/>
                  <a:moveTo>
                    <a:pt x="572" y="359"/>
                  </a:moveTo>
                  <a:cubicBezTo>
                    <a:pt x="572" y="359"/>
                    <a:pt x="571" y="359"/>
                    <a:pt x="571" y="360"/>
                  </a:cubicBezTo>
                  <a:cubicBezTo>
                    <a:pt x="571" y="360"/>
                    <a:pt x="571" y="360"/>
                    <a:pt x="571" y="360"/>
                  </a:cubicBezTo>
                  <a:cubicBezTo>
                    <a:pt x="571" y="360"/>
                    <a:pt x="572" y="359"/>
                    <a:pt x="572" y="359"/>
                  </a:cubicBezTo>
                  <a:close/>
                  <a:moveTo>
                    <a:pt x="569" y="301"/>
                  </a:moveTo>
                  <a:cubicBezTo>
                    <a:pt x="569" y="302"/>
                    <a:pt x="570" y="299"/>
                    <a:pt x="569" y="301"/>
                  </a:cubicBezTo>
                  <a:close/>
                  <a:moveTo>
                    <a:pt x="570" y="335"/>
                  </a:moveTo>
                  <a:cubicBezTo>
                    <a:pt x="569" y="336"/>
                    <a:pt x="568" y="337"/>
                    <a:pt x="567" y="339"/>
                  </a:cubicBezTo>
                  <a:cubicBezTo>
                    <a:pt x="567" y="337"/>
                    <a:pt x="568" y="336"/>
                    <a:pt x="570" y="335"/>
                  </a:cubicBezTo>
                  <a:close/>
                  <a:moveTo>
                    <a:pt x="560" y="391"/>
                  </a:moveTo>
                  <a:cubicBezTo>
                    <a:pt x="560" y="390"/>
                    <a:pt x="560" y="390"/>
                    <a:pt x="561" y="389"/>
                  </a:cubicBezTo>
                  <a:cubicBezTo>
                    <a:pt x="561" y="390"/>
                    <a:pt x="561" y="391"/>
                    <a:pt x="560" y="391"/>
                  </a:cubicBezTo>
                  <a:close/>
                  <a:moveTo>
                    <a:pt x="559" y="346"/>
                  </a:moveTo>
                  <a:cubicBezTo>
                    <a:pt x="560" y="344"/>
                    <a:pt x="562" y="343"/>
                    <a:pt x="564" y="341"/>
                  </a:cubicBezTo>
                  <a:cubicBezTo>
                    <a:pt x="563" y="343"/>
                    <a:pt x="561" y="345"/>
                    <a:pt x="559" y="346"/>
                  </a:cubicBezTo>
                  <a:close/>
                  <a:moveTo>
                    <a:pt x="565" y="358"/>
                  </a:moveTo>
                  <a:cubicBezTo>
                    <a:pt x="565" y="359"/>
                    <a:pt x="564" y="360"/>
                    <a:pt x="563" y="360"/>
                  </a:cubicBezTo>
                  <a:cubicBezTo>
                    <a:pt x="564" y="360"/>
                    <a:pt x="565" y="359"/>
                    <a:pt x="565" y="358"/>
                  </a:cubicBezTo>
                  <a:close/>
                  <a:moveTo>
                    <a:pt x="564" y="552"/>
                  </a:moveTo>
                  <a:cubicBezTo>
                    <a:pt x="563" y="551"/>
                    <a:pt x="565" y="550"/>
                    <a:pt x="565" y="549"/>
                  </a:cubicBezTo>
                  <a:cubicBezTo>
                    <a:pt x="565" y="550"/>
                    <a:pt x="565" y="551"/>
                    <a:pt x="564" y="552"/>
                  </a:cubicBezTo>
                  <a:close/>
                  <a:moveTo>
                    <a:pt x="566" y="450"/>
                  </a:moveTo>
                  <a:cubicBezTo>
                    <a:pt x="568" y="448"/>
                    <a:pt x="567" y="453"/>
                    <a:pt x="566" y="453"/>
                  </a:cubicBezTo>
                  <a:cubicBezTo>
                    <a:pt x="565" y="452"/>
                    <a:pt x="566" y="450"/>
                    <a:pt x="566" y="450"/>
                  </a:cubicBezTo>
                  <a:close/>
                  <a:moveTo>
                    <a:pt x="566" y="570"/>
                  </a:moveTo>
                  <a:cubicBezTo>
                    <a:pt x="566" y="570"/>
                    <a:pt x="567" y="570"/>
                    <a:pt x="567" y="570"/>
                  </a:cubicBezTo>
                  <a:cubicBezTo>
                    <a:pt x="568" y="570"/>
                    <a:pt x="566" y="571"/>
                    <a:pt x="566" y="570"/>
                  </a:cubicBezTo>
                  <a:close/>
                  <a:moveTo>
                    <a:pt x="569" y="442"/>
                  </a:moveTo>
                  <a:cubicBezTo>
                    <a:pt x="570" y="441"/>
                    <a:pt x="567" y="444"/>
                    <a:pt x="569" y="442"/>
                  </a:cubicBezTo>
                  <a:close/>
                  <a:moveTo>
                    <a:pt x="567" y="349"/>
                  </a:moveTo>
                  <a:cubicBezTo>
                    <a:pt x="567" y="349"/>
                    <a:pt x="567" y="347"/>
                    <a:pt x="568" y="347"/>
                  </a:cubicBezTo>
                  <a:cubicBezTo>
                    <a:pt x="570" y="344"/>
                    <a:pt x="569" y="350"/>
                    <a:pt x="567" y="349"/>
                  </a:cubicBezTo>
                  <a:close/>
                  <a:moveTo>
                    <a:pt x="571" y="537"/>
                  </a:moveTo>
                  <a:cubicBezTo>
                    <a:pt x="572" y="538"/>
                    <a:pt x="570" y="540"/>
                    <a:pt x="569" y="542"/>
                  </a:cubicBezTo>
                  <a:cubicBezTo>
                    <a:pt x="569" y="541"/>
                    <a:pt x="571" y="539"/>
                    <a:pt x="571" y="537"/>
                  </a:cubicBezTo>
                  <a:close/>
                  <a:moveTo>
                    <a:pt x="570" y="574"/>
                  </a:moveTo>
                  <a:cubicBezTo>
                    <a:pt x="569" y="574"/>
                    <a:pt x="570" y="571"/>
                    <a:pt x="570" y="571"/>
                  </a:cubicBezTo>
                  <a:cubicBezTo>
                    <a:pt x="573" y="569"/>
                    <a:pt x="572" y="575"/>
                    <a:pt x="570" y="574"/>
                  </a:cubicBezTo>
                  <a:close/>
                  <a:moveTo>
                    <a:pt x="572" y="501"/>
                  </a:moveTo>
                  <a:cubicBezTo>
                    <a:pt x="573" y="500"/>
                    <a:pt x="571" y="503"/>
                    <a:pt x="572" y="501"/>
                  </a:cubicBezTo>
                  <a:close/>
                  <a:moveTo>
                    <a:pt x="572" y="232"/>
                  </a:moveTo>
                  <a:cubicBezTo>
                    <a:pt x="572" y="231"/>
                    <a:pt x="574" y="230"/>
                    <a:pt x="574" y="231"/>
                  </a:cubicBezTo>
                  <a:cubicBezTo>
                    <a:pt x="575" y="232"/>
                    <a:pt x="573" y="233"/>
                    <a:pt x="572" y="232"/>
                  </a:cubicBezTo>
                  <a:close/>
                  <a:moveTo>
                    <a:pt x="574" y="385"/>
                  </a:moveTo>
                  <a:cubicBezTo>
                    <a:pt x="574" y="385"/>
                    <a:pt x="573" y="385"/>
                    <a:pt x="573" y="384"/>
                  </a:cubicBezTo>
                  <a:cubicBezTo>
                    <a:pt x="573" y="383"/>
                    <a:pt x="575" y="385"/>
                    <a:pt x="574" y="385"/>
                  </a:cubicBezTo>
                  <a:close/>
                  <a:moveTo>
                    <a:pt x="574" y="252"/>
                  </a:moveTo>
                  <a:cubicBezTo>
                    <a:pt x="573" y="251"/>
                    <a:pt x="574" y="250"/>
                    <a:pt x="574" y="250"/>
                  </a:cubicBezTo>
                  <a:cubicBezTo>
                    <a:pt x="576" y="249"/>
                    <a:pt x="575" y="252"/>
                    <a:pt x="574" y="252"/>
                  </a:cubicBezTo>
                  <a:close/>
                  <a:moveTo>
                    <a:pt x="576" y="495"/>
                  </a:moveTo>
                  <a:cubicBezTo>
                    <a:pt x="576" y="496"/>
                    <a:pt x="575" y="496"/>
                    <a:pt x="575" y="497"/>
                  </a:cubicBezTo>
                  <a:cubicBezTo>
                    <a:pt x="574" y="497"/>
                    <a:pt x="575" y="496"/>
                    <a:pt x="576" y="495"/>
                  </a:cubicBezTo>
                  <a:close/>
                  <a:moveTo>
                    <a:pt x="576" y="533"/>
                  </a:moveTo>
                  <a:cubicBezTo>
                    <a:pt x="575" y="533"/>
                    <a:pt x="577" y="532"/>
                    <a:pt x="576" y="533"/>
                  </a:cubicBezTo>
                  <a:close/>
                  <a:moveTo>
                    <a:pt x="577" y="315"/>
                  </a:moveTo>
                  <a:cubicBezTo>
                    <a:pt x="578" y="316"/>
                    <a:pt x="576" y="316"/>
                    <a:pt x="576" y="315"/>
                  </a:cubicBezTo>
                  <a:cubicBezTo>
                    <a:pt x="576" y="315"/>
                    <a:pt x="577" y="314"/>
                    <a:pt x="577" y="315"/>
                  </a:cubicBezTo>
                  <a:close/>
                  <a:moveTo>
                    <a:pt x="577" y="253"/>
                  </a:moveTo>
                  <a:cubicBezTo>
                    <a:pt x="578" y="252"/>
                    <a:pt x="577" y="254"/>
                    <a:pt x="577" y="253"/>
                  </a:cubicBezTo>
                  <a:close/>
                  <a:moveTo>
                    <a:pt x="581" y="538"/>
                  </a:moveTo>
                  <a:cubicBezTo>
                    <a:pt x="582" y="540"/>
                    <a:pt x="579" y="540"/>
                    <a:pt x="581" y="538"/>
                  </a:cubicBezTo>
                  <a:close/>
                  <a:moveTo>
                    <a:pt x="576" y="423"/>
                  </a:moveTo>
                  <a:cubicBezTo>
                    <a:pt x="579" y="421"/>
                    <a:pt x="580" y="415"/>
                    <a:pt x="583" y="415"/>
                  </a:cubicBezTo>
                  <a:cubicBezTo>
                    <a:pt x="582" y="415"/>
                    <a:pt x="580" y="422"/>
                    <a:pt x="576" y="423"/>
                  </a:cubicBezTo>
                  <a:close/>
                  <a:moveTo>
                    <a:pt x="581" y="348"/>
                  </a:moveTo>
                  <a:cubicBezTo>
                    <a:pt x="582" y="347"/>
                    <a:pt x="581" y="351"/>
                    <a:pt x="582" y="349"/>
                  </a:cubicBezTo>
                  <a:cubicBezTo>
                    <a:pt x="582" y="349"/>
                    <a:pt x="581" y="349"/>
                    <a:pt x="581" y="348"/>
                  </a:cubicBezTo>
                  <a:close/>
                  <a:moveTo>
                    <a:pt x="583" y="310"/>
                  </a:moveTo>
                  <a:cubicBezTo>
                    <a:pt x="581" y="309"/>
                    <a:pt x="583" y="305"/>
                    <a:pt x="584" y="305"/>
                  </a:cubicBezTo>
                  <a:cubicBezTo>
                    <a:pt x="588" y="302"/>
                    <a:pt x="586" y="312"/>
                    <a:pt x="583" y="310"/>
                  </a:cubicBezTo>
                  <a:close/>
                  <a:moveTo>
                    <a:pt x="585" y="506"/>
                  </a:moveTo>
                  <a:cubicBezTo>
                    <a:pt x="585" y="507"/>
                    <a:pt x="585" y="506"/>
                    <a:pt x="586" y="506"/>
                  </a:cubicBezTo>
                  <a:cubicBezTo>
                    <a:pt x="586" y="506"/>
                    <a:pt x="586" y="506"/>
                    <a:pt x="585" y="506"/>
                  </a:cubicBezTo>
                  <a:close/>
                  <a:moveTo>
                    <a:pt x="586" y="505"/>
                  </a:moveTo>
                  <a:cubicBezTo>
                    <a:pt x="584" y="505"/>
                    <a:pt x="586" y="500"/>
                    <a:pt x="587" y="500"/>
                  </a:cubicBezTo>
                  <a:cubicBezTo>
                    <a:pt x="589" y="499"/>
                    <a:pt x="588" y="506"/>
                    <a:pt x="586" y="505"/>
                  </a:cubicBezTo>
                  <a:close/>
                  <a:moveTo>
                    <a:pt x="587" y="431"/>
                  </a:moveTo>
                  <a:cubicBezTo>
                    <a:pt x="587" y="431"/>
                    <a:pt x="587" y="431"/>
                    <a:pt x="587" y="430"/>
                  </a:cubicBezTo>
                  <a:cubicBezTo>
                    <a:pt x="588" y="429"/>
                    <a:pt x="587" y="430"/>
                    <a:pt x="587" y="431"/>
                  </a:cubicBezTo>
                  <a:close/>
                  <a:moveTo>
                    <a:pt x="584" y="371"/>
                  </a:moveTo>
                  <a:cubicBezTo>
                    <a:pt x="587" y="368"/>
                    <a:pt x="589" y="364"/>
                    <a:pt x="593" y="361"/>
                  </a:cubicBezTo>
                  <a:cubicBezTo>
                    <a:pt x="591" y="365"/>
                    <a:pt x="588" y="368"/>
                    <a:pt x="584" y="371"/>
                  </a:cubicBezTo>
                  <a:close/>
                  <a:moveTo>
                    <a:pt x="587" y="302"/>
                  </a:move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ubicBezTo>
                    <a:pt x="587" y="302"/>
                    <a:pt x="587" y="302"/>
                    <a:pt x="587" y="302"/>
                  </a:cubicBezTo>
                  <a:close/>
                  <a:moveTo>
                    <a:pt x="588" y="262"/>
                  </a:moveTo>
                  <a:cubicBezTo>
                    <a:pt x="589" y="262"/>
                    <a:pt x="589" y="264"/>
                    <a:pt x="588" y="264"/>
                  </a:cubicBezTo>
                  <a:cubicBezTo>
                    <a:pt x="588" y="264"/>
                    <a:pt x="589" y="263"/>
                    <a:pt x="588" y="262"/>
                  </a:cubicBezTo>
                  <a:close/>
                  <a:moveTo>
                    <a:pt x="608" y="272"/>
                  </a:moveTo>
                  <a:cubicBezTo>
                    <a:pt x="604" y="277"/>
                    <a:pt x="599" y="281"/>
                    <a:pt x="593" y="285"/>
                  </a:cubicBezTo>
                  <a:cubicBezTo>
                    <a:pt x="598" y="280"/>
                    <a:pt x="602" y="276"/>
                    <a:pt x="608" y="272"/>
                  </a:cubicBezTo>
                  <a:close/>
                  <a:moveTo>
                    <a:pt x="602" y="270"/>
                  </a:moveTo>
                  <a:cubicBezTo>
                    <a:pt x="602" y="269"/>
                    <a:pt x="603" y="268"/>
                    <a:pt x="603" y="270"/>
                  </a:cubicBezTo>
                  <a:cubicBezTo>
                    <a:pt x="604" y="271"/>
                    <a:pt x="602" y="270"/>
                    <a:pt x="602" y="270"/>
                  </a:cubicBezTo>
                  <a:close/>
                  <a:moveTo>
                    <a:pt x="595" y="289"/>
                  </a:moveTo>
                  <a:cubicBezTo>
                    <a:pt x="596" y="288"/>
                    <a:pt x="597" y="288"/>
                    <a:pt x="597" y="288"/>
                  </a:cubicBezTo>
                  <a:cubicBezTo>
                    <a:pt x="598" y="288"/>
                    <a:pt x="591" y="297"/>
                    <a:pt x="589" y="296"/>
                  </a:cubicBezTo>
                  <a:cubicBezTo>
                    <a:pt x="588" y="296"/>
                    <a:pt x="595" y="289"/>
                    <a:pt x="595" y="289"/>
                  </a:cubicBezTo>
                  <a:close/>
                  <a:moveTo>
                    <a:pt x="595" y="391"/>
                  </a:moveTo>
                  <a:cubicBezTo>
                    <a:pt x="595" y="393"/>
                    <a:pt x="593" y="392"/>
                    <a:pt x="595" y="391"/>
                  </a:cubicBezTo>
                  <a:close/>
                  <a:moveTo>
                    <a:pt x="594" y="394"/>
                  </a:moveTo>
                  <a:cubicBezTo>
                    <a:pt x="595" y="393"/>
                    <a:pt x="594" y="395"/>
                    <a:pt x="594" y="394"/>
                  </a:cubicBezTo>
                  <a:close/>
                  <a:moveTo>
                    <a:pt x="591" y="396"/>
                  </a:moveTo>
                  <a:cubicBezTo>
                    <a:pt x="592" y="396"/>
                    <a:pt x="592" y="394"/>
                    <a:pt x="593" y="394"/>
                  </a:cubicBezTo>
                  <a:cubicBezTo>
                    <a:pt x="593" y="395"/>
                    <a:pt x="592" y="396"/>
                    <a:pt x="591" y="396"/>
                  </a:cubicBezTo>
                  <a:close/>
                  <a:moveTo>
                    <a:pt x="592" y="398"/>
                  </a:moveTo>
                  <a:cubicBezTo>
                    <a:pt x="593" y="398"/>
                    <a:pt x="590" y="400"/>
                    <a:pt x="592" y="398"/>
                  </a:cubicBezTo>
                  <a:close/>
                  <a:moveTo>
                    <a:pt x="593" y="300"/>
                  </a:moveTo>
                  <a:cubicBezTo>
                    <a:pt x="592" y="300"/>
                    <a:pt x="593" y="299"/>
                    <a:pt x="593" y="299"/>
                  </a:cubicBezTo>
                  <a:cubicBezTo>
                    <a:pt x="594" y="297"/>
                    <a:pt x="595" y="301"/>
                    <a:pt x="593" y="300"/>
                  </a:cubicBezTo>
                  <a:close/>
                  <a:moveTo>
                    <a:pt x="593" y="297"/>
                  </a:moveTo>
                  <a:cubicBezTo>
                    <a:pt x="593" y="296"/>
                    <a:pt x="594" y="296"/>
                    <a:pt x="595" y="295"/>
                  </a:cubicBezTo>
                  <a:cubicBezTo>
                    <a:pt x="595" y="296"/>
                    <a:pt x="594" y="297"/>
                    <a:pt x="593" y="297"/>
                  </a:cubicBezTo>
                  <a:close/>
                  <a:moveTo>
                    <a:pt x="592" y="298"/>
                  </a:moveTo>
                  <a:cubicBezTo>
                    <a:pt x="591" y="300"/>
                    <a:pt x="589" y="299"/>
                    <a:pt x="592" y="298"/>
                  </a:cubicBezTo>
                  <a:close/>
                  <a:moveTo>
                    <a:pt x="589" y="303"/>
                  </a:moveTo>
                  <a:cubicBezTo>
                    <a:pt x="589" y="303"/>
                    <a:pt x="589" y="302"/>
                    <a:pt x="589" y="302"/>
                  </a:cubicBezTo>
                  <a:cubicBezTo>
                    <a:pt x="591" y="300"/>
                    <a:pt x="590" y="304"/>
                    <a:pt x="589" y="303"/>
                  </a:cubicBezTo>
                  <a:close/>
                  <a:moveTo>
                    <a:pt x="590" y="320"/>
                  </a:moveTo>
                  <a:cubicBezTo>
                    <a:pt x="590" y="321"/>
                    <a:pt x="589" y="321"/>
                    <a:pt x="589" y="322"/>
                  </a:cubicBezTo>
                  <a:cubicBezTo>
                    <a:pt x="588" y="322"/>
                    <a:pt x="589" y="321"/>
                    <a:pt x="590" y="320"/>
                  </a:cubicBezTo>
                  <a:close/>
                  <a:moveTo>
                    <a:pt x="589" y="289"/>
                  </a:moveTo>
                  <a:cubicBezTo>
                    <a:pt x="588" y="287"/>
                    <a:pt x="591" y="287"/>
                    <a:pt x="592" y="285"/>
                  </a:cubicBezTo>
                  <a:cubicBezTo>
                    <a:pt x="593" y="286"/>
                    <a:pt x="590" y="288"/>
                    <a:pt x="589" y="289"/>
                  </a:cubicBezTo>
                  <a:close/>
                  <a:moveTo>
                    <a:pt x="588" y="267"/>
                  </a:moveTo>
                  <a:cubicBezTo>
                    <a:pt x="588" y="267"/>
                    <a:pt x="588" y="267"/>
                    <a:pt x="588" y="267"/>
                  </a:cubicBezTo>
                  <a:cubicBezTo>
                    <a:pt x="588" y="267"/>
                    <a:pt x="588" y="267"/>
                    <a:pt x="588" y="268"/>
                  </a:cubicBezTo>
                  <a:cubicBezTo>
                    <a:pt x="588" y="268"/>
                    <a:pt x="588" y="267"/>
                    <a:pt x="588" y="267"/>
                  </a:cubicBezTo>
                  <a:close/>
                  <a:moveTo>
                    <a:pt x="590" y="400"/>
                  </a:moveTo>
                  <a:cubicBezTo>
                    <a:pt x="590" y="401"/>
                    <a:pt x="591" y="398"/>
                    <a:pt x="590" y="400"/>
                  </a:cubicBezTo>
                  <a:close/>
                  <a:moveTo>
                    <a:pt x="590" y="437"/>
                  </a:moveTo>
                  <a:cubicBezTo>
                    <a:pt x="590" y="436"/>
                    <a:pt x="590" y="435"/>
                    <a:pt x="592" y="434"/>
                  </a:cubicBezTo>
                  <a:cubicBezTo>
                    <a:pt x="593" y="434"/>
                    <a:pt x="594" y="433"/>
                    <a:pt x="595" y="434"/>
                  </a:cubicBezTo>
                  <a:cubicBezTo>
                    <a:pt x="597" y="438"/>
                    <a:pt x="590" y="441"/>
                    <a:pt x="590" y="437"/>
                  </a:cubicBezTo>
                  <a:close/>
                  <a:moveTo>
                    <a:pt x="595" y="391"/>
                  </a:moveTo>
                  <a:cubicBezTo>
                    <a:pt x="595" y="390"/>
                    <a:pt x="595" y="390"/>
                    <a:pt x="596" y="389"/>
                  </a:cubicBezTo>
                  <a:cubicBezTo>
                    <a:pt x="596" y="390"/>
                    <a:pt x="596" y="391"/>
                    <a:pt x="595" y="391"/>
                  </a:cubicBezTo>
                  <a:close/>
                  <a:moveTo>
                    <a:pt x="596" y="565"/>
                  </a:move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ubicBezTo>
                    <a:pt x="596" y="565"/>
                    <a:pt x="596" y="565"/>
                    <a:pt x="596" y="565"/>
                  </a:cubicBezTo>
                  <a:close/>
                  <a:moveTo>
                    <a:pt x="596" y="436"/>
                  </a:moveTo>
                  <a:cubicBezTo>
                    <a:pt x="598" y="435"/>
                    <a:pt x="595" y="438"/>
                    <a:pt x="596" y="436"/>
                  </a:cubicBezTo>
                  <a:close/>
                  <a:moveTo>
                    <a:pt x="596" y="392"/>
                  </a:moveTo>
                  <a:cubicBezTo>
                    <a:pt x="596" y="391"/>
                    <a:pt x="597" y="390"/>
                    <a:pt x="597" y="390"/>
                  </a:cubicBezTo>
                  <a:cubicBezTo>
                    <a:pt x="597" y="391"/>
                    <a:pt x="597" y="392"/>
                    <a:pt x="596" y="392"/>
                  </a:cubicBezTo>
                  <a:close/>
                  <a:moveTo>
                    <a:pt x="596" y="389"/>
                  </a:moveTo>
                  <a:cubicBezTo>
                    <a:pt x="597" y="388"/>
                    <a:pt x="597" y="388"/>
                    <a:pt x="598" y="387"/>
                  </a:cubicBezTo>
                  <a:cubicBezTo>
                    <a:pt x="598" y="388"/>
                    <a:pt x="597" y="389"/>
                    <a:pt x="596" y="389"/>
                  </a:cubicBezTo>
                  <a:close/>
                  <a:moveTo>
                    <a:pt x="597" y="541"/>
                  </a:moveTo>
                  <a:cubicBezTo>
                    <a:pt x="596" y="541"/>
                    <a:pt x="598" y="540"/>
                    <a:pt x="597" y="539"/>
                  </a:cubicBezTo>
                  <a:cubicBezTo>
                    <a:pt x="598" y="539"/>
                    <a:pt x="597" y="541"/>
                    <a:pt x="597" y="541"/>
                  </a:cubicBezTo>
                  <a:close/>
                  <a:moveTo>
                    <a:pt x="597" y="347"/>
                  </a:moveTo>
                  <a:cubicBezTo>
                    <a:pt x="597" y="347"/>
                    <a:pt x="597" y="346"/>
                    <a:pt x="597" y="346"/>
                  </a:cubicBezTo>
                  <a:cubicBezTo>
                    <a:pt x="598" y="344"/>
                    <a:pt x="598" y="348"/>
                    <a:pt x="597" y="347"/>
                  </a:cubicBezTo>
                  <a:close/>
                  <a:moveTo>
                    <a:pt x="598" y="386"/>
                  </a:moveTo>
                  <a:cubicBezTo>
                    <a:pt x="599" y="385"/>
                    <a:pt x="597" y="388"/>
                    <a:pt x="598" y="386"/>
                  </a:cubicBezTo>
                  <a:close/>
                  <a:moveTo>
                    <a:pt x="600" y="336"/>
                  </a:moveTo>
                  <a:cubicBezTo>
                    <a:pt x="598" y="339"/>
                    <a:pt x="603" y="335"/>
                    <a:pt x="600" y="336"/>
                  </a:cubicBezTo>
                  <a:close/>
                  <a:moveTo>
                    <a:pt x="601" y="360"/>
                  </a:moveTo>
                  <a:cubicBezTo>
                    <a:pt x="602" y="358"/>
                    <a:pt x="600" y="361"/>
                    <a:pt x="601" y="360"/>
                  </a:cubicBezTo>
                  <a:close/>
                  <a:moveTo>
                    <a:pt x="601" y="299"/>
                  </a:moveTo>
                  <a:cubicBezTo>
                    <a:pt x="600" y="298"/>
                    <a:pt x="602" y="296"/>
                    <a:pt x="602" y="298"/>
                  </a:cubicBezTo>
                  <a:cubicBezTo>
                    <a:pt x="603" y="298"/>
                    <a:pt x="602" y="299"/>
                    <a:pt x="601" y="299"/>
                  </a:cubicBezTo>
                  <a:close/>
                  <a:moveTo>
                    <a:pt x="602" y="291"/>
                  </a:moveTo>
                  <a:cubicBezTo>
                    <a:pt x="601" y="290"/>
                    <a:pt x="603" y="290"/>
                    <a:pt x="603" y="291"/>
                  </a:cubicBezTo>
                  <a:cubicBezTo>
                    <a:pt x="602" y="291"/>
                    <a:pt x="602" y="291"/>
                    <a:pt x="602" y="291"/>
                  </a:cubicBezTo>
                  <a:close/>
                  <a:moveTo>
                    <a:pt x="603" y="334"/>
                  </a:moveTo>
                  <a:cubicBezTo>
                    <a:pt x="603" y="333"/>
                    <a:pt x="604" y="332"/>
                    <a:pt x="605" y="331"/>
                  </a:cubicBezTo>
                  <a:cubicBezTo>
                    <a:pt x="605" y="333"/>
                    <a:pt x="604" y="333"/>
                    <a:pt x="603" y="334"/>
                  </a:cubicBezTo>
                  <a:close/>
                  <a:moveTo>
                    <a:pt x="605" y="302"/>
                  </a:moveTo>
                  <a:cubicBezTo>
                    <a:pt x="605" y="302"/>
                    <a:pt x="605" y="302"/>
                    <a:pt x="605" y="302"/>
                  </a:cubicBezTo>
                  <a:cubicBezTo>
                    <a:pt x="606" y="304"/>
                    <a:pt x="603" y="302"/>
                    <a:pt x="605" y="302"/>
                  </a:cubicBezTo>
                  <a:close/>
                  <a:moveTo>
                    <a:pt x="605" y="373"/>
                  </a:moveTo>
                  <a:cubicBezTo>
                    <a:pt x="605" y="373"/>
                    <a:pt x="606" y="373"/>
                    <a:pt x="606" y="373"/>
                  </a:cubicBezTo>
                  <a:cubicBezTo>
                    <a:pt x="606" y="374"/>
                    <a:pt x="605" y="373"/>
                    <a:pt x="605" y="373"/>
                  </a:cubicBezTo>
                  <a:close/>
                  <a:moveTo>
                    <a:pt x="606" y="568"/>
                  </a:moveTo>
                  <a:cubicBezTo>
                    <a:pt x="607" y="567"/>
                    <a:pt x="605" y="570"/>
                    <a:pt x="606" y="568"/>
                  </a:cubicBezTo>
                  <a:close/>
                  <a:moveTo>
                    <a:pt x="608" y="285"/>
                  </a:moveTo>
                  <a:cubicBezTo>
                    <a:pt x="608" y="285"/>
                    <a:pt x="609" y="284"/>
                    <a:pt x="609" y="284"/>
                  </a:cubicBezTo>
                  <a:cubicBezTo>
                    <a:pt x="610" y="286"/>
                    <a:pt x="607" y="286"/>
                    <a:pt x="608" y="285"/>
                  </a:cubicBezTo>
                  <a:close/>
                  <a:moveTo>
                    <a:pt x="609" y="319"/>
                  </a:moveTo>
                  <a:cubicBezTo>
                    <a:pt x="610" y="317"/>
                    <a:pt x="608" y="320"/>
                    <a:pt x="609" y="319"/>
                  </a:cubicBezTo>
                  <a:close/>
                  <a:moveTo>
                    <a:pt x="609" y="350"/>
                  </a:moveTo>
                  <a:cubicBezTo>
                    <a:pt x="610" y="349"/>
                    <a:pt x="607" y="351"/>
                    <a:pt x="609" y="350"/>
                  </a:cubicBezTo>
                  <a:close/>
                  <a:moveTo>
                    <a:pt x="609" y="376"/>
                  </a:moveTo>
                  <a:cubicBezTo>
                    <a:pt x="611" y="374"/>
                    <a:pt x="611" y="380"/>
                    <a:pt x="609" y="380"/>
                  </a:cubicBezTo>
                  <a:cubicBezTo>
                    <a:pt x="608" y="379"/>
                    <a:pt x="609" y="377"/>
                    <a:pt x="609" y="376"/>
                  </a:cubicBezTo>
                  <a:close/>
                  <a:moveTo>
                    <a:pt x="609" y="486"/>
                  </a:moveTo>
                  <a:cubicBezTo>
                    <a:pt x="608" y="486"/>
                    <a:pt x="608" y="485"/>
                    <a:pt x="609" y="485"/>
                  </a:cubicBezTo>
                  <a:cubicBezTo>
                    <a:pt x="609" y="483"/>
                    <a:pt x="610" y="487"/>
                    <a:pt x="609" y="486"/>
                  </a:cubicBezTo>
                  <a:close/>
                  <a:moveTo>
                    <a:pt x="610" y="419"/>
                  </a:moveTo>
                  <a:cubicBezTo>
                    <a:pt x="611" y="417"/>
                    <a:pt x="612" y="418"/>
                    <a:pt x="610" y="419"/>
                  </a:cubicBezTo>
                  <a:close/>
                  <a:moveTo>
                    <a:pt x="609" y="349"/>
                  </a:moveTo>
                  <a:cubicBezTo>
                    <a:pt x="610" y="347"/>
                    <a:pt x="611" y="345"/>
                    <a:pt x="613" y="344"/>
                  </a:cubicBezTo>
                  <a:cubicBezTo>
                    <a:pt x="613" y="344"/>
                    <a:pt x="611" y="348"/>
                    <a:pt x="609" y="349"/>
                  </a:cubicBezTo>
                  <a:close/>
                  <a:moveTo>
                    <a:pt x="614" y="312"/>
                  </a:moveTo>
                  <a:cubicBezTo>
                    <a:pt x="615" y="313"/>
                    <a:pt x="615" y="314"/>
                    <a:pt x="614" y="314"/>
                  </a:cubicBezTo>
                  <a:cubicBezTo>
                    <a:pt x="613" y="314"/>
                    <a:pt x="612" y="313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3" y="312"/>
                    <a:pt x="613" y="312"/>
                    <a:pt x="613" y="312"/>
                  </a:cubicBezTo>
                  <a:cubicBezTo>
                    <a:pt x="611" y="310"/>
                    <a:pt x="615" y="308"/>
                    <a:pt x="616" y="311"/>
                  </a:cubicBezTo>
                  <a:cubicBezTo>
                    <a:pt x="616" y="311"/>
                    <a:pt x="615" y="312"/>
                    <a:pt x="614" y="312"/>
                  </a:cubicBezTo>
                  <a:close/>
                  <a:moveTo>
                    <a:pt x="613" y="276"/>
                  </a:moveTo>
                  <a:cubicBezTo>
                    <a:pt x="613" y="277"/>
                    <a:pt x="614" y="275"/>
                    <a:pt x="613" y="276"/>
                  </a:cubicBezTo>
                  <a:close/>
                  <a:moveTo>
                    <a:pt x="613" y="259"/>
                  </a:moveTo>
                  <a:cubicBezTo>
                    <a:pt x="613" y="259"/>
                    <a:pt x="613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ubicBezTo>
                    <a:pt x="614" y="258"/>
                    <a:pt x="614" y="259"/>
                    <a:pt x="613" y="259"/>
                  </a:cubicBezTo>
                  <a:cubicBezTo>
                    <a:pt x="613" y="259"/>
                    <a:pt x="613" y="259"/>
                    <a:pt x="613" y="259"/>
                  </a:cubicBezTo>
                  <a:close/>
                  <a:moveTo>
                    <a:pt x="615" y="309"/>
                  </a:moveTo>
                  <a:cubicBezTo>
                    <a:pt x="614" y="309"/>
                    <a:pt x="615" y="308"/>
                    <a:pt x="615" y="308"/>
                  </a:cubicBezTo>
                  <a:cubicBezTo>
                    <a:pt x="616" y="307"/>
                    <a:pt x="616" y="309"/>
                    <a:pt x="615" y="309"/>
                  </a:cubicBezTo>
                  <a:close/>
                  <a:moveTo>
                    <a:pt x="616" y="256"/>
                  </a:moveTo>
                  <a:cubicBezTo>
                    <a:pt x="616" y="258"/>
                    <a:pt x="614" y="257"/>
                    <a:pt x="616" y="256"/>
                  </a:cubicBezTo>
                  <a:close/>
                  <a:moveTo>
                    <a:pt x="616" y="260"/>
                  </a:moveTo>
                  <a:cubicBezTo>
                    <a:pt x="615" y="261"/>
                    <a:pt x="618" y="258"/>
                    <a:pt x="616" y="260"/>
                  </a:cubicBezTo>
                  <a:close/>
                  <a:moveTo>
                    <a:pt x="616" y="343"/>
                  </a:moveTo>
                  <a:cubicBezTo>
                    <a:pt x="616" y="342"/>
                    <a:pt x="618" y="340"/>
                    <a:pt x="619" y="339"/>
                  </a:cubicBezTo>
                  <a:cubicBezTo>
                    <a:pt x="619" y="341"/>
                    <a:pt x="618" y="342"/>
                    <a:pt x="616" y="343"/>
                  </a:cubicBezTo>
                  <a:close/>
                  <a:moveTo>
                    <a:pt x="617" y="301"/>
                  </a:moveTo>
                  <a:cubicBezTo>
                    <a:pt x="618" y="300"/>
                    <a:pt x="619" y="302"/>
                    <a:pt x="618" y="302"/>
                  </a:cubicBezTo>
                  <a:cubicBezTo>
                    <a:pt x="618" y="302"/>
                    <a:pt x="617" y="301"/>
                    <a:pt x="617" y="301"/>
                  </a:cubicBezTo>
                  <a:close/>
                  <a:moveTo>
                    <a:pt x="618" y="491"/>
                  </a:moveTo>
                  <a:cubicBezTo>
                    <a:pt x="618" y="490"/>
                    <a:pt x="619" y="490"/>
                    <a:pt x="619" y="490"/>
                  </a:cubicBezTo>
                  <a:cubicBezTo>
                    <a:pt x="620" y="490"/>
                    <a:pt x="618" y="492"/>
                    <a:pt x="618" y="491"/>
                  </a:cubicBezTo>
                  <a:close/>
                  <a:moveTo>
                    <a:pt x="622" y="396"/>
                  </a:moveTo>
                  <a:cubicBezTo>
                    <a:pt x="622" y="395"/>
                    <a:pt x="623" y="394"/>
                    <a:pt x="623" y="393"/>
                  </a:cubicBezTo>
                  <a:cubicBezTo>
                    <a:pt x="624" y="393"/>
                    <a:pt x="623" y="395"/>
                    <a:pt x="622" y="396"/>
                  </a:cubicBezTo>
                  <a:close/>
                  <a:moveTo>
                    <a:pt x="630" y="439"/>
                  </a:moveTo>
                  <a:cubicBezTo>
                    <a:pt x="630" y="441"/>
                    <a:pt x="627" y="440"/>
                    <a:pt x="630" y="439"/>
                  </a:cubicBezTo>
                  <a:close/>
                  <a:moveTo>
                    <a:pt x="631" y="548"/>
                  </a:moveTo>
                  <a:cubicBezTo>
                    <a:pt x="631" y="548"/>
                    <a:pt x="632" y="547"/>
                    <a:pt x="633" y="548"/>
                  </a:cubicBezTo>
                  <a:cubicBezTo>
                    <a:pt x="636" y="551"/>
                    <a:pt x="628" y="552"/>
                    <a:pt x="631" y="548"/>
                  </a:cubicBezTo>
                  <a:close/>
                  <a:moveTo>
                    <a:pt x="634" y="433"/>
                  </a:moveTo>
                  <a:cubicBezTo>
                    <a:pt x="632" y="433"/>
                    <a:pt x="633" y="431"/>
                    <a:pt x="633" y="431"/>
                  </a:cubicBezTo>
                  <a:cubicBezTo>
                    <a:pt x="635" y="429"/>
                    <a:pt x="635" y="433"/>
                    <a:pt x="634" y="433"/>
                  </a:cubicBezTo>
                  <a:close/>
                  <a:moveTo>
                    <a:pt x="635" y="495"/>
                  </a:moveTo>
                  <a:cubicBezTo>
                    <a:pt x="636" y="496"/>
                    <a:pt x="634" y="497"/>
                    <a:pt x="635" y="495"/>
                  </a:cubicBezTo>
                  <a:close/>
                  <a:moveTo>
                    <a:pt x="635" y="459"/>
                  </a:moveTo>
                  <a:cubicBezTo>
                    <a:pt x="634" y="458"/>
                    <a:pt x="636" y="459"/>
                    <a:pt x="635" y="459"/>
                  </a:cubicBezTo>
                  <a:close/>
                  <a:moveTo>
                    <a:pt x="631" y="298"/>
                  </a:moveTo>
                  <a:cubicBezTo>
                    <a:pt x="634" y="297"/>
                    <a:pt x="630" y="302"/>
                    <a:pt x="630" y="299"/>
                  </a:cubicBezTo>
                  <a:cubicBezTo>
                    <a:pt x="630" y="299"/>
                    <a:pt x="631" y="298"/>
                    <a:pt x="631" y="298"/>
                  </a:cubicBezTo>
                  <a:close/>
                  <a:moveTo>
                    <a:pt x="629" y="296"/>
                  </a:moveTo>
                  <a:cubicBezTo>
                    <a:pt x="629" y="295"/>
                    <a:pt x="628" y="297"/>
                    <a:pt x="629" y="296"/>
                  </a:cubicBezTo>
                  <a:close/>
                  <a:moveTo>
                    <a:pt x="635" y="314"/>
                  </a:moveTo>
                  <a:cubicBezTo>
                    <a:pt x="633" y="319"/>
                    <a:pt x="630" y="323"/>
                    <a:pt x="628" y="327"/>
                  </a:cubicBezTo>
                  <a:cubicBezTo>
                    <a:pt x="630" y="323"/>
                    <a:pt x="631" y="318"/>
                    <a:pt x="635" y="314"/>
                  </a:cubicBezTo>
                  <a:close/>
                  <a:moveTo>
                    <a:pt x="625" y="391"/>
                  </a:moveTo>
                  <a:cubicBezTo>
                    <a:pt x="624" y="390"/>
                    <a:pt x="626" y="387"/>
                    <a:pt x="627" y="386"/>
                  </a:cubicBezTo>
                  <a:cubicBezTo>
                    <a:pt x="627" y="387"/>
                    <a:pt x="625" y="389"/>
                    <a:pt x="625" y="391"/>
                  </a:cubicBezTo>
                  <a:close/>
                  <a:moveTo>
                    <a:pt x="623" y="307"/>
                  </a:moveTo>
                  <a:cubicBezTo>
                    <a:pt x="623" y="307"/>
                    <a:pt x="623" y="309"/>
                    <a:pt x="622" y="309"/>
                  </a:cubicBezTo>
                  <a:cubicBezTo>
                    <a:pt x="622" y="309"/>
                    <a:pt x="622" y="307"/>
                    <a:pt x="623" y="307"/>
                  </a:cubicBezTo>
                  <a:close/>
                  <a:moveTo>
                    <a:pt x="624" y="333"/>
                  </a:moveTo>
                  <a:cubicBezTo>
                    <a:pt x="624" y="333"/>
                    <a:pt x="627" y="328"/>
                    <a:pt x="627" y="330"/>
                  </a:cubicBezTo>
                  <a:cubicBezTo>
                    <a:pt x="626" y="332"/>
                    <a:pt x="622" y="336"/>
                    <a:pt x="620" y="338"/>
                  </a:cubicBezTo>
                  <a:cubicBezTo>
                    <a:pt x="621" y="337"/>
                    <a:pt x="623" y="335"/>
                    <a:pt x="624" y="333"/>
                  </a:cubicBezTo>
                  <a:close/>
                  <a:moveTo>
                    <a:pt x="620" y="269"/>
                  </a:moveTo>
                  <a:cubicBezTo>
                    <a:pt x="620" y="268"/>
                    <a:pt x="622" y="262"/>
                    <a:pt x="624" y="264"/>
                  </a:cubicBezTo>
                  <a:cubicBezTo>
                    <a:pt x="626" y="265"/>
                    <a:pt x="622" y="268"/>
                    <a:pt x="620" y="269"/>
                  </a:cubicBezTo>
                  <a:close/>
                  <a:moveTo>
                    <a:pt x="626" y="231"/>
                  </a:moveTo>
                  <a:cubicBezTo>
                    <a:pt x="626" y="232"/>
                    <a:pt x="627" y="230"/>
                    <a:pt x="626" y="231"/>
                  </a:cubicBezTo>
                  <a:close/>
                  <a:moveTo>
                    <a:pt x="628" y="249"/>
                  </a:moveTo>
                  <a:cubicBezTo>
                    <a:pt x="628" y="247"/>
                    <a:pt x="630" y="248"/>
                    <a:pt x="628" y="249"/>
                  </a:cubicBezTo>
                  <a:close/>
                  <a:moveTo>
                    <a:pt x="625" y="218"/>
                  </a:moveTo>
                  <a:cubicBezTo>
                    <a:pt x="627" y="217"/>
                    <a:pt x="628" y="217"/>
                    <a:pt x="629" y="218"/>
                  </a:cubicBezTo>
                  <a:cubicBezTo>
                    <a:pt x="631" y="221"/>
                    <a:pt x="626" y="226"/>
                    <a:pt x="624" y="225"/>
                  </a:cubicBezTo>
                  <a:cubicBezTo>
                    <a:pt x="621" y="223"/>
                    <a:pt x="624" y="219"/>
                    <a:pt x="625" y="218"/>
                  </a:cubicBezTo>
                  <a:close/>
                  <a:moveTo>
                    <a:pt x="621" y="229"/>
                  </a:moveTo>
                  <a:cubicBezTo>
                    <a:pt x="621" y="228"/>
                    <a:pt x="622" y="227"/>
                    <a:pt x="622" y="227"/>
                  </a:cubicBezTo>
                  <a:cubicBezTo>
                    <a:pt x="621" y="227"/>
                    <a:pt x="621" y="226"/>
                    <a:pt x="622" y="226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2" y="225"/>
                  </a:cubicBezTo>
                  <a:cubicBezTo>
                    <a:pt x="622" y="225"/>
                    <a:pt x="622" y="225"/>
                    <a:pt x="623" y="225"/>
                  </a:cubicBezTo>
                  <a:cubicBezTo>
                    <a:pt x="623" y="226"/>
                    <a:pt x="622" y="226"/>
                    <a:pt x="622" y="226"/>
                  </a:cubicBezTo>
                  <a:cubicBezTo>
                    <a:pt x="622" y="229"/>
                    <a:pt x="621" y="233"/>
                    <a:pt x="620" y="235"/>
                  </a:cubicBezTo>
                  <a:cubicBezTo>
                    <a:pt x="620" y="233"/>
                    <a:pt x="620" y="232"/>
                    <a:pt x="621" y="230"/>
                  </a:cubicBezTo>
                  <a:cubicBezTo>
                    <a:pt x="621" y="230"/>
                    <a:pt x="621" y="230"/>
                    <a:pt x="621" y="230"/>
                  </a:cubicBezTo>
                  <a:cubicBezTo>
                    <a:pt x="621" y="229"/>
                    <a:pt x="621" y="229"/>
                    <a:pt x="621" y="229"/>
                  </a:cubicBezTo>
                  <a:close/>
                  <a:moveTo>
                    <a:pt x="620" y="227"/>
                  </a:moveTo>
                  <a:cubicBezTo>
                    <a:pt x="620" y="229"/>
                    <a:pt x="618" y="228"/>
                    <a:pt x="620" y="227"/>
                  </a:cubicBezTo>
                  <a:close/>
                  <a:moveTo>
                    <a:pt x="623" y="246"/>
                  </a:moveTo>
                  <a:cubicBezTo>
                    <a:pt x="622" y="248"/>
                    <a:pt x="620" y="249"/>
                    <a:pt x="618" y="249"/>
                  </a:cubicBezTo>
                  <a:cubicBezTo>
                    <a:pt x="619" y="248"/>
                    <a:pt x="621" y="247"/>
                    <a:pt x="623" y="246"/>
                  </a:cubicBezTo>
                  <a:close/>
                  <a:moveTo>
                    <a:pt x="619" y="255"/>
                  </a:moveTo>
                  <a:cubicBezTo>
                    <a:pt x="619" y="256"/>
                    <a:pt x="618" y="258"/>
                    <a:pt x="617" y="259"/>
                  </a:cubicBezTo>
                  <a:cubicBezTo>
                    <a:pt x="617" y="257"/>
                    <a:pt x="619" y="256"/>
                    <a:pt x="619" y="255"/>
                  </a:cubicBezTo>
                  <a:close/>
                  <a:moveTo>
                    <a:pt x="615" y="229"/>
                  </a:moveTo>
                  <a:cubicBezTo>
                    <a:pt x="613" y="228"/>
                    <a:pt x="614" y="225"/>
                    <a:pt x="616" y="226"/>
                  </a:cubicBezTo>
                  <a:cubicBezTo>
                    <a:pt x="618" y="226"/>
                    <a:pt x="617" y="230"/>
                    <a:pt x="615" y="229"/>
                  </a:cubicBezTo>
                  <a:cubicBezTo>
                    <a:pt x="617" y="230"/>
                    <a:pt x="615" y="236"/>
                    <a:pt x="612" y="236"/>
                  </a:cubicBezTo>
                  <a:cubicBezTo>
                    <a:pt x="608" y="235"/>
                    <a:pt x="610" y="226"/>
                    <a:pt x="615" y="229"/>
                  </a:cubicBezTo>
                  <a:close/>
                  <a:moveTo>
                    <a:pt x="609" y="276"/>
                  </a:moveTo>
                  <a:cubicBezTo>
                    <a:pt x="608" y="280"/>
                    <a:pt x="603" y="284"/>
                    <a:pt x="599" y="286"/>
                  </a:cubicBezTo>
                  <a:cubicBezTo>
                    <a:pt x="602" y="283"/>
                    <a:pt x="604" y="279"/>
                    <a:pt x="609" y="276"/>
                  </a:cubicBezTo>
                  <a:close/>
                  <a:moveTo>
                    <a:pt x="608" y="229"/>
                  </a:moveTo>
                  <a:cubicBezTo>
                    <a:pt x="608" y="229"/>
                    <a:pt x="608" y="229"/>
                    <a:pt x="608" y="230"/>
                  </a:cubicBezTo>
                  <a:cubicBezTo>
                    <a:pt x="609" y="232"/>
                    <a:pt x="606" y="229"/>
                    <a:pt x="608" y="229"/>
                  </a:cubicBezTo>
                  <a:close/>
                  <a:moveTo>
                    <a:pt x="607" y="228"/>
                  </a:moveTo>
                  <a:cubicBezTo>
                    <a:pt x="608" y="228"/>
                    <a:pt x="607" y="230"/>
                    <a:pt x="606" y="230"/>
                  </a:cubicBezTo>
                  <a:cubicBezTo>
                    <a:pt x="605" y="229"/>
                    <a:pt x="606" y="229"/>
                    <a:pt x="607" y="228"/>
                  </a:cubicBezTo>
                  <a:close/>
                  <a:moveTo>
                    <a:pt x="606" y="253"/>
                  </a:moveTo>
                  <a:cubicBezTo>
                    <a:pt x="608" y="251"/>
                    <a:pt x="609" y="257"/>
                    <a:pt x="606" y="256"/>
                  </a:cubicBezTo>
                  <a:cubicBezTo>
                    <a:pt x="605" y="256"/>
                    <a:pt x="605" y="254"/>
                    <a:pt x="606" y="253"/>
                  </a:cubicBezTo>
                  <a:close/>
                  <a:moveTo>
                    <a:pt x="602" y="228"/>
                  </a:moveTo>
                  <a:cubicBezTo>
                    <a:pt x="602" y="227"/>
                    <a:pt x="603" y="227"/>
                    <a:pt x="604" y="227"/>
                  </a:cubicBezTo>
                  <a:cubicBezTo>
                    <a:pt x="605" y="229"/>
                    <a:pt x="601" y="230"/>
                    <a:pt x="602" y="228"/>
                  </a:cubicBezTo>
                  <a:close/>
                  <a:moveTo>
                    <a:pt x="602" y="225"/>
                  </a:moveTo>
                  <a:cubicBezTo>
                    <a:pt x="602" y="224"/>
                    <a:pt x="601" y="227"/>
                    <a:pt x="602" y="225"/>
                  </a:cubicBezTo>
                  <a:close/>
                  <a:moveTo>
                    <a:pt x="598" y="235"/>
                  </a:moveTo>
                  <a:cubicBezTo>
                    <a:pt x="599" y="233"/>
                    <a:pt x="601" y="238"/>
                    <a:pt x="598" y="237"/>
                  </a:cubicBezTo>
                  <a:cubicBezTo>
                    <a:pt x="597" y="237"/>
                    <a:pt x="597" y="236"/>
                    <a:pt x="598" y="235"/>
                  </a:cubicBezTo>
                  <a:close/>
                  <a:moveTo>
                    <a:pt x="600" y="263"/>
                  </a:moveTo>
                  <a:cubicBezTo>
                    <a:pt x="601" y="262"/>
                    <a:pt x="602" y="258"/>
                    <a:pt x="604" y="257"/>
                  </a:cubicBezTo>
                  <a:cubicBezTo>
                    <a:pt x="608" y="255"/>
                    <a:pt x="600" y="265"/>
                    <a:pt x="599" y="266"/>
                  </a:cubicBezTo>
                  <a:cubicBezTo>
                    <a:pt x="601" y="264"/>
                    <a:pt x="598" y="268"/>
                    <a:pt x="597" y="268"/>
                  </a:cubicBezTo>
                  <a:cubicBezTo>
                    <a:pt x="596" y="267"/>
                    <a:pt x="599" y="264"/>
                    <a:pt x="600" y="263"/>
                  </a:cubicBezTo>
                  <a:close/>
                  <a:moveTo>
                    <a:pt x="594" y="230"/>
                  </a:moveTo>
                  <a:cubicBezTo>
                    <a:pt x="594" y="232"/>
                    <a:pt x="593" y="230"/>
                    <a:pt x="594" y="230"/>
                  </a:cubicBezTo>
                  <a:close/>
                  <a:moveTo>
                    <a:pt x="593" y="249"/>
                  </a:moveTo>
                  <a:cubicBezTo>
                    <a:pt x="594" y="249"/>
                    <a:pt x="593" y="250"/>
                    <a:pt x="593" y="250"/>
                  </a:cubicBezTo>
                  <a:cubicBezTo>
                    <a:pt x="592" y="250"/>
                    <a:pt x="593" y="248"/>
                    <a:pt x="593" y="249"/>
                  </a:cubicBezTo>
                  <a:close/>
                  <a:moveTo>
                    <a:pt x="595" y="252"/>
                  </a:moveTo>
                  <a:cubicBezTo>
                    <a:pt x="594" y="254"/>
                    <a:pt x="591" y="256"/>
                    <a:pt x="589" y="258"/>
                  </a:cubicBezTo>
                  <a:cubicBezTo>
                    <a:pt x="590" y="256"/>
                    <a:pt x="592" y="253"/>
                    <a:pt x="595" y="252"/>
                  </a:cubicBezTo>
                  <a:close/>
                  <a:moveTo>
                    <a:pt x="590" y="221"/>
                  </a:moveTo>
                  <a:cubicBezTo>
                    <a:pt x="590" y="221"/>
                    <a:pt x="590" y="221"/>
                    <a:pt x="591" y="221"/>
                  </a:cubicBezTo>
                  <a:cubicBezTo>
                    <a:pt x="590" y="221"/>
                    <a:pt x="590" y="222"/>
                    <a:pt x="590" y="221"/>
                  </a:cubicBezTo>
                  <a:close/>
                  <a:moveTo>
                    <a:pt x="591" y="238"/>
                  </a:moveTo>
                  <a:cubicBezTo>
                    <a:pt x="591" y="239"/>
                    <a:pt x="588" y="240"/>
                    <a:pt x="588" y="239"/>
                  </a:cubicBezTo>
                  <a:cubicBezTo>
                    <a:pt x="588" y="238"/>
                    <a:pt x="591" y="236"/>
                    <a:pt x="591" y="238"/>
                  </a:cubicBezTo>
                  <a:close/>
                  <a:moveTo>
                    <a:pt x="588" y="289"/>
                  </a:moveTo>
                  <a:cubicBezTo>
                    <a:pt x="589" y="290"/>
                    <a:pt x="585" y="291"/>
                    <a:pt x="586" y="289"/>
                  </a:cubicBezTo>
                  <a:cubicBezTo>
                    <a:pt x="587" y="289"/>
                    <a:pt x="587" y="288"/>
                    <a:pt x="588" y="289"/>
                  </a:cubicBezTo>
                  <a:close/>
                  <a:moveTo>
                    <a:pt x="587" y="214"/>
                  </a:moveTo>
                  <a:cubicBezTo>
                    <a:pt x="588" y="216"/>
                    <a:pt x="584" y="216"/>
                    <a:pt x="584" y="215"/>
                  </a:cubicBezTo>
                  <a:cubicBezTo>
                    <a:pt x="584" y="213"/>
                    <a:pt x="586" y="213"/>
                    <a:pt x="587" y="214"/>
                  </a:cubicBezTo>
                  <a:close/>
                  <a:moveTo>
                    <a:pt x="583" y="217"/>
                  </a:moveTo>
                  <a:cubicBezTo>
                    <a:pt x="583" y="217"/>
                    <a:pt x="585" y="217"/>
                    <a:pt x="584" y="218"/>
                  </a:cubicBezTo>
                  <a:cubicBezTo>
                    <a:pt x="584" y="218"/>
                    <a:pt x="582" y="218"/>
                    <a:pt x="583" y="217"/>
                  </a:cubicBezTo>
                  <a:close/>
                  <a:moveTo>
                    <a:pt x="586" y="259"/>
                  </a:moveTo>
                  <a:cubicBezTo>
                    <a:pt x="586" y="259"/>
                    <a:pt x="584" y="263"/>
                    <a:pt x="582" y="263"/>
                  </a:cubicBezTo>
                  <a:cubicBezTo>
                    <a:pt x="583" y="262"/>
                    <a:pt x="585" y="260"/>
                    <a:pt x="586" y="259"/>
                  </a:cubicBezTo>
                  <a:close/>
                  <a:moveTo>
                    <a:pt x="583" y="250"/>
                  </a:moveTo>
                  <a:cubicBezTo>
                    <a:pt x="583" y="251"/>
                    <a:pt x="582" y="251"/>
                    <a:pt x="581" y="251"/>
                  </a:cubicBezTo>
                  <a:cubicBezTo>
                    <a:pt x="581" y="250"/>
                    <a:pt x="582" y="249"/>
                    <a:pt x="583" y="250"/>
                  </a:cubicBezTo>
                  <a:close/>
                  <a:moveTo>
                    <a:pt x="580" y="258"/>
                  </a:move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ubicBezTo>
                    <a:pt x="580" y="258"/>
                    <a:pt x="580" y="258"/>
                    <a:pt x="580" y="258"/>
                  </a:cubicBezTo>
                  <a:close/>
                  <a:moveTo>
                    <a:pt x="582" y="276"/>
                  </a:moveTo>
                  <a:cubicBezTo>
                    <a:pt x="584" y="278"/>
                    <a:pt x="581" y="280"/>
                    <a:pt x="579" y="280"/>
                  </a:cubicBezTo>
                  <a:cubicBezTo>
                    <a:pt x="579" y="279"/>
                    <a:pt x="581" y="275"/>
                    <a:pt x="582" y="276"/>
                  </a:cubicBezTo>
                  <a:close/>
                  <a:moveTo>
                    <a:pt x="579" y="294"/>
                  </a:moveTo>
                  <a:cubicBezTo>
                    <a:pt x="580" y="294"/>
                    <a:pt x="578" y="295"/>
                    <a:pt x="578" y="294"/>
                  </a:cubicBezTo>
                  <a:cubicBezTo>
                    <a:pt x="578" y="294"/>
                    <a:pt x="579" y="294"/>
                    <a:pt x="579" y="294"/>
                  </a:cubicBezTo>
                  <a:close/>
                  <a:moveTo>
                    <a:pt x="575" y="180"/>
                  </a:moveTo>
                  <a:cubicBezTo>
                    <a:pt x="575" y="180"/>
                    <a:pt x="576" y="180"/>
                    <a:pt x="576" y="180"/>
                  </a:cubicBezTo>
                  <a:cubicBezTo>
                    <a:pt x="577" y="181"/>
                    <a:pt x="574" y="182"/>
                    <a:pt x="575" y="180"/>
                  </a:cubicBezTo>
                  <a:close/>
                  <a:moveTo>
                    <a:pt x="576" y="192"/>
                  </a:moveTo>
                  <a:cubicBezTo>
                    <a:pt x="579" y="190"/>
                    <a:pt x="578" y="196"/>
                    <a:pt x="576" y="195"/>
                  </a:cubicBezTo>
                  <a:cubicBezTo>
                    <a:pt x="574" y="195"/>
                    <a:pt x="575" y="193"/>
                    <a:pt x="576" y="192"/>
                  </a:cubicBezTo>
                  <a:close/>
                  <a:moveTo>
                    <a:pt x="571" y="222"/>
                  </a:moveTo>
                  <a:cubicBezTo>
                    <a:pt x="567" y="221"/>
                    <a:pt x="569" y="214"/>
                    <a:pt x="571" y="212"/>
                  </a:cubicBezTo>
                  <a:cubicBezTo>
                    <a:pt x="579" y="207"/>
                    <a:pt x="578" y="222"/>
                    <a:pt x="571" y="222"/>
                  </a:cubicBezTo>
                  <a:close/>
                  <a:moveTo>
                    <a:pt x="571" y="188"/>
                  </a:moveTo>
                  <a:cubicBezTo>
                    <a:pt x="571" y="188"/>
                    <a:pt x="572" y="186"/>
                    <a:pt x="573" y="188"/>
                  </a:cubicBezTo>
                  <a:cubicBezTo>
                    <a:pt x="573" y="188"/>
                    <a:pt x="572" y="189"/>
                    <a:pt x="571" y="188"/>
                  </a:cubicBezTo>
                  <a:close/>
                  <a:moveTo>
                    <a:pt x="569" y="186"/>
                  </a:moveTo>
                  <a:cubicBezTo>
                    <a:pt x="569" y="186"/>
                    <a:pt x="569" y="186"/>
                    <a:pt x="570" y="185"/>
                  </a:cubicBezTo>
                  <a:cubicBezTo>
                    <a:pt x="570" y="185"/>
                    <a:pt x="570" y="185"/>
                    <a:pt x="570" y="185"/>
                  </a:cubicBezTo>
                  <a:cubicBezTo>
                    <a:pt x="570" y="185"/>
                    <a:pt x="572" y="184"/>
                    <a:pt x="573" y="183"/>
                  </a:cubicBezTo>
                  <a:cubicBezTo>
                    <a:pt x="572" y="186"/>
                    <a:pt x="569" y="187"/>
                    <a:pt x="567" y="188"/>
                  </a:cubicBezTo>
                  <a:cubicBezTo>
                    <a:pt x="567" y="187"/>
                    <a:pt x="568" y="187"/>
                    <a:pt x="569" y="186"/>
                  </a:cubicBezTo>
                  <a:close/>
                  <a:moveTo>
                    <a:pt x="565" y="188"/>
                  </a:moveTo>
                  <a:cubicBezTo>
                    <a:pt x="565" y="188"/>
                    <a:pt x="566" y="187"/>
                    <a:pt x="567" y="188"/>
                  </a:cubicBezTo>
                  <a:cubicBezTo>
                    <a:pt x="567" y="189"/>
                    <a:pt x="563" y="190"/>
                    <a:pt x="565" y="188"/>
                  </a:cubicBezTo>
                  <a:close/>
                  <a:moveTo>
                    <a:pt x="562" y="209"/>
                  </a:moveTo>
                  <a:cubicBezTo>
                    <a:pt x="562" y="210"/>
                    <a:pt x="561" y="210"/>
                    <a:pt x="560" y="209"/>
                  </a:cubicBezTo>
                  <a:cubicBezTo>
                    <a:pt x="560" y="209"/>
                    <a:pt x="561" y="208"/>
                    <a:pt x="562" y="209"/>
                  </a:cubicBezTo>
                  <a:close/>
                  <a:moveTo>
                    <a:pt x="558" y="198"/>
                  </a:moveTo>
                  <a:cubicBezTo>
                    <a:pt x="560" y="196"/>
                    <a:pt x="560" y="199"/>
                    <a:pt x="558" y="199"/>
                  </a:cubicBezTo>
                  <a:cubicBezTo>
                    <a:pt x="558" y="199"/>
                    <a:pt x="558" y="198"/>
                    <a:pt x="558" y="198"/>
                  </a:cubicBezTo>
                  <a:close/>
                  <a:moveTo>
                    <a:pt x="558" y="215"/>
                  </a:moveTo>
                  <a:cubicBezTo>
                    <a:pt x="561" y="213"/>
                    <a:pt x="565" y="210"/>
                    <a:pt x="569" y="209"/>
                  </a:cubicBezTo>
                  <a:cubicBezTo>
                    <a:pt x="567" y="211"/>
                    <a:pt x="560" y="215"/>
                    <a:pt x="557" y="217"/>
                  </a:cubicBezTo>
                  <a:cubicBezTo>
                    <a:pt x="558" y="216"/>
                    <a:pt x="556" y="217"/>
                    <a:pt x="556" y="217"/>
                  </a:cubicBezTo>
                  <a:cubicBezTo>
                    <a:pt x="555" y="215"/>
                    <a:pt x="557" y="215"/>
                    <a:pt x="558" y="215"/>
                  </a:cubicBezTo>
                  <a:close/>
                  <a:moveTo>
                    <a:pt x="559" y="250"/>
                  </a:moveTo>
                  <a:cubicBezTo>
                    <a:pt x="559" y="252"/>
                    <a:pt x="554" y="254"/>
                    <a:pt x="553" y="252"/>
                  </a:cubicBezTo>
                  <a:cubicBezTo>
                    <a:pt x="552" y="249"/>
                    <a:pt x="559" y="246"/>
                    <a:pt x="559" y="250"/>
                  </a:cubicBezTo>
                  <a:close/>
                  <a:moveTo>
                    <a:pt x="551" y="188"/>
                  </a:moveTo>
                  <a:cubicBezTo>
                    <a:pt x="551" y="188"/>
                    <a:pt x="552" y="188"/>
                    <a:pt x="552" y="188"/>
                  </a:cubicBezTo>
                  <a:cubicBezTo>
                    <a:pt x="552" y="190"/>
                    <a:pt x="550" y="190"/>
                    <a:pt x="551" y="188"/>
                  </a:cubicBezTo>
                  <a:close/>
                  <a:moveTo>
                    <a:pt x="552" y="253"/>
                  </a:moveTo>
                  <a:cubicBezTo>
                    <a:pt x="552" y="254"/>
                    <a:pt x="554" y="255"/>
                    <a:pt x="554" y="256"/>
                  </a:cubicBezTo>
                  <a:cubicBezTo>
                    <a:pt x="554" y="258"/>
                    <a:pt x="552" y="256"/>
                    <a:pt x="552" y="258"/>
                  </a:cubicBezTo>
                  <a:cubicBezTo>
                    <a:pt x="549" y="260"/>
                    <a:pt x="550" y="265"/>
                    <a:pt x="548" y="267"/>
                  </a:cubicBezTo>
                  <a:cubicBezTo>
                    <a:pt x="548" y="263"/>
                    <a:pt x="550" y="258"/>
                    <a:pt x="552" y="253"/>
                  </a:cubicBezTo>
                  <a:close/>
                  <a:moveTo>
                    <a:pt x="549" y="270"/>
                  </a:moveTo>
                  <a:cubicBezTo>
                    <a:pt x="548" y="269"/>
                    <a:pt x="550" y="267"/>
                    <a:pt x="551" y="269"/>
                  </a:cubicBezTo>
                  <a:cubicBezTo>
                    <a:pt x="552" y="271"/>
                    <a:pt x="549" y="271"/>
                    <a:pt x="549" y="270"/>
                  </a:cubicBezTo>
                  <a:close/>
                  <a:moveTo>
                    <a:pt x="549" y="310"/>
                  </a:moveTo>
                  <a:cubicBezTo>
                    <a:pt x="548" y="310"/>
                    <a:pt x="549" y="310"/>
                    <a:pt x="549" y="310"/>
                  </a:cubicBezTo>
                  <a:cubicBezTo>
                    <a:pt x="550" y="310"/>
                    <a:pt x="549" y="310"/>
                    <a:pt x="549" y="310"/>
                  </a:cubicBezTo>
                  <a:close/>
                  <a:moveTo>
                    <a:pt x="550" y="302"/>
                  </a:moveTo>
                  <a:cubicBezTo>
                    <a:pt x="551" y="302"/>
                    <a:pt x="551" y="301"/>
                    <a:pt x="551" y="302"/>
                  </a:cubicBezTo>
                  <a:cubicBezTo>
                    <a:pt x="552" y="302"/>
                    <a:pt x="550" y="303"/>
                    <a:pt x="550" y="302"/>
                  </a:cubicBezTo>
                  <a:close/>
                  <a:moveTo>
                    <a:pt x="558" y="345"/>
                  </a:moveTo>
                  <a:cubicBezTo>
                    <a:pt x="556" y="349"/>
                    <a:pt x="551" y="352"/>
                    <a:pt x="547" y="356"/>
                  </a:cubicBezTo>
                  <a:cubicBezTo>
                    <a:pt x="549" y="352"/>
                    <a:pt x="555" y="349"/>
                    <a:pt x="558" y="345"/>
                  </a:cubicBezTo>
                  <a:close/>
                  <a:moveTo>
                    <a:pt x="546" y="192"/>
                  </a:moveTo>
                  <a:cubicBezTo>
                    <a:pt x="547" y="193"/>
                    <a:pt x="545" y="194"/>
                    <a:pt x="545" y="193"/>
                  </a:cubicBezTo>
                  <a:cubicBezTo>
                    <a:pt x="545" y="192"/>
                    <a:pt x="546" y="192"/>
                    <a:pt x="546" y="192"/>
                  </a:cubicBezTo>
                  <a:close/>
                  <a:moveTo>
                    <a:pt x="545" y="198"/>
                  </a:moveTo>
                  <a:cubicBezTo>
                    <a:pt x="546" y="197"/>
                    <a:pt x="546" y="200"/>
                    <a:pt x="545" y="199"/>
                  </a:cubicBezTo>
                  <a:cubicBezTo>
                    <a:pt x="544" y="199"/>
                    <a:pt x="545" y="198"/>
                    <a:pt x="545" y="198"/>
                  </a:cubicBezTo>
                  <a:close/>
                  <a:moveTo>
                    <a:pt x="544" y="232"/>
                  </a:moveTo>
                  <a:cubicBezTo>
                    <a:pt x="545" y="231"/>
                    <a:pt x="546" y="230"/>
                    <a:pt x="546" y="231"/>
                  </a:cubicBezTo>
                  <a:cubicBezTo>
                    <a:pt x="549" y="233"/>
                    <a:pt x="542" y="235"/>
                    <a:pt x="544" y="232"/>
                  </a:cubicBezTo>
                  <a:close/>
                  <a:moveTo>
                    <a:pt x="547" y="281"/>
                  </a:moveTo>
                  <a:cubicBezTo>
                    <a:pt x="546" y="282"/>
                    <a:pt x="545" y="281"/>
                    <a:pt x="547" y="281"/>
                  </a:cubicBezTo>
                  <a:close/>
                  <a:moveTo>
                    <a:pt x="547" y="355"/>
                  </a:moveTo>
                  <a:cubicBezTo>
                    <a:pt x="546" y="357"/>
                    <a:pt x="544" y="358"/>
                    <a:pt x="543" y="359"/>
                  </a:cubicBezTo>
                  <a:cubicBezTo>
                    <a:pt x="543" y="357"/>
                    <a:pt x="545" y="356"/>
                    <a:pt x="547" y="355"/>
                  </a:cubicBezTo>
                  <a:close/>
                  <a:moveTo>
                    <a:pt x="542" y="323"/>
                  </a:moveTo>
                  <a:cubicBezTo>
                    <a:pt x="542" y="323"/>
                    <a:pt x="542" y="322"/>
                    <a:pt x="543" y="323"/>
                  </a:cubicBezTo>
                  <a:cubicBezTo>
                    <a:pt x="545" y="323"/>
                    <a:pt x="541" y="326"/>
                    <a:pt x="542" y="323"/>
                  </a:cubicBezTo>
                  <a:close/>
                  <a:moveTo>
                    <a:pt x="542" y="261"/>
                  </a:moveTo>
                  <a:cubicBezTo>
                    <a:pt x="543" y="259"/>
                    <a:pt x="544" y="261"/>
                    <a:pt x="542" y="261"/>
                  </a:cubicBezTo>
                  <a:close/>
                  <a:moveTo>
                    <a:pt x="541" y="250"/>
                  </a:moveTo>
                  <a:cubicBezTo>
                    <a:pt x="541" y="250"/>
                    <a:pt x="541" y="249"/>
                    <a:pt x="542" y="248"/>
                  </a:cubicBezTo>
                  <a:cubicBezTo>
                    <a:pt x="544" y="247"/>
                    <a:pt x="543" y="252"/>
                    <a:pt x="541" y="250"/>
                  </a:cubicBezTo>
                  <a:close/>
                  <a:moveTo>
                    <a:pt x="543" y="227"/>
                  </a:moveTo>
                  <a:cubicBezTo>
                    <a:pt x="543" y="227"/>
                    <a:pt x="542" y="228"/>
                    <a:pt x="542" y="227"/>
                  </a:cubicBezTo>
                  <a:cubicBezTo>
                    <a:pt x="542" y="227"/>
                    <a:pt x="542" y="227"/>
                    <a:pt x="543" y="227"/>
                  </a:cubicBezTo>
                  <a:close/>
                  <a:moveTo>
                    <a:pt x="541" y="192"/>
                  </a:moveTo>
                  <a:cubicBezTo>
                    <a:pt x="542" y="190"/>
                    <a:pt x="542" y="193"/>
                    <a:pt x="541" y="192"/>
                  </a:cubicBezTo>
                  <a:close/>
                  <a:moveTo>
                    <a:pt x="542" y="240"/>
                  </a:moveTo>
                  <a:cubicBezTo>
                    <a:pt x="542" y="241"/>
                    <a:pt x="540" y="242"/>
                    <a:pt x="539" y="242"/>
                  </a:cubicBezTo>
                  <a:cubicBezTo>
                    <a:pt x="539" y="241"/>
                    <a:pt x="541" y="241"/>
                    <a:pt x="542" y="240"/>
                  </a:cubicBezTo>
                  <a:close/>
                  <a:moveTo>
                    <a:pt x="537" y="195"/>
                  </a:moveTo>
                  <a:cubicBezTo>
                    <a:pt x="538" y="195"/>
                    <a:pt x="536" y="196"/>
                    <a:pt x="536" y="197"/>
                  </a:cubicBezTo>
                  <a:cubicBezTo>
                    <a:pt x="535" y="196"/>
                    <a:pt x="537" y="195"/>
                    <a:pt x="537" y="195"/>
                  </a:cubicBezTo>
                  <a:close/>
                  <a:moveTo>
                    <a:pt x="539" y="194"/>
                  </a:moveTo>
                  <a:cubicBezTo>
                    <a:pt x="538" y="197"/>
                    <a:pt x="536" y="201"/>
                    <a:pt x="534" y="203"/>
                  </a:cubicBezTo>
                  <a:cubicBezTo>
                    <a:pt x="536" y="200"/>
                    <a:pt x="537" y="197"/>
                    <a:pt x="539" y="194"/>
                  </a:cubicBezTo>
                  <a:close/>
                  <a:moveTo>
                    <a:pt x="534" y="200"/>
                  </a:moveTo>
                  <a:cubicBezTo>
                    <a:pt x="534" y="200"/>
                    <a:pt x="534" y="200"/>
                    <a:pt x="534" y="200"/>
                  </a:cubicBezTo>
                  <a:cubicBezTo>
                    <a:pt x="535" y="198"/>
                    <a:pt x="534" y="202"/>
                    <a:pt x="534" y="200"/>
                  </a:cubicBezTo>
                  <a:close/>
                  <a:moveTo>
                    <a:pt x="537" y="244"/>
                  </a:moveTo>
                  <a:cubicBezTo>
                    <a:pt x="536" y="245"/>
                    <a:pt x="534" y="246"/>
                    <a:pt x="532" y="246"/>
                  </a:cubicBezTo>
                  <a:cubicBezTo>
                    <a:pt x="533" y="245"/>
                    <a:pt x="535" y="244"/>
                    <a:pt x="537" y="244"/>
                  </a:cubicBezTo>
                  <a:close/>
                  <a:moveTo>
                    <a:pt x="534" y="205"/>
                  </a:moveTo>
                  <a:cubicBezTo>
                    <a:pt x="534" y="205"/>
                    <a:pt x="533" y="207"/>
                    <a:pt x="533" y="208"/>
                  </a:cubicBezTo>
                  <a:cubicBezTo>
                    <a:pt x="532" y="207"/>
                    <a:pt x="533" y="205"/>
                    <a:pt x="534" y="205"/>
                  </a:cubicBezTo>
                  <a:close/>
                  <a:moveTo>
                    <a:pt x="533" y="224"/>
                  </a:moveTo>
                  <a:cubicBezTo>
                    <a:pt x="534" y="223"/>
                    <a:pt x="533" y="226"/>
                    <a:pt x="532" y="226"/>
                  </a:cubicBezTo>
                  <a:cubicBezTo>
                    <a:pt x="532" y="225"/>
                    <a:pt x="532" y="225"/>
                    <a:pt x="533" y="224"/>
                  </a:cubicBezTo>
                  <a:close/>
                  <a:moveTo>
                    <a:pt x="531" y="209"/>
                  </a:moveTo>
                  <a:cubicBezTo>
                    <a:pt x="532" y="207"/>
                    <a:pt x="533" y="209"/>
                    <a:pt x="531" y="209"/>
                  </a:cubicBezTo>
                  <a:close/>
                  <a:moveTo>
                    <a:pt x="529" y="302"/>
                  </a:moveTo>
                  <a:cubicBezTo>
                    <a:pt x="529" y="301"/>
                    <a:pt x="529" y="301"/>
                    <a:pt x="530" y="300"/>
                  </a:cubicBezTo>
                  <a:cubicBezTo>
                    <a:pt x="532" y="299"/>
                    <a:pt x="531" y="303"/>
                    <a:pt x="529" y="302"/>
                  </a:cubicBezTo>
                  <a:close/>
                  <a:moveTo>
                    <a:pt x="530" y="248"/>
                  </a:moveTo>
                  <a:cubicBezTo>
                    <a:pt x="529" y="248"/>
                    <a:pt x="529" y="248"/>
                    <a:pt x="529" y="248"/>
                  </a:cubicBezTo>
                  <a:cubicBezTo>
                    <a:pt x="529" y="248"/>
                    <a:pt x="533" y="246"/>
                    <a:pt x="530" y="248"/>
                  </a:cubicBezTo>
                  <a:close/>
                  <a:moveTo>
                    <a:pt x="527" y="222"/>
                  </a:moveTo>
                  <a:cubicBezTo>
                    <a:pt x="520" y="225"/>
                    <a:pt x="519" y="215"/>
                    <a:pt x="525" y="213"/>
                  </a:cubicBezTo>
                  <a:cubicBezTo>
                    <a:pt x="530" y="211"/>
                    <a:pt x="532" y="219"/>
                    <a:pt x="527" y="222"/>
                  </a:cubicBezTo>
                  <a:close/>
                  <a:moveTo>
                    <a:pt x="526" y="189"/>
                  </a:moveTo>
                  <a:cubicBezTo>
                    <a:pt x="526" y="187"/>
                    <a:pt x="528" y="189"/>
                    <a:pt x="526" y="189"/>
                  </a:cubicBezTo>
                  <a:close/>
                  <a:moveTo>
                    <a:pt x="526" y="180"/>
                  </a:moveTo>
                  <a:cubicBezTo>
                    <a:pt x="526" y="181"/>
                    <a:pt x="520" y="184"/>
                    <a:pt x="519" y="181"/>
                  </a:cubicBezTo>
                  <a:cubicBezTo>
                    <a:pt x="518" y="177"/>
                    <a:pt x="527" y="175"/>
                    <a:pt x="526" y="180"/>
                  </a:cubicBezTo>
                  <a:close/>
                  <a:moveTo>
                    <a:pt x="523" y="190"/>
                  </a:moveTo>
                  <a:cubicBezTo>
                    <a:pt x="524" y="190"/>
                    <a:pt x="524" y="190"/>
                    <a:pt x="524" y="190"/>
                  </a:cubicBezTo>
                  <a:cubicBezTo>
                    <a:pt x="524" y="192"/>
                    <a:pt x="521" y="189"/>
                    <a:pt x="523" y="190"/>
                  </a:cubicBezTo>
                  <a:close/>
                  <a:moveTo>
                    <a:pt x="520" y="185"/>
                  </a:moveTo>
                  <a:cubicBezTo>
                    <a:pt x="519" y="184"/>
                    <a:pt x="518" y="186"/>
                    <a:pt x="517" y="186"/>
                  </a:cubicBezTo>
                  <a:cubicBezTo>
                    <a:pt x="517" y="185"/>
                    <a:pt x="520" y="184"/>
                    <a:pt x="520" y="185"/>
                  </a:cubicBezTo>
                  <a:close/>
                  <a:moveTo>
                    <a:pt x="523" y="197"/>
                  </a:moveTo>
                  <a:cubicBezTo>
                    <a:pt x="526" y="200"/>
                    <a:pt x="524" y="205"/>
                    <a:pt x="522" y="207"/>
                  </a:cubicBezTo>
                  <a:cubicBezTo>
                    <a:pt x="520" y="208"/>
                    <a:pt x="517" y="208"/>
                    <a:pt x="515" y="208"/>
                  </a:cubicBezTo>
                  <a:cubicBezTo>
                    <a:pt x="512" y="209"/>
                    <a:pt x="514" y="209"/>
                    <a:pt x="512" y="207"/>
                  </a:cubicBezTo>
                  <a:cubicBezTo>
                    <a:pt x="509" y="204"/>
                    <a:pt x="509" y="200"/>
                    <a:pt x="513" y="200"/>
                  </a:cubicBezTo>
                  <a:cubicBezTo>
                    <a:pt x="512" y="206"/>
                    <a:pt x="514" y="198"/>
                    <a:pt x="515" y="197"/>
                  </a:cubicBezTo>
                  <a:cubicBezTo>
                    <a:pt x="516" y="197"/>
                    <a:pt x="521" y="196"/>
                    <a:pt x="523" y="197"/>
                  </a:cubicBezTo>
                  <a:close/>
                  <a:moveTo>
                    <a:pt x="511" y="195"/>
                  </a:moveTo>
                  <a:cubicBezTo>
                    <a:pt x="512" y="196"/>
                    <a:pt x="509" y="196"/>
                    <a:pt x="509" y="195"/>
                  </a:cubicBezTo>
                  <a:cubicBezTo>
                    <a:pt x="510" y="194"/>
                    <a:pt x="511" y="194"/>
                    <a:pt x="511" y="195"/>
                  </a:cubicBezTo>
                  <a:close/>
                  <a:moveTo>
                    <a:pt x="516" y="196"/>
                  </a:moveTo>
                  <a:cubicBezTo>
                    <a:pt x="515" y="196"/>
                    <a:pt x="509" y="201"/>
                    <a:pt x="508" y="199"/>
                  </a:cubicBezTo>
                  <a:cubicBezTo>
                    <a:pt x="508" y="198"/>
                    <a:pt x="514" y="195"/>
                    <a:pt x="516" y="196"/>
                  </a:cubicBezTo>
                  <a:close/>
                  <a:moveTo>
                    <a:pt x="509" y="183"/>
                  </a:moveTo>
                  <a:cubicBezTo>
                    <a:pt x="510" y="184"/>
                    <a:pt x="507" y="185"/>
                    <a:pt x="507" y="184"/>
                  </a:cubicBezTo>
                  <a:cubicBezTo>
                    <a:pt x="506" y="183"/>
                    <a:pt x="509" y="183"/>
                    <a:pt x="509" y="183"/>
                  </a:cubicBezTo>
                  <a:close/>
                  <a:moveTo>
                    <a:pt x="506" y="199"/>
                  </a:moveTo>
                  <a:cubicBezTo>
                    <a:pt x="509" y="197"/>
                    <a:pt x="509" y="203"/>
                    <a:pt x="506" y="202"/>
                  </a:cubicBezTo>
                  <a:cubicBezTo>
                    <a:pt x="505" y="201"/>
                    <a:pt x="506" y="199"/>
                    <a:pt x="506" y="199"/>
                  </a:cubicBezTo>
                  <a:close/>
                  <a:moveTo>
                    <a:pt x="506" y="261"/>
                  </a:moveTo>
                  <a:cubicBezTo>
                    <a:pt x="508" y="260"/>
                    <a:pt x="505" y="263"/>
                    <a:pt x="506" y="262"/>
                  </a:cubicBezTo>
                  <a:cubicBezTo>
                    <a:pt x="506" y="261"/>
                    <a:pt x="506" y="261"/>
                    <a:pt x="506" y="261"/>
                  </a:cubicBezTo>
                  <a:close/>
                  <a:moveTo>
                    <a:pt x="508" y="279"/>
                  </a:moveTo>
                  <a:cubicBezTo>
                    <a:pt x="508" y="281"/>
                    <a:pt x="504" y="283"/>
                    <a:pt x="503" y="281"/>
                  </a:cubicBezTo>
                  <a:cubicBezTo>
                    <a:pt x="502" y="280"/>
                    <a:pt x="507" y="277"/>
                    <a:pt x="508" y="279"/>
                  </a:cubicBezTo>
                  <a:close/>
                  <a:moveTo>
                    <a:pt x="502" y="609"/>
                  </a:moveTo>
                  <a:cubicBezTo>
                    <a:pt x="502" y="607"/>
                    <a:pt x="504" y="608"/>
                    <a:pt x="502" y="609"/>
                  </a:cubicBezTo>
                  <a:close/>
                  <a:moveTo>
                    <a:pt x="503" y="283"/>
                  </a:moveTo>
                  <a:cubicBezTo>
                    <a:pt x="503" y="282"/>
                    <a:pt x="502" y="284"/>
                    <a:pt x="503" y="283"/>
                  </a:cubicBezTo>
                  <a:close/>
                  <a:moveTo>
                    <a:pt x="502" y="173"/>
                  </a:moveTo>
                  <a:cubicBezTo>
                    <a:pt x="503" y="174"/>
                    <a:pt x="502" y="175"/>
                    <a:pt x="501" y="174"/>
                  </a:cubicBezTo>
                  <a:cubicBezTo>
                    <a:pt x="501" y="174"/>
                    <a:pt x="502" y="174"/>
                    <a:pt x="502" y="173"/>
                  </a:cubicBezTo>
                  <a:close/>
                  <a:moveTo>
                    <a:pt x="501" y="129"/>
                  </a:moveTo>
                  <a:cubicBezTo>
                    <a:pt x="501" y="129"/>
                    <a:pt x="501" y="129"/>
                    <a:pt x="501" y="129"/>
                  </a:cubicBezTo>
                  <a:cubicBezTo>
                    <a:pt x="502" y="131"/>
                    <a:pt x="499" y="127"/>
                    <a:pt x="501" y="129"/>
                  </a:cubicBezTo>
                  <a:close/>
                  <a:moveTo>
                    <a:pt x="503" y="177"/>
                  </a:moveTo>
                  <a:cubicBezTo>
                    <a:pt x="503" y="178"/>
                    <a:pt x="500" y="178"/>
                    <a:pt x="500" y="177"/>
                  </a:cubicBezTo>
                  <a:cubicBezTo>
                    <a:pt x="500" y="176"/>
                    <a:pt x="503" y="175"/>
                    <a:pt x="503" y="177"/>
                  </a:cubicBezTo>
                  <a:close/>
                  <a:moveTo>
                    <a:pt x="501" y="214"/>
                  </a:moveTo>
                  <a:cubicBezTo>
                    <a:pt x="502" y="214"/>
                    <a:pt x="500" y="216"/>
                    <a:pt x="500" y="216"/>
                  </a:cubicBezTo>
                  <a:cubicBezTo>
                    <a:pt x="499" y="215"/>
                    <a:pt x="500" y="213"/>
                    <a:pt x="501" y="214"/>
                  </a:cubicBezTo>
                  <a:close/>
                  <a:moveTo>
                    <a:pt x="499" y="175"/>
                  </a:moveTo>
                  <a:cubicBezTo>
                    <a:pt x="499" y="175"/>
                    <a:pt x="499" y="175"/>
                    <a:pt x="498" y="175"/>
                  </a:cubicBezTo>
                  <a:cubicBezTo>
                    <a:pt x="498" y="175"/>
                    <a:pt x="498" y="175"/>
                    <a:pt x="498" y="175"/>
                  </a:cubicBezTo>
                  <a:cubicBezTo>
                    <a:pt x="498" y="175"/>
                    <a:pt x="499" y="175"/>
                    <a:pt x="499" y="175"/>
                  </a:cubicBezTo>
                  <a:close/>
                  <a:moveTo>
                    <a:pt x="499" y="241"/>
                  </a:moveTo>
                  <a:cubicBezTo>
                    <a:pt x="500" y="241"/>
                    <a:pt x="498" y="242"/>
                    <a:pt x="498" y="241"/>
                  </a:cubicBezTo>
                  <a:cubicBezTo>
                    <a:pt x="498" y="240"/>
                    <a:pt x="499" y="241"/>
                    <a:pt x="499" y="241"/>
                  </a:cubicBezTo>
                  <a:close/>
                  <a:moveTo>
                    <a:pt x="498" y="123"/>
                  </a:moveTo>
                  <a:cubicBezTo>
                    <a:pt x="499" y="123"/>
                    <a:pt x="497" y="125"/>
                    <a:pt x="497" y="124"/>
                  </a:cubicBezTo>
                  <a:cubicBezTo>
                    <a:pt x="497" y="124"/>
                    <a:pt x="498" y="123"/>
                    <a:pt x="498" y="123"/>
                  </a:cubicBezTo>
                  <a:close/>
                  <a:moveTo>
                    <a:pt x="498" y="150"/>
                  </a:moveTo>
                  <a:cubicBezTo>
                    <a:pt x="498" y="151"/>
                    <a:pt x="497" y="152"/>
                    <a:pt x="496" y="151"/>
                  </a:cubicBezTo>
                  <a:cubicBezTo>
                    <a:pt x="496" y="150"/>
                    <a:pt x="498" y="150"/>
                    <a:pt x="498" y="150"/>
                  </a:cubicBezTo>
                  <a:close/>
                  <a:moveTo>
                    <a:pt x="498" y="170"/>
                  </a:moveTo>
                  <a:cubicBezTo>
                    <a:pt x="498" y="172"/>
                    <a:pt x="494" y="171"/>
                    <a:pt x="494" y="170"/>
                  </a:cubicBezTo>
                  <a:cubicBezTo>
                    <a:pt x="494" y="168"/>
                    <a:pt x="497" y="168"/>
                    <a:pt x="498" y="170"/>
                  </a:cubicBezTo>
                  <a:close/>
                  <a:moveTo>
                    <a:pt x="494" y="124"/>
                  </a:moveTo>
                  <a:cubicBezTo>
                    <a:pt x="494" y="124"/>
                    <a:pt x="493" y="125"/>
                    <a:pt x="492" y="125"/>
                  </a:cubicBezTo>
                  <a:cubicBezTo>
                    <a:pt x="492" y="124"/>
                    <a:pt x="493" y="124"/>
                    <a:pt x="494" y="124"/>
                  </a:cubicBezTo>
                  <a:close/>
                  <a:moveTo>
                    <a:pt x="493" y="162"/>
                  </a:moveTo>
                  <a:cubicBezTo>
                    <a:pt x="494" y="163"/>
                    <a:pt x="493" y="164"/>
                    <a:pt x="492" y="163"/>
                  </a:cubicBezTo>
                  <a:cubicBezTo>
                    <a:pt x="492" y="163"/>
                    <a:pt x="493" y="162"/>
                    <a:pt x="493" y="162"/>
                  </a:cubicBezTo>
                  <a:close/>
                  <a:moveTo>
                    <a:pt x="493" y="158"/>
                  </a:moveTo>
                  <a:cubicBezTo>
                    <a:pt x="494" y="160"/>
                    <a:pt x="493" y="157"/>
                    <a:pt x="493" y="158"/>
                  </a:cubicBezTo>
                  <a:close/>
                  <a:moveTo>
                    <a:pt x="493" y="168"/>
                  </a:moveTo>
                  <a:cubicBezTo>
                    <a:pt x="493" y="170"/>
                    <a:pt x="491" y="169"/>
                    <a:pt x="493" y="168"/>
                  </a:cubicBezTo>
                  <a:close/>
                  <a:moveTo>
                    <a:pt x="491" y="160"/>
                  </a:moveTo>
                  <a:cubicBezTo>
                    <a:pt x="492" y="161"/>
                    <a:pt x="490" y="162"/>
                    <a:pt x="490" y="161"/>
                  </a:cubicBezTo>
                  <a:cubicBezTo>
                    <a:pt x="491" y="160"/>
                    <a:pt x="491" y="160"/>
                    <a:pt x="491" y="160"/>
                  </a:cubicBezTo>
                  <a:close/>
                  <a:moveTo>
                    <a:pt x="491" y="132"/>
                  </a:moveTo>
                  <a:cubicBezTo>
                    <a:pt x="492" y="134"/>
                    <a:pt x="488" y="133"/>
                    <a:pt x="488" y="132"/>
                  </a:cubicBezTo>
                  <a:cubicBezTo>
                    <a:pt x="488" y="131"/>
                    <a:pt x="491" y="131"/>
                    <a:pt x="491" y="132"/>
                  </a:cubicBezTo>
                  <a:close/>
                  <a:moveTo>
                    <a:pt x="486" y="205"/>
                  </a:moveTo>
                  <a:cubicBezTo>
                    <a:pt x="487" y="204"/>
                    <a:pt x="488" y="204"/>
                    <a:pt x="488" y="205"/>
                  </a:cubicBezTo>
                  <a:cubicBezTo>
                    <a:pt x="488" y="205"/>
                    <a:pt x="489" y="205"/>
                    <a:pt x="490" y="205"/>
                  </a:cubicBezTo>
                  <a:cubicBezTo>
                    <a:pt x="491" y="204"/>
                    <a:pt x="496" y="198"/>
                    <a:pt x="497" y="199"/>
                  </a:cubicBezTo>
                  <a:cubicBezTo>
                    <a:pt x="499" y="201"/>
                    <a:pt x="490" y="206"/>
                    <a:pt x="489" y="206"/>
                  </a:cubicBezTo>
                  <a:cubicBezTo>
                    <a:pt x="488" y="207"/>
                    <a:pt x="487" y="208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6" y="207"/>
                    <a:pt x="486" y="207"/>
                    <a:pt x="486" y="207"/>
                  </a:cubicBezTo>
                  <a:cubicBezTo>
                    <a:pt x="485" y="206"/>
                    <a:pt x="486" y="205"/>
                    <a:pt x="486" y="205"/>
                  </a:cubicBezTo>
                  <a:close/>
                  <a:moveTo>
                    <a:pt x="486" y="209"/>
                  </a:moveTo>
                  <a:cubicBezTo>
                    <a:pt x="487" y="210"/>
                    <a:pt x="485" y="210"/>
                    <a:pt x="485" y="210"/>
                  </a:cubicBezTo>
                  <a:cubicBezTo>
                    <a:pt x="485" y="209"/>
                    <a:pt x="486" y="209"/>
                    <a:pt x="486" y="209"/>
                  </a:cubicBezTo>
                  <a:close/>
                  <a:moveTo>
                    <a:pt x="486" y="141"/>
                  </a:moveTo>
                  <a:cubicBezTo>
                    <a:pt x="486" y="142"/>
                    <a:pt x="483" y="142"/>
                    <a:pt x="483" y="141"/>
                  </a:cubicBezTo>
                  <a:cubicBezTo>
                    <a:pt x="483" y="141"/>
                    <a:pt x="485" y="140"/>
                    <a:pt x="486" y="141"/>
                  </a:cubicBezTo>
                  <a:close/>
                  <a:moveTo>
                    <a:pt x="484" y="149"/>
                  </a:moveTo>
                  <a:cubicBezTo>
                    <a:pt x="485" y="149"/>
                    <a:pt x="483" y="151"/>
                    <a:pt x="483" y="149"/>
                  </a:cubicBezTo>
                  <a:cubicBezTo>
                    <a:pt x="483" y="149"/>
                    <a:pt x="483" y="149"/>
                    <a:pt x="484" y="149"/>
                  </a:cubicBezTo>
                  <a:close/>
                  <a:moveTo>
                    <a:pt x="496" y="76"/>
                  </a:moveTo>
                  <a:cubicBezTo>
                    <a:pt x="496" y="76"/>
                    <a:pt x="496" y="76"/>
                    <a:pt x="496" y="76"/>
                  </a:cubicBezTo>
                  <a:cubicBezTo>
                    <a:pt x="496" y="77"/>
                    <a:pt x="496" y="77"/>
                    <a:pt x="496" y="76"/>
                  </a:cubicBezTo>
                  <a:close/>
                  <a:moveTo>
                    <a:pt x="496" y="76"/>
                  </a:moveTo>
                  <a:cubicBezTo>
                    <a:pt x="495" y="76"/>
                    <a:pt x="495" y="76"/>
                    <a:pt x="496" y="76"/>
                  </a:cubicBezTo>
                  <a:close/>
                  <a:moveTo>
                    <a:pt x="496" y="79"/>
                  </a:moveTo>
                  <a:cubicBezTo>
                    <a:pt x="496" y="79"/>
                    <a:pt x="495" y="79"/>
                    <a:pt x="494" y="79"/>
                  </a:cubicBezTo>
                  <a:cubicBezTo>
                    <a:pt x="494" y="79"/>
                    <a:pt x="495" y="78"/>
                    <a:pt x="496" y="79"/>
                  </a:cubicBezTo>
                  <a:close/>
                  <a:moveTo>
                    <a:pt x="493" y="77"/>
                  </a:moveTo>
                  <a:cubicBezTo>
                    <a:pt x="493" y="78"/>
                    <a:pt x="492" y="78"/>
                    <a:pt x="492" y="78"/>
                  </a:cubicBezTo>
                  <a:cubicBezTo>
                    <a:pt x="492" y="78"/>
                    <a:pt x="491" y="76"/>
                    <a:pt x="491" y="76"/>
                  </a:cubicBezTo>
                  <a:cubicBezTo>
                    <a:pt x="491" y="75"/>
                    <a:pt x="493" y="75"/>
                    <a:pt x="493" y="77"/>
                  </a:cubicBezTo>
                  <a:close/>
                  <a:moveTo>
                    <a:pt x="486" y="82"/>
                  </a:moveTo>
                  <a:cubicBezTo>
                    <a:pt x="487" y="83"/>
                    <a:pt x="485" y="83"/>
                    <a:pt x="485" y="82"/>
                  </a:cubicBezTo>
                  <a:cubicBezTo>
                    <a:pt x="485" y="82"/>
                    <a:pt x="486" y="82"/>
                    <a:pt x="486" y="82"/>
                  </a:cubicBezTo>
                  <a:close/>
                  <a:moveTo>
                    <a:pt x="486" y="85"/>
                  </a:moveTo>
                  <a:cubicBezTo>
                    <a:pt x="485" y="85"/>
                    <a:pt x="484" y="86"/>
                    <a:pt x="484" y="85"/>
                  </a:cubicBezTo>
                  <a:cubicBezTo>
                    <a:pt x="485" y="85"/>
                    <a:pt x="488" y="81"/>
                    <a:pt x="491" y="81"/>
                  </a:cubicBezTo>
                  <a:cubicBezTo>
                    <a:pt x="492" y="81"/>
                    <a:pt x="495" y="82"/>
                    <a:pt x="495" y="85"/>
                  </a:cubicBezTo>
                  <a:cubicBezTo>
                    <a:pt x="494" y="87"/>
                    <a:pt x="490" y="89"/>
                    <a:pt x="488" y="89"/>
                  </a:cubicBezTo>
                  <a:cubicBezTo>
                    <a:pt x="487" y="89"/>
                    <a:pt x="486" y="88"/>
                    <a:pt x="485" y="88"/>
                  </a:cubicBezTo>
                  <a:cubicBezTo>
                    <a:pt x="485" y="88"/>
                    <a:pt x="484" y="89"/>
                    <a:pt x="484" y="88"/>
                  </a:cubicBezTo>
                  <a:cubicBezTo>
                    <a:pt x="484" y="87"/>
                    <a:pt x="486" y="86"/>
                    <a:pt x="486" y="85"/>
                  </a:cubicBezTo>
                  <a:close/>
                  <a:moveTo>
                    <a:pt x="480" y="84"/>
                  </a:moveTo>
                  <a:cubicBezTo>
                    <a:pt x="481" y="85"/>
                    <a:pt x="479" y="83"/>
                    <a:pt x="480" y="84"/>
                  </a:cubicBezTo>
                  <a:close/>
                  <a:moveTo>
                    <a:pt x="481" y="85"/>
                  </a:moveTo>
                  <a:cubicBezTo>
                    <a:pt x="481" y="85"/>
                    <a:pt x="481" y="85"/>
                    <a:pt x="481" y="85"/>
                  </a:cubicBezTo>
                  <a:cubicBezTo>
                    <a:pt x="481" y="85"/>
                    <a:pt x="480" y="85"/>
                    <a:pt x="480" y="85"/>
                  </a:cubicBezTo>
                  <a:cubicBezTo>
                    <a:pt x="481" y="85"/>
                    <a:pt x="481" y="85"/>
                    <a:pt x="481" y="85"/>
                  </a:cubicBezTo>
                  <a:close/>
                  <a:moveTo>
                    <a:pt x="480" y="100"/>
                  </a:moveTo>
                  <a:cubicBezTo>
                    <a:pt x="479" y="100"/>
                    <a:pt x="481" y="99"/>
                    <a:pt x="482" y="99"/>
                  </a:cubicBezTo>
                  <a:cubicBezTo>
                    <a:pt x="482" y="100"/>
                    <a:pt x="480" y="100"/>
                    <a:pt x="480" y="100"/>
                  </a:cubicBezTo>
                  <a:close/>
                  <a:moveTo>
                    <a:pt x="481" y="72"/>
                  </a:moveTo>
                  <a:cubicBezTo>
                    <a:pt x="484" y="71"/>
                    <a:pt x="482" y="77"/>
                    <a:pt x="479" y="75"/>
                  </a:cubicBezTo>
                  <a:cubicBezTo>
                    <a:pt x="478" y="74"/>
                    <a:pt x="480" y="73"/>
                    <a:pt x="481" y="72"/>
                  </a:cubicBezTo>
                  <a:close/>
                  <a:moveTo>
                    <a:pt x="492" y="60"/>
                  </a:moveTo>
                  <a:cubicBezTo>
                    <a:pt x="491" y="62"/>
                    <a:pt x="490" y="60"/>
                    <a:pt x="492" y="60"/>
                  </a:cubicBezTo>
                  <a:close/>
                  <a:moveTo>
                    <a:pt x="487" y="59"/>
                  </a:moveTo>
                  <a:cubicBezTo>
                    <a:pt x="486" y="60"/>
                    <a:pt x="485" y="60"/>
                    <a:pt x="483" y="60"/>
                  </a:cubicBezTo>
                  <a:cubicBezTo>
                    <a:pt x="485" y="60"/>
                    <a:pt x="485" y="58"/>
                    <a:pt x="487" y="59"/>
                  </a:cubicBezTo>
                  <a:close/>
                  <a:moveTo>
                    <a:pt x="479" y="61"/>
                  </a:moveTo>
                  <a:cubicBezTo>
                    <a:pt x="480" y="61"/>
                    <a:pt x="478" y="62"/>
                    <a:pt x="477" y="61"/>
                  </a:cubicBezTo>
                  <a:cubicBezTo>
                    <a:pt x="477" y="61"/>
                    <a:pt x="479" y="61"/>
                    <a:pt x="479" y="61"/>
                  </a:cubicBezTo>
                  <a:close/>
                  <a:moveTo>
                    <a:pt x="477" y="61"/>
                  </a:moveTo>
                  <a:cubicBezTo>
                    <a:pt x="477" y="62"/>
                    <a:pt x="475" y="61"/>
                    <a:pt x="475" y="61"/>
                  </a:cubicBezTo>
                  <a:cubicBezTo>
                    <a:pt x="475" y="61"/>
                    <a:pt x="476" y="60"/>
                    <a:pt x="477" y="61"/>
                  </a:cubicBezTo>
                  <a:close/>
                  <a:moveTo>
                    <a:pt x="465" y="20"/>
                  </a:moveTo>
                  <a:cubicBezTo>
                    <a:pt x="465" y="20"/>
                    <a:pt x="464" y="21"/>
                    <a:pt x="463" y="20"/>
                  </a:cubicBezTo>
                  <a:cubicBezTo>
                    <a:pt x="463" y="20"/>
                    <a:pt x="464" y="19"/>
                    <a:pt x="465" y="20"/>
                  </a:cubicBezTo>
                  <a:close/>
                  <a:moveTo>
                    <a:pt x="465" y="23"/>
                  </a:moveTo>
                  <a:cubicBezTo>
                    <a:pt x="465" y="24"/>
                    <a:pt x="463" y="23"/>
                    <a:pt x="463" y="23"/>
                  </a:cubicBezTo>
                  <a:cubicBezTo>
                    <a:pt x="463" y="22"/>
                    <a:pt x="464" y="21"/>
                    <a:pt x="465" y="23"/>
                  </a:cubicBezTo>
                  <a:close/>
                  <a:moveTo>
                    <a:pt x="399" y="26"/>
                  </a:moveTo>
                  <a:cubicBezTo>
                    <a:pt x="399" y="26"/>
                    <a:pt x="399" y="26"/>
                    <a:pt x="399" y="27"/>
                  </a:cubicBezTo>
                  <a:cubicBezTo>
                    <a:pt x="399" y="27"/>
                    <a:pt x="399" y="27"/>
                    <a:pt x="399" y="27"/>
                  </a:cubicBezTo>
                  <a:cubicBezTo>
                    <a:pt x="399" y="27"/>
                    <a:pt x="399" y="26"/>
                    <a:pt x="399" y="26"/>
                  </a:cubicBezTo>
                  <a:close/>
                  <a:moveTo>
                    <a:pt x="257" y="435"/>
                  </a:moveTo>
                  <a:cubicBezTo>
                    <a:pt x="258" y="436"/>
                    <a:pt x="257" y="438"/>
                    <a:pt x="257" y="438"/>
                  </a:cubicBezTo>
                  <a:cubicBezTo>
                    <a:pt x="255" y="439"/>
                    <a:pt x="255" y="434"/>
                    <a:pt x="257" y="435"/>
                  </a:cubicBezTo>
                  <a:close/>
                  <a:moveTo>
                    <a:pt x="258" y="487"/>
                  </a:moveTo>
                  <a:cubicBezTo>
                    <a:pt x="256" y="488"/>
                    <a:pt x="257" y="484"/>
                    <a:pt x="258" y="485"/>
                  </a:cubicBezTo>
                  <a:cubicBezTo>
                    <a:pt x="259" y="485"/>
                    <a:pt x="258" y="486"/>
                    <a:pt x="258" y="487"/>
                  </a:cubicBezTo>
                  <a:close/>
                  <a:moveTo>
                    <a:pt x="256" y="404"/>
                  </a:moveTo>
                  <a:cubicBezTo>
                    <a:pt x="256" y="404"/>
                    <a:pt x="256" y="398"/>
                    <a:pt x="259" y="399"/>
                  </a:cubicBezTo>
                  <a:cubicBezTo>
                    <a:pt x="260" y="399"/>
                    <a:pt x="259" y="405"/>
                    <a:pt x="256" y="404"/>
                  </a:cubicBezTo>
                  <a:close/>
                  <a:moveTo>
                    <a:pt x="259" y="383"/>
                  </a:moveTo>
                  <a:cubicBezTo>
                    <a:pt x="258" y="384"/>
                    <a:pt x="260" y="381"/>
                    <a:pt x="259" y="383"/>
                  </a:cubicBezTo>
                  <a:close/>
                  <a:moveTo>
                    <a:pt x="261" y="493"/>
                  </a:moveTo>
                  <a:cubicBezTo>
                    <a:pt x="262" y="491"/>
                    <a:pt x="264" y="489"/>
                    <a:pt x="266" y="488"/>
                  </a:cubicBezTo>
                  <a:cubicBezTo>
                    <a:pt x="265" y="490"/>
                    <a:pt x="263" y="491"/>
                    <a:pt x="261" y="493"/>
                  </a:cubicBezTo>
                  <a:close/>
                  <a:moveTo>
                    <a:pt x="266" y="444"/>
                  </a:moveTo>
                  <a:cubicBezTo>
                    <a:pt x="265" y="443"/>
                    <a:pt x="267" y="443"/>
                    <a:pt x="266" y="444"/>
                  </a:cubicBezTo>
                  <a:close/>
                  <a:moveTo>
                    <a:pt x="267" y="501"/>
                  </a:moveTo>
                  <a:cubicBezTo>
                    <a:pt x="267" y="502"/>
                    <a:pt x="269" y="500"/>
                    <a:pt x="267" y="501"/>
                  </a:cubicBezTo>
                  <a:close/>
                  <a:moveTo>
                    <a:pt x="268" y="477"/>
                  </a:moveTo>
                  <a:cubicBezTo>
                    <a:pt x="267" y="476"/>
                    <a:pt x="270" y="476"/>
                    <a:pt x="268" y="477"/>
                  </a:cubicBezTo>
                  <a:close/>
                  <a:moveTo>
                    <a:pt x="269" y="453"/>
                  </a:move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lose/>
                  <a:moveTo>
                    <a:pt x="282" y="413"/>
                  </a:moveTo>
                  <a:cubicBezTo>
                    <a:pt x="281" y="414"/>
                    <a:pt x="282" y="410"/>
                    <a:pt x="283" y="411"/>
                  </a:cubicBezTo>
                  <a:cubicBezTo>
                    <a:pt x="284" y="412"/>
                    <a:pt x="283" y="413"/>
                    <a:pt x="282" y="413"/>
                  </a:cubicBezTo>
                  <a:close/>
                  <a:moveTo>
                    <a:pt x="287" y="477"/>
                  </a:moveTo>
                  <a:cubicBezTo>
                    <a:pt x="289" y="477"/>
                    <a:pt x="288" y="482"/>
                    <a:pt x="287" y="483"/>
                  </a:cubicBezTo>
                  <a:cubicBezTo>
                    <a:pt x="282" y="485"/>
                    <a:pt x="287" y="477"/>
                    <a:pt x="287" y="477"/>
                  </a:cubicBezTo>
                  <a:close/>
                  <a:moveTo>
                    <a:pt x="288" y="462"/>
                  </a:moveTo>
                  <a:cubicBezTo>
                    <a:pt x="288" y="462"/>
                    <a:pt x="287" y="462"/>
                    <a:pt x="287" y="462"/>
                  </a:cubicBezTo>
                  <a:cubicBezTo>
                    <a:pt x="285" y="460"/>
                    <a:pt x="290" y="460"/>
                    <a:pt x="288" y="462"/>
                  </a:cubicBezTo>
                  <a:close/>
                  <a:moveTo>
                    <a:pt x="285" y="506"/>
                  </a:moveTo>
                  <a:cubicBezTo>
                    <a:pt x="286" y="505"/>
                    <a:pt x="284" y="507"/>
                    <a:pt x="285" y="506"/>
                  </a:cubicBezTo>
                  <a:close/>
                  <a:moveTo>
                    <a:pt x="287" y="507"/>
                  </a:moveTo>
                  <a:cubicBezTo>
                    <a:pt x="287" y="507"/>
                    <a:pt x="286" y="507"/>
                    <a:pt x="286" y="507"/>
                  </a:cubicBezTo>
                  <a:cubicBezTo>
                    <a:pt x="284" y="505"/>
                    <a:pt x="289" y="504"/>
                    <a:pt x="287" y="507"/>
                  </a:cubicBezTo>
                  <a:close/>
                  <a:moveTo>
                    <a:pt x="285" y="500"/>
                  </a:moveTo>
                  <a:cubicBezTo>
                    <a:pt x="280" y="502"/>
                    <a:pt x="285" y="493"/>
                    <a:pt x="288" y="495"/>
                  </a:cubicBezTo>
                  <a:cubicBezTo>
                    <a:pt x="289" y="496"/>
                    <a:pt x="286" y="500"/>
                    <a:pt x="285" y="500"/>
                  </a:cubicBezTo>
                  <a:close/>
                  <a:moveTo>
                    <a:pt x="288" y="508"/>
                  </a:moveTo>
                  <a:cubicBezTo>
                    <a:pt x="287" y="509"/>
                    <a:pt x="291" y="507"/>
                    <a:pt x="288" y="508"/>
                  </a:cubicBezTo>
                  <a:close/>
                  <a:moveTo>
                    <a:pt x="288" y="493"/>
                  </a:moveTo>
                  <a:cubicBezTo>
                    <a:pt x="287" y="493"/>
                    <a:pt x="287" y="490"/>
                    <a:pt x="289" y="490"/>
                  </a:cubicBezTo>
                  <a:cubicBezTo>
                    <a:pt x="290" y="491"/>
                    <a:pt x="289" y="492"/>
                    <a:pt x="288" y="493"/>
                  </a:cubicBezTo>
                  <a:close/>
                  <a:moveTo>
                    <a:pt x="292" y="519"/>
                  </a:moveTo>
                  <a:cubicBezTo>
                    <a:pt x="291" y="518"/>
                    <a:pt x="293" y="517"/>
                    <a:pt x="292" y="519"/>
                  </a:cubicBezTo>
                  <a:close/>
                  <a:moveTo>
                    <a:pt x="293" y="504"/>
                  </a:moveTo>
                  <a:cubicBezTo>
                    <a:pt x="292" y="503"/>
                    <a:pt x="294" y="503"/>
                    <a:pt x="294" y="502"/>
                  </a:cubicBezTo>
                  <a:cubicBezTo>
                    <a:pt x="294" y="503"/>
                    <a:pt x="293" y="503"/>
                    <a:pt x="293" y="504"/>
                  </a:cubicBezTo>
                  <a:close/>
                  <a:moveTo>
                    <a:pt x="294" y="459"/>
                  </a:moveTo>
                  <a:cubicBezTo>
                    <a:pt x="293" y="460"/>
                    <a:pt x="294" y="457"/>
                    <a:pt x="295" y="458"/>
                  </a:cubicBezTo>
                  <a:cubicBezTo>
                    <a:pt x="295" y="459"/>
                    <a:pt x="294" y="459"/>
                    <a:pt x="294" y="459"/>
                  </a:cubicBezTo>
                  <a:close/>
                  <a:moveTo>
                    <a:pt x="295" y="475"/>
                  </a:moveTo>
                  <a:cubicBezTo>
                    <a:pt x="295" y="474"/>
                    <a:pt x="297" y="475"/>
                    <a:pt x="295" y="475"/>
                  </a:cubicBezTo>
                  <a:close/>
                  <a:moveTo>
                    <a:pt x="296" y="389"/>
                  </a:moveTo>
                  <a:cubicBezTo>
                    <a:pt x="295" y="387"/>
                    <a:pt x="298" y="387"/>
                    <a:pt x="296" y="389"/>
                  </a:cubicBezTo>
                  <a:close/>
                  <a:moveTo>
                    <a:pt x="297" y="482"/>
                  </a:moveTo>
                  <a:cubicBezTo>
                    <a:pt x="297" y="483"/>
                    <a:pt x="297" y="480"/>
                    <a:pt x="297" y="482"/>
                  </a:cubicBezTo>
                  <a:close/>
                  <a:moveTo>
                    <a:pt x="298" y="393"/>
                  </a:moveTo>
                  <a:cubicBezTo>
                    <a:pt x="298" y="393"/>
                    <a:pt x="298" y="392"/>
                    <a:pt x="298" y="393"/>
                  </a:cubicBezTo>
                  <a:close/>
                  <a:moveTo>
                    <a:pt x="300" y="448"/>
                  </a:moveTo>
                  <a:cubicBezTo>
                    <a:pt x="301" y="448"/>
                    <a:pt x="300" y="449"/>
                    <a:pt x="300" y="449"/>
                  </a:cubicBezTo>
                  <a:cubicBezTo>
                    <a:pt x="299" y="450"/>
                    <a:pt x="299" y="447"/>
                    <a:pt x="300" y="448"/>
                  </a:cubicBezTo>
                  <a:close/>
                  <a:moveTo>
                    <a:pt x="301" y="127"/>
                  </a:moveTo>
                  <a:cubicBezTo>
                    <a:pt x="300" y="127"/>
                    <a:pt x="300" y="127"/>
                    <a:pt x="300" y="127"/>
                  </a:cubicBezTo>
                  <a:cubicBezTo>
                    <a:pt x="299" y="127"/>
                    <a:pt x="301" y="126"/>
                    <a:pt x="301" y="127"/>
                  </a:cubicBezTo>
                  <a:close/>
                  <a:moveTo>
                    <a:pt x="300" y="462"/>
                  </a:moveTo>
                  <a:cubicBezTo>
                    <a:pt x="301" y="462"/>
                    <a:pt x="301" y="461"/>
                    <a:pt x="301" y="462"/>
                  </a:cubicBezTo>
                  <a:cubicBezTo>
                    <a:pt x="300" y="462"/>
                    <a:pt x="300" y="462"/>
                    <a:pt x="300" y="462"/>
                  </a:cubicBezTo>
                  <a:close/>
                  <a:moveTo>
                    <a:pt x="303" y="496"/>
                  </a:moveTo>
                  <a:cubicBezTo>
                    <a:pt x="303" y="496"/>
                    <a:pt x="302" y="496"/>
                    <a:pt x="302" y="496"/>
                  </a:cubicBezTo>
                  <a:cubicBezTo>
                    <a:pt x="298" y="496"/>
                    <a:pt x="304" y="492"/>
                    <a:pt x="303" y="496"/>
                  </a:cubicBezTo>
                  <a:close/>
                  <a:moveTo>
                    <a:pt x="303" y="498"/>
                  </a:moveTo>
                  <a:cubicBezTo>
                    <a:pt x="302" y="499"/>
                    <a:pt x="304" y="497"/>
                    <a:pt x="303" y="498"/>
                  </a:cubicBezTo>
                  <a:close/>
                  <a:moveTo>
                    <a:pt x="301" y="479"/>
                  </a:moveTo>
                  <a:cubicBezTo>
                    <a:pt x="304" y="475"/>
                    <a:pt x="308" y="472"/>
                    <a:pt x="312" y="469"/>
                  </a:cubicBezTo>
                  <a:cubicBezTo>
                    <a:pt x="309" y="472"/>
                    <a:pt x="306" y="477"/>
                    <a:pt x="301" y="479"/>
                  </a:cubicBezTo>
                  <a:close/>
                  <a:moveTo>
                    <a:pt x="313" y="159"/>
                  </a:moveTo>
                  <a:cubicBezTo>
                    <a:pt x="314" y="159"/>
                    <a:pt x="310" y="162"/>
                    <a:pt x="308" y="162"/>
                  </a:cubicBezTo>
                  <a:cubicBezTo>
                    <a:pt x="308" y="162"/>
                    <a:pt x="304" y="161"/>
                    <a:pt x="304" y="160"/>
                  </a:cubicBezTo>
                  <a:cubicBezTo>
                    <a:pt x="304" y="159"/>
                    <a:pt x="308" y="157"/>
                    <a:pt x="310" y="159"/>
                  </a:cubicBezTo>
                  <a:cubicBezTo>
                    <a:pt x="310" y="159"/>
                    <a:pt x="310" y="160"/>
                    <a:pt x="310" y="160"/>
                  </a:cubicBezTo>
                  <a:cubicBezTo>
                    <a:pt x="311" y="161"/>
                    <a:pt x="312" y="159"/>
                    <a:pt x="313" y="159"/>
                  </a:cubicBezTo>
                  <a:close/>
                  <a:moveTo>
                    <a:pt x="312" y="488"/>
                  </a:moveTo>
                  <a:cubicBezTo>
                    <a:pt x="313" y="487"/>
                    <a:pt x="312" y="489"/>
                    <a:pt x="311" y="489"/>
                  </a:cubicBezTo>
                  <a:cubicBezTo>
                    <a:pt x="311" y="489"/>
                    <a:pt x="311" y="488"/>
                    <a:pt x="312" y="488"/>
                  </a:cubicBezTo>
                  <a:close/>
                  <a:moveTo>
                    <a:pt x="312" y="354"/>
                  </a:moveTo>
                  <a:cubicBezTo>
                    <a:pt x="311" y="356"/>
                    <a:pt x="310" y="356"/>
                    <a:pt x="310" y="357"/>
                  </a:cubicBezTo>
                  <a:cubicBezTo>
                    <a:pt x="309" y="356"/>
                    <a:pt x="310" y="354"/>
                    <a:pt x="312" y="354"/>
                  </a:cubicBezTo>
                  <a:close/>
                  <a:moveTo>
                    <a:pt x="305" y="364"/>
                  </a:moveTo>
                  <a:cubicBezTo>
                    <a:pt x="305" y="362"/>
                    <a:pt x="307" y="359"/>
                    <a:pt x="309" y="358"/>
                  </a:cubicBezTo>
                  <a:cubicBezTo>
                    <a:pt x="308" y="360"/>
                    <a:pt x="307" y="362"/>
                    <a:pt x="305" y="364"/>
                  </a:cubicBezTo>
                  <a:close/>
                  <a:moveTo>
                    <a:pt x="307" y="448"/>
                  </a:moveTo>
                  <a:cubicBezTo>
                    <a:pt x="306" y="449"/>
                    <a:pt x="307" y="447"/>
                    <a:pt x="308" y="447"/>
                  </a:cubicBezTo>
                  <a:cubicBezTo>
                    <a:pt x="308" y="448"/>
                    <a:pt x="307" y="448"/>
                    <a:pt x="307" y="448"/>
                  </a:cubicBezTo>
                  <a:close/>
                  <a:moveTo>
                    <a:pt x="306" y="449"/>
                  </a:moveTo>
                  <a:cubicBezTo>
                    <a:pt x="306" y="450"/>
                    <a:pt x="305" y="450"/>
                    <a:pt x="305" y="451"/>
                  </a:cubicBezTo>
                  <a:cubicBezTo>
                    <a:pt x="304" y="451"/>
                    <a:pt x="305" y="449"/>
                    <a:pt x="306" y="449"/>
                  </a:cubicBezTo>
                  <a:close/>
                  <a:moveTo>
                    <a:pt x="304" y="204"/>
                  </a:moveTo>
                  <a:cubicBezTo>
                    <a:pt x="304" y="204"/>
                    <a:pt x="304" y="202"/>
                    <a:pt x="305" y="203"/>
                  </a:cubicBezTo>
                  <a:cubicBezTo>
                    <a:pt x="305" y="204"/>
                    <a:pt x="304" y="204"/>
                    <a:pt x="304" y="204"/>
                  </a:cubicBezTo>
                  <a:close/>
                  <a:moveTo>
                    <a:pt x="307" y="268"/>
                  </a:moveTo>
                  <a:cubicBezTo>
                    <a:pt x="305" y="270"/>
                    <a:pt x="306" y="265"/>
                    <a:pt x="307" y="266"/>
                  </a:cubicBezTo>
                  <a:cubicBezTo>
                    <a:pt x="307" y="267"/>
                    <a:pt x="307" y="267"/>
                    <a:pt x="307" y="268"/>
                  </a:cubicBezTo>
                  <a:close/>
                  <a:moveTo>
                    <a:pt x="307" y="343"/>
                  </a:moveTo>
                  <a:cubicBezTo>
                    <a:pt x="306" y="345"/>
                    <a:pt x="308" y="342"/>
                    <a:pt x="307" y="343"/>
                  </a:cubicBezTo>
                  <a:close/>
                  <a:moveTo>
                    <a:pt x="306" y="280"/>
                  </a:moveTo>
                  <a:cubicBezTo>
                    <a:pt x="305" y="282"/>
                    <a:pt x="305" y="279"/>
                    <a:pt x="306" y="279"/>
                  </a:cubicBezTo>
                  <a:cubicBezTo>
                    <a:pt x="307" y="279"/>
                    <a:pt x="306" y="280"/>
                    <a:pt x="306" y="280"/>
                  </a:cubicBezTo>
                  <a:close/>
                  <a:moveTo>
                    <a:pt x="302" y="455"/>
                  </a:moveTo>
                  <a:cubicBezTo>
                    <a:pt x="302" y="454"/>
                    <a:pt x="303" y="453"/>
                    <a:pt x="304" y="452"/>
                  </a:cubicBezTo>
                  <a:cubicBezTo>
                    <a:pt x="305" y="453"/>
                    <a:pt x="303" y="454"/>
                    <a:pt x="302" y="455"/>
                  </a:cubicBezTo>
                  <a:close/>
                  <a:moveTo>
                    <a:pt x="309" y="538"/>
                  </a:moveTo>
                  <a:cubicBezTo>
                    <a:pt x="309" y="538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ubicBezTo>
                    <a:pt x="308" y="539"/>
                    <a:pt x="309" y="538"/>
                    <a:pt x="309" y="538"/>
                  </a:cubicBezTo>
                  <a:cubicBezTo>
                    <a:pt x="309" y="538"/>
                    <a:pt x="309" y="538"/>
                    <a:pt x="309" y="538"/>
                  </a:cubicBezTo>
                  <a:close/>
                  <a:moveTo>
                    <a:pt x="306" y="537"/>
                  </a:moveTo>
                  <a:cubicBezTo>
                    <a:pt x="308" y="536"/>
                    <a:pt x="305" y="538"/>
                    <a:pt x="306" y="537"/>
                  </a:cubicBezTo>
                  <a:close/>
                  <a:moveTo>
                    <a:pt x="306" y="537"/>
                  </a:moveTo>
                  <a:cubicBezTo>
                    <a:pt x="305" y="539"/>
                    <a:pt x="303" y="539"/>
                    <a:pt x="303" y="541"/>
                  </a:cubicBezTo>
                  <a:cubicBezTo>
                    <a:pt x="303" y="540"/>
                    <a:pt x="304" y="538"/>
                    <a:pt x="306" y="537"/>
                  </a:cubicBezTo>
                  <a:close/>
                  <a:moveTo>
                    <a:pt x="305" y="527"/>
                  </a:moveTo>
                  <a:cubicBezTo>
                    <a:pt x="305" y="528"/>
                    <a:pt x="301" y="533"/>
                    <a:pt x="300" y="531"/>
                  </a:cubicBezTo>
                  <a:cubicBezTo>
                    <a:pt x="298" y="529"/>
                    <a:pt x="303" y="527"/>
                    <a:pt x="305" y="527"/>
                  </a:cubicBezTo>
                  <a:close/>
                  <a:moveTo>
                    <a:pt x="290" y="562"/>
                  </a:moveTo>
                  <a:cubicBezTo>
                    <a:pt x="290" y="562"/>
                    <a:pt x="290" y="562"/>
                    <a:pt x="290" y="562"/>
                  </a:cubicBezTo>
                  <a:cubicBezTo>
                    <a:pt x="290" y="562"/>
                    <a:pt x="289" y="563"/>
                    <a:pt x="290" y="562"/>
                  </a:cubicBezTo>
                  <a:close/>
                  <a:moveTo>
                    <a:pt x="289" y="541"/>
                  </a:moveTo>
                  <a:cubicBezTo>
                    <a:pt x="289" y="540"/>
                    <a:pt x="287" y="543"/>
                    <a:pt x="289" y="541"/>
                  </a:cubicBezTo>
                  <a:close/>
                  <a:moveTo>
                    <a:pt x="288" y="575"/>
                  </a:moveTo>
                  <a:cubicBezTo>
                    <a:pt x="286" y="576"/>
                    <a:pt x="285" y="575"/>
                    <a:pt x="284" y="574"/>
                  </a:cubicBezTo>
                  <a:cubicBezTo>
                    <a:pt x="283" y="570"/>
                    <a:pt x="289" y="567"/>
                    <a:pt x="290" y="569"/>
                  </a:cubicBezTo>
                  <a:cubicBezTo>
                    <a:pt x="293" y="571"/>
                    <a:pt x="289" y="575"/>
                    <a:pt x="288" y="575"/>
                  </a:cubicBezTo>
                  <a:close/>
                  <a:moveTo>
                    <a:pt x="292" y="544"/>
                  </a:moveTo>
                  <a:cubicBezTo>
                    <a:pt x="292" y="546"/>
                    <a:pt x="290" y="545"/>
                    <a:pt x="292" y="544"/>
                  </a:cubicBezTo>
                  <a:close/>
                  <a:moveTo>
                    <a:pt x="295" y="567"/>
                  </a:moveTo>
                  <a:cubicBezTo>
                    <a:pt x="295" y="565"/>
                    <a:pt x="297" y="567"/>
                    <a:pt x="295" y="567"/>
                  </a:cubicBezTo>
                  <a:close/>
                  <a:moveTo>
                    <a:pt x="295" y="565"/>
                  </a:moveTo>
                  <a:cubicBezTo>
                    <a:pt x="295" y="565"/>
                    <a:pt x="295" y="565"/>
                    <a:pt x="295" y="565"/>
                  </a:cubicBezTo>
                  <a:cubicBezTo>
                    <a:pt x="295" y="565"/>
                    <a:pt x="294" y="565"/>
                    <a:pt x="294" y="565"/>
                  </a:cubicBezTo>
                  <a:cubicBezTo>
                    <a:pt x="294" y="566"/>
                    <a:pt x="293" y="567"/>
                    <a:pt x="293" y="568"/>
                  </a:cubicBezTo>
                  <a:cubicBezTo>
                    <a:pt x="293" y="568"/>
                    <a:pt x="294" y="568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9"/>
                    <a:pt x="292" y="569"/>
                    <a:pt x="292" y="568"/>
                  </a:cubicBezTo>
                  <a:cubicBezTo>
                    <a:pt x="292" y="569"/>
                    <a:pt x="292" y="569"/>
                    <a:pt x="292" y="569"/>
                  </a:cubicBezTo>
                  <a:cubicBezTo>
                    <a:pt x="292" y="568"/>
                    <a:pt x="292" y="568"/>
                    <a:pt x="293" y="568"/>
                  </a:cubicBezTo>
                  <a:cubicBezTo>
                    <a:pt x="293" y="565"/>
                    <a:pt x="295" y="562"/>
                    <a:pt x="297" y="560"/>
                  </a:cubicBezTo>
                  <a:cubicBezTo>
                    <a:pt x="296" y="561"/>
                    <a:pt x="296" y="563"/>
                    <a:pt x="295" y="565"/>
                  </a:cubicBezTo>
                  <a:close/>
                  <a:moveTo>
                    <a:pt x="302" y="546"/>
                  </a:moveTo>
                  <a:cubicBezTo>
                    <a:pt x="301" y="548"/>
                    <a:pt x="298" y="547"/>
                    <a:pt x="297" y="548"/>
                  </a:cubicBezTo>
                  <a:cubicBezTo>
                    <a:pt x="298" y="547"/>
                    <a:pt x="300" y="547"/>
                    <a:pt x="302" y="546"/>
                  </a:cubicBezTo>
                  <a:close/>
                  <a:moveTo>
                    <a:pt x="301" y="567"/>
                  </a:moveTo>
                  <a:cubicBezTo>
                    <a:pt x="302" y="568"/>
                    <a:pt x="300" y="571"/>
                    <a:pt x="299" y="570"/>
                  </a:cubicBezTo>
                  <a:cubicBezTo>
                    <a:pt x="297" y="569"/>
                    <a:pt x="299" y="565"/>
                    <a:pt x="301" y="567"/>
                  </a:cubicBezTo>
                  <a:cubicBezTo>
                    <a:pt x="299" y="565"/>
                    <a:pt x="302" y="560"/>
                    <a:pt x="305" y="561"/>
                  </a:cubicBezTo>
                  <a:cubicBezTo>
                    <a:pt x="308" y="562"/>
                    <a:pt x="304" y="570"/>
                    <a:pt x="301" y="567"/>
                  </a:cubicBezTo>
                  <a:close/>
                  <a:moveTo>
                    <a:pt x="306" y="540"/>
                  </a:moveTo>
                  <a:cubicBezTo>
                    <a:pt x="306" y="538"/>
                    <a:pt x="308" y="540"/>
                    <a:pt x="306" y="540"/>
                  </a:cubicBezTo>
                  <a:close/>
                  <a:moveTo>
                    <a:pt x="307" y="568"/>
                  </a:moveTo>
                  <a:cubicBezTo>
                    <a:pt x="307" y="568"/>
                    <a:pt x="307" y="568"/>
                    <a:pt x="307" y="568"/>
                  </a:cubicBezTo>
                  <a:cubicBezTo>
                    <a:pt x="307" y="566"/>
                    <a:pt x="309" y="569"/>
                    <a:pt x="307" y="568"/>
                  </a:cubicBezTo>
                  <a:close/>
                  <a:moveTo>
                    <a:pt x="308" y="569"/>
                  </a:moveTo>
                  <a:cubicBezTo>
                    <a:pt x="307" y="570"/>
                    <a:pt x="308" y="567"/>
                    <a:pt x="309" y="568"/>
                  </a:cubicBezTo>
                  <a:cubicBezTo>
                    <a:pt x="310" y="569"/>
                    <a:pt x="309" y="569"/>
                    <a:pt x="308" y="569"/>
                  </a:cubicBezTo>
                  <a:close/>
                  <a:moveTo>
                    <a:pt x="312" y="574"/>
                  </a:moveTo>
                  <a:cubicBezTo>
                    <a:pt x="311" y="575"/>
                    <a:pt x="313" y="572"/>
                    <a:pt x="312" y="574"/>
                  </a:cubicBezTo>
                  <a:close/>
                  <a:moveTo>
                    <a:pt x="312" y="571"/>
                  </a:moveTo>
                  <a:cubicBezTo>
                    <a:pt x="312" y="572"/>
                    <a:pt x="311" y="572"/>
                    <a:pt x="311" y="571"/>
                  </a:cubicBezTo>
                  <a:cubicBezTo>
                    <a:pt x="310" y="570"/>
                    <a:pt x="314" y="569"/>
                    <a:pt x="312" y="571"/>
                  </a:cubicBezTo>
                  <a:close/>
                  <a:moveTo>
                    <a:pt x="313" y="395"/>
                  </a:moveTo>
                  <a:cubicBezTo>
                    <a:pt x="314" y="394"/>
                    <a:pt x="312" y="396"/>
                    <a:pt x="313" y="395"/>
                  </a:cubicBezTo>
                  <a:close/>
                  <a:moveTo>
                    <a:pt x="313" y="287"/>
                  </a:moveTo>
                  <a:cubicBezTo>
                    <a:pt x="312" y="289"/>
                    <a:pt x="314" y="286"/>
                    <a:pt x="313" y="287"/>
                  </a:cubicBezTo>
                  <a:close/>
                  <a:moveTo>
                    <a:pt x="315" y="545"/>
                  </a:moveTo>
                  <a:cubicBezTo>
                    <a:pt x="312" y="547"/>
                    <a:pt x="313" y="541"/>
                    <a:pt x="316" y="543"/>
                  </a:cubicBezTo>
                  <a:cubicBezTo>
                    <a:pt x="317" y="543"/>
                    <a:pt x="316" y="545"/>
                    <a:pt x="315" y="545"/>
                  </a:cubicBezTo>
                  <a:close/>
                  <a:moveTo>
                    <a:pt x="313" y="521"/>
                  </a:moveTo>
                  <a:cubicBezTo>
                    <a:pt x="314" y="520"/>
                    <a:pt x="312" y="522"/>
                    <a:pt x="313" y="521"/>
                  </a:cubicBezTo>
                  <a:close/>
                  <a:moveTo>
                    <a:pt x="315" y="495"/>
                  </a:moveTo>
                  <a:cubicBezTo>
                    <a:pt x="315" y="495"/>
                    <a:pt x="315" y="496"/>
                    <a:pt x="315" y="496"/>
                  </a:cubicBezTo>
                  <a:cubicBezTo>
                    <a:pt x="315" y="498"/>
                    <a:pt x="314" y="495"/>
                    <a:pt x="315" y="495"/>
                  </a:cubicBezTo>
                  <a:close/>
                  <a:moveTo>
                    <a:pt x="313" y="466"/>
                  </a:moveTo>
                  <a:cubicBezTo>
                    <a:pt x="314" y="464"/>
                    <a:pt x="319" y="461"/>
                    <a:pt x="322" y="459"/>
                  </a:cubicBezTo>
                  <a:cubicBezTo>
                    <a:pt x="321" y="461"/>
                    <a:pt x="318" y="462"/>
                    <a:pt x="317" y="464"/>
                  </a:cubicBezTo>
                  <a:cubicBezTo>
                    <a:pt x="316" y="464"/>
                    <a:pt x="313" y="468"/>
                    <a:pt x="313" y="466"/>
                  </a:cubicBezTo>
                  <a:close/>
                  <a:moveTo>
                    <a:pt x="316" y="176"/>
                  </a:moveTo>
                  <a:cubicBezTo>
                    <a:pt x="316" y="176"/>
                    <a:pt x="317" y="175"/>
                    <a:pt x="317" y="175"/>
                  </a:cubicBezTo>
                  <a:cubicBezTo>
                    <a:pt x="317" y="176"/>
                    <a:pt x="316" y="176"/>
                    <a:pt x="316" y="176"/>
                  </a:cubicBezTo>
                  <a:close/>
                  <a:moveTo>
                    <a:pt x="318" y="385"/>
                  </a:moveTo>
                  <a:cubicBezTo>
                    <a:pt x="317" y="386"/>
                    <a:pt x="316" y="385"/>
                    <a:pt x="316" y="385"/>
                  </a:cubicBezTo>
                  <a:cubicBezTo>
                    <a:pt x="317" y="384"/>
                    <a:pt x="318" y="384"/>
                    <a:pt x="318" y="385"/>
                  </a:cubicBezTo>
                  <a:close/>
                  <a:moveTo>
                    <a:pt x="316" y="395"/>
                  </a:moveTo>
                  <a:cubicBezTo>
                    <a:pt x="316" y="395"/>
                    <a:pt x="316" y="396"/>
                    <a:pt x="315" y="395"/>
                  </a:cubicBezTo>
                  <a:cubicBezTo>
                    <a:pt x="315" y="395"/>
                    <a:pt x="318" y="393"/>
                    <a:pt x="316" y="395"/>
                  </a:cubicBezTo>
                  <a:close/>
                  <a:moveTo>
                    <a:pt x="321" y="296"/>
                  </a:moveTo>
                  <a:cubicBezTo>
                    <a:pt x="321" y="296"/>
                    <a:pt x="321" y="297"/>
                    <a:pt x="321" y="297"/>
                  </a:cubicBezTo>
                  <a:cubicBezTo>
                    <a:pt x="319" y="299"/>
                    <a:pt x="320" y="295"/>
                    <a:pt x="321" y="296"/>
                  </a:cubicBezTo>
                  <a:close/>
                  <a:moveTo>
                    <a:pt x="344" y="429"/>
                  </a:moveTo>
                  <a:cubicBezTo>
                    <a:pt x="344" y="429"/>
                    <a:pt x="345" y="429"/>
                    <a:pt x="345" y="429"/>
                  </a:cubicBezTo>
                  <a:cubicBezTo>
                    <a:pt x="345" y="430"/>
                    <a:pt x="343" y="430"/>
                    <a:pt x="344" y="429"/>
                  </a:cubicBezTo>
                  <a:close/>
                  <a:moveTo>
                    <a:pt x="345" y="186"/>
                  </a:moveTo>
                  <a:cubicBezTo>
                    <a:pt x="345" y="188"/>
                    <a:pt x="343" y="188"/>
                    <a:pt x="345" y="186"/>
                  </a:cubicBezTo>
                  <a:close/>
                  <a:moveTo>
                    <a:pt x="345" y="303"/>
                  </a:moveTo>
                  <a:cubicBezTo>
                    <a:pt x="344" y="303"/>
                    <a:pt x="347" y="302"/>
                    <a:pt x="345" y="303"/>
                  </a:cubicBezTo>
                  <a:close/>
                  <a:moveTo>
                    <a:pt x="346" y="185"/>
                  </a:moveTo>
                  <a:cubicBezTo>
                    <a:pt x="344" y="187"/>
                    <a:pt x="347" y="183"/>
                    <a:pt x="346" y="185"/>
                  </a:cubicBezTo>
                  <a:close/>
                  <a:moveTo>
                    <a:pt x="345" y="443"/>
                  </a:moveTo>
                  <a:cubicBezTo>
                    <a:pt x="344" y="445"/>
                    <a:pt x="346" y="442"/>
                    <a:pt x="345" y="443"/>
                  </a:cubicBezTo>
                  <a:close/>
                  <a:moveTo>
                    <a:pt x="346" y="457"/>
                  </a:moveTo>
                  <a:cubicBezTo>
                    <a:pt x="346" y="457"/>
                    <a:pt x="346" y="458"/>
                    <a:pt x="346" y="458"/>
                  </a:cubicBezTo>
                  <a:cubicBezTo>
                    <a:pt x="345" y="459"/>
                    <a:pt x="345" y="456"/>
                    <a:pt x="346" y="457"/>
                  </a:cubicBezTo>
                  <a:close/>
                  <a:moveTo>
                    <a:pt x="345" y="503"/>
                  </a:move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ubicBezTo>
                    <a:pt x="345" y="503"/>
                    <a:pt x="345" y="503"/>
                    <a:pt x="345" y="503"/>
                  </a:cubicBezTo>
                  <a:close/>
                  <a:moveTo>
                    <a:pt x="348" y="526"/>
                  </a:moveTo>
                  <a:cubicBezTo>
                    <a:pt x="348" y="527"/>
                    <a:pt x="344" y="530"/>
                    <a:pt x="343" y="529"/>
                  </a:cubicBezTo>
                  <a:cubicBezTo>
                    <a:pt x="342" y="527"/>
                    <a:pt x="346" y="526"/>
                    <a:pt x="348" y="526"/>
                  </a:cubicBezTo>
                  <a:close/>
                  <a:moveTo>
                    <a:pt x="351" y="496"/>
                  </a:moveTo>
                  <a:cubicBezTo>
                    <a:pt x="352" y="497"/>
                    <a:pt x="349" y="500"/>
                    <a:pt x="349" y="500"/>
                  </a:cubicBezTo>
                  <a:cubicBezTo>
                    <a:pt x="344" y="502"/>
                    <a:pt x="348" y="494"/>
                    <a:pt x="351" y="496"/>
                  </a:cubicBezTo>
                  <a:close/>
                  <a:moveTo>
                    <a:pt x="351" y="384"/>
                  </a:moveTo>
                  <a:cubicBezTo>
                    <a:pt x="350" y="385"/>
                    <a:pt x="349" y="384"/>
                    <a:pt x="351" y="384"/>
                  </a:cubicBezTo>
                  <a:close/>
                  <a:moveTo>
                    <a:pt x="351" y="513"/>
                  </a:moveTo>
                  <a:cubicBezTo>
                    <a:pt x="350" y="512"/>
                    <a:pt x="352" y="512"/>
                    <a:pt x="351" y="512"/>
                  </a:cubicBezTo>
                  <a:cubicBezTo>
                    <a:pt x="351" y="512"/>
                    <a:pt x="351" y="513"/>
                    <a:pt x="351" y="513"/>
                  </a:cubicBezTo>
                  <a:close/>
                  <a:moveTo>
                    <a:pt x="350" y="574"/>
                  </a:moveTo>
                  <a:cubicBezTo>
                    <a:pt x="350" y="574"/>
                    <a:pt x="350" y="573"/>
                    <a:pt x="351" y="573"/>
                  </a:cubicBezTo>
                  <a:cubicBezTo>
                    <a:pt x="351" y="573"/>
                    <a:pt x="350" y="574"/>
                    <a:pt x="350" y="574"/>
                  </a:cubicBezTo>
                  <a:close/>
                  <a:moveTo>
                    <a:pt x="347" y="484"/>
                  </a:moveTo>
                  <a:cubicBezTo>
                    <a:pt x="347" y="483"/>
                    <a:pt x="348" y="483"/>
                    <a:pt x="348" y="483"/>
                  </a:cubicBezTo>
                  <a:cubicBezTo>
                    <a:pt x="349" y="483"/>
                    <a:pt x="348" y="484"/>
                    <a:pt x="347" y="484"/>
                  </a:cubicBezTo>
                  <a:close/>
                  <a:moveTo>
                    <a:pt x="325" y="549"/>
                  </a:moveTo>
                  <a:cubicBezTo>
                    <a:pt x="327" y="547"/>
                    <a:pt x="330" y="546"/>
                    <a:pt x="333" y="545"/>
                  </a:cubicBezTo>
                  <a:cubicBezTo>
                    <a:pt x="330" y="547"/>
                    <a:pt x="328" y="549"/>
                    <a:pt x="325" y="549"/>
                  </a:cubicBezTo>
                  <a:close/>
                  <a:moveTo>
                    <a:pt x="331" y="617"/>
                  </a:moveTo>
                  <a:cubicBezTo>
                    <a:pt x="331" y="616"/>
                    <a:pt x="332" y="616"/>
                    <a:pt x="333" y="617"/>
                  </a:cubicBezTo>
                  <a:cubicBezTo>
                    <a:pt x="333" y="617"/>
                    <a:pt x="331" y="619"/>
                    <a:pt x="331" y="617"/>
                  </a:cubicBezTo>
                  <a:close/>
                  <a:moveTo>
                    <a:pt x="326" y="553"/>
                  </a:moveTo>
                  <a:cubicBezTo>
                    <a:pt x="326" y="553"/>
                    <a:pt x="327" y="552"/>
                    <a:pt x="327" y="552"/>
                  </a:cubicBezTo>
                  <a:cubicBezTo>
                    <a:pt x="327" y="552"/>
                    <a:pt x="327" y="553"/>
                    <a:pt x="326" y="553"/>
                  </a:cubicBezTo>
                  <a:close/>
                  <a:moveTo>
                    <a:pt x="318" y="527"/>
                  </a:moveTo>
                  <a:cubicBezTo>
                    <a:pt x="323" y="523"/>
                    <a:pt x="328" y="520"/>
                    <a:pt x="335" y="518"/>
                  </a:cubicBezTo>
                  <a:cubicBezTo>
                    <a:pt x="329" y="521"/>
                    <a:pt x="324" y="524"/>
                    <a:pt x="318" y="527"/>
                  </a:cubicBezTo>
                  <a:close/>
                  <a:moveTo>
                    <a:pt x="323" y="530"/>
                  </a:moveTo>
                  <a:cubicBezTo>
                    <a:pt x="323" y="531"/>
                    <a:pt x="321" y="531"/>
                    <a:pt x="321" y="530"/>
                  </a:cubicBezTo>
                  <a:cubicBezTo>
                    <a:pt x="321" y="529"/>
                    <a:pt x="323" y="530"/>
                    <a:pt x="323" y="530"/>
                  </a:cubicBezTo>
                  <a:close/>
                  <a:moveTo>
                    <a:pt x="329" y="503"/>
                  </a:moveTo>
                  <a:cubicBezTo>
                    <a:pt x="329" y="503"/>
                    <a:pt x="330" y="502"/>
                    <a:pt x="330" y="502"/>
                  </a:cubicBezTo>
                  <a:cubicBezTo>
                    <a:pt x="332" y="503"/>
                    <a:pt x="329" y="505"/>
                    <a:pt x="329" y="503"/>
                  </a:cubicBezTo>
                  <a:close/>
                  <a:moveTo>
                    <a:pt x="334" y="541"/>
                  </a:moveTo>
                  <a:cubicBezTo>
                    <a:pt x="333" y="541"/>
                    <a:pt x="334" y="539"/>
                    <a:pt x="335" y="539"/>
                  </a:cubicBezTo>
                  <a:cubicBezTo>
                    <a:pt x="335" y="540"/>
                    <a:pt x="334" y="540"/>
                    <a:pt x="334" y="541"/>
                  </a:cubicBezTo>
                  <a:close/>
                  <a:moveTo>
                    <a:pt x="341" y="584"/>
                  </a:moveTo>
                  <a:cubicBezTo>
                    <a:pt x="345" y="586"/>
                    <a:pt x="341" y="593"/>
                    <a:pt x="339" y="594"/>
                  </a:cubicBezTo>
                  <a:cubicBezTo>
                    <a:pt x="330" y="597"/>
                    <a:pt x="335" y="582"/>
                    <a:pt x="341" y="584"/>
                  </a:cubicBezTo>
                  <a:close/>
                  <a:moveTo>
                    <a:pt x="341" y="541"/>
                  </a:moveTo>
                  <a:cubicBezTo>
                    <a:pt x="339" y="543"/>
                    <a:pt x="336" y="544"/>
                    <a:pt x="335" y="544"/>
                  </a:cubicBezTo>
                  <a:cubicBezTo>
                    <a:pt x="335" y="544"/>
                    <a:pt x="339" y="541"/>
                    <a:pt x="341" y="541"/>
                  </a:cubicBezTo>
                  <a:close/>
                  <a:moveTo>
                    <a:pt x="336" y="518"/>
                  </a:moveTo>
                  <a:cubicBezTo>
                    <a:pt x="336" y="516"/>
                    <a:pt x="339" y="516"/>
                    <a:pt x="340" y="515"/>
                  </a:cubicBezTo>
                  <a:cubicBezTo>
                    <a:pt x="340" y="517"/>
                    <a:pt x="337" y="516"/>
                    <a:pt x="336" y="518"/>
                  </a:cubicBezTo>
                  <a:close/>
                  <a:moveTo>
                    <a:pt x="343" y="515"/>
                  </a:moveTo>
                  <a:cubicBezTo>
                    <a:pt x="342" y="516"/>
                    <a:pt x="341" y="516"/>
                    <a:pt x="341" y="515"/>
                  </a:cubicBezTo>
                  <a:cubicBezTo>
                    <a:pt x="340" y="514"/>
                    <a:pt x="344" y="514"/>
                    <a:pt x="343" y="515"/>
                  </a:cubicBezTo>
                  <a:close/>
                  <a:moveTo>
                    <a:pt x="343" y="553"/>
                  </a:moveTo>
                  <a:cubicBezTo>
                    <a:pt x="341" y="554"/>
                    <a:pt x="343" y="552"/>
                    <a:pt x="343" y="553"/>
                  </a:cubicBezTo>
                  <a:close/>
                  <a:moveTo>
                    <a:pt x="341" y="547"/>
                  </a:move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ubicBezTo>
                    <a:pt x="341" y="547"/>
                    <a:pt x="341" y="547"/>
                    <a:pt x="341" y="547"/>
                  </a:cubicBezTo>
                  <a:close/>
                  <a:moveTo>
                    <a:pt x="342" y="574"/>
                  </a:moveTo>
                  <a:cubicBezTo>
                    <a:pt x="343" y="575"/>
                    <a:pt x="340" y="576"/>
                    <a:pt x="340" y="574"/>
                  </a:cubicBezTo>
                  <a:cubicBezTo>
                    <a:pt x="340" y="573"/>
                    <a:pt x="342" y="573"/>
                    <a:pt x="342" y="574"/>
                  </a:cubicBezTo>
                  <a:close/>
                  <a:moveTo>
                    <a:pt x="338" y="554"/>
                  </a:moveTo>
                  <a:cubicBezTo>
                    <a:pt x="339" y="554"/>
                    <a:pt x="337" y="556"/>
                    <a:pt x="337" y="554"/>
                  </a:cubicBezTo>
                  <a:cubicBezTo>
                    <a:pt x="337" y="553"/>
                    <a:pt x="338" y="553"/>
                    <a:pt x="338" y="554"/>
                  </a:cubicBezTo>
                  <a:close/>
                  <a:moveTo>
                    <a:pt x="335" y="537"/>
                  </a:moveTo>
                  <a:cubicBezTo>
                    <a:pt x="335" y="537"/>
                    <a:pt x="335" y="537"/>
                    <a:pt x="336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6" y="536"/>
                    <a:pt x="335" y="537"/>
                    <a:pt x="335" y="537"/>
                  </a:cubicBezTo>
                  <a:close/>
                  <a:moveTo>
                    <a:pt x="339" y="582"/>
                  </a:moveTo>
                  <a:cubicBezTo>
                    <a:pt x="334" y="582"/>
                    <a:pt x="344" y="577"/>
                    <a:pt x="345" y="578"/>
                  </a:cubicBezTo>
                  <a:cubicBezTo>
                    <a:pt x="346" y="579"/>
                    <a:pt x="340" y="582"/>
                    <a:pt x="339" y="582"/>
                  </a:cubicBezTo>
                  <a:close/>
                  <a:moveTo>
                    <a:pt x="345" y="556"/>
                  </a:moveTo>
                  <a:cubicBezTo>
                    <a:pt x="343" y="557"/>
                    <a:pt x="345" y="554"/>
                    <a:pt x="345" y="555"/>
                  </a:cubicBezTo>
                  <a:cubicBezTo>
                    <a:pt x="346" y="555"/>
                    <a:pt x="345" y="556"/>
                    <a:pt x="345" y="556"/>
                  </a:cubicBezTo>
                  <a:close/>
                  <a:moveTo>
                    <a:pt x="343" y="503"/>
                  </a:moveTo>
                  <a:cubicBezTo>
                    <a:pt x="341" y="504"/>
                    <a:pt x="342" y="500"/>
                    <a:pt x="344" y="502"/>
                  </a:cubicBezTo>
                  <a:cubicBezTo>
                    <a:pt x="344" y="502"/>
                    <a:pt x="343" y="502"/>
                    <a:pt x="343" y="503"/>
                  </a:cubicBezTo>
                  <a:close/>
                  <a:moveTo>
                    <a:pt x="342" y="425"/>
                  </a:moveTo>
                  <a:cubicBezTo>
                    <a:pt x="339" y="426"/>
                    <a:pt x="340" y="421"/>
                    <a:pt x="342" y="422"/>
                  </a:cubicBezTo>
                  <a:cubicBezTo>
                    <a:pt x="343" y="423"/>
                    <a:pt x="342" y="425"/>
                    <a:pt x="342" y="425"/>
                  </a:cubicBezTo>
                  <a:close/>
                  <a:moveTo>
                    <a:pt x="340" y="466"/>
                  </a:moveTo>
                  <a:cubicBezTo>
                    <a:pt x="344" y="464"/>
                    <a:pt x="338" y="467"/>
                    <a:pt x="340" y="466"/>
                  </a:cubicBezTo>
                  <a:close/>
                  <a:moveTo>
                    <a:pt x="339" y="506"/>
                  </a:moveTo>
                  <a:cubicBezTo>
                    <a:pt x="340" y="504"/>
                    <a:pt x="343" y="506"/>
                    <a:pt x="339" y="506"/>
                  </a:cubicBezTo>
                  <a:close/>
                  <a:moveTo>
                    <a:pt x="341" y="508"/>
                  </a:moveTo>
                  <a:cubicBezTo>
                    <a:pt x="342" y="508"/>
                    <a:pt x="334" y="513"/>
                    <a:pt x="334" y="513"/>
                  </a:cubicBezTo>
                  <a:cubicBezTo>
                    <a:pt x="333" y="514"/>
                    <a:pt x="332" y="514"/>
                    <a:pt x="332" y="514"/>
                  </a:cubicBezTo>
                  <a:cubicBezTo>
                    <a:pt x="331" y="513"/>
                    <a:pt x="340" y="507"/>
                    <a:pt x="341" y="508"/>
                  </a:cubicBezTo>
                  <a:close/>
                  <a:moveTo>
                    <a:pt x="336" y="508"/>
                  </a:moveTo>
                  <a:cubicBezTo>
                    <a:pt x="336" y="507"/>
                    <a:pt x="337" y="506"/>
                    <a:pt x="338" y="506"/>
                  </a:cubicBezTo>
                  <a:cubicBezTo>
                    <a:pt x="338" y="507"/>
                    <a:pt x="337" y="507"/>
                    <a:pt x="336" y="508"/>
                  </a:cubicBezTo>
                  <a:close/>
                  <a:moveTo>
                    <a:pt x="339" y="504"/>
                  </a:moveTo>
                  <a:cubicBezTo>
                    <a:pt x="337" y="506"/>
                    <a:pt x="337" y="502"/>
                    <a:pt x="339" y="503"/>
                  </a:cubicBezTo>
                  <a:cubicBezTo>
                    <a:pt x="339" y="503"/>
                    <a:pt x="339" y="504"/>
                    <a:pt x="339" y="504"/>
                  </a:cubicBezTo>
                  <a:close/>
                  <a:moveTo>
                    <a:pt x="337" y="360"/>
                  </a:moveTo>
                  <a:cubicBezTo>
                    <a:pt x="337" y="357"/>
                    <a:pt x="339" y="359"/>
                    <a:pt x="337" y="360"/>
                  </a:cubicBezTo>
                  <a:close/>
                  <a:moveTo>
                    <a:pt x="337" y="339"/>
                  </a:moveTo>
                  <a:cubicBezTo>
                    <a:pt x="337" y="340"/>
                    <a:pt x="335" y="339"/>
                    <a:pt x="337" y="339"/>
                  </a:cubicBezTo>
                  <a:close/>
                  <a:moveTo>
                    <a:pt x="337" y="248"/>
                  </a:moveTo>
                  <a:cubicBezTo>
                    <a:pt x="335" y="250"/>
                    <a:pt x="336" y="245"/>
                    <a:pt x="337" y="246"/>
                  </a:cubicBezTo>
                  <a:cubicBezTo>
                    <a:pt x="338" y="246"/>
                    <a:pt x="337" y="248"/>
                    <a:pt x="337" y="248"/>
                  </a:cubicBezTo>
                  <a:close/>
                  <a:moveTo>
                    <a:pt x="336" y="451"/>
                  </a:moveTo>
                  <a:cubicBezTo>
                    <a:pt x="335" y="452"/>
                    <a:pt x="338" y="450"/>
                    <a:pt x="336" y="451"/>
                  </a:cubicBezTo>
                  <a:close/>
                  <a:moveTo>
                    <a:pt x="337" y="467"/>
                  </a:moveTo>
                  <a:cubicBezTo>
                    <a:pt x="337" y="469"/>
                    <a:pt x="336" y="469"/>
                    <a:pt x="334" y="470"/>
                  </a:cubicBezTo>
                  <a:cubicBezTo>
                    <a:pt x="335" y="469"/>
                    <a:pt x="336" y="468"/>
                    <a:pt x="337" y="467"/>
                  </a:cubicBezTo>
                  <a:close/>
                  <a:moveTo>
                    <a:pt x="330" y="456"/>
                  </a:moveTo>
                  <a:cubicBezTo>
                    <a:pt x="330" y="456"/>
                    <a:pt x="333" y="452"/>
                    <a:pt x="335" y="451"/>
                  </a:cubicBezTo>
                  <a:cubicBezTo>
                    <a:pt x="334" y="453"/>
                    <a:pt x="332" y="455"/>
                    <a:pt x="330" y="456"/>
                  </a:cubicBezTo>
                  <a:close/>
                  <a:moveTo>
                    <a:pt x="332" y="406"/>
                  </a:moveTo>
                  <a:cubicBezTo>
                    <a:pt x="331" y="405"/>
                    <a:pt x="332" y="403"/>
                    <a:pt x="334" y="403"/>
                  </a:cubicBezTo>
                  <a:cubicBezTo>
                    <a:pt x="333" y="404"/>
                    <a:pt x="332" y="405"/>
                    <a:pt x="332" y="406"/>
                  </a:cubicBezTo>
                  <a:close/>
                  <a:moveTo>
                    <a:pt x="331" y="366"/>
                  </a:moveTo>
                  <a:cubicBezTo>
                    <a:pt x="329" y="368"/>
                    <a:pt x="330" y="364"/>
                    <a:pt x="331" y="364"/>
                  </a:cubicBezTo>
                  <a:cubicBezTo>
                    <a:pt x="333" y="365"/>
                    <a:pt x="331" y="366"/>
                    <a:pt x="331" y="366"/>
                  </a:cubicBezTo>
                  <a:close/>
                  <a:moveTo>
                    <a:pt x="330" y="407"/>
                  </a:moveTo>
                  <a:cubicBezTo>
                    <a:pt x="330" y="409"/>
                    <a:pt x="328" y="410"/>
                    <a:pt x="326" y="412"/>
                  </a:cubicBezTo>
                  <a:cubicBezTo>
                    <a:pt x="327" y="411"/>
                    <a:pt x="329" y="409"/>
                    <a:pt x="330" y="407"/>
                  </a:cubicBezTo>
                  <a:close/>
                  <a:moveTo>
                    <a:pt x="327" y="499"/>
                  </a:moveTo>
                  <a:cubicBezTo>
                    <a:pt x="327" y="498"/>
                    <a:pt x="327" y="498"/>
                    <a:pt x="327" y="498"/>
                  </a:cubicBezTo>
                  <a:cubicBezTo>
                    <a:pt x="327" y="496"/>
                    <a:pt x="329" y="499"/>
                    <a:pt x="327" y="499"/>
                  </a:cubicBezTo>
                  <a:close/>
                  <a:moveTo>
                    <a:pt x="328" y="510"/>
                  </a:moveTo>
                  <a:cubicBezTo>
                    <a:pt x="328" y="511"/>
                    <a:pt x="327" y="511"/>
                    <a:pt x="327" y="510"/>
                  </a:cubicBezTo>
                  <a:cubicBezTo>
                    <a:pt x="327" y="510"/>
                    <a:pt x="328" y="510"/>
                    <a:pt x="328" y="510"/>
                  </a:cubicBezTo>
                  <a:close/>
                  <a:moveTo>
                    <a:pt x="328" y="481"/>
                  </a:moveTo>
                  <a:cubicBezTo>
                    <a:pt x="327" y="482"/>
                    <a:pt x="329" y="480"/>
                    <a:pt x="328" y="481"/>
                  </a:cubicBezTo>
                  <a:close/>
                  <a:moveTo>
                    <a:pt x="326" y="333"/>
                  </a:moveTo>
                  <a:cubicBezTo>
                    <a:pt x="326" y="333"/>
                    <a:pt x="326" y="333"/>
                    <a:pt x="325" y="333"/>
                  </a:cubicBezTo>
                  <a:cubicBezTo>
                    <a:pt x="325" y="332"/>
                    <a:pt x="327" y="332"/>
                    <a:pt x="326" y="333"/>
                  </a:cubicBezTo>
                  <a:close/>
                  <a:moveTo>
                    <a:pt x="326" y="456"/>
                  </a:moveTo>
                  <a:cubicBezTo>
                    <a:pt x="326" y="457"/>
                    <a:pt x="324" y="458"/>
                    <a:pt x="323" y="459"/>
                  </a:cubicBezTo>
                  <a:cubicBezTo>
                    <a:pt x="324" y="458"/>
                    <a:pt x="325" y="457"/>
                    <a:pt x="326" y="456"/>
                  </a:cubicBezTo>
                  <a:close/>
                  <a:moveTo>
                    <a:pt x="330" y="515"/>
                  </a:moveTo>
                  <a:cubicBezTo>
                    <a:pt x="326" y="518"/>
                    <a:pt x="323" y="521"/>
                    <a:pt x="317" y="522"/>
                  </a:cubicBezTo>
                  <a:cubicBezTo>
                    <a:pt x="320" y="519"/>
                    <a:pt x="325" y="516"/>
                    <a:pt x="330" y="515"/>
                  </a:cubicBezTo>
                  <a:close/>
                  <a:moveTo>
                    <a:pt x="319" y="490"/>
                  </a:moveTo>
                  <a:cubicBezTo>
                    <a:pt x="318" y="491"/>
                    <a:pt x="318" y="489"/>
                    <a:pt x="319" y="489"/>
                  </a:cubicBezTo>
                  <a:cubicBezTo>
                    <a:pt x="320" y="489"/>
                    <a:pt x="320" y="490"/>
                    <a:pt x="319" y="490"/>
                  </a:cubicBezTo>
                  <a:close/>
                  <a:moveTo>
                    <a:pt x="320" y="514"/>
                  </a:moveTo>
                  <a:cubicBezTo>
                    <a:pt x="320" y="514"/>
                    <a:pt x="319" y="515"/>
                    <a:pt x="319" y="514"/>
                  </a:cubicBezTo>
                  <a:cubicBezTo>
                    <a:pt x="319" y="513"/>
                    <a:pt x="322" y="513"/>
                    <a:pt x="320" y="514"/>
                  </a:cubicBezTo>
                  <a:close/>
                  <a:moveTo>
                    <a:pt x="322" y="487"/>
                  </a:moveTo>
                  <a:cubicBezTo>
                    <a:pt x="324" y="489"/>
                    <a:pt x="319" y="490"/>
                    <a:pt x="319" y="488"/>
                  </a:cubicBezTo>
                  <a:cubicBezTo>
                    <a:pt x="319" y="487"/>
                    <a:pt x="320" y="486"/>
                    <a:pt x="321" y="486"/>
                  </a:cubicBezTo>
                  <a:cubicBezTo>
                    <a:pt x="321" y="486"/>
                    <a:pt x="321" y="485"/>
                    <a:pt x="321" y="485"/>
                  </a:cubicBezTo>
                  <a:cubicBezTo>
                    <a:pt x="323" y="484"/>
                    <a:pt x="323" y="486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ubicBezTo>
                    <a:pt x="322" y="487"/>
                    <a:pt x="322" y="487"/>
                    <a:pt x="322" y="487"/>
                  </a:cubicBezTo>
                  <a:close/>
                  <a:moveTo>
                    <a:pt x="319" y="565"/>
                  </a:moveTo>
                  <a:cubicBezTo>
                    <a:pt x="316" y="567"/>
                    <a:pt x="316" y="562"/>
                    <a:pt x="319" y="563"/>
                  </a:cubicBezTo>
                  <a:cubicBezTo>
                    <a:pt x="319" y="563"/>
                    <a:pt x="319" y="564"/>
                    <a:pt x="319" y="565"/>
                  </a:cubicBezTo>
                  <a:close/>
                  <a:moveTo>
                    <a:pt x="320" y="570"/>
                  </a:moveTo>
                  <a:cubicBezTo>
                    <a:pt x="321" y="569"/>
                    <a:pt x="322" y="571"/>
                    <a:pt x="320" y="570"/>
                  </a:cubicBezTo>
                  <a:close/>
                  <a:moveTo>
                    <a:pt x="322" y="580"/>
                  </a:moveTo>
                  <a:cubicBezTo>
                    <a:pt x="322" y="580"/>
                    <a:pt x="322" y="581"/>
                    <a:pt x="322" y="581"/>
                  </a:cubicBezTo>
                  <a:cubicBezTo>
                    <a:pt x="322" y="580"/>
                    <a:pt x="323" y="579"/>
                    <a:pt x="322" y="580"/>
                  </a:cubicBezTo>
                  <a:close/>
                  <a:moveTo>
                    <a:pt x="323" y="537"/>
                  </a:moveTo>
                  <a:cubicBezTo>
                    <a:pt x="322" y="538"/>
                    <a:pt x="320" y="542"/>
                    <a:pt x="318" y="542"/>
                  </a:cubicBezTo>
                  <a:cubicBezTo>
                    <a:pt x="313" y="543"/>
                    <a:pt x="324" y="535"/>
                    <a:pt x="325" y="534"/>
                  </a:cubicBezTo>
                  <a:cubicBezTo>
                    <a:pt x="322" y="537"/>
                    <a:pt x="326" y="533"/>
                    <a:pt x="327" y="534"/>
                  </a:cubicBezTo>
                  <a:cubicBezTo>
                    <a:pt x="328" y="535"/>
                    <a:pt x="324" y="537"/>
                    <a:pt x="323" y="537"/>
                  </a:cubicBezTo>
                  <a:close/>
                  <a:moveTo>
                    <a:pt x="327" y="588"/>
                  </a:moveTo>
                  <a:cubicBezTo>
                    <a:pt x="326" y="589"/>
                    <a:pt x="324" y="589"/>
                    <a:pt x="324" y="588"/>
                  </a:cubicBezTo>
                  <a:cubicBezTo>
                    <a:pt x="324" y="586"/>
                    <a:pt x="327" y="587"/>
                    <a:pt x="327" y="588"/>
                  </a:cubicBezTo>
                  <a:close/>
                  <a:moveTo>
                    <a:pt x="326" y="564"/>
                  </a:moveTo>
                  <a:cubicBezTo>
                    <a:pt x="326" y="563"/>
                    <a:pt x="329" y="562"/>
                    <a:pt x="329" y="564"/>
                  </a:cubicBezTo>
                  <a:cubicBezTo>
                    <a:pt x="329" y="565"/>
                    <a:pt x="325" y="566"/>
                    <a:pt x="326" y="564"/>
                  </a:cubicBezTo>
                  <a:close/>
                  <a:moveTo>
                    <a:pt x="327" y="585"/>
                  </a:moveTo>
                  <a:cubicBezTo>
                    <a:pt x="328" y="585"/>
                    <a:pt x="329" y="586"/>
                    <a:pt x="328" y="586"/>
                  </a:cubicBezTo>
                  <a:cubicBezTo>
                    <a:pt x="328" y="586"/>
                    <a:pt x="326" y="586"/>
                    <a:pt x="327" y="585"/>
                  </a:cubicBezTo>
                  <a:close/>
                  <a:moveTo>
                    <a:pt x="327" y="624"/>
                  </a:moveTo>
                  <a:cubicBezTo>
                    <a:pt x="327" y="624"/>
                    <a:pt x="326" y="624"/>
                    <a:pt x="326" y="624"/>
                  </a:cubicBezTo>
                  <a:cubicBezTo>
                    <a:pt x="326" y="623"/>
                    <a:pt x="328" y="622"/>
                    <a:pt x="327" y="624"/>
                  </a:cubicBezTo>
                  <a:close/>
                  <a:moveTo>
                    <a:pt x="329" y="612"/>
                  </a:moveTo>
                  <a:cubicBezTo>
                    <a:pt x="326" y="613"/>
                    <a:pt x="328" y="608"/>
                    <a:pt x="330" y="609"/>
                  </a:cubicBezTo>
                  <a:cubicBezTo>
                    <a:pt x="332" y="610"/>
                    <a:pt x="330" y="612"/>
                    <a:pt x="329" y="612"/>
                  </a:cubicBezTo>
                  <a:close/>
                  <a:moveTo>
                    <a:pt x="335" y="620"/>
                  </a:moveTo>
                  <a:cubicBezTo>
                    <a:pt x="335" y="620"/>
                    <a:pt x="335" y="620"/>
                    <a:pt x="334" y="620"/>
                  </a:cubicBezTo>
                  <a:cubicBezTo>
                    <a:pt x="334" y="620"/>
                    <a:pt x="334" y="620"/>
                    <a:pt x="334" y="620"/>
                  </a:cubicBezTo>
                  <a:cubicBezTo>
                    <a:pt x="333" y="620"/>
                    <a:pt x="332" y="621"/>
                    <a:pt x="330" y="621"/>
                  </a:cubicBezTo>
                  <a:cubicBezTo>
                    <a:pt x="332" y="619"/>
                    <a:pt x="334" y="619"/>
                    <a:pt x="337" y="618"/>
                  </a:cubicBezTo>
                  <a:cubicBezTo>
                    <a:pt x="336" y="619"/>
                    <a:pt x="336" y="619"/>
                    <a:pt x="335" y="620"/>
                  </a:cubicBezTo>
                  <a:close/>
                  <a:moveTo>
                    <a:pt x="339" y="618"/>
                  </a:moveTo>
                  <a:cubicBezTo>
                    <a:pt x="338" y="618"/>
                    <a:pt x="338" y="619"/>
                    <a:pt x="337" y="618"/>
                  </a:cubicBezTo>
                  <a:cubicBezTo>
                    <a:pt x="337" y="617"/>
                    <a:pt x="342" y="617"/>
                    <a:pt x="339" y="618"/>
                  </a:cubicBezTo>
                  <a:close/>
                  <a:moveTo>
                    <a:pt x="348" y="611"/>
                  </a:moveTo>
                  <a:cubicBezTo>
                    <a:pt x="346" y="612"/>
                    <a:pt x="346" y="609"/>
                    <a:pt x="348" y="609"/>
                  </a:cubicBezTo>
                  <a:cubicBezTo>
                    <a:pt x="349" y="610"/>
                    <a:pt x="348" y="611"/>
                    <a:pt x="348" y="611"/>
                  </a:cubicBezTo>
                  <a:close/>
                  <a:moveTo>
                    <a:pt x="347" y="599"/>
                  </a:moveTo>
                  <a:cubicBezTo>
                    <a:pt x="347" y="598"/>
                    <a:pt x="348" y="599"/>
                    <a:pt x="348" y="599"/>
                  </a:cubicBezTo>
                  <a:cubicBezTo>
                    <a:pt x="348" y="600"/>
                    <a:pt x="347" y="600"/>
                    <a:pt x="347" y="599"/>
                  </a:cubicBezTo>
                  <a:close/>
                  <a:moveTo>
                    <a:pt x="353" y="622"/>
                  </a:moveTo>
                  <a:cubicBezTo>
                    <a:pt x="352" y="622"/>
                    <a:pt x="352" y="622"/>
                    <a:pt x="352" y="622"/>
                  </a:cubicBezTo>
                  <a:cubicBezTo>
                    <a:pt x="351" y="620"/>
                    <a:pt x="354" y="621"/>
                    <a:pt x="353" y="622"/>
                  </a:cubicBezTo>
                  <a:close/>
                  <a:moveTo>
                    <a:pt x="352" y="594"/>
                  </a:moveTo>
                  <a:cubicBezTo>
                    <a:pt x="349" y="595"/>
                    <a:pt x="344" y="598"/>
                    <a:pt x="340" y="598"/>
                  </a:cubicBezTo>
                  <a:cubicBezTo>
                    <a:pt x="343" y="596"/>
                    <a:pt x="350" y="593"/>
                    <a:pt x="353" y="593"/>
                  </a:cubicBezTo>
                  <a:cubicBezTo>
                    <a:pt x="352" y="593"/>
                    <a:pt x="355" y="593"/>
                    <a:pt x="355" y="593"/>
                  </a:cubicBezTo>
                  <a:cubicBezTo>
                    <a:pt x="355" y="595"/>
                    <a:pt x="353" y="594"/>
                    <a:pt x="352" y="594"/>
                  </a:cubicBezTo>
                  <a:close/>
                  <a:moveTo>
                    <a:pt x="355" y="550"/>
                  </a:moveTo>
                  <a:cubicBezTo>
                    <a:pt x="355" y="549"/>
                    <a:pt x="356" y="549"/>
                    <a:pt x="358" y="549"/>
                  </a:cubicBezTo>
                  <a:cubicBezTo>
                    <a:pt x="357" y="550"/>
                    <a:pt x="356" y="550"/>
                    <a:pt x="355" y="550"/>
                  </a:cubicBezTo>
                  <a:close/>
                  <a:moveTo>
                    <a:pt x="358" y="493"/>
                  </a:moveTo>
                  <a:cubicBezTo>
                    <a:pt x="358" y="493"/>
                    <a:pt x="358" y="493"/>
                    <a:pt x="357" y="493"/>
                  </a:cubicBezTo>
                  <a:cubicBezTo>
                    <a:pt x="357" y="492"/>
                    <a:pt x="359" y="492"/>
                    <a:pt x="358" y="493"/>
                  </a:cubicBezTo>
                  <a:close/>
                  <a:moveTo>
                    <a:pt x="356" y="570"/>
                  </a:moveTo>
                  <a:cubicBezTo>
                    <a:pt x="357" y="569"/>
                    <a:pt x="359" y="570"/>
                    <a:pt x="359" y="570"/>
                  </a:cubicBezTo>
                  <a:cubicBezTo>
                    <a:pt x="359" y="571"/>
                    <a:pt x="356" y="572"/>
                    <a:pt x="356" y="570"/>
                  </a:cubicBezTo>
                  <a:close/>
                  <a:moveTo>
                    <a:pt x="358" y="619"/>
                  </a:moveTo>
                  <a:cubicBezTo>
                    <a:pt x="357" y="618"/>
                    <a:pt x="359" y="618"/>
                    <a:pt x="359" y="619"/>
                  </a:cubicBezTo>
                  <a:cubicBezTo>
                    <a:pt x="360" y="620"/>
                    <a:pt x="358" y="619"/>
                    <a:pt x="358" y="619"/>
                  </a:cubicBezTo>
                  <a:close/>
                  <a:moveTo>
                    <a:pt x="361" y="614"/>
                  </a:moveTo>
                  <a:cubicBezTo>
                    <a:pt x="359" y="615"/>
                    <a:pt x="360" y="612"/>
                    <a:pt x="361" y="613"/>
                  </a:cubicBezTo>
                  <a:cubicBezTo>
                    <a:pt x="362" y="613"/>
                    <a:pt x="361" y="614"/>
                    <a:pt x="361" y="614"/>
                  </a:cubicBezTo>
                  <a:close/>
                  <a:moveTo>
                    <a:pt x="363" y="621"/>
                  </a:moveTo>
                  <a:cubicBezTo>
                    <a:pt x="361" y="622"/>
                    <a:pt x="362" y="619"/>
                    <a:pt x="363" y="621"/>
                  </a:cubicBezTo>
                  <a:close/>
                  <a:moveTo>
                    <a:pt x="360" y="560"/>
                  </a:moveTo>
                  <a:cubicBezTo>
                    <a:pt x="360" y="558"/>
                    <a:pt x="365" y="557"/>
                    <a:pt x="366" y="560"/>
                  </a:cubicBezTo>
                  <a:cubicBezTo>
                    <a:pt x="366" y="563"/>
                    <a:pt x="359" y="564"/>
                    <a:pt x="360" y="560"/>
                  </a:cubicBezTo>
                  <a:close/>
                  <a:moveTo>
                    <a:pt x="362" y="459"/>
                  </a:moveTo>
                  <a:cubicBezTo>
                    <a:pt x="360" y="461"/>
                    <a:pt x="362" y="457"/>
                    <a:pt x="362" y="459"/>
                  </a:cubicBezTo>
                  <a:cubicBezTo>
                    <a:pt x="362" y="459"/>
                    <a:pt x="362" y="459"/>
                    <a:pt x="362" y="459"/>
                  </a:cubicBezTo>
                  <a:close/>
                  <a:moveTo>
                    <a:pt x="362" y="508"/>
                  </a:moveTo>
                  <a:cubicBezTo>
                    <a:pt x="363" y="507"/>
                    <a:pt x="361" y="510"/>
                    <a:pt x="362" y="508"/>
                  </a:cubicBezTo>
                  <a:close/>
                  <a:moveTo>
                    <a:pt x="362" y="515"/>
                  </a:moveTo>
                  <a:cubicBezTo>
                    <a:pt x="361" y="516"/>
                    <a:pt x="363" y="514"/>
                    <a:pt x="362" y="515"/>
                  </a:cubicBezTo>
                  <a:close/>
                  <a:moveTo>
                    <a:pt x="366" y="501"/>
                  </a:moveTo>
                  <a:cubicBezTo>
                    <a:pt x="366" y="501"/>
                    <a:pt x="366" y="501"/>
                    <a:pt x="366" y="501"/>
                  </a:cubicBezTo>
                  <a:cubicBezTo>
                    <a:pt x="365" y="503"/>
                    <a:pt x="367" y="499"/>
                    <a:pt x="366" y="501"/>
                  </a:cubicBezTo>
                  <a:close/>
                  <a:moveTo>
                    <a:pt x="368" y="619"/>
                  </a:moveTo>
                  <a:cubicBezTo>
                    <a:pt x="367" y="618"/>
                    <a:pt x="369" y="618"/>
                    <a:pt x="369" y="617"/>
                  </a:cubicBezTo>
                  <a:cubicBezTo>
                    <a:pt x="369" y="618"/>
                    <a:pt x="368" y="618"/>
                    <a:pt x="368" y="619"/>
                  </a:cubicBezTo>
                  <a:close/>
                  <a:moveTo>
                    <a:pt x="371" y="614"/>
                  </a:moveTo>
                  <a:cubicBezTo>
                    <a:pt x="371" y="614"/>
                    <a:pt x="372" y="615"/>
                    <a:pt x="372" y="615"/>
                  </a:cubicBezTo>
                  <a:cubicBezTo>
                    <a:pt x="370" y="616"/>
                    <a:pt x="372" y="612"/>
                    <a:pt x="371" y="614"/>
                  </a:cubicBezTo>
                  <a:close/>
                  <a:moveTo>
                    <a:pt x="366" y="619"/>
                  </a:moveTo>
                  <a:cubicBezTo>
                    <a:pt x="367" y="616"/>
                    <a:pt x="370" y="613"/>
                    <a:pt x="372" y="611"/>
                  </a:cubicBezTo>
                  <a:cubicBezTo>
                    <a:pt x="370" y="614"/>
                    <a:pt x="368" y="617"/>
                    <a:pt x="366" y="619"/>
                  </a:cubicBezTo>
                  <a:close/>
                  <a:moveTo>
                    <a:pt x="369" y="581"/>
                  </a:moveTo>
                  <a:cubicBezTo>
                    <a:pt x="369" y="582"/>
                    <a:pt x="368" y="582"/>
                    <a:pt x="367" y="582"/>
                  </a:cubicBezTo>
                  <a:cubicBezTo>
                    <a:pt x="365" y="579"/>
                    <a:pt x="372" y="579"/>
                    <a:pt x="369" y="581"/>
                  </a:cubicBezTo>
                  <a:close/>
                  <a:moveTo>
                    <a:pt x="371" y="586"/>
                  </a:moveTo>
                  <a:cubicBezTo>
                    <a:pt x="371" y="586"/>
                    <a:pt x="370" y="587"/>
                    <a:pt x="370" y="587"/>
                  </a:cubicBezTo>
                  <a:cubicBezTo>
                    <a:pt x="369" y="586"/>
                    <a:pt x="371" y="585"/>
                    <a:pt x="371" y="586"/>
                  </a:cubicBezTo>
                  <a:close/>
                  <a:moveTo>
                    <a:pt x="367" y="558"/>
                  </a:moveTo>
                  <a:cubicBezTo>
                    <a:pt x="368" y="557"/>
                    <a:pt x="365" y="556"/>
                    <a:pt x="366" y="555"/>
                  </a:cubicBezTo>
                  <a:cubicBezTo>
                    <a:pt x="367" y="553"/>
                    <a:pt x="368" y="555"/>
                    <a:pt x="369" y="554"/>
                  </a:cubicBezTo>
                  <a:cubicBezTo>
                    <a:pt x="371" y="552"/>
                    <a:pt x="372" y="548"/>
                    <a:pt x="375" y="546"/>
                  </a:cubicBezTo>
                  <a:cubicBezTo>
                    <a:pt x="373" y="550"/>
                    <a:pt x="370" y="554"/>
                    <a:pt x="367" y="558"/>
                  </a:cubicBezTo>
                  <a:close/>
                  <a:moveTo>
                    <a:pt x="369" y="514"/>
                  </a:moveTo>
                  <a:cubicBezTo>
                    <a:pt x="369" y="514"/>
                    <a:pt x="368" y="514"/>
                    <a:pt x="368" y="514"/>
                  </a:cubicBezTo>
                  <a:cubicBezTo>
                    <a:pt x="366" y="516"/>
                    <a:pt x="369" y="511"/>
                    <a:pt x="369" y="514"/>
                  </a:cubicBezTo>
                  <a:close/>
                  <a:moveTo>
                    <a:pt x="370" y="543"/>
                  </a:moveTo>
                  <a:cubicBezTo>
                    <a:pt x="371" y="544"/>
                    <a:pt x="369" y="545"/>
                    <a:pt x="369" y="545"/>
                  </a:cubicBezTo>
                  <a:cubicBezTo>
                    <a:pt x="366" y="546"/>
                    <a:pt x="368" y="541"/>
                    <a:pt x="370" y="543"/>
                  </a:cubicBezTo>
                  <a:close/>
                  <a:moveTo>
                    <a:pt x="375" y="543"/>
                  </a:moveTo>
                  <a:cubicBezTo>
                    <a:pt x="375" y="544"/>
                    <a:pt x="372" y="545"/>
                    <a:pt x="372" y="543"/>
                  </a:cubicBezTo>
                  <a:cubicBezTo>
                    <a:pt x="372" y="542"/>
                    <a:pt x="374" y="542"/>
                    <a:pt x="375" y="543"/>
                  </a:cubicBezTo>
                  <a:close/>
                  <a:moveTo>
                    <a:pt x="373" y="506"/>
                  </a:moveTo>
                  <a:cubicBezTo>
                    <a:pt x="373" y="505"/>
                    <a:pt x="372" y="507"/>
                    <a:pt x="373" y="506"/>
                  </a:cubicBezTo>
                  <a:close/>
                  <a:moveTo>
                    <a:pt x="377" y="627"/>
                  </a:moveTo>
                  <a:cubicBezTo>
                    <a:pt x="377" y="629"/>
                    <a:pt x="375" y="627"/>
                    <a:pt x="377" y="627"/>
                  </a:cubicBezTo>
                  <a:close/>
                  <a:moveTo>
                    <a:pt x="376" y="607"/>
                  </a:moveTo>
                  <a:cubicBezTo>
                    <a:pt x="376" y="608"/>
                    <a:pt x="375" y="606"/>
                    <a:pt x="376" y="607"/>
                  </a:cubicBezTo>
                  <a:close/>
                  <a:moveTo>
                    <a:pt x="373" y="574"/>
                  </a:moveTo>
                  <a:cubicBezTo>
                    <a:pt x="374" y="573"/>
                    <a:pt x="376" y="572"/>
                    <a:pt x="377" y="572"/>
                  </a:cubicBezTo>
                  <a:cubicBezTo>
                    <a:pt x="376" y="573"/>
                    <a:pt x="375" y="573"/>
                    <a:pt x="373" y="574"/>
                  </a:cubicBezTo>
                  <a:close/>
                  <a:moveTo>
                    <a:pt x="376" y="566"/>
                  </a:moveTo>
                  <a:cubicBezTo>
                    <a:pt x="373" y="566"/>
                    <a:pt x="376" y="562"/>
                    <a:pt x="377" y="564"/>
                  </a:cubicBezTo>
                  <a:cubicBezTo>
                    <a:pt x="377" y="565"/>
                    <a:pt x="376" y="565"/>
                    <a:pt x="376" y="566"/>
                  </a:cubicBezTo>
                  <a:close/>
                  <a:moveTo>
                    <a:pt x="373" y="610"/>
                  </a:moveTo>
                  <a:cubicBezTo>
                    <a:pt x="373" y="609"/>
                    <a:pt x="374" y="608"/>
                    <a:pt x="375" y="607"/>
                  </a:cubicBezTo>
                  <a:cubicBezTo>
                    <a:pt x="376" y="608"/>
                    <a:pt x="374" y="610"/>
                    <a:pt x="373" y="610"/>
                  </a:cubicBezTo>
                  <a:close/>
                  <a:moveTo>
                    <a:pt x="375" y="636"/>
                  </a:moveTo>
                  <a:cubicBezTo>
                    <a:pt x="375" y="635"/>
                    <a:pt x="382" y="634"/>
                    <a:pt x="382" y="637"/>
                  </a:cubicBezTo>
                  <a:cubicBezTo>
                    <a:pt x="382" y="641"/>
                    <a:pt x="373" y="640"/>
                    <a:pt x="375" y="636"/>
                  </a:cubicBezTo>
                  <a:close/>
                  <a:moveTo>
                    <a:pt x="378" y="554"/>
                  </a:moveTo>
                  <a:cubicBezTo>
                    <a:pt x="378" y="555"/>
                    <a:pt x="377" y="553"/>
                    <a:pt x="378" y="554"/>
                  </a:cubicBezTo>
                  <a:close/>
                  <a:moveTo>
                    <a:pt x="378" y="572"/>
                  </a:moveTo>
                  <a:cubicBezTo>
                    <a:pt x="378" y="572"/>
                    <a:pt x="377" y="572"/>
                    <a:pt x="378" y="572"/>
                  </a:cubicBezTo>
                  <a:close/>
                  <a:moveTo>
                    <a:pt x="385" y="570"/>
                  </a:moveTo>
                  <a:cubicBezTo>
                    <a:pt x="384" y="571"/>
                    <a:pt x="382" y="571"/>
                    <a:pt x="380" y="571"/>
                  </a:cubicBezTo>
                  <a:cubicBezTo>
                    <a:pt x="381" y="570"/>
                    <a:pt x="383" y="570"/>
                    <a:pt x="385" y="570"/>
                  </a:cubicBezTo>
                  <a:close/>
                  <a:moveTo>
                    <a:pt x="384" y="504"/>
                  </a:moveTo>
                  <a:cubicBezTo>
                    <a:pt x="385" y="504"/>
                    <a:pt x="384" y="505"/>
                    <a:pt x="384" y="504"/>
                  </a:cubicBezTo>
                  <a:cubicBezTo>
                    <a:pt x="383" y="504"/>
                    <a:pt x="384" y="504"/>
                    <a:pt x="384" y="504"/>
                  </a:cubicBezTo>
                  <a:close/>
                  <a:moveTo>
                    <a:pt x="383" y="466"/>
                  </a:moveTo>
                  <a:cubicBezTo>
                    <a:pt x="381" y="468"/>
                    <a:pt x="379" y="469"/>
                    <a:pt x="377" y="470"/>
                  </a:cubicBezTo>
                  <a:cubicBezTo>
                    <a:pt x="378" y="469"/>
                    <a:pt x="380" y="467"/>
                    <a:pt x="383" y="466"/>
                  </a:cubicBezTo>
                  <a:close/>
                  <a:moveTo>
                    <a:pt x="378" y="425"/>
                  </a:moveTo>
                  <a:cubicBezTo>
                    <a:pt x="378" y="425"/>
                    <a:pt x="378" y="426"/>
                    <a:pt x="378" y="426"/>
                  </a:cubicBezTo>
                  <a:cubicBezTo>
                    <a:pt x="378" y="427"/>
                    <a:pt x="377" y="425"/>
                    <a:pt x="378" y="425"/>
                  </a:cubicBezTo>
                  <a:close/>
                  <a:moveTo>
                    <a:pt x="380" y="453"/>
                  </a:moveTo>
                  <a:cubicBezTo>
                    <a:pt x="381" y="452"/>
                    <a:pt x="381" y="452"/>
                    <a:pt x="382" y="452"/>
                  </a:cubicBezTo>
                  <a:cubicBezTo>
                    <a:pt x="381" y="452"/>
                    <a:pt x="380" y="453"/>
                    <a:pt x="380" y="453"/>
                  </a:cubicBezTo>
                  <a:close/>
                  <a:moveTo>
                    <a:pt x="376" y="394"/>
                  </a:moveTo>
                  <a:cubicBezTo>
                    <a:pt x="377" y="394"/>
                    <a:pt x="381" y="388"/>
                    <a:pt x="384" y="388"/>
                  </a:cubicBezTo>
                  <a:cubicBezTo>
                    <a:pt x="381" y="389"/>
                    <a:pt x="379" y="394"/>
                    <a:pt x="376" y="394"/>
                  </a:cubicBezTo>
                  <a:close/>
                  <a:moveTo>
                    <a:pt x="397" y="460"/>
                  </a:moveTo>
                  <a:cubicBezTo>
                    <a:pt x="394" y="463"/>
                    <a:pt x="387" y="465"/>
                    <a:pt x="383" y="468"/>
                  </a:cubicBezTo>
                  <a:cubicBezTo>
                    <a:pt x="387" y="464"/>
                    <a:pt x="392" y="463"/>
                    <a:pt x="397" y="460"/>
                  </a:cubicBezTo>
                  <a:close/>
                  <a:moveTo>
                    <a:pt x="386" y="182"/>
                  </a:moveTo>
                  <a:cubicBezTo>
                    <a:pt x="386" y="181"/>
                    <a:pt x="388" y="181"/>
                    <a:pt x="388" y="182"/>
                  </a:cubicBezTo>
                  <a:cubicBezTo>
                    <a:pt x="389" y="183"/>
                    <a:pt x="386" y="183"/>
                    <a:pt x="386" y="182"/>
                  </a:cubicBezTo>
                  <a:close/>
                  <a:moveTo>
                    <a:pt x="398" y="418"/>
                  </a:moveTo>
                  <a:cubicBezTo>
                    <a:pt x="398" y="419"/>
                    <a:pt x="396" y="420"/>
                    <a:pt x="396" y="421"/>
                  </a:cubicBezTo>
                  <a:cubicBezTo>
                    <a:pt x="395" y="420"/>
                    <a:pt x="397" y="418"/>
                    <a:pt x="398" y="418"/>
                  </a:cubicBezTo>
                  <a:close/>
                  <a:moveTo>
                    <a:pt x="397" y="371"/>
                  </a:moveTo>
                  <a:cubicBezTo>
                    <a:pt x="395" y="372"/>
                    <a:pt x="398" y="370"/>
                    <a:pt x="397" y="371"/>
                  </a:cubicBezTo>
                  <a:close/>
                  <a:moveTo>
                    <a:pt x="403" y="137"/>
                  </a:moveTo>
                  <a:cubicBezTo>
                    <a:pt x="405" y="139"/>
                    <a:pt x="398" y="141"/>
                    <a:pt x="398" y="140"/>
                  </a:cubicBezTo>
                  <a:cubicBezTo>
                    <a:pt x="397" y="140"/>
                    <a:pt x="401" y="135"/>
                    <a:pt x="403" y="137"/>
                  </a:cubicBezTo>
                  <a:close/>
                  <a:moveTo>
                    <a:pt x="401" y="86"/>
                  </a:moveTo>
                  <a:cubicBezTo>
                    <a:pt x="402" y="84"/>
                    <a:pt x="404" y="89"/>
                    <a:pt x="401" y="88"/>
                  </a:cubicBezTo>
                  <a:cubicBezTo>
                    <a:pt x="400" y="88"/>
                    <a:pt x="400" y="87"/>
                    <a:pt x="401" y="86"/>
                  </a:cubicBezTo>
                  <a:close/>
                  <a:moveTo>
                    <a:pt x="440" y="59"/>
                  </a:moveTo>
                  <a:cubicBezTo>
                    <a:pt x="440" y="60"/>
                    <a:pt x="438" y="61"/>
                    <a:pt x="438" y="60"/>
                  </a:cubicBezTo>
                  <a:cubicBezTo>
                    <a:pt x="437" y="60"/>
                    <a:pt x="440" y="58"/>
                    <a:pt x="440" y="59"/>
                  </a:cubicBezTo>
                  <a:close/>
                  <a:moveTo>
                    <a:pt x="438" y="29"/>
                  </a:moveTo>
                  <a:cubicBezTo>
                    <a:pt x="438" y="28"/>
                    <a:pt x="440" y="29"/>
                    <a:pt x="440" y="29"/>
                  </a:cubicBezTo>
                  <a:cubicBezTo>
                    <a:pt x="441" y="30"/>
                    <a:pt x="438" y="30"/>
                    <a:pt x="438" y="29"/>
                  </a:cubicBezTo>
                  <a:close/>
                  <a:moveTo>
                    <a:pt x="437" y="51"/>
                  </a:moveTo>
                  <a:cubicBezTo>
                    <a:pt x="437" y="51"/>
                    <a:pt x="438" y="50"/>
                    <a:pt x="438" y="51"/>
                  </a:cubicBezTo>
                  <a:cubicBezTo>
                    <a:pt x="439" y="52"/>
                    <a:pt x="437" y="51"/>
                    <a:pt x="437" y="51"/>
                  </a:cubicBezTo>
                  <a:close/>
                  <a:moveTo>
                    <a:pt x="443" y="75"/>
                  </a:moveTo>
                  <a:cubicBezTo>
                    <a:pt x="442" y="77"/>
                    <a:pt x="431" y="76"/>
                    <a:pt x="432" y="75"/>
                  </a:cubicBezTo>
                  <a:cubicBezTo>
                    <a:pt x="432" y="74"/>
                    <a:pt x="440" y="76"/>
                    <a:pt x="443" y="75"/>
                  </a:cubicBezTo>
                  <a:close/>
                  <a:moveTo>
                    <a:pt x="450" y="40"/>
                  </a:moveTo>
                  <a:cubicBezTo>
                    <a:pt x="450" y="40"/>
                    <a:pt x="448" y="39"/>
                    <a:pt x="448" y="39"/>
                  </a:cubicBezTo>
                  <a:cubicBezTo>
                    <a:pt x="448" y="39"/>
                    <a:pt x="450" y="39"/>
                    <a:pt x="450" y="40"/>
                  </a:cubicBezTo>
                  <a:close/>
                  <a:moveTo>
                    <a:pt x="453" y="36"/>
                  </a:moveTo>
                  <a:cubicBezTo>
                    <a:pt x="449" y="39"/>
                    <a:pt x="447" y="36"/>
                    <a:pt x="453" y="36"/>
                  </a:cubicBezTo>
                  <a:close/>
                  <a:moveTo>
                    <a:pt x="446" y="83"/>
                  </a:moveTo>
                  <a:cubicBezTo>
                    <a:pt x="448" y="81"/>
                    <a:pt x="448" y="83"/>
                    <a:pt x="446" y="83"/>
                  </a:cubicBezTo>
                  <a:close/>
                  <a:moveTo>
                    <a:pt x="445" y="112"/>
                  </a:moveTo>
                  <a:cubicBezTo>
                    <a:pt x="446" y="111"/>
                    <a:pt x="446" y="112"/>
                    <a:pt x="447" y="111"/>
                  </a:cubicBezTo>
                  <a:cubicBezTo>
                    <a:pt x="447" y="111"/>
                    <a:pt x="446" y="112"/>
                    <a:pt x="445" y="112"/>
                  </a:cubicBezTo>
                  <a:close/>
                  <a:moveTo>
                    <a:pt x="449" y="53"/>
                  </a:moveTo>
                  <a:cubicBezTo>
                    <a:pt x="449" y="54"/>
                    <a:pt x="449" y="55"/>
                    <a:pt x="448" y="55"/>
                  </a:cubicBezTo>
                  <a:cubicBezTo>
                    <a:pt x="446" y="55"/>
                    <a:pt x="448" y="51"/>
                    <a:pt x="449" y="53"/>
                  </a:cubicBezTo>
                  <a:close/>
                  <a:moveTo>
                    <a:pt x="448" y="50"/>
                  </a:moveTo>
                  <a:cubicBezTo>
                    <a:pt x="447" y="51"/>
                    <a:pt x="446" y="51"/>
                    <a:pt x="445" y="52"/>
                  </a:cubicBezTo>
                  <a:cubicBezTo>
                    <a:pt x="445" y="51"/>
                    <a:pt x="447" y="50"/>
                    <a:pt x="448" y="50"/>
                  </a:cubicBezTo>
                  <a:close/>
                  <a:moveTo>
                    <a:pt x="444" y="51"/>
                  </a:moveTo>
                  <a:cubicBezTo>
                    <a:pt x="444" y="51"/>
                    <a:pt x="445" y="50"/>
                    <a:pt x="445" y="51"/>
                  </a:cubicBezTo>
                  <a:cubicBezTo>
                    <a:pt x="445" y="51"/>
                    <a:pt x="444" y="52"/>
                    <a:pt x="444" y="51"/>
                  </a:cubicBezTo>
                  <a:close/>
                  <a:moveTo>
                    <a:pt x="444" y="112"/>
                  </a:moveTo>
                  <a:cubicBezTo>
                    <a:pt x="444" y="112"/>
                    <a:pt x="445" y="112"/>
                    <a:pt x="445" y="112"/>
                  </a:cubicBezTo>
                  <a:cubicBezTo>
                    <a:pt x="445" y="114"/>
                    <a:pt x="442" y="111"/>
                    <a:pt x="444" y="112"/>
                  </a:cubicBezTo>
                  <a:close/>
                  <a:moveTo>
                    <a:pt x="443" y="52"/>
                  </a:moveTo>
                  <a:cubicBezTo>
                    <a:pt x="445" y="51"/>
                    <a:pt x="441" y="52"/>
                    <a:pt x="443" y="52"/>
                  </a:cubicBezTo>
                  <a:close/>
                  <a:moveTo>
                    <a:pt x="445" y="115"/>
                  </a:moveTo>
                  <a:cubicBezTo>
                    <a:pt x="453" y="112"/>
                    <a:pt x="454" y="123"/>
                    <a:pt x="446" y="122"/>
                  </a:cubicBezTo>
                  <a:cubicBezTo>
                    <a:pt x="445" y="122"/>
                    <a:pt x="442" y="121"/>
                    <a:pt x="442" y="118"/>
                  </a:cubicBezTo>
                  <a:cubicBezTo>
                    <a:pt x="443" y="119"/>
                    <a:pt x="444" y="116"/>
                    <a:pt x="445" y="115"/>
                  </a:cubicBezTo>
                  <a:close/>
                  <a:moveTo>
                    <a:pt x="450" y="112"/>
                  </a:moveTo>
                  <a:cubicBezTo>
                    <a:pt x="451" y="113"/>
                    <a:pt x="449" y="113"/>
                    <a:pt x="449" y="113"/>
                  </a:cubicBezTo>
                  <a:cubicBezTo>
                    <a:pt x="449" y="113"/>
                    <a:pt x="449" y="112"/>
                    <a:pt x="450" y="112"/>
                  </a:cubicBezTo>
                  <a:close/>
                  <a:moveTo>
                    <a:pt x="456" y="102"/>
                  </a:moveTo>
                  <a:cubicBezTo>
                    <a:pt x="456" y="104"/>
                    <a:pt x="453" y="105"/>
                    <a:pt x="452" y="103"/>
                  </a:cubicBezTo>
                  <a:cubicBezTo>
                    <a:pt x="450" y="102"/>
                    <a:pt x="456" y="100"/>
                    <a:pt x="456" y="102"/>
                  </a:cubicBezTo>
                  <a:close/>
                  <a:moveTo>
                    <a:pt x="452" y="90"/>
                  </a:moveTo>
                  <a:cubicBezTo>
                    <a:pt x="452" y="89"/>
                    <a:pt x="454" y="89"/>
                    <a:pt x="454" y="89"/>
                  </a:cubicBezTo>
                  <a:cubicBezTo>
                    <a:pt x="455" y="90"/>
                    <a:pt x="453" y="91"/>
                    <a:pt x="452" y="90"/>
                  </a:cubicBezTo>
                  <a:close/>
                  <a:moveTo>
                    <a:pt x="454" y="91"/>
                  </a:moveTo>
                  <a:cubicBezTo>
                    <a:pt x="455" y="89"/>
                    <a:pt x="456" y="92"/>
                    <a:pt x="454" y="91"/>
                  </a:cubicBezTo>
                  <a:close/>
                  <a:moveTo>
                    <a:pt x="456" y="169"/>
                  </a:moveTo>
                  <a:cubicBezTo>
                    <a:pt x="461" y="172"/>
                    <a:pt x="453" y="179"/>
                    <a:pt x="448" y="175"/>
                  </a:cubicBezTo>
                  <a:cubicBezTo>
                    <a:pt x="450" y="175"/>
                    <a:pt x="449" y="174"/>
                    <a:pt x="447" y="173"/>
                  </a:cubicBezTo>
                  <a:cubicBezTo>
                    <a:pt x="448" y="170"/>
                    <a:pt x="452" y="167"/>
                    <a:pt x="456" y="169"/>
                  </a:cubicBezTo>
                  <a:close/>
                  <a:moveTo>
                    <a:pt x="461" y="136"/>
                  </a:moveTo>
                  <a:cubicBezTo>
                    <a:pt x="465" y="134"/>
                    <a:pt x="460" y="140"/>
                    <a:pt x="457" y="139"/>
                  </a:cubicBezTo>
                  <a:cubicBezTo>
                    <a:pt x="458" y="138"/>
                    <a:pt x="460" y="136"/>
                    <a:pt x="461" y="136"/>
                  </a:cubicBezTo>
                  <a:close/>
                  <a:moveTo>
                    <a:pt x="459" y="124"/>
                  </a:moveTo>
                  <a:cubicBezTo>
                    <a:pt x="458" y="124"/>
                    <a:pt x="460" y="124"/>
                    <a:pt x="459" y="124"/>
                  </a:cubicBezTo>
                  <a:close/>
                  <a:moveTo>
                    <a:pt x="463" y="74"/>
                  </a:moveTo>
                  <a:cubicBezTo>
                    <a:pt x="462" y="74"/>
                    <a:pt x="463" y="73"/>
                    <a:pt x="464" y="74"/>
                  </a:cubicBezTo>
                  <a:cubicBezTo>
                    <a:pt x="464" y="74"/>
                    <a:pt x="463" y="75"/>
                    <a:pt x="463" y="74"/>
                  </a:cubicBezTo>
                  <a:close/>
                  <a:moveTo>
                    <a:pt x="463" y="76"/>
                  </a:moveTo>
                  <a:cubicBezTo>
                    <a:pt x="464" y="74"/>
                    <a:pt x="465" y="76"/>
                    <a:pt x="463" y="76"/>
                  </a:cubicBezTo>
                  <a:close/>
                  <a:moveTo>
                    <a:pt x="464" y="82"/>
                  </a:moveTo>
                  <a:cubicBezTo>
                    <a:pt x="464" y="84"/>
                    <a:pt x="459" y="84"/>
                    <a:pt x="460" y="81"/>
                  </a:cubicBezTo>
                  <a:cubicBezTo>
                    <a:pt x="460" y="80"/>
                    <a:pt x="464" y="81"/>
                    <a:pt x="464" y="82"/>
                  </a:cubicBezTo>
                  <a:close/>
                  <a:moveTo>
                    <a:pt x="462" y="133"/>
                  </a:moveTo>
                  <a:cubicBezTo>
                    <a:pt x="463" y="134"/>
                    <a:pt x="461" y="135"/>
                    <a:pt x="461" y="135"/>
                  </a:cubicBezTo>
                  <a:cubicBezTo>
                    <a:pt x="460" y="134"/>
                    <a:pt x="462" y="133"/>
                    <a:pt x="462" y="133"/>
                  </a:cubicBezTo>
                  <a:close/>
                  <a:moveTo>
                    <a:pt x="460" y="102"/>
                  </a:moveTo>
                  <a:cubicBezTo>
                    <a:pt x="460" y="102"/>
                    <a:pt x="461" y="102"/>
                    <a:pt x="461" y="102"/>
                  </a:cubicBezTo>
                  <a:cubicBezTo>
                    <a:pt x="463" y="99"/>
                    <a:pt x="462" y="103"/>
                    <a:pt x="460" y="102"/>
                  </a:cubicBezTo>
                  <a:close/>
                  <a:moveTo>
                    <a:pt x="460" y="130"/>
                  </a:moveTo>
                  <a:cubicBezTo>
                    <a:pt x="460" y="130"/>
                    <a:pt x="460" y="131"/>
                    <a:pt x="460" y="131"/>
                  </a:cubicBezTo>
                  <a:cubicBezTo>
                    <a:pt x="459" y="131"/>
                    <a:pt x="460" y="130"/>
                    <a:pt x="460" y="130"/>
                  </a:cubicBezTo>
                  <a:close/>
                  <a:moveTo>
                    <a:pt x="466" y="137"/>
                  </a:moveTo>
                  <a:cubicBezTo>
                    <a:pt x="466" y="138"/>
                    <a:pt x="464" y="138"/>
                    <a:pt x="464" y="138"/>
                  </a:cubicBezTo>
                  <a:cubicBezTo>
                    <a:pt x="464" y="137"/>
                    <a:pt x="466" y="136"/>
                    <a:pt x="466" y="137"/>
                  </a:cubicBezTo>
                  <a:close/>
                  <a:moveTo>
                    <a:pt x="465" y="123"/>
                  </a:moveTo>
                  <a:cubicBezTo>
                    <a:pt x="467" y="122"/>
                    <a:pt x="467" y="123"/>
                    <a:pt x="465" y="123"/>
                  </a:cubicBezTo>
                  <a:close/>
                  <a:moveTo>
                    <a:pt x="469" y="145"/>
                  </a:moveTo>
                  <a:cubicBezTo>
                    <a:pt x="469" y="145"/>
                    <a:pt x="468" y="147"/>
                    <a:pt x="468" y="147"/>
                  </a:cubicBezTo>
                  <a:cubicBezTo>
                    <a:pt x="467" y="148"/>
                    <a:pt x="467" y="149"/>
                    <a:pt x="465" y="148"/>
                  </a:cubicBezTo>
                  <a:cubicBezTo>
                    <a:pt x="465" y="148"/>
                    <a:pt x="465" y="147"/>
                    <a:pt x="465" y="147"/>
                  </a:cubicBezTo>
                  <a:cubicBezTo>
                    <a:pt x="465" y="147"/>
                    <a:pt x="462" y="146"/>
                    <a:pt x="462" y="145"/>
                  </a:cubicBezTo>
                  <a:cubicBezTo>
                    <a:pt x="462" y="142"/>
                    <a:pt x="469" y="144"/>
                    <a:pt x="469" y="145"/>
                  </a:cubicBezTo>
                  <a:close/>
                  <a:moveTo>
                    <a:pt x="476" y="189"/>
                  </a:moveTo>
                  <a:cubicBezTo>
                    <a:pt x="475" y="192"/>
                    <a:pt x="472" y="193"/>
                    <a:pt x="470" y="195"/>
                  </a:cubicBezTo>
                  <a:cubicBezTo>
                    <a:pt x="471" y="193"/>
                    <a:pt x="474" y="191"/>
                    <a:pt x="476" y="189"/>
                  </a:cubicBezTo>
                  <a:close/>
                  <a:moveTo>
                    <a:pt x="474" y="164"/>
                  </a:moveTo>
                  <a:cubicBezTo>
                    <a:pt x="476" y="162"/>
                    <a:pt x="475" y="166"/>
                    <a:pt x="473" y="165"/>
                  </a:cubicBezTo>
                  <a:cubicBezTo>
                    <a:pt x="473" y="165"/>
                    <a:pt x="474" y="164"/>
                    <a:pt x="474" y="164"/>
                  </a:cubicBezTo>
                  <a:close/>
                  <a:moveTo>
                    <a:pt x="478" y="618"/>
                  </a:moveTo>
                  <a:cubicBezTo>
                    <a:pt x="478" y="617"/>
                    <a:pt x="481" y="616"/>
                    <a:pt x="482" y="618"/>
                  </a:cubicBezTo>
                  <a:cubicBezTo>
                    <a:pt x="483" y="621"/>
                    <a:pt x="477" y="622"/>
                    <a:pt x="478" y="618"/>
                  </a:cubicBezTo>
                  <a:close/>
                  <a:moveTo>
                    <a:pt x="479" y="669"/>
                  </a:moveTo>
                  <a:cubicBezTo>
                    <a:pt x="479" y="669"/>
                    <a:pt x="477" y="670"/>
                    <a:pt x="477" y="669"/>
                  </a:cubicBezTo>
                  <a:cubicBezTo>
                    <a:pt x="476" y="667"/>
                    <a:pt x="479" y="668"/>
                    <a:pt x="479" y="669"/>
                  </a:cubicBezTo>
                  <a:close/>
                  <a:moveTo>
                    <a:pt x="477" y="598"/>
                  </a:moveTo>
                  <a:cubicBezTo>
                    <a:pt x="477" y="597"/>
                    <a:pt x="480" y="596"/>
                    <a:pt x="481" y="594"/>
                  </a:cubicBezTo>
                  <a:cubicBezTo>
                    <a:pt x="481" y="596"/>
                    <a:pt x="478" y="597"/>
                    <a:pt x="477" y="598"/>
                  </a:cubicBezTo>
                  <a:close/>
                  <a:moveTo>
                    <a:pt x="478" y="310"/>
                  </a:moveTo>
                  <a:cubicBezTo>
                    <a:pt x="480" y="308"/>
                    <a:pt x="480" y="313"/>
                    <a:pt x="478" y="312"/>
                  </a:cubicBezTo>
                  <a:cubicBezTo>
                    <a:pt x="477" y="311"/>
                    <a:pt x="478" y="310"/>
                    <a:pt x="478" y="310"/>
                  </a:cubicBezTo>
                  <a:close/>
                  <a:moveTo>
                    <a:pt x="478" y="226"/>
                  </a:moveTo>
                  <a:cubicBezTo>
                    <a:pt x="479" y="224"/>
                    <a:pt x="480" y="227"/>
                    <a:pt x="478" y="227"/>
                  </a:cubicBezTo>
                  <a:cubicBezTo>
                    <a:pt x="478" y="226"/>
                    <a:pt x="478" y="226"/>
                    <a:pt x="478" y="226"/>
                  </a:cubicBezTo>
                  <a:close/>
                  <a:moveTo>
                    <a:pt x="476" y="210"/>
                  </a:moveTo>
                  <a:cubicBezTo>
                    <a:pt x="475" y="208"/>
                    <a:pt x="480" y="205"/>
                    <a:pt x="480" y="209"/>
                  </a:cubicBezTo>
                  <a:cubicBezTo>
                    <a:pt x="481" y="210"/>
                    <a:pt x="476" y="211"/>
                    <a:pt x="476" y="210"/>
                  </a:cubicBezTo>
                  <a:close/>
                  <a:moveTo>
                    <a:pt x="473" y="217"/>
                  </a:moveTo>
                  <a:cubicBezTo>
                    <a:pt x="472" y="219"/>
                    <a:pt x="467" y="225"/>
                    <a:pt x="465" y="226"/>
                  </a:cubicBezTo>
                  <a:cubicBezTo>
                    <a:pt x="462" y="227"/>
                    <a:pt x="466" y="224"/>
                    <a:pt x="467" y="223"/>
                  </a:cubicBezTo>
                  <a:cubicBezTo>
                    <a:pt x="469" y="222"/>
                    <a:pt x="471" y="218"/>
                    <a:pt x="472" y="215"/>
                  </a:cubicBezTo>
                  <a:cubicBezTo>
                    <a:pt x="472" y="216"/>
                    <a:pt x="472" y="216"/>
                    <a:pt x="472" y="215"/>
                  </a:cubicBezTo>
                  <a:cubicBezTo>
                    <a:pt x="472" y="215"/>
                    <a:pt x="472" y="215"/>
                    <a:pt x="473" y="215"/>
                  </a:cubicBezTo>
                  <a:cubicBezTo>
                    <a:pt x="473" y="215"/>
                    <a:pt x="473" y="215"/>
                    <a:pt x="473" y="215"/>
                  </a:cubicBezTo>
                  <a:cubicBezTo>
                    <a:pt x="474" y="214"/>
                    <a:pt x="474" y="213"/>
                    <a:pt x="475" y="212"/>
                  </a:cubicBezTo>
                  <a:cubicBezTo>
                    <a:pt x="475" y="212"/>
                    <a:pt x="476" y="213"/>
                    <a:pt x="476" y="213"/>
                  </a:cubicBezTo>
                  <a:cubicBezTo>
                    <a:pt x="476" y="213"/>
                    <a:pt x="474" y="215"/>
                    <a:pt x="473" y="217"/>
                  </a:cubicBezTo>
                  <a:close/>
                  <a:moveTo>
                    <a:pt x="475" y="228"/>
                  </a:moveTo>
                  <a:cubicBezTo>
                    <a:pt x="474" y="227"/>
                    <a:pt x="475" y="227"/>
                    <a:pt x="475" y="227"/>
                  </a:cubicBezTo>
                  <a:cubicBezTo>
                    <a:pt x="476" y="227"/>
                    <a:pt x="475" y="229"/>
                    <a:pt x="475" y="228"/>
                  </a:cubicBezTo>
                  <a:close/>
                  <a:moveTo>
                    <a:pt x="473" y="638"/>
                  </a:moveTo>
                  <a:cubicBezTo>
                    <a:pt x="473" y="638"/>
                    <a:pt x="474" y="637"/>
                    <a:pt x="474" y="638"/>
                  </a:cubicBezTo>
                  <a:cubicBezTo>
                    <a:pt x="475" y="639"/>
                    <a:pt x="472" y="640"/>
                    <a:pt x="473" y="638"/>
                  </a:cubicBezTo>
                  <a:close/>
                  <a:moveTo>
                    <a:pt x="471" y="623"/>
                  </a:moveTo>
                  <a:cubicBezTo>
                    <a:pt x="471" y="622"/>
                    <a:pt x="473" y="622"/>
                    <a:pt x="473" y="623"/>
                  </a:cubicBezTo>
                  <a:cubicBezTo>
                    <a:pt x="473" y="624"/>
                    <a:pt x="471" y="624"/>
                    <a:pt x="471" y="623"/>
                  </a:cubicBezTo>
                  <a:close/>
                  <a:moveTo>
                    <a:pt x="469" y="613"/>
                  </a:moveTo>
                  <a:cubicBezTo>
                    <a:pt x="465" y="614"/>
                    <a:pt x="462" y="616"/>
                    <a:pt x="459" y="615"/>
                  </a:cubicBezTo>
                  <a:cubicBezTo>
                    <a:pt x="460" y="612"/>
                    <a:pt x="468" y="613"/>
                    <a:pt x="470" y="613"/>
                  </a:cubicBezTo>
                  <a:cubicBezTo>
                    <a:pt x="471" y="613"/>
                    <a:pt x="476" y="611"/>
                    <a:pt x="475" y="613"/>
                  </a:cubicBezTo>
                  <a:cubicBezTo>
                    <a:pt x="474" y="614"/>
                    <a:pt x="469" y="613"/>
                    <a:pt x="469" y="613"/>
                  </a:cubicBezTo>
                  <a:close/>
                  <a:moveTo>
                    <a:pt x="470" y="623"/>
                  </a:moveTo>
                  <a:cubicBezTo>
                    <a:pt x="470" y="623"/>
                    <a:pt x="469" y="623"/>
                    <a:pt x="469" y="623"/>
                  </a:cubicBezTo>
                  <a:cubicBezTo>
                    <a:pt x="469" y="623"/>
                    <a:pt x="470" y="622"/>
                    <a:pt x="470" y="623"/>
                  </a:cubicBezTo>
                  <a:close/>
                  <a:moveTo>
                    <a:pt x="467" y="625"/>
                  </a:moveTo>
                  <a:cubicBezTo>
                    <a:pt x="467" y="625"/>
                    <a:pt x="467" y="624"/>
                    <a:pt x="468" y="624"/>
                  </a:cubicBezTo>
                  <a:cubicBezTo>
                    <a:pt x="468" y="624"/>
                    <a:pt x="467" y="625"/>
                    <a:pt x="467" y="625"/>
                  </a:cubicBezTo>
                  <a:close/>
                  <a:moveTo>
                    <a:pt x="465" y="683"/>
                  </a:moveTo>
                  <a:cubicBezTo>
                    <a:pt x="465" y="682"/>
                    <a:pt x="469" y="682"/>
                    <a:pt x="469" y="684"/>
                  </a:cubicBezTo>
                  <a:cubicBezTo>
                    <a:pt x="469" y="686"/>
                    <a:pt x="464" y="686"/>
                    <a:pt x="465" y="683"/>
                  </a:cubicBezTo>
                  <a:close/>
                  <a:moveTo>
                    <a:pt x="468" y="686"/>
                  </a:moveTo>
                  <a:cubicBezTo>
                    <a:pt x="467" y="688"/>
                    <a:pt x="465" y="686"/>
                    <a:pt x="468" y="686"/>
                  </a:cubicBezTo>
                  <a:close/>
                  <a:moveTo>
                    <a:pt x="465" y="727"/>
                  </a:moveTo>
                  <a:cubicBezTo>
                    <a:pt x="464" y="728"/>
                    <a:pt x="464" y="727"/>
                    <a:pt x="464" y="727"/>
                  </a:cubicBezTo>
                  <a:cubicBezTo>
                    <a:pt x="464" y="727"/>
                    <a:pt x="466" y="727"/>
                    <a:pt x="465" y="727"/>
                  </a:cubicBezTo>
                  <a:close/>
                  <a:moveTo>
                    <a:pt x="459" y="730"/>
                  </a:moveTo>
                  <a:cubicBezTo>
                    <a:pt x="460" y="729"/>
                    <a:pt x="461" y="729"/>
                    <a:pt x="463" y="729"/>
                  </a:cubicBezTo>
                  <a:cubicBezTo>
                    <a:pt x="461" y="729"/>
                    <a:pt x="460" y="730"/>
                    <a:pt x="459" y="730"/>
                  </a:cubicBezTo>
                  <a:close/>
                  <a:moveTo>
                    <a:pt x="462" y="732"/>
                  </a:moveTo>
                  <a:cubicBezTo>
                    <a:pt x="461" y="733"/>
                    <a:pt x="460" y="733"/>
                    <a:pt x="459" y="733"/>
                  </a:cubicBezTo>
                  <a:cubicBezTo>
                    <a:pt x="459" y="732"/>
                    <a:pt x="461" y="732"/>
                    <a:pt x="462" y="732"/>
                  </a:cubicBezTo>
                  <a:close/>
                  <a:moveTo>
                    <a:pt x="459" y="679"/>
                  </a:moveTo>
                  <a:cubicBezTo>
                    <a:pt x="459" y="679"/>
                    <a:pt x="462" y="677"/>
                    <a:pt x="463" y="678"/>
                  </a:cubicBezTo>
                  <a:cubicBezTo>
                    <a:pt x="462" y="679"/>
                    <a:pt x="460" y="679"/>
                    <a:pt x="459" y="679"/>
                  </a:cubicBezTo>
                  <a:close/>
                  <a:moveTo>
                    <a:pt x="457" y="618"/>
                  </a:moveTo>
                  <a:cubicBezTo>
                    <a:pt x="457" y="618"/>
                    <a:pt x="456" y="618"/>
                    <a:pt x="456" y="618"/>
                  </a:cubicBezTo>
                  <a:cubicBezTo>
                    <a:pt x="454" y="616"/>
                    <a:pt x="460" y="616"/>
                    <a:pt x="457" y="618"/>
                  </a:cubicBezTo>
                  <a:close/>
                  <a:moveTo>
                    <a:pt x="457" y="670"/>
                  </a:moveTo>
                  <a:cubicBezTo>
                    <a:pt x="457" y="670"/>
                    <a:pt x="457" y="670"/>
                    <a:pt x="456" y="670"/>
                  </a:cubicBezTo>
                  <a:cubicBezTo>
                    <a:pt x="456" y="669"/>
                    <a:pt x="458" y="670"/>
                    <a:pt x="457" y="670"/>
                  </a:cubicBezTo>
                  <a:close/>
                  <a:moveTo>
                    <a:pt x="440" y="664"/>
                  </a:moveTo>
                  <a:cubicBezTo>
                    <a:pt x="436" y="659"/>
                    <a:pt x="445" y="655"/>
                    <a:pt x="449" y="659"/>
                  </a:cubicBezTo>
                  <a:cubicBezTo>
                    <a:pt x="448" y="660"/>
                    <a:pt x="448" y="661"/>
                    <a:pt x="449" y="661"/>
                  </a:cubicBezTo>
                  <a:cubicBezTo>
                    <a:pt x="448" y="664"/>
                    <a:pt x="443" y="666"/>
                    <a:pt x="440" y="664"/>
                  </a:cubicBezTo>
                  <a:close/>
                  <a:moveTo>
                    <a:pt x="447" y="703"/>
                  </a:moveTo>
                  <a:cubicBezTo>
                    <a:pt x="447" y="703"/>
                    <a:pt x="445" y="703"/>
                    <a:pt x="445" y="703"/>
                  </a:cubicBezTo>
                  <a:cubicBezTo>
                    <a:pt x="444" y="702"/>
                    <a:pt x="447" y="702"/>
                    <a:pt x="447" y="703"/>
                  </a:cubicBezTo>
                  <a:close/>
                  <a:moveTo>
                    <a:pt x="435" y="744"/>
                  </a:moveTo>
                  <a:cubicBezTo>
                    <a:pt x="435" y="743"/>
                    <a:pt x="435" y="743"/>
                    <a:pt x="436" y="742"/>
                  </a:cubicBezTo>
                  <a:cubicBezTo>
                    <a:pt x="436" y="739"/>
                    <a:pt x="440" y="739"/>
                    <a:pt x="441" y="741"/>
                  </a:cubicBezTo>
                  <a:cubicBezTo>
                    <a:pt x="441" y="741"/>
                    <a:pt x="441" y="741"/>
                    <a:pt x="441" y="741"/>
                  </a:cubicBezTo>
                  <a:cubicBezTo>
                    <a:pt x="441" y="741"/>
                    <a:pt x="441" y="741"/>
                    <a:pt x="442" y="741"/>
                  </a:cubicBezTo>
                  <a:cubicBezTo>
                    <a:pt x="445" y="742"/>
                    <a:pt x="439" y="750"/>
                    <a:pt x="435" y="744"/>
                  </a:cubicBezTo>
                  <a:close/>
                  <a:moveTo>
                    <a:pt x="437" y="748"/>
                  </a:moveTo>
                  <a:cubicBezTo>
                    <a:pt x="436" y="747"/>
                    <a:pt x="438" y="748"/>
                    <a:pt x="437" y="748"/>
                  </a:cubicBezTo>
                  <a:close/>
                  <a:moveTo>
                    <a:pt x="415" y="747"/>
                  </a:moveTo>
                  <a:cubicBezTo>
                    <a:pt x="415" y="748"/>
                    <a:pt x="411" y="747"/>
                    <a:pt x="411" y="746"/>
                  </a:cubicBezTo>
                  <a:cubicBezTo>
                    <a:pt x="412" y="744"/>
                    <a:pt x="417" y="745"/>
                    <a:pt x="415" y="747"/>
                  </a:cubicBezTo>
                  <a:close/>
                  <a:moveTo>
                    <a:pt x="412" y="734"/>
                  </a:moveTo>
                  <a:cubicBezTo>
                    <a:pt x="413" y="733"/>
                    <a:pt x="413" y="735"/>
                    <a:pt x="412" y="734"/>
                  </a:cubicBezTo>
                  <a:close/>
                  <a:moveTo>
                    <a:pt x="409" y="732"/>
                  </a:moveTo>
                  <a:cubicBezTo>
                    <a:pt x="407" y="731"/>
                    <a:pt x="406" y="729"/>
                    <a:pt x="409" y="727"/>
                  </a:cubicBezTo>
                  <a:cubicBezTo>
                    <a:pt x="410" y="726"/>
                    <a:pt x="412" y="726"/>
                    <a:pt x="413" y="727"/>
                  </a:cubicBezTo>
                  <a:cubicBezTo>
                    <a:pt x="415" y="727"/>
                    <a:pt x="417" y="727"/>
                    <a:pt x="417" y="727"/>
                  </a:cubicBezTo>
                  <a:cubicBezTo>
                    <a:pt x="417" y="727"/>
                    <a:pt x="416" y="728"/>
                    <a:pt x="416" y="728"/>
                  </a:cubicBezTo>
                  <a:cubicBezTo>
                    <a:pt x="416" y="728"/>
                    <a:pt x="417" y="728"/>
                    <a:pt x="417" y="728"/>
                  </a:cubicBezTo>
                  <a:cubicBezTo>
                    <a:pt x="417" y="728"/>
                    <a:pt x="417" y="728"/>
                    <a:pt x="417" y="728"/>
                  </a:cubicBezTo>
                  <a:cubicBezTo>
                    <a:pt x="418" y="730"/>
                    <a:pt x="411" y="733"/>
                    <a:pt x="409" y="732"/>
                  </a:cubicBezTo>
                  <a:close/>
                  <a:moveTo>
                    <a:pt x="411" y="754"/>
                  </a:moveTo>
                  <a:cubicBezTo>
                    <a:pt x="411" y="755"/>
                    <a:pt x="410" y="754"/>
                    <a:pt x="409" y="754"/>
                  </a:cubicBezTo>
                  <a:cubicBezTo>
                    <a:pt x="409" y="753"/>
                    <a:pt x="411" y="753"/>
                    <a:pt x="411" y="754"/>
                  </a:cubicBezTo>
                  <a:close/>
                  <a:moveTo>
                    <a:pt x="411" y="752"/>
                  </a:moveTo>
                  <a:cubicBezTo>
                    <a:pt x="409" y="753"/>
                    <a:pt x="409" y="751"/>
                    <a:pt x="411" y="752"/>
                  </a:cubicBezTo>
                  <a:close/>
                  <a:moveTo>
                    <a:pt x="408" y="748"/>
                  </a:moveTo>
                  <a:cubicBezTo>
                    <a:pt x="408" y="749"/>
                    <a:pt x="407" y="748"/>
                    <a:pt x="407" y="747"/>
                  </a:cubicBezTo>
                  <a:cubicBezTo>
                    <a:pt x="407" y="746"/>
                    <a:pt x="409" y="747"/>
                    <a:pt x="408" y="748"/>
                  </a:cubicBezTo>
                  <a:close/>
                  <a:moveTo>
                    <a:pt x="408" y="709"/>
                  </a:moveTo>
                  <a:cubicBezTo>
                    <a:pt x="409" y="709"/>
                    <a:pt x="408" y="710"/>
                    <a:pt x="408" y="710"/>
                  </a:cubicBezTo>
                  <a:cubicBezTo>
                    <a:pt x="407" y="709"/>
                    <a:pt x="408" y="709"/>
                    <a:pt x="408" y="709"/>
                  </a:cubicBezTo>
                  <a:close/>
                  <a:moveTo>
                    <a:pt x="412" y="720"/>
                  </a:moveTo>
                  <a:cubicBezTo>
                    <a:pt x="413" y="721"/>
                    <a:pt x="412" y="722"/>
                    <a:pt x="411" y="721"/>
                  </a:cubicBezTo>
                  <a:cubicBezTo>
                    <a:pt x="411" y="721"/>
                    <a:pt x="412" y="720"/>
                    <a:pt x="412" y="720"/>
                  </a:cubicBezTo>
                  <a:close/>
                  <a:moveTo>
                    <a:pt x="412" y="701"/>
                  </a:moveTo>
                  <a:cubicBezTo>
                    <a:pt x="413" y="700"/>
                    <a:pt x="415" y="699"/>
                    <a:pt x="417" y="700"/>
                  </a:cubicBezTo>
                  <a:cubicBezTo>
                    <a:pt x="417" y="699"/>
                    <a:pt x="416" y="699"/>
                    <a:pt x="417" y="698"/>
                  </a:cubicBezTo>
                  <a:cubicBezTo>
                    <a:pt x="417" y="697"/>
                    <a:pt x="420" y="698"/>
                    <a:pt x="420" y="698"/>
                  </a:cubicBezTo>
                  <a:cubicBezTo>
                    <a:pt x="420" y="699"/>
                    <a:pt x="419" y="700"/>
                    <a:pt x="418" y="700"/>
                  </a:cubicBezTo>
                  <a:cubicBezTo>
                    <a:pt x="418" y="700"/>
                    <a:pt x="418" y="700"/>
                    <a:pt x="418" y="700"/>
                  </a:cubicBezTo>
                  <a:cubicBezTo>
                    <a:pt x="416" y="701"/>
                    <a:pt x="414" y="700"/>
                    <a:pt x="412" y="701"/>
                  </a:cubicBezTo>
                  <a:close/>
                  <a:moveTo>
                    <a:pt x="419" y="727"/>
                  </a:moveTo>
                  <a:cubicBezTo>
                    <a:pt x="420" y="728"/>
                    <a:pt x="419" y="728"/>
                    <a:pt x="419" y="728"/>
                  </a:cubicBezTo>
                  <a:cubicBezTo>
                    <a:pt x="416" y="729"/>
                    <a:pt x="418" y="726"/>
                    <a:pt x="419" y="727"/>
                  </a:cubicBezTo>
                  <a:close/>
                  <a:moveTo>
                    <a:pt x="420" y="706"/>
                  </a:moveTo>
                  <a:cubicBezTo>
                    <a:pt x="418" y="707"/>
                    <a:pt x="419" y="705"/>
                    <a:pt x="420" y="706"/>
                  </a:cubicBezTo>
                  <a:close/>
                  <a:moveTo>
                    <a:pt x="415" y="681"/>
                  </a:moveTo>
                  <a:cubicBezTo>
                    <a:pt x="418" y="679"/>
                    <a:pt x="422" y="679"/>
                    <a:pt x="425" y="679"/>
                  </a:cubicBezTo>
                  <a:cubicBezTo>
                    <a:pt x="422" y="681"/>
                    <a:pt x="419" y="680"/>
                    <a:pt x="415" y="681"/>
                  </a:cubicBezTo>
                  <a:close/>
                  <a:moveTo>
                    <a:pt x="414" y="562"/>
                  </a:moveTo>
                  <a:cubicBezTo>
                    <a:pt x="412" y="562"/>
                    <a:pt x="415" y="560"/>
                    <a:pt x="414" y="562"/>
                  </a:cubicBezTo>
                  <a:cubicBezTo>
                    <a:pt x="414" y="562"/>
                    <a:pt x="414" y="562"/>
                    <a:pt x="414" y="562"/>
                  </a:cubicBezTo>
                  <a:close/>
                  <a:moveTo>
                    <a:pt x="413" y="170"/>
                  </a:moveTo>
                  <a:cubicBezTo>
                    <a:pt x="413" y="168"/>
                    <a:pt x="418" y="167"/>
                    <a:pt x="419" y="169"/>
                  </a:cubicBezTo>
                  <a:cubicBezTo>
                    <a:pt x="420" y="173"/>
                    <a:pt x="413" y="172"/>
                    <a:pt x="413" y="170"/>
                  </a:cubicBezTo>
                  <a:close/>
                  <a:moveTo>
                    <a:pt x="416" y="113"/>
                  </a:moveTo>
                  <a:cubicBezTo>
                    <a:pt x="417" y="112"/>
                    <a:pt x="418" y="113"/>
                    <a:pt x="417" y="113"/>
                  </a:cubicBezTo>
                  <a:cubicBezTo>
                    <a:pt x="417" y="114"/>
                    <a:pt x="416" y="114"/>
                    <a:pt x="416" y="113"/>
                  </a:cubicBezTo>
                  <a:close/>
                  <a:moveTo>
                    <a:pt x="414" y="113"/>
                  </a:moveTo>
                  <a:cubicBezTo>
                    <a:pt x="414" y="112"/>
                    <a:pt x="416" y="111"/>
                    <a:pt x="417" y="111"/>
                  </a:cubicBezTo>
                  <a:cubicBezTo>
                    <a:pt x="416" y="112"/>
                    <a:pt x="415" y="112"/>
                    <a:pt x="414" y="113"/>
                  </a:cubicBezTo>
                  <a:close/>
                  <a:moveTo>
                    <a:pt x="420" y="274"/>
                  </a:moveTo>
                  <a:cubicBezTo>
                    <a:pt x="421" y="276"/>
                    <a:pt x="418" y="277"/>
                    <a:pt x="417" y="278"/>
                  </a:cubicBezTo>
                  <a:cubicBezTo>
                    <a:pt x="417" y="277"/>
                    <a:pt x="419" y="276"/>
                    <a:pt x="420" y="274"/>
                  </a:cubicBezTo>
                  <a:close/>
                  <a:moveTo>
                    <a:pt x="420" y="122"/>
                  </a:moveTo>
                  <a:cubicBezTo>
                    <a:pt x="419" y="122"/>
                    <a:pt x="420" y="122"/>
                    <a:pt x="420" y="122"/>
                  </a:cubicBezTo>
                  <a:close/>
                  <a:moveTo>
                    <a:pt x="421" y="543"/>
                  </a:moveTo>
                  <a:cubicBezTo>
                    <a:pt x="422" y="545"/>
                    <a:pt x="417" y="547"/>
                    <a:pt x="417" y="544"/>
                  </a:cubicBezTo>
                  <a:cubicBezTo>
                    <a:pt x="416" y="542"/>
                    <a:pt x="421" y="541"/>
                    <a:pt x="421" y="543"/>
                  </a:cubicBezTo>
                  <a:close/>
                  <a:moveTo>
                    <a:pt x="416" y="450"/>
                  </a:moveTo>
                  <a:cubicBezTo>
                    <a:pt x="416" y="449"/>
                    <a:pt x="418" y="450"/>
                    <a:pt x="416" y="450"/>
                  </a:cubicBezTo>
                  <a:close/>
                  <a:moveTo>
                    <a:pt x="419" y="512"/>
                  </a:moveTo>
                  <a:cubicBezTo>
                    <a:pt x="418" y="511"/>
                    <a:pt x="420" y="511"/>
                    <a:pt x="419" y="512"/>
                  </a:cubicBezTo>
                  <a:close/>
                  <a:moveTo>
                    <a:pt x="421" y="496"/>
                  </a:moveTo>
                  <a:cubicBezTo>
                    <a:pt x="422" y="496"/>
                    <a:pt x="421" y="497"/>
                    <a:pt x="420" y="497"/>
                  </a:cubicBezTo>
                  <a:cubicBezTo>
                    <a:pt x="419" y="498"/>
                    <a:pt x="420" y="495"/>
                    <a:pt x="421" y="496"/>
                  </a:cubicBezTo>
                  <a:close/>
                  <a:moveTo>
                    <a:pt x="416" y="391"/>
                  </a:moveTo>
                  <a:cubicBezTo>
                    <a:pt x="416" y="390"/>
                    <a:pt x="419" y="387"/>
                    <a:pt x="421" y="386"/>
                  </a:cubicBezTo>
                  <a:cubicBezTo>
                    <a:pt x="420" y="388"/>
                    <a:pt x="414" y="394"/>
                    <a:pt x="416" y="391"/>
                  </a:cubicBezTo>
                  <a:close/>
                  <a:moveTo>
                    <a:pt x="414" y="228"/>
                  </a:moveTo>
                  <a:cubicBezTo>
                    <a:pt x="414" y="227"/>
                    <a:pt x="417" y="226"/>
                    <a:pt x="417" y="228"/>
                  </a:cubicBezTo>
                  <a:cubicBezTo>
                    <a:pt x="417" y="229"/>
                    <a:pt x="414" y="229"/>
                    <a:pt x="414" y="228"/>
                  </a:cubicBezTo>
                  <a:close/>
                  <a:moveTo>
                    <a:pt x="417" y="173"/>
                  </a:moveTo>
                  <a:cubicBezTo>
                    <a:pt x="417" y="173"/>
                    <a:pt x="418" y="172"/>
                    <a:pt x="419" y="173"/>
                  </a:cubicBezTo>
                  <a:cubicBezTo>
                    <a:pt x="420" y="174"/>
                    <a:pt x="417" y="174"/>
                    <a:pt x="417" y="173"/>
                  </a:cubicBezTo>
                  <a:close/>
                  <a:moveTo>
                    <a:pt x="417" y="151"/>
                  </a:moveTo>
                  <a:cubicBezTo>
                    <a:pt x="418" y="150"/>
                    <a:pt x="418" y="150"/>
                    <a:pt x="419" y="149"/>
                  </a:cubicBezTo>
                  <a:cubicBezTo>
                    <a:pt x="419" y="150"/>
                    <a:pt x="418" y="151"/>
                    <a:pt x="417" y="151"/>
                  </a:cubicBezTo>
                  <a:close/>
                  <a:moveTo>
                    <a:pt x="415" y="454"/>
                  </a:moveTo>
                  <a:cubicBezTo>
                    <a:pt x="415" y="454"/>
                    <a:pt x="415" y="455"/>
                    <a:pt x="414" y="454"/>
                  </a:cubicBezTo>
                  <a:cubicBezTo>
                    <a:pt x="413" y="453"/>
                    <a:pt x="417" y="452"/>
                    <a:pt x="415" y="454"/>
                  </a:cubicBezTo>
                  <a:close/>
                  <a:moveTo>
                    <a:pt x="417" y="583"/>
                  </a:moveTo>
                  <a:cubicBezTo>
                    <a:pt x="416" y="584"/>
                    <a:pt x="416" y="583"/>
                    <a:pt x="415" y="583"/>
                  </a:cubicBezTo>
                  <a:cubicBezTo>
                    <a:pt x="415" y="583"/>
                    <a:pt x="417" y="582"/>
                    <a:pt x="417" y="583"/>
                  </a:cubicBezTo>
                  <a:close/>
                  <a:moveTo>
                    <a:pt x="416" y="610"/>
                  </a:moveTo>
                  <a:cubicBezTo>
                    <a:pt x="416" y="610"/>
                    <a:pt x="417" y="610"/>
                    <a:pt x="417" y="610"/>
                  </a:cubicBezTo>
                  <a:cubicBezTo>
                    <a:pt x="417" y="611"/>
                    <a:pt x="415" y="610"/>
                    <a:pt x="416" y="610"/>
                  </a:cubicBezTo>
                  <a:close/>
                  <a:moveTo>
                    <a:pt x="416" y="575"/>
                  </a:moveTo>
                  <a:cubicBezTo>
                    <a:pt x="417" y="573"/>
                    <a:pt x="419" y="568"/>
                    <a:pt x="422" y="567"/>
                  </a:cubicBezTo>
                  <a:cubicBezTo>
                    <a:pt x="419" y="570"/>
                    <a:pt x="419" y="573"/>
                    <a:pt x="416" y="575"/>
                  </a:cubicBezTo>
                  <a:close/>
                  <a:moveTo>
                    <a:pt x="423" y="167"/>
                  </a:moveTo>
                  <a:cubicBezTo>
                    <a:pt x="423" y="167"/>
                    <a:pt x="422" y="168"/>
                    <a:pt x="422" y="167"/>
                  </a:cubicBezTo>
                  <a:cubicBezTo>
                    <a:pt x="421" y="166"/>
                    <a:pt x="423" y="165"/>
                    <a:pt x="423" y="167"/>
                  </a:cubicBezTo>
                  <a:close/>
                  <a:moveTo>
                    <a:pt x="422" y="155"/>
                  </a:moveTo>
                  <a:cubicBezTo>
                    <a:pt x="421" y="154"/>
                    <a:pt x="424" y="155"/>
                    <a:pt x="422" y="155"/>
                  </a:cubicBezTo>
                  <a:close/>
                  <a:moveTo>
                    <a:pt x="427" y="156"/>
                  </a:moveTo>
                  <a:cubicBezTo>
                    <a:pt x="427" y="157"/>
                    <a:pt x="423" y="158"/>
                    <a:pt x="423" y="156"/>
                  </a:cubicBezTo>
                  <a:cubicBezTo>
                    <a:pt x="422" y="154"/>
                    <a:pt x="427" y="153"/>
                    <a:pt x="427" y="156"/>
                  </a:cubicBezTo>
                  <a:close/>
                  <a:moveTo>
                    <a:pt x="424" y="154"/>
                  </a:moveTo>
                  <a:cubicBezTo>
                    <a:pt x="424" y="152"/>
                    <a:pt x="426" y="153"/>
                    <a:pt x="424" y="154"/>
                  </a:cubicBezTo>
                  <a:close/>
                  <a:moveTo>
                    <a:pt x="441" y="90"/>
                  </a:moveTo>
                  <a:cubicBezTo>
                    <a:pt x="442" y="90"/>
                    <a:pt x="441" y="91"/>
                    <a:pt x="441" y="92"/>
                  </a:cubicBezTo>
                  <a:cubicBezTo>
                    <a:pt x="441" y="95"/>
                    <a:pt x="437" y="95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6" y="94"/>
                    <a:pt x="436" y="94"/>
                    <a:pt x="436" y="94"/>
                  </a:cubicBezTo>
                  <a:cubicBezTo>
                    <a:pt x="432" y="94"/>
                    <a:pt x="437" y="85"/>
                    <a:pt x="441" y="90"/>
                  </a:cubicBezTo>
                  <a:close/>
                  <a:moveTo>
                    <a:pt x="439" y="86"/>
                  </a:moveTo>
                  <a:cubicBezTo>
                    <a:pt x="439" y="87"/>
                    <a:pt x="438" y="86"/>
                    <a:pt x="439" y="86"/>
                  </a:cubicBezTo>
                  <a:close/>
                  <a:moveTo>
                    <a:pt x="443" y="128"/>
                  </a:moveTo>
                  <a:cubicBezTo>
                    <a:pt x="443" y="127"/>
                    <a:pt x="445" y="126"/>
                    <a:pt x="446" y="128"/>
                  </a:cubicBezTo>
                  <a:cubicBezTo>
                    <a:pt x="447" y="130"/>
                    <a:pt x="443" y="129"/>
                    <a:pt x="443" y="128"/>
                  </a:cubicBezTo>
                  <a:close/>
                  <a:moveTo>
                    <a:pt x="447" y="192"/>
                  </a:moveTo>
                  <a:cubicBezTo>
                    <a:pt x="448" y="193"/>
                    <a:pt x="447" y="194"/>
                    <a:pt x="447" y="194"/>
                  </a:cubicBezTo>
                  <a:cubicBezTo>
                    <a:pt x="444" y="194"/>
                    <a:pt x="446" y="191"/>
                    <a:pt x="447" y="192"/>
                  </a:cubicBezTo>
                  <a:close/>
                  <a:moveTo>
                    <a:pt x="449" y="220"/>
                  </a:moveTo>
                  <a:cubicBezTo>
                    <a:pt x="449" y="223"/>
                    <a:pt x="441" y="225"/>
                    <a:pt x="439" y="225"/>
                  </a:cubicBezTo>
                  <a:cubicBezTo>
                    <a:pt x="438" y="225"/>
                    <a:pt x="434" y="228"/>
                    <a:pt x="434" y="226"/>
                  </a:cubicBezTo>
                  <a:cubicBezTo>
                    <a:pt x="434" y="225"/>
                    <a:pt x="440" y="225"/>
                    <a:pt x="440" y="225"/>
                  </a:cubicBezTo>
                  <a:cubicBezTo>
                    <a:pt x="443" y="223"/>
                    <a:pt x="446" y="220"/>
                    <a:pt x="449" y="220"/>
                  </a:cubicBezTo>
                  <a:close/>
                  <a:moveTo>
                    <a:pt x="448" y="177"/>
                  </a:moveTo>
                  <a:cubicBezTo>
                    <a:pt x="449" y="177"/>
                    <a:pt x="449" y="177"/>
                    <a:pt x="449" y="177"/>
                  </a:cubicBezTo>
                  <a:cubicBezTo>
                    <a:pt x="449" y="179"/>
                    <a:pt x="446" y="175"/>
                    <a:pt x="448" y="177"/>
                  </a:cubicBezTo>
                  <a:close/>
                  <a:moveTo>
                    <a:pt x="451" y="187"/>
                  </a:moveTo>
                  <a:cubicBezTo>
                    <a:pt x="452" y="188"/>
                    <a:pt x="450" y="189"/>
                    <a:pt x="449" y="188"/>
                  </a:cubicBezTo>
                  <a:cubicBezTo>
                    <a:pt x="448" y="187"/>
                    <a:pt x="451" y="185"/>
                    <a:pt x="451" y="187"/>
                  </a:cubicBezTo>
                  <a:close/>
                  <a:moveTo>
                    <a:pt x="442" y="608"/>
                  </a:moveTo>
                  <a:cubicBezTo>
                    <a:pt x="441" y="609"/>
                    <a:pt x="438" y="612"/>
                    <a:pt x="435" y="614"/>
                  </a:cubicBezTo>
                  <a:cubicBezTo>
                    <a:pt x="436" y="614"/>
                    <a:pt x="436" y="614"/>
                    <a:pt x="436" y="615"/>
                  </a:cubicBezTo>
                  <a:cubicBezTo>
                    <a:pt x="436" y="615"/>
                    <a:pt x="435" y="615"/>
                    <a:pt x="435" y="615"/>
                  </a:cubicBezTo>
                  <a:cubicBezTo>
                    <a:pt x="435" y="615"/>
                    <a:pt x="435" y="615"/>
                    <a:pt x="435" y="615"/>
                  </a:cubicBezTo>
                  <a:cubicBezTo>
                    <a:pt x="434" y="616"/>
                    <a:pt x="433" y="617"/>
                    <a:pt x="432" y="617"/>
                  </a:cubicBezTo>
                  <a:cubicBezTo>
                    <a:pt x="432" y="617"/>
                    <a:pt x="431" y="616"/>
                    <a:pt x="431" y="616"/>
                  </a:cubicBezTo>
                  <a:cubicBezTo>
                    <a:pt x="431" y="615"/>
                    <a:pt x="434" y="614"/>
                    <a:pt x="435" y="613"/>
                  </a:cubicBezTo>
                  <a:cubicBezTo>
                    <a:pt x="437" y="612"/>
                    <a:pt x="443" y="606"/>
                    <a:pt x="445" y="606"/>
                  </a:cubicBezTo>
                  <a:cubicBezTo>
                    <a:pt x="448" y="605"/>
                    <a:pt x="443" y="608"/>
                    <a:pt x="442" y="608"/>
                  </a:cubicBezTo>
                  <a:close/>
                  <a:moveTo>
                    <a:pt x="444" y="648"/>
                  </a:moveTo>
                  <a:cubicBezTo>
                    <a:pt x="444" y="648"/>
                    <a:pt x="442" y="648"/>
                    <a:pt x="442" y="648"/>
                  </a:cubicBezTo>
                  <a:cubicBezTo>
                    <a:pt x="442" y="647"/>
                    <a:pt x="444" y="647"/>
                    <a:pt x="444" y="648"/>
                  </a:cubicBezTo>
                  <a:close/>
                  <a:moveTo>
                    <a:pt x="442" y="648"/>
                  </a:moveTo>
                  <a:cubicBezTo>
                    <a:pt x="440" y="649"/>
                    <a:pt x="440" y="646"/>
                    <a:pt x="442" y="648"/>
                  </a:cubicBezTo>
                  <a:close/>
                  <a:moveTo>
                    <a:pt x="429" y="656"/>
                  </a:moveTo>
                  <a:cubicBezTo>
                    <a:pt x="429" y="655"/>
                    <a:pt x="431" y="655"/>
                    <a:pt x="431" y="656"/>
                  </a:cubicBezTo>
                  <a:cubicBezTo>
                    <a:pt x="431" y="657"/>
                    <a:pt x="430" y="657"/>
                    <a:pt x="429" y="656"/>
                  </a:cubicBezTo>
                  <a:close/>
                  <a:moveTo>
                    <a:pt x="430" y="686"/>
                  </a:moveTo>
                  <a:cubicBezTo>
                    <a:pt x="429" y="689"/>
                    <a:pt x="427" y="687"/>
                    <a:pt x="430" y="686"/>
                  </a:cubicBezTo>
                  <a:close/>
                  <a:moveTo>
                    <a:pt x="436" y="241"/>
                  </a:moveTo>
                  <a:cubicBezTo>
                    <a:pt x="436" y="242"/>
                    <a:pt x="434" y="244"/>
                    <a:pt x="432" y="246"/>
                  </a:cubicBezTo>
                  <a:cubicBezTo>
                    <a:pt x="433" y="244"/>
                    <a:pt x="435" y="242"/>
                    <a:pt x="436" y="241"/>
                  </a:cubicBezTo>
                  <a:close/>
                  <a:moveTo>
                    <a:pt x="434" y="216"/>
                  </a:moveTo>
                  <a:cubicBezTo>
                    <a:pt x="434" y="215"/>
                    <a:pt x="435" y="215"/>
                    <a:pt x="436" y="216"/>
                  </a:cubicBezTo>
                  <a:cubicBezTo>
                    <a:pt x="436" y="217"/>
                    <a:pt x="434" y="217"/>
                    <a:pt x="434" y="216"/>
                  </a:cubicBezTo>
                  <a:close/>
                  <a:moveTo>
                    <a:pt x="436" y="602"/>
                  </a:moveTo>
                  <a:cubicBezTo>
                    <a:pt x="436" y="602"/>
                    <a:pt x="436" y="602"/>
                    <a:pt x="435" y="602"/>
                  </a:cubicBezTo>
                  <a:cubicBezTo>
                    <a:pt x="435" y="602"/>
                    <a:pt x="436" y="601"/>
                    <a:pt x="436" y="602"/>
                  </a:cubicBezTo>
                  <a:close/>
                  <a:moveTo>
                    <a:pt x="435" y="529"/>
                  </a:moveTo>
                  <a:cubicBezTo>
                    <a:pt x="434" y="529"/>
                    <a:pt x="435" y="527"/>
                    <a:pt x="436" y="528"/>
                  </a:cubicBezTo>
                  <a:cubicBezTo>
                    <a:pt x="436" y="529"/>
                    <a:pt x="435" y="529"/>
                    <a:pt x="435" y="529"/>
                  </a:cubicBezTo>
                  <a:close/>
                  <a:moveTo>
                    <a:pt x="433" y="340"/>
                  </a:moveTo>
                  <a:cubicBezTo>
                    <a:pt x="433" y="341"/>
                    <a:pt x="432" y="342"/>
                    <a:pt x="431" y="342"/>
                  </a:cubicBezTo>
                  <a:cubicBezTo>
                    <a:pt x="431" y="341"/>
                    <a:pt x="432" y="341"/>
                    <a:pt x="433" y="340"/>
                  </a:cubicBezTo>
                  <a:close/>
                  <a:moveTo>
                    <a:pt x="432" y="603"/>
                  </a:moveTo>
                  <a:cubicBezTo>
                    <a:pt x="431" y="604"/>
                    <a:pt x="431" y="601"/>
                    <a:pt x="432" y="602"/>
                  </a:cubicBezTo>
                  <a:cubicBezTo>
                    <a:pt x="433" y="602"/>
                    <a:pt x="432" y="603"/>
                    <a:pt x="432" y="603"/>
                  </a:cubicBezTo>
                  <a:close/>
                  <a:moveTo>
                    <a:pt x="431" y="437"/>
                  </a:moveTo>
                  <a:cubicBezTo>
                    <a:pt x="433" y="438"/>
                    <a:pt x="430" y="440"/>
                    <a:pt x="429" y="441"/>
                  </a:cubicBezTo>
                  <a:cubicBezTo>
                    <a:pt x="426" y="442"/>
                    <a:pt x="430" y="435"/>
                    <a:pt x="431" y="437"/>
                  </a:cubicBezTo>
                  <a:close/>
                  <a:moveTo>
                    <a:pt x="428" y="504"/>
                  </a:moveTo>
                  <a:cubicBezTo>
                    <a:pt x="429" y="503"/>
                    <a:pt x="427" y="506"/>
                    <a:pt x="428" y="504"/>
                  </a:cubicBezTo>
                  <a:close/>
                  <a:moveTo>
                    <a:pt x="429" y="250"/>
                  </a:moveTo>
                  <a:cubicBezTo>
                    <a:pt x="429" y="252"/>
                    <a:pt x="427" y="251"/>
                    <a:pt x="429" y="250"/>
                  </a:cubicBezTo>
                  <a:close/>
                  <a:moveTo>
                    <a:pt x="430" y="247"/>
                  </a:moveTo>
                  <a:cubicBezTo>
                    <a:pt x="430" y="247"/>
                    <a:pt x="429" y="248"/>
                    <a:pt x="429" y="248"/>
                  </a:cubicBezTo>
                  <a:cubicBezTo>
                    <a:pt x="428" y="247"/>
                    <a:pt x="430" y="246"/>
                    <a:pt x="430" y="247"/>
                  </a:cubicBezTo>
                  <a:close/>
                  <a:moveTo>
                    <a:pt x="429" y="202"/>
                  </a:moveTo>
                  <a:cubicBezTo>
                    <a:pt x="428" y="201"/>
                    <a:pt x="430" y="200"/>
                    <a:pt x="431" y="202"/>
                  </a:cubicBezTo>
                  <a:cubicBezTo>
                    <a:pt x="431" y="202"/>
                    <a:pt x="430" y="203"/>
                    <a:pt x="429" y="202"/>
                  </a:cubicBezTo>
                  <a:close/>
                  <a:moveTo>
                    <a:pt x="430" y="222"/>
                  </a:moveTo>
                  <a:cubicBezTo>
                    <a:pt x="430" y="223"/>
                    <a:pt x="428" y="225"/>
                    <a:pt x="426" y="223"/>
                  </a:cubicBezTo>
                  <a:cubicBezTo>
                    <a:pt x="425" y="221"/>
                    <a:pt x="430" y="218"/>
                    <a:pt x="430" y="222"/>
                  </a:cubicBezTo>
                  <a:close/>
                  <a:moveTo>
                    <a:pt x="426" y="246"/>
                  </a:moveTo>
                  <a:cubicBezTo>
                    <a:pt x="423" y="248"/>
                    <a:pt x="426" y="241"/>
                    <a:pt x="427" y="243"/>
                  </a:cubicBezTo>
                  <a:cubicBezTo>
                    <a:pt x="428" y="243"/>
                    <a:pt x="426" y="246"/>
                    <a:pt x="426" y="246"/>
                  </a:cubicBezTo>
                  <a:close/>
                  <a:moveTo>
                    <a:pt x="426" y="268"/>
                  </a:moveTo>
                  <a:cubicBezTo>
                    <a:pt x="426" y="267"/>
                    <a:pt x="427" y="267"/>
                    <a:pt x="427" y="266"/>
                  </a:cubicBezTo>
                  <a:cubicBezTo>
                    <a:pt x="428" y="266"/>
                    <a:pt x="427" y="268"/>
                    <a:pt x="426" y="268"/>
                  </a:cubicBezTo>
                  <a:close/>
                  <a:moveTo>
                    <a:pt x="424" y="181"/>
                  </a:moveTo>
                  <a:cubicBezTo>
                    <a:pt x="424" y="180"/>
                    <a:pt x="426" y="180"/>
                    <a:pt x="426" y="180"/>
                  </a:cubicBezTo>
                  <a:cubicBezTo>
                    <a:pt x="426" y="180"/>
                    <a:pt x="425" y="182"/>
                    <a:pt x="424" y="181"/>
                  </a:cubicBezTo>
                  <a:close/>
                  <a:moveTo>
                    <a:pt x="428" y="378"/>
                  </a:moveTo>
                  <a:cubicBezTo>
                    <a:pt x="428" y="380"/>
                    <a:pt x="425" y="382"/>
                    <a:pt x="424" y="383"/>
                  </a:cubicBezTo>
                  <a:cubicBezTo>
                    <a:pt x="425" y="381"/>
                    <a:pt x="426" y="379"/>
                    <a:pt x="428" y="378"/>
                  </a:cubicBezTo>
                  <a:close/>
                  <a:moveTo>
                    <a:pt x="425" y="431"/>
                  </a:moveTo>
                  <a:cubicBezTo>
                    <a:pt x="425" y="432"/>
                    <a:pt x="423" y="432"/>
                    <a:pt x="423" y="433"/>
                  </a:cubicBezTo>
                  <a:cubicBezTo>
                    <a:pt x="422" y="432"/>
                    <a:pt x="424" y="432"/>
                    <a:pt x="425" y="431"/>
                  </a:cubicBezTo>
                  <a:close/>
                  <a:moveTo>
                    <a:pt x="424" y="448"/>
                  </a:moveTo>
                  <a:cubicBezTo>
                    <a:pt x="425" y="449"/>
                    <a:pt x="423" y="449"/>
                    <a:pt x="424" y="448"/>
                  </a:cubicBezTo>
                  <a:close/>
                  <a:moveTo>
                    <a:pt x="431" y="549"/>
                  </a:moveTo>
                  <a:cubicBezTo>
                    <a:pt x="428" y="552"/>
                    <a:pt x="425" y="556"/>
                    <a:pt x="423" y="558"/>
                  </a:cubicBezTo>
                  <a:cubicBezTo>
                    <a:pt x="424" y="556"/>
                    <a:pt x="428" y="550"/>
                    <a:pt x="431" y="549"/>
                  </a:cubicBezTo>
                  <a:close/>
                  <a:moveTo>
                    <a:pt x="426" y="585"/>
                  </a:moveTo>
                  <a:cubicBezTo>
                    <a:pt x="425" y="583"/>
                    <a:pt x="429" y="585"/>
                    <a:pt x="426" y="585"/>
                  </a:cubicBezTo>
                  <a:close/>
                  <a:moveTo>
                    <a:pt x="427" y="565"/>
                  </a:moveTo>
                  <a:cubicBezTo>
                    <a:pt x="427" y="564"/>
                    <a:pt x="428" y="564"/>
                    <a:pt x="428" y="564"/>
                  </a:cubicBezTo>
                  <a:cubicBezTo>
                    <a:pt x="428" y="564"/>
                    <a:pt x="427" y="565"/>
                    <a:pt x="427" y="565"/>
                  </a:cubicBezTo>
                  <a:close/>
                  <a:moveTo>
                    <a:pt x="431" y="619"/>
                  </a:moveTo>
                  <a:cubicBezTo>
                    <a:pt x="431" y="621"/>
                    <a:pt x="425" y="622"/>
                    <a:pt x="426" y="619"/>
                  </a:cubicBezTo>
                  <a:cubicBezTo>
                    <a:pt x="426" y="618"/>
                    <a:pt x="431" y="617"/>
                    <a:pt x="431" y="619"/>
                  </a:cubicBezTo>
                  <a:close/>
                  <a:moveTo>
                    <a:pt x="433" y="635"/>
                  </a:moveTo>
                  <a:cubicBezTo>
                    <a:pt x="431" y="637"/>
                    <a:pt x="428" y="638"/>
                    <a:pt x="425" y="639"/>
                  </a:cubicBezTo>
                  <a:cubicBezTo>
                    <a:pt x="427" y="637"/>
                    <a:pt x="431" y="636"/>
                    <a:pt x="433" y="635"/>
                  </a:cubicBezTo>
                  <a:close/>
                  <a:moveTo>
                    <a:pt x="432" y="642"/>
                  </a:moveTo>
                  <a:cubicBezTo>
                    <a:pt x="432" y="643"/>
                    <a:pt x="431" y="642"/>
                    <a:pt x="431" y="642"/>
                  </a:cubicBezTo>
                  <a:cubicBezTo>
                    <a:pt x="430" y="641"/>
                    <a:pt x="432" y="641"/>
                    <a:pt x="432" y="642"/>
                  </a:cubicBezTo>
                  <a:close/>
                  <a:moveTo>
                    <a:pt x="431" y="686"/>
                  </a:moveTo>
                  <a:cubicBezTo>
                    <a:pt x="431" y="686"/>
                    <a:pt x="431" y="686"/>
                    <a:pt x="431" y="686"/>
                  </a:cubicBezTo>
                  <a:cubicBezTo>
                    <a:pt x="430" y="686"/>
                    <a:pt x="431" y="685"/>
                    <a:pt x="431" y="686"/>
                  </a:cubicBezTo>
                  <a:close/>
                  <a:moveTo>
                    <a:pt x="431" y="678"/>
                  </a:moveTo>
                  <a:cubicBezTo>
                    <a:pt x="431" y="677"/>
                    <a:pt x="435" y="677"/>
                    <a:pt x="436" y="678"/>
                  </a:cubicBezTo>
                  <a:cubicBezTo>
                    <a:pt x="436" y="679"/>
                    <a:pt x="431" y="680"/>
                    <a:pt x="431" y="678"/>
                  </a:cubicBezTo>
                  <a:close/>
                  <a:moveTo>
                    <a:pt x="433" y="675"/>
                  </a:moveTo>
                  <a:cubicBezTo>
                    <a:pt x="432" y="677"/>
                    <a:pt x="434" y="674"/>
                    <a:pt x="433" y="675"/>
                  </a:cubicBezTo>
                  <a:close/>
                  <a:moveTo>
                    <a:pt x="431" y="649"/>
                  </a:moveTo>
                  <a:cubicBezTo>
                    <a:pt x="431" y="646"/>
                    <a:pt x="437" y="647"/>
                    <a:pt x="437" y="650"/>
                  </a:cubicBezTo>
                  <a:cubicBezTo>
                    <a:pt x="437" y="652"/>
                    <a:pt x="430" y="652"/>
                    <a:pt x="431" y="649"/>
                  </a:cubicBezTo>
                  <a:close/>
                  <a:moveTo>
                    <a:pt x="436" y="638"/>
                  </a:moveTo>
                  <a:cubicBezTo>
                    <a:pt x="437" y="639"/>
                    <a:pt x="436" y="640"/>
                    <a:pt x="435" y="640"/>
                  </a:cubicBezTo>
                  <a:cubicBezTo>
                    <a:pt x="433" y="642"/>
                    <a:pt x="435" y="636"/>
                    <a:pt x="436" y="638"/>
                  </a:cubicBezTo>
                  <a:close/>
                  <a:moveTo>
                    <a:pt x="433" y="635"/>
                  </a:moveTo>
                  <a:cubicBezTo>
                    <a:pt x="435" y="635"/>
                    <a:pt x="436" y="633"/>
                    <a:pt x="437" y="634"/>
                  </a:cubicBezTo>
                  <a:cubicBezTo>
                    <a:pt x="436" y="635"/>
                    <a:pt x="435" y="635"/>
                    <a:pt x="433" y="635"/>
                  </a:cubicBezTo>
                  <a:close/>
                  <a:moveTo>
                    <a:pt x="438" y="700"/>
                  </a:moveTo>
                  <a:cubicBezTo>
                    <a:pt x="438" y="701"/>
                    <a:pt x="437" y="700"/>
                    <a:pt x="437" y="700"/>
                  </a:cubicBezTo>
                  <a:cubicBezTo>
                    <a:pt x="437" y="699"/>
                    <a:pt x="438" y="700"/>
                    <a:pt x="438" y="700"/>
                  </a:cubicBezTo>
                  <a:close/>
                  <a:moveTo>
                    <a:pt x="446" y="410"/>
                  </a:moveTo>
                  <a:cubicBezTo>
                    <a:pt x="444" y="411"/>
                    <a:pt x="441" y="414"/>
                    <a:pt x="438" y="415"/>
                  </a:cubicBezTo>
                  <a:cubicBezTo>
                    <a:pt x="440" y="413"/>
                    <a:pt x="443" y="411"/>
                    <a:pt x="446" y="410"/>
                  </a:cubicBezTo>
                  <a:close/>
                  <a:moveTo>
                    <a:pt x="442" y="225"/>
                  </a:moveTo>
                  <a:cubicBezTo>
                    <a:pt x="442" y="225"/>
                    <a:pt x="444" y="224"/>
                    <a:pt x="445" y="224"/>
                  </a:cubicBezTo>
                  <a:cubicBezTo>
                    <a:pt x="445" y="225"/>
                    <a:pt x="443" y="226"/>
                    <a:pt x="442" y="225"/>
                  </a:cubicBezTo>
                  <a:close/>
                  <a:moveTo>
                    <a:pt x="446" y="565"/>
                  </a:move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5" y="565"/>
                  </a:cubicBezTo>
                  <a:cubicBezTo>
                    <a:pt x="445" y="565"/>
                    <a:pt x="445" y="565"/>
                    <a:pt x="446" y="565"/>
                  </a:cubicBezTo>
                  <a:close/>
                  <a:moveTo>
                    <a:pt x="442" y="577"/>
                  </a:moveTo>
                  <a:cubicBezTo>
                    <a:pt x="442" y="578"/>
                    <a:pt x="441" y="578"/>
                    <a:pt x="441" y="577"/>
                  </a:cubicBezTo>
                  <a:cubicBezTo>
                    <a:pt x="440" y="575"/>
                    <a:pt x="443" y="576"/>
                    <a:pt x="442" y="577"/>
                  </a:cubicBezTo>
                  <a:close/>
                  <a:moveTo>
                    <a:pt x="440" y="539"/>
                  </a:moveTo>
                  <a:cubicBezTo>
                    <a:pt x="441" y="539"/>
                    <a:pt x="442" y="540"/>
                    <a:pt x="441" y="540"/>
                  </a:cubicBezTo>
                  <a:cubicBezTo>
                    <a:pt x="440" y="541"/>
                    <a:pt x="440" y="540"/>
                    <a:pt x="440" y="539"/>
                  </a:cubicBezTo>
                  <a:close/>
                  <a:moveTo>
                    <a:pt x="438" y="393"/>
                  </a:moveTo>
                  <a:cubicBezTo>
                    <a:pt x="439" y="392"/>
                    <a:pt x="437" y="395"/>
                    <a:pt x="438" y="393"/>
                  </a:cubicBezTo>
                  <a:close/>
                  <a:moveTo>
                    <a:pt x="438" y="497"/>
                  </a:moveTo>
                  <a:cubicBezTo>
                    <a:pt x="438" y="497"/>
                    <a:pt x="438" y="497"/>
                    <a:pt x="438" y="497"/>
                  </a:cubicBezTo>
                  <a:cubicBezTo>
                    <a:pt x="438" y="497"/>
                    <a:pt x="438" y="497"/>
                    <a:pt x="438" y="497"/>
                  </a:cubicBezTo>
                  <a:close/>
                  <a:moveTo>
                    <a:pt x="437" y="241"/>
                  </a:moveTo>
                  <a:cubicBezTo>
                    <a:pt x="437" y="241"/>
                    <a:pt x="437" y="239"/>
                    <a:pt x="438" y="239"/>
                  </a:cubicBezTo>
                  <a:cubicBezTo>
                    <a:pt x="439" y="239"/>
                    <a:pt x="437" y="241"/>
                    <a:pt x="437" y="241"/>
                  </a:cubicBezTo>
                  <a:close/>
                  <a:moveTo>
                    <a:pt x="438" y="174"/>
                  </a:moveTo>
                  <a:cubicBezTo>
                    <a:pt x="439" y="175"/>
                    <a:pt x="437" y="175"/>
                    <a:pt x="437" y="175"/>
                  </a:cubicBezTo>
                  <a:cubicBezTo>
                    <a:pt x="436" y="174"/>
                    <a:pt x="438" y="174"/>
                    <a:pt x="438" y="174"/>
                  </a:cubicBezTo>
                  <a:close/>
                  <a:moveTo>
                    <a:pt x="435" y="167"/>
                  </a:moveTo>
                  <a:cubicBezTo>
                    <a:pt x="435" y="166"/>
                    <a:pt x="437" y="165"/>
                    <a:pt x="437" y="167"/>
                  </a:cubicBezTo>
                  <a:cubicBezTo>
                    <a:pt x="437" y="168"/>
                    <a:pt x="435" y="168"/>
                    <a:pt x="435" y="167"/>
                  </a:cubicBezTo>
                  <a:close/>
                  <a:moveTo>
                    <a:pt x="441" y="117"/>
                  </a:moveTo>
                  <a:cubicBezTo>
                    <a:pt x="441" y="118"/>
                    <a:pt x="437" y="119"/>
                    <a:pt x="437" y="117"/>
                  </a:cubicBezTo>
                  <a:cubicBezTo>
                    <a:pt x="437" y="117"/>
                    <a:pt x="441" y="115"/>
                    <a:pt x="441" y="117"/>
                  </a:cubicBezTo>
                  <a:close/>
                  <a:moveTo>
                    <a:pt x="439" y="97"/>
                  </a:moveTo>
                  <a:cubicBezTo>
                    <a:pt x="439" y="97"/>
                    <a:pt x="438" y="98"/>
                    <a:pt x="437" y="97"/>
                  </a:cubicBezTo>
                  <a:cubicBezTo>
                    <a:pt x="437" y="96"/>
                    <a:pt x="438" y="96"/>
                    <a:pt x="439" y="97"/>
                  </a:cubicBezTo>
                  <a:close/>
                  <a:moveTo>
                    <a:pt x="442" y="132"/>
                  </a:moveTo>
                  <a:cubicBezTo>
                    <a:pt x="442" y="132"/>
                    <a:pt x="440" y="133"/>
                    <a:pt x="440" y="133"/>
                  </a:cubicBezTo>
                  <a:cubicBezTo>
                    <a:pt x="440" y="132"/>
                    <a:pt x="442" y="132"/>
                    <a:pt x="442" y="132"/>
                  </a:cubicBezTo>
                  <a:close/>
                  <a:moveTo>
                    <a:pt x="439" y="214"/>
                  </a:moveTo>
                  <a:cubicBezTo>
                    <a:pt x="438" y="214"/>
                    <a:pt x="439" y="213"/>
                    <a:pt x="439" y="213"/>
                  </a:cubicBezTo>
                  <a:cubicBezTo>
                    <a:pt x="440" y="213"/>
                    <a:pt x="439" y="214"/>
                    <a:pt x="439" y="214"/>
                  </a:cubicBezTo>
                  <a:close/>
                  <a:moveTo>
                    <a:pt x="439" y="166"/>
                  </a:moveTo>
                  <a:cubicBezTo>
                    <a:pt x="439" y="167"/>
                    <a:pt x="437" y="167"/>
                    <a:pt x="438" y="166"/>
                  </a:cubicBezTo>
                  <a:cubicBezTo>
                    <a:pt x="438" y="166"/>
                    <a:pt x="438" y="166"/>
                    <a:pt x="439" y="166"/>
                  </a:cubicBezTo>
                  <a:close/>
                  <a:moveTo>
                    <a:pt x="437" y="216"/>
                  </a:moveTo>
                  <a:cubicBezTo>
                    <a:pt x="437" y="216"/>
                    <a:pt x="438" y="215"/>
                    <a:pt x="438" y="215"/>
                  </a:cubicBezTo>
                  <a:cubicBezTo>
                    <a:pt x="438" y="215"/>
                    <a:pt x="437" y="217"/>
                    <a:pt x="437" y="216"/>
                  </a:cubicBezTo>
                  <a:close/>
                  <a:moveTo>
                    <a:pt x="441" y="121"/>
                  </a:moveTo>
                  <a:cubicBezTo>
                    <a:pt x="441" y="121"/>
                    <a:pt x="442" y="121"/>
                    <a:pt x="442" y="121"/>
                  </a:cubicBezTo>
                  <a:cubicBezTo>
                    <a:pt x="443" y="122"/>
                    <a:pt x="441" y="122"/>
                    <a:pt x="441" y="121"/>
                  </a:cubicBezTo>
                  <a:close/>
                  <a:moveTo>
                    <a:pt x="442" y="79"/>
                  </a:moveTo>
                  <a:cubicBezTo>
                    <a:pt x="441" y="80"/>
                    <a:pt x="441" y="79"/>
                    <a:pt x="442" y="79"/>
                  </a:cubicBezTo>
                  <a:close/>
                  <a:moveTo>
                    <a:pt x="435" y="194"/>
                  </a:moveTo>
                  <a:cubicBezTo>
                    <a:pt x="435" y="194"/>
                    <a:pt x="437" y="193"/>
                    <a:pt x="436" y="194"/>
                  </a:cubicBezTo>
                  <a:cubicBezTo>
                    <a:pt x="434" y="197"/>
                    <a:pt x="430" y="199"/>
                    <a:pt x="426" y="200"/>
                  </a:cubicBezTo>
                  <a:cubicBezTo>
                    <a:pt x="429" y="198"/>
                    <a:pt x="433" y="195"/>
                    <a:pt x="435" y="194"/>
                  </a:cubicBezTo>
                  <a:close/>
                  <a:moveTo>
                    <a:pt x="430" y="161"/>
                  </a:moveTo>
                  <a:cubicBezTo>
                    <a:pt x="431" y="159"/>
                    <a:pt x="433" y="159"/>
                    <a:pt x="434" y="158"/>
                  </a:cubicBezTo>
                  <a:cubicBezTo>
                    <a:pt x="434" y="159"/>
                    <a:pt x="432" y="161"/>
                    <a:pt x="430" y="161"/>
                  </a:cubicBezTo>
                  <a:close/>
                  <a:moveTo>
                    <a:pt x="429" y="81"/>
                  </a:moveTo>
                  <a:cubicBezTo>
                    <a:pt x="431" y="80"/>
                    <a:pt x="432" y="79"/>
                    <a:pt x="434" y="78"/>
                  </a:cubicBezTo>
                  <a:cubicBezTo>
                    <a:pt x="434" y="80"/>
                    <a:pt x="431" y="81"/>
                    <a:pt x="429" y="81"/>
                  </a:cubicBezTo>
                  <a:close/>
                  <a:moveTo>
                    <a:pt x="428" y="135"/>
                  </a:moveTo>
                  <a:cubicBezTo>
                    <a:pt x="431" y="133"/>
                    <a:pt x="432" y="135"/>
                    <a:pt x="428" y="135"/>
                  </a:cubicBezTo>
                  <a:close/>
                  <a:moveTo>
                    <a:pt x="430" y="177"/>
                  </a:moveTo>
                  <a:cubicBezTo>
                    <a:pt x="430" y="178"/>
                    <a:pt x="428" y="179"/>
                    <a:pt x="427" y="179"/>
                  </a:cubicBezTo>
                  <a:cubicBezTo>
                    <a:pt x="428" y="178"/>
                    <a:pt x="429" y="178"/>
                    <a:pt x="430" y="177"/>
                  </a:cubicBezTo>
                  <a:close/>
                  <a:moveTo>
                    <a:pt x="422" y="541"/>
                  </a:moveTo>
                  <a:cubicBezTo>
                    <a:pt x="421" y="543"/>
                    <a:pt x="423" y="540"/>
                    <a:pt x="422" y="541"/>
                  </a:cubicBezTo>
                  <a:close/>
                  <a:moveTo>
                    <a:pt x="422" y="384"/>
                  </a:moveTo>
                  <a:cubicBezTo>
                    <a:pt x="422" y="384"/>
                    <a:pt x="422" y="384"/>
                    <a:pt x="422" y="384"/>
                  </a:cubicBezTo>
                  <a:cubicBezTo>
                    <a:pt x="422" y="384"/>
                    <a:pt x="423" y="384"/>
                    <a:pt x="423" y="384"/>
                  </a:cubicBezTo>
                  <a:cubicBezTo>
                    <a:pt x="422" y="384"/>
                    <a:pt x="422" y="384"/>
                    <a:pt x="422" y="384"/>
                  </a:cubicBezTo>
                  <a:close/>
                  <a:moveTo>
                    <a:pt x="422" y="617"/>
                  </a:moveTo>
                  <a:cubicBezTo>
                    <a:pt x="422" y="618"/>
                    <a:pt x="421" y="617"/>
                    <a:pt x="421" y="617"/>
                  </a:cubicBezTo>
                  <a:cubicBezTo>
                    <a:pt x="420" y="617"/>
                    <a:pt x="422" y="616"/>
                    <a:pt x="422" y="617"/>
                  </a:cubicBezTo>
                  <a:close/>
                  <a:moveTo>
                    <a:pt x="421" y="588"/>
                  </a:moveTo>
                  <a:cubicBezTo>
                    <a:pt x="420" y="588"/>
                    <a:pt x="419" y="589"/>
                    <a:pt x="420" y="587"/>
                  </a:cubicBezTo>
                  <a:cubicBezTo>
                    <a:pt x="420" y="587"/>
                    <a:pt x="421" y="587"/>
                    <a:pt x="421" y="588"/>
                  </a:cubicBezTo>
                  <a:close/>
                  <a:moveTo>
                    <a:pt x="422" y="663"/>
                  </a:moveTo>
                  <a:cubicBezTo>
                    <a:pt x="423" y="663"/>
                    <a:pt x="422" y="664"/>
                    <a:pt x="421" y="664"/>
                  </a:cubicBezTo>
                  <a:cubicBezTo>
                    <a:pt x="419" y="665"/>
                    <a:pt x="421" y="662"/>
                    <a:pt x="422" y="663"/>
                  </a:cubicBezTo>
                  <a:close/>
                  <a:moveTo>
                    <a:pt x="424" y="741"/>
                  </a:moveTo>
                  <a:cubicBezTo>
                    <a:pt x="424" y="742"/>
                    <a:pt x="423" y="742"/>
                    <a:pt x="423" y="741"/>
                  </a:cubicBezTo>
                  <a:cubicBezTo>
                    <a:pt x="422" y="740"/>
                    <a:pt x="424" y="740"/>
                    <a:pt x="424" y="741"/>
                  </a:cubicBezTo>
                  <a:close/>
                  <a:moveTo>
                    <a:pt x="423" y="739"/>
                  </a:moveTo>
                  <a:cubicBezTo>
                    <a:pt x="422" y="741"/>
                    <a:pt x="421" y="738"/>
                    <a:pt x="423" y="739"/>
                  </a:cubicBezTo>
                  <a:close/>
                  <a:moveTo>
                    <a:pt x="423" y="692"/>
                  </a:moveTo>
                  <a:cubicBezTo>
                    <a:pt x="422" y="691"/>
                    <a:pt x="425" y="691"/>
                    <a:pt x="425" y="692"/>
                  </a:cubicBezTo>
                  <a:cubicBezTo>
                    <a:pt x="425" y="692"/>
                    <a:pt x="423" y="693"/>
                    <a:pt x="423" y="692"/>
                  </a:cubicBezTo>
                  <a:close/>
                  <a:moveTo>
                    <a:pt x="422" y="683"/>
                  </a:moveTo>
                  <a:cubicBezTo>
                    <a:pt x="422" y="683"/>
                    <a:pt x="423" y="682"/>
                    <a:pt x="423" y="682"/>
                  </a:cubicBezTo>
                  <a:cubicBezTo>
                    <a:pt x="424" y="681"/>
                    <a:pt x="425" y="680"/>
                    <a:pt x="426" y="682"/>
                  </a:cubicBezTo>
                  <a:cubicBezTo>
                    <a:pt x="426" y="682"/>
                    <a:pt x="426" y="682"/>
                    <a:pt x="425" y="683"/>
                  </a:cubicBezTo>
                  <a:cubicBezTo>
                    <a:pt x="426" y="683"/>
                    <a:pt x="428" y="684"/>
                    <a:pt x="428" y="685"/>
                  </a:cubicBezTo>
                  <a:cubicBezTo>
                    <a:pt x="428" y="688"/>
                    <a:pt x="422" y="684"/>
                    <a:pt x="422" y="683"/>
                  </a:cubicBezTo>
                  <a:close/>
                  <a:moveTo>
                    <a:pt x="427" y="688"/>
                  </a:moveTo>
                  <a:cubicBezTo>
                    <a:pt x="428" y="689"/>
                    <a:pt x="426" y="688"/>
                    <a:pt x="426" y="689"/>
                  </a:cubicBezTo>
                  <a:cubicBezTo>
                    <a:pt x="425" y="688"/>
                    <a:pt x="427" y="688"/>
                    <a:pt x="427" y="688"/>
                  </a:cubicBezTo>
                  <a:close/>
                  <a:moveTo>
                    <a:pt x="427" y="696"/>
                  </a:moveTo>
                  <a:cubicBezTo>
                    <a:pt x="427" y="696"/>
                    <a:pt x="426" y="697"/>
                    <a:pt x="425" y="696"/>
                  </a:cubicBezTo>
                  <a:cubicBezTo>
                    <a:pt x="425" y="696"/>
                    <a:pt x="427" y="695"/>
                    <a:pt x="427" y="696"/>
                  </a:cubicBezTo>
                  <a:close/>
                  <a:moveTo>
                    <a:pt x="427" y="699"/>
                  </a:moveTo>
                  <a:cubicBezTo>
                    <a:pt x="428" y="700"/>
                    <a:pt x="427" y="700"/>
                    <a:pt x="427" y="700"/>
                  </a:cubicBezTo>
                  <a:cubicBezTo>
                    <a:pt x="426" y="700"/>
                    <a:pt x="427" y="699"/>
                    <a:pt x="427" y="699"/>
                  </a:cubicBezTo>
                  <a:close/>
                  <a:moveTo>
                    <a:pt x="426" y="706"/>
                  </a:moveTo>
                  <a:cubicBezTo>
                    <a:pt x="427" y="707"/>
                    <a:pt x="425" y="707"/>
                    <a:pt x="426" y="706"/>
                  </a:cubicBezTo>
                  <a:close/>
                  <a:moveTo>
                    <a:pt x="427" y="706"/>
                  </a:moveTo>
                  <a:cubicBezTo>
                    <a:pt x="430" y="703"/>
                    <a:pt x="428" y="709"/>
                    <a:pt x="426" y="708"/>
                  </a:cubicBezTo>
                  <a:cubicBezTo>
                    <a:pt x="426" y="708"/>
                    <a:pt x="427" y="707"/>
                    <a:pt x="427" y="706"/>
                  </a:cubicBezTo>
                  <a:close/>
                  <a:moveTo>
                    <a:pt x="427" y="695"/>
                  </a:moveTo>
                  <a:cubicBezTo>
                    <a:pt x="423" y="695"/>
                    <a:pt x="429" y="691"/>
                    <a:pt x="432" y="692"/>
                  </a:cubicBezTo>
                  <a:cubicBezTo>
                    <a:pt x="430" y="693"/>
                    <a:pt x="428" y="694"/>
                    <a:pt x="427" y="695"/>
                  </a:cubicBezTo>
                  <a:close/>
                  <a:moveTo>
                    <a:pt x="432" y="754"/>
                  </a:moveTo>
                  <a:cubicBezTo>
                    <a:pt x="433" y="753"/>
                    <a:pt x="433" y="755"/>
                    <a:pt x="432" y="754"/>
                  </a:cubicBezTo>
                  <a:close/>
                  <a:moveTo>
                    <a:pt x="432" y="720"/>
                  </a:moveTo>
                  <a:cubicBezTo>
                    <a:pt x="431" y="719"/>
                    <a:pt x="433" y="719"/>
                    <a:pt x="433" y="719"/>
                  </a:cubicBezTo>
                  <a:cubicBezTo>
                    <a:pt x="434" y="719"/>
                    <a:pt x="433" y="720"/>
                    <a:pt x="432" y="720"/>
                  </a:cubicBezTo>
                  <a:close/>
                  <a:moveTo>
                    <a:pt x="438" y="712"/>
                  </a:moveTo>
                  <a:cubicBezTo>
                    <a:pt x="440" y="712"/>
                    <a:pt x="442" y="714"/>
                    <a:pt x="442" y="717"/>
                  </a:cubicBezTo>
                  <a:cubicBezTo>
                    <a:pt x="441" y="715"/>
                    <a:pt x="439" y="718"/>
                    <a:pt x="438" y="718"/>
                  </a:cubicBezTo>
                  <a:cubicBezTo>
                    <a:pt x="429" y="720"/>
                    <a:pt x="431" y="709"/>
                    <a:pt x="438" y="712"/>
                  </a:cubicBezTo>
                  <a:close/>
                  <a:moveTo>
                    <a:pt x="441" y="738"/>
                  </a:moveTo>
                  <a:cubicBezTo>
                    <a:pt x="441" y="738"/>
                    <a:pt x="439" y="738"/>
                    <a:pt x="439" y="738"/>
                  </a:cubicBezTo>
                  <a:cubicBezTo>
                    <a:pt x="439" y="737"/>
                    <a:pt x="440" y="737"/>
                    <a:pt x="441" y="738"/>
                  </a:cubicBezTo>
                  <a:close/>
                  <a:moveTo>
                    <a:pt x="438" y="721"/>
                  </a:moveTo>
                  <a:cubicBezTo>
                    <a:pt x="438" y="721"/>
                    <a:pt x="437" y="721"/>
                    <a:pt x="437" y="721"/>
                  </a:cubicBezTo>
                  <a:cubicBezTo>
                    <a:pt x="437" y="719"/>
                    <a:pt x="439" y="723"/>
                    <a:pt x="438" y="721"/>
                  </a:cubicBezTo>
                  <a:close/>
                  <a:moveTo>
                    <a:pt x="437" y="722"/>
                  </a:moveTo>
                  <a:cubicBezTo>
                    <a:pt x="436" y="722"/>
                    <a:pt x="436" y="721"/>
                    <a:pt x="435" y="722"/>
                  </a:cubicBezTo>
                  <a:cubicBezTo>
                    <a:pt x="434" y="722"/>
                    <a:pt x="436" y="721"/>
                    <a:pt x="437" y="722"/>
                  </a:cubicBezTo>
                  <a:close/>
                  <a:moveTo>
                    <a:pt x="440" y="706"/>
                  </a:moveTo>
                  <a:cubicBezTo>
                    <a:pt x="440" y="704"/>
                    <a:pt x="443" y="705"/>
                    <a:pt x="443" y="706"/>
                  </a:cubicBezTo>
                  <a:cubicBezTo>
                    <a:pt x="443" y="708"/>
                    <a:pt x="440" y="707"/>
                    <a:pt x="440" y="706"/>
                  </a:cubicBezTo>
                  <a:close/>
                  <a:moveTo>
                    <a:pt x="443" y="713"/>
                  </a:moveTo>
                  <a:cubicBezTo>
                    <a:pt x="443" y="713"/>
                    <a:pt x="442" y="713"/>
                    <a:pt x="442" y="713"/>
                  </a:cubicBezTo>
                  <a:cubicBezTo>
                    <a:pt x="442" y="712"/>
                    <a:pt x="443" y="713"/>
                    <a:pt x="443" y="713"/>
                  </a:cubicBezTo>
                  <a:close/>
                  <a:moveTo>
                    <a:pt x="449" y="658"/>
                  </a:moveTo>
                  <a:cubicBezTo>
                    <a:pt x="449" y="658"/>
                    <a:pt x="449" y="658"/>
                    <a:pt x="449" y="658"/>
                  </a:cubicBezTo>
                  <a:cubicBezTo>
                    <a:pt x="449" y="655"/>
                    <a:pt x="451" y="660"/>
                    <a:pt x="449" y="658"/>
                  </a:cubicBezTo>
                  <a:close/>
                  <a:moveTo>
                    <a:pt x="446" y="653"/>
                  </a:moveTo>
                  <a:cubicBezTo>
                    <a:pt x="447" y="652"/>
                    <a:pt x="449" y="651"/>
                    <a:pt x="450" y="651"/>
                  </a:cubicBezTo>
                  <a:cubicBezTo>
                    <a:pt x="449" y="652"/>
                    <a:pt x="448" y="653"/>
                    <a:pt x="446" y="653"/>
                  </a:cubicBezTo>
                  <a:close/>
                  <a:moveTo>
                    <a:pt x="449" y="647"/>
                  </a:moveTo>
                  <a:cubicBezTo>
                    <a:pt x="449" y="646"/>
                    <a:pt x="451" y="645"/>
                    <a:pt x="451" y="646"/>
                  </a:cubicBezTo>
                  <a:cubicBezTo>
                    <a:pt x="452" y="647"/>
                    <a:pt x="449" y="649"/>
                    <a:pt x="449" y="647"/>
                  </a:cubicBezTo>
                  <a:close/>
                  <a:moveTo>
                    <a:pt x="451" y="217"/>
                  </a:moveTo>
                  <a:cubicBezTo>
                    <a:pt x="451" y="217"/>
                    <a:pt x="451" y="217"/>
                    <a:pt x="451" y="217"/>
                  </a:cubicBezTo>
                  <a:cubicBezTo>
                    <a:pt x="454" y="218"/>
                    <a:pt x="448" y="220"/>
                    <a:pt x="451" y="217"/>
                  </a:cubicBezTo>
                  <a:close/>
                  <a:moveTo>
                    <a:pt x="449" y="184"/>
                  </a:moveTo>
                  <a:cubicBezTo>
                    <a:pt x="450" y="182"/>
                    <a:pt x="451" y="181"/>
                    <a:pt x="453" y="181"/>
                  </a:cubicBezTo>
                  <a:cubicBezTo>
                    <a:pt x="452" y="182"/>
                    <a:pt x="451" y="183"/>
                    <a:pt x="449" y="184"/>
                  </a:cubicBezTo>
                  <a:close/>
                  <a:moveTo>
                    <a:pt x="459" y="243"/>
                  </a:moveTo>
                  <a:cubicBezTo>
                    <a:pt x="458" y="244"/>
                    <a:pt x="455" y="246"/>
                    <a:pt x="452" y="247"/>
                  </a:cubicBezTo>
                  <a:cubicBezTo>
                    <a:pt x="454" y="245"/>
                    <a:pt x="457" y="244"/>
                    <a:pt x="459" y="243"/>
                  </a:cubicBezTo>
                  <a:close/>
                  <a:moveTo>
                    <a:pt x="456" y="185"/>
                  </a:moveTo>
                  <a:cubicBezTo>
                    <a:pt x="456" y="185"/>
                    <a:pt x="458" y="184"/>
                    <a:pt x="458" y="185"/>
                  </a:cubicBezTo>
                  <a:cubicBezTo>
                    <a:pt x="458" y="185"/>
                    <a:pt x="456" y="186"/>
                    <a:pt x="456" y="185"/>
                  </a:cubicBezTo>
                  <a:close/>
                  <a:moveTo>
                    <a:pt x="457" y="243"/>
                  </a:moveTo>
                  <a:cubicBezTo>
                    <a:pt x="457" y="245"/>
                    <a:pt x="457" y="241"/>
                    <a:pt x="457" y="243"/>
                  </a:cubicBezTo>
                  <a:close/>
                  <a:moveTo>
                    <a:pt x="458" y="185"/>
                  </a:moveTo>
                  <a:cubicBezTo>
                    <a:pt x="459" y="183"/>
                    <a:pt x="460" y="185"/>
                    <a:pt x="458" y="185"/>
                  </a:cubicBezTo>
                  <a:close/>
                  <a:moveTo>
                    <a:pt x="460" y="254"/>
                  </a:moveTo>
                  <a:cubicBezTo>
                    <a:pt x="460" y="255"/>
                    <a:pt x="456" y="257"/>
                    <a:pt x="456" y="255"/>
                  </a:cubicBezTo>
                  <a:cubicBezTo>
                    <a:pt x="455" y="252"/>
                    <a:pt x="460" y="252"/>
                    <a:pt x="460" y="254"/>
                  </a:cubicBezTo>
                  <a:close/>
                  <a:moveTo>
                    <a:pt x="460" y="156"/>
                  </a:moveTo>
                  <a:cubicBezTo>
                    <a:pt x="461" y="154"/>
                    <a:pt x="459" y="157"/>
                    <a:pt x="460" y="156"/>
                  </a:cubicBezTo>
                  <a:close/>
                  <a:moveTo>
                    <a:pt x="461" y="243"/>
                  </a:moveTo>
                  <a:cubicBezTo>
                    <a:pt x="462" y="243"/>
                    <a:pt x="461" y="244"/>
                    <a:pt x="461" y="244"/>
                  </a:cubicBezTo>
                  <a:cubicBezTo>
                    <a:pt x="461" y="244"/>
                    <a:pt x="461" y="243"/>
                    <a:pt x="461" y="243"/>
                  </a:cubicBezTo>
                  <a:close/>
                  <a:moveTo>
                    <a:pt x="461" y="144"/>
                  </a:moveTo>
                  <a:cubicBezTo>
                    <a:pt x="461" y="142"/>
                    <a:pt x="463" y="143"/>
                    <a:pt x="461" y="144"/>
                  </a:cubicBezTo>
                  <a:close/>
                  <a:moveTo>
                    <a:pt x="460" y="266"/>
                  </a:moveTo>
                  <a:cubicBezTo>
                    <a:pt x="459" y="267"/>
                    <a:pt x="463" y="264"/>
                    <a:pt x="460" y="266"/>
                  </a:cubicBezTo>
                  <a:close/>
                  <a:moveTo>
                    <a:pt x="458" y="550"/>
                  </a:moveTo>
                  <a:cubicBezTo>
                    <a:pt x="457" y="550"/>
                    <a:pt x="459" y="549"/>
                    <a:pt x="458" y="550"/>
                  </a:cubicBezTo>
                  <a:cubicBezTo>
                    <a:pt x="458" y="550"/>
                    <a:pt x="458" y="550"/>
                    <a:pt x="458" y="550"/>
                  </a:cubicBezTo>
                  <a:close/>
                  <a:moveTo>
                    <a:pt x="459" y="569"/>
                  </a:moveTo>
                  <a:cubicBezTo>
                    <a:pt x="460" y="568"/>
                    <a:pt x="456" y="570"/>
                    <a:pt x="459" y="569"/>
                  </a:cubicBezTo>
                  <a:close/>
                  <a:moveTo>
                    <a:pt x="461" y="580"/>
                  </a:moveTo>
                  <a:cubicBezTo>
                    <a:pt x="461" y="583"/>
                    <a:pt x="456" y="582"/>
                    <a:pt x="456" y="580"/>
                  </a:cubicBezTo>
                  <a:cubicBezTo>
                    <a:pt x="456" y="579"/>
                    <a:pt x="461" y="578"/>
                    <a:pt x="461" y="580"/>
                  </a:cubicBezTo>
                  <a:close/>
                  <a:moveTo>
                    <a:pt x="462" y="589"/>
                  </a:moveTo>
                  <a:cubicBezTo>
                    <a:pt x="460" y="590"/>
                    <a:pt x="457" y="590"/>
                    <a:pt x="454" y="591"/>
                  </a:cubicBezTo>
                  <a:cubicBezTo>
                    <a:pt x="456" y="590"/>
                    <a:pt x="460" y="589"/>
                    <a:pt x="462" y="589"/>
                  </a:cubicBezTo>
                  <a:close/>
                  <a:moveTo>
                    <a:pt x="457" y="591"/>
                  </a:moveTo>
                  <a:cubicBezTo>
                    <a:pt x="457" y="590"/>
                    <a:pt x="456" y="593"/>
                    <a:pt x="457" y="591"/>
                  </a:cubicBezTo>
                  <a:close/>
                  <a:moveTo>
                    <a:pt x="460" y="671"/>
                  </a:moveTo>
                  <a:cubicBezTo>
                    <a:pt x="460" y="671"/>
                    <a:pt x="457" y="672"/>
                    <a:pt x="458" y="670"/>
                  </a:cubicBezTo>
                  <a:cubicBezTo>
                    <a:pt x="458" y="669"/>
                    <a:pt x="460" y="669"/>
                    <a:pt x="460" y="671"/>
                  </a:cubicBezTo>
                  <a:close/>
                  <a:moveTo>
                    <a:pt x="460" y="662"/>
                  </a:moveTo>
                  <a:cubicBezTo>
                    <a:pt x="460" y="663"/>
                    <a:pt x="459" y="663"/>
                    <a:pt x="459" y="663"/>
                  </a:cubicBezTo>
                  <a:cubicBezTo>
                    <a:pt x="458" y="662"/>
                    <a:pt x="460" y="662"/>
                    <a:pt x="460" y="662"/>
                  </a:cubicBezTo>
                  <a:close/>
                  <a:moveTo>
                    <a:pt x="467" y="612"/>
                  </a:moveTo>
                  <a:cubicBezTo>
                    <a:pt x="467" y="613"/>
                    <a:pt x="465" y="613"/>
                    <a:pt x="465" y="613"/>
                  </a:cubicBezTo>
                  <a:cubicBezTo>
                    <a:pt x="464" y="612"/>
                    <a:pt x="467" y="612"/>
                    <a:pt x="467" y="612"/>
                  </a:cubicBezTo>
                  <a:close/>
                  <a:moveTo>
                    <a:pt x="466" y="284"/>
                  </a:moveTo>
                  <a:cubicBezTo>
                    <a:pt x="466" y="284"/>
                    <a:pt x="466" y="283"/>
                    <a:pt x="466" y="283"/>
                  </a:cubicBezTo>
                  <a:cubicBezTo>
                    <a:pt x="467" y="284"/>
                    <a:pt x="466" y="285"/>
                    <a:pt x="466" y="284"/>
                  </a:cubicBezTo>
                  <a:close/>
                  <a:moveTo>
                    <a:pt x="474" y="600"/>
                  </a:moveTo>
                  <a:cubicBezTo>
                    <a:pt x="474" y="599"/>
                    <a:pt x="476" y="598"/>
                    <a:pt x="476" y="598"/>
                  </a:cubicBezTo>
                  <a:cubicBezTo>
                    <a:pt x="476" y="599"/>
                    <a:pt x="475" y="600"/>
                    <a:pt x="474" y="600"/>
                  </a:cubicBezTo>
                  <a:close/>
                  <a:moveTo>
                    <a:pt x="475" y="266"/>
                  </a:moveTo>
                  <a:cubicBezTo>
                    <a:pt x="475" y="266"/>
                    <a:pt x="474" y="266"/>
                    <a:pt x="474" y="266"/>
                  </a:cubicBezTo>
                  <a:cubicBezTo>
                    <a:pt x="475" y="266"/>
                    <a:pt x="475" y="265"/>
                    <a:pt x="475" y="265"/>
                  </a:cubicBezTo>
                  <a:cubicBezTo>
                    <a:pt x="475" y="265"/>
                    <a:pt x="475" y="265"/>
                    <a:pt x="475" y="266"/>
                  </a:cubicBezTo>
                  <a:close/>
                  <a:moveTo>
                    <a:pt x="466" y="190"/>
                  </a:moveTo>
                  <a:cubicBezTo>
                    <a:pt x="469" y="188"/>
                    <a:pt x="468" y="194"/>
                    <a:pt x="466" y="192"/>
                  </a:cubicBezTo>
                  <a:cubicBezTo>
                    <a:pt x="465" y="192"/>
                    <a:pt x="466" y="191"/>
                    <a:pt x="466" y="190"/>
                  </a:cubicBezTo>
                  <a:close/>
                  <a:moveTo>
                    <a:pt x="469" y="188"/>
                  </a:moveTo>
                  <a:cubicBezTo>
                    <a:pt x="468" y="187"/>
                    <a:pt x="470" y="187"/>
                    <a:pt x="470" y="188"/>
                  </a:cubicBezTo>
                  <a:cubicBezTo>
                    <a:pt x="471" y="188"/>
                    <a:pt x="469" y="189"/>
                    <a:pt x="469" y="188"/>
                  </a:cubicBezTo>
                  <a:close/>
                  <a:moveTo>
                    <a:pt x="469" y="195"/>
                  </a:moveTo>
                  <a:cubicBezTo>
                    <a:pt x="468" y="196"/>
                    <a:pt x="467" y="197"/>
                    <a:pt x="466" y="197"/>
                  </a:cubicBezTo>
                  <a:cubicBezTo>
                    <a:pt x="467" y="196"/>
                    <a:pt x="468" y="195"/>
                    <a:pt x="469" y="195"/>
                  </a:cubicBezTo>
                  <a:close/>
                  <a:moveTo>
                    <a:pt x="463" y="182"/>
                  </a:moveTo>
                  <a:cubicBezTo>
                    <a:pt x="462" y="180"/>
                    <a:pt x="468" y="178"/>
                    <a:pt x="469" y="181"/>
                  </a:cubicBezTo>
                  <a:cubicBezTo>
                    <a:pt x="469" y="184"/>
                    <a:pt x="463" y="184"/>
                    <a:pt x="463" y="182"/>
                  </a:cubicBezTo>
                  <a:close/>
                  <a:moveTo>
                    <a:pt x="466" y="174"/>
                  </a:moveTo>
                  <a:cubicBezTo>
                    <a:pt x="466" y="174"/>
                    <a:pt x="468" y="173"/>
                    <a:pt x="468" y="174"/>
                  </a:cubicBezTo>
                  <a:cubicBezTo>
                    <a:pt x="469" y="174"/>
                    <a:pt x="466" y="175"/>
                    <a:pt x="466" y="174"/>
                  </a:cubicBezTo>
                  <a:close/>
                  <a:moveTo>
                    <a:pt x="462" y="142"/>
                  </a:moveTo>
                  <a:cubicBezTo>
                    <a:pt x="462" y="141"/>
                    <a:pt x="464" y="141"/>
                    <a:pt x="464" y="141"/>
                  </a:cubicBezTo>
                  <a:cubicBezTo>
                    <a:pt x="464" y="141"/>
                    <a:pt x="463" y="142"/>
                    <a:pt x="462" y="142"/>
                  </a:cubicBezTo>
                  <a:close/>
                  <a:moveTo>
                    <a:pt x="459" y="145"/>
                  </a:moveTo>
                  <a:cubicBezTo>
                    <a:pt x="459" y="145"/>
                    <a:pt x="460" y="145"/>
                    <a:pt x="460" y="145"/>
                  </a:cubicBezTo>
                  <a:cubicBezTo>
                    <a:pt x="460" y="145"/>
                    <a:pt x="459" y="146"/>
                    <a:pt x="459" y="145"/>
                  </a:cubicBezTo>
                  <a:close/>
                  <a:moveTo>
                    <a:pt x="458" y="124"/>
                  </a:moveTo>
                  <a:cubicBezTo>
                    <a:pt x="456" y="128"/>
                    <a:pt x="457" y="122"/>
                    <a:pt x="459" y="122"/>
                  </a:cubicBezTo>
                  <a:cubicBezTo>
                    <a:pt x="459" y="123"/>
                    <a:pt x="459" y="124"/>
                    <a:pt x="458" y="124"/>
                  </a:cubicBezTo>
                  <a:close/>
                  <a:moveTo>
                    <a:pt x="461" y="153"/>
                  </a:moveTo>
                  <a:cubicBezTo>
                    <a:pt x="461" y="154"/>
                    <a:pt x="457" y="155"/>
                    <a:pt x="457" y="154"/>
                  </a:cubicBezTo>
                  <a:cubicBezTo>
                    <a:pt x="456" y="153"/>
                    <a:pt x="460" y="151"/>
                    <a:pt x="461" y="153"/>
                  </a:cubicBezTo>
                  <a:close/>
                  <a:moveTo>
                    <a:pt x="449" y="133"/>
                  </a:moveTo>
                  <a:cubicBezTo>
                    <a:pt x="448" y="132"/>
                    <a:pt x="450" y="133"/>
                    <a:pt x="450" y="133"/>
                  </a:cubicBezTo>
                  <a:cubicBezTo>
                    <a:pt x="451" y="133"/>
                    <a:pt x="449" y="133"/>
                    <a:pt x="449" y="133"/>
                  </a:cubicBezTo>
                  <a:close/>
                  <a:moveTo>
                    <a:pt x="434" y="47"/>
                  </a:moveTo>
                  <a:cubicBezTo>
                    <a:pt x="435" y="47"/>
                    <a:pt x="436" y="47"/>
                    <a:pt x="436" y="47"/>
                  </a:cubicBezTo>
                  <a:cubicBezTo>
                    <a:pt x="436" y="47"/>
                    <a:pt x="435" y="48"/>
                    <a:pt x="434" y="47"/>
                  </a:cubicBezTo>
                  <a:close/>
                  <a:moveTo>
                    <a:pt x="433" y="61"/>
                  </a:moveTo>
                  <a:cubicBezTo>
                    <a:pt x="434" y="60"/>
                    <a:pt x="435" y="62"/>
                    <a:pt x="433" y="61"/>
                  </a:cubicBezTo>
                  <a:close/>
                  <a:moveTo>
                    <a:pt x="432" y="54"/>
                  </a:moveTo>
                  <a:cubicBezTo>
                    <a:pt x="432" y="53"/>
                    <a:pt x="433" y="53"/>
                    <a:pt x="433" y="53"/>
                  </a:cubicBezTo>
                  <a:cubicBezTo>
                    <a:pt x="434" y="54"/>
                    <a:pt x="432" y="54"/>
                    <a:pt x="432" y="54"/>
                  </a:cubicBezTo>
                  <a:close/>
                  <a:moveTo>
                    <a:pt x="432" y="47"/>
                  </a:moveTo>
                  <a:cubicBezTo>
                    <a:pt x="431" y="47"/>
                    <a:pt x="432" y="46"/>
                    <a:pt x="432" y="46"/>
                  </a:cubicBezTo>
                  <a:cubicBezTo>
                    <a:pt x="433" y="47"/>
                    <a:pt x="432" y="47"/>
                    <a:pt x="432" y="47"/>
                  </a:cubicBezTo>
                  <a:close/>
                  <a:moveTo>
                    <a:pt x="435" y="69"/>
                  </a:moveTo>
                  <a:cubicBezTo>
                    <a:pt x="435" y="72"/>
                    <a:pt x="431" y="71"/>
                    <a:pt x="431" y="69"/>
                  </a:cubicBezTo>
                  <a:cubicBezTo>
                    <a:pt x="431" y="67"/>
                    <a:pt x="435" y="66"/>
                    <a:pt x="435" y="69"/>
                  </a:cubicBezTo>
                  <a:close/>
                  <a:moveTo>
                    <a:pt x="426" y="60"/>
                  </a:moveTo>
                  <a:cubicBezTo>
                    <a:pt x="425" y="58"/>
                    <a:pt x="430" y="57"/>
                    <a:pt x="431" y="59"/>
                  </a:cubicBezTo>
                  <a:cubicBezTo>
                    <a:pt x="432" y="62"/>
                    <a:pt x="427" y="61"/>
                    <a:pt x="426" y="60"/>
                  </a:cubicBezTo>
                  <a:close/>
                  <a:moveTo>
                    <a:pt x="426" y="47"/>
                  </a:moveTo>
                  <a:cubicBezTo>
                    <a:pt x="426" y="47"/>
                    <a:pt x="426" y="47"/>
                    <a:pt x="426" y="47"/>
                  </a:cubicBezTo>
                  <a:cubicBezTo>
                    <a:pt x="427" y="48"/>
                    <a:pt x="424" y="45"/>
                    <a:pt x="426" y="47"/>
                  </a:cubicBezTo>
                  <a:close/>
                  <a:moveTo>
                    <a:pt x="426" y="48"/>
                  </a:moveTo>
                  <a:cubicBezTo>
                    <a:pt x="426" y="50"/>
                    <a:pt x="424" y="49"/>
                    <a:pt x="424" y="49"/>
                  </a:cubicBezTo>
                  <a:cubicBezTo>
                    <a:pt x="424" y="48"/>
                    <a:pt x="425" y="48"/>
                    <a:pt x="426" y="48"/>
                  </a:cubicBezTo>
                  <a:close/>
                  <a:moveTo>
                    <a:pt x="428" y="81"/>
                  </a:moveTo>
                  <a:cubicBezTo>
                    <a:pt x="426" y="82"/>
                    <a:pt x="425" y="83"/>
                    <a:pt x="423" y="83"/>
                  </a:cubicBezTo>
                  <a:cubicBezTo>
                    <a:pt x="424" y="83"/>
                    <a:pt x="426" y="81"/>
                    <a:pt x="428" y="81"/>
                  </a:cubicBezTo>
                  <a:close/>
                  <a:moveTo>
                    <a:pt x="425" y="98"/>
                  </a:moveTo>
                  <a:cubicBezTo>
                    <a:pt x="424" y="101"/>
                    <a:pt x="421" y="99"/>
                    <a:pt x="425" y="98"/>
                  </a:cubicBezTo>
                  <a:close/>
                  <a:moveTo>
                    <a:pt x="424" y="146"/>
                  </a:moveTo>
                  <a:cubicBezTo>
                    <a:pt x="424" y="148"/>
                    <a:pt x="422" y="148"/>
                    <a:pt x="421" y="149"/>
                  </a:cubicBezTo>
                  <a:cubicBezTo>
                    <a:pt x="421" y="147"/>
                    <a:pt x="423" y="147"/>
                    <a:pt x="424" y="146"/>
                  </a:cubicBezTo>
                  <a:close/>
                  <a:moveTo>
                    <a:pt x="418" y="110"/>
                  </a:moveTo>
                  <a:cubicBezTo>
                    <a:pt x="419" y="110"/>
                    <a:pt x="420" y="109"/>
                    <a:pt x="422" y="109"/>
                  </a:cubicBezTo>
                  <a:cubicBezTo>
                    <a:pt x="421" y="110"/>
                    <a:pt x="419" y="111"/>
                    <a:pt x="418" y="110"/>
                  </a:cubicBezTo>
                  <a:close/>
                  <a:moveTo>
                    <a:pt x="418" y="108"/>
                  </a:moveTo>
                  <a:cubicBezTo>
                    <a:pt x="419" y="106"/>
                    <a:pt x="420" y="106"/>
                    <a:pt x="421" y="106"/>
                  </a:cubicBezTo>
                  <a:cubicBezTo>
                    <a:pt x="421" y="107"/>
                    <a:pt x="419" y="108"/>
                    <a:pt x="418" y="108"/>
                  </a:cubicBezTo>
                  <a:close/>
                  <a:moveTo>
                    <a:pt x="420" y="89"/>
                  </a:move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0" y="89"/>
                    <a:pt x="420" y="89"/>
                  </a:cubicBezTo>
                  <a:close/>
                  <a:moveTo>
                    <a:pt x="421" y="89"/>
                  </a:moveTo>
                  <a:cubicBezTo>
                    <a:pt x="421" y="89"/>
                    <a:pt x="421" y="88"/>
                    <a:pt x="421" y="89"/>
                  </a:cubicBezTo>
                  <a:close/>
                  <a:moveTo>
                    <a:pt x="418" y="85"/>
                  </a:moveTo>
                  <a:cubicBezTo>
                    <a:pt x="418" y="84"/>
                    <a:pt x="420" y="84"/>
                    <a:pt x="421" y="84"/>
                  </a:cubicBezTo>
                  <a:cubicBezTo>
                    <a:pt x="421" y="85"/>
                    <a:pt x="418" y="86"/>
                    <a:pt x="418" y="85"/>
                  </a:cubicBezTo>
                  <a:close/>
                  <a:moveTo>
                    <a:pt x="416" y="78"/>
                  </a:moveTo>
                  <a:cubicBezTo>
                    <a:pt x="416" y="78"/>
                    <a:pt x="418" y="77"/>
                    <a:pt x="419" y="78"/>
                  </a:cubicBezTo>
                  <a:cubicBezTo>
                    <a:pt x="420" y="80"/>
                    <a:pt x="416" y="80"/>
                    <a:pt x="416" y="78"/>
                  </a:cubicBezTo>
                  <a:close/>
                  <a:moveTo>
                    <a:pt x="420" y="96"/>
                  </a:moveTo>
                  <a:cubicBezTo>
                    <a:pt x="420" y="98"/>
                    <a:pt x="417" y="99"/>
                    <a:pt x="415" y="98"/>
                  </a:cubicBezTo>
                  <a:cubicBezTo>
                    <a:pt x="411" y="95"/>
                    <a:pt x="420" y="92"/>
                    <a:pt x="420" y="96"/>
                  </a:cubicBezTo>
                  <a:close/>
                  <a:moveTo>
                    <a:pt x="415" y="101"/>
                  </a:moveTo>
                  <a:cubicBezTo>
                    <a:pt x="417" y="103"/>
                    <a:pt x="410" y="105"/>
                    <a:pt x="413" y="102"/>
                  </a:cubicBezTo>
                  <a:cubicBezTo>
                    <a:pt x="413" y="101"/>
                    <a:pt x="414" y="101"/>
                    <a:pt x="415" y="101"/>
                  </a:cubicBezTo>
                  <a:close/>
                  <a:moveTo>
                    <a:pt x="414" y="157"/>
                  </a:moveTo>
                  <a:cubicBezTo>
                    <a:pt x="414" y="158"/>
                    <a:pt x="412" y="159"/>
                    <a:pt x="410" y="159"/>
                  </a:cubicBezTo>
                  <a:cubicBezTo>
                    <a:pt x="411" y="158"/>
                    <a:pt x="413" y="158"/>
                    <a:pt x="414" y="157"/>
                  </a:cubicBezTo>
                  <a:close/>
                  <a:moveTo>
                    <a:pt x="413" y="544"/>
                  </a:moveTo>
                  <a:cubicBezTo>
                    <a:pt x="412" y="547"/>
                    <a:pt x="410" y="546"/>
                    <a:pt x="413" y="544"/>
                  </a:cubicBezTo>
                  <a:close/>
                  <a:moveTo>
                    <a:pt x="411" y="281"/>
                  </a:moveTo>
                  <a:cubicBezTo>
                    <a:pt x="413" y="282"/>
                    <a:pt x="410" y="282"/>
                    <a:pt x="411" y="281"/>
                  </a:cubicBezTo>
                  <a:close/>
                  <a:moveTo>
                    <a:pt x="417" y="620"/>
                  </a:moveTo>
                  <a:cubicBezTo>
                    <a:pt x="418" y="619"/>
                    <a:pt x="419" y="618"/>
                    <a:pt x="420" y="619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0" y="620"/>
                    <a:pt x="420" y="620"/>
                    <a:pt x="420" y="620"/>
                  </a:cubicBezTo>
                  <a:cubicBezTo>
                    <a:pt x="421" y="620"/>
                    <a:pt x="420" y="621"/>
                    <a:pt x="420" y="621"/>
                  </a:cubicBezTo>
                  <a:cubicBezTo>
                    <a:pt x="418" y="622"/>
                    <a:pt x="418" y="621"/>
                    <a:pt x="418" y="620"/>
                  </a:cubicBezTo>
                  <a:cubicBezTo>
                    <a:pt x="417" y="620"/>
                    <a:pt x="416" y="620"/>
                    <a:pt x="416" y="620"/>
                  </a:cubicBezTo>
                  <a:cubicBezTo>
                    <a:pt x="415" y="621"/>
                    <a:pt x="408" y="625"/>
                    <a:pt x="407" y="624"/>
                  </a:cubicBezTo>
                  <a:cubicBezTo>
                    <a:pt x="406" y="622"/>
                    <a:pt x="416" y="620"/>
                    <a:pt x="417" y="620"/>
                  </a:cubicBezTo>
                  <a:close/>
                  <a:moveTo>
                    <a:pt x="408" y="668"/>
                  </a:moveTo>
                  <a:cubicBezTo>
                    <a:pt x="408" y="669"/>
                    <a:pt x="410" y="667"/>
                    <a:pt x="410" y="668"/>
                  </a:cubicBezTo>
                  <a:cubicBezTo>
                    <a:pt x="410" y="669"/>
                    <a:pt x="408" y="670"/>
                    <a:pt x="408" y="668"/>
                  </a:cubicBezTo>
                  <a:close/>
                  <a:moveTo>
                    <a:pt x="409" y="676"/>
                  </a:moveTo>
                  <a:cubicBezTo>
                    <a:pt x="409" y="676"/>
                    <a:pt x="409" y="677"/>
                    <a:pt x="408" y="676"/>
                  </a:cubicBezTo>
                  <a:cubicBezTo>
                    <a:pt x="407" y="676"/>
                    <a:pt x="410" y="675"/>
                    <a:pt x="409" y="676"/>
                  </a:cubicBezTo>
                  <a:close/>
                  <a:moveTo>
                    <a:pt x="400" y="518"/>
                  </a:moveTo>
                  <a:cubicBezTo>
                    <a:pt x="397" y="519"/>
                    <a:pt x="400" y="515"/>
                    <a:pt x="401" y="517"/>
                  </a:cubicBezTo>
                  <a:cubicBezTo>
                    <a:pt x="401" y="518"/>
                    <a:pt x="401" y="518"/>
                    <a:pt x="400" y="518"/>
                  </a:cubicBezTo>
                  <a:close/>
                  <a:moveTo>
                    <a:pt x="400" y="648"/>
                  </a:move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7"/>
                  </a:cubicBezTo>
                  <a:cubicBezTo>
                    <a:pt x="400" y="647"/>
                    <a:pt x="400" y="647"/>
                    <a:pt x="400" y="648"/>
                  </a:cubicBezTo>
                  <a:close/>
                  <a:moveTo>
                    <a:pt x="392" y="551"/>
                  </a:moveTo>
                  <a:cubicBezTo>
                    <a:pt x="393" y="549"/>
                    <a:pt x="397" y="551"/>
                    <a:pt x="396" y="553"/>
                  </a:cubicBezTo>
                  <a:cubicBezTo>
                    <a:pt x="395" y="555"/>
                    <a:pt x="390" y="554"/>
                    <a:pt x="392" y="551"/>
                  </a:cubicBezTo>
                  <a:close/>
                  <a:moveTo>
                    <a:pt x="393" y="587"/>
                  </a:moveTo>
                  <a:cubicBezTo>
                    <a:pt x="390" y="588"/>
                    <a:pt x="394" y="586"/>
                    <a:pt x="393" y="587"/>
                  </a:cubicBezTo>
                  <a:close/>
                  <a:moveTo>
                    <a:pt x="394" y="493"/>
                  </a:moveTo>
                  <a:cubicBezTo>
                    <a:pt x="394" y="493"/>
                    <a:pt x="393" y="494"/>
                    <a:pt x="393" y="493"/>
                  </a:cubicBezTo>
                  <a:cubicBezTo>
                    <a:pt x="391" y="492"/>
                    <a:pt x="396" y="491"/>
                    <a:pt x="394" y="493"/>
                  </a:cubicBezTo>
                  <a:close/>
                  <a:moveTo>
                    <a:pt x="394" y="530"/>
                  </a:moveTo>
                  <a:cubicBezTo>
                    <a:pt x="394" y="530"/>
                    <a:pt x="394" y="531"/>
                    <a:pt x="394" y="530"/>
                  </a:cubicBezTo>
                  <a:cubicBezTo>
                    <a:pt x="393" y="530"/>
                    <a:pt x="395" y="529"/>
                    <a:pt x="394" y="530"/>
                  </a:cubicBezTo>
                  <a:close/>
                  <a:moveTo>
                    <a:pt x="397" y="543"/>
                  </a:moveTo>
                  <a:cubicBezTo>
                    <a:pt x="397" y="543"/>
                    <a:pt x="396" y="544"/>
                    <a:pt x="396" y="543"/>
                  </a:cubicBezTo>
                  <a:cubicBezTo>
                    <a:pt x="395" y="543"/>
                    <a:pt x="398" y="542"/>
                    <a:pt x="397" y="543"/>
                  </a:cubicBezTo>
                  <a:close/>
                  <a:moveTo>
                    <a:pt x="396" y="585"/>
                  </a:moveTo>
                  <a:cubicBezTo>
                    <a:pt x="396" y="586"/>
                    <a:pt x="396" y="586"/>
                    <a:pt x="396" y="586"/>
                  </a:cubicBezTo>
                  <a:cubicBezTo>
                    <a:pt x="394" y="587"/>
                    <a:pt x="396" y="586"/>
                    <a:pt x="396" y="585"/>
                  </a:cubicBezTo>
                  <a:close/>
                  <a:moveTo>
                    <a:pt x="396" y="601"/>
                  </a:moveTo>
                  <a:cubicBezTo>
                    <a:pt x="397" y="601"/>
                    <a:pt x="396" y="602"/>
                    <a:pt x="395" y="603"/>
                  </a:cubicBezTo>
                  <a:cubicBezTo>
                    <a:pt x="395" y="602"/>
                    <a:pt x="396" y="601"/>
                    <a:pt x="396" y="601"/>
                  </a:cubicBezTo>
                  <a:close/>
                  <a:moveTo>
                    <a:pt x="399" y="645"/>
                  </a:moveTo>
                  <a:cubicBezTo>
                    <a:pt x="399" y="646"/>
                    <a:pt x="396" y="647"/>
                    <a:pt x="397" y="645"/>
                  </a:cubicBezTo>
                  <a:cubicBezTo>
                    <a:pt x="397" y="643"/>
                    <a:pt x="399" y="644"/>
                    <a:pt x="399" y="645"/>
                  </a:cubicBezTo>
                  <a:close/>
                  <a:moveTo>
                    <a:pt x="398" y="622"/>
                  </a:moveTo>
                  <a:cubicBezTo>
                    <a:pt x="395" y="624"/>
                    <a:pt x="397" y="618"/>
                    <a:pt x="399" y="619"/>
                  </a:cubicBezTo>
                  <a:cubicBezTo>
                    <a:pt x="401" y="620"/>
                    <a:pt x="399" y="622"/>
                    <a:pt x="398" y="622"/>
                  </a:cubicBezTo>
                  <a:close/>
                  <a:moveTo>
                    <a:pt x="397" y="513"/>
                  </a:moveTo>
                  <a:cubicBezTo>
                    <a:pt x="397" y="513"/>
                    <a:pt x="399" y="513"/>
                    <a:pt x="399" y="513"/>
                  </a:cubicBezTo>
                  <a:cubicBezTo>
                    <a:pt x="399" y="514"/>
                    <a:pt x="397" y="514"/>
                    <a:pt x="397" y="513"/>
                  </a:cubicBezTo>
                  <a:close/>
                  <a:moveTo>
                    <a:pt x="397" y="606"/>
                  </a:moveTo>
                  <a:cubicBezTo>
                    <a:pt x="397" y="605"/>
                    <a:pt x="397" y="605"/>
                    <a:pt x="398" y="605"/>
                  </a:cubicBezTo>
                  <a:cubicBezTo>
                    <a:pt x="399" y="605"/>
                    <a:pt x="398" y="607"/>
                    <a:pt x="397" y="606"/>
                  </a:cubicBezTo>
                  <a:close/>
                  <a:moveTo>
                    <a:pt x="397" y="461"/>
                  </a:moveTo>
                  <a:cubicBezTo>
                    <a:pt x="398" y="459"/>
                    <a:pt x="400" y="459"/>
                    <a:pt x="402" y="458"/>
                  </a:cubicBezTo>
                  <a:cubicBezTo>
                    <a:pt x="401" y="460"/>
                    <a:pt x="399" y="460"/>
                    <a:pt x="397" y="461"/>
                  </a:cubicBezTo>
                  <a:close/>
                  <a:moveTo>
                    <a:pt x="401" y="364"/>
                  </a:moveTo>
                  <a:cubicBezTo>
                    <a:pt x="399" y="366"/>
                    <a:pt x="401" y="361"/>
                    <a:pt x="402" y="362"/>
                  </a:cubicBezTo>
                  <a:cubicBezTo>
                    <a:pt x="403" y="362"/>
                    <a:pt x="401" y="364"/>
                    <a:pt x="401" y="364"/>
                  </a:cubicBezTo>
                  <a:close/>
                  <a:moveTo>
                    <a:pt x="400" y="245"/>
                  </a:moveTo>
                  <a:cubicBezTo>
                    <a:pt x="401" y="244"/>
                    <a:pt x="399" y="246"/>
                    <a:pt x="400" y="245"/>
                  </a:cubicBezTo>
                  <a:close/>
                  <a:moveTo>
                    <a:pt x="402" y="477"/>
                  </a:moveTo>
                  <a:cubicBezTo>
                    <a:pt x="401" y="478"/>
                    <a:pt x="403" y="476"/>
                    <a:pt x="402" y="477"/>
                  </a:cubicBezTo>
                  <a:close/>
                  <a:moveTo>
                    <a:pt x="402" y="458"/>
                  </a:moveTo>
                  <a:cubicBezTo>
                    <a:pt x="401" y="457"/>
                    <a:pt x="406" y="457"/>
                    <a:pt x="404" y="458"/>
                  </a:cubicBezTo>
                  <a:cubicBezTo>
                    <a:pt x="403" y="458"/>
                    <a:pt x="403" y="459"/>
                    <a:pt x="402" y="458"/>
                  </a:cubicBezTo>
                  <a:close/>
                  <a:moveTo>
                    <a:pt x="406" y="578"/>
                  </a:moveTo>
                  <a:cubicBezTo>
                    <a:pt x="406" y="578"/>
                    <a:pt x="408" y="577"/>
                    <a:pt x="409" y="578"/>
                  </a:cubicBezTo>
                  <a:cubicBezTo>
                    <a:pt x="409" y="579"/>
                    <a:pt x="406" y="580"/>
                    <a:pt x="406" y="578"/>
                  </a:cubicBezTo>
                  <a:close/>
                  <a:moveTo>
                    <a:pt x="409" y="606"/>
                  </a:moveTo>
                  <a:cubicBezTo>
                    <a:pt x="408" y="607"/>
                    <a:pt x="407" y="606"/>
                    <a:pt x="409" y="606"/>
                  </a:cubicBezTo>
                  <a:close/>
                  <a:moveTo>
                    <a:pt x="408" y="313"/>
                  </a:moveTo>
                  <a:cubicBezTo>
                    <a:pt x="407" y="314"/>
                    <a:pt x="409" y="312"/>
                    <a:pt x="408" y="313"/>
                  </a:cubicBezTo>
                  <a:close/>
                  <a:moveTo>
                    <a:pt x="407" y="275"/>
                  </a:moveTo>
                  <a:cubicBezTo>
                    <a:pt x="407" y="273"/>
                    <a:pt x="410" y="273"/>
                    <a:pt x="407" y="275"/>
                  </a:cubicBezTo>
                  <a:close/>
                  <a:moveTo>
                    <a:pt x="408" y="442"/>
                  </a:moveTo>
                  <a:cubicBezTo>
                    <a:pt x="408" y="443"/>
                    <a:pt x="407" y="443"/>
                    <a:pt x="406" y="443"/>
                  </a:cubicBezTo>
                  <a:cubicBezTo>
                    <a:pt x="406" y="443"/>
                    <a:pt x="407" y="442"/>
                    <a:pt x="408" y="442"/>
                  </a:cubicBezTo>
                  <a:close/>
                  <a:moveTo>
                    <a:pt x="406" y="543"/>
                  </a:moveTo>
                  <a:cubicBezTo>
                    <a:pt x="406" y="544"/>
                    <a:pt x="405" y="543"/>
                    <a:pt x="405" y="543"/>
                  </a:cubicBezTo>
                  <a:cubicBezTo>
                    <a:pt x="406" y="542"/>
                    <a:pt x="406" y="543"/>
                    <a:pt x="406" y="543"/>
                  </a:cubicBezTo>
                  <a:close/>
                  <a:moveTo>
                    <a:pt x="405" y="445"/>
                  </a:moveTo>
                  <a:cubicBezTo>
                    <a:pt x="404" y="444"/>
                    <a:pt x="406" y="443"/>
                    <a:pt x="405" y="445"/>
                  </a:cubicBezTo>
                  <a:close/>
                  <a:moveTo>
                    <a:pt x="404" y="396"/>
                  </a:moveTo>
                  <a:cubicBezTo>
                    <a:pt x="404" y="395"/>
                    <a:pt x="405" y="395"/>
                    <a:pt x="406" y="395"/>
                  </a:cubicBezTo>
                  <a:cubicBezTo>
                    <a:pt x="405" y="395"/>
                    <a:pt x="405" y="396"/>
                    <a:pt x="404" y="396"/>
                  </a:cubicBezTo>
                  <a:close/>
                  <a:moveTo>
                    <a:pt x="403" y="318"/>
                  </a:moveTo>
                  <a:cubicBezTo>
                    <a:pt x="403" y="317"/>
                    <a:pt x="404" y="317"/>
                    <a:pt x="404" y="316"/>
                  </a:cubicBezTo>
                  <a:cubicBezTo>
                    <a:pt x="405" y="316"/>
                    <a:pt x="403" y="318"/>
                    <a:pt x="403" y="318"/>
                  </a:cubicBezTo>
                  <a:close/>
                  <a:moveTo>
                    <a:pt x="404" y="524"/>
                  </a:moveTo>
                  <a:cubicBezTo>
                    <a:pt x="404" y="524"/>
                    <a:pt x="404" y="523"/>
                    <a:pt x="404" y="523"/>
                  </a:cubicBezTo>
                  <a:cubicBezTo>
                    <a:pt x="404" y="521"/>
                    <a:pt x="406" y="524"/>
                    <a:pt x="404" y="524"/>
                  </a:cubicBezTo>
                  <a:close/>
                  <a:moveTo>
                    <a:pt x="405" y="525"/>
                  </a:moveTo>
                  <a:cubicBezTo>
                    <a:pt x="405" y="525"/>
                    <a:pt x="405" y="525"/>
                    <a:pt x="405" y="525"/>
                  </a:cubicBezTo>
                  <a:cubicBezTo>
                    <a:pt x="405" y="525"/>
                    <a:pt x="405" y="525"/>
                    <a:pt x="405" y="525"/>
                  </a:cubicBezTo>
                  <a:close/>
                  <a:moveTo>
                    <a:pt x="404" y="655"/>
                  </a:moveTo>
                  <a:cubicBezTo>
                    <a:pt x="405" y="653"/>
                    <a:pt x="407" y="655"/>
                    <a:pt x="404" y="655"/>
                  </a:cubicBezTo>
                  <a:close/>
                  <a:moveTo>
                    <a:pt x="407" y="684"/>
                  </a:moveTo>
                  <a:cubicBezTo>
                    <a:pt x="407" y="684"/>
                    <a:pt x="405" y="685"/>
                    <a:pt x="405" y="683"/>
                  </a:cubicBezTo>
                  <a:cubicBezTo>
                    <a:pt x="405" y="683"/>
                    <a:pt x="407" y="683"/>
                    <a:pt x="407" y="684"/>
                  </a:cubicBezTo>
                  <a:close/>
                  <a:moveTo>
                    <a:pt x="409" y="608"/>
                  </a:moveTo>
                  <a:cubicBezTo>
                    <a:pt x="410" y="608"/>
                    <a:pt x="408" y="610"/>
                    <a:pt x="407" y="609"/>
                  </a:cubicBezTo>
                  <a:cubicBezTo>
                    <a:pt x="407" y="609"/>
                    <a:pt x="409" y="608"/>
                    <a:pt x="409" y="608"/>
                  </a:cubicBezTo>
                  <a:close/>
                  <a:moveTo>
                    <a:pt x="410" y="568"/>
                  </a:moveTo>
                  <a:cubicBezTo>
                    <a:pt x="410" y="568"/>
                    <a:pt x="409" y="568"/>
                    <a:pt x="409" y="568"/>
                  </a:cubicBezTo>
                  <a:cubicBezTo>
                    <a:pt x="408" y="567"/>
                    <a:pt x="411" y="566"/>
                    <a:pt x="410" y="568"/>
                  </a:cubicBezTo>
                  <a:close/>
                  <a:moveTo>
                    <a:pt x="409" y="52"/>
                  </a:moveTo>
                  <a:cubicBezTo>
                    <a:pt x="410" y="51"/>
                    <a:pt x="412" y="49"/>
                    <a:pt x="414" y="50"/>
                  </a:cubicBezTo>
                  <a:cubicBezTo>
                    <a:pt x="416" y="51"/>
                    <a:pt x="411" y="53"/>
                    <a:pt x="409" y="52"/>
                  </a:cubicBezTo>
                  <a:close/>
                  <a:moveTo>
                    <a:pt x="409" y="237"/>
                  </a:moveTo>
                  <a:cubicBezTo>
                    <a:pt x="409" y="239"/>
                    <a:pt x="407" y="238"/>
                    <a:pt x="409" y="237"/>
                  </a:cubicBezTo>
                  <a:close/>
                  <a:moveTo>
                    <a:pt x="408" y="55"/>
                  </a:moveTo>
                  <a:cubicBezTo>
                    <a:pt x="408" y="55"/>
                    <a:pt x="408" y="55"/>
                    <a:pt x="409" y="55"/>
                  </a:cubicBezTo>
                  <a:cubicBezTo>
                    <a:pt x="409" y="57"/>
                    <a:pt x="406" y="53"/>
                    <a:pt x="408" y="55"/>
                  </a:cubicBezTo>
                  <a:close/>
                  <a:moveTo>
                    <a:pt x="406" y="162"/>
                  </a:moveTo>
                  <a:cubicBezTo>
                    <a:pt x="404" y="163"/>
                    <a:pt x="403" y="163"/>
                    <a:pt x="401" y="163"/>
                  </a:cubicBezTo>
                  <a:cubicBezTo>
                    <a:pt x="401" y="164"/>
                    <a:pt x="400" y="164"/>
                    <a:pt x="400" y="164"/>
                  </a:cubicBezTo>
                  <a:cubicBezTo>
                    <a:pt x="400" y="164"/>
                    <a:pt x="401" y="164"/>
                    <a:pt x="401" y="163"/>
                  </a:cubicBezTo>
                  <a:cubicBezTo>
                    <a:pt x="403" y="162"/>
                    <a:pt x="406" y="160"/>
                    <a:pt x="407" y="159"/>
                  </a:cubicBezTo>
                  <a:cubicBezTo>
                    <a:pt x="410" y="159"/>
                    <a:pt x="406" y="162"/>
                    <a:pt x="406" y="162"/>
                  </a:cubicBezTo>
                  <a:close/>
                  <a:moveTo>
                    <a:pt x="393" y="311"/>
                  </a:moveTo>
                  <a:cubicBezTo>
                    <a:pt x="391" y="311"/>
                    <a:pt x="394" y="305"/>
                    <a:pt x="395" y="306"/>
                  </a:cubicBezTo>
                  <a:cubicBezTo>
                    <a:pt x="397" y="307"/>
                    <a:pt x="394" y="311"/>
                    <a:pt x="393" y="311"/>
                  </a:cubicBezTo>
                  <a:close/>
                  <a:moveTo>
                    <a:pt x="396" y="305"/>
                  </a:moveTo>
                  <a:cubicBezTo>
                    <a:pt x="397" y="304"/>
                    <a:pt x="395" y="306"/>
                    <a:pt x="396" y="305"/>
                  </a:cubicBezTo>
                  <a:close/>
                  <a:moveTo>
                    <a:pt x="394" y="421"/>
                  </a:moveTo>
                  <a:cubicBezTo>
                    <a:pt x="395" y="422"/>
                    <a:pt x="393" y="423"/>
                    <a:pt x="394" y="421"/>
                  </a:cubicBezTo>
                  <a:close/>
                  <a:moveTo>
                    <a:pt x="393" y="423"/>
                  </a:moveTo>
                  <a:cubicBezTo>
                    <a:pt x="393" y="424"/>
                    <a:pt x="392" y="424"/>
                    <a:pt x="391" y="424"/>
                  </a:cubicBezTo>
                  <a:cubicBezTo>
                    <a:pt x="391" y="423"/>
                    <a:pt x="392" y="423"/>
                    <a:pt x="393" y="423"/>
                  </a:cubicBezTo>
                  <a:close/>
                  <a:moveTo>
                    <a:pt x="391" y="240"/>
                  </a:moveTo>
                  <a:cubicBezTo>
                    <a:pt x="390" y="240"/>
                    <a:pt x="392" y="238"/>
                    <a:pt x="391" y="240"/>
                  </a:cubicBezTo>
                  <a:close/>
                  <a:moveTo>
                    <a:pt x="392" y="270"/>
                  </a:moveTo>
                  <a:cubicBezTo>
                    <a:pt x="391" y="270"/>
                    <a:pt x="393" y="269"/>
                    <a:pt x="393" y="268"/>
                  </a:cubicBezTo>
                  <a:cubicBezTo>
                    <a:pt x="394" y="269"/>
                    <a:pt x="392" y="269"/>
                    <a:pt x="392" y="270"/>
                  </a:cubicBezTo>
                  <a:close/>
                  <a:moveTo>
                    <a:pt x="392" y="138"/>
                  </a:moveTo>
                  <a:cubicBezTo>
                    <a:pt x="394" y="139"/>
                    <a:pt x="391" y="137"/>
                    <a:pt x="392" y="138"/>
                  </a:cubicBezTo>
                  <a:close/>
                  <a:moveTo>
                    <a:pt x="390" y="132"/>
                  </a:moveTo>
                  <a:cubicBezTo>
                    <a:pt x="391" y="132"/>
                    <a:pt x="392" y="132"/>
                    <a:pt x="392" y="132"/>
                  </a:cubicBezTo>
                  <a:cubicBezTo>
                    <a:pt x="392" y="132"/>
                    <a:pt x="391" y="133"/>
                    <a:pt x="390" y="132"/>
                  </a:cubicBezTo>
                  <a:close/>
                  <a:moveTo>
                    <a:pt x="384" y="595"/>
                  </a:moveTo>
                  <a:cubicBezTo>
                    <a:pt x="392" y="593"/>
                    <a:pt x="390" y="603"/>
                    <a:pt x="384" y="604"/>
                  </a:cubicBezTo>
                  <a:cubicBezTo>
                    <a:pt x="378" y="604"/>
                    <a:pt x="379" y="597"/>
                    <a:pt x="384" y="595"/>
                  </a:cubicBezTo>
                  <a:close/>
                  <a:moveTo>
                    <a:pt x="380" y="627"/>
                  </a:moveTo>
                  <a:cubicBezTo>
                    <a:pt x="380" y="627"/>
                    <a:pt x="379" y="627"/>
                    <a:pt x="379" y="627"/>
                  </a:cubicBezTo>
                  <a:cubicBezTo>
                    <a:pt x="379" y="624"/>
                    <a:pt x="381" y="628"/>
                    <a:pt x="380" y="627"/>
                  </a:cubicBezTo>
                  <a:close/>
                  <a:moveTo>
                    <a:pt x="387" y="569"/>
                  </a:moveTo>
                  <a:cubicBezTo>
                    <a:pt x="387" y="569"/>
                    <a:pt x="387" y="569"/>
                    <a:pt x="387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8" y="569"/>
                    <a:pt x="389" y="569"/>
                  </a:cubicBezTo>
                  <a:cubicBezTo>
                    <a:pt x="388" y="569"/>
                    <a:pt x="388" y="569"/>
                    <a:pt x="388" y="569"/>
                  </a:cubicBezTo>
                  <a:cubicBezTo>
                    <a:pt x="388" y="569"/>
                    <a:pt x="387" y="569"/>
                    <a:pt x="387" y="569"/>
                  </a:cubicBezTo>
                  <a:close/>
                  <a:moveTo>
                    <a:pt x="380" y="511"/>
                  </a:moveTo>
                  <a:cubicBezTo>
                    <a:pt x="380" y="511"/>
                    <a:pt x="380" y="512"/>
                    <a:pt x="380" y="512"/>
                  </a:cubicBezTo>
                  <a:cubicBezTo>
                    <a:pt x="379" y="511"/>
                    <a:pt x="381" y="510"/>
                    <a:pt x="380" y="511"/>
                  </a:cubicBezTo>
                  <a:close/>
                  <a:moveTo>
                    <a:pt x="379" y="533"/>
                  </a:moveTo>
                  <a:cubicBezTo>
                    <a:pt x="380" y="532"/>
                    <a:pt x="381" y="533"/>
                    <a:pt x="379" y="533"/>
                  </a:cubicBezTo>
                  <a:close/>
                  <a:moveTo>
                    <a:pt x="379" y="572"/>
                  </a:move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ubicBezTo>
                    <a:pt x="379" y="572"/>
                    <a:pt x="379" y="572"/>
                    <a:pt x="379" y="572"/>
                  </a:cubicBezTo>
                  <a:close/>
                  <a:moveTo>
                    <a:pt x="380" y="590"/>
                  </a:moveTo>
                  <a:cubicBezTo>
                    <a:pt x="380" y="590"/>
                    <a:pt x="379" y="591"/>
                    <a:pt x="379" y="591"/>
                  </a:cubicBezTo>
                  <a:cubicBezTo>
                    <a:pt x="378" y="592"/>
                    <a:pt x="379" y="589"/>
                    <a:pt x="380" y="590"/>
                  </a:cubicBezTo>
                  <a:close/>
                  <a:moveTo>
                    <a:pt x="381" y="633"/>
                  </a:moveTo>
                  <a:cubicBezTo>
                    <a:pt x="382" y="633"/>
                    <a:pt x="384" y="632"/>
                    <a:pt x="384" y="632"/>
                  </a:cubicBezTo>
                  <a:cubicBezTo>
                    <a:pt x="385" y="633"/>
                    <a:pt x="381" y="634"/>
                    <a:pt x="381" y="633"/>
                  </a:cubicBezTo>
                  <a:close/>
                  <a:moveTo>
                    <a:pt x="382" y="620"/>
                  </a:moveTo>
                  <a:cubicBezTo>
                    <a:pt x="379" y="617"/>
                    <a:pt x="382" y="612"/>
                    <a:pt x="386" y="611"/>
                  </a:cubicBezTo>
                  <a:cubicBezTo>
                    <a:pt x="387" y="610"/>
                    <a:pt x="390" y="611"/>
                    <a:pt x="392" y="611"/>
                  </a:cubicBezTo>
                  <a:cubicBezTo>
                    <a:pt x="395" y="611"/>
                    <a:pt x="393" y="611"/>
                    <a:pt x="395" y="613"/>
                  </a:cubicBezTo>
                  <a:cubicBezTo>
                    <a:pt x="397" y="616"/>
                    <a:pt x="396" y="621"/>
                    <a:pt x="392" y="620"/>
                  </a:cubicBezTo>
                  <a:cubicBezTo>
                    <a:pt x="394" y="614"/>
                    <a:pt x="391" y="621"/>
                    <a:pt x="389" y="622"/>
                  </a:cubicBezTo>
                  <a:cubicBezTo>
                    <a:pt x="388" y="622"/>
                    <a:pt x="383" y="621"/>
                    <a:pt x="382" y="620"/>
                  </a:cubicBezTo>
                  <a:close/>
                  <a:moveTo>
                    <a:pt x="388" y="623"/>
                  </a:moveTo>
                  <a:cubicBezTo>
                    <a:pt x="389" y="623"/>
                    <a:pt x="397" y="619"/>
                    <a:pt x="396" y="622"/>
                  </a:cubicBezTo>
                  <a:cubicBezTo>
                    <a:pt x="396" y="623"/>
                    <a:pt x="390" y="624"/>
                    <a:pt x="388" y="623"/>
                  </a:cubicBezTo>
                  <a:close/>
                  <a:moveTo>
                    <a:pt x="394" y="625"/>
                  </a:moveTo>
                  <a:cubicBezTo>
                    <a:pt x="394" y="626"/>
                    <a:pt x="393" y="626"/>
                    <a:pt x="392" y="625"/>
                  </a:cubicBezTo>
                  <a:cubicBezTo>
                    <a:pt x="392" y="624"/>
                    <a:pt x="395" y="625"/>
                    <a:pt x="394" y="625"/>
                  </a:cubicBezTo>
                  <a:close/>
                  <a:moveTo>
                    <a:pt x="392" y="698"/>
                  </a:moveTo>
                  <a:cubicBezTo>
                    <a:pt x="392" y="698"/>
                    <a:pt x="394" y="697"/>
                    <a:pt x="394" y="698"/>
                  </a:cubicBezTo>
                  <a:cubicBezTo>
                    <a:pt x="394" y="699"/>
                    <a:pt x="393" y="698"/>
                    <a:pt x="392" y="698"/>
                  </a:cubicBezTo>
                  <a:close/>
                  <a:moveTo>
                    <a:pt x="392" y="637"/>
                  </a:moveTo>
                  <a:cubicBezTo>
                    <a:pt x="392" y="636"/>
                    <a:pt x="394" y="636"/>
                    <a:pt x="394" y="637"/>
                  </a:cubicBezTo>
                  <a:cubicBezTo>
                    <a:pt x="395" y="638"/>
                    <a:pt x="392" y="637"/>
                    <a:pt x="392" y="637"/>
                  </a:cubicBezTo>
                  <a:close/>
                  <a:moveTo>
                    <a:pt x="395" y="671"/>
                  </a:moveTo>
                  <a:cubicBezTo>
                    <a:pt x="394" y="671"/>
                    <a:pt x="396" y="670"/>
                    <a:pt x="397" y="671"/>
                  </a:cubicBezTo>
                  <a:cubicBezTo>
                    <a:pt x="397" y="672"/>
                    <a:pt x="395" y="672"/>
                    <a:pt x="395" y="671"/>
                  </a:cubicBezTo>
                  <a:close/>
                  <a:moveTo>
                    <a:pt x="396" y="648"/>
                  </a:moveTo>
                  <a:cubicBezTo>
                    <a:pt x="396" y="647"/>
                    <a:pt x="397" y="647"/>
                    <a:pt x="398" y="648"/>
                  </a:cubicBezTo>
                  <a:cubicBezTo>
                    <a:pt x="397" y="648"/>
                    <a:pt x="397" y="648"/>
                    <a:pt x="396" y="648"/>
                  </a:cubicBezTo>
                  <a:close/>
                  <a:moveTo>
                    <a:pt x="400" y="692"/>
                  </a:moveTo>
                  <a:cubicBezTo>
                    <a:pt x="399" y="692"/>
                    <a:pt x="397" y="692"/>
                    <a:pt x="397" y="691"/>
                  </a:cubicBezTo>
                  <a:cubicBezTo>
                    <a:pt x="397" y="689"/>
                    <a:pt x="400" y="691"/>
                    <a:pt x="400" y="692"/>
                  </a:cubicBezTo>
                  <a:close/>
                  <a:moveTo>
                    <a:pt x="401" y="665"/>
                  </a:moveTo>
                  <a:cubicBezTo>
                    <a:pt x="401" y="663"/>
                    <a:pt x="401" y="666"/>
                    <a:pt x="401" y="665"/>
                  </a:cubicBezTo>
                  <a:close/>
                  <a:moveTo>
                    <a:pt x="400" y="653"/>
                  </a:moveTo>
                  <a:cubicBezTo>
                    <a:pt x="400" y="650"/>
                    <a:pt x="404" y="652"/>
                    <a:pt x="403" y="653"/>
                  </a:cubicBezTo>
                  <a:cubicBezTo>
                    <a:pt x="403" y="655"/>
                    <a:pt x="400" y="654"/>
                    <a:pt x="400" y="653"/>
                  </a:cubicBezTo>
                  <a:close/>
                  <a:moveTo>
                    <a:pt x="402" y="661"/>
                  </a:moveTo>
                  <a:cubicBezTo>
                    <a:pt x="401" y="660"/>
                    <a:pt x="403" y="660"/>
                    <a:pt x="403" y="660"/>
                  </a:cubicBezTo>
                  <a:cubicBezTo>
                    <a:pt x="403" y="661"/>
                    <a:pt x="402" y="661"/>
                    <a:pt x="402" y="661"/>
                  </a:cubicBezTo>
                  <a:close/>
                  <a:moveTo>
                    <a:pt x="405" y="663"/>
                  </a:moveTo>
                  <a:cubicBezTo>
                    <a:pt x="404" y="664"/>
                    <a:pt x="404" y="664"/>
                    <a:pt x="403" y="663"/>
                  </a:cubicBezTo>
                  <a:cubicBezTo>
                    <a:pt x="403" y="662"/>
                    <a:pt x="406" y="662"/>
                    <a:pt x="405" y="663"/>
                  </a:cubicBezTo>
                  <a:close/>
                  <a:moveTo>
                    <a:pt x="404" y="703"/>
                  </a:moveTo>
                  <a:cubicBezTo>
                    <a:pt x="405" y="701"/>
                    <a:pt x="409" y="701"/>
                    <a:pt x="411" y="701"/>
                  </a:cubicBezTo>
                  <a:cubicBezTo>
                    <a:pt x="409" y="702"/>
                    <a:pt x="406" y="702"/>
                    <a:pt x="404" y="703"/>
                  </a:cubicBezTo>
                  <a:close/>
                  <a:moveTo>
                    <a:pt x="407" y="752"/>
                  </a:moveTo>
                  <a:cubicBezTo>
                    <a:pt x="407" y="753"/>
                    <a:pt x="406" y="751"/>
                    <a:pt x="406" y="751"/>
                  </a:cubicBezTo>
                  <a:cubicBezTo>
                    <a:pt x="406" y="750"/>
                    <a:pt x="409" y="751"/>
                    <a:pt x="407" y="752"/>
                  </a:cubicBezTo>
                  <a:close/>
                  <a:moveTo>
                    <a:pt x="404" y="753"/>
                  </a:moveTo>
                  <a:cubicBezTo>
                    <a:pt x="405" y="752"/>
                    <a:pt x="406" y="753"/>
                    <a:pt x="407" y="753"/>
                  </a:cubicBezTo>
                  <a:cubicBezTo>
                    <a:pt x="406" y="754"/>
                    <a:pt x="405" y="753"/>
                    <a:pt x="404" y="753"/>
                  </a:cubicBezTo>
                  <a:close/>
                  <a:moveTo>
                    <a:pt x="413" y="782"/>
                  </a:moveTo>
                  <a:cubicBezTo>
                    <a:pt x="412" y="781"/>
                    <a:pt x="415" y="781"/>
                    <a:pt x="415" y="782"/>
                  </a:cubicBezTo>
                  <a:cubicBezTo>
                    <a:pt x="415" y="782"/>
                    <a:pt x="413" y="783"/>
                    <a:pt x="413" y="782"/>
                  </a:cubicBezTo>
                  <a:close/>
                  <a:moveTo>
                    <a:pt x="415" y="790"/>
                  </a:moveTo>
                  <a:cubicBezTo>
                    <a:pt x="415" y="790"/>
                    <a:pt x="416" y="791"/>
                    <a:pt x="416" y="791"/>
                  </a:cubicBezTo>
                  <a:cubicBezTo>
                    <a:pt x="416" y="792"/>
                    <a:pt x="414" y="791"/>
                    <a:pt x="415" y="790"/>
                  </a:cubicBezTo>
                  <a:close/>
                  <a:moveTo>
                    <a:pt x="416" y="769"/>
                  </a:moveTo>
                  <a:cubicBezTo>
                    <a:pt x="415" y="771"/>
                    <a:pt x="412" y="767"/>
                    <a:pt x="409" y="767"/>
                  </a:cubicBezTo>
                  <a:cubicBezTo>
                    <a:pt x="408" y="767"/>
                    <a:pt x="403" y="768"/>
                    <a:pt x="402" y="766"/>
                  </a:cubicBezTo>
                  <a:cubicBezTo>
                    <a:pt x="402" y="764"/>
                    <a:pt x="408" y="766"/>
                    <a:pt x="409" y="765"/>
                  </a:cubicBezTo>
                  <a:cubicBezTo>
                    <a:pt x="409" y="765"/>
                    <a:pt x="407" y="761"/>
                    <a:pt x="407" y="760"/>
                  </a:cubicBezTo>
                  <a:cubicBezTo>
                    <a:pt x="407" y="752"/>
                    <a:pt x="419" y="758"/>
                    <a:pt x="422" y="761"/>
                  </a:cubicBezTo>
                  <a:cubicBezTo>
                    <a:pt x="426" y="765"/>
                    <a:pt x="417" y="761"/>
                    <a:pt x="419" y="766"/>
                  </a:cubicBezTo>
                  <a:cubicBezTo>
                    <a:pt x="416" y="764"/>
                    <a:pt x="417" y="769"/>
                    <a:pt x="416" y="769"/>
                  </a:cubicBezTo>
                  <a:close/>
                  <a:moveTo>
                    <a:pt x="420" y="776"/>
                  </a:moveTo>
                  <a:cubicBezTo>
                    <a:pt x="422" y="777"/>
                    <a:pt x="419" y="780"/>
                    <a:pt x="419" y="777"/>
                  </a:cubicBezTo>
                  <a:cubicBezTo>
                    <a:pt x="419" y="777"/>
                    <a:pt x="419" y="776"/>
                    <a:pt x="420" y="776"/>
                  </a:cubicBezTo>
                  <a:close/>
                  <a:moveTo>
                    <a:pt x="419" y="781"/>
                  </a:moveTo>
                  <a:cubicBezTo>
                    <a:pt x="420" y="780"/>
                    <a:pt x="421" y="780"/>
                    <a:pt x="423" y="780"/>
                  </a:cubicBezTo>
                  <a:cubicBezTo>
                    <a:pt x="422" y="781"/>
                    <a:pt x="420" y="781"/>
                    <a:pt x="419" y="781"/>
                  </a:cubicBezTo>
                  <a:close/>
                  <a:moveTo>
                    <a:pt x="422" y="781"/>
                  </a:moveTo>
                  <a:cubicBezTo>
                    <a:pt x="422" y="780"/>
                    <a:pt x="423" y="780"/>
                    <a:pt x="423" y="781"/>
                  </a:cubicBezTo>
                  <a:cubicBezTo>
                    <a:pt x="423" y="781"/>
                    <a:pt x="422" y="782"/>
                    <a:pt x="422" y="781"/>
                  </a:cubicBezTo>
                  <a:close/>
                  <a:moveTo>
                    <a:pt x="424" y="780"/>
                  </a:moveTo>
                  <a:cubicBezTo>
                    <a:pt x="423" y="780"/>
                    <a:pt x="426" y="781"/>
                    <a:pt x="424" y="780"/>
                  </a:cubicBezTo>
                  <a:close/>
                  <a:moveTo>
                    <a:pt x="428" y="750"/>
                  </a:moveTo>
                  <a:cubicBezTo>
                    <a:pt x="427" y="750"/>
                    <a:pt x="427" y="749"/>
                    <a:pt x="428" y="750"/>
                  </a:cubicBezTo>
                  <a:close/>
                  <a:moveTo>
                    <a:pt x="424" y="728"/>
                  </a:moveTo>
                  <a:cubicBezTo>
                    <a:pt x="424" y="727"/>
                    <a:pt x="428" y="726"/>
                    <a:pt x="428" y="728"/>
                  </a:cubicBezTo>
                  <a:cubicBezTo>
                    <a:pt x="429" y="730"/>
                    <a:pt x="424" y="731"/>
                    <a:pt x="424" y="728"/>
                  </a:cubicBezTo>
                  <a:close/>
                  <a:moveTo>
                    <a:pt x="429" y="774"/>
                  </a:moveTo>
                  <a:cubicBezTo>
                    <a:pt x="429" y="773"/>
                    <a:pt x="431" y="773"/>
                    <a:pt x="431" y="773"/>
                  </a:cubicBezTo>
                  <a:cubicBezTo>
                    <a:pt x="432" y="774"/>
                    <a:pt x="429" y="775"/>
                    <a:pt x="429" y="774"/>
                  </a:cubicBezTo>
                  <a:close/>
                  <a:moveTo>
                    <a:pt x="436" y="765"/>
                  </a:moveTo>
                  <a:cubicBezTo>
                    <a:pt x="437" y="763"/>
                    <a:pt x="441" y="765"/>
                    <a:pt x="441" y="767"/>
                  </a:cubicBezTo>
                  <a:cubicBezTo>
                    <a:pt x="440" y="769"/>
                    <a:pt x="435" y="768"/>
                    <a:pt x="436" y="765"/>
                  </a:cubicBezTo>
                  <a:close/>
                  <a:moveTo>
                    <a:pt x="430" y="758"/>
                  </a:moveTo>
                  <a:cubicBezTo>
                    <a:pt x="432" y="757"/>
                    <a:pt x="442" y="760"/>
                    <a:pt x="441" y="760"/>
                  </a:cubicBezTo>
                  <a:cubicBezTo>
                    <a:pt x="440" y="761"/>
                    <a:pt x="433" y="758"/>
                    <a:pt x="430" y="758"/>
                  </a:cubicBezTo>
                  <a:close/>
                  <a:moveTo>
                    <a:pt x="439" y="757"/>
                  </a:moveTo>
                  <a:cubicBezTo>
                    <a:pt x="440" y="755"/>
                    <a:pt x="443" y="755"/>
                    <a:pt x="445" y="756"/>
                  </a:cubicBezTo>
                  <a:cubicBezTo>
                    <a:pt x="443" y="756"/>
                    <a:pt x="441" y="757"/>
                    <a:pt x="439" y="757"/>
                  </a:cubicBezTo>
                  <a:close/>
                  <a:moveTo>
                    <a:pt x="442" y="718"/>
                  </a:moveTo>
                  <a:cubicBezTo>
                    <a:pt x="442" y="716"/>
                    <a:pt x="446" y="716"/>
                    <a:pt x="446" y="718"/>
                  </a:cubicBezTo>
                  <a:cubicBezTo>
                    <a:pt x="446" y="718"/>
                    <a:pt x="442" y="720"/>
                    <a:pt x="442" y="718"/>
                  </a:cubicBezTo>
                  <a:close/>
                  <a:moveTo>
                    <a:pt x="446" y="755"/>
                  </a:moveTo>
                  <a:cubicBezTo>
                    <a:pt x="448" y="755"/>
                    <a:pt x="450" y="754"/>
                    <a:pt x="452" y="755"/>
                  </a:cubicBezTo>
                  <a:cubicBezTo>
                    <a:pt x="450" y="755"/>
                    <a:pt x="448" y="756"/>
                    <a:pt x="446" y="755"/>
                  </a:cubicBezTo>
                  <a:close/>
                  <a:moveTo>
                    <a:pt x="453" y="520"/>
                  </a:moveTo>
                  <a:cubicBezTo>
                    <a:pt x="454" y="520"/>
                    <a:pt x="453" y="521"/>
                    <a:pt x="453" y="521"/>
                  </a:cubicBezTo>
                  <a:cubicBezTo>
                    <a:pt x="450" y="523"/>
                    <a:pt x="452" y="518"/>
                    <a:pt x="453" y="520"/>
                  </a:cubicBezTo>
                  <a:close/>
                  <a:moveTo>
                    <a:pt x="453" y="590"/>
                  </a:moveTo>
                  <a:cubicBezTo>
                    <a:pt x="452" y="590"/>
                    <a:pt x="453" y="590"/>
                    <a:pt x="453" y="590"/>
                  </a:cubicBezTo>
                  <a:cubicBezTo>
                    <a:pt x="454" y="590"/>
                    <a:pt x="453" y="590"/>
                    <a:pt x="453" y="590"/>
                  </a:cubicBezTo>
                  <a:close/>
                  <a:moveTo>
                    <a:pt x="455" y="750"/>
                  </a:moveTo>
                  <a:cubicBezTo>
                    <a:pt x="455" y="750"/>
                    <a:pt x="454" y="750"/>
                    <a:pt x="455" y="750"/>
                  </a:cubicBezTo>
                  <a:close/>
                  <a:moveTo>
                    <a:pt x="455" y="750"/>
                  </a:move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ubicBezTo>
                    <a:pt x="455" y="750"/>
                    <a:pt x="455" y="750"/>
                    <a:pt x="455" y="750"/>
                  </a:cubicBezTo>
                  <a:close/>
                  <a:moveTo>
                    <a:pt x="453" y="740"/>
                  </a:moveTo>
                  <a:cubicBezTo>
                    <a:pt x="455" y="737"/>
                    <a:pt x="457" y="739"/>
                    <a:pt x="453" y="740"/>
                  </a:cubicBezTo>
                  <a:close/>
                  <a:moveTo>
                    <a:pt x="454" y="643"/>
                  </a:moveTo>
                  <a:cubicBezTo>
                    <a:pt x="454" y="642"/>
                    <a:pt x="455" y="641"/>
                    <a:pt x="455" y="641"/>
                  </a:cubicBezTo>
                  <a:cubicBezTo>
                    <a:pt x="458" y="642"/>
                    <a:pt x="455" y="645"/>
                    <a:pt x="454" y="643"/>
                  </a:cubicBezTo>
                  <a:close/>
                  <a:moveTo>
                    <a:pt x="459" y="703"/>
                  </a:moveTo>
                  <a:cubicBezTo>
                    <a:pt x="456" y="704"/>
                    <a:pt x="455" y="702"/>
                    <a:pt x="459" y="703"/>
                  </a:cubicBezTo>
                  <a:close/>
                  <a:moveTo>
                    <a:pt x="457" y="743"/>
                  </a:moveTo>
                  <a:cubicBezTo>
                    <a:pt x="458" y="741"/>
                    <a:pt x="461" y="740"/>
                    <a:pt x="462" y="742"/>
                  </a:cubicBezTo>
                  <a:cubicBezTo>
                    <a:pt x="465" y="746"/>
                    <a:pt x="457" y="747"/>
                    <a:pt x="457" y="743"/>
                  </a:cubicBezTo>
                  <a:close/>
                  <a:moveTo>
                    <a:pt x="464" y="717"/>
                  </a:moveTo>
                  <a:cubicBezTo>
                    <a:pt x="463" y="717"/>
                    <a:pt x="463" y="717"/>
                    <a:pt x="464" y="717"/>
                  </a:cubicBezTo>
                  <a:close/>
                  <a:moveTo>
                    <a:pt x="466" y="739"/>
                  </a:moveTo>
                  <a:cubicBezTo>
                    <a:pt x="465" y="739"/>
                    <a:pt x="464" y="740"/>
                    <a:pt x="464" y="739"/>
                  </a:cubicBezTo>
                  <a:cubicBezTo>
                    <a:pt x="462" y="736"/>
                    <a:pt x="469" y="737"/>
                    <a:pt x="466" y="739"/>
                  </a:cubicBezTo>
                  <a:close/>
                  <a:moveTo>
                    <a:pt x="464" y="729"/>
                  </a:moveTo>
                  <a:cubicBezTo>
                    <a:pt x="465" y="728"/>
                    <a:pt x="466" y="728"/>
                    <a:pt x="467" y="728"/>
                  </a:cubicBezTo>
                  <a:cubicBezTo>
                    <a:pt x="467" y="729"/>
                    <a:pt x="465" y="729"/>
                    <a:pt x="464" y="729"/>
                  </a:cubicBezTo>
                  <a:close/>
                  <a:moveTo>
                    <a:pt x="465" y="693"/>
                  </a:moveTo>
                  <a:cubicBezTo>
                    <a:pt x="466" y="692"/>
                    <a:pt x="468" y="692"/>
                    <a:pt x="469" y="692"/>
                  </a:cubicBezTo>
                  <a:cubicBezTo>
                    <a:pt x="469" y="693"/>
                    <a:pt x="466" y="692"/>
                    <a:pt x="465" y="693"/>
                  </a:cubicBezTo>
                  <a:close/>
                  <a:moveTo>
                    <a:pt x="470" y="685"/>
                  </a:moveTo>
                  <a:cubicBezTo>
                    <a:pt x="470" y="686"/>
                    <a:pt x="468" y="685"/>
                    <a:pt x="470" y="685"/>
                  </a:cubicBezTo>
                  <a:close/>
                  <a:moveTo>
                    <a:pt x="467" y="662"/>
                  </a:moveTo>
                  <a:cubicBezTo>
                    <a:pt x="468" y="661"/>
                    <a:pt x="470" y="660"/>
                    <a:pt x="471" y="661"/>
                  </a:cubicBezTo>
                  <a:cubicBezTo>
                    <a:pt x="470" y="661"/>
                    <a:pt x="468" y="662"/>
                    <a:pt x="467" y="662"/>
                  </a:cubicBezTo>
                  <a:close/>
                  <a:moveTo>
                    <a:pt x="471" y="692"/>
                  </a:moveTo>
                  <a:cubicBezTo>
                    <a:pt x="471" y="691"/>
                    <a:pt x="473" y="690"/>
                    <a:pt x="473" y="691"/>
                  </a:cubicBezTo>
                  <a:cubicBezTo>
                    <a:pt x="473" y="691"/>
                    <a:pt x="472" y="691"/>
                    <a:pt x="471" y="692"/>
                  </a:cubicBezTo>
                  <a:close/>
                  <a:moveTo>
                    <a:pt x="472" y="674"/>
                  </a:moveTo>
                  <a:cubicBezTo>
                    <a:pt x="472" y="673"/>
                    <a:pt x="472" y="673"/>
                    <a:pt x="473" y="674"/>
                  </a:cubicBezTo>
                  <a:cubicBezTo>
                    <a:pt x="474" y="674"/>
                    <a:pt x="471" y="676"/>
                    <a:pt x="472" y="674"/>
                  </a:cubicBezTo>
                  <a:close/>
                  <a:moveTo>
                    <a:pt x="472" y="660"/>
                  </a:moveTo>
                  <a:cubicBezTo>
                    <a:pt x="472" y="660"/>
                    <a:pt x="473" y="659"/>
                    <a:pt x="474" y="660"/>
                  </a:cubicBezTo>
                  <a:cubicBezTo>
                    <a:pt x="474" y="660"/>
                    <a:pt x="472" y="660"/>
                    <a:pt x="472" y="660"/>
                  </a:cubicBezTo>
                  <a:close/>
                  <a:moveTo>
                    <a:pt x="466" y="644"/>
                  </a:moveTo>
                  <a:cubicBezTo>
                    <a:pt x="466" y="644"/>
                    <a:pt x="464" y="645"/>
                    <a:pt x="465" y="644"/>
                  </a:cubicBezTo>
                  <a:cubicBezTo>
                    <a:pt x="468" y="641"/>
                    <a:pt x="473" y="641"/>
                    <a:pt x="476" y="640"/>
                  </a:cubicBezTo>
                  <a:cubicBezTo>
                    <a:pt x="473" y="642"/>
                    <a:pt x="468" y="644"/>
                    <a:pt x="466" y="644"/>
                  </a:cubicBezTo>
                  <a:close/>
                  <a:moveTo>
                    <a:pt x="475" y="253"/>
                  </a:moveTo>
                  <a:cubicBezTo>
                    <a:pt x="475" y="253"/>
                    <a:pt x="476" y="252"/>
                    <a:pt x="476" y="253"/>
                  </a:cubicBezTo>
                  <a:cubicBezTo>
                    <a:pt x="477" y="255"/>
                    <a:pt x="474" y="255"/>
                    <a:pt x="475" y="253"/>
                  </a:cubicBezTo>
                  <a:close/>
                  <a:moveTo>
                    <a:pt x="478" y="685"/>
                  </a:moveTo>
                  <a:cubicBezTo>
                    <a:pt x="478" y="684"/>
                    <a:pt x="481" y="684"/>
                    <a:pt x="482" y="684"/>
                  </a:cubicBezTo>
                  <a:cubicBezTo>
                    <a:pt x="482" y="685"/>
                    <a:pt x="479" y="685"/>
                    <a:pt x="478" y="685"/>
                  </a:cubicBezTo>
                  <a:close/>
                  <a:moveTo>
                    <a:pt x="476" y="672"/>
                  </a:moveTo>
                  <a:cubicBezTo>
                    <a:pt x="476" y="668"/>
                    <a:pt x="483" y="671"/>
                    <a:pt x="482" y="673"/>
                  </a:cubicBezTo>
                  <a:cubicBezTo>
                    <a:pt x="482" y="675"/>
                    <a:pt x="476" y="675"/>
                    <a:pt x="476" y="672"/>
                  </a:cubicBezTo>
                  <a:close/>
                  <a:moveTo>
                    <a:pt x="484" y="112"/>
                  </a:moveTo>
                  <a:cubicBezTo>
                    <a:pt x="484" y="111"/>
                    <a:pt x="486" y="111"/>
                    <a:pt x="486" y="111"/>
                  </a:cubicBezTo>
                  <a:cubicBezTo>
                    <a:pt x="488" y="111"/>
                    <a:pt x="489" y="111"/>
                    <a:pt x="489" y="113"/>
                  </a:cubicBezTo>
                  <a:cubicBezTo>
                    <a:pt x="489" y="114"/>
                    <a:pt x="484" y="115"/>
                    <a:pt x="483" y="114"/>
                  </a:cubicBezTo>
                  <a:cubicBezTo>
                    <a:pt x="483" y="113"/>
                    <a:pt x="484" y="113"/>
                    <a:pt x="484" y="112"/>
                  </a:cubicBezTo>
                  <a:cubicBezTo>
                    <a:pt x="484" y="112"/>
                    <a:pt x="484" y="112"/>
                    <a:pt x="484" y="112"/>
                  </a:cubicBezTo>
                  <a:close/>
                  <a:moveTo>
                    <a:pt x="483" y="110"/>
                  </a:moveTo>
                  <a:cubicBezTo>
                    <a:pt x="483" y="111"/>
                    <a:pt x="482" y="111"/>
                    <a:pt x="481" y="111"/>
                  </a:cubicBezTo>
                  <a:cubicBezTo>
                    <a:pt x="481" y="110"/>
                    <a:pt x="483" y="111"/>
                    <a:pt x="483" y="110"/>
                  </a:cubicBezTo>
                  <a:close/>
                  <a:moveTo>
                    <a:pt x="476" y="116"/>
                  </a:moveTo>
                  <a:cubicBezTo>
                    <a:pt x="477" y="116"/>
                    <a:pt x="476" y="117"/>
                    <a:pt x="476" y="117"/>
                  </a:cubicBezTo>
                  <a:cubicBezTo>
                    <a:pt x="475" y="117"/>
                    <a:pt x="476" y="116"/>
                    <a:pt x="476" y="116"/>
                  </a:cubicBezTo>
                  <a:close/>
                  <a:moveTo>
                    <a:pt x="482" y="122"/>
                  </a:moveTo>
                  <a:cubicBezTo>
                    <a:pt x="481" y="124"/>
                    <a:pt x="477" y="125"/>
                    <a:pt x="475" y="126"/>
                  </a:cubicBezTo>
                  <a:cubicBezTo>
                    <a:pt x="477" y="124"/>
                    <a:pt x="479" y="123"/>
                    <a:pt x="482" y="122"/>
                  </a:cubicBezTo>
                  <a:close/>
                  <a:moveTo>
                    <a:pt x="476" y="146"/>
                  </a:moveTo>
                  <a:cubicBezTo>
                    <a:pt x="474" y="149"/>
                    <a:pt x="470" y="149"/>
                    <a:pt x="467" y="150"/>
                  </a:cubicBezTo>
                  <a:cubicBezTo>
                    <a:pt x="469" y="148"/>
                    <a:pt x="473" y="148"/>
                    <a:pt x="476" y="146"/>
                  </a:cubicBezTo>
                  <a:close/>
                  <a:moveTo>
                    <a:pt x="474" y="126"/>
                  </a:moveTo>
                  <a:cubicBezTo>
                    <a:pt x="473" y="127"/>
                    <a:pt x="471" y="128"/>
                    <a:pt x="469" y="128"/>
                  </a:cubicBezTo>
                  <a:cubicBezTo>
                    <a:pt x="470" y="128"/>
                    <a:pt x="471" y="129"/>
                    <a:pt x="470" y="130"/>
                  </a:cubicBezTo>
                  <a:cubicBezTo>
                    <a:pt x="470" y="131"/>
                    <a:pt x="467" y="131"/>
                    <a:pt x="467" y="130"/>
                  </a:cubicBezTo>
                  <a:cubicBezTo>
                    <a:pt x="467" y="129"/>
                    <a:pt x="468" y="129"/>
                    <a:pt x="469" y="128"/>
                  </a:cubicBezTo>
                  <a:cubicBezTo>
                    <a:pt x="469" y="128"/>
                    <a:pt x="468" y="128"/>
                    <a:pt x="468" y="128"/>
                  </a:cubicBezTo>
                  <a:cubicBezTo>
                    <a:pt x="470" y="127"/>
                    <a:pt x="472" y="127"/>
                    <a:pt x="474" y="126"/>
                  </a:cubicBezTo>
                  <a:close/>
                  <a:moveTo>
                    <a:pt x="470" y="106"/>
                  </a:moveTo>
                  <a:cubicBezTo>
                    <a:pt x="470" y="106"/>
                    <a:pt x="470" y="107"/>
                    <a:pt x="469" y="107"/>
                  </a:cubicBezTo>
                  <a:cubicBezTo>
                    <a:pt x="469" y="107"/>
                    <a:pt x="469" y="106"/>
                    <a:pt x="470" y="106"/>
                  </a:cubicBezTo>
                  <a:close/>
                  <a:moveTo>
                    <a:pt x="469" y="74"/>
                  </a:moveTo>
                  <a:cubicBezTo>
                    <a:pt x="468" y="74"/>
                    <a:pt x="467" y="74"/>
                    <a:pt x="466" y="74"/>
                  </a:cubicBezTo>
                  <a:cubicBezTo>
                    <a:pt x="467" y="73"/>
                    <a:pt x="468" y="73"/>
                    <a:pt x="469" y="74"/>
                  </a:cubicBezTo>
                  <a:close/>
                  <a:moveTo>
                    <a:pt x="466" y="75"/>
                  </a:moveTo>
                  <a:cubicBezTo>
                    <a:pt x="466" y="75"/>
                    <a:pt x="468" y="76"/>
                    <a:pt x="468" y="75"/>
                  </a:cubicBezTo>
                  <a:cubicBezTo>
                    <a:pt x="468" y="77"/>
                    <a:pt x="465" y="76"/>
                    <a:pt x="466" y="75"/>
                  </a:cubicBezTo>
                  <a:close/>
                  <a:moveTo>
                    <a:pt x="468" y="80"/>
                  </a:moveTo>
                  <a:cubicBezTo>
                    <a:pt x="468" y="81"/>
                    <a:pt x="466" y="81"/>
                    <a:pt x="466" y="79"/>
                  </a:cubicBezTo>
                  <a:cubicBezTo>
                    <a:pt x="467" y="79"/>
                    <a:pt x="468" y="79"/>
                    <a:pt x="468" y="80"/>
                  </a:cubicBezTo>
                  <a:close/>
                  <a:moveTo>
                    <a:pt x="466" y="93"/>
                  </a:moveTo>
                  <a:cubicBezTo>
                    <a:pt x="466" y="95"/>
                    <a:pt x="465" y="93"/>
                    <a:pt x="466" y="93"/>
                  </a:cubicBezTo>
                  <a:close/>
                  <a:moveTo>
                    <a:pt x="470" y="95"/>
                  </a:moveTo>
                  <a:cubicBezTo>
                    <a:pt x="472" y="95"/>
                    <a:pt x="473" y="98"/>
                    <a:pt x="471" y="100"/>
                  </a:cubicBezTo>
                  <a:cubicBezTo>
                    <a:pt x="470" y="101"/>
                    <a:pt x="468" y="101"/>
                    <a:pt x="467" y="101"/>
                  </a:cubicBezTo>
                  <a:cubicBezTo>
                    <a:pt x="465" y="101"/>
                    <a:pt x="463" y="102"/>
                    <a:pt x="463" y="101"/>
                  </a:cubicBezTo>
                  <a:cubicBezTo>
                    <a:pt x="463" y="101"/>
                    <a:pt x="463" y="101"/>
                    <a:pt x="464" y="101"/>
                  </a:cubicBezTo>
                  <a:cubicBezTo>
                    <a:pt x="463" y="101"/>
                    <a:pt x="463" y="101"/>
                    <a:pt x="463" y="101"/>
                  </a:cubicBezTo>
                  <a:cubicBezTo>
                    <a:pt x="463" y="101"/>
                    <a:pt x="462" y="100"/>
                    <a:pt x="462" y="101"/>
                  </a:cubicBezTo>
                  <a:cubicBezTo>
                    <a:pt x="461" y="99"/>
                    <a:pt x="467" y="94"/>
                    <a:pt x="470" y="95"/>
                  </a:cubicBezTo>
                  <a:close/>
                  <a:moveTo>
                    <a:pt x="470" y="59"/>
                  </a:moveTo>
                  <a:cubicBezTo>
                    <a:pt x="470" y="59"/>
                    <a:pt x="470" y="60"/>
                    <a:pt x="470" y="59"/>
                  </a:cubicBezTo>
                  <a:cubicBezTo>
                    <a:pt x="469" y="59"/>
                    <a:pt x="470" y="58"/>
                    <a:pt x="470" y="59"/>
                  </a:cubicBezTo>
                  <a:close/>
                  <a:moveTo>
                    <a:pt x="453" y="60"/>
                  </a:moveTo>
                  <a:cubicBezTo>
                    <a:pt x="455" y="59"/>
                    <a:pt x="458" y="61"/>
                    <a:pt x="461" y="61"/>
                  </a:cubicBezTo>
                  <a:cubicBezTo>
                    <a:pt x="462" y="61"/>
                    <a:pt x="467" y="59"/>
                    <a:pt x="468" y="61"/>
                  </a:cubicBezTo>
                  <a:cubicBezTo>
                    <a:pt x="468" y="62"/>
                    <a:pt x="462" y="62"/>
                    <a:pt x="462" y="62"/>
                  </a:cubicBezTo>
                  <a:cubicBezTo>
                    <a:pt x="462" y="63"/>
                    <a:pt x="465" y="66"/>
                    <a:pt x="465" y="67"/>
                  </a:cubicBezTo>
                  <a:cubicBezTo>
                    <a:pt x="467" y="75"/>
                    <a:pt x="454" y="72"/>
                    <a:pt x="450" y="70"/>
                  </a:cubicBezTo>
                  <a:cubicBezTo>
                    <a:pt x="445" y="67"/>
                    <a:pt x="455" y="69"/>
                    <a:pt x="451" y="64"/>
                  </a:cubicBezTo>
                  <a:cubicBezTo>
                    <a:pt x="455" y="66"/>
                    <a:pt x="453" y="61"/>
                    <a:pt x="453" y="60"/>
                  </a:cubicBezTo>
                  <a:close/>
                  <a:moveTo>
                    <a:pt x="454" y="47"/>
                  </a:moveTo>
                  <a:cubicBezTo>
                    <a:pt x="455" y="48"/>
                    <a:pt x="452" y="49"/>
                    <a:pt x="452" y="48"/>
                  </a:cubicBezTo>
                  <a:cubicBezTo>
                    <a:pt x="452" y="47"/>
                    <a:pt x="454" y="47"/>
                    <a:pt x="454" y="47"/>
                  </a:cubicBezTo>
                  <a:close/>
                  <a:moveTo>
                    <a:pt x="455" y="21"/>
                  </a:moveTo>
                  <a:cubicBezTo>
                    <a:pt x="456" y="22"/>
                    <a:pt x="453" y="22"/>
                    <a:pt x="453" y="21"/>
                  </a:cubicBezTo>
                  <a:cubicBezTo>
                    <a:pt x="453" y="20"/>
                    <a:pt x="455" y="20"/>
                    <a:pt x="455" y="21"/>
                  </a:cubicBezTo>
                  <a:close/>
                  <a:moveTo>
                    <a:pt x="454" y="23"/>
                  </a:moveTo>
                  <a:cubicBezTo>
                    <a:pt x="454" y="25"/>
                    <a:pt x="450" y="24"/>
                    <a:pt x="450" y="23"/>
                  </a:cubicBezTo>
                  <a:cubicBezTo>
                    <a:pt x="450" y="22"/>
                    <a:pt x="454" y="21"/>
                    <a:pt x="454" y="23"/>
                  </a:cubicBezTo>
                  <a:close/>
                  <a:moveTo>
                    <a:pt x="447" y="8"/>
                  </a:moveTo>
                  <a:cubicBezTo>
                    <a:pt x="448" y="9"/>
                    <a:pt x="446" y="9"/>
                    <a:pt x="446" y="9"/>
                  </a:cubicBezTo>
                  <a:cubicBezTo>
                    <a:pt x="446" y="8"/>
                    <a:pt x="447" y="8"/>
                    <a:pt x="447" y="8"/>
                  </a:cubicBezTo>
                  <a:close/>
                  <a:moveTo>
                    <a:pt x="446" y="11"/>
                  </a:moveTo>
                  <a:cubicBezTo>
                    <a:pt x="447" y="11"/>
                    <a:pt x="450" y="8"/>
                    <a:pt x="451" y="10"/>
                  </a:cubicBezTo>
                  <a:cubicBezTo>
                    <a:pt x="453" y="14"/>
                    <a:pt x="448" y="13"/>
                    <a:pt x="447" y="13"/>
                  </a:cubicBezTo>
                  <a:cubicBezTo>
                    <a:pt x="447" y="13"/>
                    <a:pt x="447" y="13"/>
                    <a:pt x="446" y="13"/>
                  </a:cubicBezTo>
                  <a:cubicBezTo>
                    <a:pt x="446" y="14"/>
                    <a:pt x="444" y="14"/>
                    <a:pt x="444" y="13"/>
                  </a:cubicBezTo>
                  <a:cubicBezTo>
                    <a:pt x="444" y="13"/>
                    <a:pt x="444" y="13"/>
                    <a:pt x="444" y="13"/>
                  </a:cubicBezTo>
                  <a:cubicBezTo>
                    <a:pt x="444" y="12"/>
                    <a:pt x="444" y="12"/>
                    <a:pt x="444" y="12"/>
                  </a:cubicBezTo>
                  <a:cubicBezTo>
                    <a:pt x="444" y="12"/>
                    <a:pt x="444" y="11"/>
                    <a:pt x="444" y="12"/>
                  </a:cubicBezTo>
                  <a:cubicBezTo>
                    <a:pt x="444" y="11"/>
                    <a:pt x="445" y="11"/>
                    <a:pt x="445" y="11"/>
                  </a:cubicBezTo>
                  <a:cubicBezTo>
                    <a:pt x="446" y="11"/>
                    <a:pt x="446" y="11"/>
                    <a:pt x="446" y="11"/>
                  </a:cubicBezTo>
                  <a:close/>
                  <a:moveTo>
                    <a:pt x="442" y="4"/>
                  </a:moveTo>
                  <a:cubicBezTo>
                    <a:pt x="444" y="3"/>
                    <a:pt x="444" y="5"/>
                    <a:pt x="442" y="4"/>
                  </a:cubicBezTo>
                  <a:close/>
                  <a:moveTo>
                    <a:pt x="442" y="6"/>
                  </a:moveTo>
                  <a:cubicBezTo>
                    <a:pt x="442" y="6"/>
                    <a:pt x="443" y="7"/>
                    <a:pt x="443" y="7"/>
                  </a:cubicBezTo>
                  <a:cubicBezTo>
                    <a:pt x="444" y="9"/>
                    <a:pt x="440" y="7"/>
                    <a:pt x="442" y="6"/>
                  </a:cubicBezTo>
                  <a:close/>
                  <a:moveTo>
                    <a:pt x="442" y="12"/>
                  </a:moveTo>
                  <a:cubicBezTo>
                    <a:pt x="441" y="12"/>
                    <a:pt x="442" y="11"/>
                    <a:pt x="442" y="12"/>
                  </a:cubicBezTo>
                  <a:cubicBezTo>
                    <a:pt x="443" y="12"/>
                    <a:pt x="442" y="12"/>
                    <a:pt x="442" y="12"/>
                  </a:cubicBezTo>
                  <a:close/>
                  <a:moveTo>
                    <a:pt x="442" y="23"/>
                  </a:moveTo>
                  <a:cubicBezTo>
                    <a:pt x="442" y="23"/>
                    <a:pt x="441" y="24"/>
                    <a:pt x="441" y="23"/>
                  </a:cubicBezTo>
                  <a:cubicBezTo>
                    <a:pt x="441" y="23"/>
                    <a:pt x="442" y="23"/>
                    <a:pt x="442" y="23"/>
                  </a:cubicBezTo>
                  <a:close/>
                  <a:moveTo>
                    <a:pt x="440" y="7"/>
                  </a:moveTo>
                  <a:cubicBezTo>
                    <a:pt x="441" y="7"/>
                    <a:pt x="439" y="7"/>
                    <a:pt x="439" y="7"/>
                  </a:cubicBezTo>
                  <a:cubicBezTo>
                    <a:pt x="439" y="6"/>
                    <a:pt x="440" y="6"/>
                    <a:pt x="440" y="7"/>
                  </a:cubicBezTo>
                  <a:close/>
                  <a:moveTo>
                    <a:pt x="441" y="16"/>
                  </a:moveTo>
                  <a:cubicBezTo>
                    <a:pt x="441" y="17"/>
                    <a:pt x="438" y="17"/>
                    <a:pt x="439" y="16"/>
                  </a:cubicBezTo>
                  <a:cubicBezTo>
                    <a:pt x="439" y="15"/>
                    <a:pt x="440" y="16"/>
                    <a:pt x="441" y="16"/>
                  </a:cubicBezTo>
                  <a:close/>
                  <a:moveTo>
                    <a:pt x="439" y="25"/>
                  </a:moveTo>
                  <a:cubicBezTo>
                    <a:pt x="440" y="26"/>
                    <a:pt x="437" y="27"/>
                    <a:pt x="437" y="26"/>
                  </a:cubicBezTo>
                  <a:cubicBezTo>
                    <a:pt x="436" y="25"/>
                    <a:pt x="439" y="25"/>
                    <a:pt x="439" y="25"/>
                  </a:cubicBezTo>
                  <a:close/>
                  <a:moveTo>
                    <a:pt x="436" y="30"/>
                  </a:moveTo>
                  <a:cubicBezTo>
                    <a:pt x="437" y="29"/>
                    <a:pt x="438" y="31"/>
                    <a:pt x="436" y="30"/>
                  </a:cubicBezTo>
                  <a:close/>
                  <a:moveTo>
                    <a:pt x="434" y="10"/>
                  </a:moveTo>
                  <a:cubicBezTo>
                    <a:pt x="435" y="11"/>
                    <a:pt x="433" y="11"/>
                    <a:pt x="433" y="11"/>
                  </a:cubicBezTo>
                  <a:cubicBezTo>
                    <a:pt x="432" y="11"/>
                    <a:pt x="434" y="10"/>
                    <a:pt x="434" y="10"/>
                  </a:cubicBezTo>
                  <a:close/>
                  <a:moveTo>
                    <a:pt x="432" y="13"/>
                  </a:moveTo>
                  <a:cubicBezTo>
                    <a:pt x="433" y="14"/>
                    <a:pt x="429" y="15"/>
                    <a:pt x="430" y="13"/>
                  </a:cubicBezTo>
                  <a:cubicBezTo>
                    <a:pt x="430" y="13"/>
                    <a:pt x="431" y="12"/>
                    <a:pt x="432" y="13"/>
                  </a:cubicBezTo>
                  <a:close/>
                  <a:moveTo>
                    <a:pt x="430" y="16"/>
                  </a:moveTo>
                  <a:cubicBezTo>
                    <a:pt x="430" y="16"/>
                    <a:pt x="431" y="15"/>
                    <a:pt x="432" y="16"/>
                  </a:cubicBezTo>
                  <a:cubicBezTo>
                    <a:pt x="432" y="17"/>
                    <a:pt x="430" y="17"/>
                    <a:pt x="430" y="16"/>
                  </a:cubicBezTo>
                  <a:close/>
                  <a:moveTo>
                    <a:pt x="432" y="26"/>
                  </a:moveTo>
                  <a:cubicBezTo>
                    <a:pt x="431" y="26"/>
                    <a:pt x="430" y="27"/>
                    <a:pt x="429" y="26"/>
                  </a:cubicBezTo>
                  <a:cubicBezTo>
                    <a:pt x="430" y="25"/>
                    <a:pt x="431" y="25"/>
                    <a:pt x="432" y="26"/>
                  </a:cubicBezTo>
                  <a:close/>
                  <a:moveTo>
                    <a:pt x="428" y="27"/>
                  </a:moveTo>
                  <a:cubicBezTo>
                    <a:pt x="428" y="27"/>
                    <a:pt x="427" y="28"/>
                    <a:pt x="426" y="27"/>
                  </a:cubicBezTo>
                  <a:cubicBezTo>
                    <a:pt x="426" y="26"/>
                    <a:pt x="427" y="26"/>
                    <a:pt x="428" y="27"/>
                  </a:cubicBezTo>
                  <a:close/>
                  <a:moveTo>
                    <a:pt x="426" y="23"/>
                  </a:moveTo>
                  <a:cubicBezTo>
                    <a:pt x="425" y="22"/>
                    <a:pt x="428" y="23"/>
                    <a:pt x="426" y="23"/>
                  </a:cubicBezTo>
                  <a:close/>
                  <a:moveTo>
                    <a:pt x="426" y="37"/>
                  </a:moveTo>
                  <a:cubicBezTo>
                    <a:pt x="428" y="33"/>
                    <a:pt x="436" y="29"/>
                    <a:pt x="439" y="33"/>
                  </a:cubicBezTo>
                  <a:cubicBezTo>
                    <a:pt x="440" y="35"/>
                    <a:pt x="438" y="39"/>
                    <a:pt x="437" y="39"/>
                  </a:cubicBezTo>
                  <a:cubicBezTo>
                    <a:pt x="436" y="39"/>
                    <a:pt x="435" y="39"/>
                    <a:pt x="434" y="39"/>
                  </a:cubicBezTo>
                  <a:cubicBezTo>
                    <a:pt x="433" y="39"/>
                    <a:pt x="433" y="40"/>
                    <a:pt x="433" y="40"/>
                  </a:cubicBezTo>
                  <a:cubicBezTo>
                    <a:pt x="431" y="41"/>
                    <a:pt x="429" y="40"/>
                    <a:pt x="427" y="40"/>
                  </a:cubicBezTo>
                  <a:cubicBezTo>
                    <a:pt x="426" y="39"/>
                    <a:pt x="426" y="40"/>
                    <a:pt x="425" y="40"/>
                  </a:cubicBezTo>
                  <a:cubicBezTo>
                    <a:pt x="425" y="39"/>
                    <a:pt x="426" y="37"/>
                    <a:pt x="426" y="37"/>
                  </a:cubicBezTo>
                  <a:close/>
                  <a:moveTo>
                    <a:pt x="426" y="42"/>
                  </a:moveTo>
                  <a:cubicBezTo>
                    <a:pt x="426" y="43"/>
                    <a:pt x="423" y="43"/>
                    <a:pt x="423" y="43"/>
                  </a:cubicBezTo>
                  <a:cubicBezTo>
                    <a:pt x="422" y="41"/>
                    <a:pt x="425" y="41"/>
                    <a:pt x="426" y="42"/>
                  </a:cubicBezTo>
                  <a:close/>
                  <a:moveTo>
                    <a:pt x="421" y="63"/>
                  </a:moveTo>
                  <a:cubicBezTo>
                    <a:pt x="418" y="65"/>
                    <a:pt x="413" y="66"/>
                    <a:pt x="411" y="64"/>
                  </a:cubicBezTo>
                  <a:cubicBezTo>
                    <a:pt x="410" y="64"/>
                    <a:pt x="410" y="61"/>
                    <a:pt x="412" y="62"/>
                  </a:cubicBezTo>
                  <a:cubicBezTo>
                    <a:pt x="413" y="62"/>
                    <a:pt x="413" y="64"/>
                    <a:pt x="413" y="64"/>
                  </a:cubicBezTo>
                  <a:cubicBezTo>
                    <a:pt x="414" y="64"/>
                    <a:pt x="415" y="62"/>
                    <a:pt x="415" y="62"/>
                  </a:cubicBezTo>
                  <a:cubicBezTo>
                    <a:pt x="415" y="61"/>
                    <a:pt x="413" y="61"/>
                    <a:pt x="414" y="60"/>
                  </a:cubicBezTo>
                  <a:cubicBezTo>
                    <a:pt x="413" y="61"/>
                    <a:pt x="412" y="60"/>
                    <a:pt x="414" y="60"/>
                  </a:cubicBezTo>
                  <a:cubicBezTo>
                    <a:pt x="414" y="59"/>
                    <a:pt x="415" y="60"/>
                    <a:pt x="416" y="60"/>
                  </a:cubicBezTo>
                  <a:cubicBezTo>
                    <a:pt x="417" y="59"/>
                    <a:pt x="417" y="59"/>
                    <a:pt x="419" y="59"/>
                  </a:cubicBezTo>
                  <a:cubicBezTo>
                    <a:pt x="420" y="59"/>
                    <a:pt x="424" y="62"/>
                    <a:pt x="421" y="63"/>
                  </a:cubicBezTo>
                  <a:close/>
                  <a:moveTo>
                    <a:pt x="422" y="29"/>
                  </a:moveTo>
                  <a:cubicBezTo>
                    <a:pt x="422" y="31"/>
                    <a:pt x="418" y="31"/>
                    <a:pt x="417" y="30"/>
                  </a:cubicBezTo>
                  <a:cubicBezTo>
                    <a:pt x="416" y="29"/>
                    <a:pt x="421" y="27"/>
                    <a:pt x="422" y="29"/>
                  </a:cubicBezTo>
                  <a:close/>
                  <a:moveTo>
                    <a:pt x="416" y="12"/>
                  </a:moveTo>
                  <a:cubicBezTo>
                    <a:pt x="415" y="12"/>
                    <a:pt x="417" y="13"/>
                    <a:pt x="416" y="12"/>
                  </a:cubicBezTo>
                  <a:close/>
                  <a:moveTo>
                    <a:pt x="414" y="18"/>
                  </a:moveTo>
                  <a:cubicBezTo>
                    <a:pt x="414" y="19"/>
                    <a:pt x="413" y="19"/>
                    <a:pt x="412" y="18"/>
                  </a:cubicBezTo>
                  <a:cubicBezTo>
                    <a:pt x="411" y="18"/>
                    <a:pt x="414" y="17"/>
                    <a:pt x="414" y="18"/>
                  </a:cubicBezTo>
                  <a:close/>
                  <a:moveTo>
                    <a:pt x="410" y="17"/>
                  </a:moveTo>
                  <a:cubicBezTo>
                    <a:pt x="412" y="16"/>
                    <a:pt x="413" y="18"/>
                    <a:pt x="410" y="17"/>
                  </a:cubicBezTo>
                  <a:close/>
                  <a:moveTo>
                    <a:pt x="409" y="31"/>
                  </a:moveTo>
                  <a:cubicBezTo>
                    <a:pt x="411" y="29"/>
                    <a:pt x="412" y="33"/>
                    <a:pt x="409" y="31"/>
                  </a:cubicBezTo>
                  <a:close/>
                  <a:moveTo>
                    <a:pt x="410" y="38"/>
                  </a:moveTo>
                  <a:cubicBezTo>
                    <a:pt x="409" y="37"/>
                    <a:pt x="411" y="38"/>
                    <a:pt x="410" y="38"/>
                  </a:cubicBezTo>
                  <a:close/>
                  <a:moveTo>
                    <a:pt x="410" y="14"/>
                  </a:moveTo>
                  <a:cubicBezTo>
                    <a:pt x="410" y="15"/>
                    <a:pt x="410" y="15"/>
                    <a:pt x="409" y="15"/>
                  </a:cubicBezTo>
                  <a:cubicBezTo>
                    <a:pt x="407" y="16"/>
                    <a:pt x="409" y="12"/>
                    <a:pt x="410" y="14"/>
                  </a:cubicBezTo>
                  <a:close/>
                  <a:moveTo>
                    <a:pt x="410" y="23"/>
                  </a:moveTo>
                  <a:cubicBezTo>
                    <a:pt x="411" y="24"/>
                    <a:pt x="408" y="25"/>
                    <a:pt x="408" y="24"/>
                  </a:cubicBezTo>
                  <a:cubicBezTo>
                    <a:pt x="407" y="23"/>
                    <a:pt x="410" y="22"/>
                    <a:pt x="410" y="23"/>
                  </a:cubicBezTo>
                  <a:close/>
                  <a:moveTo>
                    <a:pt x="406" y="35"/>
                  </a:moveTo>
                  <a:cubicBezTo>
                    <a:pt x="405" y="35"/>
                    <a:pt x="404" y="34"/>
                    <a:pt x="404" y="34"/>
                  </a:cubicBezTo>
                  <a:cubicBezTo>
                    <a:pt x="402" y="31"/>
                    <a:pt x="411" y="34"/>
                    <a:pt x="406" y="35"/>
                  </a:cubicBezTo>
                  <a:close/>
                  <a:moveTo>
                    <a:pt x="406" y="37"/>
                  </a:moveTo>
                  <a:cubicBezTo>
                    <a:pt x="405" y="36"/>
                    <a:pt x="406" y="37"/>
                    <a:pt x="407" y="36"/>
                  </a:cubicBezTo>
                  <a:cubicBezTo>
                    <a:pt x="407" y="37"/>
                    <a:pt x="406" y="37"/>
                    <a:pt x="406" y="37"/>
                  </a:cubicBezTo>
                  <a:close/>
                  <a:moveTo>
                    <a:pt x="394" y="46"/>
                  </a:moveTo>
                  <a:cubicBezTo>
                    <a:pt x="400" y="45"/>
                    <a:pt x="404" y="44"/>
                    <a:pt x="409" y="43"/>
                  </a:cubicBezTo>
                  <a:cubicBezTo>
                    <a:pt x="411" y="43"/>
                    <a:pt x="417" y="42"/>
                    <a:pt x="418" y="43"/>
                  </a:cubicBezTo>
                  <a:cubicBezTo>
                    <a:pt x="419" y="44"/>
                    <a:pt x="410" y="45"/>
                    <a:pt x="407" y="45"/>
                  </a:cubicBezTo>
                  <a:cubicBezTo>
                    <a:pt x="403" y="46"/>
                    <a:pt x="401" y="46"/>
                    <a:pt x="398" y="47"/>
                  </a:cubicBezTo>
                  <a:cubicBezTo>
                    <a:pt x="400" y="47"/>
                    <a:pt x="403" y="48"/>
                    <a:pt x="402" y="51"/>
                  </a:cubicBezTo>
                  <a:cubicBezTo>
                    <a:pt x="402" y="56"/>
                    <a:pt x="394" y="55"/>
                    <a:pt x="390" y="53"/>
                  </a:cubicBezTo>
                  <a:cubicBezTo>
                    <a:pt x="390" y="53"/>
                    <a:pt x="390" y="52"/>
                    <a:pt x="390" y="52"/>
                  </a:cubicBezTo>
                  <a:cubicBezTo>
                    <a:pt x="389" y="51"/>
                    <a:pt x="392" y="48"/>
                    <a:pt x="394" y="47"/>
                  </a:cubicBezTo>
                  <a:cubicBezTo>
                    <a:pt x="393" y="48"/>
                    <a:pt x="391" y="48"/>
                    <a:pt x="390" y="48"/>
                  </a:cubicBezTo>
                  <a:cubicBezTo>
                    <a:pt x="385" y="48"/>
                    <a:pt x="394" y="46"/>
                    <a:pt x="394" y="46"/>
                  </a:cubicBezTo>
                  <a:close/>
                  <a:moveTo>
                    <a:pt x="393" y="64"/>
                  </a:moveTo>
                  <a:cubicBezTo>
                    <a:pt x="392" y="65"/>
                    <a:pt x="389" y="66"/>
                    <a:pt x="387" y="66"/>
                  </a:cubicBezTo>
                  <a:cubicBezTo>
                    <a:pt x="389" y="64"/>
                    <a:pt x="391" y="65"/>
                    <a:pt x="393" y="64"/>
                  </a:cubicBezTo>
                  <a:close/>
                  <a:moveTo>
                    <a:pt x="388" y="66"/>
                  </a:moveTo>
                  <a:cubicBezTo>
                    <a:pt x="389" y="66"/>
                    <a:pt x="387" y="68"/>
                    <a:pt x="387" y="67"/>
                  </a:cubicBezTo>
                  <a:cubicBezTo>
                    <a:pt x="387" y="66"/>
                    <a:pt x="388" y="66"/>
                    <a:pt x="388" y="66"/>
                  </a:cubicBezTo>
                  <a:close/>
                  <a:moveTo>
                    <a:pt x="387" y="116"/>
                  </a:moveTo>
                  <a:cubicBezTo>
                    <a:pt x="387" y="116"/>
                    <a:pt x="387" y="116"/>
                    <a:pt x="387" y="116"/>
                  </a:cubicBezTo>
                  <a:cubicBezTo>
                    <a:pt x="388" y="116"/>
                    <a:pt x="387" y="116"/>
                    <a:pt x="387" y="116"/>
                  </a:cubicBezTo>
                  <a:close/>
                  <a:moveTo>
                    <a:pt x="388" y="136"/>
                  </a:moveTo>
                  <a:cubicBezTo>
                    <a:pt x="387" y="137"/>
                    <a:pt x="386" y="135"/>
                    <a:pt x="388" y="136"/>
                  </a:cubicBezTo>
                  <a:close/>
                  <a:moveTo>
                    <a:pt x="386" y="125"/>
                  </a:moveTo>
                  <a:cubicBezTo>
                    <a:pt x="385" y="126"/>
                    <a:pt x="381" y="127"/>
                    <a:pt x="381" y="126"/>
                  </a:cubicBezTo>
                  <a:cubicBezTo>
                    <a:pt x="383" y="126"/>
                    <a:pt x="384" y="124"/>
                    <a:pt x="386" y="125"/>
                  </a:cubicBezTo>
                  <a:close/>
                  <a:moveTo>
                    <a:pt x="382" y="167"/>
                  </a:moveTo>
                  <a:cubicBezTo>
                    <a:pt x="382" y="165"/>
                    <a:pt x="384" y="165"/>
                    <a:pt x="385" y="166"/>
                  </a:cubicBezTo>
                  <a:cubicBezTo>
                    <a:pt x="385" y="168"/>
                    <a:pt x="382" y="168"/>
                    <a:pt x="382" y="167"/>
                  </a:cubicBezTo>
                  <a:close/>
                  <a:moveTo>
                    <a:pt x="384" y="66"/>
                  </a:moveTo>
                  <a:cubicBezTo>
                    <a:pt x="385" y="65"/>
                    <a:pt x="386" y="67"/>
                    <a:pt x="384" y="66"/>
                  </a:cubicBezTo>
                  <a:close/>
                  <a:moveTo>
                    <a:pt x="383" y="67"/>
                  </a:moveTo>
                  <a:cubicBezTo>
                    <a:pt x="382" y="67"/>
                    <a:pt x="381" y="68"/>
                    <a:pt x="380" y="68"/>
                  </a:cubicBezTo>
                  <a:cubicBezTo>
                    <a:pt x="380" y="66"/>
                    <a:pt x="382" y="67"/>
                    <a:pt x="383" y="67"/>
                  </a:cubicBezTo>
                  <a:close/>
                  <a:moveTo>
                    <a:pt x="386" y="172"/>
                  </a:moveTo>
                  <a:cubicBezTo>
                    <a:pt x="387" y="176"/>
                    <a:pt x="379" y="176"/>
                    <a:pt x="379" y="173"/>
                  </a:cubicBezTo>
                  <a:cubicBezTo>
                    <a:pt x="378" y="170"/>
                    <a:pt x="386" y="168"/>
                    <a:pt x="386" y="172"/>
                  </a:cubicBezTo>
                  <a:close/>
                  <a:moveTo>
                    <a:pt x="379" y="127"/>
                  </a:moveTo>
                  <a:cubicBezTo>
                    <a:pt x="380" y="127"/>
                    <a:pt x="377" y="128"/>
                    <a:pt x="377" y="128"/>
                  </a:cubicBezTo>
                  <a:cubicBezTo>
                    <a:pt x="377" y="128"/>
                    <a:pt x="378" y="127"/>
                    <a:pt x="379" y="127"/>
                  </a:cubicBezTo>
                  <a:close/>
                  <a:moveTo>
                    <a:pt x="377" y="223"/>
                  </a:moveTo>
                  <a:cubicBezTo>
                    <a:pt x="376" y="224"/>
                    <a:pt x="373" y="225"/>
                    <a:pt x="372" y="227"/>
                  </a:cubicBezTo>
                  <a:cubicBezTo>
                    <a:pt x="372" y="225"/>
                    <a:pt x="375" y="224"/>
                    <a:pt x="377" y="223"/>
                  </a:cubicBezTo>
                  <a:close/>
                  <a:moveTo>
                    <a:pt x="376" y="378"/>
                  </a:moveTo>
                  <a:cubicBezTo>
                    <a:pt x="376" y="378"/>
                    <a:pt x="375" y="379"/>
                    <a:pt x="376" y="378"/>
                  </a:cubicBezTo>
                  <a:cubicBezTo>
                    <a:pt x="376" y="378"/>
                    <a:pt x="376" y="378"/>
                    <a:pt x="376" y="378"/>
                  </a:cubicBezTo>
                  <a:close/>
                  <a:moveTo>
                    <a:pt x="375" y="462"/>
                  </a:moveTo>
                  <a:cubicBezTo>
                    <a:pt x="376" y="462"/>
                    <a:pt x="375" y="464"/>
                    <a:pt x="375" y="464"/>
                  </a:cubicBezTo>
                  <a:cubicBezTo>
                    <a:pt x="372" y="466"/>
                    <a:pt x="374" y="460"/>
                    <a:pt x="375" y="462"/>
                  </a:cubicBezTo>
                  <a:close/>
                  <a:moveTo>
                    <a:pt x="374" y="451"/>
                  </a:moveTo>
                  <a:cubicBezTo>
                    <a:pt x="374" y="451"/>
                    <a:pt x="374" y="451"/>
                    <a:pt x="374" y="451"/>
                  </a:cubicBezTo>
                  <a:cubicBezTo>
                    <a:pt x="373" y="451"/>
                    <a:pt x="374" y="451"/>
                    <a:pt x="374" y="451"/>
                  </a:cubicBezTo>
                  <a:close/>
                  <a:moveTo>
                    <a:pt x="369" y="182"/>
                  </a:move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ubicBezTo>
                    <a:pt x="369" y="182"/>
                    <a:pt x="369" y="182"/>
                    <a:pt x="369" y="182"/>
                  </a:cubicBezTo>
                  <a:close/>
                  <a:moveTo>
                    <a:pt x="375" y="371"/>
                  </a:moveTo>
                  <a:cubicBezTo>
                    <a:pt x="375" y="372"/>
                    <a:pt x="374" y="373"/>
                    <a:pt x="372" y="373"/>
                  </a:cubicBezTo>
                  <a:cubicBezTo>
                    <a:pt x="371" y="374"/>
                    <a:pt x="370" y="374"/>
                    <a:pt x="370" y="372"/>
                  </a:cubicBezTo>
                  <a:cubicBezTo>
                    <a:pt x="368" y="368"/>
                    <a:pt x="375" y="367"/>
                    <a:pt x="375" y="371"/>
                  </a:cubicBezTo>
                  <a:close/>
                  <a:moveTo>
                    <a:pt x="374" y="472"/>
                  </a:moveTo>
                  <a:cubicBezTo>
                    <a:pt x="373" y="473"/>
                    <a:pt x="371" y="475"/>
                    <a:pt x="369" y="475"/>
                  </a:cubicBezTo>
                  <a:cubicBezTo>
                    <a:pt x="370" y="474"/>
                    <a:pt x="372" y="473"/>
                    <a:pt x="374" y="472"/>
                  </a:cubicBezTo>
                  <a:close/>
                  <a:moveTo>
                    <a:pt x="369" y="228"/>
                  </a:moveTo>
                  <a:cubicBezTo>
                    <a:pt x="367" y="231"/>
                    <a:pt x="366" y="228"/>
                    <a:pt x="369" y="228"/>
                  </a:cubicBezTo>
                  <a:close/>
                  <a:moveTo>
                    <a:pt x="368" y="370"/>
                  </a:moveTo>
                  <a:cubicBezTo>
                    <a:pt x="367" y="371"/>
                    <a:pt x="370" y="369"/>
                    <a:pt x="368" y="370"/>
                  </a:cubicBezTo>
                  <a:close/>
                  <a:moveTo>
                    <a:pt x="368" y="319"/>
                  </a:moveTo>
                  <a:cubicBezTo>
                    <a:pt x="369" y="319"/>
                    <a:pt x="368" y="320"/>
                    <a:pt x="368" y="320"/>
                  </a:cubicBezTo>
                  <a:cubicBezTo>
                    <a:pt x="367" y="322"/>
                    <a:pt x="367" y="318"/>
                    <a:pt x="368" y="319"/>
                  </a:cubicBezTo>
                  <a:close/>
                  <a:moveTo>
                    <a:pt x="367" y="94"/>
                  </a:moveTo>
                  <a:cubicBezTo>
                    <a:pt x="366" y="92"/>
                    <a:pt x="368" y="94"/>
                    <a:pt x="367" y="94"/>
                  </a:cubicBezTo>
                  <a:close/>
                  <a:moveTo>
                    <a:pt x="374" y="488"/>
                  </a:moveTo>
                  <a:cubicBezTo>
                    <a:pt x="375" y="486"/>
                    <a:pt x="380" y="483"/>
                    <a:pt x="383" y="481"/>
                  </a:cubicBezTo>
                  <a:cubicBezTo>
                    <a:pt x="383" y="481"/>
                    <a:pt x="383" y="479"/>
                    <a:pt x="384" y="480"/>
                  </a:cubicBezTo>
                  <a:cubicBezTo>
                    <a:pt x="385" y="481"/>
                    <a:pt x="382" y="484"/>
                    <a:pt x="382" y="484"/>
                  </a:cubicBezTo>
                  <a:cubicBezTo>
                    <a:pt x="380" y="485"/>
                    <a:pt x="378" y="486"/>
                    <a:pt x="376" y="487"/>
                  </a:cubicBezTo>
                  <a:cubicBezTo>
                    <a:pt x="372" y="489"/>
                    <a:pt x="369" y="494"/>
                    <a:pt x="365" y="496"/>
                  </a:cubicBezTo>
                  <a:cubicBezTo>
                    <a:pt x="365" y="492"/>
                    <a:pt x="372" y="491"/>
                    <a:pt x="374" y="488"/>
                  </a:cubicBezTo>
                  <a:close/>
                  <a:moveTo>
                    <a:pt x="365" y="407"/>
                  </a:moveTo>
                  <a:cubicBezTo>
                    <a:pt x="366" y="406"/>
                    <a:pt x="364" y="408"/>
                    <a:pt x="365" y="407"/>
                  </a:cubicBezTo>
                  <a:close/>
                  <a:moveTo>
                    <a:pt x="354" y="444"/>
                  </a:moveTo>
                  <a:cubicBezTo>
                    <a:pt x="356" y="441"/>
                    <a:pt x="360" y="438"/>
                    <a:pt x="365" y="437"/>
                  </a:cubicBezTo>
                  <a:cubicBezTo>
                    <a:pt x="361" y="439"/>
                    <a:pt x="358" y="442"/>
                    <a:pt x="354" y="444"/>
                  </a:cubicBezTo>
                  <a:close/>
                  <a:moveTo>
                    <a:pt x="354" y="419"/>
                  </a:moveTo>
                  <a:cubicBezTo>
                    <a:pt x="353" y="419"/>
                    <a:pt x="356" y="417"/>
                    <a:pt x="354" y="419"/>
                  </a:cubicBezTo>
                  <a:close/>
                  <a:moveTo>
                    <a:pt x="358" y="413"/>
                  </a:moveTo>
                  <a:cubicBezTo>
                    <a:pt x="358" y="414"/>
                    <a:pt x="357" y="415"/>
                    <a:pt x="356" y="415"/>
                  </a:cubicBezTo>
                  <a:cubicBezTo>
                    <a:pt x="356" y="414"/>
                    <a:pt x="357" y="414"/>
                    <a:pt x="358" y="413"/>
                  </a:cubicBezTo>
                  <a:close/>
                  <a:moveTo>
                    <a:pt x="358" y="130"/>
                  </a:moveTo>
                  <a:cubicBezTo>
                    <a:pt x="357" y="129"/>
                    <a:pt x="358" y="132"/>
                    <a:pt x="358" y="130"/>
                  </a:cubicBezTo>
                  <a:close/>
                  <a:moveTo>
                    <a:pt x="359" y="414"/>
                  </a:moveTo>
                  <a:cubicBezTo>
                    <a:pt x="358" y="415"/>
                    <a:pt x="358" y="416"/>
                    <a:pt x="357" y="416"/>
                  </a:cubicBezTo>
                  <a:cubicBezTo>
                    <a:pt x="358" y="415"/>
                    <a:pt x="358" y="414"/>
                    <a:pt x="359" y="414"/>
                  </a:cubicBezTo>
                  <a:close/>
                  <a:moveTo>
                    <a:pt x="357" y="416"/>
                  </a:moveTo>
                  <a:cubicBezTo>
                    <a:pt x="357" y="417"/>
                    <a:pt x="356" y="417"/>
                    <a:pt x="355" y="418"/>
                  </a:cubicBezTo>
                  <a:cubicBezTo>
                    <a:pt x="355" y="417"/>
                    <a:pt x="356" y="416"/>
                    <a:pt x="357" y="416"/>
                  </a:cubicBezTo>
                  <a:close/>
                  <a:moveTo>
                    <a:pt x="360" y="312"/>
                  </a:moveTo>
                  <a:cubicBezTo>
                    <a:pt x="360" y="312"/>
                    <a:pt x="360" y="313"/>
                    <a:pt x="359" y="313"/>
                  </a:cubicBezTo>
                  <a:cubicBezTo>
                    <a:pt x="359" y="312"/>
                    <a:pt x="361" y="311"/>
                    <a:pt x="360" y="312"/>
                  </a:cubicBezTo>
                  <a:close/>
                  <a:moveTo>
                    <a:pt x="360" y="411"/>
                  </a:moveTo>
                  <a:cubicBezTo>
                    <a:pt x="359" y="413"/>
                    <a:pt x="361" y="411"/>
                    <a:pt x="360" y="411"/>
                  </a:cubicBezTo>
                  <a:close/>
                  <a:moveTo>
                    <a:pt x="359" y="414"/>
                  </a:moveTo>
                  <a:cubicBezTo>
                    <a:pt x="360" y="412"/>
                    <a:pt x="361" y="414"/>
                    <a:pt x="359" y="414"/>
                  </a:cubicBezTo>
                  <a:close/>
                  <a:moveTo>
                    <a:pt x="361" y="412"/>
                  </a:moveTo>
                  <a:cubicBezTo>
                    <a:pt x="362" y="411"/>
                    <a:pt x="362" y="410"/>
                    <a:pt x="364" y="410"/>
                  </a:cubicBezTo>
                  <a:cubicBezTo>
                    <a:pt x="363" y="411"/>
                    <a:pt x="363" y="412"/>
                    <a:pt x="361" y="412"/>
                  </a:cubicBezTo>
                  <a:close/>
                  <a:moveTo>
                    <a:pt x="364" y="204"/>
                  </a:moveTo>
                  <a:cubicBezTo>
                    <a:pt x="364" y="203"/>
                    <a:pt x="365" y="205"/>
                    <a:pt x="364" y="204"/>
                  </a:cubicBezTo>
                  <a:close/>
                  <a:moveTo>
                    <a:pt x="363" y="409"/>
                  </a:moveTo>
                  <a:cubicBezTo>
                    <a:pt x="362" y="409"/>
                    <a:pt x="366" y="407"/>
                    <a:pt x="363" y="409"/>
                  </a:cubicBezTo>
                  <a:close/>
                  <a:moveTo>
                    <a:pt x="362" y="253"/>
                  </a:moveTo>
                  <a:cubicBezTo>
                    <a:pt x="361" y="253"/>
                    <a:pt x="361" y="254"/>
                    <a:pt x="360" y="253"/>
                  </a:cubicBezTo>
                  <a:cubicBezTo>
                    <a:pt x="358" y="249"/>
                    <a:pt x="366" y="251"/>
                    <a:pt x="362" y="253"/>
                  </a:cubicBezTo>
                  <a:close/>
                  <a:moveTo>
                    <a:pt x="362" y="67"/>
                  </a:moveTo>
                  <a:cubicBezTo>
                    <a:pt x="362" y="68"/>
                    <a:pt x="361" y="68"/>
                    <a:pt x="360" y="68"/>
                  </a:cubicBezTo>
                  <a:cubicBezTo>
                    <a:pt x="360" y="67"/>
                    <a:pt x="362" y="67"/>
                    <a:pt x="362" y="67"/>
                  </a:cubicBezTo>
                  <a:close/>
                  <a:moveTo>
                    <a:pt x="363" y="73"/>
                  </a:moveTo>
                  <a:cubicBezTo>
                    <a:pt x="363" y="73"/>
                    <a:pt x="360" y="73"/>
                    <a:pt x="359" y="73"/>
                  </a:cubicBezTo>
                  <a:cubicBezTo>
                    <a:pt x="359" y="72"/>
                    <a:pt x="363" y="70"/>
                    <a:pt x="363" y="73"/>
                  </a:cubicBezTo>
                  <a:close/>
                  <a:moveTo>
                    <a:pt x="359" y="40"/>
                  </a:moveTo>
                  <a:cubicBezTo>
                    <a:pt x="360" y="40"/>
                    <a:pt x="359" y="41"/>
                    <a:pt x="358" y="40"/>
                  </a:cubicBezTo>
                  <a:cubicBezTo>
                    <a:pt x="358" y="40"/>
                    <a:pt x="358" y="39"/>
                    <a:pt x="359" y="40"/>
                  </a:cubicBezTo>
                  <a:close/>
                  <a:moveTo>
                    <a:pt x="359" y="47"/>
                  </a:moveTo>
                  <a:cubicBezTo>
                    <a:pt x="359" y="47"/>
                    <a:pt x="357" y="47"/>
                    <a:pt x="357" y="46"/>
                  </a:cubicBezTo>
                  <a:cubicBezTo>
                    <a:pt x="357" y="46"/>
                    <a:pt x="358" y="46"/>
                    <a:pt x="359" y="47"/>
                  </a:cubicBezTo>
                  <a:close/>
                  <a:moveTo>
                    <a:pt x="350" y="49"/>
                  </a:moveTo>
                  <a:cubicBezTo>
                    <a:pt x="350" y="49"/>
                    <a:pt x="350" y="50"/>
                    <a:pt x="349" y="50"/>
                  </a:cubicBezTo>
                  <a:cubicBezTo>
                    <a:pt x="348" y="49"/>
                    <a:pt x="350" y="48"/>
                    <a:pt x="350" y="49"/>
                  </a:cubicBezTo>
                  <a:close/>
                  <a:moveTo>
                    <a:pt x="347" y="81"/>
                  </a:moveTo>
                  <a:cubicBezTo>
                    <a:pt x="347" y="82"/>
                    <a:pt x="346" y="82"/>
                    <a:pt x="346" y="82"/>
                  </a:cubicBezTo>
                  <a:cubicBezTo>
                    <a:pt x="345" y="81"/>
                    <a:pt x="347" y="80"/>
                    <a:pt x="347" y="81"/>
                  </a:cubicBezTo>
                  <a:close/>
                  <a:moveTo>
                    <a:pt x="346" y="127"/>
                  </a:moveTo>
                  <a:cubicBezTo>
                    <a:pt x="348" y="124"/>
                    <a:pt x="357" y="125"/>
                    <a:pt x="357" y="129"/>
                  </a:cubicBezTo>
                  <a:cubicBezTo>
                    <a:pt x="356" y="136"/>
                    <a:pt x="342" y="134"/>
                    <a:pt x="346" y="127"/>
                  </a:cubicBezTo>
                  <a:close/>
                  <a:moveTo>
                    <a:pt x="353" y="149"/>
                  </a:moveTo>
                  <a:cubicBezTo>
                    <a:pt x="354" y="147"/>
                    <a:pt x="357" y="148"/>
                    <a:pt x="353" y="149"/>
                  </a:cubicBezTo>
                  <a:close/>
                  <a:moveTo>
                    <a:pt x="345" y="114"/>
                  </a:moveTo>
                  <a:cubicBezTo>
                    <a:pt x="345" y="115"/>
                    <a:pt x="343" y="114"/>
                    <a:pt x="345" y="114"/>
                  </a:cubicBezTo>
                  <a:close/>
                  <a:moveTo>
                    <a:pt x="344" y="85"/>
                  </a:moveTo>
                  <a:cubicBezTo>
                    <a:pt x="343" y="85"/>
                    <a:pt x="343" y="84"/>
                    <a:pt x="343" y="84"/>
                  </a:cubicBezTo>
                  <a:cubicBezTo>
                    <a:pt x="342" y="82"/>
                    <a:pt x="345" y="84"/>
                    <a:pt x="344" y="85"/>
                  </a:cubicBezTo>
                  <a:close/>
                  <a:moveTo>
                    <a:pt x="347" y="145"/>
                  </a:moveTo>
                  <a:cubicBezTo>
                    <a:pt x="345" y="147"/>
                    <a:pt x="341" y="149"/>
                    <a:pt x="338" y="149"/>
                  </a:cubicBezTo>
                  <a:cubicBezTo>
                    <a:pt x="340" y="148"/>
                    <a:pt x="344" y="147"/>
                    <a:pt x="347" y="145"/>
                  </a:cubicBezTo>
                  <a:close/>
                  <a:moveTo>
                    <a:pt x="339" y="111"/>
                  </a:moveTo>
                  <a:cubicBezTo>
                    <a:pt x="339" y="111"/>
                    <a:pt x="338" y="112"/>
                    <a:pt x="338" y="112"/>
                  </a:cubicBezTo>
                  <a:cubicBezTo>
                    <a:pt x="337" y="111"/>
                    <a:pt x="338" y="111"/>
                    <a:pt x="339" y="111"/>
                  </a:cubicBezTo>
                  <a:close/>
                  <a:moveTo>
                    <a:pt x="340" y="58"/>
                  </a:moveTo>
                  <a:cubicBezTo>
                    <a:pt x="340" y="58"/>
                    <a:pt x="338" y="59"/>
                    <a:pt x="338" y="58"/>
                  </a:cubicBezTo>
                  <a:cubicBezTo>
                    <a:pt x="338" y="58"/>
                    <a:pt x="340" y="57"/>
                    <a:pt x="340" y="58"/>
                  </a:cubicBezTo>
                  <a:close/>
                  <a:moveTo>
                    <a:pt x="338" y="85"/>
                  </a:moveTo>
                  <a:cubicBezTo>
                    <a:pt x="337" y="85"/>
                    <a:pt x="337" y="86"/>
                    <a:pt x="336" y="85"/>
                  </a:cubicBezTo>
                  <a:cubicBezTo>
                    <a:pt x="336" y="85"/>
                    <a:pt x="337" y="85"/>
                    <a:pt x="338" y="85"/>
                  </a:cubicBezTo>
                  <a:close/>
                  <a:moveTo>
                    <a:pt x="336" y="151"/>
                  </a:moveTo>
                  <a:cubicBezTo>
                    <a:pt x="336" y="151"/>
                    <a:pt x="336" y="150"/>
                    <a:pt x="337" y="150"/>
                  </a:cubicBezTo>
                  <a:cubicBezTo>
                    <a:pt x="337" y="150"/>
                    <a:pt x="336" y="151"/>
                    <a:pt x="336" y="151"/>
                  </a:cubicBezTo>
                  <a:close/>
                  <a:moveTo>
                    <a:pt x="337" y="161"/>
                  </a:moveTo>
                  <a:cubicBezTo>
                    <a:pt x="337" y="162"/>
                    <a:pt x="335" y="163"/>
                    <a:pt x="335" y="161"/>
                  </a:cubicBezTo>
                  <a:cubicBezTo>
                    <a:pt x="335" y="160"/>
                    <a:pt x="337" y="161"/>
                    <a:pt x="337" y="161"/>
                  </a:cubicBezTo>
                  <a:close/>
                  <a:moveTo>
                    <a:pt x="335" y="151"/>
                  </a:moveTo>
                  <a:cubicBezTo>
                    <a:pt x="336" y="151"/>
                    <a:pt x="333" y="153"/>
                    <a:pt x="333" y="152"/>
                  </a:cubicBezTo>
                  <a:cubicBezTo>
                    <a:pt x="333" y="151"/>
                    <a:pt x="335" y="151"/>
                    <a:pt x="335" y="151"/>
                  </a:cubicBezTo>
                  <a:close/>
                  <a:moveTo>
                    <a:pt x="334" y="65"/>
                  </a:moveTo>
                  <a:cubicBezTo>
                    <a:pt x="333" y="65"/>
                    <a:pt x="333" y="65"/>
                    <a:pt x="332" y="65"/>
                  </a:cubicBezTo>
                  <a:cubicBezTo>
                    <a:pt x="332" y="65"/>
                    <a:pt x="333" y="64"/>
                    <a:pt x="334" y="65"/>
                  </a:cubicBezTo>
                  <a:close/>
                  <a:moveTo>
                    <a:pt x="356" y="172"/>
                  </a:moveTo>
                  <a:cubicBezTo>
                    <a:pt x="348" y="177"/>
                    <a:pt x="339" y="182"/>
                    <a:pt x="329" y="187"/>
                  </a:cubicBezTo>
                  <a:cubicBezTo>
                    <a:pt x="329" y="187"/>
                    <a:pt x="327" y="189"/>
                    <a:pt x="326" y="188"/>
                  </a:cubicBezTo>
                  <a:cubicBezTo>
                    <a:pt x="325" y="187"/>
                    <a:pt x="329" y="186"/>
                    <a:pt x="327" y="187"/>
                  </a:cubicBezTo>
                  <a:cubicBezTo>
                    <a:pt x="336" y="181"/>
                    <a:pt x="347" y="175"/>
                    <a:pt x="356" y="172"/>
                  </a:cubicBezTo>
                  <a:close/>
                  <a:moveTo>
                    <a:pt x="331" y="92"/>
                  </a:moveTo>
                  <a:cubicBezTo>
                    <a:pt x="331" y="94"/>
                    <a:pt x="328" y="93"/>
                    <a:pt x="328" y="92"/>
                  </a:cubicBezTo>
                  <a:cubicBezTo>
                    <a:pt x="329" y="91"/>
                    <a:pt x="330" y="91"/>
                    <a:pt x="331" y="92"/>
                  </a:cubicBezTo>
                  <a:close/>
                  <a:moveTo>
                    <a:pt x="326" y="66"/>
                  </a:moveTo>
                  <a:cubicBezTo>
                    <a:pt x="325" y="67"/>
                    <a:pt x="324" y="66"/>
                    <a:pt x="323" y="66"/>
                  </a:cubicBezTo>
                  <a:cubicBezTo>
                    <a:pt x="323" y="65"/>
                    <a:pt x="325" y="66"/>
                    <a:pt x="326" y="66"/>
                  </a:cubicBezTo>
                  <a:close/>
                  <a:moveTo>
                    <a:pt x="323" y="101"/>
                  </a:moveTo>
                  <a:cubicBezTo>
                    <a:pt x="323" y="101"/>
                    <a:pt x="325" y="99"/>
                    <a:pt x="325" y="101"/>
                  </a:cubicBezTo>
                  <a:cubicBezTo>
                    <a:pt x="326" y="102"/>
                    <a:pt x="322" y="103"/>
                    <a:pt x="323" y="101"/>
                  </a:cubicBezTo>
                  <a:close/>
                  <a:moveTo>
                    <a:pt x="320" y="102"/>
                  </a:moveTo>
                  <a:cubicBezTo>
                    <a:pt x="321" y="100"/>
                    <a:pt x="323" y="102"/>
                    <a:pt x="320" y="102"/>
                  </a:cubicBezTo>
                  <a:close/>
                  <a:moveTo>
                    <a:pt x="313" y="98"/>
                  </a:moveTo>
                  <a:cubicBezTo>
                    <a:pt x="313" y="98"/>
                    <a:pt x="316" y="96"/>
                    <a:pt x="317" y="98"/>
                  </a:cubicBezTo>
                  <a:cubicBezTo>
                    <a:pt x="317" y="99"/>
                    <a:pt x="313" y="99"/>
                    <a:pt x="313" y="98"/>
                  </a:cubicBezTo>
                  <a:close/>
                  <a:moveTo>
                    <a:pt x="316" y="67"/>
                  </a:moveTo>
                  <a:cubicBezTo>
                    <a:pt x="317" y="67"/>
                    <a:pt x="315" y="68"/>
                    <a:pt x="314" y="68"/>
                  </a:cubicBezTo>
                  <a:cubicBezTo>
                    <a:pt x="315" y="67"/>
                    <a:pt x="315" y="67"/>
                    <a:pt x="316" y="67"/>
                  </a:cubicBezTo>
                  <a:close/>
                  <a:moveTo>
                    <a:pt x="313" y="68"/>
                  </a:moveTo>
                  <a:cubicBezTo>
                    <a:pt x="313" y="68"/>
                    <a:pt x="312" y="68"/>
                    <a:pt x="311" y="68"/>
                  </a:cubicBezTo>
                  <a:cubicBezTo>
                    <a:pt x="311" y="68"/>
                    <a:pt x="313" y="67"/>
                    <a:pt x="313" y="68"/>
                  </a:cubicBezTo>
                  <a:close/>
                  <a:moveTo>
                    <a:pt x="300" y="82"/>
                  </a:moveTo>
                  <a:cubicBezTo>
                    <a:pt x="298" y="83"/>
                    <a:pt x="298" y="82"/>
                    <a:pt x="300" y="82"/>
                  </a:cubicBezTo>
                  <a:close/>
                  <a:moveTo>
                    <a:pt x="299" y="99"/>
                  </a:moveTo>
                  <a:cubicBezTo>
                    <a:pt x="298" y="100"/>
                    <a:pt x="294" y="100"/>
                    <a:pt x="294" y="100"/>
                  </a:cubicBezTo>
                  <a:cubicBezTo>
                    <a:pt x="293" y="100"/>
                    <a:pt x="293" y="99"/>
                    <a:pt x="293" y="99"/>
                  </a:cubicBezTo>
                  <a:cubicBezTo>
                    <a:pt x="293" y="99"/>
                    <a:pt x="291" y="101"/>
                    <a:pt x="291" y="99"/>
                  </a:cubicBezTo>
                  <a:cubicBezTo>
                    <a:pt x="290" y="98"/>
                    <a:pt x="300" y="95"/>
                    <a:pt x="299" y="99"/>
                  </a:cubicBezTo>
                  <a:close/>
                  <a:moveTo>
                    <a:pt x="293" y="116"/>
                  </a:moveTo>
                  <a:cubicBezTo>
                    <a:pt x="299" y="113"/>
                    <a:pt x="305" y="113"/>
                    <a:pt x="311" y="110"/>
                  </a:cubicBezTo>
                  <a:cubicBezTo>
                    <a:pt x="316" y="108"/>
                    <a:pt x="321" y="105"/>
                    <a:pt x="327" y="105"/>
                  </a:cubicBezTo>
                  <a:cubicBezTo>
                    <a:pt x="327" y="105"/>
                    <a:pt x="328" y="105"/>
                    <a:pt x="328" y="106"/>
                  </a:cubicBezTo>
                  <a:cubicBezTo>
                    <a:pt x="328" y="107"/>
                    <a:pt x="318" y="110"/>
                    <a:pt x="315" y="111"/>
                  </a:cubicBezTo>
                  <a:cubicBezTo>
                    <a:pt x="310" y="112"/>
                    <a:pt x="306" y="113"/>
                    <a:pt x="301" y="114"/>
                  </a:cubicBezTo>
                  <a:cubicBezTo>
                    <a:pt x="299" y="115"/>
                    <a:pt x="294" y="118"/>
                    <a:pt x="292" y="118"/>
                  </a:cubicBezTo>
                  <a:cubicBezTo>
                    <a:pt x="288" y="118"/>
                    <a:pt x="293" y="116"/>
                    <a:pt x="293" y="116"/>
                  </a:cubicBezTo>
                  <a:close/>
                  <a:moveTo>
                    <a:pt x="294" y="382"/>
                  </a:moveTo>
                  <a:cubicBezTo>
                    <a:pt x="294" y="382"/>
                    <a:pt x="293" y="382"/>
                    <a:pt x="292" y="384"/>
                  </a:cubicBezTo>
                  <a:cubicBezTo>
                    <a:pt x="289" y="386"/>
                    <a:pt x="286" y="391"/>
                    <a:pt x="283" y="396"/>
                  </a:cubicBezTo>
                  <a:cubicBezTo>
                    <a:pt x="281" y="399"/>
                    <a:pt x="280" y="403"/>
                    <a:pt x="278" y="405"/>
                  </a:cubicBezTo>
                  <a:cubicBezTo>
                    <a:pt x="278" y="406"/>
                    <a:pt x="277" y="406"/>
                    <a:pt x="277" y="406"/>
                  </a:cubicBezTo>
                  <a:cubicBezTo>
                    <a:pt x="276" y="406"/>
                    <a:pt x="280" y="399"/>
                    <a:pt x="281" y="398"/>
                  </a:cubicBezTo>
                  <a:cubicBezTo>
                    <a:pt x="283" y="395"/>
                    <a:pt x="284" y="392"/>
                    <a:pt x="286" y="390"/>
                  </a:cubicBezTo>
                  <a:cubicBezTo>
                    <a:pt x="287" y="388"/>
                    <a:pt x="291" y="385"/>
                    <a:pt x="291" y="382"/>
                  </a:cubicBezTo>
                  <a:cubicBezTo>
                    <a:pt x="291" y="382"/>
                    <a:pt x="290" y="380"/>
                    <a:pt x="290" y="379"/>
                  </a:cubicBezTo>
                  <a:cubicBezTo>
                    <a:pt x="290" y="375"/>
                    <a:pt x="298" y="376"/>
                    <a:pt x="294" y="382"/>
                  </a:cubicBezTo>
                  <a:close/>
                  <a:moveTo>
                    <a:pt x="286" y="197"/>
                  </a:moveTo>
                  <a:cubicBezTo>
                    <a:pt x="286" y="197"/>
                    <a:pt x="286" y="198"/>
                    <a:pt x="286" y="198"/>
                  </a:cubicBezTo>
                  <a:cubicBezTo>
                    <a:pt x="285" y="198"/>
                    <a:pt x="285" y="196"/>
                    <a:pt x="286" y="197"/>
                  </a:cubicBezTo>
                  <a:close/>
                  <a:moveTo>
                    <a:pt x="286" y="346"/>
                  </a:moveTo>
                  <a:cubicBezTo>
                    <a:pt x="287" y="346"/>
                    <a:pt x="286" y="347"/>
                    <a:pt x="286" y="348"/>
                  </a:cubicBezTo>
                  <a:cubicBezTo>
                    <a:pt x="284" y="350"/>
                    <a:pt x="284" y="344"/>
                    <a:pt x="286" y="346"/>
                  </a:cubicBezTo>
                  <a:close/>
                  <a:moveTo>
                    <a:pt x="284" y="385"/>
                  </a:moveTo>
                  <a:cubicBezTo>
                    <a:pt x="284" y="386"/>
                    <a:pt x="283" y="386"/>
                    <a:pt x="283" y="386"/>
                  </a:cubicBezTo>
                  <a:cubicBezTo>
                    <a:pt x="282" y="386"/>
                    <a:pt x="284" y="385"/>
                    <a:pt x="284" y="385"/>
                  </a:cubicBezTo>
                  <a:close/>
                  <a:moveTo>
                    <a:pt x="281" y="387"/>
                  </a:moveTo>
                  <a:cubicBezTo>
                    <a:pt x="283" y="388"/>
                    <a:pt x="280" y="390"/>
                    <a:pt x="279" y="391"/>
                  </a:cubicBezTo>
                  <a:cubicBezTo>
                    <a:pt x="280" y="389"/>
                    <a:pt x="281" y="388"/>
                    <a:pt x="281" y="387"/>
                  </a:cubicBezTo>
                  <a:close/>
                  <a:moveTo>
                    <a:pt x="278" y="392"/>
                  </a:moveTo>
                  <a:cubicBezTo>
                    <a:pt x="278" y="393"/>
                    <a:pt x="277" y="393"/>
                    <a:pt x="277" y="394"/>
                  </a:cubicBezTo>
                  <a:cubicBezTo>
                    <a:pt x="276" y="394"/>
                    <a:pt x="277" y="392"/>
                    <a:pt x="278" y="392"/>
                  </a:cubicBezTo>
                  <a:close/>
                  <a:moveTo>
                    <a:pt x="275" y="342"/>
                  </a:moveTo>
                  <a:cubicBezTo>
                    <a:pt x="274" y="343"/>
                    <a:pt x="274" y="343"/>
                    <a:pt x="273" y="344"/>
                  </a:cubicBezTo>
                  <a:cubicBezTo>
                    <a:pt x="273" y="344"/>
                    <a:pt x="274" y="342"/>
                    <a:pt x="275" y="342"/>
                  </a:cubicBezTo>
                  <a:close/>
                  <a:moveTo>
                    <a:pt x="273" y="119"/>
                  </a:moveTo>
                  <a:cubicBezTo>
                    <a:pt x="273" y="120"/>
                    <a:pt x="272" y="119"/>
                    <a:pt x="271" y="120"/>
                  </a:cubicBezTo>
                  <a:cubicBezTo>
                    <a:pt x="271" y="119"/>
                    <a:pt x="273" y="119"/>
                    <a:pt x="273" y="119"/>
                  </a:cubicBezTo>
                  <a:close/>
                  <a:moveTo>
                    <a:pt x="272" y="481"/>
                  </a:moveTo>
                  <a:cubicBezTo>
                    <a:pt x="273" y="482"/>
                    <a:pt x="271" y="483"/>
                    <a:pt x="271" y="483"/>
                  </a:cubicBezTo>
                  <a:cubicBezTo>
                    <a:pt x="269" y="483"/>
                    <a:pt x="271" y="480"/>
                    <a:pt x="272" y="481"/>
                  </a:cubicBezTo>
                  <a:close/>
                  <a:moveTo>
                    <a:pt x="270" y="120"/>
                  </a:moveTo>
                  <a:cubicBezTo>
                    <a:pt x="269" y="119"/>
                    <a:pt x="271" y="121"/>
                    <a:pt x="270" y="120"/>
                  </a:cubicBezTo>
                  <a:close/>
                  <a:moveTo>
                    <a:pt x="270" y="409"/>
                  </a:moveTo>
                  <a:cubicBezTo>
                    <a:pt x="270" y="410"/>
                    <a:pt x="269" y="410"/>
                    <a:pt x="269" y="411"/>
                  </a:cubicBezTo>
                  <a:cubicBezTo>
                    <a:pt x="268" y="410"/>
                    <a:pt x="270" y="409"/>
                    <a:pt x="270" y="409"/>
                  </a:cubicBezTo>
                  <a:close/>
                  <a:moveTo>
                    <a:pt x="269" y="378"/>
                  </a:moveTo>
                  <a:cubicBezTo>
                    <a:pt x="269" y="380"/>
                    <a:pt x="267" y="379"/>
                    <a:pt x="266" y="380"/>
                  </a:cubicBezTo>
                  <a:cubicBezTo>
                    <a:pt x="266" y="379"/>
                    <a:pt x="268" y="379"/>
                    <a:pt x="269" y="378"/>
                  </a:cubicBezTo>
                  <a:close/>
                  <a:moveTo>
                    <a:pt x="267" y="407"/>
                  </a:moveTo>
                  <a:cubicBezTo>
                    <a:pt x="269" y="408"/>
                    <a:pt x="267" y="411"/>
                    <a:pt x="266" y="411"/>
                  </a:cubicBezTo>
                  <a:cubicBezTo>
                    <a:pt x="263" y="412"/>
                    <a:pt x="265" y="406"/>
                    <a:pt x="267" y="407"/>
                  </a:cubicBezTo>
                  <a:close/>
                  <a:moveTo>
                    <a:pt x="264" y="422"/>
                  </a:moveTo>
                  <a:cubicBezTo>
                    <a:pt x="265" y="423"/>
                    <a:pt x="264" y="423"/>
                    <a:pt x="264" y="423"/>
                  </a:cubicBezTo>
                  <a:cubicBezTo>
                    <a:pt x="263" y="424"/>
                    <a:pt x="264" y="422"/>
                    <a:pt x="264" y="422"/>
                  </a:cubicBezTo>
                  <a:close/>
                  <a:moveTo>
                    <a:pt x="264" y="455"/>
                  </a:moveTo>
                  <a:cubicBezTo>
                    <a:pt x="266" y="456"/>
                    <a:pt x="265" y="457"/>
                    <a:pt x="264" y="458"/>
                  </a:cubicBezTo>
                  <a:cubicBezTo>
                    <a:pt x="262" y="459"/>
                    <a:pt x="262" y="454"/>
                    <a:pt x="264" y="455"/>
                  </a:cubicBezTo>
                  <a:close/>
                  <a:moveTo>
                    <a:pt x="262" y="487"/>
                  </a:moveTo>
                  <a:cubicBezTo>
                    <a:pt x="263" y="486"/>
                    <a:pt x="262" y="487"/>
                    <a:pt x="262" y="487"/>
                  </a:cubicBezTo>
                  <a:cubicBezTo>
                    <a:pt x="262" y="487"/>
                    <a:pt x="262" y="487"/>
                    <a:pt x="262" y="487"/>
                  </a:cubicBezTo>
                  <a:close/>
                  <a:moveTo>
                    <a:pt x="262" y="390"/>
                  </a:moveTo>
                  <a:cubicBezTo>
                    <a:pt x="262" y="390"/>
                    <a:pt x="261" y="391"/>
                    <a:pt x="261" y="391"/>
                  </a:cubicBezTo>
                  <a:cubicBezTo>
                    <a:pt x="260" y="392"/>
                    <a:pt x="261" y="389"/>
                    <a:pt x="262" y="390"/>
                  </a:cubicBezTo>
                  <a:close/>
                  <a:moveTo>
                    <a:pt x="261" y="409"/>
                  </a:moveTo>
                  <a:cubicBezTo>
                    <a:pt x="262" y="410"/>
                    <a:pt x="261" y="412"/>
                    <a:pt x="261" y="412"/>
                  </a:cubicBezTo>
                  <a:cubicBezTo>
                    <a:pt x="258" y="415"/>
                    <a:pt x="259" y="408"/>
                    <a:pt x="261" y="409"/>
                  </a:cubicBezTo>
                  <a:close/>
                  <a:moveTo>
                    <a:pt x="260" y="161"/>
                  </a:moveTo>
                  <a:cubicBezTo>
                    <a:pt x="259" y="162"/>
                    <a:pt x="258" y="162"/>
                    <a:pt x="257" y="162"/>
                  </a:cubicBezTo>
                  <a:cubicBezTo>
                    <a:pt x="258" y="161"/>
                    <a:pt x="259" y="161"/>
                    <a:pt x="260" y="161"/>
                  </a:cubicBezTo>
                  <a:close/>
                  <a:moveTo>
                    <a:pt x="256" y="236"/>
                  </a:moveTo>
                  <a:cubicBezTo>
                    <a:pt x="257" y="236"/>
                    <a:pt x="257" y="237"/>
                    <a:pt x="257" y="237"/>
                  </a:cubicBezTo>
                  <a:cubicBezTo>
                    <a:pt x="255" y="239"/>
                    <a:pt x="255" y="235"/>
                    <a:pt x="256" y="236"/>
                  </a:cubicBezTo>
                  <a:close/>
                  <a:moveTo>
                    <a:pt x="220" y="484"/>
                  </a:moveTo>
                  <a:cubicBezTo>
                    <a:pt x="219" y="485"/>
                    <a:pt x="219" y="482"/>
                    <a:pt x="220" y="482"/>
                  </a:cubicBezTo>
                  <a:cubicBezTo>
                    <a:pt x="220" y="483"/>
                    <a:pt x="220" y="483"/>
                    <a:pt x="220" y="484"/>
                  </a:cubicBezTo>
                  <a:close/>
                  <a:moveTo>
                    <a:pt x="219" y="482"/>
                  </a:moveTo>
                  <a:cubicBezTo>
                    <a:pt x="218" y="481"/>
                    <a:pt x="220" y="479"/>
                    <a:pt x="220" y="480"/>
                  </a:cubicBezTo>
                  <a:cubicBezTo>
                    <a:pt x="221" y="482"/>
                    <a:pt x="219" y="483"/>
                    <a:pt x="219" y="482"/>
                  </a:cubicBezTo>
                  <a:close/>
                  <a:moveTo>
                    <a:pt x="223" y="478"/>
                  </a:moveTo>
                  <a:cubicBezTo>
                    <a:pt x="219" y="481"/>
                    <a:pt x="218" y="471"/>
                    <a:pt x="222" y="470"/>
                  </a:cubicBezTo>
                  <a:cubicBezTo>
                    <a:pt x="220" y="474"/>
                    <a:pt x="224" y="473"/>
                    <a:pt x="224" y="475"/>
                  </a:cubicBezTo>
                  <a:cubicBezTo>
                    <a:pt x="224" y="475"/>
                    <a:pt x="223" y="477"/>
                    <a:pt x="223" y="478"/>
                  </a:cubicBezTo>
                  <a:close/>
                  <a:moveTo>
                    <a:pt x="226" y="519"/>
                  </a:moveTo>
                  <a:cubicBezTo>
                    <a:pt x="226" y="519"/>
                    <a:pt x="226" y="519"/>
                    <a:pt x="226" y="519"/>
                  </a:cubicBezTo>
                  <a:cubicBezTo>
                    <a:pt x="226" y="518"/>
                    <a:pt x="227" y="518"/>
                    <a:pt x="227" y="518"/>
                  </a:cubicBezTo>
                  <a:cubicBezTo>
                    <a:pt x="226" y="518"/>
                    <a:pt x="226" y="519"/>
                    <a:pt x="226" y="519"/>
                  </a:cubicBezTo>
                  <a:close/>
                  <a:moveTo>
                    <a:pt x="231" y="488"/>
                  </a:moveTo>
                  <a:cubicBezTo>
                    <a:pt x="232" y="486"/>
                    <a:pt x="234" y="487"/>
                    <a:pt x="231" y="488"/>
                  </a:cubicBezTo>
                  <a:close/>
                  <a:moveTo>
                    <a:pt x="236" y="473"/>
                  </a:moveTo>
                  <a:cubicBezTo>
                    <a:pt x="236" y="474"/>
                    <a:pt x="238" y="474"/>
                    <a:pt x="236" y="476"/>
                  </a:cubicBezTo>
                  <a:cubicBezTo>
                    <a:pt x="237" y="475"/>
                    <a:pt x="234" y="476"/>
                    <a:pt x="234" y="476"/>
                  </a:cubicBezTo>
                  <a:cubicBezTo>
                    <a:pt x="233" y="475"/>
                    <a:pt x="233" y="474"/>
                    <a:pt x="235" y="473"/>
                  </a:cubicBezTo>
                  <a:cubicBezTo>
                    <a:pt x="233" y="473"/>
                    <a:pt x="231" y="472"/>
                    <a:pt x="231" y="470"/>
                  </a:cubicBezTo>
                  <a:cubicBezTo>
                    <a:pt x="231" y="467"/>
                    <a:pt x="233" y="465"/>
                    <a:pt x="236" y="464"/>
                  </a:cubicBezTo>
                  <a:cubicBezTo>
                    <a:pt x="236" y="464"/>
                    <a:pt x="236" y="464"/>
                    <a:pt x="236" y="464"/>
                  </a:cubicBezTo>
                  <a:cubicBezTo>
                    <a:pt x="237" y="464"/>
                    <a:pt x="238" y="466"/>
                    <a:pt x="238" y="466"/>
                  </a:cubicBezTo>
                  <a:cubicBezTo>
                    <a:pt x="240" y="467"/>
                    <a:pt x="239" y="462"/>
                    <a:pt x="241" y="463"/>
                  </a:cubicBezTo>
                  <a:cubicBezTo>
                    <a:pt x="244" y="463"/>
                    <a:pt x="241" y="465"/>
                    <a:pt x="241" y="466"/>
                  </a:cubicBezTo>
                  <a:cubicBezTo>
                    <a:pt x="240" y="468"/>
                    <a:pt x="242" y="468"/>
                    <a:pt x="239" y="470"/>
                  </a:cubicBezTo>
                  <a:cubicBezTo>
                    <a:pt x="238" y="470"/>
                    <a:pt x="236" y="473"/>
                    <a:pt x="236" y="473"/>
                  </a:cubicBezTo>
                  <a:close/>
                  <a:moveTo>
                    <a:pt x="232" y="444"/>
                  </a:moveTo>
                  <a:cubicBezTo>
                    <a:pt x="233" y="444"/>
                    <a:pt x="233" y="443"/>
                    <a:pt x="233" y="444"/>
                  </a:cubicBezTo>
                  <a:cubicBezTo>
                    <a:pt x="232" y="444"/>
                    <a:pt x="232" y="444"/>
                    <a:pt x="232" y="444"/>
                  </a:cubicBezTo>
                  <a:close/>
                  <a:moveTo>
                    <a:pt x="237" y="453"/>
                  </a:moveTo>
                  <a:cubicBezTo>
                    <a:pt x="239" y="450"/>
                    <a:pt x="241" y="447"/>
                    <a:pt x="243" y="445"/>
                  </a:cubicBezTo>
                  <a:cubicBezTo>
                    <a:pt x="242" y="448"/>
                    <a:pt x="240" y="450"/>
                    <a:pt x="237" y="453"/>
                  </a:cubicBezTo>
                  <a:close/>
                  <a:moveTo>
                    <a:pt x="243" y="461"/>
                  </a:moveTo>
                  <a:cubicBezTo>
                    <a:pt x="242" y="462"/>
                    <a:pt x="243" y="460"/>
                    <a:pt x="243" y="460"/>
                  </a:cubicBezTo>
                  <a:cubicBezTo>
                    <a:pt x="244" y="460"/>
                    <a:pt x="244" y="461"/>
                    <a:pt x="243" y="461"/>
                  </a:cubicBezTo>
                  <a:close/>
                  <a:moveTo>
                    <a:pt x="238" y="463"/>
                  </a:moveTo>
                  <a:cubicBezTo>
                    <a:pt x="237" y="462"/>
                    <a:pt x="239" y="461"/>
                    <a:pt x="239" y="462"/>
                  </a:cubicBezTo>
                  <a:cubicBezTo>
                    <a:pt x="241" y="463"/>
                    <a:pt x="238" y="465"/>
                    <a:pt x="238" y="463"/>
                  </a:cubicBezTo>
                  <a:close/>
                  <a:moveTo>
                    <a:pt x="237" y="446"/>
                  </a:moveTo>
                  <a:cubicBezTo>
                    <a:pt x="234" y="447"/>
                    <a:pt x="235" y="441"/>
                    <a:pt x="238" y="443"/>
                  </a:cubicBezTo>
                  <a:cubicBezTo>
                    <a:pt x="239" y="443"/>
                    <a:pt x="237" y="445"/>
                    <a:pt x="237" y="446"/>
                  </a:cubicBezTo>
                  <a:close/>
                  <a:moveTo>
                    <a:pt x="236" y="453"/>
                  </a:moveTo>
                  <a:cubicBezTo>
                    <a:pt x="236" y="455"/>
                    <a:pt x="234" y="458"/>
                    <a:pt x="233" y="458"/>
                  </a:cubicBezTo>
                  <a:cubicBezTo>
                    <a:pt x="233" y="458"/>
                    <a:pt x="235" y="454"/>
                    <a:pt x="236" y="453"/>
                  </a:cubicBezTo>
                  <a:close/>
                  <a:moveTo>
                    <a:pt x="234" y="464"/>
                  </a:moveTo>
                  <a:cubicBezTo>
                    <a:pt x="235" y="462"/>
                    <a:pt x="233" y="465"/>
                    <a:pt x="234" y="464"/>
                  </a:cubicBezTo>
                  <a:close/>
                  <a:moveTo>
                    <a:pt x="241" y="500"/>
                  </a:moveTo>
                  <a:cubicBezTo>
                    <a:pt x="240" y="501"/>
                    <a:pt x="241" y="499"/>
                    <a:pt x="241" y="499"/>
                  </a:cubicBezTo>
                  <a:cubicBezTo>
                    <a:pt x="242" y="499"/>
                    <a:pt x="242" y="500"/>
                    <a:pt x="241" y="500"/>
                  </a:cubicBezTo>
                  <a:close/>
                  <a:moveTo>
                    <a:pt x="243" y="497"/>
                  </a:moveTo>
                  <a:cubicBezTo>
                    <a:pt x="241" y="498"/>
                    <a:pt x="243" y="494"/>
                    <a:pt x="244" y="496"/>
                  </a:cubicBezTo>
                  <a:cubicBezTo>
                    <a:pt x="244" y="496"/>
                    <a:pt x="243" y="497"/>
                    <a:pt x="243" y="497"/>
                  </a:cubicBezTo>
                  <a:close/>
                  <a:moveTo>
                    <a:pt x="245" y="513"/>
                  </a:moveTo>
                  <a:cubicBezTo>
                    <a:pt x="246" y="513"/>
                    <a:pt x="244" y="514"/>
                    <a:pt x="245" y="513"/>
                  </a:cubicBezTo>
                  <a:close/>
                  <a:moveTo>
                    <a:pt x="244" y="494"/>
                  </a:moveTo>
                  <a:cubicBezTo>
                    <a:pt x="245" y="492"/>
                    <a:pt x="249" y="492"/>
                    <a:pt x="248" y="495"/>
                  </a:cubicBezTo>
                  <a:cubicBezTo>
                    <a:pt x="248" y="497"/>
                    <a:pt x="242" y="497"/>
                    <a:pt x="244" y="494"/>
                  </a:cubicBezTo>
                  <a:close/>
                  <a:moveTo>
                    <a:pt x="248" y="489"/>
                  </a:moveTo>
                  <a:cubicBezTo>
                    <a:pt x="247" y="488"/>
                    <a:pt x="249" y="488"/>
                    <a:pt x="248" y="489"/>
                  </a:cubicBezTo>
                  <a:close/>
                  <a:moveTo>
                    <a:pt x="249" y="485"/>
                  </a:moveTo>
                  <a:cubicBezTo>
                    <a:pt x="248" y="486"/>
                    <a:pt x="249" y="483"/>
                    <a:pt x="249" y="484"/>
                  </a:cubicBezTo>
                  <a:cubicBezTo>
                    <a:pt x="250" y="484"/>
                    <a:pt x="249" y="485"/>
                    <a:pt x="249" y="485"/>
                  </a:cubicBezTo>
                  <a:close/>
                  <a:moveTo>
                    <a:pt x="251" y="501"/>
                  </a:moveTo>
                  <a:cubicBezTo>
                    <a:pt x="251" y="501"/>
                    <a:pt x="251" y="501"/>
                    <a:pt x="251" y="501"/>
                  </a:cubicBezTo>
                  <a:cubicBezTo>
                    <a:pt x="251" y="499"/>
                    <a:pt x="252" y="503"/>
                    <a:pt x="251" y="501"/>
                  </a:cubicBezTo>
                  <a:close/>
                  <a:moveTo>
                    <a:pt x="252" y="488"/>
                  </a:moveTo>
                  <a:cubicBezTo>
                    <a:pt x="252" y="488"/>
                    <a:pt x="251" y="489"/>
                    <a:pt x="251" y="488"/>
                  </a:cubicBezTo>
                  <a:cubicBezTo>
                    <a:pt x="248" y="485"/>
                    <a:pt x="256" y="486"/>
                    <a:pt x="252" y="488"/>
                  </a:cubicBezTo>
                  <a:close/>
                  <a:moveTo>
                    <a:pt x="252" y="480"/>
                  </a:moveTo>
                  <a:cubicBezTo>
                    <a:pt x="251" y="480"/>
                    <a:pt x="251" y="480"/>
                    <a:pt x="251" y="480"/>
                  </a:cubicBezTo>
                  <a:cubicBezTo>
                    <a:pt x="250" y="480"/>
                    <a:pt x="252" y="479"/>
                    <a:pt x="252" y="480"/>
                  </a:cubicBezTo>
                  <a:close/>
                  <a:moveTo>
                    <a:pt x="250" y="475"/>
                  </a:moveTo>
                  <a:cubicBezTo>
                    <a:pt x="248" y="477"/>
                    <a:pt x="245" y="480"/>
                    <a:pt x="244" y="481"/>
                  </a:cubicBezTo>
                  <a:cubicBezTo>
                    <a:pt x="242" y="482"/>
                    <a:pt x="241" y="485"/>
                    <a:pt x="239" y="485"/>
                  </a:cubicBezTo>
                  <a:cubicBezTo>
                    <a:pt x="243" y="480"/>
                    <a:pt x="249" y="474"/>
                    <a:pt x="253" y="470"/>
                  </a:cubicBezTo>
                  <a:cubicBezTo>
                    <a:pt x="256" y="466"/>
                    <a:pt x="251" y="474"/>
                    <a:pt x="250" y="475"/>
                  </a:cubicBezTo>
                  <a:close/>
                  <a:moveTo>
                    <a:pt x="251" y="410"/>
                  </a:moveTo>
                  <a:cubicBezTo>
                    <a:pt x="252" y="411"/>
                    <a:pt x="251" y="412"/>
                    <a:pt x="250" y="412"/>
                  </a:cubicBezTo>
                  <a:cubicBezTo>
                    <a:pt x="248" y="414"/>
                    <a:pt x="248" y="409"/>
                    <a:pt x="251" y="410"/>
                  </a:cubicBezTo>
                  <a:close/>
                  <a:moveTo>
                    <a:pt x="249" y="314"/>
                  </a:moveTo>
                  <a:cubicBezTo>
                    <a:pt x="250" y="313"/>
                    <a:pt x="251" y="314"/>
                    <a:pt x="251" y="314"/>
                  </a:cubicBezTo>
                  <a:cubicBezTo>
                    <a:pt x="250" y="315"/>
                    <a:pt x="249" y="314"/>
                    <a:pt x="249" y="314"/>
                  </a:cubicBezTo>
                  <a:close/>
                  <a:moveTo>
                    <a:pt x="250" y="459"/>
                  </a:moveTo>
                  <a:cubicBezTo>
                    <a:pt x="251" y="458"/>
                    <a:pt x="248" y="460"/>
                    <a:pt x="250" y="459"/>
                  </a:cubicBezTo>
                  <a:close/>
                  <a:moveTo>
                    <a:pt x="254" y="448"/>
                  </a:moveTo>
                  <a:cubicBezTo>
                    <a:pt x="254" y="447"/>
                    <a:pt x="254" y="450"/>
                    <a:pt x="254" y="448"/>
                  </a:cubicBezTo>
                  <a:close/>
                  <a:moveTo>
                    <a:pt x="254" y="252"/>
                  </a:moveTo>
                  <a:cubicBezTo>
                    <a:pt x="255" y="252"/>
                    <a:pt x="254" y="253"/>
                    <a:pt x="254" y="254"/>
                  </a:cubicBezTo>
                  <a:cubicBezTo>
                    <a:pt x="253" y="255"/>
                    <a:pt x="253" y="252"/>
                    <a:pt x="254" y="252"/>
                  </a:cubicBezTo>
                  <a:close/>
                  <a:moveTo>
                    <a:pt x="253" y="418"/>
                  </a:moveTo>
                  <a:cubicBezTo>
                    <a:pt x="254" y="416"/>
                    <a:pt x="255" y="417"/>
                    <a:pt x="253" y="418"/>
                  </a:cubicBezTo>
                  <a:close/>
                  <a:moveTo>
                    <a:pt x="253" y="419"/>
                  </a:moveTo>
                  <a:cubicBezTo>
                    <a:pt x="253" y="421"/>
                    <a:pt x="252" y="419"/>
                    <a:pt x="253" y="419"/>
                  </a:cubicBezTo>
                  <a:close/>
                  <a:moveTo>
                    <a:pt x="251" y="212"/>
                  </a:moveTo>
                  <a:cubicBezTo>
                    <a:pt x="252" y="213"/>
                    <a:pt x="251" y="213"/>
                    <a:pt x="251" y="214"/>
                  </a:cubicBezTo>
                  <a:cubicBezTo>
                    <a:pt x="250" y="214"/>
                    <a:pt x="251" y="213"/>
                    <a:pt x="251" y="212"/>
                  </a:cubicBezTo>
                  <a:close/>
                  <a:moveTo>
                    <a:pt x="250" y="272"/>
                  </a:moveTo>
                  <a:cubicBezTo>
                    <a:pt x="250" y="273"/>
                    <a:pt x="250" y="273"/>
                    <a:pt x="249" y="274"/>
                  </a:cubicBezTo>
                  <a:cubicBezTo>
                    <a:pt x="248" y="275"/>
                    <a:pt x="250" y="272"/>
                    <a:pt x="250" y="272"/>
                  </a:cubicBezTo>
                  <a:close/>
                  <a:moveTo>
                    <a:pt x="249" y="219"/>
                  </a:moveTo>
                  <a:cubicBezTo>
                    <a:pt x="248" y="218"/>
                    <a:pt x="250" y="217"/>
                    <a:pt x="249" y="219"/>
                  </a:cubicBezTo>
                  <a:close/>
                  <a:moveTo>
                    <a:pt x="250" y="374"/>
                  </a:moveTo>
                  <a:cubicBezTo>
                    <a:pt x="250" y="374"/>
                    <a:pt x="250" y="376"/>
                    <a:pt x="249" y="376"/>
                  </a:cubicBezTo>
                  <a:cubicBezTo>
                    <a:pt x="248" y="377"/>
                    <a:pt x="248" y="374"/>
                    <a:pt x="250" y="374"/>
                  </a:cubicBezTo>
                  <a:close/>
                  <a:moveTo>
                    <a:pt x="245" y="428"/>
                  </a:moveTo>
                  <a:cubicBezTo>
                    <a:pt x="246" y="428"/>
                    <a:pt x="245" y="428"/>
                    <a:pt x="245" y="429"/>
                  </a:cubicBezTo>
                  <a:cubicBezTo>
                    <a:pt x="244" y="430"/>
                    <a:pt x="244" y="427"/>
                    <a:pt x="245" y="428"/>
                  </a:cubicBezTo>
                  <a:close/>
                  <a:moveTo>
                    <a:pt x="244" y="378"/>
                  </a:moveTo>
                  <a:cubicBezTo>
                    <a:pt x="245" y="378"/>
                    <a:pt x="244" y="379"/>
                    <a:pt x="243" y="379"/>
                  </a:cubicBezTo>
                  <a:cubicBezTo>
                    <a:pt x="243" y="378"/>
                    <a:pt x="244" y="378"/>
                    <a:pt x="244" y="378"/>
                  </a:cubicBezTo>
                  <a:close/>
                  <a:moveTo>
                    <a:pt x="243" y="406"/>
                  </a:moveTo>
                  <a:cubicBezTo>
                    <a:pt x="246" y="408"/>
                    <a:pt x="243" y="412"/>
                    <a:pt x="242" y="413"/>
                  </a:cubicBezTo>
                  <a:cubicBezTo>
                    <a:pt x="237" y="414"/>
                    <a:pt x="239" y="404"/>
                    <a:pt x="243" y="406"/>
                  </a:cubicBezTo>
                  <a:close/>
                  <a:moveTo>
                    <a:pt x="236" y="275"/>
                  </a:moveTo>
                  <a:cubicBezTo>
                    <a:pt x="237" y="275"/>
                    <a:pt x="237" y="277"/>
                    <a:pt x="236" y="278"/>
                  </a:cubicBezTo>
                  <a:cubicBezTo>
                    <a:pt x="235" y="279"/>
                    <a:pt x="235" y="275"/>
                    <a:pt x="236" y="275"/>
                  </a:cubicBezTo>
                  <a:close/>
                  <a:moveTo>
                    <a:pt x="236" y="430"/>
                  </a:moveTo>
                  <a:cubicBezTo>
                    <a:pt x="235" y="431"/>
                    <a:pt x="235" y="429"/>
                    <a:pt x="236" y="429"/>
                  </a:cubicBezTo>
                  <a:cubicBezTo>
                    <a:pt x="237" y="429"/>
                    <a:pt x="236" y="430"/>
                    <a:pt x="236" y="430"/>
                  </a:cubicBezTo>
                  <a:close/>
                  <a:moveTo>
                    <a:pt x="236" y="371"/>
                  </a:moveTo>
                  <a:cubicBezTo>
                    <a:pt x="237" y="370"/>
                    <a:pt x="235" y="372"/>
                    <a:pt x="236" y="371"/>
                  </a:cubicBezTo>
                  <a:close/>
                  <a:moveTo>
                    <a:pt x="236" y="412"/>
                  </a:moveTo>
                  <a:cubicBezTo>
                    <a:pt x="237" y="413"/>
                    <a:pt x="235" y="414"/>
                    <a:pt x="235" y="415"/>
                  </a:cubicBezTo>
                  <a:cubicBezTo>
                    <a:pt x="234" y="416"/>
                    <a:pt x="235" y="411"/>
                    <a:pt x="236" y="412"/>
                  </a:cubicBezTo>
                  <a:close/>
                  <a:moveTo>
                    <a:pt x="236" y="431"/>
                  </a:moveTo>
                  <a:cubicBezTo>
                    <a:pt x="240" y="431"/>
                    <a:pt x="238" y="437"/>
                    <a:pt x="234" y="438"/>
                  </a:cubicBezTo>
                  <a:cubicBezTo>
                    <a:pt x="233" y="438"/>
                    <a:pt x="230" y="438"/>
                    <a:pt x="231" y="435"/>
                  </a:cubicBezTo>
                  <a:cubicBezTo>
                    <a:pt x="231" y="433"/>
                    <a:pt x="232" y="434"/>
                    <a:pt x="234" y="433"/>
                  </a:cubicBezTo>
                  <a:cubicBezTo>
                    <a:pt x="234" y="432"/>
                    <a:pt x="234" y="431"/>
                    <a:pt x="236" y="431"/>
                  </a:cubicBezTo>
                  <a:close/>
                  <a:moveTo>
                    <a:pt x="234" y="353"/>
                  </a:moveTo>
                  <a:cubicBezTo>
                    <a:pt x="232" y="355"/>
                    <a:pt x="235" y="352"/>
                    <a:pt x="234" y="353"/>
                  </a:cubicBezTo>
                  <a:close/>
                  <a:moveTo>
                    <a:pt x="233" y="336"/>
                  </a:moveTo>
                  <a:cubicBezTo>
                    <a:pt x="233" y="336"/>
                    <a:pt x="233" y="337"/>
                    <a:pt x="232" y="337"/>
                  </a:cubicBezTo>
                  <a:cubicBezTo>
                    <a:pt x="231" y="338"/>
                    <a:pt x="232" y="335"/>
                    <a:pt x="233" y="336"/>
                  </a:cubicBezTo>
                  <a:close/>
                  <a:moveTo>
                    <a:pt x="232" y="409"/>
                  </a:moveTo>
                  <a:cubicBezTo>
                    <a:pt x="232" y="409"/>
                    <a:pt x="232" y="409"/>
                    <a:pt x="232" y="409"/>
                  </a:cubicBezTo>
                  <a:cubicBezTo>
                    <a:pt x="230" y="410"/>
                    <a:pt x="233" y="407"/>
                    <a:pt x="232" y="409"/>
                  </a:cubicBezTo>
                  <a:close/>
                  <a:moveTo>
                    <a:pt x="230" y="395"/>
                  </a:moveTo>
                  <a:cubicBezTo>
                    <a:pt x="231" y="394"/>
                    <a:pt x="231" y="395"/>
                    <a:pt x="231" y="395"/>
                  </a:cubicBezTo>
                  <a:cubicBezTo>
                    <a:pt x="231" y="395"/>
                    <a:pt x="230" y="395"/>
                    <a:pt x="230" y="395"/>
                  </a:cubicBezTo>
                  <a:close/>
                  <a:moveTo>
                    <a:pt x="230" y="490"/>
                  </a:moveTo>
                  <a:cubicBezTo>
                    <a:pt x="230" y="490"/>
                    <a:pt x="230" y="490"/>
                    <a:pt x="230" y="490"/>
                  </a:cubicBezTo>
                  <a:cubicBezTo>
                    <a:pt x="230" y="490"/>
                    <a:pt x="231" y="489"/>
                    <a:pt x="230" y="490"/>
                  </a:cubicBezTo>
                  <a:close/>
                  <a:moveTo>
                    <a:pt x="230" y="495"/>
                  </a:moveTo>
                  <a:cubicBezTo>
                    <a:pt x="230" y="498"/>
                    <a:pt x="226" y="498"/>
                    <a:pt x="225" y="501"/>
                  </a:cubicBezTo>
                  <a:cubicBezTo>
                    <a:pt x="225" y="498"/>
                    <a:pt x="228" y="496"/>
                    <a:pt x="230" y="495"/>
                  </a:cubicBezTo>
                  <a:close/>
                  <a:moveTo>
                    <a:pt x="225" y="486"/>
                  </a:moveTo>
                  <a:cubicBezTo>
                    <a:pt x="226" y="485"/>
                    <a:pt x="227" y="487"/>
                    <a:pt x="225" y="486"/>
                  </a:cubicBezTo>
                  <a:close/>
                  <a:moveTo>
                    <a:pt x="223" y="437"/>
                  </a:moveTo>
                  <a:cubicBezTo>
                    <a:pt x="222" y="438"/>
                    <a:pt x="223" y="435"/>
                    <a:pt x="223" y="435"/>
                  </a:cubicBezTo>
                  <a:cubicBezTo>
                    <a:pt x="224" y="436"/>
                    <a:pt x="223" y="437"/>
                    <a:pt x="223" y="437"/>
                  </a:cubicBezTo>
                  <a:close/>
                  <a:moveTo>
                    <a:pt x="223" y="313"/>
                  </a:moveTo>
                  <a:cubicBezTo>
                    <a:pt x="224" y="313"/>
                    <a:pt x="223" y="315"/>
                    <a:pt x="223" y="316"/>
                  </a:cubicBezTo>
                  <a:cubicBezTo>
                    <a:pt x="219" y="317"/>
                    <a:pt x="220" y="312"/>
                    <a:pt x="223" y="313"/>
                  </a:cubicBezTo>
                  <a:close/>
                  <a:moveTo>
                    <a:pt x="219" y="387"/>
                  </a:moveTo>
                  <a:cubicBezTo>
                    <a:pt x="219" y="389"/>
                    <a:pt x="220" y="388"/>
                    <a:pt x="220" y="389"/>
                  </a:cubicBezTo>
                  <a:cubicBezTo>
                    <a:pt x="222" y="391"/>
                    <a:pt x="219" y="394"/>
                    <a:pt x="218" y="392"/>
                  </a:cubicBezTo>
                  <a:cubicBezTo>
                    <a:pt x="216" y="391"/>
                    <a:pt x="218" y="389"/>
                    <a:pt x="219" y="387"/>
                  </a:cubicBezTo>
                  <a:close/>
                  <a:moveTo>
                    <a:pt x="213" y="346"/>
                  </a:moveTo>
                  <a:cubicBezTo>
                    <a:pt x="213" y="348"/>
                    <a:pt x="211" y="346"/>
                    <a:pt x="213" y="346"/>
                  </a:cubicBezTo>
                  <a:close/>
                  <a:moveTo>
                    <a:pt x="216" y="395"/>
                  </a:moveTo>
                  <a:cubicBezTo>
                    <a:pt x="215" y="395"/>
                    <a:pt x="215" y="396"/>
                    <a:pt x="215" y="396"/>
                  </a:cubicBezTo>
                  <a:cubicBezTo>
                    <a:pt x="214" y="396"/>
                    <a:pt x="215" y="394"/>
                    <a:pt x="216" y="395"/>
                  </a:cubicBezTo>
                  <a:close/>
                  <a:moveTo>
                    <a:pt x="214" y="449"/>
                  </a:moveTo>
                  <a:cubicBezTo>
                    <a:pt x="214" y="450"/>
                    <a:pt x="215" y="447"/>
                    <a:pt x="214" y="449"/>
                  </a:cubicBezTo>
                  <a:close/>
                  <a:moveTo>
                    <a:pt x="214" y="417"/>
                  </a:moveTo>
                  <a:cubicBezTo>
                    <a:pt x="215" y="418"/>
                    <a:pt x="213" y="419"/>
                    <a:pt x="214" y="417"/>
                  </a:cubicBezTo>
                  <a:close/>
                  <a:moveTo>
                    <a:pt x="213" y="341"/>
                  </a:moveTo>
                  <a:cubicBezTo>
                    <a:pt x="213" y="343"/>
                    <a:pt x="211" y="341"/>
                    <a:pt x="213" y="341"/>
                  </a:cubicBezTo>
                  <a:close/>
                  <a:moveTo>
                    <a:pt x="211" y="453"/>
                  </a:moveTo>
                  <a:cubicBezTo>
                    <a:pt x="211" y="454"/>
                    <a:pt x="210" y="451"/>
                    <a:pt x="211" y="451"/>
                  </a:cubicBezTo>
                  <a:cubicBezTo>
                    <a:pt x="211" y="451"/>
                    <a:pt x="212" y="452"/>
                    <a:pt x="211" y="453"/>
                  </a:cubicBezTo>
                  <a:close/>
                  <a:moveTo>
                    <a:pt x="211" y="238"/>
                  </a:moveTo>
                  <a:cubicBezTo>
                    <a:pt x="211" y="238"/>
                    <a:pt x="211" y="238"/>
                    <a:pt x="211" y="238"/>
                  </a:cubicBezTo>
                  <a:cubicBezTo>
                    <a:pt x="211" y="238"/>
                    <a:pt x="212" y="237"/>
                    <a:pt x="211" y="238"/>
                  </a:cubicBezTo>
                  <a:close/>
                  <a:moveTo>
                    <a:pt x="211" y="409"/>
                  </a:moveTo>
                  <a:cubicBezTo>
                    <a:pt x="210" y="408"/>
                    <a:pt x="212" y="408"/>
                    <a:pt x="211" y="409"/>
                  </a:cubicBezTo>
                  <a:close/>
                  <a:moveTo>
                    <a:pt x="210" y="299"/>
                  </a:moveTo>
                  <a:cubicBezTo>
                    <a:pt x="210" y="299"/>
                    <a:pt x="210" y="299"/>
                    <a:pt x="210" y="298"/>
                  </a:cubicBezTo>
                  <a:cubicBezTo>
                    <a:pt x="210" y="299"/>
                    <a:pt x="209" y="299"/>
                    <a:pt x="209" y="299"/>
                  </a:cubicBezTo>
                  <a:cubicBezTo>
                    <a:pt x="209" y="299"/>
                    <a:pt x="210" y="299"/>
                    <a:pt x="210" y="299"/>
                  </a:cubicBezTo>
                  <a:close/>
                  <a:moveTo>
                    <a:pt x="209" y="464"/>
                  </a:moveTo>
                  <a:cubicBezTo>
                    <a:pt x="209" y="465"/>
                    <a:pt x="209" y="462"/>
                    <a:pt x="209" y="464"/>
                  </a:cubicBezTo>
                  <a:close/>
                  <a:moveTo>
                    <a:pt x="201" y="445"/>
                  </a:moveTo>
                  <a:cubicBezTo>
                    <a:pt x="200" y="446"/>
                    <a:pt x="200" y="443"/>
                    <a:pt x="201" y="443"/>
                  </a:cubicBezTo>
                  <a:cubicBezTo>
                    <a:pt x="202" y="443"/>
                    <a:pt x="201" y="444"/>
                    <a:pt x="201" y="445"/>
                  </a:cubicBezTo>
                  <a:close/>
                  <a:moveTo>
                    <a:pt x="202" y="438"/>
                  </a:moveTo>
                  <a:cubicBezTo>
                    <a:pt x="201" y="438"/>
                    <a:pt x="202" y="437"/>
                    <a:pt x="203" y="437"/>
                  </a:cubicBezTo>
                  <a:cubicBezTo>
                    <a:pt x="203" y="437"/>
                    <a:pt x="203" y="438"/>
                    <a:pt x="202" y="438"/>
                  </a:cubicBezTo>
                  <a:close/>
                  <a:moveTo>
                    <a:pt x="201" y="428"/>
                  </a:moveTo>
                  <a:cubicBezTo>
                    <a:pt x="201" y="430"/>
                    <a:pt x="201" y="435"/>
                    <a:pt x="199" y="435"/>
                  </a:cubicBezTo>
                  <a:cubicBezTo>
                    <a:pt x="198" y="436"/>
                    <a:pt x="197" y="436"/>
                    <a:pt x="197" y="434"/>
                  </a:cubicBezTo>
                  <a:cubicBezTo>
                    <a:pt x="198" y="432"/>
                    <a:pt x="203" y="423"/>
                    <a:pt x="203" y="423"/>
                  </a:cubicBezTo>
                  <a:cubicBezTo>
                    <a:pt x="205" y="424"/>
                    <a:pt x="202" y="427"/>
                    <a:pt x="201" y="428"/>
                  </a:cubicBezTo>
                  <a:close/>
                  <a:moveTo>
                    <a:pt x="204" y="400"/>
                  </a:moveTo>
                  <a:cubicBezTo>
                    <a:pt x="202" y="401"/>
                    <a:pt x="203" y="398"/>
                    <a:pt x="204" y="399"/>
                  </a:cubicBezTo>
                  <a:cubicBezTo>
                    <a:pt x="204" y="399"/>
                    <a:pt x="204" y="400"/>
                    <a:pt x="204" y="400"/>
                  </a:cubicBezTo>
                  <a:close/>
                  <a:moveTo>
                    <a:pt x="204" y="455"/>
                  </a:moveTo>
                  <a:cubicBezTo>
                    <a:pt x="204" y="455"/>
                    <a:pt x="206" y="455"/>
                    <a:pt x="205" y="456"/>
                  </a:cubicBezTo>
                  <a:cubicBezTo>
                    <a:pt x="205" y="457"/>
                    <a:pt x="204" y="456"/>
                    <a:pt x="204" y="455"/>
                  </a:cubicBezTo>
                  <a:close/>
                  <a:moveTo>
                    <a:pt x="205" y="428"/>
                  </a:moveTo>
                  <a:cubicBezTo>
                    <a:pt x="206" y="428"/>
                    <a:pt x="206" y="429"/>
                    <a:pt x="205" y="430"/>
                  </a:cubicBezTo>
                  <a:cubicBezTo>
                    <a:pt x="204" y="430"/>
                    <a:pt x="205" y="428"/>
                    <a:pt x="205" y="428"/>
                  </a:cubicBezTo>
                  <a:close/>
                  <a:moveTo>
                    <a:pt x="206" y="456"/>
                  </a:moveTo>
                  <a:cubicBezTo>
                    <a:pt x="207" y="456"/>
                    <a:pt x="206" y="457"/>
                    <a:pt x="206" y="457"/>
                  </a:cubicBezTo>
                  <a:cubicBezTo>
                    <a:pt x="205" y="457"/>
                    <a:pt x="206" y="456"/>
                    <a:pt x="206" y="456"/>
                  </a:cubicBezTo>
                  <a:close/>
                  <a:moveTo>
                    <a:pt x="206" y="467"/>
                  </a:moveTo>
                  <a:cubicBezTo>
                    <a:pt x="207" y="468"/>
                    <a:pt x="205" y="469"/>
                    <a:pt x="206" y="467"/>
                  </a:cubicBezTo>
                  <a:close/>
                  <a:moveTo>
                    <a:pt x="206" y="465"/>
                  </a:moveTo>
                  <a:cubicBezTo>
                    <a:pt x="206" y="465"/>
                    <a:pt x="208" y="465"/>
                    <a:pt x="208" y="465"/>
                  </a:cubicBezTo>
                  <a:cubicBezTo>
                    <a:pt x="208" y="466"/>
                    <a:pt x="205" y="466"/>
                    <a:pt x="206" y="465"/>
                  </a:cubicBezTo>
                  <a:close/>
                  <a:moveTo>
                    <a:pt x="207" y="448"/>
                  </a:moveTo>
                  <a:cubicBezTo>
                    <a:pt x="208" y="447"/>
                    <a:pt x="208" y="448"/>
                    <a:pt x="208" y="449"/>
                  </a:cubicBezTo>
                  <a:cubicBezTo>
                    <a:pt x="208" y="450"/>
                    <a:pt x="207" y="448"/>
                    <a:pt x="207" y="448"/>
                  </a:cubicBezTo>
                  <a:close/>
                  <a:moveTo>
                    <a:pt x="206" y="415"/>
                  </a:moveTo>
                  <a:cubicBezTo>
                    <a:pt x="205" y="416"/>
                    <a:pt x="207" y="413"/>
                    <a:pt x="206" y="415"/>
                  </a:cubicBezTo>
                  <a:close/>
                  <a:moveTo>
                    <a:pt x="204" y="380"/>
                  </a:moveTo>
                  <a:cubicBezTo>
                    <a:pt x="206" y="379"/>
                    <a:pt x="207" y="384"/>
                    <a:pt x="205" y="385"/>
                  </a:cubicBezTo>
                  <a:cubicBezTo>
                    <a:pt x="202" y="386"/>
                    <a:pt x="202" y="381"/>
                    <a:pt x="204" y="380"/>
                  </a:cubicBezTo>
                  <a:close/>
                  <a:moveTo>
                    <a:pt x="203" y="416"/>
                  </a:moveTo>
                  <a:cubicBezTo>
                    <a:pt x="203" y="417"/>
                    <a:pt x="203" y="417"/>
                    <a:pt x="202" y="418"/>
                  </a:cubicBezTo>
                  <a:cubicBezTo>
                    <a:pt x="201" y="419"/>
                    <a:pt x="202" y="416"/>
                    <a:pt x="203" y="416"/>
                  </a:cubicBezTo>
                  <a:close/>
                  <a:moveTo>
                    <a:pt x="202" y="401"/>
                  </a:moveTo>
                  <a:cubicBezTo>
                    <a:pt x="202" y="402"/>
                    <a:pt x="201" y="403"/>
                    <a:pt x="201" y="403"/>
                  </a:cubicBezTo>
                  <a:cubicBezTo>
                    <a:pt x="200" y="404"/>
                    <a:pt x="201" y="401"/>
                    <a:pt x="202" y="401"/>
                  </a:cubicBezTo>
                  <a:close/>
                  <a:moveTo>
                    <a:pt x="200" y="405"/>
                  </a:moveTo>
                  <a:cubicBezTo>
                    <a:pt x="200" y="406"/>
                    <a:pt x="200" y="406"/>
                    <a:pt x="199" y="407"/>
                  </a:cubicBezTo>
                  <a:cubicBezTo>
                    <a:pt x="199" y="407"/>
                    <a:pt x="199" y="405"/>
                    <a:pt x="200" y="405"/>
                  </a:cubicBezTo>
                  <a:close/>
                  <a:moveTo>
                    <a:pt x="198" y="419"/>
                  </a:moveTo>
                  <a:cubicBezTo>
                    <a:pt x="197" y="421"/>
                    <a:pt x="198" y="418"/>
                    <a:pt x="198" y="418"/>
                  </a:cubicBezTo>
                  <a:cubicBezTo>
                    <a:pt x="198" y="418"/>
                    <a:pt x="198" y="419"/>
                    <a:pt x="198" y="419"/>
                  </a:cubicBezTo>
                  <a:close/>
                  <a:moveTo>
                    <a:pt x="198" y="411"/>
                  </a:moveTo>
                  <a:cubicBezTo>
                    <a:pt x="198" y="413"/>
                    <a:pt x="197" y="415"/>
                    <a:pt x="196" y="416"/>
                  </a:cubicBezTo>
                  <a:cubicBezTo>
                    <a:pt x="195" y="415"/>
                    <a:pt x="197" y="412"/>
                    <a:pt x="198" y="411"/>
                  </a:cubicBezTo>
                  <a:close/>
                  <a:moveTo>
                    <a:pt x="196" y="426"/>
                  </a:moveTo>
                  <a:cubicBezTo>
                    <a:pt x="196" y="426"/>
                    <a:pt x="196" y="427"/>
                    <a:pt x="195" y="427"/>
                  </a:cubicBezTo>
                  <a:cubicBezTo>
                    <a:pt x="194" y="428"/>
                    <a:pt x="195" y="426"/>
                    <a:pt x="196" y="426"/>
                  </a:cubicBezTo>
                  <a:close/>
                  <a:moveTo>
                    <a:pt x="75" y="451"/>
                  </a:moveTo>
                  <a:cubicBezTo>
                    <a:pt x="74" y="451"/>
                    <a:pt x="74" y="449"/>
                    <a:pt x="75" y="449"/>
                  </a:cubicBezTo>
                  <a:cubicBezTo>
                    <a:pt x="75" y="450"/>
                    <a:pt x="75" y="450"/>
                    <a:pt x="75" y="451"/>
                  </a:cubicBezTo>
                  <a:close/>
                  <a:moveTo>
                    <a:pt x="84" y="417"/>
                  </a:moveTo>
                  <a:cubicBezTo>
                    <a:pt x="86" y="416"/>
                    <a:pt x="89" y="422"/>
                    <a:pt x="86" y="423"/>
                  </a:cubicBezTo>
                  <a:cubicBezTo>
                    <a:pt x="82" y="425"/>
                    <a:pt x="82" y="417"/>
                    <a:pt x="84" y="417"/>
                  </a:cubicBezTo>
                  <a:close/>
                  <a:moveTo>
                    <a:pt x="82" y="401"/>
                  </a:moveTo>
                  <a:cubicBezTo>
                    <a:pt x="82" y="402"/>
                    <a:pt x="83" y="398"/>
                    <a:pt x="82" y="401"/>
                  </a:cubicBezTo>
                  <a:close/>
                  <a:moveTo>
                    <a:pt x="88" y="429"/>
                  </a:moveTo>
                  <a:cubicBezTo>
                    <a:pt x="88" y="428"/>
                    <a:pt x="88" y="428"/>
                    <a:pt x="88" y="427"/>
                  </a:cubicBezTo>
                  <a:cubicBezTo>
                    <a:pt x="87" y="427"/>
                    <a:pt x="86" y="427"/>
                    <a:pt x="87" y="426"/>
                  </a:cubicBezTo>
                  <a:cubicBezTo>
                    <a:pt x="87" y="426"/>
                    <a:pt x="87" y="426"/>
                    <a:pt x="88" y="426"/>
                  </a:cubicBezTo>
                  <a:cubicBezTo>
                    <a:pt x="88" y="423"/>
                    <a:pt x="90" y="418"/>
                    <a:pt x="90" y="418"/>
                  </a:cubicBezTo>
                  <a:cubicBezTo>
                    <a:pt x="91" y="419"/>
                    <a:pt x="88" y="426"/>
                    <a:pt x="88" y="429"/>
                  </a:cubicBezTo>
                  <a:close/>
                  <a:moveTo>
                    <a:pt x="88" y="449"/>
                  </a:moveTo>
                  <a:cubicBezTo>
                    <a:pt x="87" y="449"/>
                    <a:pt x="89" y="448"/>
                    <a:pt x="88" y="449"/>
                  </a:cubicBezTo>
                  <a:close/>
                  <a:moveTo>
                    <a:pt x="85" y="448"/>
                  </a:moveTo>
                  <a:cubicBezTo>
                    <a:pt x="84" y="450"/>
                    <a:pt x="84" y="446"/>
                    <a:pt x="85" y="446"/>
                  </a:cubicBezTo>
                  <a:cubicBezTo>
                    <a:pt x="86" y="447"/>
                    <a:pt x="86" y="448"/>
                    <a:pt x="85" y="448"/>
                  </a:cubicBezTo>
                  <a:close/>
                  <a:moveTo>
                    <a:pt x="86" y="437"/>
                  </a:moveTo>
                  <a:cubicBezTo>
                    <a:pt x="83" y="434"/>
                    <a:pt x="90" y="436"/>
                    <a:pt x="86" y="437"/>
                  </a:cubicBezTo>
                  <a:cubicBezTo>
                    <a:pt x="86" y="437"/>
                    <a:pt x="86" y="438"/>
                    <a:pt x="86" y="437"/>
                  </a:cubicBezTo>
                  <a:close/>
                  <a:moveTo>
                    <a:pt x="88" y="451"/>
                  </a:moveTo>
                  <a:cubicBezTo>
                    <a:pt x="88" y="451"/>
                    <a:pt x="88" y="452"/>
                    <a:pt x="88" y="452"/>
                  </a:cubicBezTo>
                  <a:cubicBezTo>
                    <a:pt x="87" y="453"/>
                    <a:pt x="87" y="451"/>
                    <a:pt x="88" y="451"/>
                  </a:cubicBezTo>
                  <a:close/>
                  <a:moveTo>
                    <a:pt x="88" y="462"/>
                  </a:moveTo>
                  <a:cubicBezTo>
                    <a:pt x="88" y="460"/>
                    <a:pt x="86" y="457"/>
                    <a:pt x="89" y="457"/>
                  </a:cubicBezTo>
                  <a:cubicBezTo>
                    <a:pt x="93" y="456"/>
                    <a:pt x="88" y="463"/>
                    <a:pt x="88" y="462"/>
                  </a:cubicBezTo>
                  <a:close/>
                  <a:moveTo>
                    <a:pt x="91" y="450"/>
                  </a:moveTo>
                  <a:cubicBezTo>
                    <a:pt x="90" y="451"/>
                    <a:pt x="90" y="450"/>
                    <a:pt x="90" y="449"/>
                  </a:cubicBezTo>
                  <a:cubicBezTo>
                    <a:pt x="90" y="449"/>
                    <a:pt x="91" y="450"/>
                    <a:pt x="91" y="450"/>
                  </a:cubicBezTo>
                  <a:close/>
                  <a:moveTo>
                    <a:pt x="92" y="442"/>
                  </a:moveTo>
                  <a:cubicBezTo>
                    <a:pt x="91" y="443"/>
                    <a:pt x="89" y="440"/>
                    <a:pt x="90" y="440"/>
                  </a:cubicBezTo>
                  <a:cubicBezTo>
                    <a:pt x="91" y="439"/>
                    <a:pt x="93" y="441"/>
                    <a:pt x="92" y="442"/>
                  </a:cubicBezTo>
                  <a:close/>
                  <a:moveTo>
                    <a:pt x="92" y="428"/>
                  </a:moveTo>
                  <a:cubicBezTo>
                    <a:pt x="93" y="429"/>
                    <a:pt x="93" y="430"/>
                    <a:pt x="93" y="431"/>
                  </a:cubicBezTo>
                  <a:cubicBezTo>
                    <a:pt x="91" y="432"/>
                    <a:pt x="91" y="428"/>
                    <a:pt x="92" y="428"/>
                  </a:cubicBezTo>
                  <a:close/>
                  <a:moveTo>
                    <a:pt x="92" y="416"/>
                  </a:moveTo>
                  <a:cubicBezTo>
                    <a:pt x="93" y="416"/>
                    <a:pt x="93" y="417"/>
                    <a:pt x="93" y="417"/>
                  </a:cubicBezTo>
                  <a:cubicBezTo>
                    <a:pt x="92" y="418"/>
                    <a:pt x="92" y="416"/>
                    <a:pt x="92" y="416"/>
                  </a:cubicBezTo>
                  <a:close/>
                  <a:moveTo>
                    <a:pt x="97" y="465"/>
                  </a:moveTo>
                  <a:cubicBezTo>
                    <a:pt x="96" y="466"/>
                    <a:pt x="96" y="463"/>
                    <a:pt x="97" y="463"/>
                  </a:cubicBezTo>
                  <a:cubicBezTo>
                    <a:pt x="98" y="463"/>
                    <a:pt x="98" y="465"/>
                    <a:pt x="97" y="465"/>
                  </a:cubicBezTo>
                  <a:close/>
                  <a:moveTo>
                    <a:pt x="95" y="461"/>
                  </a:moveTo>
                  <a:cubicBezTo>
                    <a:pt x="96" y="462"/>
                    <a:pt x="99" y="462"/>
                    <a:pt x="96" y="463"/>
                  </a:cubicBezTo>
                  <a:cubicBezTo>
                    <a:pt x="95" y="463"/>
                    <a:pt x="94" y="463"/>
                    <a:pt x="93" y="462"/>
                  </a:cubicBezTo>
                  <a:cubicBezTo>
                    <a:pt x="93" y="462"/>
                    <a:pt x="94" y="459"/>
                    <a:pt x="94" y="460"/>
                  </a:cubicBezTo>
                  <a:cubicBezTo>
                    <a:pt x="96" y="458"/>
                    <a:pt x="95" y="461"/>
                    <a:pt x="95" y="461"/>
                  </a:cubicBezTo>
                  <a:close/>
                  <a:moveTo>
                    <a:pt x="103" y="430"/>
                  </a:moveTo>
                  <a:cubicBezTo>
                    <a:pt x="104" y="431"/>
                    <a:pt x="101" y="432"/>
                    <a:pt x="103" y="430"/>
                  </a:cubicBezTo>
                  <a:close/>
                  <a:moveTo>
                    <a:pt x="107" y="428"/>
                  </a:moveTo>
                  <a:cubicBezTo>
                    <a:pt x="106" y="429"/>
                    <a:pt x="105" y="426"/>
                    <a:pt x="107" y="427"/>
                  </a:cubicBezTo>
                  <a:cubicBezTo>
                    <a:pt x="108" y="427"/>
                    <a:pt x="107" y="428"/>
                    <a:pt x="107" y="428"/>
                  </a:cubicBezTo>
                  <a:close/>
                  <a:moveTo>
                    <a:pt x="112" y="444"/>
                  </a:moveTo>
                  <a:cubicBezTo>
                    <a:pt x="111" y="442"/>
                    <a:pt x="112" y="441"/>
                    <a:pt x="112" y="444"/>
                  </a:cubicBezTo>
                  <a:close/>
                  <a:moveTo>
                    <a:pt x="113" y="428"/>
                  </a:moveTo>
                  <a:cubicBezTo>
                    <a:pt x="112" y="429"/>
                    <a:pt x="112" y="426"/>
                    <a:pt x="113" y="427"/>
                  </a:cubicBezTo>
                  <a:cubicBezTo>
                    <a:pt x="113" y="427"/>
                    <a:pt x="113" y="428"/>
                    <a:pt x="113" y="428"/>
                  </a:cubicBezTo>
                  <a:close/>
                  <a:moveTo>
                    <a:pt x="114" y="420"/>
                  </a:moveTo>
                  <a:cubicBezTo>
                    <a:pt x="112" y="420"/>
                    <a:pt x="113" y="419"/>
                    <a:pt x="112" y="418"/>
                  </a:cubicBezTo>
                  <a:cubicBezTo>
                    <a:pt x="111" y="418"/>
                    <a:pt x="111" y="419"/>
                    <a:pt x="110" y="419"/>
                  </a:cubicBezTo>
                  <a:cubicBezTo>
                    <a:pt x="109" y="417"/>
                    <a:pt x="108" y="407"/>
                    <a:pt x="111" y="406"/>
                  </a:cubicBezTo>
                  <a:cubicBezTo>
                    <a:pt x="111" y="406"/>
                    <a:pt x="113" y="408"/>
                    <a:pt x="114" y="406"/>
                  </a:cubicBezTo>
                  <a:cubicBezTo>
                    <a:pt x="114" y="404"/>
                    <a:pt x="117" y="415"/>
                    <a:pt x="117" y="418"/>
                  </a:cubicBezTo>
                  <a:cubicBezTo>
                    <a:pt x="115" y="416"/>
                    <a:pt x="114" y="420"/>
                    <a:pt x="114" y="420"/>
                  </a:cubicBezTo>
                  <a:close/>
                  <a:moveTo>
                    <a:pt x="108" y="393"/>
                  </a:moveTo>
                  <a:cubicBezTo>
                    <a:pt x="110" y="393"/>
                    <a:pt x="112" y="398"/>
                    <a:pt x="109" y="399"/>
                  </a:cubicBezTo>
                  <a:cubicBezTo>
                    <a:pt x="106" y="401"/>
                    <a:pt x="106" y="394"/>
                    <a:pt x="108" y="393"/>
                  </a:cubicBezTo>
                  <a:close/>
                  <a:moveTo>
                    <a:pt x="113" y="402"/>
                  </a:moveTo>
                  <a:cubicBezTo>
                    <a:pt x="112" y="403"/>
                    <a:pt x="112" y="405"/>
                    <a:pt x="111" y="406"/>
                  </a:cubicBezTo>
                  <a:cubicBezTo>
                    <a:pt x="110" y="405"/>
                    <a:pt x="111" y="402"/>
                    <a:pt x="113" y="402"/>
                  </a:cubicBezTo>
                  <a:close/>
                  <a:moveTo>
                    <a:pt x="112" y="359"/>
                  </a:moveTo>
                  <a:cubicBezTo>
                    <a:pt x="110" y="359"/>
                    <a:pt x="113" y="358"/>
                    <a:pt x="112" y="359"/>
                  </a:cubicBezTo>
                  <a:close/>
                  <a:moveTo>
                    <a:pt x="115" y="382"/>
                  </a:moveTo>
                  <a:cubicBezTo>
                    <a:pt x="115" y="382"/>
                    <a:pt x="117" y="385"/>
                    <a:pt x="116" y="386"/>
                  </a:cubicBezTo>
                  <a:cubicBezTo>
                    <a:pt x="116" y="389"/>
                    <a:pt x="113" y="387"/>
                    <a:pt x="114" y="390"/>
                  </a:cubicBezTo>
                  <a:cubicBezTo>
                    <a:pt x="113" y="390"/>
                    <a:pt x="113" y="390"/>
                    <a:pt x="113" y="390"/>
                  </a:cubicBezTo>
                  <a:cubicBezTo>
                    <a:pt x="113" y="387"/>
                    <a:pt x="111" y="381"/>
                    <a:pt x="115" y="382"/>
                  </a:cubicBezTo>
                  <a:close/>
                  <a:moveTo>
                    <a:pt x="113" y="361"/>
                  </a:moveTo>
                  <a:cubicBezTo>
                    <a:pt x="114" y="362"/>
                    <a:pt x="112" y="363"/>
                    <a:pt x="113" y="361"/>
                  </a:cubicBezTo>
                  <a:close/>
                  <a:moveTo>
                    <a:pt x="117" y="394"/>
                  </a:moveTo>
                  <a:cubicBezTo>
                    <a:pt x="116" y="395"/>
                    <a:pt x="116" y="393"/>
                    <a:pt x="116" y="393"/>
                  </a:cubicBezTo>
                  <a:cubicBezTo>
                    <a:pt x="117" y="392"/>
                    <a:pt x="117" y="394"/>
                    <a:pt x="117" y="394"/>
                  </a:cubicBezTo>
                  <a:close/>
                  <a:moveTo>
                    <a:pt x="115" y="440"/>
                  </a:moveTo>
                  <a:cubicBezTo>
                    <a:pt x="114" y="439"/>
                    <a:pt x="116" y="439"/>
                    <a:pt x="115" y="440"/>
                  </a:cubicBezTo>
                  <a:close/>
                  <a:moveTo>
                    <a:pt x="117" y="429"/>
                  </a:moveTo>
                  <a:cubicBezTo>
                    <a:pt x="116" y="430"/>
                    <a:pt x="115" y="424"/>
                    <a:pt x="116" y="423"/>
                  </a:cubicBezTo>
                  <a:cubicBezTo>
                    <a:pt x="117" y="424"/>
                    <a:pt x="118" y="429"/>
                    <a:pt x="117" y="429"/>
                  </a:cubicBezTo>
                  <a:close/>
                  <a:moveTo>
                    <a:pt x="122" y="437"/>
                  </a:moveTo>
                  <a:cubicBezTo>
                    <a:pt x="121" y="438"/>
                    <a:pt x="123" y="435"/>
                    <a:pt x="122" y="437"/>
                  </a:cubicBezTo>
                  <a:close/>
                  <a:moveTo>
                    <a:pt x="121" y="400"/>
                  </a:moveTo>
                  <a:cubicBezTo>
                    <a:pt x="122" y="400"/>
                    <a:pt x="123" y="405"/>
                    <a:pt x="122" y="406"/>
                  </a:cubicBezTo>
                  <a:cubicBezTo>
                    <a:pt x="119" y="407"/>
                    <a:pt x="121" y="400"/>
                    <a:pt x="121" y="400"/>
                  </a:cubicBezTo>
                  <a:close/>
                  <a:moveTo>
                    <a:pt x="124" y="434"/>
                  </a:moveTo>
                  <a:cubicBezTo>
                    <a:pt x="124" y="432"/>
                    <a:pt x="124" y="436"/>
                    <a:pt x="124" y="434"/>
                  </a:cubicBezTo>
                  <a:close/>
                  <a:moveTo>
                    <a:pt x="124" y="420"/>
                  </a:moveTo>
                  <a:cubicBezTo>
                    <a:pt x="123" y="418"/>
                    <a:pt x="124" y="417"/>
                    <a:pt x="122" y="417"/>
                  </a:cubicBezTo>
                  <a:cubicBezTo>
                    <a:pt x="124" y="417"/>
                    <a:pt x="124" y="408"/>
                    <a:pt x="127" y="412"/>
                  </a:cubicBezTo>
                  <a:cubicBezTo>
                    <a:pt x="128" y="413"/>
                    <a:pt x="128" y="416"/>
                    <a:pt x="127" y="416"/>
                  </a:cubicBezTo>
                  <a:cubicBezTo>
                    <a:pt x="125" y="417"/>
                    <a:pt x="124" y="415"/>
                    <a:pt x="124" y="420"/>
                  </a:cubicBezTo>
                  <a:close/>
                  <a:moveTo>
                    <a:pt x="125" y="428"/>
                  </a:moveTo>
                  <a:cubicBezTo>
                    <a:pt x="125" y="430"/>
                    <a:pt x="124" y="426"/>
                    <a:pt x="125" y="427"/>
                  </a:cubicBezTo>
                  <a:cubicBezTo>
                    <a:pt x="125" y="427"/>
                    <a:pt x="125" y="428"/>
                    <a:pt x="125" y="428"/>
                  </a:cubicBezTo>
                  <a:close/>
                  <a:moveTo>
                    <a:pt x="128" y="431"/>
                  </a:moveTo>
                  <a:cubicBezTo>
                    <a:pt x="127" y="433"/>
                    <a:pt x="128" y="440"/>
                    <a:pt x="126" y="440"/>
                  </a:cubicBezTo>
                  <a:cubicBezTo>
                    <a:pt x="127" y="437"/>
                    <a:pt x="126" y="433"/>
                    <a:pt x="127" y="429"/>
                  </a:cubicBezTo>
                  <a:cubicBezTo>
                    <a:pt x="128" y="425"/>
                    <a:pt x="128" y="429"/>
                    <a:pt x="128" y="431"/>
                  </a:cubicBezTo>
                  <a:close/>
                  <a:moveTo>
                    <a:pt x="128" y="426"/>
                  </a:moveTo>
                  <a:cubicBezTo>
                    <a:pt x="129" y="425"/>
                    <a:pt x="128" y="422"/>
                    <a:pt x="129" y="421"/>
                  </a:cubicBezTo>
                  <a:cubicBezTo>
                    <a:pt x="129" y="423"/>
                    <a:pt x="129" y="425"/>
                    <a:pt x="128" y="426"/>
                  </a:cubicBezTo>
                  <a:close/>
                  <a:moveTo>
                    <a:pt x="129" y="421"/>
                  </a:moveTo>
                  <a:cubicBezTo>
                    <a:pt x="128" y="420"/>
                    <a:pt x="129" y="418"/>
                    <a:pt x="130" y="417"/>
                  </a:cubicBezTo>
                  <a:cubicBezTo>
                    <a:pt x="130" y="418"/>
                    <a:pt x="129" y="420"/>
                    <a:pt x="129" y="421"/>
                  </a:cubicBezTo>
                  <a:close/>
                  <a:moveTo>
                    <a:pt x="130" y="416"/>
                  </a:moveTo>
                  <a:cubicBezTo>
                    <a:pt x="130" y="417"/>
                    <a:pt x="129" y="415"/>
                    <a:pt x="130" y="415"/>
                  </a:cubicBezTo>
                  <a:cubicBezTo>
                    <a:pt x="130" y="414"/>
                    <a:pt x="131" y="415"/>
                    <a:pt x="130" y="416"/>
                  </a:cubicBezTo>
                  <a:close/>
                  <a:moveTo>
                    <a:pt x="129" y="392"/>
                  </a:moveTo>
                  <a:cubicBezTo>
                    <a:pt x="127" y="393"/>
                    <a:pt x="127" y="398"/>
                    <a:pt x="126" y="400"/>
                  </a:cubicBezTo>
                  <a:cubicBezTo>
                    <a:pt x="125" y="404"/>
                    <a:pt x="124" y="407"/>
                    <a:pt x="122" y="410"/>
                  </a:cubicBezTo>
                  <a:cubicBezTo>
                    <a:pt x="121" y="405"/>
                    <a:pt x="128" y="396"/>
                    <a:pt x="128" y="391"/>
                  </a:cubicBezTo>
                  <a:cubicBezTo>
                    <a:pt x="128" y="387"/>
                    <a:pt x="126" y="384"/>
                    <a:pt x="132" y="383"/>
                  </a:cubicBezTo>
                  <a:cubicBezTo>
                    <a:pt x="131" y="386"/>
                    <a:pt x="135" y="390"/>
                    <a:pt x="131" y="392"/>
                  </a:cubicBezTo>
                  <a:cubicBezTo>
                    <a:pt x="131" y="392"/>
                    <a:pt x="129" y="391"/>
                    <a:pt x="129" y="392"/>
                  </a:cubicBezTo>
                  <a:close/>
                  <a:moveTo>
                    <a:pt x="124" y="396"/>
                  </a:moveTo>
                  <a:cubicBezTo>
                    <a:pt x="125" y="396"/>
                    <a:pt x="124" y="398"/>
                    <a:pt x="124" y="398"/>
                  </a:cubicBezTo>
                  <a:cubicBezTo>
                    <a:pt x="124" y="398"/>
                    <a:pt x="124" y="397"/>
                    <a:pt x="124" y="396"/>
                  </a:cubicBezTo>
                  <a:close/>
                  <a:moveTo>
                    <a:pt x="125" y="394"/>
                  </a:moveTo>
                  <a:cubicBezTo>
                    <a:pt x="125" y="395"/>
                    <a:pt x="125" y="395"/>
                    <a:pt x="125" y="395"/>
                  </a:cubicBezTo>
                  <a:cubicBezTo>
                    <a:pt x="125" y="396"/>
                    <a:pt x="125" y="395"/>
                    <a:pt x="125" y="394"/>
                  </a:cubicBezTo>
                  <a:close/>
                  <a:moveTo>
                    <a:pt x="132" y="409"/>
                  </a:moveTo>
                  <a:cubicBezTo>
                    <a:pt x="133" y="408"/>
                    <a:pt x="136" y="412"/>
                    <a:pt x="133" y="412"/>
                  </a:cubicBezTo>
                  <a:cubicBezTo>
                    <a:pt x="132" y="413"/>
                    <a:pt x="130" y="410"/>
                    <a:pt x="132" y="409"/>
                  </a:cubicBezTo>
                  <a:close/>
                  <a:moveTo>
                    <a:pt x="133" y="420"/>
                  </a:moveTo>
                  <a:cubicBezTo>
                    <a:pt x="134" y="422"/>
                    <a:pt x="131" y="422"/>
                    <a:pt x="133" y="420"/>
                  </a:cubicBezTo>
                  <a:close/>
                  <a:moveTo>
                    <a:pt x="133" y="456"/>
                  </a:moveTo>
                  <a:cubicBezTo>
                    <a:pt x="134" y="455"/>
                    <a:pt x="135" y="459"/>
                    <a:pt x="135" y="460"/>
                  </a:cubicBezTo>
                  <a:cubicBezTo>
                    <a:pt x="134" y="461"/>
                    <a:pt x="132" y="456"/>
                    <a:pt x="133" y="456"/>
                  </a:cubicBezTo>
                  <a:close/>
                  <a:moveTo>
                    <a:pt x="135" y="433"/>
                  </a:moveTo>
                  <a:cubicBezTo>
                    <a:pt x="135" y="433"/>
                    <a:pt x="136" y="433"/>
                    <a:pt x="135" y="433"/>
                  </a:cubicBezTo>
                  <a:cubicBezTo>
                    <a:pt x="133" y="433"/>
                    <a:pt x="137" y="431"/>
                    <a:pt x="135" y="433"/>
                  </a:cubicBezTo>
                  <a:close/>
                  <a:moveTo>
                    <a:pt x="136" y="461"/>
                  </a:moveTo>
                  <a:cubicBezTo>
                    <a:pt x="134" y="461"/>
                    <a:pt x="137" y="460"/>
                    <a:pt x="136" y="461"/>
                  </a:cubicBezTo>
                  <a:close/>
                  <a:moveTo>
                    <a:pt x="140" y="485"/>
                  </a:moveTo>
                  <a:cubicBezTo>
                    <a:pt x="138" y="486"/>
                    <a:pt x="139" y="481"/>
                    <a:pt x="141" y="482"/>
                  </a:cubicBezTo>
                  <a:cubicBezTo>
                    <a:pt x="141" y="483"/>
                    <a:pt x="141" y="484"/>
                    <a:pt x="140" y="485"/>
                  </a:cubicBezTo>
                  <a:close/>
                  <a:moveTo>
                    <a:pt x="139" y="447"/>
                  </a:moveTo>
                  <a:cubicBezTo>
                    <a:pt x="140" y="447"/>
                    <a:pt x="140" y="447"/>
                    <a:pt x="140" y="447"/>
                  </a:cubicBezTo>
                  <a:cubicBezTo>
                    <a:pt x="141" y="448"/>
                    <a:pt x="139" y="448"/>
                    <a:pt x="139" y="447"/>
                  </a:cubicBezTo>
                  <a:close/>
                  <a:moveTo>
                    <a:pt x="143" y="469"/>
                  </a:moveTo>
                  <a:cubicBezTo>
                    <a:pt x="143" y="469"/>
                    <a:pt x="142" y="470"/>
                    <a:pt x="142" y="470"/>
                  </a:cubicBezTo>
                  <a:cubicBezTo>
                    <a:pt x="141" y="469"/>
                    <a:pt x="143" y="469"/>
                    <a:pt x="143" y="469"/>
                  </a:cubicBezTo>
                  <a:close/>
                  <a:moveTo>
                    <a:pt x="143" y="464"/>
                  </a:moveTo>
                  <a:cubicBezTo>
                    <a:pt x="141" y="466"/>
                    <a:pt x="140" y="460"/>
                    <a:pt x="142" y="461"/>
                  </a:cubicBezTo>
                  <a:cubicBezTo>
                    <a:pt x="144" y="461"/>
                    <a:pt x="143" y="464"/>
                    <a:pt x="143" y="464"/>
                  </a:cubicBezTo>
                  <a:close/>
                  <a:moveTo>
                    <a:pt x="145" y="481"/>
                  </a:moveTo>
                  <a:cubicBezTo>
                    <a:pt x="144" y="483"/>
                    <a:pt x="143" y="479"/>
                    <a:pt x="144" y="479"/>
                  </a:cubicBezTo>
                  <a:cubicBezTo>
                    <a:pt x="144" y="479"/>
                    <a:pt x="145" y="479"/>
                    <a:pt x="145" y="481"/>
                  </a:cubicBezTo>
                  <a:close/>
                  <a:moveTo>
                    <a:pt x="147" y="486"/>
                  </a:move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ubicBezTo>
                    <a:pt x="147" y="486"/>
                    <a:pt x="147" y="486"/>
                    <a:pt x="147" y="486"/>
                  </a:cubicBezTo>
                  <a:close/>
                  <a:moveTo>
                    <a:pt x="147" y="483"/>
                  </a:moveTo>
                  <a:cubicBezTo>
                    <a:pt x="145" y="484"/>
                    <a:pt x="145" y="480"/>
                    <a:pt x="147" y="481"/>
                  </a:cubicBezTo>
                  <a:cubicBezTo>
                    <a:pt x="148" y="481"/>
                    <a:pt x="147" y="483"/>
                    <a:pt x="147" y="483"/>
                  </a:cubicBezTo>
                  <a:close/>
                  <a:moveTo>
                    <a:pt x="148" y="479"/>
                  </a:moveTo>
                  <a:cubicBezTo>
                    <a:pt x="147" y="480"/>
                    <a:pt x="146" y="478"/>
                    <a:pt x="147" y="478"/>
                  </a:cubicBezTo>
                  <a:cubicBezTo>
                    <a:pt x="147" y="478"/>
                    <a:pt x="148" y="479"/>
                    <a:pt x="148" y="479"/>
                  </a:cubicBezTo>
                  <a:close/>
                  <a:moveTo>
                    <a:pt x="151" y="479"/>
                  </a:moveTo>
                  <a:cubicBezTo>
                    <a:pt x="151" y="479"/>
                    <a:pt x="148" y="478"/>
                    <a:pt x="147" y="478"/>
                  </a:cubicBezTo>
                  <a:cubicBezTo>
                    <a:pt x="146" y="473"/>
                    <a:pt x="153" y="476"/>
                    <a:pt x="151" y="479"/>
                  </a:cubicBezTo>
                  <a:close/>
                  <a:moveTo>
                    <a:pt x="149" y="487"/>
                  </a:moveTo>
                  <a:cubicBezTo>
                    <a:pt x="148" y="486"/>
                    <a:pt x="147" y="482"/>
                    <a:pt x="150" y="484"/>
                  </a:cubicBezTo>
                  <a:cubicBezTo>
                    <a:pt x="148" y="481"/>
                    <a:pt x="152" y="481"/>
                    <a:pt x="151" y="484"/>
                  </a:cubicBezTo>
                  <a:cubicBezTo>
                    <a:pt x="151" y="484"/>
                    <a:pt x="149" y="487"/>
                    <a:pt x="149" y="487"/>
                  </a:cubicBezTo>
                  <a:close/>
                  <a:moveTo>
                    <a:pt x="151" y="488"/>
                  </a:moveTo>
                  <a:cubicBezTo>
                    <a:pt x="151" y="488"/>
                    <a:pt x="151" y="488"/>
                    <a:pt x="151" y="488"/>
                  </a:cubicBezTo>
                  <a:cubicBezTo>
                    <a:pt x="151" y="488"/>
                    <a:pt x="151" y="488"/>
                    <a:pt x="152" y="487"/>
                  </a:cubicBezTo>
                  <a:cubicBezTo>
                    <a:pt x="152" y="487"/>
                    <a:pt x="152" y="487"/>
                    <a:pt x="151" y="488"/>
                  </a:cubicBezTo>
                  <a:close/>
                  <a:moveTo>
                    <a:pt x="153" y="489"/>
                  </a:moveTo>
                  <a:cubicBezTo>
                    <a:pt x="153" y="489"/>
                    <a:pt x="153" y="488"/>
                    <a:pt x="153" y="488"/>
                  </a:cubicBezTo>
                  <a:cubicBezTo>
                    <a:pt x="153" y="489"/>
                    <a:pt x="152" y="489"/>
                    <a:pt x="153" y="489"/>
                  </a:cubicBezTo>
                  <a:close/>
                  <a:moveTo>
                    <a:pt x="153" y="459"/>
                  </a:moveTo>
                  <a:cubicBezTo>
                    <a:pt x="152" y="459"/>
                    <a:pt x="144" y="455"/>
                    <a:pt x="145" y="452"/>
                  </a:cubicBezTo>
                  <a:cubicBezTo>
                    <a:pt x="145" y="451"/>
                    <a:pt x="146" y="452"/>
                    <a:pt x="146" y="451"/>
                  </a:cubicBezTo>
                  <a:cubicBezTo>
                    <a:pt x="147" y="449"/>
                    <a:pt x="145" y="449"/>
                    <a:pt x="145" y="447"/>
                  </a:cubicBezTo>
                  <a:cubicBezTo>
                    <a:pt x="149" y="452"/>
                    <a:pt x="148" y="440"/>
                    <a:pt x="152" y="443"/>
                  </a:cubicBezTo>
                  <a:cubicBezTo>
                    <a:pt x="154" y="444"/>
                    <a:pt x="152" y="448"/>
                    <a:pt x="155" y="446"/>
                  </a:cubicBezTo>
                  <a:cubicBezTo>
                    <a:pt x="152" y="448"/>
                    <a:pt x="158" y="450"/>
                    <a:pt x="157" y="454"/>
                  </a:cubicBezTo>
                  <a:cubicBezTo>
                    <a:pt x="157" y="457"/>
                    <a:pt x="155" y="459"/>
                    <a:pt x="153" y="459"/>
                  </a:cubicBezTo>
                  <a:close/>
                  <a:moveTo>
                    <a:pt x="152" y="394"/>
                  </a:moveTo>
                  <a:cubicBezTo>
                    <a:pt x="150" y="396"/>
                    <a:pt x="150" y="391"/>
                    <a:pt x="151" y="391"/>
                  </a:cubicBezTo>
                  <a:cubicBezTo>
                    <a:pt x="152" y="391"/>
                    <a:pt x="152" y="394"/>
                    <a:pt x="152" y="394"/>
                  </a:cubicBezTo>
                  <a:close/>
                  <a:moveTo>
                    <a:pt x="153" y="410"/>
                  </a:moveTo>
                  <a:cubicBezTo>
                    <a:pt x="153" y="411"/>
                    <a:pt x="153" y="411"/>
                    <a:pt x="153" y="411"/>
                  </a:cubicBezTo>
                  <a:cubicBezTo>
                    <a:pt x="151" y="412"/>
                    <a:pt x="152" y="410"/>
                    <a:pt x="153" y="410"/>
                  </a:cubicBezTo>
                  <a:close/>
                  <a:moveTo>
                    <a:pt x="151" y="434"/>
                  </a:moveTo>
                  <a:cubicBezTo>
                    <a:pt x="150" y="435"/>
                    <a:pt x="148" y="434"/>
                    <a:pt x="149" y="432"/>
                  </a:cubicBezTo>
                  <a:cubicBezTo>
                    <a:pt x="150" y="432"/>
                    <a:pt x="153" y="433"/>
                    <a:pt x="151" y="434"/>
                  </a:cubicBezTo>
                  <a:close/>
                  <a:moveTo>
                    <a:pt x="149" y="411"/>
                  </a:moveTo>
                  <a:cubicBezTo>
                    <a:pt x="148" y="413"/>
                    <a:pt x="148" y="428"/>
                    <a:pt x="146" y="429"/>
                  </a:cubicBezTo>
                  <a:cubicBezTo>
                    <a:pt x="144" y="430"/>
                    <a:pt x="145" y="425"/>
                    <a:pt x="145" y="424"/>
                  </a:cubicBezTo>
                  <a:cubicBezTo>
                    <a:pt x="146" y="422"/>
                    <a:pt x="148" y="407"/>
                    <a:pt x="149" y="406"/>
                  </a:cubicBezTo>
                  <a:cubicBezTo>
                    <a:pt x="151" y="405"/>
                    <a:pt x="149" y="411"/>
                    <a:pt x="149" y="411"/>
                  </a:cubicBezTo>
                  <a:close/>
                  <a:moveTo>
                    <a:pt x="154" y="385"/>
                  </a:moveTo>
                  <a:cubicBezTo>
                    <a:pt x="153" y="386"/>
                    <a:pt x="153" y="385"/>
                    <a:pt x="154" y="384"/>
                  </a:cubicBezTo>
                  <a:cubicBezTo>
                    <a:pt x="154" y="384"/>
                    <a:pt x="154" y="385"/>
                    <a:pt x="154" y="385"/>
                  </a:cubicBezTo>
                  <a:close/>
                  <a:moveTo>
                    <a:pt x="155" y="440"/>
                  </a:moveTo>
                  <a:cubicBezTo>
                    <a:pt x="156" y="441"/>
                    <a:pt x="155" y="441"/>
                    <a:pt x="155" y="442"/>
                  </a:cubicBezTo>
                  <a:cubicBezTo>
                    <a:pt x="153" y="443"/>
                    <a:pt x="154" y="439"/>
                    <a:pt x="155" y="440"/>
                  </a:cubicBezTo>
                  <a:close/>
                  <a:moveTo>
                    <a:pt x="160" y="417"/>
                  </a:moveTo>
                  <a:cubicBezTo>
                    <a:pt x="160" y="417"/>
                    <a:pt x="158" y="417"/>
                    <a:pt x="159" y="415"/>
                  </a:cubicBezTo>
                  <a:cubicBezTo>
                    <a:pt x="161" y="419"/>
                    <a:pt x="164" y="409"/>
                    <a:pt x="165" y="414"/>
                  </a:cubicBezTo>
                  <a:cubicBezTo>
                    <a:pt x="166" y="416"/>
                    <a:pt x="168" y="419"/>
                    <a:pt x="167" y="421"/>
                  </a:cubicBezTo>
                  <a:cubicBezTo>
                    <a:pt x="166" y="422"/>
                    <a:pt x="163" y="423"/>
                    <a:pt x="163" y="423"/>
                  </a:cubicBezTo>
                  <a:cubicBezTo>
                    <a:pt x="163" y="425"/>
                    <a:pt x="165" y="427"/>
                    <a:pt x="163" y="428"/>
                  </a:cubicBezTo>
                  <a:cubicBezTo>
                    <a:pt x="160" y="430"/>
                    <a:pt x="158" y="427"/>
                    <a:pt x="158" y="427"/>
                  </a:cubicBezTo>
                  <a:cubicBezTo>
                    <a:pt x="157" y="424"/>
                    <a:pt x="162" y="421"/>
                    <a:pt x="160" y="417"/>
                  </a:cubicBezTo>
                  <a:close/>
                  <a:moveTo>
                    <a:pt x="160" y="402"/>
                  </a:moveTo>
                  <a:cubicBezTo>
                    <a:pt x="161" y="406"/>
                    <a:pt x="158" y="404"/>
                    <a:pt x="160" y="402"/>
                  </a:cubicBezTo>
                  <a:close/>
                  <a:moveTo>
                    <a:pt x="161" y="383"/>
                  </a:moveTo>
                  <a:cubicBezTo>
                    <a:pt x="162" y="384"/>
                    <a:pt x="161" y="387"/>
                    <a:pt x="160" y="387"/>
                  </a:cubicBezTo>
                  <a:cubicBezTo>
                    <a:pt x="159" y="388"/>
                    <a:pt x="160" y="383"/>
                    <a:pt x="161" y="383"/>
                  </a:cubicBezTo>
                  <a:close/>
                  <a:moveTo>
                    <a:pt x="166" y="387"/>
                  </a:moveTo>
                  <a:cubicBezTo>
                    <a:pt x="166" y="387"/>
                    <a:pt x="165" y="387"/>
                    <a:pt x="165" y="387"/>
                  </a:cubicBezTo>
                  <a:cubicBezTo>
                    <a:pt x="164" y="386"/>
                    <a:pt x="166" y="386"/>
                    <a:pt x="166" y="387"/>
                  </a:cubicBezTo>
                  <a:close/>
                  <a:moveTo>
                    <a:pt x="167" y="395"/>
                  </a:moveTo>
                  <a:cubicBezTo>
                    <a:pt x="169" y="395"/>
                    <a:pt x="168" y="398"/>
                    <a:pt x="167" y="398"/>
                  </a:cubicBezTo>
                  <a:cubicBezTo>
                    <a:pt x="166" y="399"/>
                    <a:pt x="166" y="395"/>
                    <a:pt x="167" y="395"/>
                  </a:cubicBezTo>
                  <a:close/>
                  <a:moveTo>
                    <a:pt x="168" y="392"/>
                  </a:moveTo>
                  <a:cubicBezTo>
                    <a:pt x="169" y="392"/>
                    <a:pt x="170" y="393"/>
                    <a:pt x="168" y="393"/>
                  </a:cubicBezTo>
                  <a:cubicBezTo>
                    <a:pt x="166" y="394"/>
                    <a:pt x="166" y="392"/>
                    <a:pt x="168" y="392"/>
                  </a:cubicBezTo>
                  <a:close/>
                  <a:moveTo>
                    <a:pt x="167" y="413"/>
                  </a:moveTo>
                  <a:cubicBezTo>
                    <a:pt x="167" y="415"/>
                    <a:pt x="166" y="411"/>
                    <a:pt x="167" y="412"/>
                  </a:cubicBezTo>
                  <a:cubicBezTo>
                    <a:pt x="167" y="412"/>
                    <a:pt x="167" y="413"/>
                    <a:pt x="167" y="413"/>
                  </a:cubicBezTo>
                  <a:close/>
                  <a:moveTo>
                    <a:pt x="163" y="443"/>
                  </a:moveTo>
                  <a:cubicBezTo>
                    <a:pt x="162" y="444"/>
                    <a:pt x="161" y="442"/>
                    <a:pt x="162" y="441"/>
                  </a:cubicBezTo>
                  <a:cubicBezTo>
                    <a:pt x="162" y="442"/>
                    <a:pt x="163" y="442"/>
                    <a:pt x="163" y="443"/>
                  </a:cubicBezTo>
                  <a:close/>
                  <a:moveTo>
                    <a:pt x="160" y="459"/>
                  </a:moveTo>
                  <a:cubicBezTo>
                    <a:pt x="159" y="460"/>
                    <a:pt x="159" y="458"/>
                    <a:pt x="160" y="457"/>
                  </a:cubicBezTo>
                  <a:cubicBezTo>
                    <a:pt x="160" y="457"/>
                    <a:pt x="161" y="458"/>
                    <a:pt x="160" y="459"/>
                  </a:cubicBezTo>
                  <a:close/>
                  <a:moveTo>
                    <a:pt x="157" y="404"/>
                  </a:moveTo>
                  <a:cubicBezTo>
                    <a:pt x="155" y="406"/>
                    <a:pt x="156" y="399"/>
                    <a:pt x="158" y="401"/>
                  </a:cubicBezTo>
                  <a:cubicBezTo>
                    <a:pt x="159" y="402"/>
                    <a:pt x="157" y="404"/>
                    <a:pt x="157" y="404"/>
                  </a:cubicBezTo>
                  <a:close/>
                  <a:moveTo>
                    <a:pt x="154" y="466"/>
                  </a:moveTo>
                  <a:cubicBezTo>
                    <a:pt x="155" y="466"/>
                    <a:pt x="156" y="467"/>
                    <a:pt x="155" y="468"/>
                  </a:cubicBezTo>
                  <a:cubicBezTo>
                    <a:pt x="154" y="468"/>
                    <a:pt x="154" y="467"/>
                    <a:pt x="154" y="466"/>
                  </a:cubicBezTo>
                  <a:close/>
                  <a:moveTo>
                    <a:pt x="155" y="476"/>
                  </a:moveTo>
                  <a:cubicBezTo>
                    <a:pt x="154" y="476"/>
                    <a:pt x="158" y="472"/>
                    <a:pt x="157" y="471"/>
                  </a:cubicBezTo>
                  <a:cubicBezTo>
                    <a:pt x="159" y="473"/>
                    <a:pt x="156" y="477"/>
                    <a:pt x="155" y="476"/>
                  </a:cubicBezTo>
                  <a:close/>
                  <a:moveTo>
                    <a:pt x="158" y="470"/>
                  </a:moveTo>
                  <a:cubicBezTo>
                    <a:pt x="156" y="466"/>
                    <a:pt x="160" y="467"/>
                    <a:pt x="158" y="470"/>
                  </a:cubicBezTo>
                  <a:close/>
                  <a:moveTo>
                    <a:pt x="159" y="461"/>
                  </a:moveTo>
                  <a:cubicBezTo>
                    <a:pt x="159" y="461"/>
                    <a:pt x="159" y="462"/>
                    <a:pt x="159" y="462"/>
                  </a:cubicBezTo>
                  <a:cubicBezTo>
                    <a:pt x="157" y="464"/>
                    <a:pt x="158" y="460"/>
                    <a:pt x="159" y="461"/>
                  </a:cubicBezTo>
                  <a:close/>
                  <a:moveTo>
                    <a:pt x="159" y="490"/>
                  </a:moveTo>
                  <a:cubicBezTo>
                    <a:pt x="159" y="489"/>
                    <a:pt x="160" y="488"/>
                    <a:pt x="160" y="488"/>
                  </a:cubicBezTo>
                  <a:cubicBezTo>
                    <a:pt x="160" y="489"/>
                    <a:pt x="160" y="489"/>
                    <a:pt x="159" y="490"/>
                  </a:cubicBezTo>
                  <a:close/>
                  <a:moveTo>
                    <a:pt x="160" y="486"/>
                  </a:moveTo>
                  <a:cubicBezTo>
                    <a:pt x="160" y="487"/>
                    <a:pt x="159" y="484"/>
                    <a:pt x="160" y="484"/>
                  </a:cubicBezTo>
                  <a:cubicBezTo>
                    <a:pt x="160" y="484"/>
                    <a:pt x="161" y="485"/>
                    <a:pt x="160" y="486"/>
                  </a:cubicBezTo>
                  <a:close/>
                  <a:moveTo>
                    <a:pt x="161" y="468"/>
                  </a:moveTo>
                  <a:cubicBezTo>
                    <a:pt x="162" y="470"/>
                    <a:pt x="159" y="470"/>
                    <a:pt x="161" y="468"/>
                  </a:cubicBezTo>
                  <a:close/>
                  <a:moveTo>
                    <a:pt x="162" y="461"/>
                  </a:moveTo>
                  <a:cubicBezTo>
                    <a:pt x="163" y="462"/>
                    <a:pt x="163" y="462"/>
                    <a:pt x="162" y="463"/>
                  </a:cubicBezTo>
                  <a:cubicBezTo>
                    <a:pt x="161" y="465"/>
                    <a:pt x="161" y="460"/>
                    <a:pt x="162" y="461"/>
                  </a:cubicBezTo>
                  <a:close/>
                  <a:moveTo>
                    <a:pt x="162" y="497"/>
                  </a:moveTo>
                  <a:cubicBezTo>
                    <a:pt x="164" y="497"/>
                    <a:pt x="161" y="499"/>
                    <a:pt x="162" y="497"/>
                  </a:cubicBezTo>
                  <a:close/>
                  <a:moveTo>
                    <a:pt x="163" y="483"/>
                  </a:moveTo>
                  <a:cubicBezTo>
                    <a:pt x="162" y="485"/>
                    <a:pt x="162" y="481"/>
                    <a:pt x="163" y="483"/>
                  </a:cubicBezTo>
                  <a:cubicBezTo>
                    <a:pt x="163" y="483"/>
                    <a:pt x="164" y="483"/>
                    <a:pt x="163" y="483"/>
                  </a:cubicBezTo>
                  <a:close/>
                  <a:moveTo>
                    <a:pt x="164" y="472"/>
                  </a:moveTo>
                  <a:cubicBezTo>
                    <a:pt x="163" y="474"/>
                    <a:pt x="163" y="471"/>
                    <a:pt x="164" y="472"/>
                  </a:cubicBezTo>
                  <a:cubicBezTo>
                    <a:pt x="164" y="472"/>
                    <a:pt x="164" y="472"/>
                    <a:pt x="164" y="472"/>
                  </a:cubicBezTo>
                  <a:close/>
                  <a:moveTo>
                    <a:pt x="166" y="461"/>
                  </a:moveTo>
                  <a:cubicBezTo>
                    <a:pt x="160" y="465"/>
                    <a:pt x="163" y="449"/>
                    <a:pt x="168" y="453"/>
                  </a:cubicBezTo>
                  <a:cubicBezTo>
                    <a:pt x="167" y="452"/>
                    <a:pt x="168" y="456"/>
                    <a:pt x="168" y="455"/>
                  </a:cubicBezTo>
                  <a:cubicBezTo>
                    <a:pt x="168" y="456"/>
                    <a:pt x="166" y="461"/>
                    <a:pt x="166" y="461"/>
                  </a:cubicBezTo>
                  <a:close/>
                  <a:moveTo>
                    <a:pt x="168" y="450"/>
                  </a:moveTo>
                  <a:cubicBezTo>
                    <a:pt x="167" y="450"/>
                    <a:pt x="167" y="448"/>
                    <a:pt x="168" y="448"/>
                  </a:cubicBezTo>
                  <a:cubicBezTo>
                    <a:pt x="168" y="448"/>
                    <a:pt x="169" y="449"/>
                    <a:pt x="168" y="450"/>
                  </a:cubicBezTo>
                  <a:close/>
                  <a:moveTo>
                    <a:pt x="168" y="433"/>
                  </a:moveTo>
                  <a:cubicBezTo>
                    <a:pt x="168" y="431"/>
                    <a:pt x="168" y="434"/>
                    <a:pt x="168" y="433"/>
                  </a:cubicBezTo>
                  <a:close/>
                  <a:moveTo>
                    <a:pt x="169" y="454"/>
                  </a:moveTo>
                  <a:cubicBezTo>
                    <a:pt x="169" y="455"/>
                    <a:pt x="169" y="452"/>
                    <a:pt x="169" y="454"/>
                  </a:cubicBezTo>
                  <a:close/>
                  <a:moveTo>
                    <a:pt x="171" y="467"/>
                  </a:moveTo>
                  <a:cubicBezTo>
                    <a:pt x="170" y="463"/>
                    <a:pt x="174" y="463"/>
                    <a:pt x="171" y="467"/>
                  </a:cubicBezTo>
                  <a:close/>
                  <a:moveTo>
                    <a:pt x="173" y="473"/>
                  </a:moveTo>
                  <a:cubicBezTo>
                    <a:pt x="172" y="474"/>
                    <a:pt x="172" y="469"/>
                    <a:pt x="173" y="470"/>
                  </a:cubicBezTo>
                  <a:cubicBezTo>
                    <a:pt x="174" y="471"/>
                    <a:pt x="173" y="472"/>
                    <a:pt x="173" y="473"/>
                  </a:cubicBezTo>
                  <a:close/>
                  <a:moveTo>
                    <a:pt x="173" y="462"/>
                  </a:moveTo>
                  <a:cubicBezTo>
                    <a:pt x="172" y="463"/>
                    <a:pt x="173" y="461"/>
                    <a:pt x="173" y="460"/>
                  </a:cubicBezTo>
                  <a:cubicBezTo>
                    <a:pt x="174" y="460"/>
                    <a:pt x="174" y="462"/>
                    <a:pt x="173" y="462"/>
                  </a:cubicBezTo>
                  <a:close/>
                  <a:moveTo>
                    <a:pt x="173" y="460"/>
                  </a:moveTo>
                  <a:cubicBezTo>
                    <a:pt x="172" y="460"/>
                    <a:pt x="170" y="460"/>
                    <a:pt x="170" y="458"/>
                  </a:cubicBezTo>
                  <a:cubicBezTo>
                    <a:pt x="171" y="457"/>
                    <a:pt x="176" y="458"/>
                    <a:pt x="173" y="460"/>
                  </a:cubicBezTo>
                  <a:close/>
                  <a:moveTo>
                    <a:pt x="173" y="418"/>
                  </a:moveTo>
                  <a:cubicBezTo>
                    <a:pt x="174" y="418"/>
                    <a:pt x="174" y="418"/>
                    <a:pt x="173" y="419"/>
                  </a:cubicBezTo>
                  <a:cubicBezTo>
                    <a:pt x="172" y="420"/>
                    <a:pt x="172" y="417"/>
                    <a:pt x="173" y="418"/>
                  </a:cubicBezTo>
                  <a:close/>
                  <a:moveTo>
                    <a:pt x="174" y="409"/>
                  </a:moveTo>
                  <a:cubicBezTo>
                    <a:pt x="175" y="409"/>
                    <a:pt x="174" y="409"/>
                    <a:pt x="174" y="410"/>
                  </a:cubicBezTo>
                  <a:cubicBezTo>
                    <a:pt x="173" y="410"/>
                    <a:pt x="173" y="408"/>
                    <a:pt x="174" y="409"/>
                  </a:cubicBezTo>
                  <a:close/>
                  <a:moveTo>
                    <a:pt x="175" y="414"/>
                  </a:moveTo>
                  <a:cubicBezTo>
                    <a:pt x="177" y="414"/>
                    <a:pt x="177" y="418"/>
                    <a:pt x="176" y="419"/>
                  </a:cubicBezTo>
                  <a:cubicBezTo>
                    <a:pt x="173" y="420"/>
                    <a:pt x="175" y="414"/>
                    <a:pt x="175" y="414"/>
                  </a:cubicBezTo>
                  <a:close/>
                  <a:moveTo>
                    <a:pt x="176" y="430"/>
                  </a:moveTo>
                  <a:cubicBezTo>
                    <a:pt x="175" y="431"/>
                    <a:pt x="175" y="428"/>
                    <a:pt x="176" y="428"/>
                  </a:cubicBezTo>
                  <a:cubicBezTo>
                    <a:pt x="177" y="428"/>
                    <a:pt x="177" y="429"/>
                    <a:pt x="176" y="430"/>
                  </a:cubicBezTo>
                  <a:close/>
                  <a:moveTo>
                    <a:pt x="177" y="433"/>
                  </a:moveTo>
                  <a:cubicBezTo>
                    <a:pt x="178" y="434"/>
                    <a:pt x="178" y="436"/>
                    <a:pt x="177" y="436"/>
                  </a:cubicBezTo>
                  <a:cubicBezTo>
                    <a:pt x="175" y="439"/>
                    <a:pt x="175" y="431"/>
                    <a:pt x="177" y="433"/>
                  </a:cubicBezTo>
                  <a:close/>
                  <a:moveTo>
                    <a:pt x="178" y="429"/>
                  </a:moveTo>
                  <a:cubicBezTo>
                    <a:pt x="177" y="428"/>
                    <a:pt x="178" y="426"/>
                    <a:pt x="179" y="426"/>
                  </a:cubicBezTo>
                  <a:cubicBezTo>
                    <a:pt x="178" y="427"/>
                    <a:pt x="178" y="428"/>
                    <a:pt x="178" y="429"/>
                  </a:cubicBezTo>
                  <a:close/>
                  <a:moveTo>
                    <a:pt x="178" y="432"/>
                  </a:moveTo>
                  <a:cubicBezTo>
                    <a:pt x="177" y="433"/>
                    <a:pt x="178" y="431"/>
                    <a:pt x="178" y="430"/>
                  </a:cubicBezTo>
                  <a:cubicBezTo>
                    <a:pt x="179" y="430"/>
                    <a:pt x="179" y="431"/>
                    <a:pt x="178" y="432"/>
                  </a:cubicBezTo>
                  <a:close/>
                  <a:moveTo>
                    <a:pt x="179" y="411"/>
                  </a:moveTo>
                  <a:cubicBezTo>
                    <a:pt x="176" y="413"/>
                    <a:pt x="176" y="406"/>
                    <a:pt x="178" y="408"/>
                  </a:cubicBezTo>
                  <a:cubicBezTo>
                    <a:pt x="179" y="408"/>
                    <a:pt x="179" y="410"/>
                    <a:pt x="179" y="411"/>
                  </a:cubicBezTo>
                  <a:close/>
                  <a:moveTo>
                    <a:pt x="178" y="467"/>
                  </a:moveTo>
                  <a:cubicBezTo>
                    <a:pt x="176" y="466"/>
                    <a:pt x="179" y="464"/>
                    <a:pt x="179" y="462"/>
                  </a:cubicBezTo>
                  <a:cubicBezTo>
                    <a:pt x="180" y="463"/>
                    <a:pt x="179" y="468"/>
                    <a:pt x="178" y="467"/>
                  </a:cubicBezTo>
                  <a:close/>
                  <a:moveTo>
                    <a:pt x="182" y="477"/>
                  </a:moveTo>
                  <a:cubicBezTo>
                    <a:pt x="182" y="477"/>
                    <a:pt x="179" y="477"/>
                    <a:pt x="180" y="476"/>
                  </a:cubicBezTo>
                  <a:cubicBezTo>
                    <a:pt x="181" y="475"/>
                    <a:pt x="184" y="477"/>
                    <a:pt x="182" y="477"/>
                  </a:cubicBezTo>
                  <a:close/>
                  <a:moveTo>
                    <a:pt x="180" y="459"/>
                  </a:moveTo>
                  <a:cubicBezTo>
                    <a:pt x="181" y="457"/>
                    <a:pt x="182" y="456"/>
                    <a:pt x="182" y="455"/>
                  </a:cubicBezTo>
                  <a:cubicBezTo>
                    <a:pt x="182" y="456"/>
                    <a:pt x="182" y="458"/>
                    <a:pt x="180" y="459"/>
                  </a:cubicBezTo>
                  <a:close/>
                  <a:moveTo>
                    <a:pt x="183" y="432"/>
                  </a:moveTo>
                  <a:cubicBezTo>
                    <a:pt x="182" y="433"/>
                    <a:pt x="182" y="430"/>
                    <a:pt x="183" y="431"/>
                  </a:cubicBezTo>
                  <a:cubicBezTo>
                    <a:pt x="183" y="431"/>
                    <a:pt x="183" y="432"/>
                    <a:pt x="183" y="432"/>
                  </a:cubicBezTo>
                  <a:close/>
                  <a:moveTo>
                    <a:pt x="184" y="458"/>
                  </a:moveTo>
                  <a:cubicBezTo>
                    <a:pt x="183" y="456"/>
                    <a:pt x="186" y="456"/>
                    <a:pt x="184" y="458"/>
                  </a:cubicBezTo>
                  <a:close/>
                  <a:moveTo>
                    <a:pt x="184" y="423"/>
                  </a:moveTo>
                  <a:cubicBezTo>
                    <a:pt x="184" y="423"/>
                    <a:pt x="184" y="423"/>
                    <a:pt x="184" y="423"/>
                  </a:cubicBezTo>
                  <a:cubicBezTo>
                    <a:pt x="185" y="422"/>
                    <a:pt x="185" y="422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4" y="423"/>
                    <a:pt x="184" y="423"/>
                    <a:pt x="184" y="423"/>
                  </a:cubicBezTo>
                  <a:close/>
                  <a:moveTo>
                    <a:pt x="184" y="452"/>
                  </a:moveTo>
                  <a:cubicBezTo>
                    <a:pt x="182" y="449"/>
                    <a:pt x="186" y="449"/>
                    <a:pt x="184" y="452"/>
                  </a:cubicBezTo>
                  <a:close/>
                  <a:moveTo>
                    <a:pt x="184" y="464"/>
                  </a:moveTo>
                  <a:cubicBezTo>
                    <a:pt x="185" y="466"/>
                    <a:pt x="182" y="465"/>
                    <a:pt x="184" y="464"/>
                  </a:cubicBezTo>
                  <a:close/>
                  <a:moveTo>
                    <a:pt x="185" y="467"/>
                  </a:moveTo>
                  <a:cubicBezTo>
                    <a:pt x="186" y="471"/>
                    <a:pt x="182" y="470"/>
                    <a:pt x="185" y="467"/>
                  </a:cubicBezTo>
                  <a:close/>
                  <a:moveTo>
                    <a:pt x="190" y="491"/>
                  </a:moveTo>
                  <a:cubicBezTo>
                    <a:pt x="189" y="492"/>
                    <a:pt x="189" y="488"/>
                    <a:pt x="190" y="489"/>
                  </a:cubicBezTo>
                  <a:cubicBezTo>
                    <a:pt x="191" y="490"/>
                    <a:pt x="190" y="491"/>
                    <a:pt x="190" y="491"/>
                  </a:cubicBezTo>
                  <a:close/>
                  <a:moveTo>
                    <a:pt x="194" y="474"/>
                  </a:moveTo>
                  <a:cubicBezTo>
                    <a:pt x="195" y="475"/>
                    <a:pt x="194" y="475"/>
                    <a:pt x="194" y="475"/>
                  </a:cubicBezTo>
                  <a:cubicBezTo>
                    <a:pt x="193" y="476"/>
                    <a:pt x="193" y="473"/>
                    <a:pt x="194" y="474"/>
                  </a:cubicBezTo>
                  <a:close/>
                  <a:moveTo>
                    <a:pt x="195" y="474"/>
                  </a:moveTo>
                  <a:cubicBezTo>
                    <a:pt x="197" y="475"/>
                    <a:pt x="194" y="476"/>
                    <a:pt x="195" y="474"/>
                  </a:cubicBezTo>
                  <a:close/>
                  <a:moveTo>
                    <a:pt x="195" y="490"/>
                  </a:moveTo>
                  <a:cubicBezTo>
                    <a:pt x="195" y="490"/>
                    <a:pt x="195" y="491"/>
                    <a:pt x="195" y="491"/>
                  </a:cubicBezTo>
                  <a:cubicBezTo>
                    <a:pt x="194" y="493"/>
                    <a:pt x="194" y="489"/>
                    <a:pt x="195" y="490"/>
                  </a:cubicBezTo>
                  <a:close/>
                  <a:moveTo>
                    <a:pt x="194" y="384"/>
                  </a:moveTo>
                  <a:cubicBezTo>
                    <a:pt x="193" y="385"/>
                    <a:pt x="194" y="382"/>
                    <a:pt x="195" y="383"/>
                  </a:cubicBezTo>
                  <a:cubicBezTo>
                    <a:pt x="195" y="383"/>
                    <a:pt x="194" y="384"/>
                    <a:pt x="194" y="384"/>
                  </a:cubicBezTo>
                  <a:close/>
                  <a:moveTo>
                    <a:pt x="194" y="321"/>
                  </a:moveTo>
                  <a:cubicBezTo>
                    <a:pt x="195" y="321"/>
                    <a:pt x="194" y="322"/>
                    <a:pt x="194" y="322"/>
                  </a:cubicBezTo>
                  <a:cubicBezTo>
                    <a:pt x="192" y="324"/>
                    <a:pt x="193" y="321"/>
                    <a:pt x="194" y="321"/>
                  </a:cubicBezTo>
                  <a:close/>
                  <a:moveTo>
                    <a:pt x="192" y="489"/>
                  </a:moveTo>
                  <a:cubicBezTo>
                    <a:pt x="191" y="491"/>
                    <a:pt x="192" y="487"/>
                    <a:pt x="193" y="488"/>
                  </a:cubicBezTo>
                  <a:cubicBezTo>
                    <a:pt x="194" y="489"/>
                    <a:pt x="193" y="489"/>
                    <a:pt x="192" y="489"/>
                  </a:cubicBezTo>
                  <a:close/>
                  <a:moveTo>
                    <a:pt x="192" y="466"/>
                  </a:moveTo>
                  <a:cubicBezTo>
                    <a:pt x="190" y="466"/>
                    <a:pt x="191" y="463"/>
                    <a:pt x="192" y="464"/>
                  </a:cubicBezTo>
                  <a:cubicBezTo>
                    <a:pt x="193" y="465"/>
                    <a:pt x="192" y="465"/>
                    <a:pt x="192" y="466"/>
                  </a:cubicBezTo>
                  <a:close/>
                  <a:moveTo>
                    <a:pt x="191" y="461"/>
                  </a:moveTo>
                  <a:cubicBezTo>
                    <a:pt x="192" y="460"/>
                    <a:pt x="193" y="460"/>
                    <a:pt x="191" y="461"/>
                  </a:cubicBezTo>
                  <a:close/>
                  <a:moveTo>
                    <a:pt x="191" y="403"/>
                  </a:moveTo>
                  <a:cubicBezTo>
                    <a:pt x="189" y="404"/>
                    <a:pt x="190" y="400"/>
                    <a:pt x="191" y="400"/>
                  </a:cubicBezTo>
                  <a:cubicBezTo>
                    <a:pt x="192" y="400"/>
                    <a:pt x="193" y="403"/>
                    <a:pt x="191" y="403"/>
                  </a:cubicBezTo>
                  <a:close/>
                  <a:moveTo>
                    <a:pt x="191" y="311"/>
                  </a:moveTo>
                  <a:cubicBezTo>
                    <a:pt x="192" y="310"/>
                    <a:pt x="192" y="311"/>
                    <a:pt x="192" y="312"/>
                  </a:cubicBezTo>
                  <a:cubicBezTo>
                    <a:pt x="191" y="313"/>
                    <a:pt x="191" y="311"/>
                    <a:pt x="191" y="311"/>
                  </a:cubicBezTo>
                  <a:close/>
                  <a:moveTo>
                    <a:pt x="190" y="343"/>
                  </a:moveTo>
                  <a:cubicBezTo>
                    <a:pt x="190" y="340"/>
                    <a:pt x="192" y="342"/>
                    <a:pt x="190" y="343"/>
                  </a:cubicBezTo>
                  <a:close/>
                  <a:moveTo>
                    <a:pt x="191" y="480"/>
                  </a:moveTo>
                  <a:cubicBezTo>
                    <a:pt x="191" y="481"/>
                    <a:pt x="189" y="483"/>
                    <a:pt x="188" y="483"/>
                  </a:cubicBezTo>
                  <a:cubicBezTo>
                    <a:pt x="183" y="484"/>
                    <a:pt x="190" y="478"/>
                    <a:pt x="191" y="480"/>
                  </a:cubicBezTo>
                  <a:close/>
                  <a:moveTo>
                    <a:pt x="188" y="475"/>
                  </a:moveTo>
                  <a:cubicBezTo>
                    <a:pt x="187" y="476"/>
                    <a:pt x="188" y="473"/>
                    <a:pt x="189" y="474"/>
                  </a:cubicBezTo>
                  <a:cubicBezTo>
                    <a:pt x="189" y="474"/>
                    <a:pt x="189" y="475"/>
                    <a:pt x="188" y="475"/>
                  </a:cubicBezTo>
                  <a:close/>
                  <a:moveTo>
                    <a:pt x="189" y="478"/>
                  </a:move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8" y="479"/>
                    <a:pt x="188" y="479"/>
                  </a:cubicBezTo>
                  <a:cubicBezTo>
                    <a:pt x="188" y="479"/>
                    <a:pt x="189" y="478"/>
                    <a:pt x="189" y="478"/>
                  </a:cubicBezTo>
                  <a:close/>
                  <a:moveTo>
                    <a:pt x="189" y="439"/>
                  </a:moveTo>
                  <a:cubicBezTo>
                    <a:pt x="188" y="441"/>
                    <a:pt x="189" y="438"/>
                    <a:pt x="189" y="439"/>
                  </a:cubicBezTo>
                  <a:close/>
                  <a:moveTo>
                    <a:pt x="188" y="458"/>
                  </a:moveTo>
                  <a:cubicBezTo>
                    <a:pt x="190" y="459"/>
                    <a:pt x="190" y="462"/>
                    <a:pt x="189" y="462"/>
                  </a:cubicBezTo>
                  <a:cubicBezTo>
                    <a:pt x="186" y="464"/>
                    <a:pt x="186" y="458"/>
                    <a:pt x="188" y="458"/>
                  </a:cubicBezTo>
                  <a:close/>
                  <a:moveTo>
                    <a:pt x="187" y="458"/>
                  </a:moveTo>
                  <a:cubicBezTo>
                    <a:pt x="186" y="459"/>
                    <a:pt x="188" y="457"/>
                    <a:pt x="187" y="458"/>
                  </a:cubicBezTo>
                  <a:close/>
                  <a:moveTo>
                    <a:pt x="187" y="433"/>
                  </a:moveTo>
                  <a:cubicBezTo>
                    <a:pt x="185" y="434"/>
                    <a:pt x="185" y="430"/>
                    <a:pt x="187" y="431"/>
                  </a:cubicBezTo>
                  <a:cubicBezTo>
                    <a:pt x="188" y="432"/>
                    <a:pt x="187" y="433"/>
                    <a:pt x="187" y="433"/>
                  </a:cubicBezTo>
                  <a:close/>
                  <a:moveTo>
                    <a:pt x="187" y="298"/>
                  </a:moveTo>
                  <a:cubicBezTo>
                    <a:pt x="187" y="299"/>
                    <a:pt x="186" y="300"/>
                    <a:pt x="186" y="301"/>
                  </a:cubicBezTo>
                  <a:cubicBezTo>
                    <a:pt x="185" y="302"/>
                    <a:pt x="186" y="298"/>
                    <a:pt x="187" y="298"/>
                  </a:cubicBezTo>
                  <a:close/>
                  <a:moveTo>
                    <a:pt x="185" y="303"/>
                  </a:moveTo>
                  <a:cubicBezTo>
                    <a:pt x="186" y="304"/>
                    <a:pt x="185" y="306"/>
                    <a:pt x="185" y="308"/>
                  </a:cubicBezTo>
                  <a:cubicBezTo>
                    <a:pt x="183" y="307"/>
                    <a:pt x="185" y="304"/>
                    <a:pt x="185" y="303"/>
                  </a:cubicBezTo>
                  <a:close/>
                  <a:moveTo>
                    <a:pt x="185" y="380"/>
                  </a:moveTo>
                  <a:cubicBezTo>
                    <a:pt x="187" y="380"/>
                    <a:pt x="186" y="386"/>
                    <a:pt x="184" y="386"/>
                  </a:cubicBezTo>
                  <a:cubicBezTo>
                    <a:pt x="181" y="387"/>
                    <a:pt x="182" y="380"/>
                    <a:pt x="185" y="380"/>
                  </a:cubicBezTo>
                  <a:close/>
                  <a:moveTo>
                    <a:pt x="185" y="400"/>
                  </a:moveTo>
                  <a:cubicBezTo>
                    <a:pt x="184" y="400"/>
                    <a:pt x="185" y="397"/>
                    <a:pt x="186" y="398"/>
                  </a:cubicBezTo>
                  <a:cubicBezTo>
                    <a:pt x="186" y="399"/>
                    <a:pt x="186" y="400"/>
                    <a:pt x="185" y="400"/>
                  </a:cubicBezTo>
                  <a:close/>
                  <a:moveTo>
                    <a:pt x="183" y="360"/>
                  </a:moveTo>
                  <a:cubicBezTo>
                    <a:pt x="182" y="361"/>
                    <a:pt x="184" y="358"/>
                    <a:pt x="183" y="360"/>
                  </a:cubicBezTo>
                  <a:close/>
                  <a:moveTo>
                    <a:pt x="183" y="311"/>
                  </a:moveTo>
                  <a:cubicBezTo>
                    <a:pt x="184" y="312"/>
                    <a:pt x="183" y="313"/>
                    <a:pt x="182" y="314"/>
                  </a:cubicBezTo>
                  <a:cubicBezTo>
                    <a:pt x="181" y="315"/>
                    <a:pt x="181" y="310"/>
                    <a:pt x="183" y="311"/>
                  </a:cubicBezTo>
                  <a:close/>
                  <a:moveTo>
                    <a:pt x="184" y="408"/>
                  </a:moveTo>
                  <a:cubicBezTo>
                    <a:pt x="185" y="409"/>
                    <a:pt x="185" y="411"/>
                    <a:pt x="186" y="411"/>
                  </a:cubicBezTo>
                  <a:cubicBezTo>
                    <a:pt x="188" y="412"/>
                    <a:pt x="187" y="416"/>
                    <a:pt x="185" y="417"/>
                  </a:cubicBezTo>
                  <a:cubicBezTo>
                    <a:pt x="181" y="418"/>
                    <a:pt x="182" y="416"/>
                    <a:pt x="181" y="414"/>
                  </a:cubicBezTo>
                  <a:cubicBezTo>
                    <a:pt x="181" y="414"/>
                    <a:pt x="180" y="413"/>
                    <a:pt x="180" y="413"/>
                  </a:cubicBezTo>
                  <a:cubicBezTo>
                    <a:pt x="180" y="411"/>
                    <a:pt x="182" y="408"/>
                    <a:pt x="184" y="408"/>
                  </a:cubicBezTo>
                  <a:close/>
                  <a:moveTo>
                    <a:pt x="180" y="440"/>
                  </a:moveTo>
                  <a:cubicBezTo>
                    <a:pt x="181" y="440"/>
                    <a:pt x="180" y="441"/>
                    <a:pt x="180" y="441"/>
                  </a:cubicBezTo>
                  <a:cubicBezTo>
                    <a:pt x="179" y="441"/>
                    <a:pt x="180" y="440"/>
                    <a:pt x="180" y="440"/>
                  </a:cubicBezTo>
                  <a:close/>
                  <a:moveTo>
                    <a:pt x="179" y="443"/>
                  </a:moveTo>
                  <a:cubicBezTo>
                    <a:pt x="178" y="441"/>
                    <a:pt x="181" y="441"/>
                    <a:pt x="179" y="443"/>
                  </a:cubicBezTo>
                  <a:close/>
                  <a:moveTo>
                    <a:pt x="179" y="317"/>
                  </a:moveTo>
                  <a:cubicBezTo>
                    <a:pt x="180" y="320"/>
                    <a:pt x="177" y="318"/>
                    <a:pt x="179" y="317"/>
                  </a:cubicBezTo>
                  <a:close/>
                  <a:moveTo>
                    <a:pt x="178" y="324"/>
                  </a:moveTo>
                  <a:cubicBezTo>
                    <a:pt x="176" y="323"/>
                    <a:pt x="178" y="321"/>
                    <a:pt x="178" y="320"/>
                  </a:cubicBezTo>
                  <a:cubicBezTo>
                    <a:pt x="179" y="321"/>
                    <a:pt x="178" y="323"/>
                    <a:pt x="178" y="324"/>
                  </a:cubicBezTo>
                  <a:close/>
                  <a:moveTo>
                    <a:pt x="178" y="296"/>
                  </a:moveTo>
                  <a:cubicBezTo>
                    <a:pt x="179" y="297"/>
                    <a:pt x="177" y="298"/>
                    <a:pt x="177" y="298"/>
                  </a:cubicBezTo>
                  <a:cubicBezTo>
                    <a:pt x="176" y="299"/>
                    <a:pt x="177" y="295"/>
                    <a:pt x="178" y="296"/>
                  </a:cubicBezTo>
                  <a:close/>
                  <a:moveTo>
                    <a:pt x="174" y="309"/>
                  </a:moveTo>
                  <a:cubicBezTo>
                    <a:pt x="175" y="310"/>
                    <a:pt x="173" y="310"/>
                    <a:pt x="174" y="309"/>
                  </a:cubicBezTo>
                  <a:close/>
                  <a:moveTo>
                    <a:pt x="175" y="357"/>
                  </a:moveTo>
                  <a:cubicBezTo>
                    <a:pt x="175" y="359"/>
                    <a:pt x="173" y="358"/>
                    <a:pt x="175" y="357"/>
                  </a:cubicBezTo>
                  <a:close/>
                  <a:moveTo>
                    <a:pt x="174" y="377"/>
                  </a:moveTo>
                  <a:cubicBezTo>
                    <a:pt x="175" y="378"/>
                    <a:pt x="174" y="379"/>
                    <a:pt x="173" y="380"/>
                  </a:cubicBezTo>
                  <a:cubicBezTo>
                    <a:pt x="173" y="379"/>
                    <a:pt x="174" y="378"/>
                    <a:pt x="174" y="377"/>
                  </a:cubicBezTo>
                  <a:close/>
                  <a:moveTo>
                    <a:pt x="172" y="391"/>
                  </a:moveTo>
                  <a:cubicBezTo>
                    <a:pt x="172" y="390"/>
                    <a:pt x="175" y="392"/>
                    <a:pt x="176" y="391"/>
                  </a:cubicBezTo>
                  <a:cubicBezTo>
                    <a:pt x="176" y="390"/>
                    <a:pt x="174" y="389"/>
                    <a:pt x="175" y="388"/>
                  </a:cubicBezTo>
                  <a:cubicBezTo>
                    <a:pt x="178" y="385"/>
                    <a:pt x="181" y="394"/>
                    <a:pt x="178" y="396"/>
                  </a:cubicBezTo>
                  <a:cubicBezTo>
                    <a:pt x="176" y="397"/>
                    <a:pt x="174" y="397"/>
                    <a:pt x="173" y="396"/>
                  </a:cubicBezTo>
                  <a:cubicBezTo>
                    <a:pt x="173" y="396"/>
                    <a:pt x="172" y="392"/>
                    <a:pt x="172" y="391"/>
                  </a:cubicBezTo>
                  <a:close/>
                  <a:moveTo>
                    <a:pt x="172" y="439"/>
                  </a:moveTo>
                  <a:cubicBezTo>
                    <a:pt x="173" y="439"/>
                    <a:pt x="173" y="441"/>
                    <a:pt x="172" y="441"/>
                  </a:cubicBezTo>
                  <a:cubicBezTo>
                    <a:pt x="170" y="443"/>
                    <a:pt x="170" y="437"/>
                    <a:pt x="172" y="439"/>
                  </a:cubicBezTo>
                  <a:close/>
                  <a:moveTo>
                    <a:pt x="169" y="427"/>
                  </a:moveTo>
                  <a:cubicBezTo>
                    <a:pt x="166" y="428"/>
                    <a:pt x="167" y="422"/>
                    <a:pt x="169" y="422"/>
                  </a:cubicBezTo>
                  <a:cubicBezTo>
                    <a:pt x="171" y="422"/>
                    <a:pt x="171" y="426"/>
                    <a:pt x="169" y="427"/>
                  </a:cubicBezTo>
                  <a:close/>
                  <a:moveTo>
                    <a:pt x="165" y="288"/>
                  </a:moveTo>
                  <a:cubicBezTo>
                    <a:pt x="166" y="288"/>
                    <a:pt x="166" y="289"/>
                    <a:pt x="166" y="290"/>
                  </a:cubicBezTo>
                  <a:cubicBezTo>
                    <a:pt x="165" y="291"/>
                    <a:pt x="164" y="288"/>
                    <a:pt x="165" y="288"/>
                  </a:cubicBezTo>
                  <a:close/>
                  <a:moveTo>
                    <a:pt x="163" y="282"/>
                  </a:moveTo>
                  <a:cubicBezTo>
                    <a:pt x="164" y="282"/>
                    <a:pt x="164" y="284"/>
                    <a:pt x="163" y="284"/>
                  </a:cubicBezTo>
                  <a:cubicBezTo>
                    <a:pt x="162" y="286"/>
                    <a:pt x="161" y="282"/>
                    <a:pt x="163" y="282"/>
                  </a:cubicBezTo>
                  <a:close/>
                  <a:moveTo>
                    <a:pt x="161" y="324"/>
                  </a:moveTo>
                  <a:cubicBezTo>
                    <a:pt x="161" y="324"/>
                    <a:pt x="162" y="322"/>
                    <a:pt x="162" y="321"/>
                  </a:cubicBezTo>
                  <a:cubicBezTo>
                    <a:pt x="162" y="322"/>
                    <a:pt x="166" y="321"/>
                    <a:pt x="166" y="321"/>
                  </a:cubicBezTo>
                  <a:cubicBezTo>
                    <a:pt x="166" y="321"/>
                    <a:pt x="166" y="322"/>
                    <a:pt x="166" y="322"/>
                  </a:cubicBezTo>
                  <a:cubicBezTo>
                    <a:pt x="167" y="323"/>
                    <a:pt x="168" y="322"/>
                    <a:pt x="168" y="323"/>
                  </a:cubicBezTo>
                  <a:cubicBezTo>
                    <a:pt x="171" y="328"/>
                    <a:pt x="168" y="335"/>
                    <a:pt x="165" y="336"/>
                  </a:cubicBezTo>
                  <a:cubicBezTo>
                    <a:pt x="163" y="337"/>
                    <a:pt x="160" y="335"/>
                    <a:pt x="160" y="334"/>
                  </a:cubicBezTo>
                  <a:cubicBezTo>
                    <a:pt x="160" y="334"/>
                    <a:pt x="160" y="332"/>
                    <a:pt x="160" y="333"/>
                  </a:cubicBezTo>
                  <a:cubicBezTo>
                    <a:pt x="160" y="331"/>
                    <a:pt x="158" y="332"/>
                    <a:pt x="158" y="330"/>
                  </a:cubicBezTo>
                  <a:cubicBezTo>
                    <a:pt x="156" y="327"/>
                    <a:pt x="159" y="326"/>
                    <a:pt x="161" y="324"/>
                  </a:cubicBezTo>
                  <a:close/>
                  <a:moveTo>
                    <a:pt x="157" y="351"/>
                  </a:moveTo>
                  <a:cubicBezTo>
                    <a:pt x="159" y="352"/>
                    <a:pt x="156" y="353"/>
                    <a:pt x="157" y="351"/>
                  </a:cubicBezTo>
                  <a:close/>
                  <a:moveTo>
                    <a:pt x="157" y="367"/>
                  </a:moveTo>
                  <a:cubicBezTo>
                    <a:pt x="157" y="366"/>
                    <a:pt x="158" y="367"/>
                    <a:pt x="158" y="367"/>
                  </a:cubicBezTo>
                  <a:cubicBezTo>
                    <a:pt x="159" y="366"/>
                    <a:pt x="157" y="364"/>
                    <a:pt x="159" y="364"/>
                  </a:cubicBezTo>
                  <a:cubicBezTo>
                    <a:pt x="162" y="364"/>
                    <a:pt x="159" y="373"/>
                    <a:pt x="159" y="374"/>
                  </a:cubicBezTo>
                  <a:cubicBezTo>
                    <a:pt x="159" y="372"/>
                    <a:pt x="154" y="369"/>
                    <a:pt x="157" y="367"/>
                  </a:cubicBezTo>
                  <a:close/>
                  <a:moveTo>
                    <a:pt x="157" y="386"/>
                  </a:moveTo>
                  <a:cubicBezTo>
                    <a:pt x="158" y="386"/>
                    <a:pt x="157" y="388"/>
                    <a:pt x="156" y="389"/>
                  </a:cubicBezTo>
                  <a:cubicBezTo>
                    <a:pt x="155" y="389"/>
                    <a:pt x="155" y="385"/>
                    <a:pt x="157" y="386"/>
                  </a:cubicBezTo>
                  <a:close/>
                  <a:moveTo>
                    <a:pt x="155" y="373"/>
                  </a:moveTo>
                  <a:cubicBezTo>
                    <a:pt x="154" y="374"/>
                    <a:pt x="154" y="372"/>
                    <a:pt x="155" y="371"/>
                  </a:cubicBezTo>
                  <a:cubicBezTo>
                    <a:pt x="156" y="371"/>
                    <a:pt x="156" y="373"/>
                    <a:pt x="155" y="373"/>
                  </a:cubicBezTo>
                  <a:close/>
                  <a:moveTo>
                    <a:pt x="153" y="242"/>
                  </a:moveTo>
                  <a:cubicBezTo>
                    <a:pt x="153" y="242"/>
                    <a:pt x="154" y="237"/>
                    <a:pt x="155" y="238"/>
                  </a:cubicBezTo>
                  <a:cubicBezTo>
                    <a:pt x="156" y="238"/>
                    <a:pt x="154" y="243"/>
                    <a:pt x="154" y="241"/>
                  </a:cubicBezTo>
                  <a:cubicBezTo>
                    <a:pt x="153" y="247"/>
                    <a:pt x="153" y="255"/>
                    <a:pt x="152" y="262"/>
                  </a:cubicBezTo>
                  <a:cubicBezTo>
                    <a:pt x="152" y="262"/>
                    <a:pt x="151" y="264"/>
                    <a:pt x="151" y="264"/>
                  </a:cubicBezTo>
                  <a:cubicBezTo>
                    <a:pt x="149" y="265"/>
                    <a:pt x="152" y="246"/>
                    <a:pt x="153" y="242"/>
                  </a:cubicBezTo>
                  <a:close/>
                  <a:moveTo>
                    <a:pt x="150" y="352"/>
                  </a:moveTo>
                  <a:cubicBezTo>
                    <a:pt x="151" y="351"/>
                    <a:pt x="155" y="357"/>
                    <a:pt x="155" y="359"/>
                  </a:cubicBezTo>
                  <a:cubicBezTo>
                    <a:pt x="155" y="360"/>
                    <a:pt x="154" y="362"/>
                    <a:pt x="152" y="363"/>
                  </a:cubicBezTo>
                  <a:cubicBezTo>
                    <a:pt x="147" y="365"/>
                    <a:pt x="149" y="352"/>
                    <a:pt x="150" y="352"/>
                  </a:cubicBezTo>
                  <a:close/>
                  <a:moveTo>
                    <a:pt x="148" y="397"/>
                  </a:moveTo>
                  <a:cubicBezTo>
                    <a:pt x="148" y="397"/>
                    <a:pt x="148" y="398"/>
                    <a:pt x="148" y="398"/>
                  </a:cubicBezTo>
                  <a:cubicBezTo>
                    <a:pt x="146" y="396"/>
                    <a:pt x="149" y="396"/>
                    <a:pt x="148" y="397"/>
                  </a:cubicBezTo>
                  <a:close/>
                  <a:moveTo>
                    <a:pt x="147" y="373"/>
                  </a:moveTo>
                  <a:cubicBezTo>
                    <a:pt x="148" y="377"/>
                    <a:pt x="145" y="374"/>
                    <a:pt x="147" y="373"/>
                  </a:cubicBezTo>
                  <a:close/>
                  <a:moveTo>
                    <a:pt x="145" y="340"/>
                  </a:moveTo>
                  <a:cubicBezTo>
                    <a:pt x="148" y="342"/>
                    <a:pt x="144" y="344"/>
                    <a:pt x="145" y="340"/>
                  </a:cubicBezTo>
                  <a:close/>
                  <a:moveTo>
                    <a:pt x="145" y="351"/>
                  </a:moveTo>
                  <a:cubicBezTo>
                    <a:pt x="145" y="351"/>
                    <a:pt x="145" y="352"/>
                    <a:pt x="145" y="352"/>
                  </a:cubicBezTo>
                  <a:cubicBezTo>
                    <a:pt x="143" y="354"/>
                    <a:pt x="143" y="350"/>
                    <a:pt x="145" y="351"/>
                  </a:cubicBezTo>
                  <a:close/>
                  <a:moveTo>
                    <a:pt x="143" y="299"/>
                  </a:moveTo>
                  <a:cubicBezTo>
                    <a:pt x="143" y="299"/>
                    <a:pt x="144" y="301"/>
                    <a:pt x="143" y="301"/>
                  </a:cubicBezTo>
                  <a:cubicBezTo>
                    <a:pt x="142" y="303"/>
                    <a:pt x="142" y="298"/>
                    <a:pt x="143" y="299"/>
                  </a:cubicBezTo>
                  <a:close/>
                  <a:moveTo>
                    <a:pt x="143" y="429"/>
                  </a:moveTo>
                  <a:cubicBezTo>
                    <a:pt x="145" y="430"/>
                    <a:pt x="143" y="430"/>
                    <a:pt x="144" y="431"/>
                  </a:cubicBezTo>
                  <a:cubicBezTo>
                    <a:pt x="145" y="433"/>
                    <a:pt x="146" y="433"/>
                    <a:pt x="146" y="433"/>
                  </a:cubicBezTo>
                  <a:cubicBezTo>
                    <a:pt x="147" y="435"/>
                    <a:pt x="146" y="438"/>
                    <a:pt x="145" y="439"/>
                  </a:cubicBezTo>
                  <a:cubicBezTo>
                    <a:pt x="142" y="440"/>
                    <a:pt x="140" y="438"/>
                    <a:pt x="140" y="435"/>
                  </a:cubicBezTo>
                  <a:cubicBezTo>
                    <a:pt x="141" y="433"/>
                    <a:pt x="143" y="433"/>
                    <a:pt x="143" y="432"/>
                  </a:cubicBezTo>
                  <a:cubicBezTo>
                    <a:pt x="143" y="431"/>
                    <a:pt x="141" y="429"/>
                    <a:pt x="143" y="429"/>
                  </a:cubicBezTo>
                  <a:close/>
                  <a:moveTo>
                    <a:pt x="142" y="354"/>
                  </a:moveTo>
                  <a:cubicBezTo>
                    <a:pt x="143" y="355"/>
                    <a:pt x="140" y="357"/>
                    <a:pt x="142" y="354"/>
                  </a:cubicBezTo>
                  <a:close/>
                  <a:moveTo>
                    <a:pt x="141" y="298"/>
                  </a:moveTo>
                  <a:cubicBezTo>
                    <a:pt x="142" y="301"/>
                    <a:pt x="139" y="299"/>
                    <a:pt x="141" y="298"/>
                  </a:cubicBezTo>
                  <a:close/>
                  <a:moveTo>
                    <a:pt x="140" y="375"/>
                  </a:moveTo>
                  <a:cubicBezTo>
                    <a:pt x="141" y="375"/>
                    <a:pt x="142" y="377"/>
                    <a:pt x="141" y="378"/>
                  </a:cubicBezTo>
                  <a:cubicBezTo>
                    <a:pt x="140" y="380"/>
                    <a:pt x="139" y="375"/>
                    <a:pt x="140" y="375"/>
                  </a:cubicBezTo>
                  <a:close/>
                  <a:moveTo>
                    <a:pt x="142" y="405"/>
                  </a:moveTo>
                  <a:cubicBezTo>
                    <a:pt x="141" y="406"/>
                    <a:pt x="141" y="406"/>
                    <a:pt x="141" y="406"/>
                  </a:cubicBezTo>
                  <a:cubicBezTo>
                    <a:pt x="141" y="406"/>
                    <a:pt x="141" y="406"/>
                    <a:pt x="142" y="405"/>
                  </a:cubicBezTo>
                  <a:close/>
                  <a:moveTo>
                    <a:pt x="141" y="417"/>
                  </a:moveTo>
                  <a:cubicBezTo>
                    <a:pt x="142" y="418"/>
                    <a:pt x="141" y="420"/>
                    <a:pt x="141" y="420"/>
                  </a:cubicBezTo>
                  <a:cubicBezTo>
                    <a:pt x="139" y="422"/>
                    <a:pt x="139" y="417"/>
                    <a:pt x="141" y="417"/>
                  </a:cubicBezTo>
                  <a:close/>
                  <a:moveTo>
                    <a:pt x="137" y="465"/>
                  </a:moveTo>
                  <a:cubicBezTo>
                    <a:pt x="135" y="470"/>
                    <a:pt x="131" y="464"/>
                    <a:pt x="136" y="463"/>
                  </a:cubicBezTo>
                  <a:cubicBezTo>
                    <a:pt x="136" y="463"/>
                    <a:pt x="139" y="463"/>
                    <a:pt x="139" y="463"/>
                  </a:cubicBezTo>
                  <a:cubicBezTo>
                    <a:pt x="142" y="466"/>
                    <a:pt x="137" y="469"/>
                    <a:pt x="137" y="465"/>
                  </a:cubicBezTo>
                  <a:close/>
                  <a:moveTo>
                    <a:pt x="138" y="439"/>
                  </a:moveTo>
                  <a:cubicBezTo>
                    <a:pt x="139" y="439"/>
                    <a:pt x="139" y="440"/>
                    <a:pt x="139" y="441"/>
                  </a:cubicBezTo>
                  <a:cubicBezTo>
                    <a:pt x="138" y="441"/>
                    <a:pt x="138" y="439"/>
                    <a:pt x="138" y="439"/>
                  </a:cubicBezTo>
                  <a:close/>
                  <a:moveTo>
                    <a:pt x="138" y="452"/>
                  </a:moveTo>
                  <a:cubicBezTo>
                    <a:pt x="137" y="454"/>
                    <a:pt x="136" y="451"/>
                    <a:pt x="137" y="451"/>
                  </a:cubicBezTo>
                  <a:cubicBezTo>
                    <a:pt x="138" y="451"/>
                    <a:pt x="138" y="452"/>
                    <a:pt x="138" y="452"/>
                  </a:cubicBezTo>
                  <a:close/>
                  <a:moveTo>
                    <a:pt x="137" y="363"/>
                  </a:moveTo>
                  <a:cubicBezTo>
                    <a:pt x="137" y="363"/>
                    <a:pt x="135" y="363"/>
                    <a:pt x="135" y="364"/>
                  </a:cubicBezTo>
                  <a:cubicBezTo>
                    <a:pt x="133" y="367"/>
                    <a:pt x="138" y="377"/>
                    <a:pt x="134" y="379"/>
                  </a:cubicBezTo>
                  <a:cubicBezTo>
                    <a:pt x="132" y="380"/>
                    <a:pt x="133" y="366"/>
                    <a:pt x="134" y="364"/>
                  </a:cubicBezTo>
                  <a:cubicBezTo>
                    <a:pt x="134" y="360"/>
                    <a:pt x="134" y="356"/>
                    <a:pt x="134" y="353"/>
                  </a:cubicBezTo>
                  <a:cubicBezTo>
                    <a:pt x="134" y="353"/>
                    <a:pt x="135" y="352"/>
                    <a:pt x="135" y="352"/>
                  </a:cubicBezTo>
                  <a:cubicBezTo>
                    <a:pt x="137" y="353"/>
                    <a:pt x="135" y="355"/>
                    <a:pt x="135" y="357"/>
                  </a:cubicBezTo>
                  <a:cubicBezTo>
                    <a:pt x="135" y="360"/>
                    <a:pt x="138" y="360"/>
                    <a:pt x="137" y="363"/>
                  </a:cubicBezTo>
                  <a:close/>
                  <a:moveTo>
                    <a:pt x="133" y="337"/>
                  </a:moveTo>
                  <a:cubicBezTo>
                    <a:pt x="134" y="338"/>
                    <a:pt x="132" y="339"/>
                    <a:pt x="133" y="337"/>
                  </a:cubicBezTo>
                  <a:close/>
                  <a:moveTo>
                    <a:pt x="136" y="331"/>
                  </a:moveTo>
                  <a:cubicBezTo>
                    <a:pt x="137" y="332"/>
                    <a:pt x="136" y="334"/>
                    <a:pt x="136" y="334"/>
                  </a:cubicBezTo>
                  <a:cubicBezTo>
                    <a:pt x="135" y="335"/>
                    <a:pt x="135" y="331"/>
                    <a:pt x="136" y="331"/>
                  </a:cubicBezTo>
                  <a:close/>
                  <a:moveTo>
                    <a:pt x="133" y="322"/>
                  </a:moveTo>
                  <a:cubicBezTo>
                    <a:pt x="134" y="322"/>
                    <a:pt x="135" y="323"/>
                    <a:pt x="134" y="324"/>
                  </a:cubicBezTo>
                  <a:cubicBezTo>
                    <a:pt x="133" y="325"/>
                    <a:pt x="132" y="322"/>
                    <a:pt x="133" y="322"/>
                  </a:cubicBezTo>
                  <a:close/>
                  <a:moveTo>
                    <a:pt x="133" y="325"/>
                  </a:moveTo>
                  <a:cubicBezTo>
                    <a:pt x="135" y="324"/>
                    <a:pt x="136" y="328"/>
                    <a:pt x="134" y="329"/>
                  </a:cubicBezTo>
                  <a:cubicBezTo>
                    <a:pt x="132" y="331"/>
                    <a:pt x="132" y="325"/>
                    <a:pt x="133" y="325"/>
                  </a:cubicBezTo>
                  <a:close/>
                  <a:moveTo>
                    <a:pt x="132" y="371"/>
                  </a:moveTo>
                  <a:cubicBezTo>
                    <a:pt x="132" y="371"/>
                    <a:pt x="131" y="371"/>
                    <a:pt x="131" y="371"/>
                  </a:cubicBezTo>
                  <a:cubicBezTo>
                    <a:pt x="131" y="370"/>
                    <a:pt x="133" y="370"/>
                    <a:pt x="132" y="371"/>
                  </a:cubicBezTo>
                  <a:close/>
                  <a:moveTo>
                    <a:pt x="129" y="374"/>
                  </a:moveTo>
                  <a:cubicBezTo>
                    <a:pt x="129" y="376"/>
                    <a:pt x="127" y="374"/>
                    <a:pt x="129" y="374"/>
                  </a:cubicBezTo>
                  <a:close/>
                  <a:moveTo>
                    <a:pt x="128" y="318"/>
                  </a:moveTo>
                  <a:cubicBezTo>
                    <a:pt x="128" y="319"/>
                    <a:pt x="127" y="319"/>
                    <a:pt x="127" y="320"/>
                  </a:cubicBezTo>
                  <a:cubicBezTo>
                    <a:pt x="127" y="320"/>
                    <a:pt x="127" y="318"/>
                    <a:pt x="128" y="318"/>
                  </a:cubicBezTo>
                  <a:close/>
                  <a:moveTo>
                    <a:pt x="126" y="325"/>
                  </a:moveTo>
                  <a:cubicBezTo>
                    <a:pt x="127" y="326"/>
                    <a:pt x="126" y="328"/>
                    <a:pt x="126" y="329"/>
                  </a:cubicBezTo>
                  <a:cubicBezTo>
                    <a:pt x="124" y="329"/>
                    <a:pt x="126" y="326"/>
                    <a:pt x="126" y="325"/>
                  </a:cubicBezTo>
                  <a:close/>
                  <a:moveTo>
                    <a:pt x="124" y="375"/>
                  </a:moveTo>
                  <a:cubicBezTo>
                    <a:pt x="124" y="374"/>
                    <a:pt x="125" y="375"/>
                    <a:pt x="125" y="375"/>
                  </a:cubicBezTo>
                  <a:cubicBezTo>
                    <a:pt x="125" y="375"/>
                    <a:pt x="124" y="375"/>
                    <a:pt x="124" y="375"/>
                  </a:cubicBezTo>
                  <a:close/>
                  <a:moveTo>
                    <a:pt x="120" y="352"/>
                  </a:moveTo>
                  <a:cubicBezTo>
                    <a:pt x="121" y="352"/>
                    <a:pt x="122" y="353"/>
                    <a:pt x="121" y="354"/>
                  </a:cubicBezTo>
                  <a:cubicBezTo>
                    <a:pt x="120" y="356"/>
                    <a:pt x="119" y="352"/>
                    <a:pt x="120" y="352"/>
                  </a:cubicBezTo>
                  <a:close/>
                  <a:moveTo>
                    <a:pt x="124" y="362"/>
                  </a:moveTo>
                  <a:cubicBezTo>
                    <a:pt x="126" y="364"/>
                    <a:pt x="124" y="368"/>
                    <a:pt x="121" y="367"/>
                  </a:cubicBezTo>
                  <a:cubicBezTo>
                    <a:pt x="120" y="367"/>
                    <a:pt x="121" y="364"/>
                    <a:pt x="120" y="362"/>
                  </a:cubicBezTo>
                  <a:cubicBezTo>
                    <a:pt x="121" y="365"/>
                    <a:pt x="124" y="362"/>
                    <a:pt x="124" y="362"/>
                  </a:cubicBezTo>
                  <a:close/>
                  <a:moveTo>
                    <a:pt x="121" y="425"/>
                  </a:moveTo>
                  <a:cubicBezTo>
                    <a:pt x="121" y="425"/>
                    <a:pt x="120" y="425"/>
                    <a:pt x="120" y="425"/>
                  </a:cubicBezTo>
                  <a:cubicBezTo>
                    <a:pt x="118" y="423"/>
                    <a:pt x="123" y="422"/>
                    <a:pt x="121" y="425"/>
                  </a:cubicBezTo>
                  <a:close/>
                  <a:moveTo>
                    <a:pt x="119" y="435"/>
                  </a:moveTo>
                  <a:cubicBezTo>
                    <a:pt x="118" y="435"/>
                    <a:pt x="119" y="435"/>
                    <a:pt x="119" y="434"/>
                  </a:cubicBezTo>
                  <a:cubicBezTo>
                    <a:pt x="119" y="434"/>
                    <a:pt x="119" y="435"/>
                    <a:pt x="119" y="435"/>
                  </a:cubicBezTo>
                  <a:close/>
                  <a:moveTo>
                    <a:pt x="112" y="346"/>
                  </a:moveTo>
                  <a:cubicBezTo>
                    <a:pt x="112" y="346"/>
                    <a:pt x="114" y="344"/>
                    <a:pt x="116" y="345"/>
                  </a:cubicBezTo>
                  <a:cubicBezTo>
                    <a:pt x="118" y="345"/>
                    <a:pt x="119" y="348"/>
                    <a:pt x="119" y="351"/>
                  </a:cubicBezTo>
                  <a:cubicBezTo>
                    <a:pt x="118" y="352"/>
                    <a:pt x="117" y="355"/>
                    <a:pt x="117" y="355"/>
                  </a:cubicBezTo>
                  <a:cubicBezTo>
                    <a:pt x="117" y="355"/>
                    <a:pt x="113" y="354"/>
                    <a:pt x="112" y="352"/>
                  </a:cubicBezTo>
                  <a:cubicBezTo>
                    <a:pt x="112" y="352"/>
                    <a:pt x="111" y="347"/>
                    <a:pt x="112" y="346"/>
                  </a:cubicBezTo>
                  <a:close/>
                  <a:moveTo>
                    <a:pt x="111" y="354"/>
                  </a:moveTo>
                  <a:cubicBezTo>
                    <a:pt x="112" y="354"/>
                    <a:pt x="111" y="355"/>
                    <a:pt x="111" y="355"/>
                  </a:cubicBezTo>
                  <a:cubicBezTo>
                    <a:pt x="110" y="356"/>
                    <a:pt x="110" y="353"/>
                    <a:pt x="111" y="354"/>
                  </a:cubicBezTo>
                  <a:close/>
                  <a:moveTo>
                    <a:pt x="110" y="283"/>
                  </a:moveTo>
                  <a:cubicBezTo>
                    <a:pt x="110" y="283"/>
                    <a:pt x="110" y="284"/>
                    <a:pt x="110" y="284"/>
                  </a:cubicBezTo>
                  <a:cubicBezTo>
                    <a:pt x="109" y="286"/>
                    <a:pt x="109" y="282"/>
                    <a:pt x="110" y="283"/>
                  </a:cubicBezTo>
                  <a:close/>
                  <a:moveTo>
                    <a:pt x="108" y="299"/>
                  </a:moveTo>
                  <a:cubicBezTo>
                    <a:pt x="109" y="299"/>
                    <a:pt x="109" y="300"/>
                    <a:pt x="109" y="301"/>
                  </a:cubicBezTo>
                  <a:cubicBezTo>
                    <a:pt x="108" y="302"/>
                    <a:pt x="107" y="299"/>
                    <a:pt x="108" y="299"/>
                  </a:cubicBezTo>
                  <a:close/>
                  <a:moveTo>
                    <a:pt x="109" y="347"/>
                  </a:moveTo>
                  <a:cubicBezTo>
                    <a:pt x="111" y="348"/>
                    <a:pt x="110" y="352"/>
                    <a:pt x="109" y="353"/>
                  </a:cubicBezTo>
                  <a:cubicBezTo>
                    <a:pt x="106" y="355"/>
                    <a:pt x="106" y="346"/>
                    <a:pt x="109" y="347"/>
                  </a:cubicBezTo>
                  <a:close/>
                  <a:moveTo>
                    <a:pt x="108" y="421"/>
                  </a:moveTo>
                  <a:cubicBezTo>
                    <a:pt x="109" y="422"/>
                    <a:pt x="107" y="425"/>
                    <a:pt x="107" y="425"/>
                  </a:cubicBezTo>
                  <a:cubicBezTo>
                    <a:pt x="104" y="426"/>
                    <a:pt x="106" y="420"/>
                    <a:pt x="108" y="421"/>
                  </a:cubicBezTo>
                  <a:close/>
                  <a:moveTo>
                    <a:pt x="105" y="283"/>
                  </a:moveTo>
                  <a:cubicBezTo>
                    <a:pt x="106" y="283"/>
                    <a:pt x="107" y="285"/>
                    <a:pt x="106" y="286"/>
                  </a:cubicBezTo>
                  <a:cubicBezTo>
                    <a:pt x="104" y="287"/>
                    <a:pt x="104" y="284"/>
                    <a:pt x="105" y="283"/>
                  </a:cubicBezTo>
                  <a:close/>
                  <a:moveTo>
                    <a:pt x="105" y="425"/>
                  </a:moveTo>
                  <a:cubicBezTo>
                    <a:pt x="105" y="423"/>
                    <a:pt x="104" y="426"/>
                    <a:pt x="105" y="425"/>
                  </a:cubicBezTo>
                  <a:close/>
                  <a:moveTo>
                    <a:pt x="104" y="301"/>
                  </a:moveTo>
                  <a:cubicBezTo>
                    <a:pt x="106" y="302"/>
                    <a:pt x="103" y="304"/>
                    <a:pt x="104" y="301"/>
                  </a:cubicBezTo>
                  <a:close/>
                  <a:moveTo>
                    <a:pt x="104" y="370"/>
                  </a:moveTo>
                  <a:cubicBezTo>
                    <a:pt x="104" y="370"/>
                    <a:pt x="104" y="372"/>
                    <a:pt x="104" y="372"/>
                  </a:cubicBezTo>
                  <a:cubicBezTo>
                    <a:pt x="103" y="373"/>
                    <a:pt x="103" y="370"/>
                    <a:pt x="104" y="370"/>
                  </a:cubicBezTo>
                  <a:close/>
                  <a:moveTo>
                    <a:pt x="102" y="425"/>
                  </a:moveTo>
                  <a:cubicBezTo>
                    <a:pt x="103" y="426"/>
                    <a:pt x="103" y="426"/>
                    <a:pt x="103" y="426"/>
                  </a:cubicBezTo>
                  <a:cubicBezTo>
                    <a:pt x="104" y="426"/>
                    <a:pt x="106" y="426"/>
                    <a:pt x="104" y="428"/>
                  </a:cubicBezTo>
                  <a:cubicBezTo>
                    <a:pt x="104" y="428"/>
                    <a:pt x="104" y="428"/>
                    <a:pt x="103" y="428"/>
                  </a:cubicBezTo>
                  <a:cubicBezTo>
                    <a:pt x="103" y="428"/>
                    <a:pt x="103" y="428"/>
                    <a:pt x="103" y="427"/>
                  </a:cubicBezTo>
                  <a:cubicBezTo>
                    <a:pt x="102" y="428"/>
                    <a:pt x="102" y="428"/>
                    <a:pt x="102" y="428"/>
                  </a:cubicBezTo>
                  <a:cubicBezTo>
                    <a:pt x="100" y="429"/>
                    <a:pt x="100" y="424"/>
                    <a:pt x="102" y="425"/>
                  </a:cubicBezTo>
                  <a:close/>
                  <a:moveTo>
                    <a:pt x="101" y="363"/>
                  </a:moveTo>
                  <a:cubicBezTo>
                    <a:pt x="99" y="362"/>
                    <a:pt x="101" y="362"/>
                    <a:pt x="101" y="363"/>
                  </a:cubicBezTo>
                  <a:close/>
                  <a:moveTo>
                    <a:pt x="100" y="315"/>
                  </a:moveTo>
                  <a:cubicBezTo>
                    <a:pt x="100" y="318"/>
                    <a:pt x="98" y="316"/>
                    <a:pt x="100" y="315"/>
                  </a:cubicBezTo>
                  <a:close/>
                  <a:moveTo>
                    <a:pt x="99" y="422"/>
                  </a:moveTo>
                  <a:cubicBezTo>
                    <a:pt x="99" y="422"/>
                    <a:pt x="100" y="423"/>
                    <a:pt x="99" y="424"/>
                  </a:cubicBezTo>
                  <a:cubicBezTo>
                    <a:pt x="98" y="426"/>
                    <a:pt x="98" y="421"/>
                    <a:pt x="99" y="422"/>
                  </a:cubicBezTo>
                  <a:close/>
                  <a:moveTo>
                    <a:pt x="96" y="297"/>
                  </a:moveTo>
                  <a:cubicBezTo>
                    <a:pt x="97" y="298"/>
                    <a:pt x="95" y="298"/>
                    <a:pt x="96" y="297"/>
                  </a:cubicBezTo>
                  <a:cubicBezTo>
                    <a:pt x="96" y="297"/>
                    <a:pt x="96" y="297"/>
                    <a:pt x="96" y="297"/>
                  </a:cubicBezTo>
                  <a:close/>
                  <a:moveTo>
                    <a:pt x="96" y="305"/>
                  </a:moveTo>
                  <a:cubicBezTo>
                    <a:pt x="96" y="305"/>
                    <a:pt x="96" y="304"/>
                    <a:pt x="96" y="303"/>
                  </a:cubicBezTo>
                  <a:cubicBezTo>
                    <a:pt x="96" y="303"/>
                    <a:pt x="97" y="304"/>
                    <a:pt x="96" y="305"/>
                  </a:cubicBezTo>
                  <a:close/>
                  <a:moveTo>
                    <a:pt x="96" y="380"/>
                  </a:moveTo>
                  <a:cubicBezTo>
                    <a:pt x="97" y="380"/>
                    <a:pt x="97" y="383"/>
                    <a:pt x="96" y="384"/>
                  </a:cubicBezTo>
                  <a:cubicBezTo>
                    <a:pt x="93" y="385"/>
                    <a:pt x="94" y="379"/>
                    <a:pt x="96" y="380"/>
                  </a:cubicBezTo>
                  <a:close/>
                  <a:moveTo>
                    <a:pt x="95" y="393"/>
                  </a:moveTo>
                  <a:cubicBezTo>
                    <a:pt x="94" y="391"/>
                    <a:pt x="97" y="391"/>
                    <a:pt x="95" y="393"/>
                  </a:cubicBezTo>
                  <a:close/>
                  <a:moveTo>
                    <a:pt x="97" y="431"/>
                  </a:moveTo>
                  <a:cubicBezTo>
                    <a:pt x="97" y="432"/>
                    <a:pt x="95" y="434"/>
                    <a:pt x="94" y="434"/>
                  </a:cubicBezTo>
                  <a:cubicBezTo>
                    <a:pt x="95" y="434"/>
                    <a:pt x="94" y="436"/>
                    <a:pt x="93" y="436"/>
                  </a:cubicBezTo>
                  <a:cubicBezTo>
                    <a:pt x="93" y="435"/>
                    <a:pt x="93" y="433"/>
                    <a:pt x="94" y="434"/>
                  </a:cubicBezTo>
                  <a:cubicBezTo>
                    <a:pt x="93" y="433"/>
                    <a:pt x="93" y="430"/>
                    <a:pt x="94" y="430"/>
                  </a:cubicBezTo>
                  <a:cubicBezTo>
                    <a:pt x="95" y="430"/>
                    <a:pt x="97" y="431"/>
                    <a:pt x="97" y="431"/>
                  </a:cubicBezTo>
                  <a:close/>
                  <a:moveTo>
                    <a:pt x="93" y="359"/>
                  </a:moveTo>
                  <a:cubicBezTo>
                    <a:pt x="94" y="362"/>
                    <a:pt x="91" y="360"/>
                    <a:pt x="93" y="359"/>
                  </a:cubicBezTo>
                  <a:close/>
                  <a:moveTo>
                    <a:pt x="93" y="379"/>
                  </a:moveTo>
                  <a:cubicBezTo>
                    <a:pt x="94" y="382"/>
                    <a:pt x="91" y="380"/>
                    <a:pt x="93" y="379"/>
                  </a:cubicBezTo>
                  <a:close/>
                  <a:moveTo>
                    <a:pt x="92" y="391"/>
                  </a:moveTo>
                  <a:cubicBezTo>
                    <a:pt x="92" y="393"/>
                    <a:pt x="91" y="393"/>
                    <a:pt x="91" y="391"/>
                  </a:cubicBezTo>
                  <a:cubicBezTo>
                    <a:pt x="91" y="391"/>
                    <a:pt x="92" y="391"/>
                    <a:pt x="92" y="391"/>
                  </a:cubicBezTo>
                  <a:close/>
                  <a:moveTo>
                    <a:pt x="89" y="352"/>
                  </a:moveTo>
                  <a:cubicBezTo>
                    <a:pt x="90" y="354"/>
                    <a:pt x="88" y="354"/>
                    <a:pt x="89" y="352"/>
                  </a:cubicBezTo>
                  <a:close/>
                  <a:moveTo>
                    <a:pt x="89" y="400"/>
                  </a:moveTo>
                  <a:cubicBezTo>
                    <a:pt x="88" y="401"/>
                    <a:pt x="90" y="399"/>
                    <a:pt x="89" y="400"/>
                  </a:cubicBezTo>
                  <a:close/>
                  <a:moveTo>
                    <a:pt x="87" y="362"/>
                  </a:moveTo>
                  <a:cubicBezTo>
                    <a:pt x="88" y="361"/>
                    <a:pt x="89" y="364"/>
                    <a:pt x="88" y="364"/>
                  </a:cubicBezTo>
                  <a:cubicBezTo>
                    <a:pt x="87" y="365"/>
                    <a:pt x="86" y="362"/>
                    <a:pt x="87" y="362"/>
                  </a:cubicBezTo>
                  <a:close/>
                  <a:moveTo>
                    <a:pt x="85" y="385"/>
                  </a:moveTo>
                  <a:cubicBezTo>
                    <a:pt x="86" y="384"/>
                    <a:pt x="87" y="385"/>
                    <a:pt x="87" y="385"/>
                  </a:cubicBezTo>
                  <a:cubicBezTo>
                    <a:pt x="89" y="388"/>
                    <a:pt x="84" y="388"/>
                    <a:pt x="85" y="385"/>
                  </a:cubicBezTo>
                  <a:close/>
                  <a:moveTo>
                    <a:pt x="86" y="398"/>
                  </a:moveTo>
                  <a:cubicBezTo>
                    <a:pt x="86" y="398"/>
                    <a:pt x="85" y="398"/>
                    <a:pt x="85" y="398"/>
                  </a:cubicBezTo>
                  <a:cubicBezTo>
                    <a:pt x="85" y="397"/>
                    <a:pt x="86" y="398"/>
                    <a:pt x="86" y="398"/>
                  </a:cubicBezTo>
                  <a:close/>
                  <a:moveTo>
                    <a:pt x="87" y="400"/>
                  </a:moveTo>
                  <a:cubicBezTo>
                    <a:pt x="88" y="400"/>
                    <a:pt x="87" y="402"/>
                    <a:pt x="88" y="402"/>
                  </a:cubicBezTo>
                  <a:cubicBezTo>
                    <a:pt x="88" y="403"/>
                    <a:pt x="91" y="402"/>
                    <a:pt x="92" y="402"/>
                  </a:cubicBezTo>
                  <a:cubicBezTo>
                    <a:pt x="92" y="402"/>
                    <a:pt x="94" y="405"/>
                    <a:pt x="94" y="405"/>
                  </a:cubicBezTo>
                  <a:cubicBezTo>
                    <a:pt x="96" y="408"/>
                    <a:pt x="92" y="411"/>
                    <a:pt x="92" y="414"/>
                  </a:cubicBezTo>
                  <a:cubicBezTo>
                    <a:pt x="90" y="412"/>
                    <a:pt x="86" y="411"/>
                    <a:pt x="86" y="407"/>
                  </a:cubicBezTo>
                  <a:cubicBezTo>
                    <a:pt x="83" y="412"/>
                    <a:pt x="83" y="400"/>
                    <a:pt x="87" y="400"/>
                  </a:cubicBezTo>
                  <a:close/>
                  <a:moveTo>
                    <a:pt x="84" y="412"/>
                  </a:moveTo>
                  <a:cubicBezTo>
                    <a:pt x="84" y="412"/>
                    <a:pt x="84" y="413"/>
                    <a:pt x="84" y="413"/>
                  </a:cubicBezTo>
                  <a:cubicBezTo>
                    <a:pt x="83" y="414"/>
                    <a:pt x="83" y="412"/>
                    <a:pt x="84" y="412"/>
                  </a:cubicBezTo>
                  <a:close/>
                  <a:moveTo>
                    <a:pt x="82" y="395"/>
                  </a:moveTo>
                  <a:cubicBezTo>
                    <a:pt x="83" y="395"/>
                    <a:pt x="84" y="397"/>
                    <a:pt x="83" y="398"/>
                  </a:cubicBezTo>
                  <a:cubicBezTo>
                    <a:pt x="81" y="398"/>
                    <a:pt x="81" y="396"/>
                    <a:pt x="82" y="395"/>
                  </a:cubicBezTo>
                  <a:close/>
                  <a:moveTo>
                    <a:pt x="81" y="405"/>
                  </a:moveTo>
                  <a:cubicBezTo>
                    <a:pt x="81" y="405"/>
                    <a:pt x="81" y="405"/>
                    <a:pt x="81" y="405"/>
                  </a:cubicBezTo>
                  <a:cubicBezTo>
                    <a:pt x="79" y="406"/>
                    <a:pt x="83" y="403"/>
                    <a:pt x="81" y="405"/>
                  </a:cubicBezTo>
                  <a:close/>
                  <a:moveTo>
                    <a:pt x="80" y="427"/>
                  </a:moveTo>
                  <a:cubicBezTo>
                    <a:pt x="80" y="425"/>
                    <a:pt x="82" y="427"/>
                    <a:pt x="80" y="427"/>
                  </a:cubicBezTo>
                  <a:close/>
                  <a:moveTo>
                    <a:pt x="79" y="403"/>
                  </a:moveTo>
                  <a:cubicBezTo>
                    <a:pt x="80" y="402"/>
                    <a:pt x="80" y="403"/>
                    <a:pt x="80" y="403"/>
                  </a:cubicBezTo>
                  <a:cubicBezTo>
                    <a:pt x="80" y="403"/>
                    <a:pt x="79" y="403"/>
                    <a:pt x="79" y="403"/>
                  </a:cubicBezTo>
                  <a:close/>
                  <a:moveTo>
                    <a:pt x="79" y="352"/>
                  </a:moveTo>
                  <a:cubicBezTo>
                    <a:pt x="79" y="355"/>
                    <a:pt x="78" y="357"/>
                    <a:pt x="79" y="361"/>
                  </a:cubicBezTo>
                  <a:cubicBezTo>
                    <a:pt x="77" y="359"/>
                    <a:pt x="77" y="353"/>
                    <a:pt x="79" y="352"/>
                  </a:cubicBezTo>
                  <a:close/>
                  <a:moveTo>
                    <a:pt x="79" y="363"/>
                  </a:moveTo>
                  <a:cubicBezTo>
                    <a:pt x="78" y="366"/>
                    <a:pt x="80" y="370"/>
                    <a:pt x="79" y="372"/>
                  </a:cubicBezTo>
                  <a:cubicBezTo>
                    <a:pt x="78" y="375"/>
                    <a:pt x="76" y="365"/>
                    <a:pt x="79" y="363"/>
                  </a:cubicBezTo>
                  <a:close/>
                  <a:moveTo>
                    <a:pt x="77" y="429"/>
                  </a:moveTo>
                  <a:cubicBezTo>
                    <a:pt x="79" y="430"/>
                    <a:pt x="78" y="431"/>
                    <a:pt x="78" y="432"/>
                  </a:cubicBezTo>
                  <a:cubicBezTo>
                    <a:pt x="80" y="429"/>
                    <a:pt x="81" y="434"/>
                    <a:pt x="83" y="433"/>
                  </a:cubicBezTo>
                  <a:cubicBezTo>
                    <a:pt x="82" y="436"/>
                    <a:pt x="84" y="439"/>
                    <a:pt x="82" y="441"/>
                  </a:cubicBezTo>
                  <a:cubicBezTo>
                    <a:pt x="81" y="442"/>
                    <a:pt x="79" y="442"/>
                    <a:pt x="78" y="441"/>
                  </a:cubicBezTo>
                  <a:cubicBezTo>
                    <a:pt x="76" y="440"/>
                    <a:pt x="75" y="433"/>
                    <a:pt x="75" y="432"/>
                  </a:cubicBezTo>
                  <a:cubicBezTo>
                    <a:pt x="75" y="433"/>
                    <a:pt x="78" y="431"/>
                    <a:pt x="77" y="429"/>
                  </a:cubicBezTo>
                  <a:close/>
                  <a:moveTo>
                    <a:pt x="76" y="420"/>
                  </a:move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ubicBezTo>
                    <a:pt x="76" y="420"/>
                    <a:pt x="76" y="420"/>
                    <a:pt x="76" y="420"/>
                  </a:cubicBezTo>
                  <a:close/>
                  <a:moveTo>
                    <a:pt x="76" y="370"/>
                  </a:moveTo>
                  <a:cubicBezTo>
                    <a:pt x="78" y="371"/>
                    <a:pt x="76" y="374"/>
                    <a:pt x="76" y="370"/>
                  </a:cubicBezTo>
                  <a:close/>
                  <a:moveTo>
                    <a:pt x="75" y="384"/>
                  </a:moveTo>
                  <a:cubicBezTo>
                    <a:pt x="76" y="386"/>
                    <a:pt x="74" y="386"/>
                    <a:pt x="75" y="384"/>
                  </a:cubicBezTo>
                  <a:close/>
                  <a:moveTo>
                    <a:pt x="75" y="426"/>
                  </a:moveTo>
                  <a:cubicBezTo>
                    <a:pt x="74" y="426"/>
                    <a:pt x="75" y="424"/>
                    <a:pt x="75" y="426"/>
                  </a:cubicBezTo>
                  <a:close/>
                  <a:moveTo>
                    <a:pt x="74" y="369"/>
                  </a:moveTo>
                  <a:cubicBezTo>
                    <a:pt x="74" y="371"/>
                    <a:pt x="74" y="367"/>
                    <a:pt x="74" y="369"/>
                  </a:cubicBezTo>
                  <a:close/>
                  <a:moveTo>
                    <a:pt x="57" y="427"/>
                  </a:moveTo>
                  <a:cubicBezTo>
                    <a:pt x="55" y="426"/>
                    <a:pt x="55" y="426"/>
                    <a:pt x="56" y="423"/>
                  </a:cubicBezTo>
                  <a:cubicBezTo>
                    <a:pt x="57" y="424"/>
                    <a:pt x="60" y="430"/>
                    <a:pt x="57" y="427"/>
                  </a:cubicBezTo>
                  <a:close/>
                  <a:moveTo>
                    <a:pt x="58" y="394"/>
                  </a:moveTo>
                  <a:cubicBezTo>
                    <a:pt x="58" y="395"/>
                    <a:pt x="57" y="395"/>
                    <a:pt x="57" y="395"/>
                  </a:cubicBezTo>
                  <a:cubicBezTo>
                    <a:pt x="57" y="395"/>
                    <a:pt x="57" y="393"/>
                    <a:pt x="58" y="394"/>
                  </a:cubicBezTo>
                  <a:close/>
                  <a:moveTo>
                    <a:pt x="60" y="383"/>
                  </a:moveTo>
                  <a:cubicBezTo>
                    <a:pt x="60" y="384"/>
                    <a:pt x="59" y="382"/>
                    <a:pt x="59" y="382"/>
                  </a:cubicBezTo>
                  <a:cubicBezTo>
                    <a:pt x="60" y="381"/>
                    <a:pt x="60" y="382"/>
                    <a:pt x="60" y="383"/>
                  </a:cubicBezTo>
                  <a:close/>
                  <a:moveTo>
                    <a:pt x="62" y="438"/>
                  </a:moveTo>
                  <a:cubicBezTo>
                    <a:pt x="61" y="439"/>
                    <a:pt x="61" y="436"/>
                    <a:pt x="61" y="436"/>
                  </a:cubicBezTo>
                  <a:cubicBezTo>
                    <a:pt x="62" y="435"/>
                    <a:pt x="63" y="437"/>
                    <a:pt x="62" y="438"/>
                  </a:cubicBezTo>
                  <a:close/>
                  <a:moveTo>
                    <a:pt x="63" y="434"/>
                  </a:moveTo>
                  <a:cubicBezTo>
                    <a:pt x="64" y="434"/>
                    <a:pt x="64" y="435"/>
                    <a:pt x="64" y="435"/>
                  </a:cubicBezTo>
                  <a:cubicBezTo>
                    <a:pt x="63" y="436"/>
                    <a:pt x="62" y="433"/>
                    <a:pt x="63" y="434"/>
                  </a:cubicBezTo>
                  <a:close/>
                  <a:moveTo>
                    <a:pt x="63" y="409"/>
                  </a:moveTo>
                  <a:cubicBezTo>
                    <a:pt x="62" y="410"/>
                    <a:pt x="62" y="407"/>
                    <a:pt x="63" y="409"/>
                  </a:cubicBezTo>
                  <a:close/>
                  <a:moveTo>
                    <a:pt x="64" y="436"/>
                  </a:moveTo>
                  <a:cubicBezTo>
                    <a:pt x="65" y="437"/>
                    <a:pt x="63" y="438"/>
                    <a:pt x="64" y="436"/>
                  </a:cubicBezTo>
                  <a:close/>
                  <a:moveTo>
                    <a:pt x="66" y="438"/>
                  </a:moveTo>
                  <a:cubicBezTo>
                    <a:pt x="66" y="439"/>
                    <a:pt x="65" y="437"/>
                    <a:pt x="65" y="437"/>
                  </a:cubicBezTo>
                  <a:cubicBezTo>
                    <a:pt x="66" y="437"/>
                    <a:pt x="66" y="437"/>
                    <a:pt x="66" y="438"/>
                  </a:cubicBezTo>
                  <a:close/>
                  <a:moveTo>
                    <a:pt x="67" y="426"/>
                  </a:moveTo>
                  <a:cubicBezTo>
                    <a:pt x="68" y="426"/>
                    <a:pt x="68" y="427"/>
                    <a:pt x="68" y="428"/>
                  </a:cubicBezTo>
                  <a:cubicBezTo>
                    <a:pt x="67" y="428"/>
                    <a:pt x="67" y="426"/>
                    <a:pt x="67" y="426"/>
                  </a:cubicBezTo>
                  <a:close/>
                  <a:moveTo>
                    <a:pt x="68" y="438"/>
                  </a:moveTo>
                  <a:cubicBezTo>
                    <a:pt x="67" y="439"/>
                    <a:pt x="70" y="438"/>
                    <a:pt x="68" y="438"/>
                  </a:cubicBezTo>
                  <a:close/>
                  <a:moveTo>
                    <a:pt x="69" y="428"/>
                  </a:moveTo>
                  <a:cubicBezTo>
                    <a:pt x="70" y="428"/>
                    <a:pt x="70" y="429"/>
                    <a:pt x="70" y="430"/>
                  </a:cubicBezTo>
                  <a:cubicBezTo>
                    <a:pt x="70" y="431"/>
                    <a:pt x="69" y="429"/>
                    <a:pt x="69" y="428"/>
                  </a:cubicBezTo>
                  <a:close/>
                  <a:moveTo>
                    <a:pt x="70" y="403"/>
                  </a:moveTo>
                  <a:cubicBezTo>
                    <a:pt x="70" y="401"/>
                    <a:pt x="70" y="404"/>
                    <a:pt x="70" y="403"/>
                  </a:cubicBezTo>
                  <a:close/>
                  <a:moveTo>
                    <a:pt x="72" y="435"/>
                  </a:moveTo>
                  <a:cubicBezTo>
                    <a:pt x="70" y="436"/>
                    <a:pt x="70" y="433"/>
                    <a:pt x="71" y="433"/>
                  </a:cubicBezTo>
                  <a:cubicBezTo>
                    <a:pt x="72" y="432"/>
                    <a:pt x="73" y="434"/>
                    <a:pt x="72" y="435"/>
                  </a:cubicBezTo>
                  <a:close/>
                  <a:moveTo>
                    <a:pt x="72" y="432"/>
                  </a:moveTo>
                  <a:cubicBezTo>
                    <a:pt x="71" y="431"/>
                    <a:pt x="71" y="430"/>
                    <a:pt x="70" y="429"/>
                  </a:cubicBezTo>
                  <a:cubicBezTo>
                    <a:pt x="71" y="430"/>
                    <a:pt x="72" y="431"/>
                    <a:pt x="72" y="432"/>
                  </a:cubicBezTo>
                  <a:close/>
                  <a:moveTo>
                    <a:pt x="70" y="364"/>
                  </a:moveTo>
                  <a:cubicBezTo>
                    <a:pt x="68" y="366"/>
                    <a:pt x="67" y="361"/>
                    <a:pt x="69" y="360"/>
                  </a:cubicBezTo>
                  <a:cubicBezTo>
                    <a:pt x="70" y="360"/>
                    <a:pt x="71" y="363"/>
                    <a:pt x="70" y="364"/>
                  </a:cubicBezTo>
                  <a:close/>
                  <a:moveTo>
                    <a:pt x="68" y="340"/>
                  </a:moveTo>
                  <a:cubicBezTo>
                    <a:pt x="71" y="345"/>
                    <a:pt x="67" y="346"/>
                    <a:pt x="68" y="340"/>
                  </a:cubicBezTo>
                  <a:close/>
                  <a:moveTo>
                    <a:pt x="69" y="393"/>
                  </a:moveTo>
                  <a:cubicBezTo>
                    <a:pt x="70" y="394"/>
                    <a:pt x="70" y="395"/>
                    <a:pt x="69" y="395"/>
                  </a:cubicBezTo>
                  <a:cubicBezTo>
                    <a:pt x="67" y="397"/>
                    <a:pt x="67" y="390"/>
                    <a:pt x="69" y="393"/>
                  </a:cubicBezTo>
                  <a:close/>
                  <a:moveTo>
                    <a:pt x="66" y="377"/>
                  </a:moveTo>
                  <a:cubicBezTo>
                    <a:pt x="67" y="377"/>
                    <a:pt x="68" y="378"/>
                    <a:pt x="67" y="379"/>
                  </a:cubicBezTo>
                  <a:cubicBezTo>
                    <a:pt x="66" y="380"/>
                    <a:pt x="65" y="377"/>
                    <a:pt x="66" y="377"/>
                  </a:cubicBezTo>
                  <a:close/>
                  <a:moveTo>
                    <a:pt x="65" y="423"/>
                  </a:moveTo>
                  <a:cubicBezTo>
                    <a:pt x="65" y="424"/>
                    <a:pt x="64" y="420"/>
                    <a:pt x="65" y="420"/>
                  </a:cubicBezTo>
                  <a:cubicBezTo>
                    <a:pt x="66" y="420"/>
                    <a:pt x="66" y="422"/>
                    <a:pt x="65" y="423"/>
                  </a:cubicBezTo>
                  <a:close/>
                  <a:moveTo>
                    <a:pt x="65" y="406"/>
                  </a:moveTo>
                  <a:cubicBezTo>
                    <a:pt x="65" y="407"/>
                    <a:pt x="65" y="405"/>
                    <a:pt x="64" y="404"/>
                  </a:cubicBezTo>
                  <a:cubicBezTo>
                    <a:pt x="66" y="404"/>
                    <a:pt x="65" y="406"/>
                    <a:pt x="65" y="406"/>
                  </a:cubicBezTo>
                  <a:close/>
                  <a:moveTo>
                    <a:pt x="65" y="377"/>
                  </a:moveTo>
                  <a:cubicBezTo>
                    <a:pt x="65" y="377"/>
                    <a:pt x="65" y="378"/>
                    <a:pt x="65" y="378"/>
                  </a:cubicBezTo>
                  <a:cubicBezTo>
                    <a:pt x="64" y="380"/>
                    <a:pt x="63" y="376"/>
                    <a:pt x="65" y="377"/>
                  </a:cubicBezTo>
                  <a:close/>
                  <a:moveTo>
                    <a:pt x="62" y="377"/>
                  </a:moveTo>
                  <a:cubicBezTo>
                    <a:pt x="64" y="376"/>
                    <a:pt x="65" y="381"/>
                    <a:pt x="63" y="382"/>
                  </a:cubicBezTo>
                  <a:cubicBezTo>
                    <a:pt x="61" y="384"/>
                    <a:pt x="61" y="378"/>
                    <a:pt x="62" y="377"/>
                  </a:cubicBezTo>
                  <a:close/>
                  <a:moveTo>
                    <a:pt x="61" y="384"/>
                  </a:moveTo>
                  <a:cubicBezTo>
                    <a:pt x="61" y="384"/>
                    <a:pt x="62" y="386"/>
                    <a:pt x="62" y="387"/>
                  </a:cubicBezTo>
                  <a:cubicBezTo>
                    <a:pt x="61" y="388"/>
                    <a:pt x="60" y="384"/>
                    <a:pt x="61" y="384"/>
                  </a:cubicBezTo>
                  <a:close/>
                  <a:moveTo>
                    <a:pt x="59" y="359"/>
                  </a:moveTo>
                  <a:cubicBezTo>
                    <a:pt x="60" y="358"/>
                    <a:pt x="61" y="362"/>
                    <a:pt x="60" y="362"/>
                  </a:cubicBezTo>
                  <a:cubicBezTo>
                    <a:pt x="58" y="363"/>
                    <a:pt x="58" y="359"/>
                    <a:pt x="59" y="359"/>
                  </a:cubicBezTo>
                  <a:close/>
                  <a:moveTo>
                    <a:pt x="57" y="368"/>
                  </a:moveTo>
                  <a:cubicBezTo>
                    <a:pt x="58" y="368"/>
                    <a:pt x="58" y="370"/>
                    <a:pt x="57" y="370"/>
                  </a:cubicBezTo>
                  <a:cubicBezTo>
                    <a:pt x="56" y="371"/>
                    <a:pt x="56" y="367"/>
                    <a:pt x="57" y="368"/>
                  </a:cubicBezTo>
                  <a:close/>
                  <a:moveTo>
                    <a:pt x="57" y="352"/>
                  </a:moveTo>
                  <a:cubicBezTo>
                    <a:pt x="57" y="354"/>
                    <a:pt x="56" y="354"/>
                    <a:pt x="56" y="352"/>
                  </a:cubicBezTo>
                  <a:cubicBezTo>
                    <a:pt x="56" y="352"/>
                    <a:pt x="56" y="352"/>
                    <a:pt x="57" y="352"/>
                  </a:cubicBezTo>
                  <a:close/>
                  <a:moveTo>
                    <a:pt x="57" y="422"/>
                  </a:moveTo>
                  <a:cubicBezTo>
                    <a:pt x="56" y="423"/>
                    <a:pt x="55" y="421"/>
                    <a:pt x="56" y="421"/>
                  </a:cubicBezTo>
                  <a:cubicBezTo>
                    <a:pt x="56" y="420"/>
                    <a:pt x="57" y="421"/>
                    <a:pt x="57" y="422"/>
                  </a:cubicBezTo>
                  <a:close/>
                  <a:moveTo>
                    <a:pt x="55" y="396"/>
                  </a:moveTo>
                  <a:cubicBezTo>
                    <a:pt x="55" y="396"/>
                    <a:pt x="56" y="397"/>
                    <a:pt x="56" y="398"/>
                  </a:cubicBezTo>
                  <a:cubicBezTo>
                    <a:pt x="55" y="399"/>
                    <a:pt x="54" y="397"/>
                    <a:pt x="55" y="396"/>
                  </a:cubicBezTo>
                  <a:close/>
                  <a:moveTo>
                    <a:pt x="53" y="387"/>
                  </a:moveTo>
                  <a:cubicBezTo>
                    <a:pt x="53" y="387"/>
                    <a:pt x="54" y="388"/>
                    <a:pt x="53" y="389"/>
                  </a:cubicBezTo>
                  <a:cubicBezTo>
                    <a:pt x="52" y="390"/>
                    <a:pt x="51" y="387"/>
                    <a:pt x="53" y="387"/>
                  </a:cubicBezTo>
                  <a:close/>
                  <a:moveTo>
                    <a:pt x="13" y="370"/>
                  </a:moveTo>
                  <a:cubicBezTo>
                    <a:pt x="14" y="371"/>
                    <a:pt x="12" y="371"/>
                    <a:pt x="13" y="370"/>
                  </a:cubicBezTo>
                  <a:close/>
                  <a:moveTo>
                    <a:pt x="49" y="418"/>
                  </a:moveTo>
                  <a:cubicBezTo>
                    <a:pt x="51" y="418"/>
                    <a:pt x="49" y="420"/>
                    <a:pt x="49" y="418"/>
                  </a:cubicBezTo>
                  <a:close/>
                  <a:moveTo>
                    <a:pt x="51" y="423"/>
                  </a:moveTo>
                  <a:cubicBezTo>
                    <a:pt x="50" y="424"/>
                    <a:pt x="51" y="419"/>
                    <a:pt x="51" y="423"/>
                  </a:cubicBezTo>
                  <a:cubicBezTo>
                    <a:pt x="51" y="423"/>
                    <a:pt x="51" y="423"/>
                    <a:pt x="51" y="423"/>
                  </a:cubicBezTo>
                  <a:close/>
                  <a:moveTo>
                    <a:pt x="51" y="402"/>
                  </a:moveTo>
                  <a:cubicBezTo>
                    <a:pt x="50" y="402"/>
                    <a:pt x="50" y="401"/>
                    <a:pt x="50" y="401"/>
                  </a:cubicBezTo>
                  <a:cubicBezTo>
                    <a:pt x="51" y="401"/>
                    <a:pt x="51" y="401"/>
                    <a:pt x="51" y="402"/>
                  </a:cubicBezTo>
                  <a:close/>
                  <a:moveTo>
                    <a:pt x="50" y="364"/>
                  </a:moveTo>
                  <a:cubicBezTo>
                    <a:pt x="49" y="365"/>
                    <a:pt x="49" y="361"/>
                    <a:pt x="50" y="361"/>
                  </a:cubicBezTo>
                  <a:cubicBezTo>
                    <a:pt x="50" y="360"/>
                    <a:pt x="51" y="363"/>
                    <a:pt x="50" y="364"/>
                  </a:cubicBezTo>
                  <a:close/>
                  <a:moveTo>
                    <a:pt x="50" y="340"/>
                  </a:moveTo>
                  <a:cubicBezTo>
                    <a:pt x="50" y="340"/>
                    <a:pt x="51" y="341"/>
                    <a:pt x="50" y="342"/>
                  </a:cubicBezTo>
                  <a:cubicBezTo>
                    <a:pt x="50" y="343"/>
                    <a:pt x="50" y="341"/>
                    <a:pt x="50" y="340"/>
                  </a:cubicBezTo>
                  <a:close/>
                  <a:moveTo>
                    <a:pt x="45" y="343"/>
                  </a:moveTo>
                  <a:cubicBezTo>
                    <a:pt x="43" y="342"/>
                    <a:pt x="45" y="340"/>
                    <a:pt x="45" y="343"/>
                  </a:cubicBezTo>
                  <a:close/>
                  <a:moveTo>
                    <a:pt x="33" y="345"/>
                  </a:moveTo>
                  <a:cubicBezTo>
                    <a:pt x="33" y="345"/>
                    <a:pt x="33" y="346"/>
                    <a:pt x="33" y="346"/>
                  </a:cubicBezTo>
                  <a:cubicBezTo>
                    <a:pt x="31" y="346"/>
                    <a:pt x="35" y="343"/>
                    <a:pt x="33" y="345"/>
                  </a:cubicBezTo>
                  <a:close/>
                  <a:moveTo>
                    <a:pt x="32" y="346"/>
                  </a:moveTo>
                  <a:cubicBezTo>
                    <a:pt x="31" y="347"/>
                    <a:pt x="35" y="345"/>
                    <a:pt x="34" y="345"/>
                  </a:cubicBezTo>
                  <a:cubicBezTo>
                    <a:pt x="35" y="345"/>
                    <a:pt x="38" y="351"/>
                    <a:pt x="37" y="355"/>
                  </a:cubicBezTo>
                  <a:cubicBezTo>
                    <a:pt x="37" y="354"/>
                    <a:pt x="34" y="356"/>
                    <a:pt x="34" y="357"/>
                  </a:cubicBezTo>
                  <a:cubicBezTo>
                    <a:pt x="33" y="356"/>
                    <a:pt x="30" y="349"/>
                    <a:pt x="32" y="346"/>
                  </a:cubicBezTo>
                  <a:close/>
                  <a:moveTo>
                    <a:pt x="31" y="370"/>
                  </a:moveTo>
                  <a:cubicBezTo>
                    <a:pt x="32" y="370"/>
                    <a:pt x="32" y="371"/>
                    <a:pt x="32" y="372"/>
                  </a:cubicBezTo>
                  <a:cubicBezTo>
                    <a:pt x="32" y="373"/>
                    <a:pt x="30" y="370"/>
                    <a:pt x="31" y="370"/>
                  </a:cubicBezTo>
                  <a:close/>
                  <a:moveTo>
                    <a:pt x="16" y="392"/>
                  </a:moveTo>
                  <a:cubicBezTo>
                    <a:pt x="15" y="391"/>
                    <a:pt x="14" y="386"/>
                    <a:pt x="14" y="383"/>
                  </a:cubicBezTo>
                  <a:cubicBezTo>
                    <a:pt x="14" y="383"/>
                    <a:pt x="14" y="384"/>
                    <a:pt x="14" y="384"/>
                  </a:cubicBezTo>
                  <a:cubicBezTo>
                    <a:pt x="15" y="387"/>
                    <a:pt x="17" y="389"/>
                    <a:pt x="16" y="392"/>
                  </a:cubicBezTo>
                  <a:close/>
                  <a:moveTo>
                    <a:pt x="20" y="381"/>
                  </a:moveTo>
                  <a:cubicBezTo>
                    <a:pt x="15" y="383"/>
                    <a:pt x="12" y="373"/>
                    <a:pt x="15" y="371"/>
                  </a:cubicBezTo>
                  <a:cubicBezTo>
                    <a:pt x="18" y="370"/>
                    <a:pt x="25" y="379"/>
                    <a:pt x="20" y="381"/>
                  </a:cubicBezTo>
                  <a:close/>
                  <a:moveTo>
                    <a:pt x="21" y="396"/>
                  </a:moveTo>
                  <a:cubicBezTo>
                    <a:pt x="23" y="396"/>
                    <a:pt x="21" y="398"/>
                    <a:pt x="21" y="396"/>
                  </a:cubicBezTo>
                  <a:close/>
                  <a:moveTo>
                    <a:pt x="22" y="368"/>
                  </a:moveTo>
                  <a:cubicBezTo>
                    <a:pt x="20" y="369"/>
                    <a:pt x="17" y="364"/>
                    <a:pt x="19" y="363"/>
                  </a:cubicBezTo>
                  <a:cubicBezTo>
                    <a:pt x="19" y="363"/>
                    <a:pt x="20" y="362"/>
                    <a:pt x="20" y="362"/>
                  </a:cubicBezTo>
                  <a:cubicBezTo>
                    <a:pt x="23" y="361"/>
                    <a:pt x="24" y="367"/>
                    <a:pt x="22" y="368"/>
                  </a:cubicBezTo>
                  <a:close/>
                  <a:moveTo>
                    <a:pt x="23" y="397"/>
                  </a:moveTo>
                  <a:cubicBezTo>
                    <a:pt x="24" y="398"/>
                    <a:pt x="23" y="401"/>
                    <a:pt x="23" y="397"/>
                  </a:cubicBezTo>
                  <a:close/>
                  <a:moveTo>
                    <a:pt x="27" y="376"/>
                  </a:moveTo>
                  <a:cubicBezTo>
                    <a:pt x="28" y="375"/>
                    <a:pt x="31" y="380"/>
                    <a:pt x="29" y="381"/>
                  </a:cubicBezTo>
                  <a:cubicBezTo>
                    <a:pt x="27" y="382"/>
                    <a:pt x="26" y="377"/>
                    <a:pt x="27" y="376"/>
                  </a:cubicBezTo>
                  <a:close/>
                  <a:moveTo>
                    <a:pt x="26" y="382"/>
                  </a:moveTo>
                  <a:cubicBezTo>
                    <a:pt x="26" y="382"/>
                    <a:pt x="27" y="382"/>
                    <a:pt x="27" y="383"/>
                  </a:cubicBezTo>
                  <a:cubicBezTo>
                    <a:pt x="27" y="383"/>
                    <a:pt x="26" y="383"/>
                    <a:pt x="26" y="382"/>
                  </a:cubicBezTo>
                  <a:close/>
                  <a:moveTo>
                    <a:pt x="33" y="400"/>
                  </a:moveTo>
                  <a:cubicBezTo>
                    <a:pt x="34" y="403"/>
                    <a:pt x="32" y="404"/>
                    <a:pt x="33" y="400"/>
                  </a:cubicBezTo>
                  <a:close/>
                  <a:moveTo>
                    <a:pt x="34" y="395"/>
                  </a:moveTo>
                  <a:cubicBezTo>
                    <a:pt x="32" y="396"/>
                    <a:pt x="29" y="395"/>
                    <a:pt x="28" y="393"/>
                  </a:cubicBezTo>
                  <a:cubicBezTo>
                    <a:pt x="28" y="393"/>
                    <a:pt x="29" y="392"/>
                    <a:pt x="29" y="391"/>
                  </a:cubicBezTo>
                  <a:cubicBezTo>
                    <a:pt x="28" y="389"/>
                    <a:pt x="26" y="390"/>
                    <a:pt x="28" y="388"/>
                  </a:cubicBezTo>
                  <a:cubicBezTo>
                    <a:pt x="30" y="387"/>
                    <a:pt x="27" y="387"/>
                    <a:pt x="29" y="386"/>
                  </a:cubicBezTo>
                  <a:cubicBezTo>
                    <a:pt x="30" y="386"/>
                    <a:pt x="31" y="382"/>
                    <a:pt x="33" y="382"/>
                  </a:cubicBezTo>
                  <a:cubicBezTo>
                    <a:pt x="34" y="382"/>
                    <a:pt x="34" y="385"/>
                    <a:pt x="35" y="385"/>
                  </a:cubicBezTo>
                  <a:cubicBezTo>
                    <a:pt x="38" y="386"/>
                    <a:pt x="35" y="385"/>
                    <a:pt x="36" y="387"/>
                  </a:cubicBezTo>
                  <a:cubicBezTo>
                    <a:pt x="36" y="387"/>
                    <a:pt x="38" y="388"/>
                    <a:pt x="38" y="388"/>
                  </a:cubicBezTo>
                  <a:cubicBezTo>
                    <a:pt x="38" y="390"/>
                    <a:pt x="36" y="395"/>
                    <a:pt x="34" y="395"/>
                  </a:cubicBezTo>
                  <a:close/>
                  <a:moveTo>
                    <a:pt x="39" y="373"/>
                  </a:moveTo>
                  <a:cubicBezTo>
                    <a:pt x="40" y="374"/>
                    <a:pt x="40" y="375"/>
                    <a:pt x="40" y="376"/>
                  </a:cubicBezTo>
                  <a:cubicBezTo>
                    <a:pt x="38" y="377"/>
                    <a:pt x="37" y="373"/>
                    <a:pt x="39" y="373"/>
                  </a:cubicBezTo>
                  <a:close/>
                  <a:moveTo>
                    <a:pt x="39" y="406"/>
                  </a:moveTo>
                  <a:cubicBezTo>
                    <a:pt x="40" y="406"/>
                    <a:pt x="38" y="408"/>
                    <a:pt x="39" y="406"/>
                  </a:cubicBezTo>
                  <a:close/>
                  <a:moveTo>
                    <a:pt x="40" y="384"/>
                  </a:moveTo>
                  <a:cubicBezTo>
                    <a:pt x="40" y="384"/>
                    <a:pt x="41" y="385"/>
                    <a:pt x="40" y="386"/>
                  </a:cubicBezTo>
                  <a:cubicBezTo>
                    <a:pt x="40" y="386"/>
                    <a:pt x="39" y="385"/>
                    <a:pt x="40" y="384"/>
                  </a:cubicBezTo>
                  <a:close/>
                  <a:moveTo>
                    <a:pt x="42" y="412"/>
                  </a:moveTo>
                  <a:cubicBezTo>
                    <a:pt x="41" y="414"/>
                    <a:pt x="40" y="411"/>
                    <a:pt x="41" y="411"/>
                  </a:cubicBezTo>
                  <a:cubicBezTo>
                    <a:pt x="41" y="411"/>
                    <a:pt x="42" y="411"/>
                    <a:pt x="42" y="412"/>
                  </a:cubicBezTo>
                  <a:close/>
                  <a:moveTo>
                    <a:pt x="43" y="354"/>
                  </a:moveTo>
                  <a:cubicBezTo>
                    <a:pt x="43" y="355"/>
                    <a:pt x="42" y="353"/>
                    <a:pt x="43" y="353"/>
                  </a:cubicBezTo>
                  <a:cubicBezTo>
                    <a:pt x="43" y="353"/>
                    <a:pt x="44" y="354"/>
                    <a:pt x="43" y="354"/>
                  </a:cubicBezTo>
                  <a:close/>
                  <a:moveTo>
                    <a:pt x="45" y="344"/>
                  </a:moveTo>
                  <a:cubicBezTo>
                    <a:pt x="45" y="344"/>
                    <a:pt x="47" y="345"/>
                    <a:pt x="48" y="344"/>
                  </a:cubicBezTo>
                  <a:cubicBezTo>
                    <a:pt x="46" y="345"/>
                    <a:pt x="50" y="347"/>
                    <a:pt x="50" y="348"/>
                  </a:cubicBezTo>
                  <a:cubicBezTo>
                    <a:pt x="50" y="349"/>
                    <a:pt x="50" y="355"/>
                    <a:pt x="46" y="354"/>
                  </a:cubicBezTo>
                  <a:cubicBezTo>
                    <a:pt x="43" y="353"/>
                    <a:pt x="43" y="346"/>
                    <a:pt x="45" y="344"/>
                  </a:cubicBezTo>
                  <a:close/>
                  <a:moveTo>
                    <a:pt x="48" y="390"/>
                  </a:moveTo>
                  <a:cubicBezTo>
                    <a:pt x="49" y="390"/>
                    <a:pt x="47" y="392"/>
                    <a:pt x="48" y="390"/>
                  </a:cubicBezTo>
                  <a:close/>
                  <a:moveTo>
                    <a:pt x="48" y="406"/>
                  </a:moveTo>
                  <a:cubicBezTo>
                    <a:pt x="47" y="407"/>
                    <a:pt x="47" y="405"/>
                    <a:pt x="48" y="404"/>
                  </a:cubicBezTo>
                  <a:cubicBezTo>
                    <a:pt x="48" y="404"/>
                    <a:pt x="48" y="405"/>
                    <a:pt x="48" y="406"/>
                  </a:cubicBezTo>
                  <a:close/>
                  <a:moveTo>
                    <a:pt x="46" y="416"/>
                  </a:moveTo>
                  <a:cubicBezTo>
                    <a:pt x="47" y="417"/>
                    <a:pt x="47" y="418"/>
                    <a:pt x="48" y="419"/>
                  </a:cubicBezTo>
                  <a:cubicBezTo>
                    <a:pt x="46" y="419"/>
                    <a:pt x="47" y="417"/>
                    <a:pt x="46" y="416"/>
                  </a:cubicBezTo>
                  <a:close/>
                  <a:moveTo>
                    <a:pt x="45" y="412"/>
                  </a:moveTo>
                  <a:cubicBezTo>
                    <a:pt x="46" y="411"/>
                    <a:pt x="45" y="410"/>
                    <a:pt x="45" y="410"/>
                  </a:cubicBezTo>
                  <a:cubicBezTo>
                    <a:pt x="47" y="409"/>
                    <a:pt x="46" y="411"/>
                    <a:pt x="48" y="412"/>
                  </a:cubicBezTo>
                  <a:cubicBezTo>
                    <a:pt x="48" y="412"/>
                    <a:pt x="49" y="412"/>
                    <a:pt x="49" y="412"/>
                  </a:cubicBezTo>
                  <a:cubicBezTo>
                    <a:pt x="50" y="414"/>
                    <a:pt x="49" y="416"/>
                    <a:pt x="48" y="416"/>
                  </a:cubicBezTo>
                  <a:cubicBezTo>
                    <a:pt x="45" y="417"/>
                    <a:pt x="44" y="414"/>
                    <a:pt x="45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B926B3-7EF7-062F-FE65-6654375A5A18}"/>
                </a:ext>
              </a:extLst>
            </p:cNvPr>
            <p:cNvSpPr/>
            <p:nvPr/>
          </p:nvSpPr>
          <p:spPr>
            <a:xfrm>
              <a:off x="9537277" y="3812875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Transportation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A887C7D-F5C3-BC35-524B-C380D423D024}"/>
                </a:ext>
              </a:extLst>
            </p:cNvPr>
            <p:cNvGrpSpPr/>
            <p:nvPr/>
          </p:nvGrpSpPr>
          <p:grpSpPr>
            <a:xfrm flipH="1">
              <a:off x="4366890" y="2428047"/>
              <a:ext cx="487662" cy="490228"/>
              <a:chOff x="1547813" y="3240088"/>
              <a:chExt cx="301626" cy="303213"/>
            </a:xfrm>
            <a:solidFill>
              <a:schemeClr val="bg1"/>
            </a:solidFill>
          </p:grpSpPr>
          <p:sp>
            <p:nvSpPr>
              <p:cNvPr id="30" name="Freeform 61">
                <a:extLst>
                  <a:ext uri="{FF2B5EF4-FFF2-40B4-BE49-F238E27FC236}">
                    <a16:creationId xmlns:a16="http://schemas.microsoft.com/office/drawing/2014/main" id="{C702F59F-2E39-3CE8-D190-0CFD6B2303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11313" y="3392488"/>
                <a:ext cx="85725" cy="87313"/>
              </a:xfrm>
              <a:custGeom>
                <a:avLst/>
                <a:gdLst>
                  <a:gd name="T0" fmla="*/ 92 w 218"/>
                  <a:gd name="T1" fmla="*/ 191 h 219"/>
                  <a:gd name="T2" fmla="*/ 70 w 218"/>
                  <a:gd name="T3" fmla="*/ 183 h 219"/>
                  <a:gd name="T4" fmla="*/ 50 w 218"/>
                  <a:gd name="T5" fmla="*/ 168 h 219"/>
                  <a:gd name="T6" fmla="*/ 35 w 218"/>
                  <a:gd name="T7" fmla="*/ 149 h 219"/>
                  <a:gd name="T8" fmla="*/ 27 w 218"/>
                  <a:gd name="T9" fmla="*/ 125 h 219"/>
                  <a:gd name="T10" fmla="*/ 26 w 218"/>
                  <a:gd name="T11" fmla="*/ 101 h 219"/>
                  <a:gd name="T12" fmla="*/ 32 w 218"/>
                  <a:gd name="T13" fmla="*/ 77 h 219"/>
                  <a:gd name="T14" fmla="*/ 45 w 218"/>
                  <a:gd name="T15" fmla="*/ 56 h 219"/>
                  <a:gd name="T16" fmla="*/ 62 w 218"/>
                  <a:gd name="T17" fmla="*/ 40 h 219"/>
                  <a:gd name="T18" fmla="*/ 85 w 218"/>
                  <a:gd name="T19" fmla="*/ 29 h 219"/>
                  <a:gd name="T20" fmla="*/ 109 w 218"/>
                  <a:gd name="T21" fmla="*/ 26 h 219"/>
                  <a:gd name="T22" fmla="*/ 134 w 218"/>
                  <a:gd name="T23" fmla="*/ 29 h 219"/>
                  <a:gd name="T24" fmla="*/ 155 w 218"/>
                  <a:gd name="T25" fmla="*/ 40 h 219"/>
                  <a:gd name="T26" fmla="*/ 174 w 218"/>
                  <a:gd name="T27" fmla="*/ 56 h 219"/>
                  <a:gd name="T28" fmla="*/ 186 w 218"/>
                  <a:gd name="T29" fmla="*/ 77 h 219"/>
                  <a:gd name="T30" fmla="*/ 192 w 218"/>
                  <a:gd name="T31" fmla="*/ 101 h 219"/>
                  <a:gd name="T32" fmla="*/ 191 w 218"/>
                  <a:gd name="T33" fmla="*/ 125 h 219"/>
                  <a:gd name="T34" fmla="*/ 182 w 218"/>
                  <a:gd name="T35" fmla="*/ 149 h 219"/>
                  <a:gd name="T36" fmla="*/ 168 w 218"/>
                  <a:gd name="T37" fmla="*/ 168 h 219"/>
                  <a:gd name="T38" fmla="*/ 149 w 218"/>
                  <a:gd name="T39" fmla="*/ 183 h 219"/>
                  <a:gd name="T40" fmla="*/ 125 w 218"/>
                  <a:gd name="T41" fmla="*/ 191 h 219"/>
                  <a:gd name="T42" fmla="*/ 109 w 218"/>
                  <a:gd name="T43" fmla="*/ 0 h 219"/>
                  <a:gd name="T44" fmla="*/ 77 w 218"/>
                  <a:gd name="T45" fmla="*/ 4 h 219"/>
                  <a:gd name="T46" fmla="*/ 48 w 218"/>
                  <a:gd name="T47" fmla="*/ 18 h 219"/>
                  <a:gd name="T48" fmla="*/ 25 w 218"/>
                  <a:gd name="T49" fmla="*/ 40 h 219"/>
                  <a:gd name="T50" fmla="*/ 8 w 218"/>
                  <a:gd name="T51" fmla="*/ 66 h 219"/>
                  <a:gd name="T52" fmla="*/ 1 w 218"/>
                  <a:gd name="T53" fmla="*/ 98 h 219"/>
                  <a:gd name="T54" fmla="*/ 2 w 218"/>
                  <a:gd name="T55" fmla="*/ 131 h 219"/>
                  <a:gd name="T56" fmla="*/ 13 w 218"/>
                  <a:gd name="T57" fmla="*/ 161 h 219"/>
                  <a:gd name="T58" fmla="*/ 32 w 218"/>
                  <a:gd name="T59" fmla="*/ 187 h 219"/>
                  <a:gd name="T60" fmla="*/ 57 w 218"/>
                  <a:gd name="T61" fmla="*/ 205 h 219"/>
                  <a:gd name="T62" fmla="*/ 87 w 218"/>
                  <a:gd name="T63" fmla="*/ 217 h 219"/>
                  <a:gd name="T64" fmla="*/ 120 w 218"/>
                  <a:gd name="T65" fmla="*/ 218 h 219"/>
                  <a:gd name="T66" fmla="*/ 151 w 218"/>
                  <a:gd name="T67" fmla="*/ 210 h 219"/>
                  <a:gd name="T68" fmla="*/ 178 w 218"/>
                  <a:gd name="T69" fmla="*/ 193 h 219"/>
                  <a:gd name="T70" fmla="*/ 200 w 218"/>
                  <a:gd name="T71" fmla="*/ 171 h 219"/>
                  <a:gd name="T72" fmla="*/ 213 w 218"/>
                  <a:gd name="T73" fmla="*/ 142 h 219"/>
                  <a:gd name="T74" fmla="*/ 218 w 218"/>
                  <a:gd name="T75" fmla="*/ 109 h 219"/>
                  <a:gd name="T76" fmla="*/ 213 w 218"/>
                  <a:gd name="T77" fmla="*/ 77 h 219"/>
                  <a:gd name="T78" fmla="*/ 200 w 218"/>
                  <a:gd name="T79" fmla="*/ 48 h 219"/>
                  <a:gd name="T80" fmla="*/ 178 w 218"/>
                  <a:gd name="T81" fmla="*/ 25 h 219"/>
                  <a:gd name="T82" fmla="*/ 151 w 218"/>
                  <a:gd name="T83" fmla="*/ 8 h 219"/>
                  <a:gd name="T84" fmla="*/ 120 w 218"/>
                  <a:gd name="T8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8" h="219">
                    <a:moveTo>
                      <a:pt x="109" y="193"/>
                    </a:moveTo>
                    <a:lnTo>
                      <a:pt x="101" y="193"/>
                    </a:lnTo>
                    <a:lnTo>
                      <a:pt x="92" y="191"/>
                    </a:lnTo>
                    <a:lnTo>
                      <a:pt x="85" y="190"/>
                    </a:lnTo>
                    <a:lnTo>
                      <a:pt x="76" y="187"/>
                    </a:lnTo>
                    <a:lnTo>
                      <a:pt x="70" y="183"/>
                    </a:lnTo>
                    <a:lnTo>
                      <a:pt x="62" y="179"/>
                    </a:lnTo>
                    <a:lnTo>
                      <a:pt x="56" y="174"/>
                    </a:lnTo>
                    <a:lnTo>
                      <a:pt x="50" y="168"/>
                    </a:lnTo>
                    <a:lnTo>
                      <a:pt x="45" y="162"/>
                    </a:lnTo>
                    <a:lnTo>
                      <a:pt x="40" y="156"/>
                    </a:lnTo>
                    <a:lnTo>
                      <a:pt x="35" y="149"/>
                    </a:lnTo>
                    <a:lnTo>
                      <a:pt x="32" y="142"/>
                    </a:lnTo>
                    <a:lnTo>
                      <a:pt x="29" y="134"/>
                    </a:lnTo>
                    <a:lnTo>
                      <a:pt x="27" y="125"/>
                    </a:lnTo>
                    <a:lnTo>
                      <a:pt x="26" y="118"/>
                    </a:lnTo>
                    <a:lnTo>
                      <a:pt x="26" y="109"/>
                    </a:lnTo>
                    <a:lnTo>
                      <a:pt x="26" y="101"/>
                    </a:lnTo>
                    <a:lnTo>
                      <a:pt x="27" y="92"/>
                    </a:lnTo>
                    <a:lnTo>
                      <a:pt x="29" y="85"/>
                    </a:lnTo>
                    <a:lnTo>
                      <a:pt x="32" y="77"/>
                    </a:lnTo>
                    <a:lnTo>
                      <a:pt x="35" y="70"/>
                    </a:lnTo>
                    <a:lnTo>
                      <a:pt x="40" y="62"/>
                    </a:lnTo>
                    <a:lnTo>
                      <a:pt x="45" y="56"/>
                    </a:lnTo>
                    <a:lnTo>
                      <a:pt x="50" y="50"/>
                    </a:lnTo>
                    <a:lnTo>
                      <a:pt x="56" y="45"/>
                    </a:lnTo>
                    <a:lnTo>
                      <a:pt x="62" y="40"/>
                    </a:lnTo>
                    <a:lnTo>
                      <a:pt x="70" y="35"/>
                    </a:lnTo>
                    <a:lnTo>
                      <a:pt x="76" y="32"/>
                    </a:lnTo>
                    <a:lnTo>
                      <a:pt x="85" y="29"/>
                    </a:lnTo>
                    <a:lnTo>
                      <a:pt x="92" y="27"/>
                    </a:lnTo>
                    <a:lnTo>
                      <a:pt x="101" y="26"/>
                    </a:lnTo>
                    <a:lnTo>
                      <a:pt x="109" y="26"/>
                    </a:lnTo>
                    <a:lnTo>
                      <a:pt x="118" y="26"/>
                    </a:lnTo>
                    <a:lnTo>
                      <a:pt x="125" y="27"/>
                    </a:lnTo>
                    <a:lnTo>
                      <a:pt x="134" y="29"/>
                    </a:lnTo>
                    <a:lnTo>
                      <a:pt x="142" y="32"/>
                    </a:lnTo>
                    <a:lnTo>
                      <a:pt x="149" y="35"/>
                    </a:lnTo>
                    <a:lnTo>
                      <a:pt x="155" y="40"/>
                    </a:lnTo>
                    <a:lnTo>
                      <a:pt x="162" y="45"/>
                    </a:lnTo>
                    <a:lnTo>
                      <a:pt x="168" y="50"/>
                    </a:lnTo>
                    <a:lnTo>
                      <a:pt x="174" y="56"/>
                    </a:lnTo>
                    <a:lnTo>
                      <a:pt x="178" y="62"/>
                    </a:lnTo>
                    <a:lnTo>
                      <a:pt x="182" y="70"/>
                    </a:lnTo>
                    <a:lnTo>
                      <a:pt x="186" y="77"/>
                    </a:lnTo>
                    <a:lnTo>
                      <a:pt x="189" y="85"/>
                    </a:lnTo>
                    <a:lnTo>
                      <a:pt x="191" y="92"/>
                    </a:lnTo>
                    <a:lnTo>
                      <a:pt x="192" y="101"/>
                    </a:lnTo>
                    <a:lnTo>
                      <a:pt x="193" y="109"/>
                    </a:lnTo>
                    <a:lnTo>
                      <a:pt x="192" y="118"/>
                    </a:lnTo>
                    <a:lnTo>
                      <a:pt x="191" y="125"/>
                    </a:lnTo>
                    <a:lnTo>
                      <a:pt x="189" y="134"/>
                    </a:lnTo>
                    <a:lnTo>
                      <a:pt x="186" y="142"/>
                    </a:lnTo>
                    <a:lnTo>
                      <a:pt x="182" y="149"/>
                    </a:lnTo>
                    <a:lnTo>
                      <a:pt x="178" y="156"/>
                    </a:lnTo>
                    <a:lnTo>
                      <a:pt x="174" y="162"/>
                    </a:lnTo>
                    <a:lnTo>
                      <a:pt x="168" y="168"/>
                    </a:lnTo>
                    <a:lnTo>
                      <a:pt x="162" y="174"/>
                    </a:lnTo>
                    <a:lnTo>
                      <a:pt x="155" y="179"/>
                    </a:lnTo>
                    <a:lnTo>
                      <a:pt x="149" y="183"/>
                    </a:lnTo>
                    <a:lnTo>
                      <a:pt x="142" y="187"/>
                    </a:lnTo>
                    <a:lnTo>
                      <a:pt x="134" y="190"/>
                    </a:lnTo>
                    <a:lnTo>
                      <a:pt x="125" y="191"/>
                    </a:lnTo>
                    <a:lnTo>
                      <a:pt x="118" y="193"/>
                    </a:lnTo>
                    <a:lnTo>
                      <a:pt x="109" y="193"/>
                    </a:lnTo>
                    <a:close/>
                    <a:moveTo>
                      <a:pt x="109" y="0"/>
                    </a:moveTo>
                    <a:lnTo>
                      <a:pt x="98" y="0"/>
                    </a:lnTo>
                    <a:lnTo>
                      <a:pt x="87" y="2"/>
                    </a:lnTo>
                    <a:lnTo>
                      <a:pt x="77" y="4"/>
                    </a:lnTo>
                    <a:lnTo>
                      <a:pt x="66" y="8"/>
                    </a:lnTo>
                    <a:lnTo>
                      <a:pt x="57" y="13"/>
                    </a:lnTo>
                    <a:lnTo>
                      <a:pt x="48" y="18"/>
                    </a:lnTo>
                    <a:lnTo>
                      <a:pt x="40" y="25"/>
                    </a:lnTo>
                    <a:lnTo>
                      <a:pt x="32" y="32"/>
                    </a:lnTo>
                    <a:lnTo>
                      <a:pt x="25" y="40"/>
                    </a:lnTo>
                    <a:lnTo>
                      <a:pt x="19" y="48"/>
                    </a:lnTo>
                    <a:lnTo>
                      <a:pt x="13" y="57"/>
                    </a:lnTo>
                    <a:lnTo>
                      <a:pt x="8" y="66"/>
                    </a:lnTo>
                    <a:lnTo>
                      <a:pt x="5" y="77"/>
                    </a:lnTo>
                    <a:lnTo>
                      <a:pt x="2" y="87"/>
                    </a:lnTo>
                    <a:lnTo>
                      <a:pt x="1" y="98"/>
                    </a:lnTo>
                    <a:lnTo>
                      <a:pt x="0" y="109"/>
                    </a:lnTo>
                    <a:lnTo>
                      <a:pt x="1" y="120"/>
                    </a:lnTo>
                    <a:lnTo>
                      <a:pt x="2" y="131"/>
                    </a:lnTo>
                    <a:lnTo>
                      <a:pt x="5" y="142"/>
                    </a:lnTo>
                    <a:lnTo>
                      <a:pt x="8" y="151"/>
                    </a:lnTo>
                    <a:lnTo>
                      <a:pt x="13" y="161"/>
                    </a:lnTo>
                    <a:lnTo>
                      <a:pt x="19" y="171"/>
                    </a:lnTo>
                    <a:lnTo>
                      <a:pt x="25" y="178"/>
                    </a:lnTo>
                    <a:lnTo>
                      <a:pt x="32" y="187"/>
                    </a:lnTo>
                    <a:lnTo>
                      <a:pt x="40" y="193"/>
                    </a:lnTo>
                    <a:lnTo>
                      <a:pt x="48" y="200"/>
                    </a:lnTo>
                    <a:lnTo>
                      <a:pt x="57" y="205"/>
                    </a:lnTo>
                    <a:lnTo>
                      <a:pt x="66" y="210"/>
                    </a:lnTo>
                    <a:lnTo>
                      <a:pt x="77" y="214"/>
                    </a:lnTo>
                    <a:lnTo>
                      <a:pt x="87" y="217"/>
                    </a:lnTo>
                    <a:lnTo>
                      <a:pt x="98" y="218"/>
                    </a:lnTo>
                    <a:lnTo>
                      <a:pt x="109" y="219"/>
                    </a:lnTo>
                    <a:lnTo>
                      <a:pt x="120" y="218"/>
                    </a:lnTo>
                    <a:lnTo>
                      <a:pt x="131" y="217"/>
                    </a:lnTo>
                    <a:lnTo>
                      <a:pt x="142" y="214"/>
                    </a:lnTo>
                    <a:lnTo>
                      <a:pt x="151" y="210"/>
                    </a:lnTo>
                    <a:lnTo>
                      <a:pt x="161" y="205"/>
                    </a:lnTo>
                    <a:lnTo>
                      <a:pt x="169" y="200"/>
                    </a:lnTo>
                    <a:lnTo>
                      <a:pt x="178" y="193"/>
                    </a:lnTo>
                    <a:lnTo>
                      <a:pt x="187" y="187"/>
                    </a:lnTo>
                    <a:lnTo>
                      <a:pt x="193" y="178"/>
                    </a:lnTo>
                    <a:lnTo>
                      <a:pt x="200" y="171"/>
                    </a:lnTo>
                    <a:lnTo>
                      <a:pt x="205" y="161"/>
                    </a:lnTo>
                    <a:lnTo>
                      <a:pt x="209" y="151"/>
                    </a:lnTo>
                    <a:lnTo>
                      <a:pt x="213" y="142"/>
                    </a:lnTo>
                    <a:lnTo>
                      <a:pt x="216" y="131"/>
                    </a:lnTo>
                    <a:lnTo>
                      <a:pt x="218" y="120"/>
                    </a:lnTo>
                    <a:lnTo>
                      <a:pt x="218" y="109"/>
                    </a:lnTo>
                    <a:lnTo>
                      <a:pt x="218" y="98"/>
                    </a:lnTo>
                    <a:lnTo>
                      <a:pt x="216" y="87"/>
                    </a:lnTo>
                    <a:lnTo>
                      <a:pt x="213" y="77"/>
                    </a:lnTo>
                    <a:lnTo>
                      <a:pt x="209" y="66"/>
                    </a:lnTo>
                    <a:lnTo>
                      <a:pt x="205" y="57"/>
                    </a:lnTo>
                    <a:lnTo>
                      <a:pt x="200" y="48"/>
                    </a:lnTo>
                    <a:lnTo>
                      <a:pt x="193" y="40"/>
                    </a:lnTo>
                    <a:lnTo>
                      <a:pt x="187" y="32"/>
                    </a:lnTo>
                    <a:lnTo>
                      <a:pt x="178" y="25"/>
                    </a:lnTo>
                    <a:lnTo>
                      <a:pt x="169" y="18"/>
                    </a:lnTo>
                    <a:lnTo>
                      <a:pt x="161" y="13"/>
                    </a:lnTo>
                    <a:lnTo>
                      <a:pt x="151" y="8"/>
                    </a:lnTo>
                    <a:lnTo>
                      <a:pt x="142" y="4"/>
                    </a:lnTo>
                    <a:lnTo>
                      <a:pt x="131" y="2"/>
                    </a:lnTo>
                    <a:lnTo>
                      <a:pt x="120" y="0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62">
                <a:extLst>
                  <a:ext uri="{FF2B5EF4-FFF2-40B4-BE49-F238E27FC236}">
                    <a16:creationId xmlns:a16="http://schemas.microsoft.com/office/drawing/2014/main" id="{C000B0A2-51CD-E8D3-E98C-BD98730C15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63713" y="3278188"/>
                <a:ext cx="49213" cy="47625"/>
              </a:xfrm>
              <a:custGeom>
                <a:avLst/>
                <a:gdLst>
                  <a:gd name="T0" fmla="*/ 54 w 122"/>
                  <a:gd name="T1" fmla="*/ 96 h 121"/>
                  <a:gd name="T2" fmla="*/ 41 w 122"/>
                  <a:gd name="T3" fmla="*/ 90 h 121"/>
                  <a:gd name="T4" fmla="*/ 31 w 122"/>
                  <a:gd name="T5" fmla="*/ 81 h 121"/>
                  <a:gd name="T6" fmla="*/ 26 w 122"/>
                  <a:gd name="T7" fmla="*/ 68 h 121"/>
                  <a:gd name="T8" fmla="*/ 26 w 122"/>
                  <a:gd name="T9" fmla="*/ 54 h 121"/>
                  <a:gd name="T10" fmla="*/ 31 w 122"/>
                  <a:gd name="T11" fmla="*/ 41 h 121"/>
                  <a:gd name="T12" fmla="*/ 41 w 122"/>
                  <a:gd name="T13" fmla="*/ 31 h 121"/>
                  <a:gd name="T14" fmla="*/ 54 w 122"/>
                  <a:gd name="T15" fmla="*/ 26 h 121"/>
                  <a:gd name="T16" fmla="*/ 68 w 122"/>
                  <a:gd name="T17" fmla="*/ 26 h 121"/>
                  <a:gd name="T18" fmla="*/ 81 w 122"/>
                  <a:gd name="T19" fmla="*/ 31 h 121"/>
                  <a:gd name="T20" fmla="*/ 90 w 122"/>
                  <a:gd name="T21" fmla="*/ 41 h 121"/>
                  <a:gd name="T22" fmla="*/ 96 w 122"/>
                  <a:gd name="T23" fmla="*/ 54 h 121"/>
                  <a:gd name="T24" fmla="*/ 96 w 122"/>
                  <a:gd name="T25" fmla="*/ 68 h 121"/>
                  <a:gd name="T26" fmla="*/ 90 w 122"/>
                  <a:gd name="T27" fmla="*/ 81 h 121"/>
                  <a:gd name="T28" fmla="*/ 81 w 122"/>
                  <a:gd name="T29" fmla="*/ 90 h 121"/>
                  <a:gd name="T30" fmla="*/ 68 w 122"/>
                  <a:gd name="T31" fmla="*/ 96 h 121"/>
                  <a:gd name="T32" fmla="*/ 61 w 122"/>
                  <a:gd name="T33" fmla="*/ 0 h 121"/>
                  <a:gd name="T34" fmla="*/ 49 w 122"/>
                  <a:gd name="T35" fmla="*/ 1 h 121"/>
                  <a:gd name="T36" fmla="*/ 38 w 122"/>
                  <a:gd name="T37" fmla="*/ 4 h 121"/>
                  <a:gd name="T38" fmla="*/ 27 w 122"/>
                  <a:gd name="T39" fmla="*/ 11 h 121"/>
                  <a:gd name="T40" fmla="*/ 19 w 122"/>
                  <a:gd name="T41" fmla="*/ 18 h 121"/>
                  <a:gd name="T42" fmla="*/ 11 w 122"/>
                  <a:gd name="T43" fmla="*/ 27 h 121"/>
                  <a:gd name="T44" fmla="*/ 5 w 122"/>
                  <a:gd name="T45" fmla="*/ 38 h 121"/>
                  <a:gd name="T46" fmla="*/ 1 w 122"/>
                  <a:gd name="T47" fmla="*/ 48 h 121"/>
                  <a:gd name="T48" fmla="*/ 0 w 122"/>
                  <a:gd name="T49" fmla="*/ 61 h 121"/>
                  <a:gd name="T50" fmla="*/ 1 w 122"/>
                  <a:gd name="T51" fmla="*/ 73 h 121"/>
                  <a:gd name="T52" fmla="*/ 5 w 122"/>
                  <a:gd name="T53" fmla="*/ 85 h 121"/>
                  <a:gd name="T54" fmla="*/ 11 w 122"/>
                  <a:gd name="T55" fmla="*/ 96 h 121"/>
                  <a:gd name="T56" fmla="*/ 19 w 122"/>
                  <a:gd name="T57" fmla="*/ 104 h 121"/>
                  <a:gd name="T58" fmla="*/ 27 w 122"/>
                  <a:gd name="T59" fmla="*/ 112 h 121"/>
                  <a:gd name="T60" fmla="*/ 38 w 122"/>
                  <a:gd name="T61" fmla="*/ 117 h 121"/>
                  <a:gd name="T62" fmla="*/ 49 w 122"/>
                  <a:gd name="T63" fmla="*/ 120 h 121"/>
                  <a:gd name="T64" fmla="*/ 61 w 122"/>
                  <a:gd name="T65" fmla="*/ 121 h 121"/>
                  <a:gd name="T66" fmla="*/ 73 w 122"/>
                  <a:gd name="T67" fmla="*/ 120 h 121"/>
                  <a:gd name="T68" fmla="*/ 85 w 122"/>
                  <a:gd name="T69" fmla="*/ 117 h 121"/>
                  <a:gd name="T70" fmla="*/ 95 w 122"/>
                  <a:gd name="T71" fmla="*/ 112 h 121"/>
                  <a:gd name="T72" fmla="*/ 104 w 122"/>
                  <a:gd name="T73" fmla="*/ 104 h 121"/>
                  <a:gd name="T74" fmla="*/ 112 w 122"/>
                  <a:gd name="T75" fmla="*/ 96 h 121"/>
                  <a:gd name="T76" fmla="*/ 117 w 122"/>
                  <a:gd name="T77" fmla="*/ 85 h 121"/>
                  <a:gd name="T78" fmla="*/ 121 w 122"/>
                  <a:gd name="T79" fmla="*/ 73 h 121"/>
                  <a:gd name="T80" fmla="*/ 122 w 122"/>
                  <a:gd name="T81" fmla="*/ 61 h 121"/>
                  <a:gd name="T82" fmla="*/ 121 w 122"/>
                  <a:gd name="T83" fmla="*/ 48 h 121"/>
                  <a:gd name="T84" fmla="*/ 117 w 122"/>
                  <a:gd name="T85" fmla="*/ 38 h 121"/>
                  <a:gd name="T86" fmla="*/ 112 w 122"/>
                  <a:gd name="T87" fmla="*/ 27 h 121"/>
                  <a:gd name="T88" fmla="*/ 104 w 122"/>
                  <a:gd name="T89" fmla="*/ 18 h 121"/>
                  <a:gd name="T90" fmla="*/ 95 w 122"/>
                  <a:gd name="T91" fmla="*/ 11 h 121"/>
                  <a:gd name="T92" fmla="*/ 85 w 122"/>
                  <a:gd name="T93" fmla="*/ 4 h 121"/>
                  <a:gd name="T94" fmla="*/ 73 w 122"/>
                  <a:gd name="T95" fmla="*/ 1 h 121"/>
                  <a:gd name="T96" fmla="*/ 61 w 122"/>
                  <a:gd name="T9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2" h="121">
                    <a:moveTo>
                      <a:pt x="61" y="97"/>
                    </a:moveTo>
                    <a:lnTo>
                      <a:pt x="54" y="96"/>
                    </a:lnTo>
                    <a:lnTo>
                      <a:pt x="47" y="93"/>
                    </a:lnTo>
                    <a:lnTo>
                      <a:pt x="41" y="90"/>
                    </a:lnTo>
                    <a:lnTo>
                      <a:pt x="36" y="86"/>
                    </a:lnTo>
                    <a:lnTo>
                      <a:pt x="31" y="81"/>
                    </a:lnTo>
                    <a:lnTo>
                      <a:pt x="28" y="75"/>
                    </a:lnTo>
                    <a:lnTo>
                      <a:pt x="26" y="68"/>
                    </a:lnTo>
                    <a:lnTo>
                      <a:pt x="26" y="61"/>
                    </a:lnTo>
                    <a:lnTo>
                      <a:pt x="26" y="54"/>
                    </a:lnTo>
                    <a:lnTo>
                      <a:pt x="28" y="47"/>
                    </a:lnTo>
                    <a:lnTo>
                      <a:pt x="31" y="41"/>
                    </a:lnTo>
                    <a:lnTo>
                      <a:pt x="36" y="35"/>
                    </a:lnTo>
                    <a:lnTo>
                      <a:pt x="41" y="31"/>
                    </a:lnTo>
                    <a:lnTo>
                      <a:pt x="47" y="28"/>
                    </a:lnTo>
                    <a:lnTo>
                      <a:pt x="54" y="26"/>
                    </a:lnTo>
                    <a:lnTo>
                      <a:pt x="61" y="25"/>
                    </a:lnTo>
                    <a:lnTo>
                      <a:pt x="68" y="26"/>
                    </a:lnTo>
                    <a:lnTo>
                      <a:pt x="75" y="28"/>
                    </a:lnTo>
                    <a:lnTo>
                      <a:pt x="81" y="31"/>
                    </a:lnTo>
                    <a:lnTo>
                      <a:pt x="86" y="35"/>
                    </a:lnTo>
                    <a:lnTo>
                      <a:pt x="90" y="41"/>
                    </a:lnTo>
                    <a:lnTo>
                      <a:pt x="94" y="47"/>
                    </a:lnTo>
                    <a:lnTo>
                      <a:pt x="96" y="54"/>
                    </a:lnTo>
                    <a:lnTo>
                      <a:pt x="97" y="61"/>
                    </a:lnTo>
                    <a:lnTo>
                      <a:pt x="96" y="68"/>
                    </a:lnTo>
                    <a:lnTo>
                      <a:pt x="94" y="75"/>
                    </a:lnTo>
                    <a:lnTo>
                      <a:pt x="90" y="81"/>
                    </a:lnTo>
                    <a:lnTo>
                      <a:pt x="86" y="86"/>
                    </a:lnTo>
                    <a:lnTo>
                      <a:pt x="81" y="90"/>
                    </a:lnTo>
                    <a:lnTo>
                      <a:pt x="75" y="93"/>
                    </a:lnTo>
                    <a:lnTo>
                      <a:pt x="68" y="96"/>
                    </a:lnTo>
                    <a:lnTo>
                      <a:pt x="61" y="97"/>
                    </a:lnTo>
                    <a:close/>
                    <a:moveTo>
                      <a:pt x="61" y="0"/>
                    </a:moveTo>
                    <a:lnTo>
                      <a:pt x="55" y="0"/>
                    </a:lnTo>
                    <a:lnTo>
                      <a:pt x="49" y="1"/>
                    </a:lnTo>
                    <a:lnTo>
                      <a:pt x="43" y="2"/>
                    </a:lnTo>
                    <a:lnTo>
                      <a:pt x="38" y="4"/>
                    </a:lnTo>
                    <a:lnTo>
                      <a:pt x="32" y="8"/>
                    </a:lnTo>
                    <a:lnTo>
                      <a:pt x="27" y="11"/>
                    </a:lnTo>
                    <a:lnTo>
                      <a:pt x="23" y="14"/>
                    </a:lnTo>
                    <a:lnTo>
                      <a:pt x="19" y="18"/>
                    </a:lnTo>
                    <a:lnTo>
                      <a:pt x="14" y="23"/>
                    </a:lnTo>
                    <a:lnTo>
                      <a:pt x="11" y="27"/>
                    </a:lnTo>
                    <a:lnTo>
                      <a:pt x="8" y="32"/>
                    </a:lnTo>
                    <a:lnTo>
                      <a:pt x="5" y="38"/>
                    </a:lnTo>
                    <a:lnTo>
                      <a:pt x="3" y="43"/>
                    </a:lnTo>
                    <a:lnTo>
                      <a:pt x="1" y="48"/>
                    </a:lnTo>
                    <a:lnTo>
                      <a:pt x="0" y="55"/>
                    </a:lnTo>
                    <a:lnTo>
                      <a:pt x="0" y="61"/>
                    </a:lnTo>
                    <a:lnTo>
                      <a:pt x="0" y="67"/>
                    </a:lnTo>
                    <a:lnTo>
                      <a:pt x="1" y="73"/>
                    </a:lnTo>
                    <a:lnTo>
                      <a:pt x="3" y="79"/>
                    </a:lnTo>
                    <a:lnTo>
                      <a:pt x="5" y="85"/>
                    </a:lnTo>
                    <a:lnTo>
                      <a:pt x="8" y="90"/>
                    </a:lnTo>
                    <a:lnTo>
                      <a:pt x="11" y="96"/>
                    </a:lnTo>
                    <a:lnTo>
                      <a:pt x="14" y="100"/>
                    </a:lnTo>
                    <a:lnTo>
                      <a:pt x="19" y="104"/>
                    </a:lnTo>
                    <a:lnTo>
                      <a:pt x="23" y="108"/>
                    </a:lnTo>
                    <a:lnTo>
                      <a:pt x="27" y="112"/>
                    </a:lnTo>
                    <a:lnTo>
                      <a:pt x="32" y="115"/>
                    </a:lnTo>
                    <a:lnTo>
                      <a:pt x="38" y="117"/>
                    </a:lnTo>
                    <a:lnTo>
                      <a:pt x="43" y="119"/>
                    </a:lnTo>
                    <a:lnTo>
                      <a:pt x="49" y="120"/>
                    </a:lnTo>
                    <a:lnTo>
                      <a:pt x="55" y="121"/>
                    </a:lnTo>
                    <a:lnTo>
                      <a:pt x="61" y="121"/>
                    </a:lnTo>
                    <a:lnTo>
                      <a:pt x="68" y="121"/>
                    </a:lnTo>
                    <a:lnTo>
                      <a:pt x="73" y="120"/>
                    </a:lnTo>
                    <a:lnTo>
                      <a:pt x="80" y="119"/>
                    </a:lnTo>
                    <a:lnTo>
                      <a:pt x="85" y="117"/>
                    </a:lnTo>
                    <a:lnTo>
                      <a:pt x="90" y="115"/>
                    </a:lnTo>
                    <a:lnTo>
                      <a:pt x="95" y="112"/>
                    </a:lnTo>
                    <a:lnTo>
                      <a:pt x="100" y="108"/>
                    </a:lnTo>
                    <a:lnTo>
                      <a:pt x="104" y="104"/>
                    </a:lnTo>
                    <a:lnTo>
                      <a:pt x="108" y="100"/>
                    </a:lnTo>
                    <a:lnTo>
                      <a:pt x="112" y="96"/>
                    </a:lnTo>
                    <a:lnTo>
                      <a:pt x="115" y="90"/>
                    </a:lnTo>
                    <a:lnTo>
                      <a:pt x="117" y="85"/>
                    </a:lnTo>
                    <a:lnTo>
                      <a:pt x="119" y="79"/>
                    </a:lnTo>
                    <a:lnTo>
                      <a:pt x="121" y="73"/>
                    </a:lnTo>
                    <a:lnTo>
                      <a:pt x="122" y="67"/>
                    </a:lnTo>
                    <a:lnTo>
                      <a:pt x="122" y="61"/>
                    </a:lnTo>
                    <a:lnTo>
                      <a:pt x="122" y="55"/>
                    </a:lnTo>
                    <a:lnTo>
                      <a:pt x="121" y="48"/>
                    </a:lnTo>
                    <a:lnTo>
                      <a:pt x="119" y="43"/>
                    </a:lnTo>
                    <a:lnTo>
                      <a:pt x="117" y="38"/>
                    </a:lnTo>
                    <a:lnTo>
                      <a:pt x="115" y="32"/>
                    </a:lnTo>
                    <a:lnTo>
                      <a:pt x="112" y="27"/>
                    </a:lnTo>
                    <a:lnTo>
                      <a:pt x="108" y="23"/>
                    </a:lnTo>
                    <a:lnTo>
                      <a:pt x="104" y="18"/>
                    </a:lnTo>
                    <a:lnTo>
                      <a:pt x="100" y="14"/>
                    </a:lnTo>
                    <a:lnTo>
                      <a:pt x="95" y="11"/>
                    </a:lnTo>
                    <a:lnTo>
                      <a:pt x="90" y="8"/>
                    </a:lnTo>
                    <a:lnTo>
                      <a:pt x="85" y="4"/>
                    </a:lnTo>
                    <a:lnTo>
                      <a:pt x="80" y="2"/>
                    </a:lnTo>
                    <a:lnTo>
                      <a:pt x="73" y="1"/>
                    </a:lnTo>
                    <a:lnTo>
                      <a:pt x="68" y="0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3">
                <a:extLst>
                  <a:ext uri="{FF2B5EF4-FFF2-40B4-BE49-F238E27FC236}">
                    <a16:creationId xmlns:a16="http://schemas.microsoft.com/office/drawing/2014/main" id="{FF49EE3F-A2F8-B252-76B8-79425E4ACB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7813" y="3330576"/>
                <a:ext cx="212725" cy="212725"/>
              </a:xfrm>
              <a:custGeom>
                <a:avLst/>
                <a:gdLst>
                  <a:gd name="T0" fmla="*/ 407 w 535"/>
                  <a:gd name="T1" fmla="*/ 408 h 536"/>
                  <a:gd name="T2" fmla="*/ 367 w 535"/>
                  <a:gd name="T3" fmla="*/ 436 h 536"/>
                  <a:gd name="T4" fmla="*/ 330 w 535"/>
                  <a:gd name="T5" fmla="*/ 452 h 536"/>
                  <a:gd name="T6" fmla="*/ 321 w 535"/>
                  <a:gd name="T7" fmla="*/ 465 h 536"/>
                  <a:gd name="T8" fmla="*/ 217 w 535"/>
                  <a:gd name="T9" fmla="*/ 461 h 536"/>
                  <a:gd name="T10" fmla="*/ 199 w 535"/>
                  <a:gd name="T11" fmla="*/ 449 h 536"/>
                  <a:gd name="T12" fmla="*/ 163 w 535"/>
                  <a:gd name="T13" fmla="*/ 432 h 536"/>
                  <a:gd name="T14" fmla="*/ 134 w 535"/>
                  <a:gd name="T15" fmla="*/ 409 h 536"/>
                  <a:gd name="T16" fmla="*/ 82 w 535"/>
                  <a:gd name="T17" fmla="*/ 433 h 536"/>
                  <a:gd name="T18" fmla="*/ 75 w 535"/>
                  <a:gd name="T19" fmla="*/ 316 h 536"/>
                  <a:gd name="T20" fmla="*/ 72 w 535"/>
                  <a:gd name="T21" fmla="*/ 287 h 536"/>
                  <a:gd name="T22" fmla="*/ 72 w 535"/>
                  <a:gd name="T23" fmla="*/ 246 h 536"/>
                  <a:gd name="T24" fmla="*/ 75 w 535"/>
                  <a:gd name="T25" fmla="*/ 217 h 536"/>
                  <a:gd name="T26" fmla="*/ 82 w 535"/>
                  <a:gd name="T27" fmla="*/ 99 h 536"/>
                  <a:gd name="T28" fmla="*/ 134 w 535"/>
                  <a:gd name="T29" fmla="*/ 124 h 536"/>
                  <a:gd name="T30" fmla="*/ 163 w 535"/>
                  <a:gd name="T31" fmla="*/ 101 h 536"/>
                  <a:gd name="T32" fmla="*/ 199 w 535"/>
                  <a:gd name="T33" fmla="*/ 84 h 536"/>
                  <a:gd name="T34" fmla="*/ 217 w 535"/>
                  <a:gd name="T35" fmla="*/ 72 h 536"/>
                  <a:gd name="T36" fmla="*/ 321 w 535"/>
                  <a:gd name="T37" fmla="*/ 68 h 536"/>
                  <a:gd name="T38" fmla="*/ 330 w 535"/>
                  <a:gd name="T39" fmla="*/ 81 h 536"/>
                  <a:gd name="T40" fmla="*/ 367 w 535"/>
                  <a:gd name="T41" fmla="*/ 97 h 536"/>
                  <a:gd name="T42" fmla="*/ 407 w 535"/>
                  <a:gd name="T43" fmla="*/ 124 h 536"/>
                  <a:gd name="T44" fmla="*/ 505 w 535"/>
                  <a:gd name="T45" fmla="*/ 188 h 536"/>
                  <a:gd name="T46" fmla="*/ 458 w 535"/>
                  <a:gd name="T47" fmla="*/ 221 h 536"/>
                  <a:gd name="T48" fmla="*/ 463 w 535"/>
                  <a:gd name="T49" fmla="*/ 256 h 536"/>
                  <a:gd name="T50" fmla="*/ 461 w 535"/>
                  <a:gd name="T51" fmla="*/ 297 h 536"/>
                  <a:gd name="T52" fmla="*/ 462 w 535"/>
                  <a:gd name="T53" fmla="*/ 319 h 536"/>
                  <a:gd name="T54" fmla="*/ 528 w 535"/>
                  <a:gd name="T55" fmla="*/ 329 h 536"/>
                  <a:gd name="T56" fmla="*/ 489 w 535"/>
                  <a:gd name="T57" fmla="*/ 276 h 536"/>
                  <a:gd name="T58" fmla="*/ 486 w 535"/>
                  <a:gd name="T59" fmla="*/ 238 h 536"/>
                  <a:gd name="T60" fmla="*/ 534 w 535"/>
                  <a:gd name="T61" fmla="*/ 197 h 536"/>
                  <a:gd name="T62" fmla="*/ 467 w 535"/>
                  <a:gd name="T63" fmla="*/ 74 h 536"/>
                  <a:gd name="T64" fmla="*/ 455 w 535"/>
                  <a:gd name="T65" fmla="*/ 70 h 536"/>
                  <a:gd name="T66" fmla="*/ 380 w 535"/>
                  <a:gd name="T67" fmla="*/ 74 h 536"/>
                  <a:gd name="T68" fmla="*/ 346 w 535"/>
                  <a:gd name="T69" fmla="*/ 8 h 536"/>
                  <a:gd name="T70" fmla="*/ 205 w 535"/>
                  <a:gd name="T71" fmla="*/ 0 h 536"/>
                  <a:gd name="T72" fmla="*/ 192 w 535"/>
                  <a:gd name="T73" fmla="*/ 13 h 536"/>
                  <a:gd name="T74" fmla="*/ 143 w 535"/>
                  <a:gd name="T75" fmla="*/ 84 h 536"/>
                  <a:gd name="T76" fmla="*/ 74 w 535"/>
                  <a:gd name="T77" fmla="*/ 70 h 536"/>
                  <a:gd name="T78" fmla="*/ 0 w 535"/>
                  <a:gd name="T79" fmla="*/ 191 h 536"/>
                  <a:gd name="T80" fmla="*/ 49 w 535"/>
                  <a:gd name="T81" fmla="*/ 229 h 536"/>
                  <a:gd name="T82" fmla="*/ 46 w 535"/>
                  <a:gd name="T83" fmla="*/ 266 h 536"/>
                  <a:gd name="T84" fmla="*/ 48 w 535"/>
                  <a:gd name="T85" fmla="*/ 303 h 536"/>
                  <a:gd name="T86" fmla="*/ 0 w 535"/>
                  <a:gd name="T87" fmla="*/ 340 h 536"/>
                  <a:gd name="T88" fmla="*/ 73 w 535"/>
                  <a:gd name="T89" fmla="*/ 463 h 536"/>
                  <a:gd name="T90" fmla="*/ 143 w 535"/>
                  <a:gd name="T91" fmla="*/ 449 h 536"/>
                  <a:gd name="T92" fmla="*/ 192 w 535"/>
                  <a:gd name="T93" fmla="*/ 523 h 536"/>
                  <a:gd name="T94" fmla="*/ 205 w 535"/>
                  <a:gd name="T95" fmla="*/ 536 h 536"/>
                  <a:gd name="T96" fmla="*/ 346 w 535"/>
                  <a:gd name="T97" fmla="*/ 528 h 536"/>
                  <a:gd name="T98" fmla="*/ 364 w 535"/>
                  <a:gd name="T99" fmla="*/ 467 h 536"/>
                  <a:gd name="T100" fmla="*/ 409 w 535"/>
                  <a:gd name="T101" fmla="*/ 437 h 536"/>
                  <a:gd name="T102" fmla="*/ 458 w 535"/>
                  <a:gd name="T103" fmla="*/ 463 h 536"/>
                  <a:gd name="T104" fmla="*/ 467 w 535"/>
                  <a:gd name="T105" fmla="*/ 459 h 536"/>
                  <a:gd name="T106" fmla="*/ 535 w 535"/>
                  <a:gd name="T107" fmla="*/ 335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35" h="536">
                    <a:moveTo>
                      <a:pt x="453" y="433"/>
                    </a:moveTo>
                    <a:lnTo>
                      <a:pt x="414" y="410"/>
                    </a:lnTo>
                    <a:lnTo>
                      <a:pt x="410" y="409"/>
                    </a:lnTo>
                    <a:lnTo>
                      <a:pt x="407" y="408"/>
                    </a:lnTo>
                    <a:lnTo>
                      <a:pt x="403" y="409"/>
                    </a:lnTo>
                    <a:lnTo>
                      <a:pt x="399" y="411"/>
                    </a:lnTo>
                    <a:lnTo>
                      <a:pt x="383" y="424"/>
                    </a:lnTo>
                    <a:lnTo>
                      <a:pt x="367" y="436"/>
                    </a:lnTo>
                    <a:lnTo>
                      <a:pt x="359" y="441"/>
                    </a:lnTo>
                    <a:lnTo>
                      <a:pt x="350" y="446"/>
                    </a:lnTo>
                    <a:lnTo>
                      <a:pt x="340" y="449"/>
                    </a:lnTo>
                    <a:lnTo>
                      <a:pt x="330" y="452"/>
                    </a:lnTo>
                    <a:lnTo>
                      <a:pt x="326" y="454"/>
                    </a:lnTo>
                    <a:lnTo>
                      <a:pt x="323" y="457"/>
                    </a:lnTo>
                    <a:lnTo>
                      <a:pt x="321" y="461"/>
                    </a:lnTo>
                    <a:lnTo>
                      <a:pt x="321" y="465"/>
                    </a:lnTo>
                    <a:lnTo>
                      <a:pt x="321" y="511"/>
                    </a:lnTo>
                    <a:lnTo>
                      <a:pt x="218" y="511"/>
                    </a:lnTo>
                    <a:lnTo>
                      <a:pt x="218" y="465"/>
                    </a:lnTo>
                    <a:lnTo>
                      <a:pt x="217" y="461"/>
                    </a:lnTo>
                    <a:lnTo>
                      <a:pt x="216" y="457"/>
                    </a:lnTo>
                    <a:lnTo>
                      <a:pt x="213" y="454"/>
                    </a:lnTo>
                    <a:lnTo>
                      <a:pt x="208" y="452"/>
                    </a:lnTo>
                    <a:lnTo>
                      <a:pt x="199" y="449"/>
                    </a:lnTo>
                    <a:lnTo>
                      <a:pt x="189" y="446"/>
                    </a:lnTo>
                    <a:lnTo>
                      <a:pt x="180" y="441"/>
                    </a:lnTo>
                    <a:lnTo>
                      <a:pt x="172" y="437"/>
                    </a:lnTo>
                    <a:lnTo>
                      <a:pt x="163" y="432"/>
                    </a:lnTo>
                    <a:lnTo>
                      <a:pt x="155" y="425"/>
                    </a:lnTo>
                    <a:lnTo>
                      <a:pt x="146" y="419"/>
                    </a:lnTo>
                    <a:lnTo>
                      <a:pt x="137" y="411"/>
                    </a:lnTo>
                    <a:lnTo>
                      <a:pt x="134" y="409"/>
                    </a:lnTo>
                    <a:lnTo>
                      <a:pt x="130" y="408"/>
                    </a:lnTo>
                    <a:lnTo>
                      <a:pt x="126" y="409"/>
                    </a:lnTo>
                    <a:lnTo>
                      <a:pt x="122" y="410"/>
                    </a:lnTo>
                    <a:lnTo>
                      <a:pt x="82" y="433"/>
                    </a:lnTo>
                    <a:lnTo>
                      <a:pt x="30" y="344"/>
                    </a:lnTo>
                    <a:lnTo>
                      <a:pt x="70" y="321"/>
                    </a:lnTo>
                    <a:lnTo>
                      <a:pt x="73" y="319"/>
                    </a:lnTo>
                    <a:lnTo>
                      <a:pt x="75" y="316"/>
                    </a:lnTo>
                    <a:lnTo>
                      <a:pt x="75" y="311"/>
                    </a:lnTo>
                    <a:lnTo>
                      <a:pt x="75" y="307"/>
                    </a:lnTo>
                    <a:lnTo>
                      <a:pt x="74" y="297"/>
                    </a:lnTo>
                    <a:lnTo>
                      <a:pt x="72" y="287"/>
                    </a:lnTo>
                    <a:lnTo>
                      <a:pt x="72" y="277"/>
                    </a:lnTo>
                    <a:lnTo>
                      <a:pt x="71" y="266"/>
                    </a:lnTo>
                    <a:lnTo>
                      <a:pt x="72" y="257"/>
                    </a:lnTo>
                    <a:lnTo>
                      <a:pt x="72" y="246"/>
                    </a:lnTo>
                    <a:lnTo>
                      <a:pt x="74" y="236"/>
                    </a:lnTo>
                    <a:lnTo>
                      <a:pt x="75" y="226"/>
                    </a:lnTo>
                    <a:lnTo>
                      <a:pt x="76" y="221"/>
                    </a:lnTo>
                    <a:lnTo>
                      <a:pt x="75" y="217"/>
                    </a:lnTo>
                    <a:lnTo>
                      <a:pt x="73" y="214"/>
                    </a:lnTo>
                    <a:lnTo>
                      <a:pt x="70" y="212"/>
                    </a:lnTo>
                    <a:lnTo>
                      <a:pt x="30" y="188"/>
                    </a:lnTo>
                    <a:lnTo>
                      <a:pt x="82" y="99"/>
                    </a:lnTo>
                    <a:lnTo>
                      <a:pt x="122" y="122"/>
                    </a:lnTo>
                    <a:lnTo>
                      <a:pt x="126" y="124"/>
                    </a:lnTo>
                    <a:lnTo>
                      <a:pt x="130" y="124"/>
                    </a:lnTo>
                    <a:lnTo>
                      <a:pt x="134" y="124"/>
                    </a:lnTo>
                    <a:lnTo>
                      <a:pt x="137" y="121"/>
                    </a:lnTo>
                    <a:lnTo>
                      <a:pt x="146" y="114"/>
                    </a:lnTo>
                    <a:lnTo>
                      <a:pt x="155" y="106"/>
                    </a:lnTo>
                    <a:lnTo>
                      <a:pt x="163" y="101"/>
                    </a:lnTo>
                    <a:lnTo>
                      <a:pt x="172" y="96"/>
                    </a:lnTo>
                    <a:lnTo>
                      <a:pt x="180" y="91"/>
                    </a:lnTo>
                    <a:lnTo>
                      <a:pt x="189" y="87"/>
                    </a:lnTo>
                    <a:lnTo>
                      <a:pt x="199" y="84"/>
                    </a:lnTo>
                    <a:lnTo>
                      <a:pt x="208" y="81"/>
                    </a:lnTo>
                    <a:lnTo>
                      <a:pt x="213" y="78"/>
                    </a:lnTo>
                    <a:lnTo>
                      <a:pt x="215" y="76"/>
                    </a:lnTo>
                    <a:lnTo>
                      <a:pt x="217" y="72"/>
                    </a:lnTo>
                    <a:lnTo>
                      <a:pt x="218" y="68"/>
                    </a:lnTo>
                    <a:lnTo>
                      <a:pt x="218" y="26"/>
                    </a:lnTo>
                    <a:lnTo>
                      <a:pt x="321" y="26"/>
                    </a:lnTo>
                    <a:lnTo>
                      <a:pt x="321" y="68"/>
                    </a:lnTo>
                    <a:lnTo>
                      <a:pt x="321" y="72"/>
                    </a:lnTo>
                    <a:lnTo>
                      <a:pt x="323" y="76"/>
                    </a:lnTo>
                    <a:lnTo>
                      <a:pt x="326" y="78"/>
                    </a:lnTo>
                    <a:lnTo>
                      <a:pt x="330" y="81"/>
                    </a:lnTo>
                    <a:lnTo>
                      <a:pt x="340" y="84"/>
                    </a:lnTo>
                    <a:lnTo>
                      <a:pt x="350" y="87"/>
                    </a:lnTo>
                    <a:lnTo>
                      <a:pt x="360" y="91"/>
                    </a:lnTo>
                    <a:lnTo>
                      <a:pt x="367" y="97"/>
                    </a:lnTo>
                    <a:lnTo>
                      <a:pt x="383" y="107"/>
                    </a:lnTo>
                    <a:lnTo>
                      <a:pt x="399" y="121"/>
                    </a:lnTo>
                    <a:lnTo>
                      <a:pt x="403" y="124"/>
                    </a:lnTo>
                    <a:lnTo>
                      <a:pt x="407" y="124"/>
                    </a:lnTo>
                    <a:lnTo>
                      <a:pt x="410" y="124"/>
                    </a:lnTo>
                    <a:lnTo>
                      <a:pt x="414" y="122"/>
                    </a:lnTo>
                    <a:lnTo>
                      <a:pt x="453" y="99"/>
                    </a:lnTo>
                    <a:lnTo>
                      <a:pt x="505" y="188"/>
                    </a:lnTo>
                    <a:lnTo>
                      <a:pt x="465" y="212"/>
                    </a:lnTo>
                    <a:lnTo>
                      <a:pt x="462" y="214"/>
                    </a:lnTo>
                    <a:lnTo>
                      <a:pt x="460" y="217"/>
                    </a:lnTo>
                    <a:lnTo>
                      <a:pt x="458" y="221"/>
                    </a:lnTo>
                    <a:lnTo>
                      <a:pt x="458" y="226"/>
                    </a:lnTo>
                    <a:lnTo>
                      <a:pt x="461" y="235"/>
                    </a:lnTo>
                    <a:lnTo>
                      <a:pt x="462" y="246"/>
                    </a:lnTo>
                    <a:lnTo>
                      <a:pt x="463" y="256"/>
                    </a:lnTo>
                    <a:lnTo>
                      <a:pt x="463" y="266"/>
                    </a:lnTo>
                    <a:lnTo>
                      <a:pt x="463" y="277"/>
                    </a:lnTo>
                    <a:lnTo>
                      <a:pt x="462" y="287"/>
                    </a:lnTo>
                    <a:lnTo>
                      <a:pt x="461" y="297"/>
                    </a:lnTo>
                    <a:lnTo>
                      <a:pt x="458" y="307"/>
                    </a:lnTo>
                    <a:lnTo>
                      <a:pt x="458" y="311"/>
                    </a:lnTo>
                    <a:lnTo>
                      <a:pt x="460" y="316"/>
                    </a:lnTo>
                    <a:lnTo>
                      <a:pt x="462" y="319"/>
                    </a:lnTo>
                    <a:lnTo>
                      <a:pt x="465" y="321"/>
                    </a:lnTo>
                    <a:lnTo>
                      <a:pt x="505" y="344"/>
                    </a:lnTo>
                    <a:lnTo>
                      <a:pt x="453" y="433"/>
                    </a:lnTo>
                    <a:close/>
                    <a:moveTo>
                      <a:pt x="528" y="329"/>
                    </a:moveTo>
                    <a:lnTo>
                      <a:pt x="485" y="303"/>
                    </a:lnTo>
                    <a:lnTo>
                      <a:pt x="486" y="294"/>
                    </a:lnTo>
                    <a:lnTo>
                      <a:pt x="487" y="285"/>
                    </a:lnTo>
                    <a:lnTo>
                      <a:pt x="489" y="276"/>
                    </a:lnTo>
                    <a:lnTo>
                      <a:pt x="489" y="266"/>
                    </a:lnTo>
                    <a:lnTo>
                      <a:pt x="489" y="257"/>
                    </a:lnTo>
                    <a:lnTo>
                      <a:pt x="487" y="248"/>
                    </a:lnTo>
                    <a:lnTo>
                      <a:pt x="486" y="238"/>
                    </a:lnTo>
                    <a:lnTo>
                      <a:pt x="485" y="229"/>
                    </a:lnTo>
                    <a:lnTo>
                      <a:pt x="528" y="205"/>
                    </a:lnTo>
                    <a:lnTo>
                      <a:pt x="531" y="202"/>
                    </a:lnTo>
                    <a:lnTo>
                      <a:pt x="534" y="197"/>
                    </a:lnTo>
                    <a:lnTo>
                      <a:pt x="535" y="192"/>
                    </a:lnTo>
                    <a:lnTo>
                      <a:pt x="533" y="187"/>
                    </a:lnTo>
                    <a:lnTo>
                      <a:pt x="468" y="76"/>
                    </a:lnTo>
                    <a:lnTo>
                      <a:pt x="467" y="74"/>
                    </a:lnTo>
                    <a:lnTo>
                      <a:pt x="465" y="72"/>
                    </a:lnTo>
                    <a:lnTo>
                      <a:pt x="463" y="71"/>
                    </a:lnTo>
                    <a:lnTo>
                      <a:pt x="461" y="70"/>
                    </a:lnTo>
                    <a:lnTo>
                      <a:pt x="455" y="70"/>
                    </a:lnTo>
                    <a:lnTo>
                      <a:pt x="451" y="71"/>
                    </a:lnTo>
                    <a:lnTo>
                      <a:pt x="409" y="96"/>
                    </a:lnTo>
                    <a:lnTo>
                      <a:pt x="395" y="85"/>
                    </a:lnTo>
                    <a:lnTo>
                      <a:pt x="380" y="74"/>
                    </a:lnTo>
                    <a:lnTo>
                      <a:pt x="364" y="66"/>
                    </a:lnTo>
                    <a:lnTo>
                      <a:pt x="347" y="59"/>
                    </a:lnTo>
                    <a:lnTo>
                      <a:pt x="347" y="13"/>
                    </a:lnTo>
                    <a:lnTo>
                      <a:pt x="346" y="8"/>
                    </a:lnTo>
                    <a:lnTo>
                      <a:pt x="342" y="4"/>
                    </a:lnTo>
                    <a:lnTo>
                      <a:pt x="338" y="1"/>
                    </a:lnTo>
                    <a:lnTo>
                      <a:pt x="334" y="0"/>
                    </a:lnTo>
                    <a:lnTo>
                      <a:pt x="205" y="0"/>
                    </a:lnTo>
                    <a:lnTo>
                      <a:pt x="200" y="1"/>
                    </a:lnTo>
                    <a:lnTo>
                      <a:pt x="196" y="4"/>
                    </a:lnTo>
                    <a:lnTo>
                      <a:pt x="193" y="8"/>
                    </a:lnTo>
                    <a:lnTo>
                      <a:pt x="192" y="13"/>
                    </a:lnTo>
                    <a:lnTo>
                      <a:pt x="192" y="59"/>
                    </a:lnTo>
                    <a:lnTo>
                      <a:pt x="175" y="66"/>
                    </a:lnTo>
                    <a:lnTo>
                      <a:pt x="159" y="73"/>
                    </a:lnTo>
                    <a:lnTo>
                      <a:pt x="143" y="84"/>
                    </a:lnTo>
                    <a:lnTo>
                      <a:pt x="127" y="96"/>
                    </a:lnTo>
                    <a:lnTo>
                      <a:pt x="84" y="71"/>
                    </a:lnTo>
                    <a:lnTo>
                      <a:pt x="78" y="70"/>
                    </a:lnTo>
                    <a:lnTo>
                      <a:pt x="74" y="70"/>
                    </a:lnTo>
                    <a:lnTo>
                      <a:pt x="70" y="72"/>
                    </a:lnTo>
                    <a:lnTo>
                      <a:pt x="67" y="76"/>
                    </a:lnTo>
                    <a:lnTo>
                      <a:pt x="2" y="187"/>
                    </a:lnTo>
                    <a:lnTo>
                      <a:pt x="0" y="191"/>
                    </a:lnTo>
                    <a:lnTo>
                      <a:pt x="0" y="197"/>
                    </a:lnTo>
                    <a:lnTo>
                      <a:pt x="2" y="201"/>
                    </a:lnTo>
                    <a:lnTo>
                      <a:pt x="6" y="205"/>
                    </a:lnTo>
                    <a:lnTo>
                      <a:pt x="49" y="229"/>
                    </a:lnTo>
                    <a:lnTo>
                      <a:pt x="47" y="238"/>
                    </a:lnTo>
                    <a:lnTo>
                      <a:pt x="46" y="248"/>
                    </a:lnTo>
                    <a:lnTo>
                      <a:pt x="46" y="257"/>
                    </a:lnTo>
                    <a:lnTo>
                      <a:pt x="46" y="266"/>
                    </a:lnTo>
                    <a:lnTo>
                      <a:pt x="46" y="276"/>
                    </a:lnTo>
                    <a:lnTo>
                      <a:pt x="46" y="285"/>
                    </a:lnTo>
                    <a:lnTo>
                      <a:pt x="47" y="294"/>
                    </a:lnTo>
                    <a:lnTo>
                      <a:pt x="48" y="303"/>
                    </a:lnTo>
                    <a:lnTo>
                      <a:pt x="6" y="329"/>
                    </a:lnTo>
                    <a:lnTo>
                      <a:pt x="2" y="332"/>
                    </a:lnTo>
                    <a:lnTo>
                      <a:pt x="0" y="335"/>
                    </a:lnTo>
                    <a:lnTo>
                      <a:pt x="0" y="340"/>
                    </a:lnTo>
                    <a:lnTo>
                      <a:pt x="1" y="345"/>
                    </a:lnTo>
                    <a:lnTo>
                      <a:pt x="65" y="457"/>
                    </a:lnTo>
                    <a:lnTo>
                      <a:pt x="69" y="461"/>
                    </a:lnTo>
                    <a:lnTo>
                      <a:pt x="73" y="463"/>
                    </a:lnTo>
                    <a:lnTo>
                      <a:pt x="78" y="463"/>
                    </a:lnTo>
                    <a:lnTo>
                      <a:pt x="83" y="461"/>
                    </a:lnTo>
                    <a:lnTo>
                      <a:pt x="127" y="437"/>
                    </a:lnTo>
                    <a:lnTo>
                      <a:pt x="143" y="449"/>
                    </a:lnTo>
                    <a:lnTo>
                      <a:pt x="159" y="459"/>
                    </a:lnTo>
                    <a:lnTo>
                      <a:pt x="175" y="467"/>
                    </a:lnTo>
                    <a:lnTo>
                      <a:pt x="192" y="474"/>
                    </a:lnTo>
                    <a:lnTo>
                      <a:pt x="192" y="523"/>
                    </a:lnTo>
                    <a:lnTo>
                      <a:pt x="193" y="528"/>
                    </a:lnTo>
                    <a:lnTo>
                      <a:pt x="196" y="533"/>
                    </a:lnTo>
                    <a:lnTo>
                      <a:pt x="200" y="535"/>
                    </a:lnTo>
                    <a:lnTo>
                      <a:pt x="205" y="536"/>
                    </a:lnTo>
                    <a:lnTo>
                      <a:pt x="334" y="536"/>
                    </a:lnTo>
                    <a:lnTo>
                      <a:pt x="338" y="535"/>
                    </a:lnTo>
                    <a:lnTo>
                      <a:pt x="342" y="533"/>
                    </a:lnTo>
                    <a:lnTo>
                      <a:pt x="346" y="528"/>
                    </a:lnTo>
                    <a:lnTo>
                      <a:pt x="347" y="523"/>
                    </a:lnTo>
                    <a:lnTo>
                      <a:pt x="347" y="474"/>
                    </a:lnTo>
                    <a:lnTo>
                      <a:pt x="355" y="470"/>
                    </a:lnTo>
                    <a:lnTo>
                      <a:pt x="364" y="467"/>
                    </a:lnTo>
                    <a:lnTo>
                      <a:pt x="373" y="463"/>
                    </a:lnTo>
                    <a:lnTo>
                      <a:pt x="380" y="459"/>
                    </a:lnTo>
                    <a:lnTo>
                      <a:pt x="395" y="449"/>
                    </a:lnTo>
                    <a:lnTo>
                      <a:pt x="409" y="437"/>
                    </a:lnTo>
                    <a:lnTo>
                      <a:pt x="452" y="461"/>
                    </a:lnTo>
                    <a:lnTo>
                      <a:pt x="454" y="463"/>
                    </a:lnTo>
                    <a:lnTo>
                      <a:pt x="456" y="463"/>
                    </a:lnTo>
                    <a:lnTo>
                      <a:pt x="458" y="463"/>
                    </a:lnTo>
                    <a:lnTo>
                      <a:pt x="462" y="462"/>
                    </a:lnTo>
                    <a:lnTo>
                      <a:pt x="464" y="462"/>
                    </a:lnTo>
                    <a:lnTo>
                      <a:pt x="466" y="461"/>
                    </a:lnTo>
                    <a:lnTo>
                      <a:pt x="467" y="459"/>
                    </a:lnTo>
                    <a:lnTo>
                      <a:pt x="469" y="457"/>
                    </a:lnTo>
                    <a:lnTo>
                      <a:pt x="533" y="345"/>
                    </a:lnTo>
                    <a:lnTo>
                      <a:pt x="535" y="340"/>
                    </a:lnTo>
                    <a:lnTo>
                      <a:pt x="535" y="335"/>
                    </a:lnTo>
                    <a:lnTo>
                      <a:pt x="533" y="332"/>
                    </a:lnTo>
                    <a:lnTo>
                      <a:pt x="528" y="3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64">
                <a:extLst>
                  <a:ext uri="{FF2B5EF4-FFF2-40B4-BE49-F238E27FC236}">
                    <a16:creationId xmlns:a16="http://schemas.microsoft.com/office/drawing/2014/main" id="{3E5E10FE-5E8F-AE36-0EFF-E0E268693B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27201" y="3240088"/>
                <a:ext cx="122238" cy="125413"/>
              </a:xfrm>
              <a:custGeom>
                <a:avLst/>
                <a:gdLst>
                  <a:gd name="T0" fmla="*/ 235 w 308"/>
                  <a:gd name="T1" fmla="*/ 227 h 315"/>
                  <a:gd name="T2" fmla="*/ 223 w 308"/>
                  <a:gd name="T3" fmla="*/ 229 h 315"/>
                  <a:gd name="T4" fmla="*/ 195 w 308"/>
                  <a:gd name="T5" fmla="*/ 248 h 315"/>
                  <a:gd name="T6" fmla="*/ 178 w 308"/>
                  <a:gd name="T7" fmla="*/ 257 h 315"/>
                  <a:gd name="T8" fmla="*/ 176 w 308"/>
                  <a:gd name="T9" fmla="*/ 289 h 315"/>
                  <a:gd name="T10" fmla="*/ 136 w 308"/>
                  <a:gd name="T11" fmla="*/ 260 h 315"/>
                  <a:gd name="T12" fmla="*/ 129 w 308"/>
                  <a:gd name="T13" fmla="*/ 253 h 315"/>
                  <a:gd name="T14" fmla="*/ 95 w 308"/>
                  <a:gd name="T15" fmla="*/ 237 h 315"/>
                  <a:gd name="T16" fmla="*/ 79 w 308"/>
                  <a:gd name="T17" fmla="*/ 226 h 315"/>
                  <a:gd name="T18" fmla="*/ 50 w 308"/>
                  <a:gd name="T19" fmla="*/ 240 h 315"/>
                  <a:gd name="T20" fmla="*/ 55 w 308"/>
                  <a:gd name="T21" fmla="*/ 192 h 315"/>
                  <a:gd name="T22" fmla="*/ 58 w 308"/>
                  <a:gd name="T23" fmla="*/ 180 h 315"/>
                  <a:gd name="T24" fmla="*/ 56 w 308"/>
                  <a:gd name="T25" fmla="*/ 145 h 315"/>
                  <a:gd name="T26" fmla="*/ 57 w 308"/>
                  <a:gd name="T27" fmla="*/ 126 h 315"/>
                  <a:gd name="T28" fmla="*/ 31 w 308"/>
                  <a:gd name="T29" fmla="*/ 108 h 315"/>
                  <a:gd name="T30" fmla="*/ 76 w 308"/>
                  <a:gd name="T31" fmla="*/ 87 h 315"/>
                  <a:gd name="T32" fmla="*/ 87 w 308"/>
                  <a:gd name="T33" fmla="*/ 84 h 315"/>
                  <a:gd name="T34" fmla="*/ 117 w 308"/>
                  <a:gd name="T35" fmla="*/ 66 h 315"/>
                  <a:gd name="T36" fmla="*/ 135 w 308"/>
                  <a:gd name="T37" fmla="*/ 57 h 315"/>
                  <a:gd name="T38" fmla="*/ 137 w 308"/>
                  <a:gd name="T39" fmla="*/ 25 h 315"/>
                  <a:gd name="T40" fmla="*/ 176 w 308"/>
                  <a:gd name="T41" fmla="*/ 53 h 315"/>
                  <a:gd name="T42" fmla="*/ 185 w 308"/>
                  <a:gd name="T43" fmla="*/ 62 h 315"/>
                  <a:gd name="T44" fmla="*/ 215 w 308"/>
                  <a:gd name="T45" fmla="*/ 77 h 315"/>
                  <a:gd name="T46" fmla="*/ 231 w 308"/>
                  <a:gd name="T47" fmla="*/ 88 h 315"/>
                  <a:gd name="T48" fmla="*/ 259 w 308"/>
                  <a:gd name="T49" fmla="*/ 76 h 315"/>
                  <a:gd name="T50" fmla="*/ 254 w 308"/>
                  <a:gd name="T51" fmla="*/ 123 h 315"/>
                  <a:gd name="T52" fmla="*/ 251 w 308"/>
                  <a:gd name="T53" fmla="*/ 134 h 315"/>
                  <a:gd name="T54" fmla="*/ 253 w 308"/>
                  <a:gd name="T55" fmla="*/ 169 h 315"/>
                  <a:gd name="T56" fmla="*/ 252 w 308"/>
                  <a:gd name="T57" fmla="*/ 188 h 315"/>
                  <a:gd name="T58" fmla="*/ 278 w 308"/>
                  <a:gd name="T59" fmla="*/ 207 h 315"/>
                  <a:gd name="T60" fmla="*/ 278 w 308"/>
                  <a:gd name="T61" fmla="*/ 178 h 315"/>
                  <a:gd name="T62" fmla="*/ 279 w 308"/>
                  <a:gd name="T63" fmla="*/ 148 h 315"/>
                  <a:gd name="T64" fmla="*/ 304 w 308"/>
                  <a:gd name="T65" fmla="*/ 123 h 315"/>
                  <a:gd name="T66" fmla="*/ 308 w 308"/>
                  <a:gd name="T67" fmla="*/ 116 h 315"/>
                  <a:gd name="T68" fmla="*/ 275 w 308"/>
                  <a:gd name="T69" fmla="*/ 51 h 315"/>
                  <a:gd name="T70" fmla="*/ 269 w 308"/>
                  <a:gd name="T71" fmla="*/ 46 h 315"/>
                  <a:gd name="T72" fmla="*/ 256 w 308"/>
                  <a:gd name="T73" fmla="*/ 46 h 315"/>
                  <a:gd name="T74" fmla="*/ 218 w 308"/>
                  <a:gd name="T75" fmla="*/ 49 h 315"/>
                  <a:gd name="T76" fmla="*/ 202 w 308"/>
                  <a:gd name="T77" fmla="*/ 13 h 315"/>
                  <a:gd name="T78" fmla="*/ 193 w 308"/>
                  <a:gd name="T79" fmla="*/ 2 h 315"/>
                  <a:gd name="T80" fmla="*/ 119 w 308"/>
                  <a:gd name="T81" fmla="*/ 2 h 315"/>
                  <a:gd name="T82" fmla="*/ 112 w 308"/>
                  <a:gd name="T83" fmla="*/ 13 h 315"/>
                  <a:gd name="T84" fmla="*/ 93 w 308"/>
                  <a:gd name="T85" fmla="*/ 50 h 315"/>
                  <a:gd name="T86" fmla="*/ 52 w 308"/>
                  <a:gd name="T87" fmla="*/ 46 h 315"/>
                  <a:gd name="T88" fmla="*/ 37 w 308"/>
                  <a:gd name="T89" fmla="*/ 47 h 315"/>
                  <a:gd name="T90" fmla="*/ 1 w 308"/>
                  <a:gd name="T91" fmla="*/ 111 h 315"/>
                  <a:gd name="T92" fmla="*/ 3 w 308"/>
                  <a:gd name="T93" fmla="*/ 121 h 315"/>
                  <a:gd name="T94" fmla="*/ 31 w 308"/>
                  <a:gd name="T95" fmla="*/ 138 h 315"/>
                  <a:gd name="T96" fmla="*/ 30 w 308"/>
                  <a:gd name="T97" fmla="*/ 167 h 315"/>
                  <a:gd name="T98" fmla="*/ 4 w 308"/>
                  <a:gd name="T99" fmla="*/ 193 h 315"/>
                  <a:gd name="T100" fmla="*/ 1 w 308"/>
                  <a:gd name="T101" fmla="*/ 199 h 315"/>
                  <a:gd name="T102" fmla="*/ 34 w 308"/>
                  <a:gd name="T103" fmla="*/ 263 h 315"/>
                  <a:gd name="T104" fmla="*/ 46 w 308"/>
                  <a:gd name="T105" fmla="*/ 270 h 315"/>
                  <a:gd name="T106" fmla="*/ 85 w 308"/>
                  <a:gd name="T107" fmla="*/ 259 h 315"/>
                  <a:gd name="T108" fmla="*/ 112 w 308"/>
                  <a:gd name="T109" fmla="*/ 274 h 315"/>
                  <a:gd name="T110" fmla="*/ 116 w 308"/>
                  <a:gd name="T111" fmla="*/ 311 h 315"/>
                  <a:gd name="T112" fmla="*/ 189 w 308"/>
                  <a:gd name="T113" fmla="*/ 315 h 315"/>
                  <a:gd name="T114" fmla="*/ 201 w 308"/>
                  <a:gd name="T115" fmla="*/ 306 h 315"/>
                  <a:gd name="T116" fmla="*/ 210 w 308"/>
                  <a:gd name="T117" fmla="*/ 270 h 315"/>
                  <a:gd name="T118" fmla="*/ 234 w 308"/>
                  <a:gd name="T119" fmla="*/ 255 h 315"/>
                  <a:gd name="T120" fmla="*/ 267 w 308"/>
                  <a:gd name="T121" fmla="*/ 270 h 315"/>
                  <a:gd name="T122" fmla="*/ 307 w 308"/>
                  <a:gd name="T123" fmla="*/ 208 h 315"/>
                  <a:gd name="T124" fmla="*/ 306 w 308"/>
                  <a:gd name="T125" fmla="*/ 194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08" h="315">
                    <a:moveTo>
                      <a:pt x="260" y="240"/>
                    </a:moveTo>
                    <a:lnTo>
                      <a:pt x="239" y="228"/>
                    </a:lnTo>
                    <a:lnTo>
                      <a:pt x="235" y="227"/>
                    </a:lnTo>
                    <a:lnTo>
                      <a:pt x="231" y="226"/>
                    </a:lnTo>
                    <a:lnTo>
                      <a:pt x="227" y="227"/>
                    </a:lnTo>
                    <a:lnTo>
                      <a:pt x="223" y="229"/>
                    </a:lnTo>
                    <a:lnTo>
                      <a:pt x="215" y="237"/>
                    </a:lnTo>
                    <a:lnTo>
                      <a:pt x="205" y="243"/>
                    </a:lnTo>
                    <a:lnTo>
                      <a:pt x="195" y="248"/>
                    </a:lnTo>
                    <a:lnTo>
                      <a:pt x="185" y="253"/>
                    </a:lnTo>
                    <a:lnTo>
                      <a:pt x="181" y="255"/>
                    </a:lnTo>
                    <a:lnTo>
                      <a:pt x="178" y="257"/>
                    </a:lnTo>
                    <a:lnTo>
                      <a:pt x="177" y="260"/>
                    </a:lnTo>
                    <a:lnTo>
                      <a:pt x="176" y="265"/>
                    </a:lnTo>
                    <a:lnTo>
                      <a:pt x="176" y="289"/>
                    </a:lnTo>
                    <a:lnTo>
                      <a:pt x="137" y="289"/>
                    </a:lnTo>
                    <a:lnTo>
                      <a:pt x="137" y="265"/>
                    </a:lnTo>
                    <a:lnTo>
                      <a:pt x="136" y="260"/>
                    </a:lnTo>
                    <a:lnTo>
                      <a:pt x="135" y="257"/>
                    </a:lnTo>
                    <a:lnTo>
                      <a:pt x="132" y="255"/>
                    </a:lnTo>
                    <a:lnTo>
                      <a:pt x="129" y="253"/>
                    </a:lnTo>
                    <a:lnTo>
                      <a:pt x="117" y="248"/>
                    </a:lnTo>
                    <a:lnTo>
                      <a:pt x="105" y="243"/>
                    </a:lnTo>
                    <a:lnTo>
                      <a:pt x="95" y="237"/>
                    </a:lnTo>
                    <a:lnTo>
                      <a:pt x="87" y="229"/>
                    </a:lnTo>
                    <a:lnTo>
                      <a:pt x="84" y="227"/>
                    </a:lnTo>
                    <a:lnTo>
                      <a:pt x="79" y="226"/>
                    </a:lnTo>
                    <a:lnTo>
                      <a:pt x="76" y="227"/>
                    </a:lnTo>
                    <a:lnTo>
                      <a:pt x="72" y="228"/>
                    </a:lnTo>
                    <a:lnTo>
                      <a:pt x="50" y="240"/>
                    </a:lnTo>
                    <a:lnTo>
                      <a:pt x="30" y="207"/>
                    </a:lnTo>
                    <a:lnTo>
                      <a:pt x="51" y="194"/>
                    </a:lnTo>
                    <a:lnTo>
                      <a:pt x="55" y="192"/>
                    </a:lnTo>
                    <a:lnTo>
                      <a:pt x="57" y="188"/>
                    </a:lnTo>
                    <a:lnTo>
                      <a:pt x="58" y="184"/>
                    </a:lnTo>
                    <a:lnTo>
                      <a:pt x="58" y="180"/>
                    </a:lnTo>
                    <a:lnTo>
                      <a:pt x="56" y="168"/>
                    </a:lnTo>
                    <a:lnTo>
                      <a:pt x="55" y="157"/>
                    </a:lnTo>
                    <a:lnTo>
                      <a:pt x="56" y="145"/>
                    </a:lnTo>
                    <a:lnTo>
                      <a:pt x="58" y="134"/>
                    </a:lnTo>
                    <a:lnTo>
                      <a:pt x="58" y="130"/>
                    </a:lnTo>
                    <a:lnTo>
                      <a:pt x="57" y="126"/>
                    </a:lnTo>
                    <a:lnTo>
                      <a:pt x="55" y="123"/>
                    </a:lnTo>
                    <a:lnTo>
                      <a:pt x="51" y="120"/>
                    </a:lnTo>
                    <a:lnTo>
                      <a:pt x="31" y="108"/>
                    </a:lnTo>
                    <a:lnTo>
                      <a:pt x="50" y="73"/>
                    </a:lnTo>
                    <a:lnTo>
                      <a:pt x="72" y="86"/>
                    </a:lnTo>
                    <a:lnTo>
                      <a:pt x="76" y="87"/>
                    </a:lnTo>
                    <a:lnTo>
                      <a:pt x="79" y="87"/>
                    </a:lnTo>
                    <a:lnTo>
                      <a:pt x="84" y="86"/>
                    </a:lnTo>
                    <a:lnTo>
                      <a:pt x="87" y="84"/>
                    </a:lnTo>
                    <a:lnTo>
                      <a:pt x="95" y="78"/>
                    </a:lnTo>
                    <a:lnTo>
                      <a:pt x="105" y="71"/>
                    </a:lnTo>
                    <a:lnTo>
                      <a:pt x="117" y="66"/>
                    </a:lnTo>
                    <a:lnTo>
                      <a:pt x="129" y="62"/>
                    </a:lnTo>
                    <a:lnTo>
                      <a:pt x="132" y="59"/>
                    </a:lnTo>
                    <a:lnTo>
                      <a:pt x="135" y="57"/>
                    </a:lnTo>
                    <a:lnTo>
                      <a:pt x="136" y="53"/>
                    </a:lnTo>
                    <a:lnTo>
                      <a:pt x="137" y="50"/>
                    </a:lnTo>
                    <a:lnTo>
                      <a:pt x="137" y="25"/>
                    </a:lnTo>
                    <a:lnTo>
                      <a:pt x="176" y="25"/>
                    </a:lnTo>
                    <a:lnTo>
                      <a:pt x="176" y="50"/>
                    </a:lnTo>
                    <a:lnTo>
                      <a:pt x="176" y="53"/>
                    </a:lnTo>
                    <a:lnTo>
                      <a:pt x="178" y="57"/>
                    </a:lnTo>
                    <a:lnTo>
                      <a:pt x="181" y="59"/>
                    </a:lnTo>
                    <a:lnTo>
                      <a:pt x="185" y="62"/>
                    </a:lnTo>
                    <a:lnTo>
                      <a:pt x="195" y="66"/>
                    </a:lnTo>
                    <a:lnTo>
                      <a:pt x="205" y="71"/>
                    </a:lnTo>
                    <a:lnTo>
                      <a:pt x="215" y="77"/>
                    </a:lnTo>
                    <a:lnTo>
                      <a:pt x="223" y="84"/>
                    </a:lnTo>
                    <a:lnTo>
                      <a:pt x="227" y="87"/>
                    </a:lnTo>
                    <a:lnTo>
                      <a:pt x="231" y="88"/>
                    </a:lnTo>
                    <a:lnTo>
                      <a:pt x="235" y="88"/>
                    </a:lnTo>
                    <a:lnTo>
                      <a:pt x="239" y="86"/>
                    </a:lnTo>
                    <a:lnTo>
                      <a:pt x="259" y="76"/>
                    </a:lnTo>
                    <a:lnTo>
                      <a:pt x="278" y="108"/>
                    </a:lnTo>
                    <a:lnTo>
                      <a:pt x="258" y="120"/>
                    </a:lnTo>
                    <a:lnTo>
                      <a:pt x="254" y="123"/>
                    </a:lnTo>
                    <a:lnTo>
                      <a:pt x="252" y="126"/>
                    </a:lnTo>
                    <a:lnTo>
                      <a:pt x="251" y="130"/>
                    </a:lnTo>
                    <a:lnTo>
                      <a:pt x="251" y="134"/>
                    </a:lnTo>
                    <a:lnTo>
                      <a:pt x="253" y="145"/>
                    </a:lnTo>
                    <a:lnTo>
                      <a:pt x="254" y="157"/>
                    </a:lnTo>
                    <a:lnTo>
                      <a:pt x="253" y="169"/>
                    </a:lnTo>
                    <a:lnTo>
                      <a:pt x="251" y="180"/>
                    </a:lnTo>
                    <a:lnTo>
                      <a:pt x="251" y="184"/>
                    </a:lnTo>
                    <a:lnTo>
                      <a:pt x="252" y="188"/>
                    </a:lnTo>
                    <a:lnTo>
                      <a:pt x="254" y="192"/>
                    </a:lnTo>
                    <a:lnTo>
                      <a:pt x="258" y="194"/>
                    </a:lnTo>
                    <a:lnTo>
                      <a:pt x="278" y="207"/>
                    </a:lnTo>
                    <a:lnTo>
                      <a:pt x="260" y="240"/>
                    </a:lnTo>
                    <a:close/>
                    <a:moveTo>
                      <a:pt x="302" y="192"/>
                    </a:moveTo>
                    <a:lnTo>
                      <a:pt x="278" y="178"/>
                    </a:lnTo>
                    <a:lnTo>
                      <a:pt x="279" y="167"/>
                    </a:lnTo>
                    <a:lnTo>
                      <a:pt x="279" y="157"/>
                    </a:lnTo>
                    <a:lnTo>
                      <a:pt x="279" y="148"/>
                    </a:lnTo>
                    <a:lnTo>
                      <a:pt x="278" y="138"/>
                    </a:lnTo>
                    <a:lnTo>
                      <a:pt x="302" y="124"/>
                    </a:lnTo>
                    <a:lnTo>
                      <a:pt x="304" y="123"/>
                    </a:lnTo>
                    <a:lnTo>
                      <a:pt x="306" y="121"/>
                    </a:lnTo>
                    <a:lnTo>
                      <a:pt x="307" y="119"/>
                    </a:lnTo>
                    <a:lnTo>
                      <a:pt x="308" y="116"/>
                    </a:lnTo>
                    <a:lnTo>
                      <a:pt x="308" y="111"/>
                    </a:lnTo>
                    <a:lnTo>
                      <a:pt x="306" y="106"/>
                    </a:lnTo>
                    <a:lnTo>
                      <a:pt x="275" y="51"/>
                    </a:lnTo>
                    <a:lnTo>
                      <a:pt x="273" y="49"/>
                    </a:lnTo>
                    <a:lnTo>
                      <a:pt x="271" y="47"/>
                    </a:lnTo>
                    <a:lnTo>
                      <a:pt x="269" y="46"/>
                    </a:lnTo>
                    <a:lnTo>
                      <a:pt x="266" y="44"/>
                    </a:lnTo>
                    <a:lnTo>
                      <a:pt x="262" y="44"/>
                    </a:lnTo>
                    <a:lnTo>
                      <a:pt x="256" y="46"/>
                    </a:lnTo>
                    <a:lnTo>
                      <a:pt x="234" y="59"/>
                    </a:lnTo>
                    <a:lnTo>
                      <a:pt x="226" y="54"/>
                    </a:lnTo>
                    <a:lnTo>
                      <a:pt x="218" y="49"/>
                    </a:lnTo>
                    <a:lnTo>
                      <a:pt x="210" y="44"/>
                    </a:lnTo>
                    <a:lnTo>
                      <a:pt x="202" y="41"/>
                    </a:lnTo>
                    <a:lnTo>
                      <a:pt x="202" y="13"/>
                    </a:lnTo>
                    <a:lnTo>
                      <a:pt x="201" y="8"/>
                    </a:lnTo>
                    <a:lnTo>
                      <a:pt x="197" y="4"/>
                    </a:lnTo>
                    <a:lnTo>
                      <a:pt x="193" y="2"/>
                    </a:lnTo>
                    <a:lnTo>
                      <a:pt x="189" y="0"/>
                    </a:lnTo>
                    <a:lnTo>
                      <a:pt x="124" y="0"/>
                    </a:lnTo>
                    <a:lnTo>
                      <a:pt x="119" y="2"/>
                    </a:lnTo>
                    <a:lnTo>
                      <a:pt x="116" y="4"/>
                    </a:lnTo>
                    <a:lnTo>
                      <a:pt x="113" y="8"/>
                    </a:lnTo>
                    <a:lnTo>
                      <a:pt x="112" y="13"/>
                    </a:lnTo>
                    <a:lnTo>
                      <a:pt x="112" y="41"/>
                    </a:lnTo>
                    <a:lnTo>
                      <a:pt x="102" y="44"/>
                    </a:lnTo>
                    <a:lnTo>
                      <a:pt x="93" y="50"/>
                    </a:lnTo>
                    <a:lnTo>
                      <a:pt x="85" y="54"/>
                    </a:lnTo>
                    <a:lnTo>
                      <a:pt x="77" y="59"/>
                    </a:lnTo>
                    <a:lnTo>
                      <a:pt x="52" y="46"/>
                    </a:lnTo>
                    <a:lnTo>
                      <a:pt x="47" y="44"/>
                    </a:lnTo>
                    <a:lnTo>
                      <a:pt x="43" y="44"/>
                    </a:lnTo>
                    <a:lnTo>
                      <a:pt x="37" y="47"/>
                    </a:lnTo>
                    <a:lnTo>
                      <a:pt x="34" y="51"/>
                    </a:lnTo>
                    <a:lnTo>
                      <a:pt x="2" y="106"/>
                    </a:lnTo>
                    <a:lnTo>
                      <a:pt x="1" y="111"/>
                    </a:lnTo>
                    <a:lnTo>
                      <a:pt x="1" y="116"/>
                    </a:lnTo>
                    <a:lnTo>
                      <a:pt x="2" y="119"/>
                    </a:lnTo>
                    <a:lnTo>
                      <a:pt x="3" y="121"/>
                    </a:lnTo>
                    <a:lnTo>
                      <a:pt x="5" y="123"/>
                    </a:lnTo>
                    <a:lnTo>
                      <a:pt x="7" y="124"/>
                    </a:lnTo>
                    <a:lnTo>
                      <a:pt x="31" y="138"/>
                    </a:lnTo>
                    <a:lnTo>
                      <a:pt x="30" y="148"/>
                    </a:lnTo>
                    <a:lnTo>
                      <a:pt x="29" y="157"/>
                    </a:lnTo>
                    <a:lnTo>
                      <a:pt x="30" y="167"/>
                    </a:lnTo>
                    <a:lnTo>
                      <a:pt x="31" y="178"/>
                    </a:lnTo>
                    <a:lnTo>
                      <a:pt x="6" y="192"/>
                    </a:lnTo>
                    <a:lnTo>
                      <a:pt x="4" y="193"/>
                    </a:lnTo>
                    <a:lnTo>
                      <a:pt x="3" y="194"/>
                    </a:lnTo>
                    <a:lnTo>
                      <a:pt x="2" y="196"/>
                    </a:lnTo>
                    <a:lnTo>
                      <a:pt x="1" y="199"/>
                    </a:lnTo>
                    <a:lnTo>
                      <a:pt x="0" y="203"/>
                    </a:lnTo>
                    <a:lnTo>
                      <a:pt x="2" y="208"/>
                    </a:lnTo>
                    <a:lnTo>
                      <a:pt x="34" y="263"/>
                    </a:lnTo>
                    <a:lnTo>
                      <a:pt x="37" y="268"/>
                    </a:lnTo>
                    <a:lnTo>
                      <a:pt x="42" y="270"/>
                    </a:lnTo>
                    <a:lnTo>
                      <a:pt x="46" y="270"/>
                    </a:lnTo>
                    <a:lnTo>
                      <a:pt x="51" y="269"/>
                    </a:lnTo>
                    <a:lnTo>
                      <a:pt x="77" y="254"/>
                    </a:lnTo>
                    <a:lnTo>
                      <a:pt x="85" y="259"/>
                    </a:lnTo>
                    <a:lnTo>
                      <a:pt x="93" y="266"/>
                    </a:lnTo>
                    <a:lnTo>
                      <a:pt x="102" y="270"/>
                    </a:lnTo>
                    <a:lnTo>
                      <a:pt x="112" y="274"/>
                    </a:lnTo>
                    <a:lnTo>
                      <a:pt x="112" y="302"/>
                    </a:lnTo>
                    <a:lnTo>
                      <a:pt x="113" y="306"/>
                    </a:lnTo>
                    <a:lnTo>
                      <a:pt x="116" y="311"/>
                    </a:lnTo>
                    <a:lnTo>
                      <a:pt x="119" y="314"/>
                    </a:lnTo>
                    <a:lnTo>
                      <a:pt x="124" y="315"/>
                    </a:lnTo>
                    <a:lnTo>
                      <a:pt x="189" y="315"/>
                    </a:lnTo>
                    <a:lnTo>
                      <a:pt x="193" y="314"/>
                    </a:lnTo>
                    <a:lnTo>
                      <a:pt x="197" y="311"/>
                    </a:lnTo>
                    <a:lnTo>
                      <a:pt x="201" y="306"/>
                    </a:lnTo>
                    <a:lnTo>
                      <a:pt x="202" y="302"/>
                    </a:lnTo>
                    <a:lnTo>
                      <a:pt x="202" y="274"/>
                    </a:lnTo>
                    <a:lnTo>
                      <a:pt x="210" y="270"/>
                    </a:lnTo>
                    <a:lnTo>
                      <a:pt x="218" y="266"/>
                    </a:lnTo>
                    <a:lnTo>
                      <a:pt x="226" y="260"/>
                    </a:lnTo>
                    <a:lnTo>
                      <a:pt x="234" y="255"/>
                    </a:lnTo>
                    <a:lnTo>
                      <a:pt x="258" y="268"/>
                    </a:lnTo>
                    <a:lnTo>
                      <a:pt x="262" y="270"/>
                    </a:lnTo>
                    <a:lnTo>
                      <a:pt x="267" y="270"/>
                    </a:lnTo>
                    <a:lnTo>
                      <a:pt x="271" y="268"/>
                    </a:lnTo>
                    <a:lnTo>
                      <a:pt x="275" y="263"/>
                    </a:lnTo>
                    <a:lnTo>
                      <a:pt x="307" y="208"/>
                    </a:lnTo>
                    <a:lnTo>
                      <a:pt x="308" y="202"/>
                    </a:lnTo>
                    <a:lnTo>
                      <a:pt x="308" y="198"/>
                    </a:lnTo>
                    <a:lnTo>
                      <a:pt x="306" y="194"/>
                    </a:lnTo>
                    <a:lnTo>
                      <a:pt x="302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68BBA6-DBB2-AC6C-0032-14D5F70DCC74}"/>
                </a:ext>
              </a:extLst>
            </p:cNvPr>
            <p:cNvGrpSpPr/>
            <p:nvPr/>
          </p:nvGrpSpPr>
          <p:grpSpPr>
            <a:xfrm flipH="1">
              <a:off x="7334583" y="2426462"/>
              <a:ext cx="493396" cy="493396"/>
              <a:chOff x="8736013" y="1925638"/>
              <a:chExt cx="287338" cy="287338"/>
            </a:xfrm>
            <a:solidFill>
              <a:schemeClr val="bg1"/>
            </a:solidFill>
          </p:grpSpPr>
          <p:sp>
            <p:nvSpPr>
              <p:cNvPr id="28" name="Freeform 97">
                <a:extLst>
                  <a:ext uri="{FF2B5EF4-FFF2-40B4-BE49-F238E27FC236}">
                    <a16:creationId xmlns:a16="http://schemas.microsoft.com/office/drawing/2014/main" id="{EFDA455F-5CB9-5222-C9C4-DF70D6E554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6013" y="1925638"/>
                <a:ext cx="287338" cy="287338"/>
              </a:xfrm>
              <a:custGeom>
                <a:avLst/>
                <a:gdLst>
                  <a:gd name="T0" fmla="*/ 481 w 902"/>
                  <a:gd name="T1" fmla="*/ 863 h 902"/>
                  <a:gd name="T2" fmla="*/ 872 w 902"/>
                  <a:gd name="T3" fmla="*/ 219 h 902"/>
                  <a:gd name="T4" fmla="*/ 30 w 902"/>
                  <a:gd name="T5" fmla="*/ 219 h 902"/>
                  <a:gd name="T6" fmla="*/ 451 w 902"/>
                  <a:gd name="T7" fmla="*/ 864 h 902"/>
                  <a:gd name="T8" fmla="*/ 30 w 902"/>
                  <a:gd name="T9" fmla="*/ 219 h 902"/>
                  <a:gd name="T10" fmla="*/ 54 w 902"/>
                  <a:gd name="T11" fmla="*/ 197 h 902"/>
                  <a:gd name="T12" fmla="*/ 648 w 902"/>
                  <a:gd name="T13" fmla="*/ 290 h 902"/>
                  <a:gd name="T14" fmla="*/ 466 w 902"/>
                  <a:gd name="T15" fmla="*/ 32 h 902"/>
                  <a:gd name="T16" fmla="*/ 683 w 902"/>
                  <a:gd name="T17" fmla="*/ 274 h 902"/>
                  <a:gd name="T18" fmla="*/ 466 w 902"/>
                  <a:gd name="T19" fmla="*/ 32 h 902"/>
                  <a:gd name="T20" fmla="*/ 902 w 902"/>
                  <a:gd name="T21" fmla="*/ 195 h 902"/>
                  <a:gd name="T22" fmla="*/ 901 w 902"/>
                  <a:gd name="T23" fmla="*/ 191 h 902"/>
                  <a:gd name="T24" fmla="*/ 901 w 902"/>
                  <a:gd name="T25" fmla="*/ 190 h 902"/>
                  <a:gd name="T26" fmla="*/ 898 w 902"/>
                  <a:gd name="T27" fmla="*/ 186 h 902"/>
                  <a:gd name="T28" fmla="*/ 898 w 902"/>
                  <a:gd name="T29" fmla="*/ 185 h 902"/>
                  <a:gd name="T30" fmla="*/ 896 w 902"/>
                  <a:gd name="T31" fmla="*/ 184 h 902"/>
                  <a:gd name="T32" fmla="*/ 893 w 902"/>
                  <a:gd name="T33" fmla="*/ 183 h 902"/>
                  <a:gd name="T34" fmla="*/ 892 w 902"/>
                  <a:gd name="T35" fmla="*/ 182 h 902"/>
                  <a:gd name="T36" fmla="*/ 469 w 902"/>
                  <a:gd name="T37" fmla="*/ 0 h 902"/>
                  <a:gd name="T38" fmla="*/ 463 w 902"/>
                  <a:gd name="T39" fmla="*/ 0 h 902"/>
                  <a:gd name="T40" fmla="*/ 10 w 902"/>
                  <a:gd name="T41" fmla="*/ 182 h 902"/>
                  <a:gd name="T42" fmla="*/ 9 w 902"/>
                  <a:gd name="T43" fmla="*/ 183 h 902"/>
                  <a:gd name="T44" fmla="*/ 6 w 902"/>
                  <a:gd name="T45" fmla="*/ 184 h 902"/>
                  <a:gd name="T46" fmla="*/ 4 w 902"/>
                  <a:gd name="T47" fmla="*/ 185 h 902"/>
                  <a:gd name="T48" fmla="*/ 4 w 902"/>
                  <a:gd name="T49" fmla="*/ 186 h 902"/>
                  <a:gd name="T50" fmla="*/ 1 w 902"/>
                  <a:gd name="T51" fmla="*/ 189 h 902"/>
                  <a:gd name="T52" fmla="*/ 1 w 902"/>
                  <a:gd name="T53" fmla="*/ 190 h 902"/>
                  <a:gd name="T54" fmla="*/ 0 w 902"/>
                  <a:gd name="T55" fmla="*/ 195 h 902"/>
                  <a:gd name="T56" fmla="*/ 0 w 902"/>
                  <a:gd name="T57" fmla="*/ 195 h 902"/>
                  <a:gd name="T58" fmla="*/ 0 w 902"/>
                  <a:gd name="T59" fmla="*/ 195 h 902"/>
                  <a:gd name="T60" fmla="*/ 0 w 902"/>
                  <a:gd name="T61" fmla="*/ 681 h 902"/>
                  <a:gd name="T62" fmla="*/ 5 w 902"/>
                  <a:gd name="T63" fmla="*/ 688 h 902"/>
                  <a:gd name="T64" fmla="*/ 460 w 902"/>
                  <a:gd name="T65" fmla="*/ 901 h 902"/>
                  <a:gd name="T66" fmla="*/ 461 w 902"/>
                  <a:gd name="T67" fmla="*/ 901 h 902"/>
                  <a:gd name="T68" fmla="*/ 466 w 902"/>
                  <a:gd name="T69" fmla="*/ 902 h 902"/>
                  <a:gd name="T70" fmla="*/ 472 w 902"/>
                  <a:gd name="T71" fmla="*/ 901 h 902"/>
                  <a:gd name="T72" fmla="*/ 472 w 902"/>
                  <a:gd name="T73" fmla="*/ 900 h 902"/>
                  <a:gd name="T74" fmla="*/ 897 w 902"/>
                  <a:gd name="T75" fmla="*/ 688 h 902"/>
                  <a:gd name="T76" fmla="*/ 901 w 902"/>
                  <a:gd name="T77" fmla="*/ 681 h 902"/>
                  <a:gd name="T78" fmla="*/ 902 w 902"/>
                  <a:gd name="T79" fmla="*/ 195 h 902"/>
                  <a:gd name="T80" fmla="*/ 902 w 902"/>
                  <a:gd name="T81" fmla="*/ 195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02" h="902">
                    <a:moveTo>
                      <a:pt x="872" y="668"/>
                    </a:moveTo>
                    <a:lnTo>
                      <a:pt x="481" y="863"/>
                    </a:lnTo>
                    <a:lnTo>
                      <a:pt x="481" y="401"/>
                    </a:lnTo>
                    <a:lnTo>
                      <a:pt x="872" y="219"/>
                    </a:lnTo>
                    <a:lnTo>
                      <a:pt x="872" y="668"/>
                    </a:lnTo>
                    <a:close/>
                    <a:moveTo>
                      <a:pt x="30" y="219"/>
                    </a:moveTo>
                    <a:lnTo>
                      <a:pt x="451" y="401"/>
                    </a:lnTo>
                    <a:lnTo>
                      <a:pt x="451" y="864"/>
                    </a:lnTo>
                    <a:lnTo>
                      <a:pt x="30" y="667"/>
                    </a:lnTo>
                    <a:lnTo>
                      <a:pt x="30" y="219"/>
                    </a:lnTo>
                    <a:close/>
                    <a:moveTo>
                      <a:pt x="466" y="374"/>
                    </a:moveTo>
                    <a:lnTo>
                      <a:pt x="54" y="197"/>
                    </a:lnTo>
                    <a:lnTo>
                      <a:pt x="266" y="112"/>
                    </a:lnTo>
                    <a:lnTo>
                      <a:pt x="648" y="290"/>
                    </a:lnTo>
                    <a:lnTo>
                      <a:pt x="466" y="374"/>
                    </a:lnTo>
                    <a:close/>
                    <a:moveTo>
                      <a:pt x="466" y="32"/>
                    </a:moveTo>
                    <a:lnTo>
                      <a:pt x="851" y="197"/>
                    </a:lnTo>
                    <a:lnTo>
                      <a:pt x="683" y="274"/>
                    </a:lnTo>
                    <a:lnTo>
                      <a:pt x="304" y="97"/>
                    </a:lnTo>
                    <a:lnTo>
                      <a:pt x="466" y="32"/>
                    </a:lnTo>
                    <a:close/>
                    <a:moveTo>
                      <a:pt x="902" y="195"/>
                    </a:moveTo>
                    <a:lnTo>
                      <a:pt x="902" y="195"/>
                    </a:lnTo>
                    <a:lnTo>
                      <a:pt x="902" y="193"/>
                    </a:lnTo>
                    <a:lnTo>
                      <a:pt x="901" y="191"/>
                    </a:lnTo>
                    <a:lnTo>
                      <a:pt x="901" y="190"/>
                    </a:lnTo>
                    <a:lnTo>
                      <a:pt x="901" y="190"/>
                    </a:lnTo>
                    <a:lnTo>
                      <a:pt x="900" y="188"/>
                    </a:lnTo>
                    <a:lnTo>
                      <a:pt x="898" y="186"/>
                    </a:lnTo>
                    <a:lnTo>
                      <a:pt x="898" y="186"/>
                    </a:lnTo>
                    <a:lnTo>
                      <a:pt x="898" y="185"/>
                    </a:lnTo>
                    <a:lnTo>
                      <a:pt x="897" y="184"/>
                    </a:lnTo>
                    <a:lnTo>
                      <a:pt x="896" y="184"/>
                    </a:lnTo>
                    <a:lnTo>
                      <a:pt x="895" y="183"/>
                    </a:lnTo>
                    <a:lnTo>
                      <a:pt x="893" y="183"/>
                    </a:lnTo>
                    <a:lnTo>
                      <a:pt x="893" y="183"/>
                    </a:lnTo>
                    <a:lnTo>
                      <a:pt x="892" y="182"/>
                    </a:lnTo>
                    <a:lnTo>
                      <a:pt x="471" y="2"/>
                    </a:lnTo>
                    <a:lnTo>
                      <a:pt x="469" y="0"/>
                    </a:lnTo>
                    <a:lnTo>
                      <a:pt x="466" y="0"/>
                    </a:lnTo>
                    <a:lnTo>
                      <a:pt x="463" y="0"/>
                    </a:lnTo>
                    <a:lnTo>
                      <a:pt x="461" y="2"/>
                    </a:lnTo>
                    <a:lnTo>
                      <a:pt x="10" y="182"/>
                    </a:lnTo>
                    <a:lnTo>
                      <a:pt x="9" y="182"/>
                    </a:lnTo>
                    <a:lnTo>
                      <a:pt x="9" y="183"/>
                    </a:lnTo>
                    <a:lnTo>
                      <a:pt x="8" y="183"/>
                    </a:lnTo>
                    <a:lnTo>
                      <a:pt x="6" y="184"/>
                    </a:lnTo>
                    <a:lnTo>
                      <a:pt x="5" y="184"/>
                    </a:lnTo>
                    <a:lnTo>
                      <a:pt x="4" y="185"/>
                    </a:lnTo>
                    <a:lnTo>
                      <a:pt x="4" y="185"/>
                    </a:lnTo>
                    <a:lnTo>
                      <a:pt x="4" y="186"/>
                    </a:lnTo>
                    <a:lnTo>
                      <a:pt x="2" y="187"/>
                    </a:lnTo>
                    <a:lnTo>
                      <a:pt x="1" y="189"/>
                    </a:lnTo>
                    <a:lnTo>
                      <a:pt x="1" y="190"/>
                    </a:lnTo>
                    <a:lnTo>
                      <a:pt x="1" y="190"/>
                    </a:lnTo>
                    <a:lnTo>
                      <a:pt x="0" y="192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676"/>
                    </a:lnTo>
                    <a:lnTo>
                      <a:pt x="0" y="681"/>
                    </a:lnTo>
                    <a:lnTo>
                      <a:pt x="2" y="685"/>
                    </a:lnTo>
                    <a:lnTo>
                      <a:pt x="5" y="688"/>
                    </a:lnTo>
                    <a:lnTo>
                      <a:pt x="9" y="690"/>
                    </a:lnTo>
                    <a:lnTo>
                      <a:pt x="460" y="901"/>
                    </a:lnTo>
                    <a:lnTo>
                      <a:pt x="460" y="901"/>
                    </a:lnTo>
                    <a:lnTo>
                      <a:pt x="461" y="901"/>
                    </a:lnTo>
                    <a:lnTo>
                      <a:pt x="463" y="902"/>
                    </a:lnTo>
                    <a:lnTo>
                      <a:pt x="466" y="902"/>
                    </a:lnTo>
                    <a:lnTo>
                      <a:pt x="469" y="902"/>
                    </a:lnTo>
                    <a:lnTo>
                      <a:pt x="472" y="901"/>
                    </a:lnTo>
                    <a:lnTo>
                      <a:pt x="472" y="901"/>
                    </a:lnTo>
                    <a:lnTo>
                      <a:pt x="472" y="900"/>
                    </a:lnTo>
                    <a:lnTo>
                      <a:pt x="893" y="690"/>
                    </a:lnTo>
                    <a:lnTo>
                      <a:pt x="897" y="688"/>
                    </a:lnTo>
                    <a:lnTo>
                      <a:pt x="900" y="685"/>
                    </a:lnTo>
                    <a:lnTo>
                      <a:pt x="901" y="681"/>
                    </a:lnTo>
                    <a:lnTo>
                      <a:pt x="902" y="676"/>
                    </a:lnTo>
                    <a:lnTo>
                      <a:pt x="902" y="195"/>
                    </a:lnTo>
                    <a:lnTo>
                      <a:pt x="902" y="195"/>
                    </a:lnTo>
                    <a:lnTo>
                      <a:pt x="902" y="1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98">
                <a:extLst>
                  <a:ext uri="{FF2B5EF4-FFF2-40B4-BE49-F238E27FC236}">
                    <a16:creationId xmlns:a16="http://schemas.microsoft.com/office/drawing/2014/main" id="{FC2EE945-09F9-0AB3-4D9A-54D8E57DE5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74113" y="2041525"/>
                <a:ext cx="77788" cy="100013"/>
              </a:xfrm>
              <a:custGeom>
                <a:avLst/>
                <a:gdLst>
                  <a:gd name="T0" fmla="*/ 211 w 241"/>
                  <a:gd name="T1" fmla="*/ 278 h 315"/>
                  <a:gd name="T2" fmla="*/ 30 w 241"/>
                  <a:gd name="T3" fmla="*/ 201 h 315"/>
                  <a:gd name="T4" fmla="*/ 30 w 241"/>
                  <a:gd name="T5" fmla="*/ 38 h 315"/>
                  <a:gd name="T6" fmla="*/ 211 w 241"/>
                  <a:gd name="T7" fmla="*/ 115 h 315"/>
                  <a:gd name="T8" fmla="*/ 211 w 241"/>
                  <a:gd name="T9" fmla="*/ 278 h 315"/>
                  <a:gd name="T10" fmla="*/ 231 w 241"/>
                  <a:gd name="T11" fmla="*/ 92 h 315"/>
                  <a:gd name="T12" fmla="*/ 21 w 241"/>
                  <a:gd name="T13" fmla="*/ 2 h 315"/>
                  <a:gd name="T14" fmla="*/ 17 w 241"/>
                  <a:gd name="T15" fmla="*/ 0 h 315"/>
                  <a:gd name="T16" fmla="*/ 14 w 241"/>
                  <a:gd name="T17" fmla="*/ 0 h 315"/>
                  <a:gd name="T18" fmla="*/ 11 w 241"/>
                  <a:gd name="T19" fmla="*/ 0 h 315"/>
                  <a:gd name="T20" fmla="*/ 6 w 241"/>
                  <a:gd name="T21" fmla="*/ 3 h 315"/>
                  <a:gd name="T22" fmla="*/ 4 w 241"/>
                  <a:gd name="T23" fmla="*/ 5 h 315"/>
                  <a:gd name="T24" fmla="*/ 2 w 241"/>
                  <a:gd name="T25" fmla="*/ 8 h 315"/>
                  <a:gd name="T26" fmla="*/ 1 w 241"/>
                  <a:gd name="T27" fmla="*/ 11 h 315"/>
                  <a:gd name="T28" fmla="*/ 0 w 241"/>
                  <a:gd name="T29" fmla="*/ 15 h 315"/>
                  <a:gd name="T30" fmla="*/ 0 w 241"/>
                  <a:gd name="T31" fmla="*/ 210 h 315"/>
                  <a:gd name="T32" fmla="*/ 1 w 241"/>
                  <a:gd name="T33" fmla="*/ 215 h 315"/>
                  <a:gd name="T34" fmla="*/ 2 w 241"/>
                  <a:gd name="T35" fmla="*/ 219 h 315"/>
                  <a:gd name="T36" fmla="*/ 5 w 241"/>
                  <a:gd name="T37" fmla="*/ 222 h 315"/>
                  <a:gd name="T38" fmla="*/ 10 w 241"/>
                  <a:gd name="T39" fmla="*/ 224 h 315"/>
                  <a:gd name="T40" fmla="*/ 220 w 241"/>
                  <a:gd name="T41" fmla="*/ 314 h 315"/>
                  <a:gd name="T42" fmla="*/ 223 w 241"/>
                  <a:gd name="T43" fmla="*/ 315 h 315"/>
                  <a:gd name="T44" fmla="*/ 226 w 241"/>
                  <a:gd name="T45" fmla="*/ 315 h 315"/>
                  <a:gd name="T46" fmla="*/ 230 w 241"/>
                  <a:gd name="T47" fmla="*/ 315 h 315"/>
                  <a:gd name="T48" fmla="*/ 234 w 241"/>
                  <a:gd name="T49" fmla="*/ 313 h 315"/>
                  <a:gd name="T50" fmla="*/ 237 w 241"/>
                  <a:gd name="T51" fmla="*/ 311 h 315"/>
                  <a:gd name="T52" fmla="*/ 239 w 241"/>
                  <a:gd name="T53" fmla="*/ 308 h 315"/>
                  <a:gd name="T54" fmla="*/ 240 w 241"/>
                  <a:gd name="T55" fmla="*/ 305 h 315"/>
                  <a:gd name="T56" fmla="*/ 241 w 241"/>
                  <a:gd name="T57" fmla="*/ 300 h 315"/>
                  <a:gd name="T58" fmla="*/ 241 w 241"/>
                  <a:gd name="T59" fmla="*/ 105 h 315"/>
                  <a:gd name="T60" fmla="*/ 240 w 241"/>
                  <a:gd name="T61" fmla="*/ 101 h 315"/>
                  <a:gd name="T62" fmla="*/ 238 w 241"/>
                  <a:gd name="T63" fmla="*/ 97 h 315"/>
                  <a:gd name="T64" fmla="*/ 236 w 241"/>
                  <a:gd name="T65" fmla="*/ 94 h 315"/>
                  <a:gd name="T66" fmla="*/ 231 w 241"/>
                  <a:gd name="T67" fmla="*/ 92 h 315"/>
                  <a:gd name="T68" fmla="*/ 231 w 241"/>
                  <a:gd name="T69" fmla="*/ 92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5">
                    <a:moveTo>
                      <a:pt x="211" y="278"/>
                    </a:moveTo>
                    <a:lnTo>
                      <a:pt x="30" y="201"/>
                    </a:lnTo>
                    <a:lnTo>
                      <a:pt x="30" y="38"/>
                    </a:lnTo>
                    <a:lnTo>
                      <a:pt x="211" y="115"/>
                    </a:lnTo>
                    <a:lnTo>
                      <a:pt x="211" y="278"/>
                    </a:lnTo>
                    <a:close/>
                    <a:moveTo>
                      <a:pt x="231" y="92"/>
                    </a:moveTo>
                    <a:lnTo>
                      <a:pt x="21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8"/>
                    </a:lnTo>
                    <a:lnTo>
                      <a:pt x="1" y="11"/>
                    </a:lnTo>
                    <a:lnTo>
                      <a:pt x="0" y="15"/>
                    </a:lnTo>
                    <a:lnTo>
                      <a:pt x="0" y="210"/>
                    </a:lnTo>
                    <a:lnTo>
                      <a:pt x="1" y="215"/>
                    </a:lnTo>
                    <a:lnTo>
                      <a:pt x="2" y="219"/>
                    </a:lnTo>
                    <a:lnTo>
                      <a:pt x="5" y="222"/>
                    </a:lnTo>
                    <a:lnTo>
                      <a:pt x="10" y="224"/>
                    </a:lnTo>
                    <a:lnTo>
                      <a:pt x="220" y="314"/>
                    </a:lnTo>
                    <a:lnTo>
                      <a:pt x="223" y="315"/>
                    </a:lnTo>
                    <a:lnTo>
                      <a:pt x="226" y="315"/>
                    </a:lnTo>
                    <a:lnTo>
                      <a:pt x="230" y="315"/>
                    </a:lnTo>
                    <a:lnTo>
                      <a:pt x="234" y="313"/>
                    </a:lnTo>
                    <a:lnTo>
                      <a:pt x="237" y="311"/>
                    </a:lnTo>
                    <a:lnTo>
                      <a:pt x="239" y="308"/>
                    </a:lnTo>
                    <a:lnTo>
                      <a:pt x="240" y="305"/>
                    </a:lnTo>
                    <a:lnTo>
                      <a:pt x="241" y="300"/>
                    </a:lnTo>
                    <a:lnTo>
                      <a:pt x="241" y="105"/>
                    </a:lnTo>
                    <a:lnTo>
                      <a:pt x="240" y="101"/>
                    </a:lnTo>
                    <a:lnTo>
                      <a:pt x="238" y="97"/>
                    </a:lnTo>
                    <a:lnTo>
                      <a:pt x="236" y="94"/>
                    </a:lnTo>
                    <a:lnTo>
                      <a:pt x="231" y="92"/>
                    </a:lnTo>
                    <a:lnTo>
                      <a:pt x="231" y="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6F2A70-B503-7117-71C1-87B952212E0C}"/>
                </a:ext>
              </a:extLst>
            </p:cNvPr>
            <p:cNvGrpSpPr/>
            <p:nvPr/>
          </p:nvGrpSpPr>
          <p:grpSpPr>
            <a:xfrm flipH="1">
              <a:off x="10305143" y="2459173"/>
              <a:ext cx="493396" cy="427974"/>
              <a:chOff x="8736013" y="2536825"/>
              <a:chExt cx="287338" cy="249238"/>
            </a:xfrm>
            <a:solidFill>
              <a:schemeClr val="bg1"/>
            </a:solidFill>
          </p:grpSpPr>
          <p:sp>
            <p:nvSpPr>
              <p:cNvPr id="22" name="Freeform 219">
                <a:extLst>
                  <a:ext uri="{FF2B5EF4-FFF2-40B4-BE49-F238E27FC236}">
                    <a16:creationId xmlns:a16="http://schemas.microsoft.com/office/drawing/2014/main" id="{C6A2BAAE-8F30-2F55-FF78-E813E5EE14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93163" y="2632075"/>
                <a:ext cx="230188" cy="153988"/>
              </a:xfrm>
              <a:custGeom>
                <a:avLst/>
                <a:gdLst>
                  <a:gd name="T0" fmla="*/ 621 w 722"/>
                  <a:gd name="T1" fmla="*/ 368 h 481"/>
                  <a:gd name="T2" fmla="*/ 588 w 722"/>
                  <a:gd name="T3" fmla="*/ 338 h 481"/>
                  <a:gd name="T4" fmla="*/ 557 w 722"/>
                  <a:gd name="T5" fmla="*/ 331 h 481"/>
                  <a:gd name="T6" fmla="*/ 525 w 722"/>
                  <a:gd name="T7" fmla="*/ 338 h 481"/>
                  <a:gd name="T8" fmla="*/ 493 w 722"/>
                  <a:gd name="T9" fmla="*/ 368 h 481"/>
                  <a:gd name="T10" fmla="*/ 451 w 722"/>
                  <a:gd name="T11" fmla="*/ 391 h 481"/>
                  <a:gd name="T12" fmla="*/ 557 w 722"/>
                  <a:gd name="T13" fmla="*/ 451 h 481"/>
                  <a:gd name="T14" fmla="*/ 520 w 722"/>
                  <a:gd name="T15" fmla="*/ 432 h 481"/>
                  <a:gd name="T16" fmla="*/ 515 w 722"/>
                  <a:gd name="T17" fmla="*/ 389 h 481"/>
                  <a:gd name="T18" fmla="*/ 547 w 722"/>
                  <a:gd name="T19" fmla="*/ 362 h 481"/>
                  <a:gd name="T20" fmla="*/ 588 w 722"/>
                  <a:gd name="T21" fmla="*/ 374 h 481"/>
                  <a:gd name="T22" fmla="*/ 601 w 722"/>
                  <a:gd name="T23" fmla="*/ 415 h 481"/>
                  <a:gd name="T24" fmla="*/ 574 w 722"/>
                  <a:gd name="T25" fmla="*/ 448 h 481"/>
                  <a:gd name="T26" fmla="*/ 451 w 722"/>
                  <a:gd name="T27" fmla="*/ 241 h 481"/>
                  <a:gd name="T28" fmla="*/ 163 w 722"/>
                  <a:gd name="T29" fmla="*/ 448 h 481"/>
                  <a:gd name="T30" fmla="*/ 136 w 722"/>
                  <a:gd name="T31" fmla="*/ 415 h 481"/>
                  <a:gd name="T32" fmla="*/ 149 w 722"/>
                  <a:gd name="T33" fmla="*/ 374 h 481"/>
                  <a:gd name="T34" fmla="*/ 190 w 722"/>
                  <a:gd name="T35" fmla="*/ 362 h 481"/>
                  <a:gd name="T36" fmla="*/ 222 w 722"/>
                  <a:gd name="T37" fmla="*/ 389 h 481"/>
                  <a:gd name="T38" fmla="*/ 219 w 722"/>
                  <a:gd name="T39" fmla="*/ 431 h 481"/>
                  <a:gd name="T40" fmla="*/ 181 w 722"/>
                  <a:gd name="T41" fmla="*/ 451 h 481"/>
                  <a:gd name="T42" fmla="*/ 565 w 722"/>
                  <a:gd name="T43" fmla="*/ 94 h 481"/>
                  <a:gd name="T44" fmla="*/ 451 w 722"/>
                  <a:gd name="T45" fmla="*/ 15 h 481"/>
                  <a:gd name="T46" fmla="*/ 445 w 722"/>
                  <a:gd name="T47" fmla="*/ 3 h 481"/>
                  <a:gd name="T48" fmla="*/ 253 w 722"/>
                  <a:gd name="T49" fmla="*/ 0 h 481"/>
                  <a:gd name="T50" fmla="*/ 242 w 722"/>
                  <a:gd name="T51" fmla="*/ 10 h 481"/>
                  <a:gd name="T52" fmla="*/ 243 w 722"/>
                  <a:gd name="T53" fmla="*/ 24 h 481"/>
                  <a:gd name="T54" fmla="*/ 256 w 722"/>
                  <a:gd name="T55" fmla="*/ 30 h 481"/>
                  <a:gd name="T56" fmla="*/ 251 w 722"/>
                  <a:gd name="T57" fmla="*/ 378 h 481"/>
                  <a:gd name="T58" fmla="*/ 224 w 722"/>
                  <a:gd name="T59" fmla="*/ 344 h 481"/>
                  <a:gd name="T60" fmla="*/ 194 w 722"/>
                  <a:gd name="T61" fmla="*/ 332 h 481"/>
                  <a:gd name="T62" fmla="*/ 161 w 722"/>
                  <a:gd name="T63" fmla="*/ 334 h 481"/>
                  <a:gd name="T64" fmla="*/ 133 w 722"/>
                  <a:gd name="T65" fmla="*/ 349 h 481"/>
                  <a:gd name="T66" fmla="*/ 108 w 722"/>
                  <a:gd name="T67" fmla="*/ 385 h 481"/>
                  <a:gd name="T68" fmla="*/ 29 w 722"/>
                  <a:gd name="T69" fmla="*/ 115 h 481"/>
                  <a:gd name="T70" fmla="*/ 18 w 722"/>
                  <a:gd name="T71" fmla="*/ 106 h 481"/>
                  <a:gd name="T72" fmla="*/ 4 w 722"/>
                  <a:gd name="T73" fmla="*/ 110 h 481"/>
                  <a:gd name="T74" fmla="*/ 0 w 722"/>
                  <a:gd name="T75" fmla="*/ 406 h 481"/>
                  <a:gd name="T76" fmla="*/ 6 w 722"/>
                  <a:gd name="T77" fmla="*/ 419 h 481"/>
                  <a:gd name="T78" fmla="*/ 108 w 722"/>
                  <a:gd name="T79" fmla="*/ 428 h 481"/>
                  <a:gd name="T80" fmla="*/ 133 w 722"/>
                  <a:gd name="T81" fmla="*/ 464 h 481"/>
                  <a:gd name="T82" fmla="*/ 161 w 722"/>
                  <a:gd name="T83" fmla="*/ 479 h 481"/>
                  <a:gd name="T84" fmla="*/ 194 w 722"/>
                  <a:gd name="T85" fmla="*/ 480 h 481"/>
                  <a:gd name="T86" fmla="*/ 224 w 722"/>
                  <a:gd name="T87" fmla="*/ 468 h 481"/>
                  <a:gd name="T88" fmla="*/ 251 w 722"/>
                  <a:gd name="T89" fmla="*/ 434 h 481"/>
                  <a:gd name="T90" fmla="*/ 484 w 722"/>
                  <a:gd name="T91" fmla="*/ 428 h 481"/>
                  <a:gd name="T92" fmla="*/ 509 w 722"/>
                  <a:gd name="T93" fmla="*/ 464 h 481"/>
                  <a:gd name="T94" fmla="*/ 537 w 722"/>
                  <a:gd name="T95" fmla="*/ 479 h 481"/>
                  <a:gd name="T96" fmla="*/ 570 w 722"/>
                  <a:gd name="T97" fmla="*/ 480 h 481"/>
                  <a:gd name="T98" fmla="*/ 599 w 722"/>
                  <a:gd name="T99" fmla="*/ 468 h 481"/>
                  <a:gd name="T100" fmla="*/ 627 w 722"/>
                  <a:gd name="T101" fmla="*/ 434 h 481"/>
                  <a:gd name="T102" fmla="*/ 712 w 722"/>
                  <a:gd name="T103" fmla="*/ 420 h 481"/>
                  <a:gd name="T104" fmla="*/ 722 w 722"/>
                  <a:gd name="T105" fmla="*/ 410 h 481"/>
                  <a:gd name="T106" fmla="*/ 721 w 722"/>
                  <a:gd name="T107" fmla="*/ 25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2" h="481">
                    <a:moveTo>
                      <a:pt x="630" y="391"/>
                    </a:moveTo>
                    <a:lnTo>
                      <a:pt x="629" y="385"/>
                    </a:lnTo>
                    <a:lnTo>
                      <a:pt x="627" y="378"/>
                    </a:lnTo>
                    <a:lnTo>
                      <a:pt x="623" y="373"/>
                    </a:lnTo>
                    <a:lnTo>
                      <a:pt x="621" y="368"/>
                    </a:lnTo>
                    <a:lnTo>
                      <a:pt x="614" y="357"/>
                    </a:lnTo>
                    <a:lnTo>
                      <a:pt x="604" y="349"/>
                    </a:lnTo>
                    <a:lnTo>
                      <a:pt x="599" y="344"/>
                    </a:lnTo>
                    <a:lnTo>
                      <a:pt x="593" y="341"/>
                    </a:lnTo>
                    <a:lnTo>
                      <a:pt x="588" y="338"/>
                    </a:lnTo>
                    <a:lnTo>
                      <a:pt x="583" y="336"/>
                    </a:lnTo>
                    <a:lnTo>
                      <a:pt x="576" y="334"/>
                    </a:lnTo>
                    <a:lnTo>
                      <a:pt x="570" y="332"/>
                    </a:lnTo>
                    <a:lnTo>
                      <a:pt x="563" y="331"/>
                    </a:lnTo>
                    <a:lnTo>
                      <a:pt x="557" y="331"/>
                    </a:lnTo>
                    <a:lnTo>
                      <a:pt x="550" y="331"/>
                    </a:lnTo>
                    <a:lnTo>
                      <a:pt x="543" y="332"/>
                    </a:lnTo>
                    <a:lnTo>
                      <a:pt x="537" y="334"/>
                    </a:lnTo>
                    <a:lnTo>
                      <a:pt x="530" y="336"/>
                    </a:lnTo>
                    <a:lnTo>
                      <a:pt x="525" y="338"/>
                    </a:lnTo>
                    <a:lnTo>
                      <a:pt x="520" y="341"/>
                    </a:lnTo>
                    <a:lnTo>
                      <a:pt x="514" y="344"/>
                    </a:lnTo>
                    <a:lnTo>
                      <a:pt x="509" y="349"/>
                    </a:lnTo>
                    <a:lnTo>
                      <a:pt x="499" y="357"/>
                    </a:lnTo>
                    <a:lnTo>
                      <a:pt x="493" y="368"/>
                    </a:lnTo>
                    <a:lnTo>
                      <a:pt x="490" y="373"/>
                    </a:lnTo>
                    <a:lnTo>
                      <a:pt x="486" y="378"/>
                    </a:lnTo>
                    <a:lnTo>
                      <a:pt x="484" y="385"/>
                    </a:lnTo>
                    <a:lnTo>
                      <a:pt x="483" y="391"/>
                    </a:lnTo>
                    <a:lnTo>
                      <a:pt x="451" y="391"/>
                    </a:lnTo>
                    <a:lnTo>
                      <a:pt x="451" y="271"/>
                    </a:lnTo>
                    <a:lnTo>
                      <a:pt x="692" y="271"/>
                    </a:lnTo>
                    <a:lnTo>
                      <a:pt x="692" y="391"/>
                    </a:lnTo>
                    <a:lnTo>
                      <a:pt x="630" y="391"/>
                    </a:lnTo>
                    <a:close/>
                    <a:moveTo>
                      <a:pt x="557" y="451"/>
                    </a:moveTo>
                    <a:lnTo>
                      <a:pt x="547" y="450"/>
                    </a:lnTo>
                    <a:lnTo>
                      <a:pt x="539" y="448"/>
                    </a:lnTo>
                    <a:lnTo>
                      <a:pt x="531" y="444"/>
                    </a:lnTo>
                    <a:lnTo>
                      <a:pt x="525" y="438"/>
                    </a:lnTo>
                    <a:lnTo>
                      <a:pt x="520" y="432"/>
                    </a:lnTo>
                    <a:lnTo>
                      <a:pt x="515" y="423"/>
                    </a:lnTo>
                    <a:lnTo>
                      <a:pt x="512" y="415"/>
                    </a:lnTo>
                    <a:lnTo>
                      <a:pt x="511" y="406"/>
                    </a:lnTo>
                    <a:lnTo>
                      <a:pt x="512" y="398"/>
                    </a:lnTo>
                    <a:lnTo>
                      <a:pt x="515" y="389"/>
                    </a:lnTo>
                    <a:lnTo>
                      <a:pt x="520" y="381"/>
                    </a:lnTo>
                    <a:lnTo>
                      <a:pt x="525" y="374"/>
                    </a:lnTo>
                    <a:lnTo>
                      <a:pt x="531" y="369"/>
                    </a:lnTo>
                    <a:lnTo>
                      <a:pt x="539" y="365"/>
                    </a:lnTo>
                    <a:lnTo>
                      <a:pt x="547" y="362"/>
                    </a:lnTo>
                    <a:lnTo>
                      <a:pt x="557" y="361"/>
                    </a:lnTo>
                    <a:lnTo>
                      <a:pt x="566" y="362"/>
                    </a:lnTo>
                    <a:lnTo>
                      <a:pt x="574" y="365"/>
                    </a:lnTo>
                    <a:lnTo>
                      <a:pt x="582" y="369"/>
                    </a:lnTo>
                    <a:lnTo>
                      <a:pt x="588" y="374"/>
                    </a:lnTo>
                    <a:lnTo>
                      <a:pt x="593" y="381"/>
                    </a:lnTo>
                    <a:lnTo>
                      <a:pt x="598" y="389"/>
                    </a:lnTo>
                    <a:lnTo>
                      <a:pt x="601" y="398"/>
                    </a:lnTo>
                    <a:lnTo>
                      <a:pt x="602" y="406"/>
                    </a:lnTo>
                    <a:lnTo>
                      <a:pt x="601" y="415"/>
                    </a:lnTo>
                    <a:lnTo>
                      <a:pt x="598" y="423"/>
                    </a:lnTo>
                    <a:lnTo>
                      <a:pt x="593" y="431"/>
                    </a:lnTo>
                    <a:lnTo>
                      <a:pt x="588" y="438"/>
                    </a:lnTo>
                    <a:lnTo>
                      <a:pt x="582" y="444"/>
                    </a:lnTo>
                    <a:lnTo>
                      <a:pt x="574" y="448"/>
                    </a:lnTo>
                    <a:lnTo>
                      <a:pt x="566" y="450"/>
                    </a:lnTo>
                    <a:lnTo>
                      <a:pt x="557" y="451"/>
                    </a:lnTo>
                    <a:close/>
                    <a:moveTo>
                      <a:pt x="551" y="120"/>
                    </a:moveTo>
                    <a:lnTo>
                      <a:pt x="671" y="241"/>
                    </a:lnTo>
                    <a:lnTo>
                      <a:pt x="451" y="241"/>
                    </a:lnTo>
                    <a:lnTo>
                      <a:pt x="451" y="120"/>
                    </a:lnTo>
                    <a:lnTo>
                      <a:pt x="551" y="120"/>
                    </a:lnTo>
                    <a:close/>
                    <a:moveTo>
                      <a:pt x="181" y="451"/>
                    </a:moveTo>
                    <a:lnTo>
                      <a:pt x="171" y="450"/>
                    </a:lnTo>
                    <a:lnTo>
                      <a:pt x="163" y="448"/>
                    </a:lnTo>
                    <a:lnTo>
                      <a:pt x="155" y="444"/>
                    </a:lnTo>
                    <a:lnTo>
                      <a:pt x="149" y="438"/>
                    </a:lnTo>
                    <a:lnTo>
                      <a:pt x="144" y="432"/>
                    </a:lnTo>
                    <a:lnTo>
                      <a:pt x="139" y="423"/>
                    </a:lnTo>
                    <a:lnTo>
                      <a:pt x="136" y="415"/>
                    </a:lnTo>
                    <a:lnTo>
                      <a:pt x="136" y="406"/>
                    </a:lnTo>
                    <a:lnTo>
                      <a:pt x="136" y="398"/>
                    </a:lnTo>
                    <a:lnTo>
                      <a:pt x="139" y="389"/>
                    </a:lnTo>
                    <a:lnTo>
                      <a:pt x="144" y="381"/>
                    </a:lnTo>
                    <a:lnTo>
                      <a:pt x="149" y="374"/>
                    </a:lnTo>
                    <a:lnTo>
                      <a:pt x="155" y="369"/>
                    </a:lnTo>
                    <a:lnTo>
                      <a:pt x="163" y="365"/>
                    </a:lnTo>
                    <a:lnTo>
                      <a:pt x="171" y="362"/>
                    </a:lnTo>
                    <a:lnTo>
                      <a:pt x="181" y="361"/>
                    </a:lnTo>
                    <a:lnTo>
                      <a:pt x="190" y="362"/>
                    </a:lnTo>
                    <a:lnTo>
                      <a:pt x="198" y="365"/>
                    </a:lnTo>
                    <a:lnTo>
                      <a:pt x="206" y="369"/>
                    </a:lnTo>
                    <a:lnTo>
                      <a:pt x="212" y="374"/>
                    </a:lnTo>
                    <a:lnTo>
                      <a:pt x="219" y="381"/>
                    </a:lnTo>
                    <a:lnTo>
                      <a:pt x="222" y="389"/>
                    </a:lnTo>
                    <a:lnTo>
                      <a:pt x="225" y="398"/>
                    </a:lnTo>
                    <a:lnTo>
                      <a:pt x="226" y="406"/>
                    </a:lnTo>
                    <a:lnTo>
                      <a:pt x="225" y="415"/>
                    </a:lnTo>
                    <a:lnTo>
                      <a:pt x="222" y="423"/>
                    </a:lnTo>
                    <a:lnTo>
                      <a:pt x="219" y="431"/>
                    </a:lnTo>
                    <a:lnTo>
                      <a:pt x="212" y="438"/>
                    </a:lnTo>
                    <a:lnTo>
                      <a:pt x="206" y="444"/>
                    </a:lnTo>
                    <a:lnTo>
                      <a:pt x="198" y="448"/>
                    </a:lnTo>
                    <a:lnTo>
                      <a:pt x="190" y="450"/>
                    </a:lnTo>
                    <a:lnTo>
                      <a:pt x="181" y="451"/>
                    </a:lnTo>
                    <a:close/>
                    <a:moveTo>
                      <a:pt x="721" y="250"/>
                    </a:moveTo>
                    <a:lnTo>
                      <a:pt x="720" y="248"/>
                    </a:lnTo>
                    <a:lnTo>
                      <a:pt x="718" y="246"/>
                    </a:lnTo>
                    <a:lnTo>
                      <a:pt x="568" y="95"/>
                    </a:lnTo>
                    <a:lnTo>
                      <a:pt x="565" y="94"/>
                    </a:lnTo>
                    <a:lnTo>
                      <a:pt x="562" y="91"/>
                    </a:lnTo>
                    <a:lnTo>
                      <a:pt x="559" y="91"/>
                    </a:lnTo>
                    <a:lnTo>
                      <a:pt x="557" y="90"/>
                    </a:lnTo>
                    <a:lnTo>
                      <a:pt x="451" y="90"/>
                    </a:lnTo>
                    <a:lnTo>
                      <a:pt x="451" y="15"/>
                    </a:lnTo>
                    <a:lnTo>
                      <a:pt x="451" y="12"/>
                    </a:lnTo>
                    <a:lnTo>
                      <a:pt x="450" y="10"/>
                    </a:lnTo>
                    <a:lnTo>
                      <a:pt x="449" y="7"/>
                    </a:lnTo>
                    <a:lnTo>
                      <a:pt x="447" y="5"/>
                    </a:lnTo>
                    <a:lnTo>
                      <a:pt x="445" y="3"/>
                    </a:lnTo>
                    <a:lnTo>
                      <a:pt x="442" y="1"/>
                    </a:lnTo>
                    <a:lnTo>
                      <a:pt x="439" y="0"/>
                    </a:lnTo>
                    <a:lnTo>
                      <a:pt x="436" y="0"/>
                    </a:lnTo>
                    <a:lnTo>
                      <a:pt x="256" y="0"/>
                    </a:lnTo>
                    <a:lnTo>
                      <a:pt x="253" y="0"/>
                    </a:lnTo>
                    <a:lnTo>
                      <a:pt x="250" y="1"/>
                    </a:lnTo>
                    <a:lnTo>
                      <a:pt x="247" y="3"/>
                    </a:lnTo>
                    <a:lnTo>
                      <a:pt x="245" y="5"/>
                    </a:lnTo>
                    <a:lnTo>
                      <a:pt x="243" y="7"/>
                    </a:lnTo>
                    <a:lnTo>
                      <a:pt x="242" y="10"/>
                    </a:lnTo>
                    <a:lnTo>
                      <a:pt x="241" y="12"/>
                    </a:lnTo>
                    <a:lnTo>
                      <a:pt x="241" y="15"/>
                    </a:lnTo>
                    <a:lnTo>
                      <a:pt x="241" y="19"/>
                    </a:lnTo>
                    <a:lnTo>
                      <a:pt x="242" y="22"/>
                    </a:lnTo>
                    <a:lnTo>
                      <a:pt x="243" y="24"/>
                    </a:lnTo>
                    <a:lnTo>
                      <a:pt x="245" y="26"/>
                    </a:lnTo>
                    <a:lnTo>
                      <a:pt x="247" y="28"/>
                    </a:lnTo>
                    <a:lnTo>
                      <a:pt x="250" y="29"/>
                    </a:lnTo>
                    <a:lnTo>
                      <a:pt x="253" y="30"/>
                    </a:lnTo>
                    <a:lnTo>
                      <a:pt x="256" y="30"/>
                    </a:lnTo>
                    <a:lnTo>
                      <a:pt x="421" y="30"/>
                    </a:lnTo>
                    <a:lnTo>
                      <a:pt x="421" y="391"/>
                    </a:lnTo>
                    <a:lnTo>
                      <a:pt x="254" y="391"/>
                    </a:lnTo>
                    <a:lnTo>
                      <a:pt x="253" y="385"/>
                    </a:lnTo>
                    <a:lnTo>
                      <a:pt x="251" y="378"/>
                    </a:lnTo>
                    <a:lnTo>
                      <a:pt x="249" y="373"/>
                    </a:lnTo>
                    <a:lnTo>
                      <a:pt x="245" y="368"/>
                    </a:lnTo>
                    <a:lnTo>
                      <a:pt x="238" y="357"/>
                    </a:lnTo>
                    <a:lnTo>
                      <a:pt x="228" y="349"/>
                    </a:lnTo>
                    <a:lnTo>
                      <a:pt x="224" y="344"/>
                    </a:lnTo>
                    <a:lnTo>
                      <a:pt x="219" y="341"/>
                    </a:lnTo>
                    <a:lnTo>
                      <a:pt x="212" y="338"/>
                    </a:lnTo>
                    <a:lnTo>
                      <a:pt x="207" y="336"/>
                    </a:lnTo>
                    <a:lnTo>
                      <a:pt x="200" y="334"/>
                    </a:lnTo>
                    <a:lnTo>
                      <a:pt x="194" y="332"/>
                    </a:lnTo>
                    <a:lnTo>
                      <a:pt x="187" y="331"/>
                    </a:lnTo>
                    <a:lnTo>
                      <a:pt x="181" y="331"/>
                    </a:lnTo>
                    <a:lnTo>
                      <a:pt x="174" y="331"/>
                    </a:lnTo>
                    <a:lnTo>
                      <a:pt x="167" y="332"/>
                    </a:lnTo>
                    <a:lnTo>
                      <a:pt x="161" y="334"/>
                    </a:lnTo>
                    <a:lnTo>
                      <a:pt x="155" y="336"/>
                    </a:lnTo>
                    <a:lnTo>
                      <a:pt x="149" y="338"/>
                    </a:lnTo>
                    <a:lnTo>
                      <a:pt x="144" y="341"/>
                    </a:lnTo>
                    <a:lnTo>
                      <a:pt x="138" y="344"/>
                    </a:lnTo>
                    <a:lnTo>
                      <a:pt x="133" y="349"/>
                    </a:lnTo>
                    <a:lnTo>
                      <a:pt x="124" y="357"/>
                    </a:lnTo>
                    <a:lnTo>
                      <a:pt x="117" y="368"/>
                    </a:lnTo>
                    <a:lnTo>
                      <a:pt x="114" y="373"/>
                    </a:lnTo>
                    <a:lnTo>
                      <a:pt x="110" y="378"/>
                    </a:lnTo>
                    <a:lnTo>
                      <a:pt x="108" y="385"/>
                    </a:lnTo>
                    <a:lnTo>
                      <a:pt x="107" y="391"/>
                    </a:lnTo>
                    <a:lnTo>
                      <a:pt x="30" y="391"/>
                    </a:lnTo>
                    <a:lnTo>
                      <a:pt x="30" y="120"/>
                    </a:lnTo>
                    <a:lnTo>
                      <a:pt x="30" y="117"/>
                    </a:lnTo>
                    <a:lnTo>
                      <a:pt x="29" y="115"/>
                    </a:lnTo>
                    <a:lnTo>
                      <a:pt x="28" y="112"/>
                    </a:lnTo>
                    <a:lnTo>
                      <a:pt x="26" y="110"/>
                    </a:lnTo>
                    <a:lnTo>
                      <a:pt x="24" y="109"/>
                    </a:lnTo>
                    <a:lnTo>
                      <a:pt x="21" y="106"/>
                    </a:lnTo>
                    <a:lnTo>
                      <a:pt x="18" y="106"/>
                    </a:lnTo>
                    <a:lnTo>
                      <a:pt x="15" y="105"/>
                    </a:lnTo>
                    <a:lnTo>
                      <a:pt x="12" y="106"/>
                    </a:lnTo>
                    <a:lnTo>
                      <a:pt x="10" y="106"/>
                    </a:lnTo>
                    <a:lnTo>
                      <a:pt x="6" y="109"/>
                    </a:lnTo>
                    <a:lnTo>
                      <a:pt x="4" y="110"/>
                    </a:lnTo>
                    <a:lnTo>
                      <a:pt x="3" y="112"/>
                    </a:lnTo>
                    <a:lnTo>
                      <a:pt x="1" y="115"/>
                    </a:lnTo>
                    <a:lnTo>
                      <a:pt x="1" y="117"/>
                    </a:lnTo>
                    <a:lnTo>
                      <a:pt x="0" y="120"/>
                    </a:lnTo>
                    <a:lnTo>
                      <a:pt x="0" y="406"/>
                    </a:lnTo>
                    <a:lnTo>
                      <a:pt x="1" y="410"/>
                    </a:lnTo>
                    <a:lnTo>
                      <a:pt x="1" y="412"/>
                    </a:lnTo>
                    <a:lnTo>
                      <a:pt x="3" y="415"/>
                    </a:lnTo>
                    <a:lnTo>
                      <a:pt x="4" y="417"/>
                    </a:lnTo>
                    <a:lnTo>
                      <a:pt x="6" y="419"/>
                    </a:lnTo>
                    <a:lnTo>
                      <a:pt x="10" y="420"/>
                    </a:lnTo>
                    <a:lnTo>
                      <a:pt x="12" y="421"/>
                    </a:lnTo>
                    <a:lnTo>
                      <a:pt x="15" y="421"/>
                    </a:lnTo>
                    <a:lnTo>
                      <a:pt x="107" y="421"/>
                    </a:lnTo>
                    <a:lnTo>
                      <a:pt x="108" y="428"/>
                    </a:lnTo>
                    <a:lnTo>
                      <a:pt x="110" y="434"/>
                    </a:lnTo>
                    <a:lnTo>
                      <a:pt x="114" y="440"/>
                    </a:lnTo>
                    <a:lnTo>
                      <a:pt x="117" y="445"/>
                    </a:lnTo>
                    <a:lnTo>
                      <a:pt x="124" y="456"/>
                    </a:lnTo>
                    <a:lnTo>
                      <a:pt x="133" y="464"/>
                    </a:lnTo>
                    <a:lnTo>
                      <a:pt x="138" y="468"/>
                    </a:lnTo>
                    <a:lnTo>
                      <a:pt x="144" y="472"/>
                    </a:lnTo>
                    <a:lnTo>
                      <a:pt x="149" y="475"/>
                    </a:lnTo>
                    <a:lnTo>
                      <a:pt x="155" y="477"/>
                    </a:lnTo>
                    <a:lnTo>
                      <a:pt x="161" y="479"/>
                    </a:lnTo>
                    <a:lnTo>
                      <a:pt x="167" y="480"/>
                    </a:lnTo>
                    <a:lnTo>
                      <a:pt x="174" y="481"/>
                    </a:lnTo>
                    <a:lnTo>
                      <a:pt x="181" y="481"/>
                    </a:lnTo>
                    <a:lnTo>
                      <a:pt x="187" y="481"/>
                    </a:lnTo>
                    <a:lnTo>
                      <a:pt x="194" y="480"/>
                    </a:lnTo>
                    <a:lnTo>
                      <a:pt x="200" y="479"/>
                    </a:lnTo>
                    <a:lnTo>
                      <a:pt x="207" y="477"/>
                    </a:lnTo>
                    <a:lnTo>
                      <a:pt x="212" y="475"/>
                    </a:lnTo>
                    <a:lnTo>
                      <a:pt x="219" y="472"/>
                    </a:lnTo>
                    <a:lnTo>
                      <a:pt x="224" y="468"/>
                    </a:lnTo>
                    <a:lnTo>
                      <a:pt x="228" y="464"/>
                    </a:lnTo>
                    <a:lnTo>
                      <a:pt x="238" y="456"/>
                    </a:lnTo>
                    <a:lnTo>
                      <a:pt x="245" y="445"/>
                    </a:lnTo>
                    <a:lnTo>
                      <a:pt x="249" y="440"/>
                    </a:lnTo>
                    <a:lnTo>
                      <a:pt x="251" y="434"/>
                    </a:lnTo>
                    <a:lnTo>
                      <a:pt x="253" y="428"/>
                    </a:lnTo>
                    <a:lnTo>
                      <a:pt x="254" y="421"/>
                    </a:lnTo>
                    <a:lnTo>
                      <a:pt x="436" y="421"/>
                    </a:lnTo>
                    <a:lnTo>
                      <a:pt x="483" y="421"/>
                    </a:lnTo>
                    <a:lnTo>
                      <a:pt x="484" y="428"/>
                    </a:lnTo>
                    <a:lnTo>
                      <a:pt x="486" y="434"/>
                    </a:lnTo>
                    <a:lnTo>
                      <a:pt x="490" y="440"/>
                    </a:lnTo>
                    <a:lnTo>
                      <a:pt x="493" y="445"/>
                    </a:lnTo>
                    <a:lnTo>
                      <a:pt x="499" y="456"/>
                    </a:lnTo>
                    <a:lnTo>
                      <a:pt x="509" y="464"/>
                    </a:lnTo>
                    <a:lnTo>
                      <a:pt x="514" y="468"/>
                    </a:lnTo>
                    <a:lnTo>
                      <a:pt x="520" y="472"/>
                    </a:lnTo>
                    <a:lnTo>
                      <a:pt x="525" y="475"/>
                    </a:lnTo>
                    <a:lnTo>
                      <a:pt x="530" y="477"/>
                    </a:lnTo>
                    <a:lnTo>
                      <a:pt x="537" y="479"/>
                    </a:lnTo>
                    <a:lnTo>
                      <a:pt x="543" y="480"/>
                    </a:lnTo>
                    <a:lnTo>
                      <a:pt x="550" y="481"/>
                    </a:lnTo>
                    <a:lnTo>
                      <a:pt x="557" y="481"/>
                    </a:lnTo>
                    <a:lnTo>
                      <a:pt x="563" y="481"/>
                    </a:lnTo>
                    <a:lnTo>
                      <a:pt x="570" y="480"/>
                    </a:lnTo>
                    <a:lnTo>
                      <a:pt x="576" y="479"/>
                    </a:lnTo>
                    <a:lnTo>
                      <a:pt x="583" y="477"/>
                    </a:lnTo>
                    <a:lnTo>
                      <a:pt x="588" y="475"/>
                    </a:lnTo>
                    <a:lnTo>
                      <a:pt x="593" y="472"/>
                    </a:lnTo>
                    <a:lnTo>
                      <a:pt x="599" y="468"/>
                    </a:lnTo>
                    <a:lnTo>
                      <a:pt x="604" y="464"/>
                    </a:lnTo>
                    <a:lnTo>
                      <a:pt x="614" y="456"/>
                    </a:lnTo>
                    <a:lnTo>
                      <a:pt x="621" y="445"/>
                    </a:lnTo>
                    <a:lnTo>
                      <a:pt x="623" y="440"/>
                    </a:lnTo>
                    <a:lnTo>
                      <a:pt x="627" y="434"/>
                    </a:lnTo>
                    <a:lnTo>
                      <a:pt x="629" y="428"/>
                    </a:lnTo>
                    <a:lnTo>
                      <a:pt x="630" y="421"/>
                    </a:lnTo>
                    <a:lnTo>
                      <a:pt x="707" y="421"/>
                    </a:lnTo>
                    <a:lnTo>
                      <a:pt x="710" y="421"/>
                    </a:lnTo>
                    <a:lnTo>
                      <a:pt x="712" y="420"/>
                    </a:lnTo>
                    <a:lnTo>
                      <a:pt x="716" y="419"/>
                    </a:lnTo>
                    <a:lnTo>
                      <a:pt x="718" y="417"/>
                    </a:lnTo>
                    <a:lnTo>
                      <a:pt x="720" y="415"/>
                    </a:lnTo>
                    <a:lnTo>
                      <a:pt x="721" y="412"/>
                    </a:lnTo>
                    <a:lnTo>
                      <a:pt x="722" y="410"/>
                    </a:lnTo>
                    <a:lnTo>
                      <a:pt x="722" y="406"/>
                    </a:lnTo>
                    <a:lnTo>
                      <a:pt x="722" y="256"/>
                    </a:lnTo>
                    <a:lnTo>
                      <a:pt x="722" y="253"/>
                    </a:lnTo>
                    <a:lnTo>
                      <a:pt x="721" y="250"/>
                    </a:lnTo>
                    <a:lnTo>
                      <a:pt x="721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220">
                <a:extLst>
                  <a:ext uri="{FF2B5EF4-FFF2-40B4-BE49-F238E27FC236}">
                    <a16:creationId xmlns:a16="http://schemas.microsoft.com/office/drawing/2014/main" id="{220263AA-AF24-3B05-76A4-E29BFEEBD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3163" y="2565400"/>
                <a:ext cx="28575" cy="38100"/>
              </a:xfrm>
              <a:custGeom>
                <a:avLst/>
                <a:gdLst>
                  <a:gd name="T0" fmla="*/ 15 w 90"/>
                  <a:gd name="T1" fmla="*/ 120 h 120"/>
                  <a:gd name="T2" fmla="*/ 75 w 90"/>
                  <a:gd name="T3" fmla="*/ 120 h 120"/>
                  <a:gd name="T4" fmla="*/ 78 w 90"/>
                  <a:gd name="T5" fmla="*/ 120 h 120"/>
                  <a:gd name="T6" fmla="*/ 81 w 90"/>
                  <a:gd name="T7" fmla="*/ 119 h 120"/>
                  <a:gd name="T8" fmla="*/ 84 w 90"/>
                  <a:gd name="T9" fmla="*/ 117 h 120"/>
                  <a:gd name="T10" fmla="*/ 86 w 90"/>
                  <a:gd name="T11" fmla="*/ 116 h 120"/>
                  <a:gd name="T12" fmla="*/ 88 w 90"/>
                  <a:gd name="T13" fmla="*/ 114 h 120"/>
                  <a:gd name="T14" fmla="*/ 89 w 90"/>
                  <a:gd name="T15" fmla="*/ 111 h 120"/>
                  <a:gd name="T16" fmla="*/ 90 w 90"/>
                  <a:gd name="T17" fmla="*/ 109 h 120"/>
                  <a:gd name="T18" fmla="*/ 90 w 90"/>
                  <a:gd name="T19" fmla="*/ 105 h 120"/>
                  <a:gd name="T20" fmla="*/ 90 w 90"/>
                  <a:gd name="T21" fmla="*/ 102 h 120"/>
                  <a:gd name="T22" fmla="*/ 89 w 90"/>
                  <a:gd name="T23" fmla="*/ 99 h 120"/>
                  <a:gd name="T24" fmla="*/ 88 w 90"/>
                  <a:gd name="T25" fmla="*/ 97 h 120"/>
                  <a:gd name="T26" fmla="*/ 86 w 90"/>
                  <a:gd name="T27" fmla="*/ 95 h 120"/>
                  <a:gd name="T28" fmla="*/ 84 w 90"/>
                  <a:gd name="T29" fmla="*/ 93 h 120"/>
                  <a:gd name="T30" fmla="*/ 81 w 90"/>
                  <a:gd name="T31" fmla="*/ 91 h 120"/>
                  <a:gd name="T32" fmla="*/ 78 w 90"/>
                  <a:gd name="T33" fmla="*/ 90 h 120"/>
                  <a:gd name="T34" fmla="*/ 75 w 90"/>
                  <a:gd name="T35" fmla="*/ 90 h 120"/>
                  <a:gd name="T36" fmla="*/ 30 w 90"/>
                  <a:gd name="T37" fmla="*/ 90 h 120"/>
                  <a:gd name="T38" fmla="*/ 30 w 90"/>
                  <a:gd name="T39" fmla="*/ 15 h 120"/>
                  <a:gd name="T40" fmla="*/ 30 w 90"/>
                  <a:gd name="T41" fmla="*/ 12 h 120"/>
                  <a:gd name="T42" fmla="*/ 29 w 90"/>
                  <a:gd name="T43" fmla="*/ 9 h 120"/>
                  <a:gd name="T44" fmla="*/ 28 w 90"/>
                  <a:gd name="T45" fmla="*/ 7 h 120"/>
                  <a:gd name="T46" fmla="*/ 26 w 90"/>
                  <a:gd name="T47" fmla="*/ 5 h 120"/>
                  <a:gd name="T48" fmla="*/ 24 w 90"/>
                  <a:gd name="T49" fmla="*/ 3 h 120"/>
                  <a:gd name="T50" fmla="*/ 21 w 90"/>
                  <a:gd name="T51" fmla="*/ 1 h 120"/>
                  <a:gd name="T52" fmla="*/ 18 w 90"/>
                  <a:gd name="T53" fmla="*/ 0 h 120"/>
                  <a:gd name="T54" fmla="*/ 15 w 90"/>
                  <a:gd name="T55" fmla="*/ 0 h 120"/>
                  <a:gd name="T56" fmla="*/ 12 w 90"/>
                  <a:gd name="T57" fmla="*/ 0 h 120"/>
                  <a:gd name="T58" fmla="*/ 10 w 90"/>
                  <a:gd name="T59" fmla="*/ 1 h 120"/>
                  <a:gd name="T60" fmla="*/ 6 w 90"/>
                  <a:gd name="T61" fmla="*/ 3 h 120"/>
                  <a:gd name="T62" fmla="*/ 4 w 90"/>
                  <a:gd name="T63" fmla="*/ 5 h 120"/>
                  <a:gd name="T64" fmla="*/ 3 w 90"/>
                  <a:gd name="T65" fmla="*/ 7 h 120"/>
                  <a:gd name="T66" fmla="*/ 1 w 90"/>
                  <a:gd name="T67" fmla="*/ 9 h 120"/>
                  <a:gd name="T68" fmla="*/ 1 w 90"/>
                  <a:gd name="T69" fmla="*/ 12 h 120"/>
                  <a:gd name="T70" fmla="*/ 0 w 90"/>
                  <a:gd name="T71" fmla="*/ 15 h 120"/>
                  <a:gd name="T72" fmla="*/ 0 w 90"/>
                  <a:gd name="T73" fmla="*/ 105 h 120"/>
                  <a:gd name="T74" fmla="*/ 1 w 90"/>
                  <a:gd name="T75" fmla="*/ 109 h 120"/>
                  <a:gd name="T76" fmla="*/ 1 w 90"/>
                  <a:gd name="T77" fmla="*/ 111 h 120"/>
                  <a:gd name="T78" fmla="*/ 3 w 90"/>
                  <a:gd name="T79" fmla="*/ 114 h 120"/>
                  <a:gd name="T80" fmla="*/ 4 w 90"/>
                  <a:gd name="T81" fmla="*/ 116 h 120"/>
                  <a:gd name="T82" fmla="*/ 6 w 90"/>
                  <a:gd name="T83" fmla="*/ 117 h 120"/>
                  <a:gd name="T84" fmla="*/ 10 w 90"/>
                  <a:gd name="T85" fmla="*/ 119 h 120"/>
                  <a:gd name="T86" fmla="*/ 13 w 90"/>
                  <a:gd name="T87" fmla="*/ 120 h 120"/>
                  <a:gd name="T88" fmla="*/ 15 w 90"/>
                  <a:gd name="T89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0" h="120">
                    <a:moveTo>
                      <a:pt x="15" y="120"/>
                    </a:moveTo>
                    <a:lnTo>
                      <a:pt x="75" y="120"/>
                    </a:lnTo>
                    <a:lnTo>
                      <a:pt x="78" y="120"/>
                    </a:lnTo>
                    <a:lnTo>
                      <a:pt x="81" y="119"/>
                    </a:lnTo>
                    <a:lnTo>
                      <a:pt x="84" y="117"/>
                    </a:lnTo>
                    <a:lnTo>
                      <a:pt x="86" y="116"/>
                    </a:lnTo>
                    <a:lnTo>
                      <a:pt x="88" y="114"/>
                    </a:lnTo>
                    <a:lnTo>
                      <a:pt x="89" y="111"/>
                    </a:lnTo>
                    <a:lnTo>
                      <a:pt x="90" y="109"/>
                    </a:lnTo>
                    <a:lnTo>
                      <a:pt x="90" y="105"/>
                    </a:lnTo>
                    <a:lnTo>
                      <a:pt x="90" y="102"/>
                    </a:lnTo>
                    <a:lnTo>
                      <a:pt x="89" y="99"/>
                    </a:lnTo>
                    <a:lnTo>
                      <a:pt x="88" y="97"/>
                    </a:lnTo>
                    <a:lnTo>
                      <a:pt x="86" y="95"/>
                    </a:lnTo>
                    <a:lnTo>
                      <a:pt x="84" y="93"/>
                    </a:lnTo>
                    <a:lnTo>
                      <a:pt x="81" y="91"/>
                    </a:lnTo>
                    <a:lnTo>
                      <a:pt x="78" y="90"/>
                    </a:lnTo>
                    <a:lnTo>
                      <a:pt x="75" y="90"/>
                    </a:lnTo>
                    <a:lnTo>
                      <a:pt x="30" y="90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1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05"/>
                    </a:lnTo>
                    <a:lnTo>
                      <a:pt x="1" y="109"/>
                    </a:lnTo>
                    <a:lnTo>
                      <a:pt x="1" y="111"/>
                    </a:lnTo>
                    <a:lnTo>
                      <a:pt x="3" y="114"/>
                    </a:lnTo>
                    <a:lnTo>
                      <a:pt x="4" y="116"/>
                    </a:lnTo>
                    <a:lnTo>
                      <a:pt x="6" y="117"/>
                    </a:lnTo>
                    <a:lnTo>
                      <a:pt x="10" y="119"/>
                    </a:lnTo>
                    <a:lnTo>
                      <a:pt x="13" y="120"/>
                    </a:lnTo>
                    <a:lnTo>
                      <a:pt x="15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221">
                <a:extLst>
                  <a:ext uri="{FF2B5EF4-FFF2-40B4-BE49-F238E27FC236}">
                    <a16:creationId xmlns:a16="http://schemas.microsoft.com/office/drawing/2014/main" id="{DD9B88A6-BAFE-9B06-A9B9-3BB563213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6013" y="2698750"/>
                <a:ext cx="47625" cy="11113"/>
              </a:xfrm>
              <a:custGeom>
                <a:avLst/>
                <a:gdLst>
                  <a:gd name="T0" fmla="*/ 135 w 150"/>
                  <a:gd name="T1" fmla="*/ 0 h 31"/>
                  <a:gd name="T2" fmla="*/ 15 w 150"/>
                  <a:gd name="T3" fmla="*/ 0 h 31"/>
                  <a:gd name="T4" fmla="*/ 12 w 150"/>
                  <a:gd name="T5" fmla="*/ 1 h 31"/>
                  <a:gd name="T6" fmla="*/ 9 w 150"/>
                  <a:gd name="T7" fmla="*/ 2 h 31"/>
                  <a:gd name="T8" fmla="*/ 6 w 150"/>
                  <a:gd name="T9" fmla="*/ 4 h 31"/>
                  <a:gd name="T10" fmla="*/ 4 w 150"/>
                  <a:gd name="T11" fmla="*/ 6 h 31"/>
                  <a:gd name="T12" fmla="*/ 2 w 150"/>
                  <a:gd name="T13" fmla="*/ 8 h 31"/>
                  <a:gd name="T14" fmla="*/ 1 w 150"/>
                  <a:gd name="T15" fmla="*/ 10 h 31"/>
                  <a:gd name="T16" fmla="*/ 0 w 150"/>
                  <a:gd name="T17" fmla="*/ 13 h 31"/>
                  <a:gd name="T18" fmla="*/ 0 w 150"/>
                  <a:gd name="T19" fmla="*/ 16 h 31"/>
                  <a:gd name="T20" fmla="*/ 0 w 150"/>
                  <a:gd name="T21" fmla="*/ 19 h 31"/>
                  <a:gd name="T22" fmla="*/ 1 w 150"/>
                  <a:gd name="T23" fmla="*/ 22 h 31"/>
                  <a:gd name="T24" fmla="*/ 2 w 150"/>
                  <a:gd name="T25" fmla="*/ 24 h 31"/>
                  <a:gd name="T26" fmla="*/ 4 w 150"/>
                  <a:gd name="T27" fmla="*/ 26 h 31"/>
                  <a:gd name="T28" fmla="*/ 6 w 150"/>
                  <a:gd name="T29" fmla="*/ 28 h 31"/>
                  <a:gd name="T30" fmla="*/ 9 w 150"/>
                  <a:gd name="T31" fmla="*/ 29 h 31"/>
                  <a:gd name="T32" fmla="*/ 12 w 150"/>
                  <a:gd name="T33" fmla="*/ 30 h 31"/>
                  <a:gd name="T34" fmla="*/ 15 w 150"/>
                  <a:gd name="T35" fmla="*/ 31 h 31"/>
                  <a:gd name="T36" fmla="*/ 135 w 150"/>
                  <a:gd name="T37" fmla="*/ 31 h 31"/>
                  <a:gd name="T38" fmla="*/ 138 w 150"/>
                  <a:gd name="T39" fmla="*/ 30 h 31"/>
                  <a:gd name="T40" fmla="*/ 141 w 150"/>
                  <a:gd name="T41" fmla="*/ 29 h 31"/>
                  <a:gd name="T42" fmla="*/ 144 w 150"/>
                  <a:gd name="T43" fmla="*/ 28 h 31"/>
                  <a:gd name="T44" fmla="*/ 146 w 150"/>
                  <a:gd name="T45" fmla="*/ 26 h 31"/>
                  <a:gd name="T46" fmla="*/ 148 w 150"/>
                  <a:gd name="T47" fmla="*/ 24 h 31"/>
                  <a:gd name="T48" fmla="*/ 149 w 150"/>
                  <a:gd name="T49" fmla="*/ 22 h 31"/>
                  <a:gd name="T50" fmla="*/ 150 w 150"/>
                  <a:gd name="T51" fmla="*/ 19 h 31"/>
                  <a:gd name="T52" fmla="*/ 150 w 150"/>
                  <a:gd name="T53" fmla="*/ 16 h 31"/>
                  <a:gd name="T54" fmla="*/ 150 w 150"/>
                  <a:gd name="T55" fmla="*/ 13 h 31"/>
                  <a:gd name="T56" fmla="*/ 149 w 150"/>
                  <a:gd name="T57" fmla="*/ 10 h 31"/>
                  <a:gd name="T58" fmla="*/ 148 w 150"/>
                  <a:gd name="T59" fmla="*/ 8 h 31"/>
                  <a:gd name="T60" fmla="*/ 146 w 150"/>
                  <a:gd name="T61" fmla="*/ 6 h 31"/>
                  <a:gd name="T62" fmla="*/ 144 w 150"/>
                  <a:gd name="T63" fmla="*/ 4 h 31"/>
                  <a:gd name="T64" fmla="*/ 141 w 150"/>
                  <a:gd name="T65" fmla="*/ 2 h 31"/>
                  <a:gd name="T66" fmla="*/ 138 w 150"/>
                  <a:gd name="T67" fmla="*/ 1 h 31"/>
                  <a:gd name="T68" fmla="*/ 135 w 150"/>
                  <a:gd name="T6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0" h="31">
                    <a:moveTo>
                      <a:pt x="135" y="0"/>
                    </a:moveTo>
                    <a:lnTo>
                      <a:pt x="15" y="0"/>
                    </a:lnTo>
                    <a:lnTo>
                      <a:pt x="12" y="1"/>
                    </a:lnTo>
                    <a:lnTo>
                      <a:pt x="9" y="2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1"/>
                    </a:lnTo>
                    <a:lnTo>
                      <a:pt x="135" y="31"/>
                    </a:lnTo>
                    <a:lnTo>
                      <a:pt x="138" y="30"/>
                    </a:lnTo>
                    <a:lnTo>
                      <a:pt x="141" y="29"/>
                    </a:lnTo>
                    <a:lnTo>
                      <a:pt x="144" y="28"/>
                    </a:lnTo>
                    <a:lnTo>
                      <a:pt x="146" y="26"/>
                    </a:lnTo>
                    <a:lnTo>
                      <a:pt x="148" y="24"/>
                    </a:lnTo>
                    <a:lnTo>
                      <a:pt x="149" y="22"/>
                    </a:lnTo>
                    <a:lnTo>
                      <a:pt x="150" y="19"/>
                    </a:lnTo>
                    <a:lnTo>
                      <a:pt x="150" y="16"/>
                    </a:lnTo>
                    <a:lnTo>
                      <a:pt x="150" y="13"/>
                    </a:lnTo>
                    <a:lnTo>
                      <a:pt x="149" y="10"/>
                    </a:lnTo>
                    <a:lnTo>
                      <a:pt x="148" y="8"/>
                    </a:lnTo>
                    <a:lnTo>
                      <a:pt x="146" y="6"/>
                    </a:lnTo>
                    <a:lnTo>
                      <a:pt x="144" y="4"/>
                    </a:lnTo>
                    <a:lnTo>
                      <a:pt x="141" y="2"/>
                    </a:lnTo>
                    <a:lnTo>
                      <a:pt x="138" y="1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222">
                <a:extLst>
                  <a:ext uri="{FF2B5EF4-FFF2-40B4-BE49-F238E27FC236}">
                    <a16:creationId xmlns:a16="http://schemas.microsoft.com/office/drawing/2014/main" id="{E7564557-FAFF-6B43-F442-4873798CD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719388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10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10 w 90"/>
                  <a:gd name="T31" fmla="*/ 29 h 30"/>
                  <a:gd name="T32" fmla="*/ 12 w 90"/>
                  <a:gd name="T33" fmla="*/ 29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29 h 30"/>
                  <a:gd name="T40" fmla="*/ 81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1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29"/>
                    </a:lnTo>
                    <a:lnTo>
                      <a:pt x="81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223">
                <a:extLst>
                  <a:ext uri="{FF2B5EF4-FFF2-40B4-BE49-F238E27FC236}">
                    <a16:creationId xmlns:a16="http://schemas.microsoft.com/office/drawing/2014/main" id="{2D3FFF49-6598-EC81-9685-8FD5B396F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4588" y="2738438"/>
                <a:ext cx="19050" cy="9525"/>
              </a:xfrm>
              <a:custGeom>
                <a:avLst/>
                <a:gdLst>
                  <a:gd name="T0" fmla="*/ 45 w 60"/>
                  <a:gd name="T1" fmla="*/ 0 h 30"/>
                  <a:gd name="T2" fmla="*/ 15 w 60"/>
                  <a:gd name="T3" fmla="*/ 0 h 30"/>
                  <a:gd name="T4" fmla="*/ 12 w 60"/>
                  <a:gd name="T5" fmla="*/ 0 h 30"/>
                  <a:gd name="T6" fmla="*/ 10 w 60"/>
                  <a:gd name="T7" fmla="*/ 1 h 30"/>
                  <a:gd name="T8" fmla="*/ 6 w 60"/>
                  <a:gd name="T9" fmla="*/ 3 h 30"/>
                  <a:gd name="T10" fmla="*/ 4 w 60"/>
                  <a:gd name="T11" fmla="*/ 5 h 30"/>
                  <a:gd name="T12" fmla="*/ 2 w 60"/>
                  <a:gd name="T13" fmla="*/ 7 h 30"/>
                  <a:gd name="T14" fmla="*/ 1 w 60"/>
                  <a:gd name="T15" fmla="*/ 9 h 30"/>
                  <a:gd name="T16" fmla="*/ 0 w 60"/>
                  <a:gd name="T17" fmla="*/ 12 h 30"/>
                  <a:gd name="T18" fmla="*/ 0 w 60"/>
                  <a:gd name="T19" fmla="*/ 15 h 30"/>
                  <a:gd name="T20" fmla="*/ 0 w 60"/>
                  <a:gd name="T21" fmla="*/ 19 h 30"/>
                  <a:gd name="T22" fmla="*/ 1 w 60"/>
                  <a:gd name="T23" fmla="*/ 21 h 30"/>
                  <a:gd name="T24" fmla="*/ 2 w 60"/>
                  <a:gd name="T25" fmla="*/ 24 h 30"/>
                  <a:gd name="T26" fmla="*/ 4 w 60"/>
                  <a:gd name="T27" fmla="*/ 26 h 30"/>
                  <a:gd name="T28" fmla="*/ 6 w 60"/>
                  <a:gd name="T29" fmla="*/ 27 h 30"/>
                  <a:gd name="T30" fmla="*/ 10 w 60"/>
                  <a:gd name="T31" fmla="*/ 29 h 30"/>
                  <a:gd name="T32" fmla="*/ 12 w 60"/>
                  <a:gd name="T33" fmla="*/ 30 h 30"/>
                  <a:gd name="T34" fmla="*/ 15 w 60"/>
                  <a:gd name="T35" fmla="*/ 30 h 30"/>
                  <a:gd name="T36" fmla="*/ 45 w 60"/>
                  <a:gd name="T37" fmla="*/ 30 h 30"/>
                  <a:gd name="T38" fmla="*/ 48 w 60"/>
                  <a:gd name="T39" fmla="*/ 30 h 30"/>
                  <a:gd name="T40" fmla="*/ 51 w 60"/>
                  <a:gd name="T41" fmla="*/ 29 h 30"/>
                  <a:gd name="T42" fmla="*/ 54 w 60"/>
                  <a:gd name="T43" fmla="*/ 27 h 30"/>
                  <a:gd name="T44" fmla="*/ 56 w 60"/>
                  <a:gd name="T45" fmla="*/ 26 h 30"/>
                  <a:gd name="T46" fmla="*/ 58 w 60"/>
                  <a:gd name="T47" fmla="*/ 24 h 30"/>
                  <a:gd name="T48" fmla="*/ 59 w 60"/>
                  <a:gd name="T49" fmla="*/ 21 h 30"/>
                  <a:gd name="T50" fmla="*/ 60 w 60"/>
                  <a:gd name="T51" fmla="*/ 19 h 30"/>
                  <a:gd name="T52" fmla="*/ 60 w 60"/>
                  <a:gd name="T53" fmla="*/ 15 h 30"/>
                  <a:gd name="T54" fmla="*/ 60 w 60"/>
                  <a:gd name="T55" fmla="*/ 12 h 30"/>
                  <a:gd name="T56" fmla="*/ 59 w 60"/>
                  <a:gd name="T57" fmla="*/ 9 h 30"/>
                  <a:gd name="T58" fmla="*/ 58 w 60"/>
                  <a:gd name="T59" fmla="*/ 7 h 30"/>
                  <a:gd name="T60" fmla="*/ 56 w 60"/>
                  <a:gd name="T61" fmla="*/ 5 h 30"/>
                  <a:gd name="T62" fmla="*/ 54 w 60"/>
                  <a:gd name="T63" fmla="*/ 3 h 30"/>
                  <a:gd name="T64" fmla="*/ 51 w 60"/>
                  <a:gd name="T65" fmla="*/ 1 h 30"/>
                  <a:gd name="T66" fmla="*/ 48 w 60"/>
                  <a:gd name="T67" fmla="*/ 0 h 30"/>
                  <a:gd name="T68" fmla="*/ 45 w 6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0" h="30">
                    <a:moveTo>
                      <a:pt x="4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5" y="30"/>
                    </a:lnTo>
                    <a:lnTo>
                      <a:pt x="48" y="30"/>
                    </a:lnTo>
                    <a:lnTo>
                      <a:pt x="51" y="29"/>
                    </a:lnTo>
                    <a:lnTo>
                      <a:pt x="54" y="27"/>
                    </a:lnTo>
                    <a:lnTo>
                      <a:pt x="56" y="26"/>
                    </a:lnTo>
                    <a:lnTo>
                      <a:pt x="58" y="24"/>
                    </a:lnTo>
                    <a:lnTo>
                      <a:pt x="59" y="21"/>
                    </a:lnTo>
                    <a:lnTo>
                      <a:pt x="60" y="19"/>
                    </a:lnTo>
                    <a:lnTo>
                      <a:pt x="60" y="15"/>
                    </a:lnTo>
                    <a:lnTo>
                      <a:pt x="60" y="12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5"/>
                    </a:lnTo>
                    <a:lnTo>
                      <a:pt x="54" y="3"/>
                    </a:lnTo>
                    <a:lnTo>
                      <a:pt x="51" y="1"/>
                    </a:lnTo>
                    <a:lnTo>
                      <a:pt x="48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224">
                <a:extLst>
                  <a:ext uri="{FF2B5EF4-FFF2-40B4-BE49-F238E27FC236}">
                    <a16:creationId xmlns:a16="http://schemas.microsoft.com/office/drawing/2014/main" id="{8CC34EAA-A05E-88CE-D90A-D6160BF731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40775" y="2536825"/>
                <a:ext cx="115888" cy="114300"/>
              </a:xfrm>
              <a:custGeom>
                <a:avLst/>
                <a:gdLst>
                  <a:gd name="T0" fmla="*/ 211 w 361"/>
                  <a:gd name="T1" fmla="*/ 34 h 361"/>
                  <a:gd name="T2" fmla="*/ 252 w 361"/>
                  <a:gd name="T3" fmla="*/ 49 h 361"/>
                  <a:gd name="T4" fmla="*/ 286 w 361"/>
                  <a:gd name="T5" fmla="*/ 75 h 361"/>
                  <a:gd name="T6" fmla="*/ 313 w 361"/>
                  <a:gd name="T7" fmla="*/ 110 h 361"/>
                  <a:gd name="T8" fmla="*/ 328 w 361"/>
                  <a:gd name="T9" fmla="*/ 151 h 361"/>
                  <a:gd name="T10" fmla="*/ 330 w 361"/>
                  <a:gd name="T11" fmla="*/ 196 h 361"/>
                  <a:gd name="T12" fmla="*/ 319 w 361"/>
                  <a:gd name="T13" fmla="*/ 239 h 361"/>
                  <a:gd name="T14" fmla="*/ 297 w 361"/>
                  <a:gd name="T15" fmla="*/ 277 h 361"/>
                  <a:gd name="T16" fmla="*/ 265 w 361"/>
                  <a:gd name="T17" fmla="*/ 306 h 361"/>
                  <a:gd name="T18" fmla="*/ 225 w 361"/>
                  <a:gd name="T19" fmla="*/ 325 h 361"/>
                  <a:gd name="T20" fmla="*/ 180 w 361"/>
                  <a:gd name="T21" fmla="*/ 331 h 361"/>
                  <a:gd name="T22" fmla="*/ 136 w 361"/>
                  <a:gd name="T23" fmla="*/ 325 h 361"/>
                  <a:gd name="T24" fmla="*/ 96 w 361"/>
                  <a:gd name="T25" fmla="*/ 306 h 361"/>
                  <a:gd name="T26" fmla="*/ 64 w 361"/>
                  <a:gd name="T27" fmla="*/ 277 h 361"/>
                  <a:gd name="T28" fmla="*/ 42 w 361"/>
                  <a:gd name="T29" fmla="*/ 239 h 361"/>
                  <a:gd name="T30" fmla="*/ 31 w 361"/>
                  <a:gd name="T31" fmla="*/ 196 h 361"/>
                  <a:gd name="T32" fmla="*/ 33 w 361"/>
                  <a:gd name="T33" fmla="*/ 151 h 361"/>
                  <a:gd name="T34" fmla="*/ 48 w 361"/>
                  <a:gd name="T35" fmla="*/ 110 h 361"/>
                  <a:gd name="T36" fmla="*/ 74 w 361"/>
                  <a:gd name="T37" fmla="*/ 75 h 361"/>
                  <a:gd name="T38" fmla="*/ 108 w 361"/>
                  <a:gd name="T39" fmla="*/ 49 h 361"/>
                  <a:gd name="T40" fmla="*/ 150 w 361"/>
                  <a:gd name="T41" fmla="*/ 34 h 361"/>
                  <a:gd name="T42" fmla="*/ 180 w 361"/>
                  <a:gd name="T43" fmla="*/ 30 h 361"/>
                  <a:gd name="T44" fmla="*/ 216 w 361"/>
                  <a:gd name="T45" fmla="*/ 358 h 361"/>
                  <a:gd name="T46" fmla="*/ 267 w 361"/>
                  <a:gd name="T47" fmla="*/ 340 h 361"/>
                  <a:gd name="T48" fmla="*/ 307 w 361"/>
                  <a:gd name="T49" fmla="*/ 309 h 361"/>
                  <a:gd name="T50" fmla="*/ 339 w 361"/>
                  <a:gd name="T51" fmla="*/ 267 h 361"/>
                  <a:gd name="T52" fmla="*/ 357 w 361"/>
                  <a:gd name="T53" fmla="*/ 218 h 361"/>
                  <a:gd name="T54" fmla="*/ 360 w 361"/>
                  <a:gd name="T55" fmla="*/ 163 h 361"/>
                  <a:gd name="T56" fmla="*/ 346 w 361"/>
                  <a:gd name="T57" fmla="*/ 111 h 361"/>
                  <a:gd name="T58" fmla="*/ 319 w 361"/>
                  <a:gd name="T59" fmla="*/ 67 h 361"/>
                  <a:gd name="T60" fmla="*/ 281 w 361"/>
                  <a:gd name="T61" fmla="*/ 31 h 361"/>
                  <a:gd name="T62" fmla="*/ 234 w 361"/>
                  <a:gd name="T63" fmla="*/ 9 h 361"/>
                  <a:gd name="T64" fmla="*/ 180 w 361"/>
                  <a:gd name="T65" fmla="*/ 0 h 361"/>
                  <a:gd name="T66" fmla="*/ 126 w 361"/>
                  <a:gd name="T67" fmla="*/ 9 h 361"/>
                  <a:gd name="T68" fmla="*/ 79 w 361"/>
                  <a:gd name="T69" fmla="*/ 31 h 361"/>
                  <a:gd name="T70" fmla="*/ 41 w 361"/>
                  <a:gd name="T71" fmla="*/ 67 h 361"/>
                  <a:gd name="T72" fmla="*/ 14 w 361"/>
                  <a:gd name="T73" fmla="*/ 111 h 361"/>
                  <a:gd name="T74" fmla="*/ 1 w 361"/>
                  <a:gd name="T75" fmla="*/ 163 h 361"/>
                  <a:gd name="T76" fmla="*/ 3 w 361"/>
                  <a:gd name="T77" fmla="*/ 218 h 361"/>
                  <a:gd name="T78" fmla="*/ 21 w 361"/>
                  <a:gd name="T79" fmla="*/ 267 h 361"/>
                  <a:gd name="T80" fmla="*/ 53 w 361"/>
                  <a:gd name="T81" fmla="*/ 309 h 361"/>
                  <a:gd name="T82" fmla="*/ 94 w 361"/>
                  <a:gd name="T83" fmla="*/ 340 h 361"/>
                  <a:gd name="T84" fmla="*/ 144 w 361"/>
                  <a:gd name="T85" fmla="*/ 358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61" h="361">
                    <a:moveTo>
                      <a:pt x="180" y="30"/>
                    </a:moveTo>
                    <a:lnTo>
                      <a:pt x="196" y="31"/>
                    </a:lnTo>
                    <a:lnTo>
                      <a:pt x="211" y="34"/>
                    </a:lnTo>
                    <a:lnTo>
                      <a:pt x="225" y="38"/>
                    </a:lnTo>
                    <a:lnTo>
                      <a:pt x="239" y="42"/>
                    </a:lnTo>
                    <a:lnTo>
                      <a:pt x="252" y="49"/>
                    </a:lnTo>
                    <a:lnTo>
                      <a:pt x="265" y="56"/>
                    </a:lnTo>
                    <a:lnTo>
                      <a:pt x="276" y="65"/>
                    </a:lnTo>
                    <a:lnTo>
                      <a:pt x="286" y="75"/>
                    </a:lnTo>
                    <a:lnTo>
                      <a:pt x="297" y="85"/>
                    </a:lnTo>
                    <a:lnTo>
                      <a:pt x="305" y="97"/>
                    </a:lnTo>
                    <a:lnTo>
                      <a:pt x="313" y="110"/>
                    </a:lnTo>
                    <a:lnTo>
                      <a:pt x="319" y="122"/>
                    </a:lnTo>
                    <a:lnTo>
                      <a:pt x="324" y="136"/>
                    </a:lnTo>
                    <a:lnTo>
                      <a:pt x="328" y="151"/>
                    </a:lnTo>
                    <a:lnTo>
                      <a:pt x="330" y="165"/>
                    </a:lnTo>
                    <a:lnTo>
                      <a:pt x="331" y="181"/>
                    </a:lnTo>
                    <a:lnTo>
                      <a:pt x="330" y="196"/>
                    </a:lnTo>
                    <a:lnTo>
                      <a:pt x="328" y="211"/>
                    </a:lnTo>
                    <a:lnTo>
                      <a:pt x="324" y="225"/>
                    </a:lnTo>
                    <a:lnTo>
                      <a:pt x="319" y="239"/>
                    </a:lnTo>
                    <a:lnTo>
                      <a:pt x="313" y="253"/>
                    </a:lnTo>
                    <a:lnTo>
                      <a:pt x="305" y="265"/>
                    </a:lnTo>
                    <a:lnTo>
                      <a:pt x="297" y="277"/>
                    </a:lnTo>
                    <a:lnTo>
                      <a:pt x="286" y="287"/>
                    </a:lnTo>
                    <a:lnTo>
                      <a:pt x="276" y="297"/>
                    </a:lnTo>
                    <a:lnTo>
                      <a:pt x="265" y="306"/>
                    </a:lnTo>
                    <a:lnTo>
                      <a:pt x="252" y="313"/>
                    </a:lnTo>
                    <a:lnTo>
                      <a:pt x="239" y="320"/>
                    </a:lnTo>
                    <a:lnTo>
                      <a:pt x="225" y="325"/>
                    </a:lnTo>
                    <a:lnTo>
                      <a:pt x="211" y="328"/>
                    </a:lnTo>
                    <a:lnTo>
                      <a:pt x="196" y="330"/>
                    </a:lnTo>
                    <a:lnTo>
                      <a:pt x="180" y="331"/>
                    </a:lnTo>
                    <a:lnTo>
                      <a:pt x="165" y="330"/>
                    </a:lnTo>
                    <a:lnTo>
                      <a:pt x="150" y="328"/>
                    </a:lnTo>
                    <a:lnTo>
                      <a:pt x="136" y="325"/>
                    </a:lnTo>
                    <a:lnTo>
                      <a:pt x="122" y="320"/>
                    </a:lnTo>
                    <a:lnTo>
                      <a:pt x="108" y="313"/>
                    </a:lnTo>
                    <a:lnTo>
                      <a:pt x="96" y="306"/>
                    </a:lnTo>
                    <a:lnTo>
                      <a:pt x="85" y="297"/>
                    </a:lnTo>
                    <a:lnTo>
                      <a:pt x="74" y="287"/>
                    </a:lnTo>
                    <a:lnTo>
                      <a:pt x="64" y="277"/>
                    </a:lnTo>
                    <a:lnTo>
                      <a:pt x="56" y="265"/>
                    </a:lnTo>
                    <a:lnTo>
                      <a:pt x="48" y="253"/>
                    </a:lnTo>
                    <a:lnTo>
                      <a:pt x="42" y="239"/>
                    </a:lnTo>
                    <a:lnTo>
                      <a:pt x="36" y="225"/>
                    </a:lnTo>
                    <a:lnTo>
                      <a:pt x="33" y="211"/>
                    </a:lnTo>
                    <a:lnTo>
                      <a:pt x="31" y="196"/>
                    </a:lnTo>
                    <a:lnTo>
                      <a:pt x="30" y="181"/>
                    </a:lnTo>
                    <a:lnTo>
                      <a:pt x="31" y="165"/>
                    </a:lnTo>
                    <a:lnTo>
                      <a:pt x="33" y="151"/>
                    </a:lnTo>
                    <a:lnTo>
                      <a:pt x="36" y="136"/>
                    </a:lnTo>
                    <a:lnTo>
                      <a:pt x="42" y="122"/>
                    </a:lnTo>
                    <a:lnTo>
                      <a:pt x="48" y="110"/>
                    </a:lnTo>
                    <a:lnTo>
                      <a:pt x="56" y="97"/>
                    </a:lnTo>
                    <a:lnTo>
                      <a:pt x="64" y="86"/>
                    </a:lnTo>
                    <a:lnTo>
                      <a:pt x="74" y="75"/>
                    </a:lnTo>
                    <a:lnTo>
                      <a:pt x="85" y="65"/>
                    </a:lnTo>
                    <a:lnTo>
                      <a:pt x="96" y="56"/>
                    </a:lnTo>
                    <a:lnTo>
                      <a:pt x="108" y="49"/>
                    </a:lnTo>
                    <a:lnTo>
                      <a:pt x="122" y="42"/>
                    </a:lnTo>
                    <a:lnTo>
                      <a:pt x="136" y="38"/>
                    </a:lnTo>
                    <a:lnTo>
                      <a:pt x="150" y="34"/>
                    </a:lnTo>
                    <a:lnTo>
                      <a:pt x="165" y="31"/>
                    </a:lnTo>
                    <a:lnTo>
                      <a:pt x="180" y="30"/>
                    </a:lnTo>
                    <a:lnTo>
                      <a:pt x="180" y="30"/>
                    </a:lnTo>
                    <a:close/>
                    <a:moveTo>
                      <a:pt x="180" y="361"/>
                    </a:moveTo>
                    <a:lnTo>
                      <a:pt x="199" y="360"/>
                    </a:lnTo>
                    <a:lnTo>
                      <a:pt x="216" y="358"/>
                    </a:lnTo>
                    <a:lnTo>
                      <a:pt x="234" y="354"/>
                    </a:lnTo>
                    <a:lnTo>
                      <a:pt x="251" y="347"/>
                    </a:lnTo>
                    <a:lnTo>
                      <a:pt x="267" y="340"/>
                    </a:lnTo>
                    <a:lnTo>
                      <a:pt x="281" y="330"/>
                    </a:lnTo>
                    <a:lnTo>
                      <a:pt x="295" y="321"/>
                    </a:lnTo>
                    <a:lnTo>
                      <a:pt x="307" y="309"/>
                    </a:lnTo>
                    <a:lnTo>
                      <a:pt x="319" y="296"/>
                    </a:lnTo>
                    <a:lnTo>
                      <a:pt x="330" y="282"/>
                    </a:lnTo>
                    <a:lnTo>
                      <a:pt x="339" y="267"/>
                    </a:lnTo>
                    <a:lnTo>
                      <a:pt x="346" y="251"/>
                    </a:lnTo>
                    <a:lnTo>
                      <a:pt x="352" y="235"/>
                    </a:lnTo>
                    <a:lnTo>
                      <a:pt x="357" y="218"/>
                    </a:lnTo>
                    <a:lnTo>
                      <a:pt x="360" y="200"/>
                    </a:lnTo>
                    <a:lnTo>
                      <a:pt x="361" y="181"/>
                    </a:lnTo>
                    <a:lnTo>
                      <a:pt x="360" y="163"/>
                    </a:lnTo>
                    <a:lnTo>
                      <a:pt x="357" y="145"/>
                    </a:lnTo>
                    <a:lnTo>
                      <a:pt x="352" y="128"/>
                    </a:lnTo>
                    <a:lnTo>
                      <a:pt x="346" y="111"/>
                    </a:lnTo>
                    <a:lnTo>
                      <a:pt x="339" y="96"/>
                    </a:lnTo>
                    <a:lnTo>
                      <a:pt x="330" y="81"/>
                    </a:lnTo>
                    <a:lnTo>
                      <a:pt x="319" y="67"/>
                    </a:lnTo>
                    <a:lnTo>
                      <a:pt x="307" y="54"/>
                    </a:lnTo>
                    <a:lnTo>
                      <a:pt x="295" y="42"/>
                    </a:lnTo>
                    <a:lnTo>
                      <a:pt x="281" y="31"/>
                    </a:lnTo>
                    <a:lnTo>
                      <a:pt x="267" y="23"/>
                    </a:lnTo>
                    <a:lnTo>
                      <a:pt x="251" y="15"/>
                    </a:lnTo>
                    <a:lnTo>
                      <a:pt x="234" y="9"/>
                    </a:lnTo>
                    <a:lnTo>
                      <a:pt x="216" y="5"/>
                    </a:lnTo>
                    <a:lnTo>
                      <a:pt x="199" y="1"/>
                    </a:lnTo>
                    <a:lnTo>
                      <a:pt x="180" y="0"/>
                    </a:lnTo>
                    <a:lnTo>
                      <a:pt x="162" y="1"/>
                    </a:lnTo>
                    <a:lnTo>
                      <a:pt x="144" y="5"/>
                    </a:lnTo>
                    <a:lnTo>
                      <a:pt x="126" y="9"/>
                    </a:lnTo>
                    <a:lnTo>
                      <a:pt x="110" y="15"/>
                    </a:lnTo>
                    <a:lnTo>
                      <a:pt x="94" y="23"/>
                    </a:lnTo>
                    <a:lnTo>
                      <a:pt x="79" y="31"/>
                    </a:lnTo>
                    <a:lnTo>
                      <a:pt x="65" y="42"/>
                    </a:lnTo>
                    <a:lnTo>
                      <a:pt x="53" y="54"/>
                    </a:lnTo>
                    <a:lnTo>
                      <a:pt x="41" y="67"/>
                    </a:lnTo>
                    <a:lnTo>
                      <a:pt x="31" y="81"/>
                    </a:lnTo>
                    <a:lnTo>
                      <a:pt x="21" y="96"/>
                    </a:lnTo>
                    <a:lnTo>
                      <a:pt x="14" y="111"/>
                    </a:lnTo>
                    <a:lnTo>
                      <a:pt x="8" y="128"/>
                    </a:lnTo>
                    <a:lnTo>
                      <a:pt x="3" y="145"/>
                    </a:lnTo>
                    <a:lnTo>
                      <a:pt x="1" y="163"/>
                    </a:lnTo>
                    <a:lnTo>
                      <a:pt x="0" y="181"/>
                    </a:lnTo>
                    <a:lnTo>
                      <a:pt x="1" y="200"/>
                    </a:lnTo>
                    <a:lnTo>
                      <a:pt x="3" y="218"/>
                    </a:lnTo>
                    <a:lnTo>
                      <a:pt x="8" y="235"/>
                    </a:lnTo>
                    <a:lnTo>
                      <a:pt x="14" y="251"/>
                    </a:lnTo>
                    <a:lnTo>
                      <a:pt x="21" y="267"/>
                    </a:lnTo>
                    <a:lnTo>
                      <a:pt x="31" y="282"/>
                    </a:lnTo>
                    <a:lnTo>
                      <a:pt x="41" y="296"/>
                    </a:lnTo>
                    <a:lnTo>
                      <a:pt x="53" y="309"/>
                    </a:lnTo>
                    <a:lnTo>
                      <a:pt x="65" y="321"/>
                    </a:lnTo>
                    <a:lnTo>
                      <a:pt x="79" y="330"/>
                    </a:lnTo>
                    <a:lnTo>
                      <a:pt x="94" y="340"/>
                    </a:lnTo>
                    <a:lnTo>
                      <a:pt x="110" y="347"/>
                    </a:lnTo>
                    <a:lnTo>
                      <a:pt x="126" y="354"/>
                    </a:lnTo>
                    <a:lnTo>
                      <a:pt x="144" y="358"/>
                    </a:lnTo>
                    <a:lnTo>
                      <a:pt x="162" y="360"/>
                    </a:lnTo>
                    <a:lnTo>
                      <a:pt x="180" y="3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Freeform 133">
              <a:extLst>
                <a:ext uri="{FF2B5EF4-FFF2-40B4-BE49-F238E27FC236}">
                  <a16:creationId xmlns:a16="http://schemas.microsoft.com/office/drawing/2014/main" id="{1F31DD1A-EB03-2771-BAD1-595C34304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437" y="2435157"/>
              <a:ext cx="476006" cy="476006"/>
            </a:xfrm>
            <a:custGeom>
              <a:avLst/>
              <a:gdLst>
                <a:gd name="T0" fmla="*/ 452 w 866"/>
                <a:gd name="T1" fmla="*/ 410 h 866"/>
                <a:gd name="T2" fmla="*/ 452 w 866"/>
                <a:gd name="T3" fmla="*/ 13 h 866"/>
                <a:gd name="T4" fmla="*/ 449 w 866"/>
                <a:gd name="T5" fmla="*/ 8 h 866"/>
                <a:gd name="T6" fmla="*/ 445 w 866"/>
                <a:gd name="T7" fmla="*/ 4 h 866"/>
                <a:gd name="T8" fmla="*/ 440 w 866"/>
                <a:gd name="T9" fmla="*/ 0 h 866"/>
                <a:gd name="T10" fmla="*/ 433 w 866"/>
                <a:gd name="T11" fmla="*/ 0 h 866"/>
                <a:gd name="T12" fmla="*/ 428 w 866"/>
                <a:gd name="T13" fmla="*/ 4 h 866"/>
                <a:gd name="T14" fmla="*/ 424 w 866"/>
                <a:gd name="T15" fmla="*/ 8 h 866"/>
                <a:gd name="T16" fmla="*/ 421 w 866"/>
                <a:gd name="T17" fmla="*/ 13 h 866"/>
                <a:gd name="T18" fmla="*/ 421 w 866"/>
                <a:gd name="T19" fmla="*/ 410 h 866"/>
                <a:gd name="T20" fmla="*/ 12 w 866"/>
                <a:gd name="T21" fmla="*/ 410 h 866"/>
                <a:gd name="T22" fmla="*/ 6 w 866"/>
                <a:gd name="T23" fmla="*/ 412 h 866"/>
                <a:gd name="T24" fmla="*/ 2 w 866"/>
                <a:gd name="T25" fmla="*/ 417 h 866"/>
                <a:gd name="T26" fmla="*/ 0 w 866"/>
                <a:gd name="T27" fmla="*/ 422 h 866"/>
                <a:gd name="T28" fmla="*/ 0 w 866"/>
                <a:gd name="T29" fmla="*/ 428 h 866"/>
                <a:gd name="T30" fmla="*/ 2 w 866"/>
                <a:gd name="T31" fmla="*/ 434 h 866"/>
                <a:gd name="T32" fmla="*/ 6 w 866"/>
                <a:gd name="T33" fmla="*/ 438 h 866"/>
                <a:gd name="T34" fmla="*/ 12 w 866"/>
                <a:gd name="T35" fmla="*/ 440 h 866"/>
                <a:gd name="T36" fmla="*/ 421 w 866"/>
                <a:gd name="T37" fmla="*/ 440 h 866"/>
                <a:gd name="T38" fmla="*/ 421 w 866"/>
                <a:gd name="T39" fmla="*/ 854 h 866"/>
                <a:gd name="T40" fmla="*/ 424 w 866"/>
                <a:gd name="T41" fmla="*/ 860 h 866"/>
                <a:gd name="T42" fmla="*/ 428 w 866"/>
                <a:gd name="T43" fmla="*/ 864 h 866"/>
                <a:gd name="T44" fmla="*/ 433 w 866"/>
                <a:gd name="T45" fmla="*/ 866 h 866"/>
                <a:gd name="T46" fmla="*/ 440 w 866"/>
                <a:gd name="T47" fmla="*/ 866 h 866"/>
                <a:gd name="T48" fmla="*/ 445 w 866"/>
                <a:gd name="T49" fmla="*/ 864 h 866"/>
                <a:gd name="T50" fmla="*/ 449 w 866"/>
                <a:gd name="T51" fmla="*/ 860 h 866"/>
                <a:gd name="T52" fmla="*/ 452 w 866"/>
                <a:gd name="T53" fmla="*/ 854 h 866"/>
                <a:gd name="T54" fmla="*/ 452 w 866"/>
                <a:gd name="T55" fmla="*/ 440 h 866"/>
                <a:gd name="T56" fmla="*/ 854 w 866"/>
                <a:gd name="T57" fmla="*/ 440 h 866"/>
                <a:gd name="T58" fmla="*/ 859 w 866"/>
                <a:gd name="T59" fmla="*/ 438 h 866"/>
                <a:gd name="T60" fmla="*/ 862 w 866"/>
                <a:gd name="T61" fmla="*/ 434 h 866"/>
                <a:gd name="T62" fmla="*/ 864 w 866"/>
                <a:gd name="T63" fmla="*/ 428 h 866"/>
                <a:gd name="T64" fmla="*/ 864 w 866"/>
                <a:gd name="T65" fmla="*/ 422 h 866"/>
                <a:gd name="T66" fmla="*/ 862 w 866"/>
                <a:gd name="T67" fmla="*/ 417 h 866"/>
                <a:gd name="T68" fmla="*/ 859 w 866"/>
                <a:gd name="T69" fmla="*/ 412 h 866"/>
                <a:gd name="T70" fmla="*/ 854 w 866"/>
                <a:gd name="T71" fmla="*/ 410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66" h="866">
                  <a:moveTo>
                    <a:pt x="850" y="410"/>
                  </a:moveTo>
                  <a:lnTo>
                    <a:pt x="452" y="410"/>
                  </a:lnTo>
                  <a:lnTo>
                    <a:pt x="452" y="15"/>
                  </a:lnTo>
                  <a:lnTo>
                    <a:pt x="452" y="13"/>
                  </a:lnTo>
                  <a:lnTo>
                    <a:pt x="450" y="10"/>
                  </a:lnTo>
                  <a:lnTo>
                    <a:pt x="449" y="8"/>
                  </a:lnTo>
                  <a:lnTo>
                    <a:pt x="447" y="6"/>
                  </a:lnTo>
                  <a:lnTo>
                    <a:pt x="445" y="4"/>
                  </a:lnTo>
                  <a:lnTo>
                    <a:pt x="442" y="1"/>
                  </a:lnTo>
                  <a:lnTo>
                    <a:pt x="440" y="0"/>
                  </a:lnTo>
                  <a:lnTo>
                    <a:pt x="437" y="0"/>
                  </a:lnTo>
                  <a:lnTo>
                    <a:pt x="433" y="0"/>
                  </a:lnTo>
                  <a:lnTo>
                    <a:pt x="431" y="1"/>
                  </a:lnTo>
                  <a:lnTo>
                    <a:pt x="428" y="4"/>
                  </a:lnTo>
                  <a:lnTo>
                    <a:pt x="426" y="6"/>
                  </a:lnTo>
                  <a:lnTo>
                    <a:pt x="424" y="8"/>
                  </a:lnTo>
                  <a:lnTo>
                    <a:pt x="423" y="10"/>
                  </a:lnTo>
                  <a:lnTo>
                    <a:pt x="421" y="13"/>
                  </a:lnTo>
                  <a:lnTo>
                    <a:pt x="421" y="15"/>
                  </a:lnTo>
                  <a:lnTo>
                    <a:pt x="421" y="410"/>
                  </a:lnTo>
                  <a:lnTo>
                    <a:pt x="15" y="410"/>
                  </a:lnTo>
                  <a:lnTo>
                    <a:pt x="12" y="410"/>
                  </a:lnTo>
                  <a:lnTo>
                    <a:pt x="10" y="411"/>
                  </a:lnTo>
                  <a:lnTo>
                    <a:pt x="6" y="412"/>
                  </a:lnTo>
                  <a:lnTo>
                    <a:pt x="4" y="414"/>
                  </a:lnTo>
                  <a:lnTo>
                    <a:pt x="2" y="417"/>
                  </a:lnTo>
                  <a:lnTo>
                    <a:pt x="1" y="420"/>
                  </a:lnTo>
                  <a:lnTo>
                    <a:pt x="0" y="422"/>
                  </a:lnTo>
                  <a:lnTo>
                    <a:pt x="0" y="425"/>
                  </a:lnTo>
                  <a:lnTo>
                    <a:pt x="0" y="428"/>
                  </a:lnTo>
                  <a:lnTo>
                    <a:pt x="1" y="432"/>
                  </a:lnTo>
                  <a:lnTo>
                    <a:pt x="2" y="434"/>
                  </a:lnTo>
                  <a:lnTo>
                    <a:pt x="4" y="436"/>
                  </a:lnTo>
                  <a:lnTo>
                    <a:pt x="6" y="438"/>
                  </a:lnTo>
                  <a:lnTo>
                    <a:pt x="10" y="439"/>
                  </a:lnTo>
                  <a:lnTo>
                    <a:pt x="12" y="440"/>
                  </a:lnTo>
                  <a:lnTo>
                    <a:pt x="15" y="440"/>
                  </a:lnTo>
                  <a:lnTo>
                    <a:pt x="421" y="440"/>
                  </a:lnTo>
                  <a:lnTo>
                    <a:pt x="421" y="851"/>
                  </a:lnTo>
                  <a:lnTo>
                    <a:pt x="421" y="854"/>
                  </a:lnTo>
                  <a:lnTo>
                    <a:pt x="423" y="857"/>
                  </a:lnTo>
                  <a:lnTo>
                    <a:pt x="424" y="860"/>
                  </a:lnTo>
                  <a:lnTo>
                    <a:pt x="426" y="862"/>
                  </a:lnTo>
                  <a:lnTo>
                    <a:pt x="428" y="864"/>
                  </a:lnTo>
                  <a:lnTo>
                    <a:pt x="431" y="865"/>
                  </a:lnTo>
                  <a:lnTo>
                    <a:pt x="433" y="866"/>
                  </a:lnTo>
                  <a:lnTo>
                    <a:pt x="437" y="866"/>
                  </a:lnTo>
                  <a:lnTo>
                    <a:pt x="440" y="866"/>
                  </a:lnTo>
                  <a:lnTo>
                    <a:pt x="442" y="865"/>
                  </a:lnTo>
                  <a:lnTo>
                    <a:pt x="445" y="864"/>
                  </a:lnTo>
                  <a:lnTo>
                    <a:pt x="447" y="862"/>
                  </a:lnTo>
                  <a:lnTo>
                    <a:pt x="449" y="860"/>
                  </a:lnTo>
                  <a:lnTo>
                    <a:pt x="450" y="857"/>
                  </a:lnTo>
                  <a:lnTo>
                    <a:pt x="452" y="854"/>
                  </a:lnTo>
                  <a:lnTo>
                    <a:pt x="452" y="851"/>
                  </a:lnTo>
                  <a:lnTo>
                    <a:pt x="452" y="440"/>
                  </a:lnTo>
                  <a:lnTo>
                    <a:pt x="850" y="440"/>
                  </a:lnTo>
                  <a:lnTo>
                    <a:pt x="854" y="440"/>
                  </a:lnTo>
                  <a:lnTo>
                    <a:pt x="856" y="439"/>
                  </a:lnTo>
                  <a:lnTo>
                    <a:pt x="859" y="438"/>
                  </a:lnTo>
                  <a:lnTo>
                    <a:pt x="861" y="436"/>
                  </a:lnTo>
                  <a:lnTo>
                    <a:pt x="862" y="434"/>
                  </a:lnTo>
                  <a:lnTo>
                    <a:pt x="864" y="432"/>
                  </a:lnTo>
                  <a:lnTo>
                    <a:pt x="864" y="428"/>
                  </a:lnTo>
                  <a:lnTo>
                    <a:pt x="866" y="425"/>
                  </a:lnTo>
                  <a:lnTo>
                    <a:pt x="864" y="422"/>
                  </a:lnTo>
                  <a:lnTo>
                    <a:pt x="864" y="420"/>
                  </a:lnTo>
                  <a:lnTo>
                    <a:pt x="862" y="417"/>
                  </a:lnTo>
                  <a:lnTo>
                    <a:pt x="861" y="414"/>
                  </a:lnTo>
                  <a:lnTo>
                    <a:pt x="859" y="412"/>
                  </a:lnTo>
                  <a:lnTo>
                    <a:pt x="856" y="411"/>
                  </a:lnTo>
                  <a:lnTo>
                    <a:pt x="854" y="410"/>
                  </a:lnTo>
                  <a:lnTo>
                    <a:pt x="850" y="41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3">
              <a:extLst>
                <a:ext uri="{FF2B5EF4-FFF2-40B4-BE49-F238E27FC236}">
                  <a16:creationId xmlns:a16="http://schemas.microsoft.com/office/drawing/2014/main" id="{B112A16C-18B3-0303-3C8D-CA26EEBFE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7997" y="2435157"/>
              <a:ext cx="476006" cy="476006"/>
            </a:xfrm>
            <a:custGeom>
              <a:avLst/>
              <a:gdLst>
                <a:gd name="T0" fmla="*/ 452 w 866"/>
                <a:gd name="T1" fmla="*/ 410 h 866"/>
                <a:gd name="T2" fmla="*/ 452 w 866"/>
                <a:gd name="T3" fmla="*/ 13 h 866"/>
                <a:gd name="T4" fmla="*/ 449 w 866"/>
                <a:gd name="T5" fmla="*/ 8 h 866"/>
                <a:gd name="T6" fmla="*/ 445 w 866"/>
                <a:gd name="T7" fmla="*/ 4 h 866"/>
                <a:gd name="T8" fmla="*/ 440 w 866"/>
                <a:gd name="T9" fmla="*/ 0 h 866"/>
                <a:gd name="T10" fmla="*/ 433 w 866"/>
                <a:gd name="T11" fmla="*/ 0 h 866"/>
                <a:gd name="T12" fmla="*/ 428 w 866"/>
                <a:gd name="T13" fmla="*/ 4 h 866"/>
                <a:gd name="T14" fmla="*/ 424 w 866"/>
                <a:gd name="T15" fmla="*/ 8 h 866"/>
                <a:gd name="T16" fmla="*/ 421 w 866"/>
                <a:gd name="T17" fmla="*/ 13 h 866"/>
                <a:gd name="T18" fmla="*/ 421 w 866"/>
                <a:gd name="T19" fmla="*/ 410 h 866"/>
                <a:gd name="T20" fmla="*/ 12 w 866"/>
                <a:gd name="T21" fmla="*/ 410 h 866"/>
                <a:gd name="T22" fmla="*/ 6 w 866"/>
                <a:gd name="T23" fmla="*/ 412 h 866"/>
                <a:gd name="T24" fmla="*/ 2 w 866"/>
                <a:gd name="T25" fmla="*/ 417 h 866"/>
                <a:gd name="T26" fmla="*/ 0 w 866"/>
                <a:gd name="T27" fmla="*/ 422 h 866"/>
                <a:gd name="T28" fmla="*/ 0 w 866"/>
                <a:gd name="T29" fmla="*/ 428 h 866"/>
                <a:gd name="T30" fmla="*/ 2 w 866"/>
                <a:gd name="T31" fmla="*/ 434 h 866"/>
                <a:gd name="T32" fmla="*/ 6 w 866"/>
                <a:gd name="T33" fmla="*/ 438 h 866"/>
                <a:gd name="T34" fmla="*/ 12 w 866"/>
                <a:gd name="T35" fmla="*/ 440 h 866"/>
                <a:gd name="T36" fmla="*/ 421 w 866"/>
                <a:gd name="T37" fmla="*/ 440 h 866"/>
                <a:gd name="T38" fmla="*/ 421 w 866"/>
                <a:gd name="T39" fmla="*/ 854 h 866"/>
                <a:gd name="T40" fmla="*/ 424 w 866"/>
                <a:gd name="T41" fmla="*/ 860 h 866"/>
                <a:gd name="T42" fmla="*/ 428 w 866"/>
                <a:gd name="T43" fmla="*/ 864 h 866"/>
                <a:gd name="T44" fmla="*/ 433 w 866"/>
                <a:gd name="T45" fmla="*/ 866 h 866"/>
                <a:gd name="T46" fmla="*/ 440 w 866"/>
                <a:gd name="T47" fmla="*/ 866 h 866"/>
                <a:gd name="T48" fmla="*/ 445 w 866"/>
                <a:gd name="T49" fmla="*/ 864 h 866"/>
                <a:gd name="T50" fmla="*/ 449 w 866"/>
                <a:gd name="T51" fmla="*/ 860 h 866"/>
                <a:gd name="T52" fmla="*/ 452 w 866"/>
                <a:gd name="T53" fmla="*/ 854 h 866"/>
                <a:gd name="T54" fmla="*/ 452 w 866"/>
                <a:gd name="T55" fmla="*/ 440 h 866"/>
                <a:gd name="T56" fmla="*/ 854 w 866"/>
                <a:gd name="T57" fmla="*/ 440 h 866"/>
                <a:gd name="T58" fmla="*/ 859 w 866"/>
                <a:gd name="T59" fmla="*/ 438 h 866"/>
                <a:gd name="T60" fmla="*/ 862 w 866"/>
                <a:gd name="T61" fmla="*/ 434 h 866"/>
                <a:gd name="T62" fmla="*/ 864 w 866"/>
                <a:gd name="T63" fmla="*/ 428 h 866"/>
                <a:gd name="T64" fmla="*/ 864 w 866"/>
                <a:gd name="T65" fmla="*/ 422 h 866"/>
                <a:gd name="T66" fmla="*/ 862 w 866"/>
                <a:gd name="T67" fmla="*/ 417 h 866"/>
                <a:gd name="T68" fmla="*/ 859 w 866"/>
                <a:gd name="T69" fmla="*/ 412 h 866"/>
                <a:gd name="T70" fmla="*/ 854 w 866"/>
                <a:gd name="T71" fmla="*/ 410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66" h="866">
                  <a:moveTo>
                    <a:pt x="850" y="410"/>
                  </a:moveTo>
                  <a:lnTo>
                    <a:pt x="452" y="410"/>
                  </a:lnTo>
                  <a:lnTo>
                    <a:pt x="452" y="15"/>
                  </a:lnTo>
                  <a:lnTo>
                    <a:pt x="452" y="13"/>
                  </a:lnTo>
                  <a:lnTo>
                    <a:pt x="450" y="10"/>
                  </a:lnTo>
                  <a:lnTo>
                    <a:pt x="449" y="8"/>
                  </a:lnTo>
                  <a:lnTo>
                    <a:pt x="447" y="6"/>
                  </a:lnTo>
                  <a:lnTo>
                    <a:pt x="445" y="4"/>
                  </a:lnTo>
                  <a:lnTo>
                    <a:pt x="442" y="1"/>
                  </a:lnTo>
                  <a:lnTo>
                    <a:pt x="440" y="0"/>
                  </a:lnTo>
                  <a:lnTo>
                    <a:pt x="437" y="0"/>
                  </a:lnTo>
                  <a:lnTo>
                    <a:pt x="433" y="0"/>
                  </a:lnTo>
                  <a:lnTo>
                    <a:pt x="431" y="1"/>
                  </a:lnTo>
                  <a:lnTo>
                    <a:pt x="428" y="4"/>
                  </a:lnTo>
                  <a:lnTo>
                    <a:pt x="426" y="6"/>
                  </a:lnTo>
                  <a:lnTo>
                    <a:pt x="424" y="8"/>
                  </a:lnTo>
                  <a:lnTo>
                    <a:pt x="423" y="10"/>
                  </a:lnTo>
                  <a:lnTo>
                    <a:pt x="421" y="13"/>
                  </a:lnTo>
                  <a:lnTo>
                    <a:pt x="421" y="15"/>
                  </a:lnTo>
                  <a:lnTo>
                    <a:pt x="421" y="410"/>
                  </a:lnTo>
                  <a:lnTo>
                    <a:pt x="15" y="410"/>
                  </a:lnTo>
                  <a:lnTo>
                    <a:pt x="12" y="410"/>
                  </a:lnTo>
                  <a:lnTo>
                    <a:pt x="10" y="411"/>
                  </a:lnTo>
                  <a:lnTo>
                    <a:pt x="6" y="412"/>
                  </a:lnTo>
                  <a:lnTo>
                    <a:pt x="4" y="414"/>
                  </a:lnTo>
                  <a:lnTo>
                    <a:pt x="2" y="417"/>
                  </a:lnTo>
                  <a:lnTo>
                    <a:pt x="1" y="420"/>
                  </a:lnTo>
                  <a:lnTo>
                    <a:pt x="0" y="422"/>
                  </a:lnTo>
                  <a:lnTo>
                    <a:pt x="0" y="425"/>
                  </a:lnTo>
                  <a:lnTo>
                    <a:pt x="0" y="428"/>
                  </a:lnTo>
                  <a:lnTo>
                    <a:pt x="1" y="432"/>
                  </a:lnTo>
                  <a:lnTo>
                    <a:pt x="2" y="434"/>
                  </a:lnTo>
                  <a:lnTo>
                    <a:pt x="4" y="436"/>
                  </a:lnTo>
                  <a:lnTo>
                    <a:pt x="6" y="438"/>
                  </a:lnTo>
                  <a:lnTo>
                    <a:pt x="10" y="439"/>
                  </a:lnTo>
                  <a:lnTo>
                    <a:pt x="12" y="440"/>
                  </a:lnTo>
                  <a:lnTo>
                    <a:pt x="15" y="440"/>
                  </a:lnTo>
                  <a:lnTo>
                    <a:pt x="421" y="440"/>
                  </a:lnTo>
                  <a:lnTo>
                    <a:pt x="421" y="851"/>
                  </a:lnTo>
                  <a:lnTo>
                    <a:pt x="421" y="854"/>
                  </a:lnTo>
                  <a:lnTo>
                    <a:pt x="423" y="857"/>
                  </a:lnTo>
                  <a:lnTo>
                    <a:pt x="424" y="860"/>
                  </a:lnTo>
                  <a:lnTo>
                    <a:pt x="426" y="862"/>
                  </a:lnTo>
                  <a:lnTo>
                    <a:pt x="428" y="864"/>
                  </a:lnTo>
                  <a:lnTo>
                    <a:pt x="431" y="865"/>
                  </a:lnTo>
                  <a:lnTo>
                    <a:pt x="433" y="866"/>
                  </a:lnTo>
                  <a:lnTo>
                    <a:pt x="437" y="866"/>
                  </a:lnTo>
                  <a:lnTo>
                    <a:pt x="440" y="866"/>
                  </a:lnTo>
                  <a:lnTo>
                    <a:pt x="442" y="865"/>
                  </a:lnTo>
                  <a:lnTo>
                    <a:pt x="445" y="864"/>
                  </a:lnTo>
                  <a:lnTo>
                    <a:pt x="447" y="862"/>
                  </a:lnTo>
                  <a:lnTo>
                    <a:pt x="449" y="860"/>
                  </a:lnTo>
                  <a:lnTo>
                    <a:pt x="450" y="857"/>
                  </a:lnTo>
                  <a:lnTo>
                    <a:pt x="452" y="854"/>
                  </a:lnTo>
                  <a:lnTo>
                    <a:pt x="452" y="851"/>
                  </a:lnTo>
                  <a:lnTo>
                    <a:pt x="452" y="440"/>
                  </a:lnTo>
                  <a:lnTo>
                    <a:pt x="850" y="440"/>
                  </a:lnTo>
                  <a:lnTo>
                    <a:pt x="854" y="440"/>
                  </a:lnTo>
                  <a:lnTo>
                    <a:pt x="856" y="439"/>
                  </a:lnTo>
                  <a:lnTo>
                    <a:pt x="859" y="438"/>
                  </a:lnTo>
                  <a:lnTo>
                    <a:pt x="861" y="436"/>
                  </a:lnTo>
                  <a:lnTo>
                    <a:pt x="862" y="434"/>
                  </a:lnTo>
                  <a:lnTo>
                    <a:pt x="864" y="432"/>
                  </a:lnTo>
                  <a:lnTo>
                    <a:pt x="864" y="428"/>
                  </a:lnTo>
                  <a:lnTo>
                    <a:pt x="866" y="425"/>
                  </a:lnTo>
                  <a:lnTo>
                    <a:pt x="864" y="422"/>
                  </a:lnTo>
                  <a:lnTo>
                    <a:pt x="864" y="420"/>
                  </a:lnTo>
                  <a:lnTo>
                    <a:pt x="862" y="417"/>
                  </a:lnTo>
                  <a:lnTo>
                    <a:pt x="861" y="414"/>
                  </a:lnTo>
                  <a:lnTo>
                    <a:pt x="859" y="412"/>
                  </a:lnTo>
                  <a:lnTo>
                    <a:pt x="856" y="411"/>
                  </a:lnTo>
                  <a:lnTo>
                    <a:pt x="854" y="410"/>
                  </a:lnTo>
                  <a:lnTo>
                    <a:pt x="850" y="41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3">
              <a:extLst>
                <a:ext uri="{FF2B5EF4-FFF2-40B4-BE49-F238E27FC236}">
                  <a16:creationId xmlns:a16="http://schemas.microsoft.com/office/drawing/2014/main" id="{5B726376-5E03-1AB1-17FB-FCB917B62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8802" y="2435157"/>
              <a:ext cx="476006" cy="476006"/>
            </a:xfrm>
            <a:custGeom>
              <a:avLst/>
              <a:gdLst>
                <a:gd name="T0" fmla="*/ 452 w 866"/>
                <a:gd name="T1" fmla="*/ 410 h 866"/>
                <a:gd name="T2" fmla="*/ 452 w 866"/>
                <a:gd name="T3" fmla="*/ 13 h 866"/>
                <a:gd name="T4" fmla="*/ 449 w 866"/>
                <a:gd name="T5" fmla="*/ 8 h 866"/>
                <a:gd name="T6" fmla="*/ 445 w 866"/>
                <a:gd name="T7" fmla="*/ 4 h 866"/>
                <a:gd name="T8" fmla="*/ 440 w 866"/>
                <a:gd name="T9" fmla="*/ 0 h 866"/>
                <a:gd name="T10" fmla="*/ 433 w 866"/>
                <a:gd name="T11" fmla="*/ 0 h 866"/>
                <a:gd name="T12" fmla="*/ 428 w 866"/>
                <a:gd name="T13" fmla="*/ 4 h 866"/>
                <a:gd name="T14" fmla="*/ 424 w 866"/>
                <a:gd name="T15" fmla="*/ 8 h 866"/>
                <a:gd name="T16" fmla="*/ 421 w 866"/>
                <a:gd name="T17" fmla="*/ 13 h 866"/>
                <a:gd name="T18" fmla="*/ 421 w 866"/>
                <a:gd name="T19" fmla="*/ 410 h 866"/>
                <a:gd name="T20" fmla="*/ 12 w 866"/>
                <a:gd name="T21" fmla="*/ 410 h 866"/>
                <a:gd name="T22" fmla="*/ 6 w 866"/>
                <a:gd name="T23" fmla="*/ 412 h 866"/>
                <a:gd name="T24" fmla="*/ 2 w 866"/>
                <a:gd name="T25" fmla="*/ 417 h 866"/>
                <a:gd name="T26" fmla="*/ 0 w 866"/>
                <a:gd name="T27" fmla="*/ 422 h 866"/>
                <a:gd name="T28" fmla="*/ 0 w 866"/>
                <a:gd name="T29" fmla="*/ 428 h 866"/>
                <a:gd name="T30" fmla="*/ 2 w 866"/>
                <a:gd name="T31" fmla="*/ 434 h 866"/>
                <a:gd name="T32" fmla="*/ 6 w 866"/>
                <a:gd name="T33" fmla="*/ 438 h 866"/>
                <a:gd name="T34" fmla="*/ 12 w 866"/>
                <a:gd name="T35" fmla="*/ 440 h 866"/>
                <a:gd name="T36" fmla="*/ 421 w 866"/>
                <a:gd name="T37" fmla="*/ 440 h 866"/>
                <a:gd name="T38" fmla="*/ 421 w 866"/>
                <a:gd name="T39" fmla="*/ 854 h 866"/>
                <a:gd name="T40" fmla="*/ 424 w 866"/>
                <a:gd name="T41" fmla="*/ 860 h 866"/>
                <a:gd name="T42" fmla="*/ 428 w 866"/>
                <a:gd name="T43" fmla="*/ 864 h 866"/>
                <a:gd name="T44" fmla="*/ 433 w 866"/>
                <a:gd name="T45" fmla="*/ 866 h 866"/>
                <a:gd name="T46" fmla="*/ 440 w 866"/>
                <a:gd name="T47" fmla="*/ 866 h 866"/>
                <a:gd name="T48" fmla="*/ 445 w 866"/>
                <a:gd name="T49" fmla="*/ 864 h 866"/>
                <a:gd name="T50" fmla="*/ 449 w 866"/>
                <a:gd name="T51" fmla="*/ 860 h 866"/>
                <a:gd name="T52" fmla="*/ 452 w 866"/>
                <a:gd name="T53" fmla="*/ 854 h 866"/>
                <a:gd name="T54" fmla="*/ 452 w 866"/>
                <a:gd name="T55" fmla="*/ 440 h 866"/>
                <a:gd name="T56" fmla="*/ 854 w 866"/>
                <a:gd name="T57" fmla="*/ 440 h 866"/>
                <a:gd name="T58" fmla="*/ 859 w 866"/>
                <a:gd name="T59" fmla="*/ 438 h 866"/>
                <a:gd name="T60" fmla="*/ 862 w 866"/>
                <a:gd name="T61" fmla="*/ 434 h 866"/>
                <a:gd name="T62" fmla="*/ 864 w 866"/>
                <a:gd name="T63" fmla="*/ 428 h 866"/>
                <a:gd name="T64" fmla="*/ 864 w 866"/>
                <a:gd name="T65" fmla="*/ 422 h 866"/>
                <a:gd name="T66" fmla="*/ 862 w 866"/>
                <a:gd name="T67" fmla="*/ 417 h 866"/>
                <a:gd name="T68" fmla="*/ 859 w 866"/>
                <a:gd name="T69" fmla="*/ 412 h 866"/>
                <a:gd name="T70" fmla="*/ 854 w 866"/>
                <a:gd name="T71" fmla="*/ 410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66" h="866">
                  <a:moveTo>
                    <a:pt x="850" y="410"/>
                  </a:moveTo>
                  <a:lnTo>
                    <a:pt x="452" y="410"/>
                  </a:lnTo>
                  <a:lnTo>
                    <a:pt x="452" y="15"/>
                  </a:lnTo>
                  <a:lnTo>
                    <a:pt x="452" y="13"/>
                  </a:lnTo>
                  <a:lnTo>
                    <a:pt x="450" y="10"/>
                  </a:lnTo>
                  <a:lnTo>
                    <a:pt x="449" y="8"/>
                  </a:lnTo>
                  <a:lnTo>
                    <a:pt x="447" y="6"/>
                  </a:lnTo>
                  <a:lnTo>
                    <a:pt x="445" y="4"/>
                  </a:lnTo>
                  <a:lnTo>
                    <a:pt x="442" y="1"/>
                  </a:lnTo>
                  <a:lnTo>
                    <a:pt x="440" y="0"/>
                  </a:lnTo>
                  <a:lnTo>
                    <a:pt x="437" y="0"/>
                  </a:lnTo>
                  <a:lnTo>
                    <a:pt x="433" y="0"/>
                  </a:lnTo>
                  <a:lnTo>
                    <a:pt x="431" y="1"/>
                  </a:lnTo>
                  <a:lnTo>
                    <a:pt x="428" y="4"/>
                  </a:lnTo>
                  <a:lnTo>
                    <a:pt x="426" y="6"/>
                  </a:lnTo>
                  <a:lnTo>
                    <a:pt x="424" y="8"/>
                  </a:lnTo>
                  <a:lnTo>
                    <a:pt x="423" y="10"/>
                  </a:lnTo>
                  <a:lnTo>
                    <a:pt x="421" y="13"/>
                  </a:lnTo>
                  <a:lnTo>
                    <a:pt x="421" y="15"/>
                  </a:lnTo>
                  <a:lnTo>
                    <a:pt x="421" y="410"/>
                  </a:lnTo>
                  <a:lnTo>
                    <a:pt x="15" y="410"/>
                  </a:lnTo>
                  <a:lnTo>
                    <a:pt x="12" y="410"/>
                  </a:lnTo>
                  <a:lnTo>
                    <a:pt x="10" y="411"/>
                  </a:lnTo>
                  <a:lnTo>
                    <a:pt x="6" y="412"/>
                  </a:lnTo>
                  <a:lnTo>
                    <a:pt x="4" y="414"/>
                  </a:lnTo>
                  <a:lnTo>
                    <a:pt x="2" y="417"/>
                  </a:lnTo>
                  <a:lnTo>
                    <a:pt x="1" y="420"/>
                  </a:lnTo>
                  <a:lnTo>
                    <a:pt x="0" y="422"/>
                  </a:lnTo>
                  <a:lnTo>
                    <a:pt x="0" y="425"/>
                  </a:lnTo>
                  <a:lnTo>
                    <a:pt x="0" y="428"/>
                  </a:lnTo>
                  <a:lnTo>
                    <a:pt x="1" y="432"/>
                  </a:lnTo>
                  <a:lnTo>
                    <a:pt x="2" y="434"/>
                  </a:lnTo>
                  <a:lnTo>
                    <a:pt x="4" y="436"/>
                  </a:lnTo>
                  <a:lnTo>
                    <a:pt x="6" y="438"/>
                  </a:lnTo>
                  <a:lnTo>
                    <a:pt x="10" y="439"/>
                  </a:lnTo>
                  <a:lnTo>
                    <a:pt x="12" y="440"/>
                  </a:lnTo>
                  <a:lnTo>
                    <a:pt x="15" y="440"/>
                  </a:lnTo>
                  <a:lnTo>
                    <a:pt x="421" y="440"/>
                  </a:lnTo>
                  <a:lnTo>
                    <a:pt x="421" y="851"/>
                  </a:lnTo>
                  <a:lnTo>
                    <a:pt x="421" y="854"/>
                  </a:lnTo>
                  <a:lnTo>
                    <a:pt x="423" y="857"/>
                  </a:lnTo>
                  <a:lnTo>
                    <a:pt x="424" y="860"/>
                  </a:lnTo>
                  <a:lnTo>
                    <a:pt x="426" y="862"/>
                  </a:lnTo>
                  <a:lnTo>
                    <a:pt x="428" y="864"/>
                  </a:lnTo>
                  <a:lnTo>
                    <a:pt x="431" y="865"/>
                  </a:lnTo>
                  <a:lnTo>
                    <a:pt x="433" y="866"/>
                  </a:lnTo>
                  <a:lnTo>
                    <a:pt x="437" y="866"/>
                  </a:lnTo>
                  <a:lnTo>
                    <a:pt x="440" y="866"/>
                  </a:lnTo>
                  <a:lnTo>
                    <a:pt x="442" y="865"/>
                  </a:lnTo>
                  <a:lnTo>
                    <a:pt x="445" y="864"/>
                  </a:lnTo>
                  <a:lnTo>
                    <a:pt x="447" y="862"/>
                  </a:lnTo>
                  <a:lnTo>
                    <a:pt x="449" y="860"/>
                  </a:lnTo>
                  <a:lnTo>
                    <a:pt x="450" y="857"/>
                  </a:lnTo>
                  <a:lnTo>
                    <a:pt x="452" y="854"/>
                  </a:lnTo>
                  <a:lnTo>
                    <a:pt x="452" y="851"/>
                  </a:lnTo>
                  <a:lnTo>
                    <a:pt x="452" y="440"/>
                  </a:lnTo>
                  <a:lnTo>
                    <a:pt x="850" y="440"/>
                  </a:lnTo>
                  <a:lnTo>
                    <a:pt x="854" y="440"/>
                  </a:lnTo>
                  <a:lnTo>
                    <a:pt x="856" y="439"/>
                  </a:lnTo>
                  <a:lnTo>
                    <a:pt x="859" y="438"/>
                  </a:lnTo>
                  <a:lnTo>
                    <a:pt x="861" y="436"/>
                  </a:lnTo>
                  <a:lnTo>
                    <a:pt x="862" y="434"/>
                  </a:lnTo>
                  <a:lnTo>
                    <a:pt x="864" y="432"/>
                  </a:lnTo>
                  <a:lnTo>
                    <a:pt x="864" y="428"/>
                  </a:lnTo>
                  <a:lnTo>
                    <a:pt x="866" y="425"/>
                  </a:lnTo>
                  <a:lnTo>
                    <a:pt x="864" y="422"/>
                  </a:lnTo>
                  <a:lnTo>
                    <a:pt x="864" y="420"/>
                  </a:lnTo>
                  <a:lnTo>
                    <a:pt x="862" y="417"/>
                  </a:lnTo>
                  <a:lnTo>
                    <a:pt x="861" y="414"/>
                  </a:lnTo>
                  <a:lnTo>
                    <a:pt x="859" y="412"/>
                  </a:lnTo>
                  <a:lnTo>
                    <a:pt x="856" y="411"/>
                  </a:lnTo>
                  <a:lnTo>
                    <a:pt x="854" y="410"/>
                  </a:lnTo>
                  <a:lnTo>
                    <a:pt x="850" y="41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55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EAD3B18D-B15B-28F0-BB9A-9E16F8AA8B16}"/>
              </a:ext>
            </a:extLst>
          </p:cNvPr>
          <p:cNvGrpSpPr/>
          <p:nvPr/>
        </p:nvGrpSpPr>
        <p:grpSpPr>
          <a:xfrm>
            <a:off x="1101748" y="2523190"/>
            <a:ext cx="10172078" cy="2748474"/>
            <a:chOff x="1101748" y="2523190"/>
            <a:chExt cx="10172078" cy="274847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025731-B098-3FF7-811D-D19AC104DD89}"/>
                </a:ext>
              </a:extLst>
            </p:cNvPr>
            <p:cNvGrpSpPr/>
            <p:nvPr/>
          </p:nvGrpSpPr>
          <p:grpSpPr>
            <a:xfrm flipV="1">
              <a:off x="9126356" y="2525348"/>
              <a:ext cx="2147470" cy="1535158"/>
              <a:chOff x="8567658" y="3512928"/>
              <a:chExt cx="2147470" cy="1535158"/>
            </a:xfrm>
            <a:solidFill>
              <a:srgbClr val="F8A432"/>
            </a:solidFill>
          </p:grpSpPr>
          <p:sp>
            <p:nvSpPr>
              <p:cNvPr id="44" name="Pentagon 37">
                <a:extLst>
                  <a:ext uri="{FF2B5EF4-FFF2-40B4-BE49-F238E27FC236}">
                    <a16:creationId xmlns:a16="http://schemas.microsoft.com/office/drawing/2014/main" id="{017C5CB1-E049-432D-2AF7-FDC01494AC9C}"/>
                  </a:ext>
                </a:extLst>
              </p:cNvPr>
              <p:cNvSpPr/>
              <p:nvPr/>
            </p:nvSpPr>
            <p:spPr>
              <a:xfrm>
                <a:off x="8567658" y="3512928"/>
                <a:ext cx="2147470" cy="324000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5" name="Donut 38">
                <a:extLst>
                  <a:ext uri="{FF2B5EF4-FFF2-40B4-BE49-F238E27FC236}">
                    <a16:creationId xmlns:a16="http://schemas.microsoft.com/office/drawing/2014/main" id="{F8634D81-E778-8D15-44AF-1FC43505A357}"/>
                  </a:ext>
                </a:extLst>
              </p:cNvPr>
              <p:cNvSpPr/>
              <p:nvPr/>
            </p:nvSpPr>
            <p:spPr>
              <a:xfrm>
                <a:off x="8832402" y="3596351"/>
                <a:ext cx="1451735" cy="1451735"/>
              </a:xfrm>
              <a:prstGeom prst="donut">
                <a:avLst>
                  <a:gd name="adj" fmla="val 1762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7C11EC9-4E3F-A27C-8D3F-4D9D8709AD41}"/>
                </a:ext>
              </a:extLst>
            </p:cNvPr>
            <p:cNvGrpSpPr/>
            <p:nvPr/>
          </p:nvGrpSpPr>
          <p:grpSpPr>
            <a:xfrm>
              <a:off x="7141470" y="3736506"/>
              <a:ext cx="2147470" cy="1535158"/>
              <a:chOff x="4559990" y="3542972"/>
              <a:chExt cx="2147470" cy="1535158"/>
            </a:xfrm>
            <a:solidFill>
              <a:srgbClr val="8EC043"/>
            </a:solidFill>
          </p:grpSpPr>
          <p:sp>
            <p:nvSpPr>
              <p:cNvPr id="42" name="Pentagon 40">
                <a:extLst>
                  <a:ext uri="{FF2B5EF4-FFF2-40B4-BE49-F238E27FC236}">
                    <a16:creationId xmlns:a16="http://schemas.microsoft.com/office/drawing/2014/main" id="{9E36F78C-FA1D-8BA8-B77C-75E3EA6AB630}"/>
                  </a:ext>
                </a:extLst>
              </p:cNvPr>
              <p:cNvSpPr/>
              <p:nvPr/>
            </p:nvSpPr>
            <p:spPr>
              <a:xfrm>
                <a:off x="4559990" y="3542972"/>
                <a:ext cx="2147470" cy="324000"/>
              </a:xfrm>
              <a:prstGeom prst="homePlat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3" name="Donut 41">
                <a:extLst>
                  <a:ext uri="{FF2B5EF4-FFF2-40B4-BE49-F238E27FC236}">
                    <a16:creationId xmlns:a16="http://schemas.microsoft.com/office/drawing/2014/main" id="{93D2BA50-CC33-B3DD-DFD8-2CF58F7905F4}"/>
                  </a:ext>
                </a:extLst>
              </p:cNvPr>
              <p:cNvSpPr/>
              <p:nvPr/>
            </p:nvSpPr>
            <p:spPr>
              <a:xfrm>
                <a:off x="4824734" y="3626395"/>
                <a:ext cx="1451735" cy="1451735"/>
              </a:xfrm>
              <a:prstGeom prst="donut">
                <a:avLst>
                  <a:gd name="adj" fmla="val 1762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53623BF-674B-7794-04E5-A968EA3788CA}"/>
                </a:ext>
              </a:extLst>
            </p:cNvPr>
            <p:cNvGrpSpPr/>
            <p:nvPr/>
          </p:nvGrpSpPr>
          <p:grpSpPr>
            <a:xfrm flipV="1">
              <a:off x="5156584" y="2523190"/>
              <a:ext cx="2147470" cy="1535158"/>
              <a:chOff x="8567658" y="3512928"/>
              <a:chExt cx="2147470" cy="1535158"/>
            </a:xfrm>
            <a:solidFill>
              <a:srgbClr val="229878"/>
            </a:solidFill>
          </p:grpSpPr>
          <p:sp>
            <p:nvSpPr>
              <p:cNvPr id="40" name="Pentagon 43">
                <a:extLst>
                  <a:ext uri="{FF2B5EF4-FFF2-40B4-BE49-F238E27FC236}">
                    <a16:creationId xmlns:a16="http://schemas.microsoft.com/office/drawing/2014/main" id="{0D11EFD8-F71D-5FCB-ABD5-374CB1803932}"/>
                  </a:ext>
                </a:extLst>
              </p:cNvPr>
              <p:cNvSpPr/>
              <p:nvPr/>
            </p:nvSpPr>
            <p:spPr>
              <a:xfrm>
                <a:off x="8567658" y="3512928"/>
                <a:ext cx="2147470" cy="324000"/>
              </a:xfrm>
              <a:prstGeom prst="homePlat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1" name="Donut 44">
                <a:extLst>
                  <a:ext uri="{FF2B5EF4-FFF2-40B4-BE49-F238E27FC236}">
                    <a16:creationId xmlns:a16="http://schemas.microsoft.com/office/drawing/2014/main" id="{EEDF05DC-0385-C433-26C0-84C6F2E27D1A}"/>
                  </a:ext>
                </a:extLst>
              </p:cNvPr>
              <p:cNvSpPr/>
              <p:nvPr/>
            </p:nvSpPr>
            <p:spPr>
              <a:xfrm>
                <a:off x="8832402" y="3596351"/>
                <a:ext cx="1451735" cy="1451735"/>
              </a:xfrm>
              <a:prstGeom prst="donut">
                <a:avLst>
                  <a:gd name="adj" fmla="val 1762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DD4F4D-3255-AA5F-AEA7-2F1B61D33C13}"/>
                </a:ext>
              </a:extLst>
            </p:cNvPr>
            <p:cNvGrpSpPr/>
            <p:nvPr/>
          </p:nvGrpSpPr>
          <p:grpSpPr>
            <a:xfrm>
              <a:off x="3171698" y="3729318"/>
              <a:ext cx="2147470" cy="1535158"/>
              <a:chOff x="552322" y="3573016"/>
              <a:chExt cx="2147470" cy="1535158"/>
            </a:xfrm>
          </p:grpSpPr>
          <p:sp>
            <p:nvSpPr>
              <p:cNvPr id="38" name="Pentagon 46">
                <a:extLst>
                  <a:ext uri="{FF2B5EF4-FFF2-40B4-BE49-F238E27FC236}">
                    <a16:creationId xmlns:a16="http://schemas.microsoft.com/office/drawing/2014/main" id="{CCF7B5F2-B400-40A2-5B18-4A81CB0BC2FA}"/>
                  </a:ext>
                </a:extLst>
              </p:cNvPr>
              <p:cNvSpPr/>
              <p:nvPr/>
            </p:nvSpPr>
            <p:spPr>
              <a:xfrm>
                <a:off x="552322" y="3573016"/>
                <a:ext cx="2147470" cy="324000"/>
              </a:xfrm>
              <a:prstGeom prst="homePlat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9" name="Donut 47">
                <a:extLst>
                  <a:ext uri="{FF2B5EF4-FFF2-40B4-BE49-F238E27FC236}">
                    <a16:creationId xmlns:a16="http://schemas.microsoft.com/office/drawing/2014/main" id="{12C9D8A1-3C82-42EB-2450-8CB400BDBB98}"/>
                  </a:ext>
                </a:extLst>
              </p:cNvPr>
              <p:cNvSpPr/>
              <p:nvPr/>
            </p:nvSpPr>
            <p:spPr>
              <a:xfrm>
                <a:off x="817066" y="3656439"/>
                <a:ext cx="1451735" cy="1451735"/>
              </a:xfrm>
              <a:prstGeom prst="donut">
                <a:avLst>
                  <a:gd name="adj" fmla="val 1762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8" name="Group 42">
              <a:extLst>
                <a:ext uri="{FF2B5EF4-FFF2-40B4-BE49-F238E27FC236}">
                  <a16:creationId xmlns:a16="http://schemas.microsoft.com/office/drawing/2014/main" id="{DBF7961E-F535-56AE-05CC-59E7AD2C7948}"/>
                </a:ext>
              </a:extLst>
            </p:cNvPr>
            <p:cNvGrpSpPr/>
            <p:nvPr/>
          </p:nvGrpSpPr>
          <p:grpSpPr>
            <a:xfrm flipV="1">
              <a:off x="1186356" y="2523190"/>
              <a:ext cx="2147470" cy="1535158"/>
              <a:chOff x="8567658" y="3512928"/>
              <a:chExt cx="2147470" cy="1535158"/>
            </a:xfrm>
            <a:solidFill>
              <a:schemeClr val="accent6"/>
            </a:solidFill>
          </p:grpSpPr>
          <p:sp>
            <p:nvSpPr>
              <p:cNvPr id="28" name="Pentagon 43">
                <a:extLst>
                  <a:ext uri="{FF2B5EF4-FFF2-40B4-BE49-F238E27FC236}">
                    <a16:creationId xmlns:a16="http://schemas.microsoft.com/office/drawing/2014/main" id="{B888CB4B-E74B-297A-EF53-25E88021DCB1}"/>
                  </a:ext>
                </a:extLst>
              </p:cNvPr>
              <p:cNvSpPr/>
              <p:nvPr/>
            </p:nvSpPr>
            <p:spPr>
              <a:xfrm>
                <a:off x="8567658" y="3512928"/>
                <a:ext cx="2147470" cy="324000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9" name="Donut 44">
                <a:extLst>
                  <a:ext uri="{FF2B5EF4-FFF2-40B4-BE49-F238E27FC236}">
                    <a16:creationId xmlns:a16="http://schemas.microsoft.com/office/drawing/2014/main" id="{A6B9B35E-0647-517B-D46A-944F47FB104E}"/>
                  </a:ext>
                </a:extLst>
              </p:cNvPr>
              <p:cNvSpPr/>
              <p:nvPr/>
            </p:nvSpPr>
            <p:spPr>
              <a:xfrm>
                <a:off x="8832402" y="3596351"/>
                <a:ext cx="1451735" cy="1451735"/>
              </a:xfrm>
              <a:prstGeom prst="donut">
                <a:avLst>
                  <a:gd name="adj" fmla="val 1762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D299868-5355-F8A0-3CB7-9A445C83E5AD}"/>
                </a:ext>
              </a:extLst>
            </p:cNvPr>
            <p:cNvGrpSpPr/>
            <p:nvPr/>
          </p:nvGrpSpPr>
          <p:grpSpPr>
            <a:xfrm>
              <a:off x="1101748" y="2539920"/>
              <a:ext cx="9988505" cy="2692408"/>
              <a:chOff x="1194277" y="2539920"/>
              <a:chExt cx="9988505" cy="269240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5CF32F2-05A6-8A99-FD3F-63E9EFA771E2}"/>
                  </a:ext>
                </a:extLst>
              </p:cNvPr>
              <p:cNvGrpSpPr/>
              <p:nvPr/>
            </p:nvGrpSpPr>
            <p:grpSpPr>
              <a:xfrm>
                <a:off x="9217401" y="4221370"/>
                <a:ext cx="1965381" cy="1010958"/>
                <a:chOff x="2543198" y="4388490"/>
                <a:chExt cx="2577763" cy="791127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5219F07-CE90-17EC-39B1-AC3B7B0D4F55}"/>
                    </a:ext>
                  </a:extLst>
                </p:cNvPr>
                <p:cNvSpPr txBox="1"/>
                <p:nvPr/>
              </p:nvSpPr>
              <p:spPr>
                <a:xfrm>
                  <a:off x="2551706" y="4673829"/>
                  <a:ext cx="2569255" cy="505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AA2FCE8-E8C1-3B2C-D2F8-F1F140BCC6F1}"/>
                    </a:ext>
                  </a:extLst>
                </p:cNvPr>
                <p:cNvSpPr txBox="1"/>
                <p:nvPr/>
              </p:nvSpPr>
              <p:spPr>
                <a:xfrm>
                  <a:off x="2543198" y="4388490"/>
                  <a:ext cx="2577763" cy="361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D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Repairs &amp; </a:t>
                  </a:r>
                </a:p>
                <a:p>
                  <a:pPr algn="ctr"/>
                  <a:r>
                    <a:rPr lang="en-ID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Returns</a:t>
                  </a:r>
                  <a:endPara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Cambria" panose="02040503050406030204" pitchFamily="18" charset="0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A656BFE-CE8A-D8B2-0067-225309A42D7F}"/>
                  </a:ext>
                </a:extLst>
              </p:cNvPr>
              <p:cNvGrpSpPr/>
              <p:nvPr/>
            </p:nvGrpSpPr>
            <p:grpSpPr>
              <a:xfrm>
                <a:off x="5164505" y="4221370"/>
                <a:ext cx="1965381" cy="1010958"/>
                <a:chOff x="2543198" y="4388490"/>
                <a:chExt cx="2577763" cy="791127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427423E-94A7-F67B-1F0A-5DF5155A014E}"/>
                    </a:ext>
                  </a:extLst>
                </p:cNvPr>
                <p:cNvSpPr txBox="1"/>
                <p:nvPr/>
              </p:nvSpPr>
              <p:spPr>
                <a:xfrm>
                  <a:off x="2551706" y="4673829"/>
                  <a:ext cx="2569255" cy="505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AC7FE97-5F12-A22F-BB36-49DA82792264}"/>
                    </a:ext>
                  </a:extLst>
                </p:cNvPr>
                <p:cNvSpPr txBox="1"/>
                <p:nvPr/>
              </p:nvSpPr>
              <p:spPr>
                <a:xfrm>
                  <a:off x="2543198" y="4388490"/>
                  <a:ext cx="2577763" cy="361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D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Warehouse &amp; </a:t>
                  </a:r>
                  <a:r>
                    <a:rPr lang="en-ID" sz="1200" b="1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Fulfillment</a:t>
                  </a:r>
                  <a:endPara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Cambria" panose="02040503050406030204" pitchFamily="18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D542EBE-84C0-84AA-39F8-AD56891F31E0}"/>
                  </a:ext>
                </a:extLst>
              </p:cNvPr>
              <p:cNvGrpSpPr/>
              <p:nvPr/>
            </p:nvGrpSpPr>
            <p:grpSpPr>
              <a:xfrm>
                <a:off x="3262743" y="2539920"/>
                <a:ext cx="1965381" cy="1010958"/>
                <a:chOff x="2543198" y="4388490"/>
                <a:chExt cx="2577763" cy="791127"/>
              </a:xfrm>
            </p:grpSpPr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9F1D53F-A6B5-0689-F9DE-F63C5E331330}"/>
                    </a:ext>
                  </a:extLst>
                </p:cNvPr>
                <p:cNvSpPr txBox="1"/>
                <p:nvPr/>
              </p:nvSpPr>
              <p:spPr>
                <a:xfrm>
                  <a:off x="2551706" y="4673829"/>
                  <a:ext cx="2569255" cy="505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AF19075-8858-90F8-0926-868CA3E96D62}"/>
                    </a:ext>
                  </a:extLst>
                </p:cNvPr>
                <p:cNvSpPr txBox="1"/>
                <p:nvPr/>
              </p:nvSpPr>
              <p:spPr>
                <a:xfrm>
                  <a:off x="2543198" y="4388490"/>
                  <a:ext cx="2577763" cy="361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D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Procurement  &amp; Integration</a:t>
                  </a:r>
                  <a:endPara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Cambria" panose="02040503050406030204" pitchFamily="18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248FC7B-7283-5C87-2C06-DACF71B82F47}"/>
                  </a:ext>
                </a:extLst>
              </p:cNvPr>
              <p:cNvGrpSpPr/>
              <p:nvPr/>
            </p:nvGrpSpPr>
            <p:grpSpPr>
              <a:xfrm>
                <a:off x="7149391" y="2539920"/>
                <a:ext cx="1965381" cy="1010958"/>
                <a:chOff x="2543198" y="4388490"/>
                <a:chExt cx="2577763" cy="791127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4D9E374-74DF-F1D2-4387-3A89E79A00A6}"/>
                    </a:ext>
                  </a:extLst>
                </p:cNvPr>
                <p:cNvSpPr txBox="1"/>
                <p:nvPr/>
              </p:nvSpPr>
              <p:spPr>
                <a:xfrm>
                  <a:off x="2551706" y="4673829"/>
                  <a:ext cx="2569255" cy="505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C2AAF6C-AF84-6BC3-52E9-C5437AFE12AE}"/>
                    </a:ext>
                  </a:extLst>
                </p:cNvPr>
                <p:cNvSpPr txBox="1"/>
                <p:nvPr/>
              </p:nvSpPr>
              <p:spPr>
                <a:xfrm>
                  <a:off x="2543198" y="4388490"/>
                  <a:ext cx="2577763" cy="2167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D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Distribution</a:t>
                  </a:r>
                  <a:endPara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Cambria" panose="02040503050406030204" pitchFamily="18" charset="0"/>
                  </a:endParaRPr>
                </a:p>
              </p:txBody>
            </p:sp>
          </p:grpSp>
          <p:grpSp>
            <p:nvGrpSpPr>
              <p:cNvPr id="20" name="Group 55">
                <a:extLst>
                  <a:ext uri="{FF2B5EF4-FFF2-40B4-BE49-F238E27FC236}">
                    <a16:creationId xmlns:a16="http://schemas.microsoft.com/office/drawing/2014/main" id="{38366DC5-78E5-6A6F-3EA5-6A3E46A450C2}"/>
                  </a:ext>
                </a:extLst>
              </p:cNvPr>
              <p:cNvGrpSpPr/>
              <p:nvPr/>
            </p:nvGrpSpPr>
            <p:grpSpPr>
              <a:xfrm>
                <a:off x="1194277" y="4221370"/>
                <a:ext cx="1965381" cy="1010958"/>
                <a:chOff x="2543198" y="4388490"/>
                <a:chExt cx="2577763" cy="791127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87A92AE-2040-9649-5E47-B1F31A1E434F}"/>
                    </a:ext>
                  </a:extLst>
                </p:cNvPr>
                <p:cNvSpPr txBox="1"/>
                <p:nvPr/>
              </p:nvSpPr>
              <p:spPr>
                <a:xfrm>
                  <a:off x="2551706" y="4673829"/>
                  <a:ext cx="2569255" cy="505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11FD957-271C-07F7-4AA3-8C797EB10364}"/>
                    </a:ext>
                  </a:extLst>
                </p:cNvPr>
                <p:cNvSpPr txBox="1"/>
                <p:nvPr/>
              </p:nvSpPr>
              <p:spPr>
                <a:xfrm>
                  <a:off x="2543198" y="4388490"/>
                  <a:ext cx="2577763" cy="361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D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Material</a:t>
                  </a:r>
                </a:p>
                <a:p>
                  <a:pPr algn="ctr"/>
                  <a:r>
                    <a:rPr lang="en-ID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Planning</a:t>
                  </a:r>
                  <a:endPara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Cambria" panose="02040503050406030204" pitchFamily="18" charset="0"/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8A889CD-4047-64FB-5AA8-ABB906881927}"/>
                </a:ext>
              </a:extLst>
            </p:cNvPr>
            <p:cNvGrpSpPr/>
            <p:nvPr/>
          </p:nvGrpSpPr>
          <p:grpSpPr>
            <a:xfrm>
              <a:off x="1916412" y="2988502"/>
              <a:ext cx="521110" cy="521110"/>
              <a:chOff x="885825" y="1925638"/>
              <a:chExt cx="287338" cy="287338"/>
            </a:xfrm>
            <a:solidFill>
              <a:schemeClr val="accent6"/>
            </a:solidFill>
          </p:grpSpPr>
          <p:sp>
            <p:nvSpPr>
              <p:cNvPr id="52" name="Freeform 50">
                <a:extLst>
                  <a:ext uri="{FF2B5EF4-FFF2-40B4-BE49-F238E27FC236}">
                    <a16:creationId xmlns:a16="http://schemas.microsoft.com/office/drawing/2014/main" id="{3BA1E96F-18C1-B8A1-4BA6-8DC1131EAA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5825" y="1925638"/>
                <a:ext cx="228600" cy="287338"/>
              </a:xfrm>
              <a:custGeom>
                <a:avLst/>
                <a:gdLst>
                  <a:gd name="T0" fmla="*/ 230 w 722"/>
                  <a:gd name="T1" fmla="*/ 221 h 905"/>
                  <a:gd name="T2" fmla="*/ 252 w 722"/>
                  <a:gd name="T3" fmla="*/ 167 h 905"/>
                  <a:gd name="T4" fmla="*/ 252 w 722"/>
                  <a:gd name="T5" fmla="*/ 105 h 905"/>
                  <a:gd name="T6" fmla="*/ 227 w 722"/>
                  <a:gd name="T7" fmla="*/ 52 h 905"/>
                  <a:gd name="T8" fmla="*/ 598 w 722"/>
                  <a:gd name="T9" fmla="*/ 30 h 905"/>
                  <a:gd name="T10" fmla="*/ 635 w 722"/>
                  <a:gd name="T11" fmla="*/ 43 h 905"/>
                  <a:gd name="T12" fmla="*/ 668 w 722"/>
                  <a:gd name="T13" fmla="*/ 70 h 905"/>
                  <a:gd name="T14" fmla="*/ 688 w 722"/>
                  <a:gd name="T15" fmla="*/ 106 h 905"/>
                  <a:gd name="T16" fmla="*/ 692 w 722"/>
                  <a:gd name="T17" fmla="*/ 145 h 905"/>
                  <a:gd name="T18" fmla="*/ 679 w 722"/>
                  <a:gd name="T19" fmla="*/ 184 h 905"/>
                  <a:gd name="T20" fmla="*/ 652 w 722"/>
                  <a:gd name="T21" fmla="*/ 216 h 905"/>
                  <a:gd name="T22" fmla="*/ 617 w 722"/>
                  <a:gd name="T23" fmla="*/ 236 h 905"/>
                  <a:gd name="T24" fmla="*/ 587 w 722"/>
                  <a:gd name="T25" fmla="*/ 241 h 905"/>
                  <a:gd name="T26" fmla="*/ 572 w 722"/>
                  <a:gd name="T27" fmla="*/ 271 h 905"/>
                  <a:gd name="T28" fmla="*/ 217 w 722"/>
                  <a:gd name="T29" fmla="*/ 181 h 905"/>
                  <a:gd name="T30" fmla="*/ 191 w 722"/>
                  <a:gd name="T31" fmla="*/ 220 h 905"/>
                  <a:gd name="T32" fmla="*/ 150 w 722"/>
                  <a:gd name="T33" fmla="*/ 240 h 905"/>
                  <a:gd name="T34" fmla="*/ 30 w 722"/>
                  <a:gd name="T35" fmla="*/ 125 h 905"/>
                  <a:gd name="T36" fmla="*/ 42 w 722"/>
                  <a:gd name="T37" fmla="*/ 86 h 905"/>
                  <a:gd name="T38" fmla="*/ 66 w 722"/>
                  <a:gd name="T39" fmla="*/ 55 h 905"/>
                  <a:gd name="T40" fmla="*/ 100 w 722"/>
                  <a:gd name="T41" fmla="*/ 35 h 905"/>
                  <a:gd name="T42" fmla="*/ 138 w 722"/>
                  <a:gd name="T43" fmla="*/ 30 h 905"/>
                  <a:gd name="T44" fmla="*/ 174 w 722"/>
                  <a:gd name="T45" fmla="*/ 43 h 905"/>
                  <a:gd name="T46" fmla="*/ 203 w 722"/>
                  <a:gd name="T47" fmla="*/ 69 h 905"/>
                  <a:gd name="T48" fmla="*/ 221 w 722"/>
                  <a:gd name="T49" fmla="*/ 105 h 905"/>
                  <a:gd name="T50" fmla="*/ 225 w 722"/>
                  <a:gd name="T51" fmla="*/ 143 h 905"/>
                  <a:gd name="T52" fmla="*/ 129 w 722"/>
                  <a:gd name="T53" fmla="*/ 152 h 905"/>
                  <a:gd name="T54" fmla="*/ 121 w 722"/>
                  <a:gd name="T55" fmla="*/ 160 h 905"/>
                  <a:gd name="T56" fmla="*/ 120 w 722"/>
                  <a:gd name="T57" fmla="*/ 604 h 905"/>
                  <a:gd name="T58" fmla="*/ 720 w 722"/>
                  <a:gd name="T59" fmla="*/ 110 h 905"/>
                  <a:gd name="T60" fmla="*/ 699 w 722"/>
                  <a:gd name="T61" fmla="*/ 62 h 905"/>
                  <a:gd name="T62" fmla="*/ 661 w 722"/>
                  <a:gd name="T63" fmla="*/ 24 h 905"/>
                  <a:gd name="T64" fmla="*/ 614 w 722"/>
                  <a:gd name="T65" fmla="*/ 3 h 905"/>
                  <a:gd name="T66" fmla="*/ 134 w 722"/>
                  <a:gd name="T67" fmla="*/ 0 h 905"/>
                  <a:gd name="T68" fmla="*/ 116 w 722"/>
                  <a:gd name="T69" fmla="*/ 1 h 905"/>
                  <a:gd name="T70" fmla="*/ 67 w 722"/>
                  <a:gd name="T71" fmla="*/ 16 h 905"/>
                  <a:gd name="T72" fmla="*/ 29 w 722"/>
                  <a:gd name="T73" fmla="*/ 50 h 905"/>
                  <a:gd name="T74" fmla="*/ 5 w 722"/>
                  <a:gd name="T75" fmla="*/ 96 h 905"/>
                  <a:gd name="T76" fmla="*/ 0 w 722"/>
                  <a:gd name="T77" fmla="*/ 619 h 905"/>
                  <a:gd name="T78" fmla="*/ 4 w 722"/>
                  <a:gd name="T79" fmla="*/ 629 h 905"/>
                  <a:gd name="T80" fmla="*/ 15 w 722"/>
                  <a:gd name="T81" fmla="*/ 634 h 905"/>
                  <a:gd name="T82" fmla="*/ 121 w 722"/>
                  <a:gd name="T83" fmla="*/ 895 h 905"/>
                  <a:gd name="T84" fmla="*/ 129 w 722"/>
                  <a:gd name="T85" fmla="*/ 904 h 905"/>
                  <a:gd name="T86" fmla="*/ 590 w 722"/>
                  <a:gd name="T87" fmla="*/ 905 h 905"/>
                  <a:gd name="T88" fmla="*/ 600 w 722"/>
                  <a:gd name="T89" fmla="*/ 898 h 905"/>
                  <a:gd name="T90" fmla="*/ 602 w 722"/>
                  <a:gd name="T91" fmla="*/ 270 h 905"/>
                  <a:gd name="T92" fmla="*/ 648 w 722"/>
                  <a:gd name="T93" fmla="*/ 255 h 905"/>
                  <a:gd name="T94" fmla="*/ 687 w 722"/>
                  <a:gd name="T95" fmla="*/ 225 h 905"/>
                  <a:gd name="T96" fmla="*/ 713 w 722"/>
                  <a:gd name="T97" fmla="*/ 183 h 905"/>
                  <a:gd name="T98" fmla="*/ 722 w 722"/>
                  <a:gd name="T99" fmla="*/ 136 h 9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22" h="905">
                    <a:moveTo>
                      <a:pt x="587" y="241"/>
                    </a:moveTo>
                    <a:lnTo>
                      <a:pt x="211" y="241"/>
                    </a:lnTo>
                    <a:lnTo>
                      <a:pt x="221" y="231"/>
                    </a:lnTo>
                    <a:lnTo>
                      <a:pt x="230" y="221"/>
                    </a:lnTo>
                    <a:lnTo>
                      <a:pt x="237" y="209"/>
                    </a:lnTo>
                    <a:lnTo>
                      <a:pt x="244" y="195"/>
                    </a:lnTo>
                    <a:lnTo>
                      <a:pt x="249" y="182"/>
                    </a:lnTo>
                    <a:lnTo>
                      <a:pt x="252" y="167"/>
                    </a:lnTo>
                    <a:lnTo>
                      <a:pt x="254" y="152"/>
                    </a:lnTo>
                    <a:lnTo>
                      <a:pt x="256" y="136"/>
                    </a:lnTo>
                    <a:lnTo>
                      <a:pt x="254" y="120"/>
                    </a:lnTo>
                    <a:lnTo>
                      <a:pt x="252" y="105"/>
                    </a:lnTo>
                    <a:lnTo>
                      <a:pt x="248" y="91"/>
                    </a:lnTo>
                    <a:lnTo>
                      <a:pt x="243" y="77"/>
                    </a:lnTo>
                    <a:lnTo>
                      <a:pt x="235" y="64"/>
                    </a:lnTo>
                    <a:lnTo>
                      <a:pt x="227" y="52"/>
                    </a:lnTo>
                    <a:lnTo>
                      <a:pt x="218" y="40"/>
                    </a:lnTo>
                    <a:lnTo>
                      <a:pt x="207" y="30"/>
                    </a:lnTo>
                    <a:lnTo>
                      <a:pt x="587" y="30"/>
                    </a:lnTo>
                    <a:lnTo>
                      <a:pt x="598" y="30"/>
                    </a:lnTo>
                    <a:lnTo>
                      <a:pt x="607" y="33"/>
                    </a:lnTo>
                    <a:lnTo>
                      <a:pt x="617" y="36"/>
                    </a:lnTo>
                    <a:lnTo>
                      <a:pt x="627" y="39"/>
                    </a:lnTo>
                    <a:lnTo>
                      <a:pt x="635" y="43"/>
                    </a:lnTo>
                    <a:lnTo>
                      <a:pt x="645" y="50"/>
                    </a:lnTo>
                    <a:lnTo>
                      <a:pt x="652" y="56"/>
                    </a:lnTo>
                    <a:lnTo>
                      <a:pt x="660" y="63"/>
                    </a:lnTo>
                    <a:lnTo>
                      <a:pt x="668" y="70"/>
                    </a:lnTo>
                    <a:lnTo>
                      <a:pt x="674" y="79"/>
                    </a:lnTo>
                    <a:lnTo>
                      <a:pt x="679" y="87"/>
                    </a:lnTo>
                    <a:lnTo>
                      <a:pt x="684" y="96"/>
                    </a:lnTo>
                    <a:lnTo>
                      <a:pt x="688" y="106"/>
                    </a:lnTo>
                    <a:lnTo>
                      <a:pt x="690" y="115"/>
                    </a:lnTo>
                    <a:lnTo>
                      <a:pt x="692" y="126"/>
                    </a:lnTo>
                    <a:lnTo>
                      <a:pt x="692" y="136"/>
                    </a:lnTo>
                    <a:lnTo>
                      <a:pt x="692" y="145"/>
                    </a:lnTo>
                    <a:lnTo>
                      <a:pt x="690" y="156"/>
                    </a:lnTo>
                    <a:lnTo>
                      <a:pt x="688" y="166"/>
                    </a:lnTo>
                    <a:lnTo>
                      <a:pt x="684" y="176"/>
                    </a:lnTo>
                    <a:lnTo>
                      <a:pt x="679" y="184"/>
                    </a:lnTo>
                    <a:lnTo>
                      <a:pt x="674" y="193"/>
                    </a:lnTo>
                    <a:lnTo>
                      <a:pt x="668" y="201"/>
                    </a:lnTo>
                    <a:lnTo>
                      <a:pt x="660" y="209"/>
                    </a:lnTo>
                    <a:lnTo>
                      <a:pt x="652" y="216"/>
                    </a:lnTo>
                    <a:lnTo>
                      <a:pt x="645" y="222"/>
                    </a:lnTo>
                    <a:lnTo>
                      <a:pt x="635" y="228"/>
                    </a:lnTo>
                    <a:lnTo>
                      <a:pt x="627" y="233"/>
                    </a:lnTo>
                    <a:lnTo>
                      <a:pt x="617" y="236"/>
                    </a:lnTo>
                    <a:lnTo>
                      <a:pt x="607" y="239"/>
                    </a:lnTo>
                    <a:lnTo>
                      <a:pt x="598" y="241"/>
                    </a:lnTo>
                    <a:lnTo>
                      <a:pt x="587" y="241"/>
                    </a:lnTo>
                    <a:lnTo>
                      <a:pt x="587" y="241"/>
                    </a:lnTo>
                    <a:close/>
                    <a:moveTo>
                      <a:pt x="572" y="874"/>
                    </a:moveTo>
                    <a:lnTo>
                      <a:pt x="150" y="874"/>
                    </a:lnTo>
                    <a:lnTo>
                      <a:pt x="150" y="271"/>
                    </a:lnTo>
                    <a:lnTo>
                      <a:pt x="572" y="271"/>
                    </a:lnTo>
                    <a:lnTo>
                      <a:pt x="572" y="874"/>
                    </a:lnTo>
                    <a:close/>
                    <a:moveTo>
                      <a:pt x="150" y="240"/>
                    </a:moveTo>
                    <a:lnTo>
                      <a:pt x="150" y="181"/>
                    </a:lnTo>
                    <a:lnTo>
                      <a:pt x="217" y="181"/>
                    </a:lnTo>
                    <a:lnTo>
                      <a:pt x="211" y="192"/>
                    </a:lnTo>
                    <a:lnTo>
                      <a:pt x="206" y="201"/>
                    </a:lnTo>
                    <a:lnTo>
                      <a:pt x="199" y="211"/>
                    </a:lnTo>
                    <a:lnTo>
                      <a:pt x="191" y="220"/>
                    </a:lnTo>
                    <a:lnTo>
                      <a:pt x="182" y="226"/>
                    </a:lnTo>
                    <a:lnTo>
                      <a:pt x="172" y="233"/>
                    </a:lnTo>
                    <a:lnTo>
                      <a:pt x="161" y="237"/>
                    </a:lnTo>
                    <a:lnTo>
                      <a:pt x="150" y="240"/>
                    </a:lnTo>
                    <a:lnTo>
                      <a:pt x="150" y="240"/>
                    </a:lnTo>
                    <a:close/>
                    <a:moveTo>
                      <a:pt x="30" y="604"/>
                    </a:moveTo>
                    <a:lnTo>
                      <a:pt x="30" y="136"/>
                    </a:lnTo>
                    <a:lnTo>
                      <a:pt x="30" y="125"/>
                    </a:lnTo>
                    <a:lnTo>
                      <a:pt x="32" y="115"/>
                    </a:lnTo>
                    <a:lnTo>
                      <a:pt x="34" y="105"/>
                    </a:lnTo>
                    <a:lnTo>
                      <a:pt x="37" y="96"/>
                    </a:lnTo>
                    <a:lnTo>
                      <a:pt x="42" y="86"/>
                    </a:lnTo>
                    <a:lnTo>
                      <a:pt x="47" y="78"/>
                    </a:lnTo>
                    <a:lnTo>
                      <a:pt x="52" y="69"/>
                    </a:lnTo>
                    <a:lnTo>
                      <a:pt x="59" y="62"/>
                    </a:lnTo>
                    <a:lnTo>
                      <a:pt x="66" y="55"/>
                    </a:lnTo>
                    <a:lnTo>
                      <a:pt x="74" y="49"/>
                    </a:lnTo>
                    <a:lnTo>
                      <a:pt x="82" y="43"/>
                    </a:lnTo>
                    <a:lnTo>
                      <a:pt x="91" y="39"/>
                    </a:lnTo>
                    <a:lnTo>
                      <a:pt x="100" y="35"/>
                    </a:lnTo>
                    <a:lnTo>
                      <a:pt x="109" y="33"/>
                    </a:lnTo>
                    <a:lnTo>
                      <a:pt x="119" y="30"/>
                    </a:lnTo>
                    <a:lnTo>
                      <a:pt x="129" y="30"/>
                    </a:lnTo>
                    <a:lnTo>
                      <a:pt x="138" y="30"/>
                    </a:lnTo>
                    <a:lnTo>
                      <a:pt x="148" y="33"/>
                    </a:lnTo>
                    <a:lnTo>
                      <a:pt x="157" y="35"/>
                    </a:lnTo>
                    <a:lnTo>
                      <a:pt x="165" y="39"/>
                    </a:lnTo>
                    <a:lnTo>
                      <a:pt x="174" y="43"/>
                    </a:lnTo>
                    <a:lnTo>
                      <a:pt x="182" y="49"/>
                    </a:lnTo>
                    <a:lnTo>
                      <a:pt x="190" y="55"/>
                    </a:lnTo>
                    <a:lnTo>
                      <a:pt x="196" y="62"/>
                    </a:lnTo>
                    <a:lnTo>
                      <a:pt x="203" y="69"/>
                    </a:lnTo>
                    <a:lnTo>
                      <a:pt x="208" y="78"/>
                    </a:lnTo>
                    <a:lnTo>
                      <a:pt x="214" y="86"/>
                    </a:lnTo>
                    <a:lnTo>
                      <a:pt x="218" y="95"/>
                    </a:lnTo>
                    <a:lnTo>
                      <a:pt x="221" y="105"/>
                    </a:lnTo>
                    <a:lnTo>
                      <a:pt x="223" y="115"/>
                    </a:lnTo>
                    <a:lnTo>
                      <a:pt x="224" y="125"/>
                    </a:lnTo>
                    <a:lnTo>
                      <a:pt x="225" y="136"/>
                    </a:lnTo>
                    <a:lnTo>
                      <a:pt x="225" y="143"/>
                    </a:lnTo>
                    <a:lnTo>
                      <a:pt x="224" y="151"/>
                    </a:lnTo>
                    <a:lnTo>
                      <a:pt x="135" y="151"/>
                    </a:lnTo>
                    <a:lnTo>
                      <a:pt x="132" y="151"/>
                    </a:lnTo>
                    <a:lnTo>
                      <a:pt x="129" y="152"/>
                    </a:lnTo>
                    <a:lnTo>
                      <a:pt x="126" y="153"/>
                    </a:lnTo>
                    <a:lnTo>
                      <a:pt x="124" y="155"/>
                    </a:lnTo>
                    <a:lnTo>
                      <a:pt x="122" y="157"/>
                    </a:lnTo>
                    <a:lnTo>
                      <a:pt x="121" y="160"/>
                    </a:lnTo>
                    <a:lnTo>
                      <a:pt x="120" y="163"/>
                    </a:lnTo>
                    <a:lnTo>
                      <a:pt x="120" y="166"/>
                    </a:lnTo>
                    <a:lnTo>
                      <a:pt x="120" y="256"/>
                    </a:lnTo>
                    <a:lnTo>
                      <a:pt x="120" y="604"/>
                    </a:lnTo>
                    <a:lnTo>
                      <a:pt x="30" y="604"/>
                    </a:lnTo>
                    <a:close/>
                    <a:moveTo>
                      <a:pt x="722" y="136"/>
                    </a:moveTo>
                    <a:lnTo>
                      <a:pt x="722" y="123"/>
                    </a:lnTo>
                    <a:lnTo>
                      <a:pt x="720" y="110"/>
                    </a:lnTo>
                    <a:lnTo>
                      <a:pt x="717" y="97"/>
                    </a:lnTo>
                    <a:lnTo>
                      <a:pt x="712" y="84"/>
                    </a:lnTo>
                    <a:lnTo>
                      <a:pt x="706" y="72"/>
                    </a:lnTo>
                    <a:lnTo>
                      <a:pt x="699" y="62"/>
                    </a:lnTo>
                    <a:lnTo>
                      <a:pt x="691" y="51"/>
                    </a:lnTo>
                    <a:lnTo>
                      <a:pt x="682" y="41"/>
                    </a:lnTo>
                    <a:lnTo>
                      <a:pt x="672" y="33"/>
                    </a:lnTo>
                    <a:lnTo>
                      <a:pt x="661" y="24"/>
                    </a:lnTo>
                    <a:lnTo>
                      <a:pt x="650" y="17"/>
                    </a:lnTo>
                    <a:lnTo>
                      <a:pt x="638" y="11"/>
                    </a:lnTo>
                    <a:lnTo>
                      <a:pt x="626" y="7"/>
                    </a:lnTo>
                    <a:lnTo>
                      <a:pt x="614" y="3"/>
                    </a:lnTo>
                    <a:lnTo>
                      <a:pt x="601" y="1"/>
                    </a:lnTo>
                    <a:lnTo>
                      <a:pt x="587" y="0"/>
                    </a:lnTo>
                    <a:lnTo>
                      <a:pt x="135" y="0"/>
                    </a:lnTo>
                    <a:lnTo>
                      <a:pt x="134" y="0"/>
                    </a:lnTo>
                    <a:lnTo>
                      <a:pt x="133" y="0"/>
                    </a:lnTo>
                    <a:lnTo>
                      <a:pt x="131" y="0"/>
                    </a:lnTo>
                    <a:lnTo>
                      <a:pt x="129" y="0"/>
                    </a:lnTo>
                    <a:lnTo>
                      <a:pt x="116" y="1"/>
                    </a:lnTo>
                    <a:lnTo>
                      <a:pt x="103" y="2"/>
                    </a:lnTo>
                    <a:lnTo>
                      <a:pt x="90" y="7"/>
                    </a:lnTo>
                    <a:lnTo>
                      <a:pt x="78" y="11"/>
                    </a:lnTo>
                    <a:lnTo>
                      <a:pt x="67" y="16"/>
                    </a:lnTo>
                    <a:lnTo>
                      <a:pt x="57" y="24"/>
                    </a:lnTo>
                    <a:lnTo>
                      <a:pt x="47" y="31"/>
                    </a:lnTo>
                    <a:lnTo>
                      <a:pt x="37" y="40"/>
                    </a:lnTo>
                    <a:lnTo>
                      <a:pt x="29" y="50"/>
                    </a:lnTo>
                    <a:lnTo>
                      <a:pt x="21" y="60"/>
                    </a:lnTo>
                    <a:lnTo>
                      <a:pt x="15" y="71"/>
                    </a:lnTo>
                    <a:lnTo>
                      <a:pt x="9" y="83"/>
                    </a:lnTo>
                    <a:lnTo>
                      <a:pt x="5" y="96"/>
                    </a:lnTo>
                    <a:lnTo>
                      <a:pt x="2" y="109"/>
                    </a:lnTo>
                    <a:lnTo>
                      <a:pt x="0" y="122"/>
                    </a:lnTo>
                    <a:lnTo>
                      <a:pt x="0" y="136"/>
                    </a:lnTo>
                    <a:lnTo>
                      <a:pt x="0" y="619"/>
                    </a:lnTo>
                    <a:lnTo>
                      <a:pt x="0" y="621"/>
                    </a:lnTo>
                    <a:lnTo>
                      <a:pt x="1" y="624"/>
                    </a:lnTo>
                    <a:lnTo>
                      <a:pt x="2" y="626"/>
                    </a:lnTo>
                    <a:lnTo>
                      <a:pt x="4" y="629"/>
                    </a:lnTo>
                    <a:lnTo>
                      <a:pt x="6" y="630"/>
                    </a:lnTo>
                    <a:lnTo>
                      <a:pt x="8" y="633"/>
                    </a:lnTo>
                    <a:lnTo>
                      <a:pt x="11" y="633"/>
                    </a:lnTo>
                    <a:lnTo>
                      <a:pt x="15" y="634"/>
                    </a:lnTo>
                    <a:lnTo>
                      <a:pt x="120" y="634"/>
                    </a:lnTo>
                    <a:lnTo>
                      <a:pt x="120" y="890"/>
                    </a:lnTo>
                    <a:lnTo>
                      <a:pt x="120" y="893"/>
                    </a:lnTo>
                    <a:lnTo>
                      <a:pt x="121" y="895"/>
                    </a:lnTo>
                    <a:lnTo>
                      <a:pt x="122" y="898"/>
                    </a:lnTo>
                    <a:lnTo>
                      <a:pt x="124" y="900"/>
                    </a:lnTo>
                    <a:lnTo>
                      <a:pt x="126" y="902"/>
                    </a:lnTo>
                    <a:lnTo>
                      <a:pt x="129" y="904"/>
                    </a:lnTo>
                    <a:lnTo>
                      <a:pt x="132" y="905"/>
                    </a:lnTo>
                    <a:lnTo>
                      <a:pt x="135" y="905"/>
                    </a:lnTo>
                    <a:lnTo>
                      <a:pt x="587" y="905"/>
                    </a:lnTo>
                    <a:lnTo>
                      <a:pt x="590" y="905"/>
                    </a:lnTo>
                    <a:lnTo>
                      <a:pt x="593" y="904"/>
                    </a:lnTo>
                    <a:lnTo>
                      <a:pt x="595" y="902"/>
                    </a:lnTo>
                    <a:lnTo>
                      <a:pt x="598" y="900"/>
                    </a:lnTo>
                    <a:lnTo>
                      <a:pt x="600" y="898"/>
                    </a:lnTo>
                    <a:lnTo>
                      <a:pt x="601" y="895"/>
                    </a:lnTo>
                    <a:lnTo>
                      <a:pt x="602" y="893"/>
                    </a:lnTo>
                    <a:lnTo>
                      <a:pt x="602" y="890"/>
                    </a:lnTo>
                    <a:lnTo>
                      <a:pt x="602" y="270"/>
                    </a:lnTo>
                    <a:lnTo>
                      <a:pt x="615" y="268"/>
                    </a:lnTo>
                    <a:lnTo>
                      <a:pt x="626" y="265"/>
                    </a:lnTo>
                    <a:lnTo>
                      <a:pt x="637" y="260"/>
                    </a:lnTo>
                    <a:lnTo>
                      <a:pt x="648" y="255"/>
                    </a:lnTo>
                    <a:lnTo>
                      <a:pt x="659" y="249"/>
                    </a:lnTo>
                    <a:lnTo>
                      <a:pt x="669" y="241"/>
                    </a:lnTo>
                    <a:lnTo>
                      <a:pt x="678" y="234"/>
                    </a:lnTo>
                    <a:lnTo>
                      <a:pt x="687" y="225"/>
                    </a:lnTo>
                    <a:lnTo>
                      <a:pt x="694" y="215"/>
                    </a:lnTo>
                    <a:lnTo>
                      <a:pt x="702" y="206"/>
                    </a:lnTo>
                    <a:lnTo>
                      <a:pt x="708" y="195"/>
                    </a:lnTo>
                    <a:lnTo>
                      <a:pt x="713" y="183"/>
                    </a:lnTo>
                    <a:lnTo>
                      <a:pt x="717" y="172"/>
                    </a:lnTo>
                    <a:lnTo>
                      <a:pt x="720" y="160"/>
                    </a:lnTo>
                    <a:lnTo>
                      <a:pt x="722" y="148"/>
                    </a:lnTo>
                    <a:lnTo>
                      <a:pt x="722" y="136"/>
                    </a:lnTo>
                    <a:lnTo>
                      <a:pt x="722" y="1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3" name="Freeform 51">
                <a:extLst>
                  <a:ext uri="{FF2B5EF4-FFF2-40B4-BE49-F238E27FC236}">
                    <a16:creationId xmlns:a16="http://schemas.microsoft.com/office/drawing/2014/main" id="{DEB9C19D-E895-EB3A-4E23-40154765D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051050"/>
                <a:ext cx="57150" cy="9525"/>
              </a:xfrm>
              <a:custGeom>
                <a:avLst/>
                <a:gdLst>
                  <a:gd name="T0" fmla="*/ 15 w 181"/>
                  <a:gd name="T1" fmla="*/ 30 h 30"/>
                  <a:gd name="T2" fmla="*/ 166 w 181"/>
                  <a:gd name="T3" fmla="*/ 30 h 30"/>
                  <a:gd name="T4" fmla="*/ 169 w 181"/>
                  <a:gd name="T5" fmla="*/ 30 h 30"/>
                  <a:gd name="T6" fmla="*/ 172 w 181"/>
                  <a:gd name="T7" fmla="*/ 29 h 30"/>
                  <a:gd name="T8" fmla="*/ 174 w 181"/>
                  <a:gd name="T9" fmla="*/ 28 h 30"/>
                  <a:gd name="T10" fmla="*/ 176 w 181"/>
                  <a:gd name="T11" fmla="*/ 25 h 30"/>
                  <a:gd name="T12" fmla="*/ 178 w 181"/>
                  <a:gd name="T13" fmla="*/ 23 h 30"/>
                  <a:gd name="T14" fmla="*/ 180 w 181"/>
                  <a:gd name="T15" fmla="*/ 21 h 30"/>
                  <a:gd name="T16" fmla="*/ 181 w 181"/>
                  <a:gd name="T17" fmla="*/ 18 h 30"/>
                  <a:gd name="T18" fmla="*/ 181 w 181"/>
                  <a:gd name="T19" fmla="*/ 15 h 30"/>
                  <a:gd name="T20" fmla="*/ 181 w 181"/>
                  <a:gd name="T21" fmla="*/ 13 h 30"/>
                  <a:gd name="T22" fmla="*/ 180 w 181"/>
                  <a:gd name="T23" fmla="*/ 9 h 30"/>
                  <a:gd name="T24" fmla="*/ 178 w 181"/>
                  <a:gd name="T25" fmla="*/ 7 h 30"/>
                  <a:gd name="T26" fmla="*/ 176 w 181"/>
                  <a:gd name="T27" fmla="*/ 4 h 30"/>
                  <a:gd name="T28" fmla="*/ 174 w 181"/>
                  <a:gd name="T29" fmla="*/ 3 h 30"/>
                  <a:gd name="T30" fmla="*/ 172 w 181"/>
                  <a:gd name="T31" fmla="*/ 1 h 30"/>
                  <a:gd name="T32" fmla="*/ 169 w 181"/>
                  <a:gd name="T33" fmla="*/ 1 h 30"/>
                  <a:gd name="T34" fmla="*/ 166 w 181"/>
                  <a:gd name="T35" fmla="*/ 0 h 30"/>
                  <a:gd name="T36" fmla="*/ 15 w 181"/>
                  <a:gd name="T37" fmla="*/ 0 h 30"/>
                  <a:gd name="T38" fmla="*/ 12 w 181"/>
                  <a:gd name="T39" fmla="*/ 1 h 30"/>
                  <a:gd name="T40" fmla="*/ 10 w 181"/>
                  <a:gd name="T41" fmla="*/ 1 h 30"/>
                  <a:gd name="T42" fmla="*/ 6 w 181"/>
                  <a:gd name="T43" fmla="*/ 3 h 30"/>
                  <a:gd name="T44" fmla="*/ 4 w 181"/>
                  <a:gd name="T45" fmla="*/ 4 h 30"/>
                  <a:gd name="T46" fmla="*/ 2 w 181"/>
                  <a:gd name="T47" fmla="*/ 7 h 30"/>
                  <a:gd name="T48" fmla="*/ 1 w 181"/>
                  <a:gd name="T49" fmla="*/ 9 h 30"/>
                  <a:gd name="T50" fmla="*/ 0 w 181"/>
                  <a:gd name="T51" fmla="*/ 13 h 30"/>
                  <a:gd name="T52" fmla="*/ 0 w 181"/>
                  <a:gd name="T53" fmla="*/ 15 h 30"/>
                  <a:gd name="T54" fmla="*/ 0 w 181"/>
                  <a:gd name="T55" fmla="*/ 18 h 30"/>
                  <a:gd name="T56" fmla="*/ 1 w 181"/>
                  <a:gd name="T57" fmla="*/ 21 h 30"/>
                  <a:gd name="T58" fmla="*/ 2 w 181"/>
                  <a:gd name="T59" fmla="*/ 23 h 30"/>
                  <a:gd name="T60" fmla="*/ 4 w 181"/>
                  <a:gd name="T61" fmla="*/ 25 h 30"/>
                  <a:gd name="T62" fmla="*/ 6 w 181"/>
                  <a:gd name="T63" fmla="*/ 28 h 30"/>
                  <a:gd name="T64" fmla="*/ 10 w 181"/>
                  <a:gd name="T65" fmla="*/ 29 h 30"/>
                  <a:gd name="T66" fmla="*/ 12 w 181"/>
                  <a:gd name="T67" fmla="*/ 30 h 30"/>
                  <a:gd name="T68" fmla="*/ 15 w 181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0">
                    <a:moveTo>
                      <a:pt x="15" y="30"/>
                    </a:moveTo>
                    <a:lnTo>
                      <a:pt x="166" y="30"/>
                    </a:lnTo>
                    <a:lnTo>
                      <a:pt x="169" y="30"/>
                    </a:lnTo>
                    <a:lnTo>
                      <a:pt x="172" y="29"/>
                    </a:lnTo>
                    <a:lnTo>
                      <a:pt x="174" y="28"/>
                    </a:lnTo>
                    <a:lnTo>
                      <a:pt x="176" y="25"/>
                    </a:lnTo>
                    <a:lnTo>
                      <a:pt x="178" y="23"/>
                    </a:lnTo>
                    <a:lnTo>
                      <a:pt x="180" y="21"/>
                    </a:lnTo>
                    <a:lnTo>
                      <a:pt x="181" y="18"/>
                    </a:lnTo>
                    <a:lnTo>
                      <a:pt x="181" y="15"/>
                    </a:lnTo>
                    <a:lnTo>
                      <a:pt x="181" y="13"/>
                    </a:lnTo>
                    <a:lnTo>
                      <a:pt x="180" y="9"/>
                    </a:lnTo>
                    <a:lnTo>
                      <a:pt x="178" y="7"/>
                    </a:lnTo>
                    <a:lnTo>
                      <a:pt x="176" y="4"/>
                    </a:lnTo>
                    <a:lnTo>
                      <a:pt x="174" y="3"/>
                    </a:lnTo>
                    <a:lnTo>
                      <a:pt x="172" y="1"/>
                    </a:lnTo>
                    <a:lnTo>
                      <a:pt x="169" y="1"/>
                    </a:lnTo>
                    <a:lnTo>
                      <a:pt x="166" y="0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2" y="23"/>
                    </a:lnTo>
                    <a:lnTo>
                      <a:pt x="4" y="25"/>
                    </a:lnTo>
                    <a:lnTo>
                      <a:pt x="6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4" name="Freeform 52">
                <a:extLst>
                  <a:ext uri="{FF2B5EF4-FFF2-40B4-BE49-F238E27FC236}">
                    <a16:creationId xmlns:a16="http://schemas.microsoft.com/office/drawing/2014/main" id="{151C347B-B35D-B2DA-31B0-C9EAE8FCC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098675"/>
                <a:ext cx="57150" cy="9525"/>
              </a:xfrm>
              <a:custGeom>
                <a:avLst/>
                <a:gdLst>
                  <a:gd name="T0" fmla="*/ 15 w 181"/>
                  <a:gd name="T1" fmla="*/ 31 h 31"/>
                  <a:gd name="T2" fmla="*/ 166 w 181"/>
                  <a:gd name="T3" fmla="*/ 31 h 31"/>
                  <a:gd name="T4" fmla="*/ 169 w 181"/>
                  <a:gd name="T5" fmla="*/ 30 h 31"/>
                  <a:gd name="T6" fmla="*/ 172 w 181"/>
                  <a:gd name="T7" fmla="*/ 30 h 31"/>
                  <a:gd name="T8" fmla="*/ 174 w 181"/>
                  <a:gd name="T9" fmla="*/ 28 h 31"/>
                  <a:gd name="T10" fmla="*/ 176 w 181"/>
                  <a:gd name="T11" fmla="*/ 27 h 31"/>
                  <a:gd name="T12" fmla="*/ 178 w 181"/>
                  <a:gd name="T13" fmla="*/ 24 h 31"/>
                  <a:gd name="T14" fmla="*/ 180 w 181"/>
                  <a:gd name="T15" fmla="*/ 22 h 31"/>
                  <a:gd name="T16" fmla="*/ 181 w 181"/>
                  <a:gd name="T17" fmla="*/ 19 h 31"/>
                  <a:gd name="T18" fmla="*/ 181 w 181"/>
                  <a:gd name="T19" fmla="*/ 16 h 31"/>
                  <a:gd name="T20" fmla="*/ 181 w 181"/>
                  <a:gd name="T21" fmla="*/ 13 h 31"/>
                  <a:gd name="T22" fmla="*/ 180 w 181"/>
                  <a:gd name="T23" fmla="*/ 10 h 31"/>
                  <a:gd name="T24" fmla="*/ 178 w 181"/>
                  <a:gd name="T25" fmla="*/ 8 h 31"/>
                  <a:gd name="T26" fmla="*/ 176 w 181"/>
                  <a:gd name="T27" fmla="*/ 6 h 31"/>
                  <a:gd name="T28" fmla="*/ 174 w 181"/>
                  <a:gd name="T29" fmla="*/ 3 h 31"/>
                  <a:gd name="T30" fmla="*/ 172 w 181"/>
                  <a:gd name="T31" fmla="*/ 2 h 31"/>
                  <a:gd name="T32" fmla="*/ 169 w 181"/>
                  <a:gd name="T33" fmla="*/ 1 h 31"/>
                  <a:gd name="T34" fmla="*/ 166 w 181"/>
                  <a:gd name="T35" fmla="*/ 1 h 31"/>
                  <a:gd name="T36" fmla="*/ 15 w 181"/>
                  <a:gd name="T37" fmla="*/ 0 h 31"/>
                  <a:gd name="T38" fmla="*/ 12 w 181"/>
                  <a:gd name="T39" fmla="*/ 1 h 31"/>
                  <a:gd name="T40" fmla="*/ 10 w 181"/>
                  <a:gd name="T41" fmla="*/ 2 h 31"/>
                  <a:gd name="T42" fmla="*/ 6 w 181"/>
                  <a:gd name="T43" fmla="*/ 3 h 31"/>
                  <a:gd name="T44" fmla="*/ 4 w 181"/>
                  <a:gd name="T45" fmla="*/ 6 h 31"/>
                  <a:gd name="T46" fmla="*/ 2 w 181"/>
                  <a:gd name="T47" fmla="*/ 8 h 31"/>
                  <a:gd name="T48" fmla="*/ 1 w 181"/>
                  <a:gd name="T49" fmla="*/ 10 h 31"/>
                  <a:gd name="T50" fmla="*/ 0 w 181"/>
                  <a:gd name="T51" fmla="*/ 13 h 31"/>
                  <a:gd name="T52" fmla="*/ 0 w 181"/>
                  <a:gd name="T53" fmla="*/ 16 h 31"/>
                  <a:gd name="T54" fmla="*/ 0 w 181"/>
                  <a:gd name="T55" fmla="*/ 19 h 31"/>
                  <a:gd name="T56" fmla="*/ 1 w 181"/>
                  <a:gd name="T57" fmla="*/ 22 h 31"/>
                  <a:gd name="T58" fmla="*/ 2 w 181"/>
                  <a:gd name="T59" fmla="*/ 24 h 31"/>
                  <a:gd name="T60" fmla="*/ 4 w 181"/>
                  <a:gd name="T61" fmla="*/ 27 h 31"/>
                  <a:gd name="T62" fmla="*/ 6 w 181"/>
                  <a:gd name="T63" fmla="*/ 28 h 31"/>
                  <a:gd name="T64" fmla="*/ 10 w 181"/>
                  <a:gd name="T65" fmla="*/ 30 h 31"/>
                  <a:gd name="T66" fmla="*/ 12 w 181"/>
                  <a:gd name="T67" fmla="*/ 30 h 31"/>
                  <a:gd name="T68" fmla="*/ 15 w 18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1">
                    <a:moveTo>
                      <a:pt x="15" y="31"/>
                    </a:moveTo>
                    <a:lnTo>
                      <a:pt x="166" y="31"/>
                    </a:lnTo>
                    <a:lnTo>
                      <a:pt x="169" y="30"/>
                    </a:lnTo>
                    <a:lnTo>
                      <a:pt x="172" y="30"/>
                    </a:lnTo>
                    <a:lnTo>
                      <a:pt x="174" y="28"/>
                    </a:lnTo>
                    <a:lnTo>
                      <a:pt x="176" y="27"/>
                    </a:lnTo>
                    <a:lnTo>
                      <a:pt x="178" y="24"/>
                    </a:lnTo>
                    <a:lnTo>
                      <a:pt x="180" y="22"/>
                    </a:lnTo>
                    <a:lnTo>
                      <a:pt x="181" y="19"/>
                    </a:lnTo>
                    <a:lnTo>
                      <a:pt x="181" y="16"/>
                    </a:lnTo>
                    <a:lnTo>
                      <a:pt x="181" y="13"/>
                    </a:lnTo>
                    <a:lnTo>
                      <a:pt x="180" y="10"/>
                    </a:lnTo>
                    <a:lnTo>
                      <a:pt x="178" y="8"/>
                    </a:lnTo>
                    <a:lnTo>
                      <a:pt x="176" y="6"/>
                    </a:lnTo>
                    <a:lnTo>
                      <a:pt x="174" y="3"/>
                    </a:lnTo>
                    <a:lnTo>
                      <a:pt x="172" y="2"/>
                    </a:lnTo>
                    <a:lnTo>
                      <a:pt x="169" y="1"/>
                    </a:lnTo>
                    <a:lnTo>
                      <a:pt x="166" y="1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10" y="2"/>
                    </a:lnTo>
                    <a:lnTo>
                      <a:pt x="6" y="3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7"/>
                    </a:lnTo>
                    <a:lnTo>
                      <a:pt x="6" y="28"/>
                    </a:lnTo>
                    <a:lnTo>
                      <a:pt x="10" y="30"/>
                    </a:lnTo>
                    <a:lnTo>
                      <a:pt x="12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5" name="Freeform 53">
                <a:extLst>
                  <a:ext uri="{FF2B5EF4-FFF2-40B4-BE49-F238E27FC236}">
                    <a16:creationId xmlns:a16="http://schemas.microsoft.com/office/drawing/2014/main" id="{CF28221C-DEE9-3D1F-39D1-1082A674E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146300"/>
                <a:ext cx="57150" cy="9525"/>
              </a:xfrm>
              <a:custGeom>
                <a:avLst/>
                <a:gdLst>
                  <a:gd name="T0" fmla="*/ 15 w 181"/>
                  <a:gd name="T1" fmla="*/ 30 h 30"/>
                  <a:gd name="T2" fmla="*/ 166 w 181"/>
                  <a:gd name="T3" fmla="*/ 30 h 30"/>
                  <a:gd name="T4" fmla="*/ 169 w 181"/>
                  <a:gd name="T5" fmla="*/ 30 h 30"/>
                  <a:gd name="T6" fmla="*/ 172 w 181"/>
                  <a:gd name="T7" fmla="*/ 29 h 30"/>
                  <a:gd name="T8" fmla="*/ 174 w 181"/>
                  <a:gd name="T9" fmla="*/ 27 h 30"/>
                  <a:gd name="T10" fmla="*/ 176 w 181"/>
                  <a:gd name="T11" fmla="*/ 26 h 30"/>
                  <a:gd name="T12" fmla="*/ 178 w 181"/>
                  <a:gd name="T13" fmla="*/ 23 h 30"/>
                  <a:gd name="T14" fmla="*/ 180 w 181"/>
                  <a:gd name="T15" fmla="*/ 20 h 30"/>
                  <a:gd name="T16" fmla="*/ 181 w 181"/>
                  <a:gd name="T17" fmla="*/ 18 h 30"/>
                  <a:gd name="T18" fmla="*/ 181 w 181"/>
                  <a:gd name="T19" fmla="*/ 15 h 30"/>
                  <a:gd name="T20" fmla="*/ 181 w 181"/>
                  <a:gd name="T21" fmla="*/ 12 h 30"/>
                  <a:gd name="T22" fmla="*/ 180 w 181"/>
                  <a:gd name="T23" fmla="*/ 8 h 30"/>
                  <a:gd name="T24" fmla="*/ 178 w 181"/>
                  <a:gd name="T25" fmla="*/ 6 h 30"/>
                  <a:gd name="T26" fmla="*/ 176 w 181"/>
                  <a:gd name="T27" fmla="*/ 4 h 30"/>
                  <a:gd name="T28" fmla="*/ 174 w 181"/>
                  <a:gd name="T29" fmla="*/ 2 h 30"/>
                  <a:gd name="T30" fmla="*/ 172 w 181"/>
                  <a:gd name="T31" fmla="*/ 1 h 30"/>
                  <a:gd name="T32" fmla="*/ 169 w 181"/>
                  <a:gd name="T33" fmla="*/ 0 h 30"/>
                  <a:gd name="T34" fmla="*/ 166 w 181"/>
                  <a:gd name="T35" fmla="*/ 0 h 30"/>
                  <a:gd name="T36" fmla="*/ 15 w 181"/>
                  <a:gd name="T37" fmla="*/ 0 h 30"/>
                  <a:gd name="T38" fmla="*/ 12 w 181"/>
                  <a:gd name="T39" fmla="*/ 0 h 30"/>
                  <a:gd name="T40" fmla="*/ 10 w 181"/>
                  <a:gd name="T41" fmla="*/ 1 h 30"/>
                  <a:gd name="T42" fmla="*/ 6 w 181"/>
                  <a:gd name="T43" fmla="*/ 2 h 30"/>
                  <a:gd name="T44" fmla="*/ 4 w 181"/>
                  <a:gd name="T45" fmla="*/ 4 h 30"/>
                  <a:gd name="T46" fmla="*/ 2 w 181"/>
                  <a:gd name="T47" fmla="*/ 6 h 30"/>
                  <a:gd name="T48" fmla="*/ 1 w 181"/>
                  <a:gd name="T49" fmla="*/ 8 h 30"/>
                  <a:gd name="T50" fmla="*/ 0 w 181"/>
                  <a:gd name="T51" fmla="*/ 12 h 30"/>
                  <a:gd name="T52" fmla="*/ 0 w 181"/>
                  <a:gd name="T53" fmla="*/ 15 h 30"/>
                  <a:gd name="T54" fmla="*/ 0 w 181"/>
                  <a:gd name="T55" fmla="*/ 18 h 30"/>
                  <a:gd name="T56" fmla="*/ 1 w 181"/>
                  <a:gd name="T57" fmla="*/ 20 h 30"/>
                  <a:gd name="T58" fmla="*/ 2 w 181"/>
                  <a:gd name="T59" fmla="*/ 23 h 30"/>
                  <a:gd name="T60" fmla="*/ 4 w 181"/>
                  <a:gd name="T61" fmla="*/ 26 h 30"/>
                  <a:gd name="T62" fmla="*/ 6 w 181"/>
                  <a:gd name="T63" fmla="*/ 27 h 30"/>
                  <a:gd name="T64" fmla="*/ 10 w 181"/>
                  <a:gd name="T65" fmla="*/ 29 h 30"/>
                  <a:gd name="T66" fmla="*/ 12 w 181"/>
                  <a:gd name="T67" fmla="*/ 30 h 30"/>
                  <a:gd name="T68" fmla="*/ 15 w 181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0">
                    <a:moveTo>
                      <a:pt x="15" y="30"/>
                    </a:moveTo>
                    <a:lnTo>
                      <a:pt x="166" y="30"/>
                    </a:lnTo>
                    <a:lnTo>
                      <a:pt x="169" y="30"/>
                    </a:lnTo>
                    <a:lnTo>
                      <a:pt x="172" y="29"/>
                    </a:lnTo>
                    <a:lnTo>
                      <a:pt x="174" y="27"/>
                    </a:lnTo>
                    <a:lnTo>
                      <a:pt x="176" y="26"/>
                    </a:lnTo>
                    <a:lnTo>
                      <a:pt x="178" y="23"/>
                    </a:lnTo>
                    <a:lnTo>
                      <a:pt x="180" y="20"/>
                    </a:lnTo>
                    <a:lnTo>
                      <a:pt x="181" y="18"/>
                    </a:lnTo>
                    <a:lnTo>
                      <a:pt x="181" y="15"/>
                    </a:lnTo>
                    <a:lnTo>
                      <a:pt x="181" y="12"/>
                    </a:lnTo>
                    <a:lnTo>
                      <a:pt x="180" y="8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9" y="0"/>
                    </a:lnTo>
                    <a:lnTo>
                      <a:pt x="166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6" name="Freeform 54">
                <a:extLst>
                  <a:ext uri="{FF2B5EF4-FFF2-40B4-BE49-F238E27FC236}">
                    <a16:creationId xmlns:a16="http://schemas.microsoft.com/office/drawing/2014/main" id="{ED9E221F-2D76-D0DF-AB68-39760056E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738" y="2022475"/>
                <a:ext cx="38100" cy="33338"/>
              </a:xfrm>
              <a:custGeom>
                <a:avLst/>
                <a:gdLst>
                  <a:gd name="T0" fmla="*/ 20 w 121"/>
                  <a:gd name="T1" fmla="*/ 101 h 106"/>
                  <a:gd name="T2" fmla="*/ 22 w 121"/>
                  <a:gd name="T3" fmla="*/ 104 h 106"/>
                  <a:gd name="T4" fmla="*/ 25 w 121"/>
                  <a:gd name="T5" fmla="*/ 105 h 106"/>
                  <a:gd name="T6" fmla="*/ 27 w 121"/>
                  <a:gd name="T7" fmla="*/ 106 h 106"/>
                  <a:gd name="T8" fmla="*/ 30 w 121"/>
                  <a:gd name="T9" fmla="*/ 106 h 106"/>
                  <a:gd name="T10" fmla="*/ 36 w 121"/>
                  <a:gd name="T11" fmla="*/ 105 h 106"/>
                  <a:gd name="T12" fmla="*/ 41 w 121"/>
                  <a:gd name="T13" fmla="*/ 101 h 106"/>
                  <a:gd name="T14" fmla="*/ 116 w 121"/>
                  <a:gd name="T15" fmla="*/ 26 h 106"/>
                  <a:gd name="T16" fmla="*/ 119 w 121"/>
                  <a:gd name="T17" fmla="*/ 24 h 106"/>
                  <a:gd name="T18" fmla="*/ 120 w 121"/>
                  <a:gd name="T19" fmla="*/ 21 h 106"/>
                  <a:gd name="T20" fmla="*/ 121 w 121"/>
                  <a:gd name="T21" fmla="*/ 19 h 106"/>
                  <a:gd name="T22" fmla="*/ 121 w 121"/>
                  <a:gd name="T23" fmla="*/ 15 h 106"/>
                  <a:gd name="T24" fmla="*/ 121 w 121"/>
                  <a:gd name="T25" fmla="*/ 13 h 106"/>
                  <a:gd name="T26" fmla="*/ 120 w 121"/>
                  <a:gd name="T27" fmla="*/ 10 h 106"/>
                  <a:gd name="T28" fmla="*/ 119 w 121"/>
                  <a:gd name="T29" fmla="*/ 8 h 106"/>
                  <a:gd name="T30" fmla="*/ 116 w 121"/>
                  <a:gd name="T31" fmla="*/ 5 h 106"/>
                  <a:gd name="T32" fmla="*/ 114 w 121"/>
                  <a:gd name="T33" fmla="*/ 4 h 106"/>
                  <a:gd name="T34" fmla="*/ 111 w 121"/>
                  <a:gd name="T35" fmla="*/ 1 h 106"/>
                  <a:gd name="T36" fmla="*/ 109 w 121"/>
                  <a:gd name="T37" fmla="*/ 0 h 106"/>
                  <a:gd name="T38" fmla="*/ 106 w 121"/>
                  <a:gd name="T39" fmla="*/ 0 h 106"/>
                  <a:gd name="T40" fmla="*/ 103 w 121"/>
                  <a:gd name="T41" fmla="*/ 0 h 106"/>
                  <a:gd name="T42" fmla="*/ 100 w 121"/>
                  <a:gd name="T43" fmla="*/ 1 h 106"/>
                  <a:gd name="T44" fmla="*/ 97 w 121"/>
                  <a:gd name="T45" fmla="*/ 4 h 106"/>
                  <a:gd name="T46" fmla="*/ 95 w 121"/>
                  <a:gd name="T47" fmla="*/ 5 h 106"/>
                  <a:gd name="T48" fmla="*/ 30 w 121"/>
                  <a:gd name="T49" fmla="*/ 69 h 106"/>
                  <a:gd name="T50" fmla="*/ 26 w 121"/>
                  <a:gd name="T51" fmla="*/ 65 h 106"/>
                  <a:gd name="T52" fmla="*/ 24 w 121"/>
                  <a:gd name="T53" fmla="*/ 64 h 106"/>
                  <a:gd name="T54" fmla="*/ 21 w 121"/>
                  <a:gd name="T55" fmla="*/ 62 h 106"/>
                  <a:gd name="T56" fmla="*/ 18 w 121"/>
                  <a:gd name="T57" fmla="*/ 62 h 106"/>
                  <a:gd name="T58" fmla="*/ 15 w 121"/>
                  <a:gd name="T59" fmla="*/ 61 h 106"/>
                  <a:gd name="T60" fmla="*/ 12 w 121"/>
                  <a:gd name="T61" fmla="*/ 62 h 106"/>
                  <a:gd name="T62" fmla="*/ 10 w 121"/>
                  <a:gd name="T63" fmla="*/ 62 h 106"/>
                  <a:gd name="T64" fmla="*/ 7 w 121"/>
                  <a:gd name="T65" fmla="*/ 64 h 106"/>
                  <a:gd name="T66" fmla="*/ 5 w 121"/>
                  <a:gd name="T67" fmla="*/ 65 h 106"/>
                  <a:gd name="T68" fmla="*/ 2 w 121"/>
                  <a:gd name="T69" fmla="*/ 68 h 106"/>
                  <a:gd name="T70" fmla="*/ 1 w 121"/>
                  <a:gd name="T71" fmla="*/ 70 h 106"/>
                  <a:gd name="T72" fmla="*/ 0 w 121"/>
                  <a:gd name="T73" fmla="*/ 73 h 106"/>
                  <a:gd name="T74" fmla="*/ 0 w 121"/>
                  <a:gd name="T75" fmla="*/ 76 h 106"/>
                  <a:gd name="T76" fmla="*/ 0 w 121"/>
                  <a:gd name="T77" fmla="*/ 79 h 106"/>
                  <a:gd name="T78" fmla="*/ 1 w 121"/>
                  <a:gd name="T79" fmla="*/ 82 h 106"/>
                  <a:gd name="T80" fmla="*/ 2 w 121"/>
                  <a:gd name="T81" fmla="*/ 84 h 106"/>
                  <a:gd name="T82" fmla="*/ 5 w 121"/>
                  <a:gd name="T83" fmla="*/ 86 h 106"/>
                  <a:gd name="T84" fmla="*/ 20 w 121"/>
                  <a:gd name="T85" fmla="*/ 101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1" h="106">
                    <a:moveTo>
                      <a:pt x="20" y="101"/>
                    </a:moveTo>
                    <a:lnTo>
                      <a:pt x="22" y="104"/>
                    </a:lnTo>
                    <a:lnTo>
                      <a:pt x="25" y="105"/>
                    </a:lnTo>
                    <a:lnTo>
                      <a:pt x="27" y="106"/>
                    </a:lnTo>
                    <a:lnTo>
                      <a:pt x="30" y="106"/>
                    </a:lnTo>
                    <a:lnTo>
                      <a:pt x="36" y="105"/>
                    </a:lnTo>
                    <a:lnTo>
                      <a:pt x="41" y="101"/>
                    </a:lnTo>
                    <a:lnTo>
                      <a:pt x="116" y="26"/>
                    </a:lnTo>
                    <a:lnTo>
                      <a:pt x="119" y="24"/>
                    </a:lnTo>
                    <a:lnTo>
                      <a:pt x="120" y="21"/>
                    </a:lnTo>
                    <a:lnTo>
                      <a:pt x="121" y="19"/>
                    </a:lnTo>
                    <a:lnTo>
                      <a:pt x="121" y="15"/>
                    </a:lnTo>
                    <a:lnTo>
                      <a:pt x="121" y="13"/>
                    </a:lnTo>
                    <a:lnTo>
                      <a:pt x="120" y="10"/>
                    </a:lnTo>
                    <a:lnTo>
                      <a:pt x="119" y="8"/>
                    </a:lnTo>
                    <a:lnTo>
                      <a:pt x="116" y="5"/>
                    </a:lnTo>
                    <a:lnTo>
                      <a:pt x="114" y="4"/>
                    </a:lnTo>
                    <a:lnTo>
                      <a:pt x="111" y="1"/>
                    </a:lnTo>
                    <a:lnTo>
                      <a:pt x="109" y="0"/>
                    </a:lnTo>
                    <a:lnTo>
                      <a:pt x="106" y="0"/>
                    </a:lnTo>
                    <a:lnTo>
                      <a:pt x="103" y="0"/>
                    </a:lnTo>
                    <a:lnTo>
                      <a:pt x="100" y="1"/>
                    </a:lnTo>
                    <a:lnTo>
                      <a:pt x="97" y="4"/>
                    </a:lnTo>
                    <a:lnTo>
                      <a:pt x="95" y="5"/>
                    </a:lnTo>
                    <a:lnTo>
                      <a:pt x="30" y="69"/>
                    </a:lnTo>
                    <a:lnTo>
                      <a:pt x="26" y="65"/>
                    </a:lnTo>
                    <a:lnTo>
                      <a:pt x="24" y="64"/>
                    </a:lnTo>
                    <a:lnTo>
                      <a:pt x="21" y="62"/>
                    </a:lnTo>
                    <a:lnTo>
                      <a:pt x="18" y="62"/>
                    </a:lnTo>
                    <a:lnTo>
                      <a:pt x="15" y="61"/>
                    </a:lnTo>
                    <a:lnTo>
                      <a:pt x="12" y="62"/>
                    </a:lnTo>
                    <a:lnTo>
                      <a:pt x="10" y="62"/>
                    </a:lnTo>
                    <a:lnTo>
                      <a:pt x="7" y="64"/>
                    </a:lnTo>
                    <a:lnTo>
                      <a:pt x="5" y="65"/>
                    </a:lnTo>
                    <a:lnTo>
                      <a:pt x="2" y="68"/>
                    </a:lnTo>
                    <a:lnTo>
                      <a:pt x="1" y="70"/>
                    </a:lnTo>
                    <a:lnTo>
                      <a:pt x="0" y="73"/>
                    </a:lnTo>
                    <a:lnTo>
                      <a:pt x="0" y="76"/>
                    </a:lnTo>
                    <a:lnTo>
                      <a:pt x="0" y="79"/>
                    </a:lnTo>
                    <a:lnTo>
                      <a:pt x="1" y="82"/>
                    </a:lnTo>
                    <a:lnTo>
                      <a:pt x="2" y="84"/>
                    </a:lnTo>
                    <a:lnTo>
                      <a:pt x="5" y="86"/>
                    </a:lnTo>
                    <a:lnTo>
                      <a:pt x="20" y="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7" name="Freeform 55">
                <a:extLst>
                  <a:ext uri="{FF2B5EF4-FFF2-40B4-BE49-F238E27FC236}">
                    <a16:creationId xmlns:a16="http://schemas.microsoft.com/office/drawing/2014/main" id="{18312DF6-B939-D8C7-422F-1D8FE9C50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738" y="2070100"/>
                <a:ext cx="38100" cy="33338"/>
              </a:xfrm>
              <a:custGeom>
                <a:avLst/>
                <a:gdLst>
                  <a:gd name="T0" fmla="*/ 20 w 121"/>
                  <a:gd name="T1" fmla="*/ 101 h 106"/>
                  <a:gd name="T2" fmla="*/ 22 w 121"/>
                  <a:gd name="T3" fmla="*/ 103 h 106"/>
                  <a:gd name="T4" fmla="*/ 25 w 121"/>
                  <a:gd name="T5" fmla="*/ 105 h 106"/>
                  <a:gd name="T6" fmla="*/ 27 w 121"/>
                  <a:gd name="T7" fmla="*/ 105 h 106"/>
                  <a:gd name="T8" fmla="*/ 30 w 121"/>
                  <a:gd name="T9" fmla="*/ 106 h 106"/>
                  <a:gd name="T10" fmla="*/ 34 w 121"/>
                  <a:gd name="T11" fmla="*/ 105 h 106"/>
                  <a:gd name="T12" fmla="*/ 36 w 121"/>
                  <a:gd name="T13" fmla="*/ 105 h 106"/>
                  <a:gd name="T14" fmla="*/ 39 w 121"/>
                  <a:gd name="T15" fmla="*/ 103 h 106"/>
                  <a:gd name="T16" fmla="*/ 41 w 121"/>
                  <a:gd name="T17" fmla="*/ 102 h 106"/>
                  <a:gd name="T18" fmla="*/ 116 w 121"/>
                  <a:gd name="T19" fmla="*/ 26 h 106"/>
                  <a:gd name="T20" fmla="*/ 119 w 121"/>
                  <a:gd name="T21" fmla="*/ 24 h 106"/>
                  <a:gd name="T22" fmla="*/ 120 w 121"/>
                  <a:gd name="T23" fmla="*/ 21 h 106"/>
                  <a:gd name="T24" fmla="*/ 121 w 121"/>
                  <a:gd name="T25" fmla="*/ 18 h 106"/>
                  <a:gd name="T26" fmla="*/ 121 w 121"/>
                  <a:gd name="T27" fmla="*/ 15 h 106"/>
                  <a:gd name="T28" fmla="*/ 121 w 121"/>
                  <a:gd name="T29" fmla="*/ 13 h 106"/>
                  <a:gd name="T30" fmla="*/ 120 w 121"/>
                  <a:gd name="T31" fmla="*/ 10 h 106"/>
                  <a:gd name="T32" fmla="*/ 119 w 121"/>
                  <a:gd name="T33" fmla="*/ 7 h 106"/>
                  <a:gd name="T34" fmla="*/ 116 w 121"/>
                  <a:gd name="T35" fmla="*/ 5 h 106"/>
                  <a:gd name="T36" fmla="*/ 114 w 121"/>
                  <a:gd name="T37" fmla="*/ 3 h 106"/>
                  <a:gd name="T38" fmla="*/ 111 w 121"/>
                  <a:gd name="T39" fmla="*/ 1 h 106"/>
                  <a:gd name="T40" fmla="*/ 109 w 121"/>
                  <a:gd name="T41" fmla="*/ 1 h 106"/>
                  <a:gd name="T42" fmla="*/ 106 w 121"/>
                  <a:gd name="T43" fmla="*/ 0 h 106"/>
                  <a:gd name="T44" fmla="*/ 103 w 121"/>
                  <a:gd name="T45" fmla="*/ 1 h 106"/>
                  <a:gd name="T46" fmla="*/ 100 w 121"/>
                  <a:gd name="T47" fmla="*/ 1 h 106"/>
                  <a:gd name="T48" fmla="*/ 97 w 121"/>
                  <a:gd name="T49" fmla="*/ 3 h 106"/>
                  <a:gd name="T50" fmla="*/ 95 w 121"/>
                  <a:gd name="T51" fmla="*/ 5 h 106"/>
                  <a:gd name="T52" fmla="*/ 30 w 121"/>
                  <a:gd name="T53" fmla="*/ 70 h 106"/>
                  <a:gd name="T54" fmla="*/ 26 w 121"/>
                  <a:gd name="T55" fmla="*/ 65 h 106"/>
                  <a:gd name="T56" fmla="*/ 24 w 121"/>
                  <a:gd name="T57" fmla="*/ 63 h 106"/>
                  <a:gd name="T58" fmla="*/ 21 w 121"/>
                  <a:gd name="T59" fmla="*/ 61 h 106"/>
                  <a:gd name="T60" fmla="*/ 18 w 121"/>
                  <a:gd name="T61" fmla="*/ 61 h 106"/>
                  <a:gd name="T62" fmla="*/ 15 w 121"/>
                  <a:gd name="T63" fmla="*/ 60 h 106"/>
                  <a:gd name="T64" fmla="*/ 12 w 121"/>
                  <a:gd name="T65" fmla="*/ 61 h 106"/>
                  <a:gd name="T66" fmla="*/ 10 w 121"/>
                  <a:gd name="T67" fmla="*/ 62 h 106"/>
                  <a:gd name="T68" fmla="*/ 7 w 121"/>
                  <a:gd name="T69" fmla="*/ 63 h 106"/>
                  <a:gd name="T70" fmla="*/ 5 w 121"/>
                  <a:gd name="T71" fmla="*/ 65 h 106"/>
                  <a:gd name="T72" fmla="*/ 2 w 121"/>
                  <a:gd name="T73" fmla="*/ 68 h 106"/>
                  <a:gd name="T74" fmla="*/ 1 w 121"/>
                  <a:gd name="T75" fmla="*/ 70 h 106"/>
                  <a:gd name="T76" fmla="*/ 0 w 121"/>
                  <a:gd name="T77" fmla="*/ 73 h 106"/>
                  <a:gd name="T78" fmla="*/ 0 w 121"/>
                  <a:gd name="T79" fmla="*/ 76 h 106"/>
                  <a:gd name="T80" fmla="*/ 0 w 121"/>
                  <a:gd name="T81" fmla="*/ 78 h 106"/>
                  <a:gd name="T82" fmla="*/ 1 w 121"/>
                  <a:gd name="T83" fmla="*/ 82 h 106"/>
                  <a:gd name="T84" fmla="*/ 2 w 121"/>
                  <a:gd name="T85" fmla="*/ 84 h 106"/>
                  <a:gd name="T86" fmla="*/ 5 w 121"/>
                  <a:gd name="T87" fmla="*/ 87 h 106"/>
                  <a:gd name="T88" fmla="*/ 20 w 121"/>
                  <a:gd name="T89" fmla="*/ 101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1" h="106">
                    <a:moveTo>
                      <a:pt x="20" y="101"/>
                    </a:moveTo>
                    <a:lnTo>
                      <a:pt x="22" y="103"/>
                    </a:lnTo>
                    <a:lnTo>
                      <a:pt x="25" y="105"/>
                    </a:lnTo>
                    <a:lnTo>
                      <a:pt x="27" y="105"/>
                    </a:lnTo>
                    <a:lnTo>
                      <a:pt x="30" y="106"/>
                    </a:lnTo>
                    <a:lnTo>
                      <a:pt x="34" y="105"/>
                    </a:lnTo>
                    <a:lnTo>
                      <a:pt x="36" y="105"/>
                    </a:lnTo>
                    <a:lnTo>
                      <a:pt x="39" y="103"/>
                    </a:lnTo>
                    <a:lnTo>
                      <a:pt x="41" y="102"/>
                    </a:lnTo>
                    <a:lnTo>
                      <a:pt x="116" y="26"/>
                    </a:lnTo>
                    <a:lnTo>
                      <a:pt x="119" y="24"/>
                    </a:lnTo>
                    <a:lnTo>
                      <a:pt x="120" y="21"/>
                    </a:lnTo>
                    <a:lnTo>
                      <a:pt x="121" y="18"/>
                    </a:lnTo>
                    <a:lnTo>
                      <a:pt x="121" y="15"/>
                    </a:lnTo>
                    <a:lnTo>
                      <a:pt x="121" y="13"/>
                    </a:lnTo>
                    <a:lnTo>
                      <a:pt x="120" y="10"/>
                    </a:lnTo>
                    <a:lnTo>
                      <a:pt x="119" y="7"/>
                    </a:lnTo>
                    <a:lnTo>
                      <a:pt x="116" y="5"/>
                    </a:lnTo>
                    <a:lnTo>
                      <a:pt x="114" y="3"/>
                    </a:lnTo>
                    <a:lnTo>
                      <a:pt x="111" y="1"/>
                    </a:lnTo>
                    <a:lnTo>
                      <a:pt x="109" y="1"/>
                    </a:lnTo>
                    <a:lnTo>
                      <a:pt x="106" y="0"/>
                    </a:lnTo>
                    <a:lnTo>
                      <a:pt x="103" y="1"/>
                    </a:lnTo>
                    <a:lnTo>
                      <a:pt x="100" y="1"/>
                    </a:lnTo>
                    <a:lnTo>
                      <a:pt x="97" y="3"/>
                    </a:lnTo>
                    <a:lnTo>
                      <a:pt x="95" y="5"/>
                    </a:lnTo>
                    <a:lnTo>
                      <a:pt x="30" y="70"/>
                    </a:lnTo>
                    <a:lnTo>
                      <a:pt x="26" y="65"/>
                    </a:lnTo>
                    <a:lnTo>
                      <a:pt x="24" y="63"/>
                    </a:lnTo>
                    <a:lnTo>
                      <a:pt x="21" y="61"/>
                    </a:lnTo>
                    <a:lnTo>
                      <a:pt x="18" y="61"/>
                    </a:lnTo>
                    <a:lnTo>
                      <a:pt x="15" y="60"/>
                    </a:lnTo>
                    <a:lnTo>
                      <a:pt x="12" y="61"/>
                    </a:lnTo>
                    <a:lnTo>
                      <a:pt x="10" y="62"/>
                    </a:lnTo>
                    <a:lnTo>
                      <a:pt x="7" y="63"/>
                    </a:lnTo>
                    <a:lnTo>
                      <a:pt x="5" y="65"/>
                    </a:lnTo>
                    <a:lnTo>
                      <a:pt x="2" y="68"/>
                    </a:lnTo>
                    <a:lnTo>
                      <a:pt x="1" y="70"/>
                    </a:lnTo>
                    <a:lnTo>
                      <a:pt x="0" y="73"/>
                    </a:lnTo>
                    <a:lnTo>
                      <a:pt x="0" y="76"/>
                    </a:lnTo>
                    <a:lnTo>
                      <a:pt x="0" y="78"/>
                    </a:lnTo>
                    <a:lnTo>
                      <a:pt x="1" y="82"/>
                    </a:lnTo>
                    <a:lnTo>
                      <a:pt x="2" y="84"/>
                    </a:lnTo>
                    <a:lnTo>
                      <a:pt x="5" y="87"/>
                    </a:lnTo>
                    <a:lnTo>
                      <a:pt x="20" y="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8" name="Freeform 56">
                <a:extLst>
                  <a:ext uri="{FF2B5EF4-FFF2-40B4-BE49-F238E27FC236}">
                    <a16:creationId xmlns:a16="http://schemas.microsoft.com/office/drawing/2014/main" id="{38F54DDA-4396-9BC7-8CDB-48397C5573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4900" y="1993900"/>
                <a:ext cx="68263" cy="219075"/>
              </a:xfrm>
              <a:custGeom>
                <a:avLst/>
                <a:gdLst>
                  <a:gd name="T0" fmla="*/ 120 w 212"/>
                  <a:gd name="T1" fmla="*/ 659 h 694"/>
                  <a:gd name="T2" fmla="*/ 99 w 212"/>
                  <a:gd name="T3" fmla="*/ 643 h 694"/>
                  <a:gd name="T4" fmla="*/ 92 w 212"/>
                  <a:gd name="T5" fmla="*/ 618 h 694"/>
                  <a:gd name="T6" fmla="*/ 181 w 212"/>
                  <a:gd name="T7" fmla="*/ 616 h 694"/>
                  <a:gd name="T8" fmla="*/ 167 w 212"/>
                  <a:gd name="T9" fmla="*/ 647 h 694"/>
                  <a:gd name="T10" fmla="*/ 144 w 212"/>
                  <a:gd name="T11" fmla="*/ 662 h 694"/>
                  <a:gd name="T12" fmla="*/ 145 w 212"/>
                  <a:gd name="T13" fmla="*/ 31 h 694"/>
                  <a:gd name="T14" fmla="*/ 168 w 212"/>
                  <a:gd name="T15" fmla="*/ 43 h 694"/>
                  <a:gd name="T16" fmla="*/ 181 w 212"/>
                  <a:gd name="T17" fmla="*/ 57 h 694"/>
                  <a:gd name="T18" fmla="*/ 92 w 212"/>
                  <a:gd name="T19" fmla="*/ 331 h 694"/>
                  <a:gd name="T20" fmla="*/ 95 w 212"/>
                  <a:gd name="T21" fmla="*/ 53 h 694"/>
                  <a:gd name="T22" fmla="*/ 112 w 212"/>
                  <a:gd name="T23" fmla="*/ 38 h 694"/>
                  <a:gd name="T24" fmla="*/ 137 w 212"/>
                  <a:gd name="T25" fmla="*/ 30 h 694"/>
                  <a:gd name="T26" fmla="*/ 182 w 212"/>
                  <a:gd name="T27" fmla="*/ 362 h 694"/>
                  <a:gd name="T28" fmla="*/ 92 w 212"/>
                  <a:gd name="T29" fmla="*/ 362 h 694"/>
                  <a:gd name="T30" fmla="*/ 113 w 212"/>
                  <a:gd name="T31" fmla="*/ 4 h 694"/>
                  <a:gd name="T32" fmla="*/ 84 w 212"/>
                  <a:gd name="T33" fmla="*/ 22 h 694"/>
                  <a:gd name="T34" fmla="*/ 65 w 212"/>
                  <a:gd name="T35" fmla="*/ 46 h 694"/>
                  <a:gd name="T36" fmla="*/ 36 w 212"/>
                  <a:gd name="T37" fmla="*/ 55 h 694"/>
                  <a:gd name="T38" fmla="*/ 21 w 212"/>
                  <a:gd name="T39" fmla="*/ 67 h 694"/>
                  <a:gd name="T40" fmla="*/ 9 w 212"/>
                  <a:gd name="T41" fmla="*/ 82 h 694"/>
                  <a:gd name="T42" fmla="*/ 2 w 212"/>
                  <a:gd name="T43" fmla="*/ 103 h 694"/>
                  <a:gd name="T44" fmla="*/ 0 w 212"/>
                  <a:gd name="T45" fmla="*/ 394 h 694"/>
                  <a:gd name="T46" fmla="*/ 3 w 212"/>
                  <a:gd name="T47" fmla="*/ 402 h 694"/>
                  <a:gd name="T48" fmla="*/ 10 w 212"/>
                  <a:gd name="T49" fmla="*/ 408 h 694"/>
                  <a:gd name="T50" fmla="*/ 19 w 212"/>
                  <a:gd name="T51" fmla="*/ 409 h 694"/>
                  <a:gd name="T52" fmla="*/ 26 w 212"/>
                  <a:gd name="T53" fmla="*/ 404 h 694"/>
                  <a:gd name="T54" fmla="*/ 30 w 212"/>
                  <a:gd name="T55" fmla="*/ 397 h 694"/>
                  <a:gd name="T56" fmla="*/ 31 w 212"/>
                  <a:gd name="T57" fmla="*/ 111 h 694"/>
                  <a:gd name="T58" fmla="*/ 40 w 212"/>
                  <a:gd name="T59" fmla="*/ 89 h 694"/>
                  <a:gd name="T60" fmla="*/ 55 w 212"/>
                  <a:gd name="T61" fmla="*/ 79 h 694"/>
                  <a:gd name="T62" fmla="*/ 62 w 212"/>
                  <a:gd name="T63" fmla="*/ 626 h 694"/>
                  <a:gd name="T64" fmla="*/ 67 w 212"/>
                  <a:gd name="T65" fmla="*/ 647 h 694"/>
                  <a:gd name="T66" fmla="*/ 79 w 212"/>
                  <a:gd name="T67" fmla="*/ 666 h 694"/>
                  <a:gd name="T68" fmla="*/ 95 w 212"/>
                  <a:gd name="T69" fmla="*/ 681 h 694"/>
                  <a:gd name="T70" fmla="*/ 114 w 212"/>
                  <a:gd name="T71" fmla="*/ 690 h 694"/>
                  <a:gd name="T72" fmla="*/ 137 w 212"/>
                  <a:gd name="T73" fmla="*/ 694 h 694"/>
                  <a:gd name="T74" fmla="*/ 157 w 212"/>
                  <a:gd name="T75" fmla="*/ 690 h 694"/>
                  <a:gd name="T76" fmla="*/ 177 w 212"/>
                  <a:gd name="T77" fmla="*/ 680 h 694"/>
                  <a:gd name="T78" fmla="*/ 193 w 212"/>
                  <a:gd name="T79" fmla="*/ 663 h 694"/>
                  <a:gd name="T80" fmla="*/ 206 w 212"/>
                  <a:gd name="T81" fmla="*/ 641 h 694"/>
                  <a:gd name="T82" fmla="*/ 211 w 212"/>
                  <a:gd name="T83" fmla="*/ 613 h 694"/>
                  <a:gd name="T84" fmla="*/ 211 w 212"/>
                  <a:gd name="T85" fmla="*/ 56 h 694"/>
                  <a:gd name="T86" fmla="*/ 206 w 212"/>
                  <a:gd name="T87" fmla="*/ 41 h 694"/>
                  <a:gd name="T88" fmla="*/ 177 w 212"/>
                  <a:gd name="T89" fmla="*/ 13 h 694"/>
                  <a:gd name="T90" fmla="*/ 151 w 212"/>
                  <a:gd name="T91" fmla="*/ 2 h 694"/>
                  <a:gd name="T92" fmla="*/ 137 w 212"/>
                  <a:gd name="T93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12" h="694">
                    <a:moveTo>
                      <a:pt x="137" y="663"/>
                    </a:moveTo>
                    <a:lnTo>
                      <a:pt x="128" y="662"/>
                    </a:lnTo>
                    <a:lnTo>
                      <a:pt x="120" y="659"/>
                    </a:lnTo>
                    <a:lnTo>
                      <a:pt x="112" y="655"/>
                    </a:lnTo>
                    <a:lnTo>
                      <a:pt x="105" y="650"/>
                    </a:lnTo>
                    <a:lnTo>
                      <a:pt x="99" y="643"/>
                    </a:lnTo>
                    <a:lnTo>
                      <a:pt x="95" y="636"/>
                    </a:lnTo>
                    <a:lnTo>
                      <a:pt x="92" y="627"/>
                    </a:lnTo>
                    <a:lnTo>
                      <a:pt x="92" y="618"/>
                    </a:lnTo>
                    <a:lnTo>
                      <a:pt x="92" y="603"/>
                    </a:lnTo>
                    <a:lnTo>
                      <a:pt x="182" y="603"/>
                    </a:lnTo>
                    <a:lnTo>
                      <a:pt x="181" y="616"/>
                    </a:lnTo>
                    <a:lnTo>
                      <a:pt x="178" y="628"/>
                    </a:lnTo>
                    <a:lnTo>
                      <a:pt x="173" y="639"/>
                    </a:lnTo>
                    <a:lnTo>
                      <a:pt x="167" y="647"/>
                    </a:lnTo>
                    <a:lnTo>
                      <a:pt x="161" y="654"/>
                    </a:lnTo>
                    <a:lnTo>
                      <a:pt x="153" y="659"/>
                    </a:lnTo>
                    <a:lnTo>
                      <a:pt x="144" y="662"/>
                    </a:lnTo>
                    <a:lnTo>
                      <a:pt x="137" y="663"/>
                    </a:lnTo>
                    <a:close/>
                    <a:moveTo>
                      <a:pt x="137" y="30"/>
                    </a:moveTo>
                    <a:lnTo>
                      <a:pt x="145" y="31"/>
                    </a:lnTo>
                    <a:lnTo>
                      <a:pt x="153" y="34"/>
                    </a:lnTo>
                    <a:lnTo>
                      <a:pt x="161" y="38"/>
                    </a:lnTo>
                    <a:lnTo>
                      <a:pt x="168" y="43"/>
                    </a:lnTo>
                    <a:lnTo>
                      <a:pt x="173" y="47"/>
                    </a:lnTo>
                    <a:lnTo>
                      <a:pt x="178" y="53"/>
                    </a:lnTo>
                    <a:lnTo>
                      <a:pt x="181" y="57"/>
                    </a:lnTo>
                    <a:lnTo>
                      <a:pt x="182" y="60"/>
                    </a:lnTo>
                    <a:lnTo>
                      <a:pt x="182" y="331"/>
                    </a:lnTo>
                    <a:lnTo>
                      <a:pt x="92" y="331"/>
                    </a:lnTo>
                    <a:lnTo>
                      <a:pt x="92" y="60"/>
                    </a:lnTo>
                    <a:lnTo>
                      <a:pt x="93" y="57"/>
                    </a:lnTo>
                    <a:lnTo>
                      <a:pt x="95" y="53"/>
                    </a:lnTo>
                    <a:lnTo>
                      <a:pt x="99" y="48"/>
                    </a:lnTo>
                    <a:lnTo>
                      <a:pt x="106" y="43"/>
                    </a:lnTo>
                    <a:lnTo>
                      <a:pt x="112" y="38"/>
                    </a:lnTo>
                    <a:lnTo>
                      <a:pt x="120" y="34"/>
                    </a:lnTo>
                    <a:lnTo>
                      <a:pt x="127" y="31"/>
                    </a:lnTo>
                    <a:lnTo>
                      <a:pt x="137" y="30"/>
                    </a:lnTo>
                    <a:lnTo>
                      <a:pt x="137" y="30"/>
                    </a:lnTo>
                    <a:close/>
                    <a:moveTo>
                      <a:pt x="92" y="362"/>
                    </a:moveTo>
                    <a:lnTo>
                      <a:pt x="182" y="362"/>
                    </a:lnTo>
                    <a:lnTo>
                      <a:pt x="182" y="573"/>
                    </a:lnTo>
                    <a:lnTo>
                      <a:pt x="92" y="573"/>
                    </a:lnTo>
                    <a:lnTo>
                      <a:pt x="92" y="362"/>
                    </a:lnTo>
                    <a:close/>
                    <a:moveTo>
                      <a:pt x="137" y="0"/>
                    </a:moveTo>
                    <a:lnTo>
                      <a:pt x="125" y="1"/>
                    </a:lnTo>
                    <a:lnTo>
                      <a:pt x="113" y="4"/>
                    </a:lnTo>
                    <a:lnTo>
                      <a:pt x="102" y="9"/>
                    </a:lnTo>
                    <a:lnTo>
                      <a:pt x="93" y="15"/>
                    </a:lnTo>
                    <a:lnTo>
                      <a:pt x="84" y="22"/>
                    </a:lnTo>
                    <a:lnTo>
                      <a:pt x="76" y="29"/>
                    </a:lnTo>
                    <a:lnTo>
                      <a:pt x="69" y="38"/>
                    </a:lnTo>
                    <a:lnTo>
                      <a:pt x="65" y="46"/>
                    </a:lnTo>
                    <a:lnTo>
                      <a:pt x="53" y="48"/>
                    </a:lnTo>
                    <a:lnTo>
                      <a:pt x="41" y="53"/>
                    </a:lnTo>
                    <a:lnTo>
                      <a:pt x="36" y="55"/>
                    </a:lnTo>
                    <a:lnTo>
                      <a:pt x="30" y="58"/>
                    </a:lnTo>
                    <a:lnTo>
                      <a:pt x="25" y="62"/>
                    </a:lnTo>
                    <a:lnTo>
                      <a:pt x="21" y="67"/>
                    </a:lnTo>
                    <a:lnTo>
                      <a:pt x="16" y="71"/>
                    </a:lnTo>
                    <a:lnTo>
                      <a:pt x="12" y="76"/>
                    </a:lnTo>
                    <a:lnTo>
                      <a:pt x="9" y="82"/>
                    </a:lnTo>
                    <a:lnTo>
                      <a:pt x="6" y="88"/>
                    </a:lnTo>
                    <a:lnTo>
                      <a:pt x="3" y="96"/>
                    </a:lnTo>
                    <a:lnTo>
                      <a:pt x="2" y="103"/>
                    </a:lnTo>
                    <a:lnTo>
                      <a:pt x="1" y="112"/>
                    </a:lnTo>
                    <a:lnTo>
                      <a:pt x="0" y="120"/>
                    </a:lnTo>
                    <a:lnTo>
                      <a:pt x="0" y="394"/>
                    </a:lnTo>
                    <a:lnTo>
                      <a:pt x="1" y="397"/>
                    </a:lnTo>
                    <a:lnTo>
                      <a:pt x="2" y="399"/>
                    </a:lnTo>
                    <a:lnTo>
                      <a:pt x="3" y="402"/>
                    </a:lnTo>
                    <a:lnTo>
                      <a:pt x="6" y="404"/>
                    </a:lnTo>
                    <a:lnTo>
                      <a:pt x="8" y="406"/>
                    </a:lnTo>
                    <a:lnTo>
                      <a:pt x="10" y="408"/>
                    </a:lnTo>
                    <a:lnTo>
                      <a:pt x="13" y="409"/>
                    </a:lnTo>
                    <a:lnTo>
                      <a:pt x="15" y="409"/>
                    </a:lnTo>
                    <a:lnTo>
                      <a:pt x="19" y="409"/>
                    </a:lnTo>
                    <a:lnTo>
                      <a:pt x="22" y="408"/>
                    </a:lnTo>
                    <a:lnTo>
                      <a:pt x="24" y="406"/>
                    </a:lnTo>
                    <a:lnTo>
                      <a:pt x="26" y="404"/>
                    </a:lnTo>
                    <a:lnTo>
                      <a:pt x="28" y="402"/>
                    </a:lnTo>
                    <a:lnTo>
                      <a:pt x="29" y="399"/>
                    </a:lnTo>
                    <a:lnTo>
                      <a:pt x="30" y="397"/>
                    </a:lnTo>
                    <a:lnTo>
                      <a:pt x="30" y="394"/>
                    </a:lnTo>
                    <a:lnTo>
                      <a:pt x="30" y="120"/>
                    </a:lnTo>
                    <a:lnTo>
                      <a:pt x="31" y="111"/>
                    </a:lnTo>
                    <a:lnTo>
                      <a:pt x="34" y="102"/>
                    </a:lnTo>
                    <a:lnTo>
                      <a:pt x="36" y="96"/>
                    </a:lnTo>
                    <a:lnTo>
                      <a:pt x="40" y="89"/>
                    </a:lnTo>
                    <a:lnTo>
                      <a:pt x="44" y="85"/>
                    </a:lnTo>
                    <a:lnTo>
                      <a:pt x="50" y="82"/>
                    </a:lnTo>
                    <a:lnTo>
                      <a:pt x="55" y="79"/>
                    </a:lnTo>
                    <a:lnTo>
                      <a:pt x="62" y="77"/>
                    </a:lnTo>
                    <a:lnTo>
                      <a:pt x="62" y="618"/>
                    </a:lnTo>
                    <a:lnTo>
                      <a:pt x="62" y="626"/>
                    </a:lnTo>
                    <a:lnTo>
                      <a:pt x="63" y="633"/>
                    </a:lnTo>
                    <a:lnTo>
                      <a:pt x="65" y="640"/>
                    </a:lnTo>
                    <a:lnTo>
                      <a:pt x="67" y="647"/>
                    </a:lnTo>
                    <a:lnTo>
                      <a:pt x="70" y="654"/>
                    </a:lnTo>
                    <a:lnTo>
                      <a:pt x="74" y="660"/>
                    </a:lnTo>
                    <a:lnTo>
                      <a:pt x="79" y="666"/>
                    </a:lnTo>
                    <a:lnTo>
                      <a:pt x="84" y="671"/>
                    </a:lnTo>
                    <a:lnTo>
                      <a:pt x="90" y="676"/>
                    </a:lnTo>
                    <a:lnTo>
                      <a:pt x="95" y="681"/>
                    </a:lnTo>
                    <a:lnTo>
                      <a:pt x="101" y="684"/>
                    </a:lnTo>
                    <a:lnTo>
                      <a:pt x="108" y="687"/>
                    </a:lnTo>
                    <a:lnTo>
                      <a:pt x="114" y="690"/>
                    </a:lnTo>
                    <a:lnTo>
                      <a:pt x="122" y="693"/>
                    </a:lnTo>
                    <a:lnTo>
                      <a:pt x="129" y="694"/>
                    </a:lnTo>
                    <a:lnTo>
                      <a:pt x="137" y="694"/>
                    </a:lnTo>
                    <a:lnTo>
                      <a:pt x="143" y="694"/>
                    </a:lnTo>
                    <a:lnTo>
                      <a:pt x="150" y="693"/>
                    </a:lnTo>
                    <a:lnTo>
                      <a:pt x="157" y="690"/>
                    </a:lnTo>
                    <a:lnTo>
                      <a:pt x="164" y="687"/>
                    </a:lnTo>
                    <a:lnTo>
                      <a:pt x="170" y="684"/>
                    </a:lnTo>
                    <a:lnTo>
                      <a:pt x="177" y="680"/>
                    </a:lnTo>
                    <a:lnTo>
                      <a:pt x="182" y="675"/>
                    </a:lnTo>
                    <a:lnTo>
                      <a:pt x="187" y="669"/>
                    </a:lnTo>
                    <a:lnTo>
                      <a:pt x="193" y="663"/>
                    </a:lnTo>
                    <a:lnTo>
                      <a:pt x="197" y="656"/>
                    </a:lnTo>
                    <a:lnTo>
                      <a:pt x="201" y="648"/>
                    </a:lnTo>
                    <a:lnTo>
                      <a:pt x="206" y="641"/>
                    </a:lnTo>
                    <a:lnTo>
                      <a:pt x="208" y="632"/>
                    </a:lnTo>
                    <a:lnTo>
                      <a:pt x="210" y="623"/>
                    </a:lnTo>
                    <a:lnTo>
                      <a:pt x="211" y="613"/>
                    </a:lnTo>
                    <a:lnTo>
                      <a:pt x="212" y="603"/>
                    </a:lnTo>
                    <a:lnTo>
                      <a:pt x="212" y="60"/>
                    </a:lnTo>
                    <a:lnTo>
                      <a:pt x="211" y="56"/>
                    </a:lnTo>
                    <a:lnTo>
                      <a:pt x="210" y="51"/>
                    </a:lnTo>
                    <a:lnTo>
                      <a:pt x="208" y="45"/>
                    </a:lnTo>
                    <a:lnTo>
                      <a:pt x="206" y="41"/>
                    </a:lnTo>
                    <a:lnTo>
                      <a:pt x="198" y="30"/>
                    </a:lnTo>
                    <a:lnTo>
                      <a:pt x="188" y="20"/>
                    </a:lnTo>
                    <a:lnTo>
                      <a:pt x="177" y="13"/>
                    </a:lnTo>
                    <a:lnTo>
                      <a:pt x="164" y="6"/>
                    </a:lnTo>
                    <a:lnTo>
                      <a:pt x="157" y="3"/>
                    </a:lnTo>
                    <a:lnTo>
                      <a:pt x="151" y="2"/>
                    </a:lnTo>
                    <a:lnTo>
                      <a:pt x="143" y="1"/>
                    </a:lnTo>
                    <a:lnTo>
                      <a:pt x="137" y="0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72DA99A-0288-0D51-28EB-4E294B4774B6}"/>
                </a:ext>
              </a:extLst>
            </p:cNvPr>
            <p:cNvGrpSpPr/>
            <p:nvPr/>
          </p:nvGrpSpPr>
          <p:grpSpPr>
            <a:xfrm>
              <a:off x="3903194" y="4320583"/>
              <a:ext cx="518230" cy="518230"/>
              <a:chOff x="4325938" y="5057775"/>
              <a:chExt cx="285750" cy="285750"/>
            </a:xfrm>
            <a:solidFill>
              <a:schemeClr val="accent1"/>
            </a:solidFill>
          </p:grpSpPr>
          <p:sp>
            <p:nvSpPr>
              <p:cNvPr id="60" name="Freeform 496">
                <a:extLst>
                  <a:ext uri="{FF2B5EF4-FFF2-40B4-BE49-F238E27FC236}">
                    <a16:creationId xmlns:a16="http://schemas.microsoft.com/office/drawing/2014/main" id="{007A129F-0934-BBC3-A1F6-8ED7F798BA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5938" y="5057775"/>
                <a:ext cx="285750" cy="285750"/>
              </a:xfrm>
              <a:custGeom>
                <a:avLst/>
                <a:gdLst>
                  <a:gd name="T0" fmla="*/ 870 w 900"/>
                  <a:gd name="T1" fmla="*/ 870 h 900"/>
                  <a:gd name="T2" fmla="*/ 30 w 900"/>
                  <a:gd name="T3" fmla="*/ 870 h 900"/>
                  <a:gd name="T4" fmla="*/ 30 w 900"/>
                  <a:gd name="T5" fmla="*/ 30 h 900"/>
                  <a:gd name="T6" fmla="*/ 870 w 900"/>
                  <a:gd name="T7" fmla="*/ 30 h 900"/>
                  <a:gd name="T8" fmla="*/ 870 w 900"/>
                  <a:gd name="T9" fmla="*/ 870 h 900"/>
                  <a:gd name="T10" fmla="*/ 885 w 900"/>
                  <a:gd name="T11" fmla="*/ 0 h 900"/>
                  <a:gd name="T12" fmla="*/ 15 w 900"/>
                  <a:gd name="T13" fmla="*/ 0 h 900"/>
                  <a:gd name="T14" fmla="*/ 12 w 900"/>
                  <a:gd name="T15" fmla="*/ 0 h 900"/>
                  <a:gd name="T16" fmla="*/ 10 w 900"/>
                  <a:gd name="T17" fmla="*/ 1 h 900"/>
                  <a:gd name="T18" fmla="*/ 6 w 900"/>
                  <a:gd name="T19" fmla="*/ 3 h 900"/>
                  <a:gd name="T20" fmla="*/ 4 w 900"/>
                  <a:gd name="T21" fmla="*/ 4 h 900"/>
                  <a:gd name="T22" fmla="*/ 2 w 900"/>
                  <a:gd name="T23" fmla="*/ 7 h 900"/>
                  <a:gd name="T24" fmla="*/ 1 w 900"/>
                  <a:gd name="T25" fmla="*/ 10 h 900"/>
                  <a:gd name="T26" fmla="*/ 0 w 900"/>
                  <a:gd name="T27" fmla="*/ 12 h 900"/>
                  <a:gd name="T28" fmla="*/ 0 w 900"/>
                  <a:gd name="T29" fmla="*/ 15 h 900"/>
                  <a:gd name="T30" fmla="*/ 0 w 900"/>
                  <a:gd name="T31" fmla="*/ 885 h 900"/>
                  <a:gd name="T32" fmla="*/ 0 w 900"/>
                  <a:gd name="T33" fmla="*/ 888 h 900"/>
                  <a:gd name="T34" fmla="*/ 1 w 900"/>
                  <a:gd name="T35" fmla="*/ 890 h 900"/>
                  <a:gd name="T36" fmla="*/ 3 w 900"/>
                  <a:gd name="T37" fmla="*/ 893 h 900"/>
                  <a:gd name="T38" fmla="*/ 4 w 900"/>
                  <a:gd name="T39" fmla="*/ 895 h 900"/>
                  <a:gd name="T40" fmla="*/ 6 w 900"/>
                  <a:gd name="T41" fmla="*/ 897 h 900"/>
                  <a:gd name="T42" fmla="*/ 10 w 900"/>
                  <a:gd name="T43" fmla="*/ 899 h 900"/>
                  <a:gd name="T44" fmla="*/ 12 w 900"/>
                  <a:gd name="T45" fmla="*/ 899 h 900"/>
                  <a:gd name="T46" fmla="*/ 15 w 900"/>
                  <a:gd name="T47" fmla="*/ 900 h 900"/>
                  <a:gd name="T48" fmla="*/ 885 w 900"/>
                  <a:gd name="T49" fmla="*/ 900 h 900"/>
                  <a:gd name="T50" fmla="*/ 888 w 900"/>
                  <a:gd name="T51" fmla="*/ 899 h 900"/>
                  <a:gd name="T52" fmla="*/ 890 w 900"/>
                  <a:gd name="T53" fmla="*/ 899 h 900"/>
                  <a:gd name="T54" fmla="*/ 893 w 900"/>
                  <a:gd name="T55" fmla="*/ 897 h 900"/>
                  <a:gd name="T56" fmla="*/ 895 w 900"/>
                  <a:gd name="T57" fmla="*/ 895 h 900"/>
                  <a:gd name="T58" fmla="*/ 897 w 900"/>
                  <a:gd name="T59" fmla="*/ 893 h 900"/>
                  <a:gd name="T60" fmla="*/ 899 w 900"/>
                  <a:gd name="T61" fmla="*/ 890 h 900"/>
                  <a:gd name="T62" fmla="*/ 899 w 900"/>
                  <a:gd name="T63" fmla="*/ 888 h 900"/>
                  <a:gd name="T64" fmla="*/ 900 w 900"/>
                  <a:gd name="T65" fmla="*/ 885 h 900"/>
                  <a:gd name="T66" fmla="*/ 900 w 900"/>
                  <a:gd name="T67" fmla="*/ 15 h 900"/>
                  <a:gd name="T68" fmla="*/ 899 w 900"/>
                  <a:gd name="T69" fmla="*/ 12 h 900"/>
                  <a:gd name="T70" fmla="*/ 899 w 900"/>
                  <a:gd name="T71" fmla="*/ 10 h 900"/>
                  <a:gd name="T72" fmla="*/ 897 w 900"/>
                  <a:gd name="T73" fmla="*/ 7 h 900"/>
                  <a:gd name="T74" fmla="*/ 895 w 900"/>
                  <a:gd name="T75" fmla="*/ 4 h 900"/>
                  <a:gd name="T76" fmla="*/ 892 w 900"/>
                  <a:gd name="T77" fmla="*/ 3 h 900"/>
                  <a:gd name="T78" fmla="*/ 890 w 900"/>
                  <a:gd name="T79" fmla="*/ 1 h 900"/>
                  <a:gd name="T80" fmla="*/ 887 w 900"/>
                  <a:gd name="T81" fmla="*/ 0 h 900"/>
                  <a:gd name="T82" fmla="*/ 885 w 900"/>
                  <a:gd name="T83" fmla="*/ 0 h 900"/>
                  <a:gd name="T84" fmla="*/ 885 w 900"/>
                  <a:gd name="T85" fmla="*/ 0 h 9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00" h="900">
                    <a:moveTo>
                      <a:pt x="870" y="870"/>
                    </a:moveTo>
                    <a:lnTo>
                      <a:pt x="30" y="870"/>
                    </a:lnTo>
                    <a:lnTo>
                      <a:pt x="30" y="30"/>
                    </a:lnTo>
                    <a:lnTo>
                      <a:pt x="870" y="30"/>
                    </a:lnTo>
                    <a:lnTo>
                      <a:pt x="870" y="870"/>
                    </a:lnTo>
                    <a:close/>
                    <a:moveTo>
                      <a:pt x="88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885"/>
                    </a:lnTo>
                    <a:lnTo>
                      <a:pt x="0" y="888"/>
                    </a:lnTo>
                    <a:lnTo>
                      <a:pt x="1" y="890"/>
                    </a:lnTo>
                    <a:lnTo>
                      <a:pt x="3" y="893"/>
                    </a:lnTo>
                    <a:lnTo>
                      <a:pt x="4" y="895"/>
                    </a:lnTo>
                    <a:lnTo>
                      <a:pt x="6" y="897"/>
                    </a:lnTo>
                    <a:lnTo>
                      <a:pt x="10" y="899"/>
                    </a:lnTo>
                    <a:lnTo>
                      <a:pt x="12" y="899"/>
                    </a:lnTo>
                    <a:lnTo>
                      <a:pt x="15" y="900"/>
                    </a:lnTo>
                    <a:lnTo>
                      <a:pt x="885" y="900"/>
                    </a:lnTo>
                    <a:lnTo>
                      <a:pt x="888" y="899"/>
                    </a:lnTo>
                    <a:lnTo>
                      <a:pt x="890" y="899"/>
                    </a:lnTo>
                    <a:lnTo>
                      <a:pt x="893" y="897"/>
                    </a:lnTo>
                    <a:lnTo>
                      <a:pt x="895" y="895"/>
                    </a:lnTo>
                    <a:lnTo>
                      <a:pt x="897" y="893"/>
                    </a:lnTo>
                    <a:lnTo>
                      <a:pt x="899" y="890"/>
                    </a:lnTo>
                    <a:lnTo>
                      <a:pt x="899" y="888"/>
                    </a:lnTo>
                    <a:lnTo>
                      <a:pt x="900" y="885"/>
                    </a:lnTo>
                    <a:lnTo>
                      <a:pt x="900" y="15"/>
                    </a:lnTo>
                    <a:lnTo>
                      <a:pt x="899" y="12"/>
                    </a:lnTo>
                    <a:lnTo>
                      <a:pt x="899" y="10"/>
                    </a:lnTo>
                    <a:lnTo>
                      <a:pt x="897" y="7"/>
                    </a:lnTo>
                    <a:lnTo>
                      <a:pt x="895" y="4"/>
                    </a:lnTo>
                    <a:lnTo>
                      <a:pt x="892" y="3"/>
                    </a:lnTo>
                    <a:lnTo>
                      <a:pt x="890" y="1"/>
                    </a:lnTo>
                    <a:lnTo>
                      <a:pt x="887" y="0"/>
                    </a:lnTo>
                    <a:lnTo>
                      <a:pt x="885" y="0"/>
                    </a:lnTo>
                    <a:lnTo>
                      <a:pt x="88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1" name="Freeform 497">
                <a:extLst>
                  <a:ext uri="{FF2B5EF4-FFF2-40B4-BE49-F238E27FC236}">
                    <a16:creationId xmlns:a16="http://schemas.microsoft.com/office/drawing/2014/main" id="{D03F184D-D45A-E238-DF3F-8B2DB20CF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7863" y="5124450"/>
                <a:ext cx="85725" cy="9525"/>
              </a:xfrm>
              <a:custGeom>
                <a:avLst/>
                <a:gdLst>
                  <a:gd name="T0" fmla="*/ 15 w 270"/>
                  <a:gd name="T1" fmla="*/ 30 h 30"/>
                  <a:gd name="T2" fmla="*/ 255 w 270"/>
                  <a:gd name="T3" fmla="*/ 30 h 30"/>
                  <a:gd name="T4" fmla="*/ 258 w 270"/>
                  <a:gd name="T5" fmla="*/ 30 h 30"/>
                  <a:gd name="T6" fmla="*/ 260 w 270"/>
                  <a:gd name="T7" fmla="*/ 29 h 30"/>
                  <a:gd name="T8" fmla="*/ 263 w 270"/>
                  <a:gd name="T9" fmla="*/ 28 h 30"/>
                  <a:gd name="T10" fmla="*/ 265 w 270"/>
                  <a:gd name="T11" fmla="*/ 26 h 30"/>
                  <a:gd name="T12" fmla="*/ 267 w 270"/>
                  <a:gd name="T13" fmla="*/ 24 h 30"/>
                  <a:gd name="T14" fmla="*/ 269 w 270"/>
                  <a:gd name="T15" fmla="*/ 20 h 30"/>
                  <a:gd name="T16" fmla="*/ 269 w 270"/>
                  <a:gd name="T17" fmla="*/ 18 h 30"/>
                  <a:gd name="T18" fmla="*/ 270 w 270"/>
                  <a:gd name="T19" fmla="*/ 15 h 30"/>
                  <a:gd name="T20" fmla="*/ 269 w 270"/>
                  <a:gd name="T21" fmla="*/ 12 h 30"/>
                  <a:gd name="T22" fmla="*/ 269 w 270"/>
                  <a:gd name="T23" fmla="*/ 10 h 30"/>
                  <a:gd name="T24" fmla="*/ 267 w 270"/>
                  <a:gd name="T25" fmla="*/ 6 h 30"/>
                  <a:gd name="T26" fmla="*/ 265 w 270"/>
                  <a:gd name="T27" fmla="*/ 4 h 30"/>
                  <a:gd name="T28" fmla="*/ 263 w 270"/>
                  <a:gd name="T29" fmla="*/ 2 h 30"/>
                  <a:gd name="T30" fmla="*/ 260 w 270"/>
                  <a:gd name="T31" fmla="*/ 1 h 30"/>
                  <a:gd name="T32" fmla="*/ 258 w 270"/>
                  <a:gd name="T33" fmla="*/ 0 h 30"/>
                  <a:gd name="T34" fmla="*/ 255 w 270"/>
                  <a:gd name="T35" fmla="*/ 0 h 30"/>
                  <a:gd name="T36" fmla="*/ 15 w 270"/>
                  <a:gd name="T37" fmla="*/ 0 h 30"/>
                  <a:gd name="T38" fmla="*/ 12 w 270"/>
                  <a:gd name="T39" fmla="*/ 0 h 30"/>
                  <a:gd name="T40" fmla="*/ 8 w 270"/>
                  <a:gd name="T41" fmla="*/ 1 h 30"/>
                  <a:gd name="T42" fmla="*/ 6 w 270"/>
                  <a:gd name="T43" fmla="*/ 2 h 30"/>
                  <a:gd name="T44" fmla="*/ 4 w 270"/>
                  <a:gd name="T45" fmla="*/ 4 h 30"/>
                  <a:gd name="T46" fmla="*/ 2 w 270"/>
                  <a:gd name="T47" fmla="*/ 6 h 30"/>
                  <a:gd name="T48" fmla="*/ 1 w 270"/>
                  <a:gd name="T49" fmla="*/ 10 h 30"/>
                  <a:gd name="T50" fmla="*/ 0 w 270"/>
                  <a:gd name="T51" fmla="*/ 12 h 30"/>
                  <a:gd name="T52" fmla="*/ 0 w 270"/>
                  <a:gd name="T53" fmla="*/ 15 h 30"/>
                  <a:gd name="T54" fmla="*/ 0 w 270"/>
                  <a:gd name="T55" fmla="*/ 18 h 30"/>
                  <a:gd name="T56" fmla="*/ 1 w 270"/>
                  <a:gd name="T57" fmla="*/ 20 h 30"/>
                  <a:gd name="T58" fmla="*/ 2 w 270"/>
                  <a:gd name="T59" fmla="*/ 24 h 30"/>
                  <a:gd name="T60" fmla="*/ 4 w 270"/>
                  <a:gd name="T61" fmla="*/ 26 h 30"/>
                  <a:gd name="T62" fmla="*/ 6 w 270"/>
                  <a:gd name="T63" fmla="*/ 28 h 30"/>
                  <a:gd name="T64" fmla="*/ 8 w 270"/>
                  <a:gd name="T65" fmla="*/ 29 h 30"/>
                  <a:gd name="T66" fmla="*/ 12 w 270"/>
                  <a:gd name="T67" fmla="*/ 30 h 30"/>
                  <a:gd name="T68" fmla="*/ 15 w 27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70" h="30">
                    <a:moveTo>
                      <a:pt x="15" y="30"/>
                    </a:moveTo>
                    <a:lnTo>
                      <a:pt x="255" y="30"/>
                    </a:lnTo>
                    <a:lnTo>
                      <a:pt x="258" y="30"/>
                    </a:lnTo>
                    <a:lnTo>
                      <a:pt x="260" y="29"/>
                    </a:lnTo>
                    <a:lnTo>
                      <a:pt x="263" y="28"/>
                    </a:lnTo>
                    <a:lnTo>
                      <a:pt x="265" y="26"/>
                    </a:lnTo>
                    <a:lnTo>
                      <a:pt x="267" y="24"/>
                    </a:lnTo>
                    <a:lnTo>
                      <a:pt x="269" y="20"/>
                    </a:lnTo>
                    <a:lnTo>
                      <a:pt x="269" y="18"/>
                    </a:lnTo>
                    <a:lnTo>
                      <a:pt x="270" y="15"/>
                    </a:lnTo>
                    <a:lnTo>
                      <a:pt x="269" y="12"/>
                    </a:lnTo>
                    <a:lnTo>
                      <a:pt x="269" y="10"/>
                    </a:lnTo>
                    <a:lnTo>
                      <a:pt x="267" y="6"/>
                    </a:lnTo>
                    <a:lnTo>
                      <a:pt x="265" y="4"/>
                    </a:lnTo>
                    <a:lnTo>
                      <a:pt x="263" y="2"/>
                    </a:lnTo>
                    <a:lnTo>
                      <a:pt x="260" y="1"/>
                    </a:lnTo>
                    <a:lnTo>
                      <a:pt x="258" y="0"/>
                    </a:lnTo>
                    <a:lnTo>
                      <a:pt x="25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2" name="Freeform 498">
                <a:extLst>
                  <a:ext uri="{FF2B5EF4-FFF2-40B4-BE49-F238E27FC236}">
                    <a16:creationId xmlns:a16="http://schemas.microsoft.com/office/drawing/2014/main" id="{90AEBA44-60AB-EFBC-1EFA-DE4E9F6A5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1625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8 h 30"/>
                  <a:gd name="T10" fmla="*/ 385 w 390"/>
                  <a:gd name="T11" fmla="*/ 26 h 30"/>
                  <a:gd name="T12" fmla="*/ 387 w 390"/>
                  <a:gd name="T13" fmla="*/ 24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10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10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4 h 30"/>
                  <a:gd name="T60" fmla="*/ 4 w 390"/>
                  <a:gd name="T61" fmla="*/ 26 h 30"/>
                  <a:gd name="T62" fmla="*/ 6 w 390"/>
                  <a:gd name="T63" fmla="*/ 28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8"/>
                    </a:lnTo>
                    <a:lnTo>
                      <a:pt x="385" y="26"/>
                    </a:lnTo>
                    <a:lnTo>
                      <a:pt x="387" y="24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10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3" name="Freeform 499">
                <a:extLst>
                  <a:ext uri="{FF2B5EF4-FFF2-40B4-BE49-F238E27FC236}">
                    <a16:creationId xmlns:a16="http://schemas.microsoft.com/office/drawing/2014/main" id="{FE3674D4-7576-E2F1-D7D3-F8F5F6F7F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006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8 h 30"/>
                  <a:gd name="T10" fmla="*/ 385 w 390"/>
                  <a:gd name="T11" fmla="*/ 26 h 30"/>
                  <a:gd name="T12" fmla="*/ 387 w 390"/>
                  <a:gd name="T13" fmla="*/ 23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10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10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3 h 30"/>
                  <a:gd name="T60" fmla="*/ 4 w 390"/>
                  <a:gd name="T61" fmla="*/ 26 h 30"/>
                  <a:gd name="T62" fmla="*/ 6 w 390"/>
                  <a:gd name="T63" fmla="*/ 28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  <a:gd name="T70" fmla="*/ 15 w 3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8"/>
                    </a:lnTo>
                    <a:lnTo>
                      <a:pt x="385" y="26"/>
                    </a:lnTo>
                    <a:lnTo>
                      <a:pt x="387" y="23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10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4" name="Freeform 500">
                <a:extLst>
                  <a:ext uri="{FF2B5EF4-FFF2-40B4-BE49-F238E27FC236}">
                    <a16:creationId xmlns:a16="http://schemas.microsoft.com/office/drawing/2014/main" id="{7B01F354-FE69-00D9-AA7D-303EA1712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387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7 h 30"/>
                  <a:gd name="T10" fmla="*/ 385 w 390"/>
                  <a:gd name="T11" fmla="*/ 26 h 30"/>
                  <a:gd name="T12" fmla="*/ 387 w 390"/>
                  <a:gd name="T13" fmla="*/ 23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8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8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3 h 30"/>
                  <a:gd name="T60" fmla="*/ 4 w 390"/>
                  <a:gd name="T61" fmla="*/ 26 h 30"/>
                  <a:gd name="T62" fmla="*/ 6 w 390"/>
                  <a:gd name="T63" fmla="*/ 27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  <a:gd name="T70" fmla="*/ 15 w 3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7"/>
                    </a:lnTo>
                    <a:lnTo>
                      <a:pt x="385" y="26"/>
                    </a:lnTo>
                    <a:lnTo>
                      <a:pt x="387" y="23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8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5" name="Freeform 501">
                <a:extLst>
                  <a:ext uri="{FF2B5EF4-FFF2-40B4-BE49-F238E27FC236}">
                    <a16:creationId xmlns:a16="http://schemas.microsoft.com/office/drawing/2014/main" id="{4899B211-94C5-2DA8-6A3D-8C59C60E5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76850"/>
                <a:ext cx="85725" cy="9525"/>
              </a:xfrm>
              <a:custGeom>
                <a:avLst/>
                <a:gdLst>
                  <a:gd name="T0" fmla="*/ 15 w 270"/>
                  <a:gd name="T1" fmla="*/ 30 h 30"/>
                  <a:gd name="T2" fmla="*/ 255 w 270"/>
                  <a:gd name="T3" fmla="*/ 30 h 30"/>
                  <a:gd name="T4" fmla="*/ 258 w 270"/>
                  <a:gd name="T5" fmla="*/ 30 h 30"/>
                  <a:gd name="T6" fmla="*/ 260 w 270"/>
                  <a:gd name="T7" fmla="*/ 29 h 30"/>
                  <a:gd name="T8" fmla="*/ 263 w 270"/>
                  <a:gd name="T9" fmla="*/ 27 h 30"/>
                  <a:gd name="T10" fmla="*/ 265 w 270"/>
                  <a:gd name="T11" fmla="*/ 26 h 30"/>
                  <a:gd name="T12" fmla="*/ 267 w 270"/>
                  <a:gd name="T13" fmla="*/ 23 h 30"/>
                  <a:gd name="T14" fmla="*/ 269 w 270"/>
                  <a:gd name="T15" fmla="*/ 20 h 30"/>
                  <a:gd name="T16" fmla="*/ 269 w 270"/>
                  <a:gd name="T17" fmla="*/ 18 h 30"/>
                  <a:gd name="T18" fmla="*/ 270 w 270"/>
                  <a:gd name="T19" fmla="*/ 15 h 30"/>
                  <a:gd name="T20" fmla="*/ 269 w 270"/>
                  <a:gd name="T21" fmla="*/ 12 h 30"/>
                  <a:gd name="T22" fmla="*/ 269 w 270"/>
                  <a:gd name="T23" fmla="*/ 8 h 30"/>
                  <a:gd name="T24" fmla="*/ 267 w 270"/>
                  <a:gd name="T25" fmla="*/ 6 h 30"/>
                  <a:gd name="T26" fmla="*/ 265 w 270"/>
                  <a:gd name="T27" fmla="*/ 4 h 30"/>
                  <a:gd name="T28" fmla="*/ 263 w 270"/>
                  <a:gd name="T29" fmla="*/ 2 h 30"/>
                  <a:gd name="T30" fmla="*/ 260 w 270"/>
                  <a:gd name="T31" fmla="*/ 1 h 30"/>
                  <a:gd name="T32" fmla="*/ 258 w 270"/>
                  <a:gd name="T33" fmla="*/ 0 h 30"/>
                  <a:gd name="T34" fmla="*/ 255 w 270"/>
                  <a:gd name="T35" fmla="*/ 0 h 30"/>
                  <a:gd name="T36" fmla="*/ 15 w 270"/>
                  <a:gd name="T37" fmla="*/ 0 h 30"/>
                  <a:gd name="T38" fmla="*/ 12 w 270"/>
                  <a:gd name="T39" fmla="*/ 0 h 30"/>
                  <a:gd name="T40" fmla="*/ 8 w 270"/>
                  <a:gd name="T41" fmla="*/ 1 h 30"/>
                  <a:gd name="T42" fmla="*/ 6 w 270"/>
                  <a:gd name="T43" fmla="*/ 2 h 30"/>
                  <a:gd name="T44" fmla="*/ 4 w 270"/>
                  <a:gd name="T45" fmla="*/ 4 h 30"/>
                  <a:gd name="T46" fmla="*/ 2 w 270"/>
                  <a:gd name="T47" fmla="*/ 6 h 30"/>
                  <a:gd name="T48" fmla="*/ 1 w 270"/>
                  <a:gd name="T49" fmla="*/ 8 h 30"/>
                  <a:gd name="T50" fmla="*/ 0 w 270"/>
                  <a:gd name="T51" fmla="*/ 12 h 30"/>
                  <a:gd name="T52" fmla="*/ 0 w 270"/>
                  <a:gd name="T53" fmla="*/ 15 h 30"/>
                  <a:gd name="T54" fmla="*/ 0 w 270"/>
                  <a:gd name="T55" fmla="*/ 18 h 30"/>
                  <a:gd name="T56" fmla="*/ 1 w 270"/>
                  <a:gd name="T57" fmla="*/ 20 h 30"/>
                  <a:gd name="T58" fmla="*/ 2 w 270"/>
                  <a:gd name="T59" fmla="*/ 23 h 30"/>
                  <a:gd name="T60" fmla="*/ 4 w 270"/>
                  <a:gd name="T61" fmla="*/ 26 h 30"/>
                  <a:gd name="T62" fmla="*/ 6 w 270"/>
                  <a:gd name="T63" fmla="*/ 27 h 30"/>
                  <a:gd name="T64" fmla="*/ 8 w 270"/>
                  <a:gd name="T65" fmla="*/ 29 h 30"/>
                  <a:gd name="T66" fmla="*/ 12 w 270"/>
                  <a:gd name="T67" fmla="*/ 30 h 30"/>
                  <a:gd name="T68" fmla="*/ 15 w 27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70" h="30">
                    <a:moveTo>
                      <a:pt x="15" y="30"/>
                    </a:moveTo>
                    <a:lnTo>
                      <a:pt x="255" y="30"/>
                    </a:lnTo>
                    <a:lnTo>
                      <a:pt x="258" y="30"/>
                    </a:lnTo>
                    <a:lnTo>
                      <a:pt x="260" y="29"/>
                    </a:lnTo>
                    <a:lnTo>
                      <a:pt x="263" y="27"/>
                    </a:lnTo>
                    <a:lnTo>
                      <a:pt x="265" y="26"/>
                    </a:lnTo>
                    <a:lnTo>
                      <a:pt x="267" y="23"/>
                    </a:lnTo>
                    <a:lnTo>
                      <a:pt x="269" y="20"/>
                    </a:lnTo>
                    <a:lnTo>
                      <a:pt x="269" y="18"/>
                    </a:lnTo>
                    <a:lnTo>
                      <a:pt x="270" y="15"/>
                    </a:lnTo>
                    <a:lnTo>
                      <a:pt x="269" y="12"/>
                    </a:lnTo>
                    <a:lnTo>
                      <a:pt x="269" y="8"/>
                    </a:lnTo>
                    <a:lnTo>
                      <a:pt x="267" y="6"/>
                    </a:lnTo>
                    <a:lnTo>
                      <a:pt x="265" y="4"/>
                    </a:lnTo>
                    <a:lnTo>
                      <a:pt x="263" y="2"/>
                    </a:lnTo>
                    <a:lnTo>
                      <a:pt x="260" y="1"/>
                    </a:lnTo>
                    <a:lnTo>
                      <a:pt x="258" y="0"/>
                    </a:lnTo>
                    <a:lnTo>
                      <a:pt x="25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6" name="Freeform 502">
                <a:extLst>
                  <a:ext uri="{FF2B5EF4-FFF2-40B4-BE49-F238E27FC236}">
                    <a16:creationId xmlns:a16="http://schemas.microsoft.com/office/drawing/2014/main" id="{08907FB0-F279-C4E1-E52D-2C13A366F3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0958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8 h 180"/>
                  <a:gd name="T20" fmla="*/ 176 w 180"/>
                  <a:gd name="T21" fmla="*/ 176 h 180"/>
                  <a:gd name="T22" fmla="*/ 178 w 180"/>
                  <a:gd name="T23" fmla="*/ 174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10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3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10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4 h 180"/>
                  <a:gd name="T74" fmla="*/ 4 w 180"/>
                  <a:gd name="T75" fmla="*/ 176 h 180"/>
                  <a:gd name="T76" fmla="*/ 6 w 180"/>
                  <a:gd name="T77" fmla="*/ 178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8"/>
                    </a:lnTo>
                    <a:lnTo>
                      <a:pt x="176" y="176"/>
                    </a:lnTo>
                    <a:lnTo>
                      <a:pt x="178" y="174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3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4"/>
                    </a:lnTo>
                    <a:lnTo>
                      <a:pt x="4" y="176"/>
                    </a:lnTo>
                    <a:lnTo>
                      <a:pt x="6" y="178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7" name="Freeform 503">
                <a:extLst>
                  <a:ext uri="{FF2B5EF4-FFF2-40B4-BE49-F238E27FC236}">
                    <a16:creationId xmlns:a16="http://schemas.microsoft.com/office/drawing/2014/main" id="{DD29785B-AAB1-EC66-DB46-20EA335229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1720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7 h 180"/>
                  <a:gd name="T20" fmla="*/ 176 w 180"/>
                  <a:gd name="T21" fmla="*/ 176 h 180"/>
                  <a:gd name="T22" fmla="*/ 178 w 180"/>
                  <a:gd name="T23" fmla="*/ 173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10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2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10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3 h 180"/>
                  <a:gd name="T74" fmla="*/ 4 w 180"/>
                  <a:gd name="T75" fmla="*/ 176 h 180"/>
                  <a:gd name="T76" fmla="*/ 6 w 180"/>
                  <a:gd name="T77" fmla="*/ 178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  <a:gd name="T84" fmla="*/ 15 w 180"/>
                  <a:gd name="T85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7"/>
                    </a:lnTo>
                    <a:lnTo>
                      <a:pt x="176" y="176"/>
                    </a:lnTo>
                    <a:lnTo>
                      <a:pt x="178" y="173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2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3"/>
                    </a:lnTo>
                    <a:lnTo>
                      <a:pt x="4" y="176"/>
                    </a:lnTo>
                    <a:lnTo>
                      <a:pt x="6" y="178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8" name="Freeform 504">
                <a:extLst>
                  <a:ext uri="{FF2B5EF4-FFF2-40B4-BE49-F238E27FC236}">
                    <a16:creationId xmlns:a16="http://schemas.microsoft.com/office/drawing/2014/main" id="{F09E62F6-3D81-392B-D357-4FCB0A8E30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2482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7 h 180"/>
                  <a:gd name="T20" fmla="*/ 176 w 180"/>
                  <a:gd name="T21" fmla="*/ 176 h 180"/>
                  <a:gd name="T22" fmla="*/ 178 w 180"/>
                  <a:gd name="T23" fmla="*/ 173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8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2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8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3 h 180"/>
                  <a:gd name="T74" fmla="*/ 4 w 180"/>
                  <a:gd name="T75" fmla="*/ 176 h 180"/>
                  <a:gd name="T76" fmla="*/ 6 w 180"/>
                  <a:gd name="T77" fmla="*/ 177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7"/>
                    </a:lnTo>
                    <a:lnTo>
                      <a:pt x="176" y="176"/>
                    </a:lnTo>
                    <a:lnTo>
                      <a:pt x="178" y="173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8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2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3"/>
                    </a:lnTo>
                    <a:lnTo>
                      <a:pt x="4" y="176"/>
                    </a:lnTo>
                    <a:lnTo>
                      <a:pt x="6" y="177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9E908A2-E32D-5683-CEC7-6FF896FD692D}"/>
                </a:ext>
              </a:extLst>
            </p:cNvPr>
            <p:cNvGrpSpPr/>
            <p:nvPr/>
          </p:nvGrpSpPr>
          <p:grpSpPr>
            <a:xfrm>
              <a:off x="5886640" y="3038431"/>
              <a:ext cx="521110" cy="434736"/>
              <a:chOff x="11037888" y="817563"/>
              <a:chExt cx="287338" cy="239712"/>
            </a:xfrm>
            <a:solidFill>
              <a:schemeClr val="accent2"/>
            </a:solidFill>
          </p:grpSpPr>
          <p:sp>
            <p:nvSpPr>
              <p:cNvPr id="70" name="Freeform 294">
                <a:extLst>
                  <a:ext uri="{FF2B5EF4-FFF2-40B4-BE49-F238E27FC236}">
                    <a16:creationId xmlns:a16="http://schemas.microsoft.com/office/drawing/2014/main" id="{B501976F-54C1-B04C-C17D-6D4F62C681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37888" y="817563"/>
                <a:ext cx="287338" cy="239712"/>
              </a:xfrm>
              <a:custGeom>
                <a:avLst/>
                <a:gdLst>
                  <a:gd name="T0" fmla="*/ 752 w 903"/>
                  <a:gd name="T1" fmla="*/ 722 h 753"/>
                  <a:gd name="T2" fmla="*/ 752 w 903"/>
                  <a:gd name="T3" fmla="*/ 374 h 753"/>
                  <a:gd name="T4" fmla="*/ 750 w 903"/>
                  <a:gd name="T5" fmla="*/ 368 h 753"/>
                  <a:gd name="T6" fmla="*/ 745 w 903"/>
                  <a:gd name="T7" fmla="*/ 364 h 753"/>
                  <a:gd name="T8" fmla="*/ 740 w 903"/>
                  <a:gd name="T9" fmla="*/ 362 h 753"/>
                  <a:gd name="T10" fmla="*/ 165 w 903"/>
                  <a:gd name="T11" fmla="*/ 361 h 753"/>
                  <a:gd name="T12" fmla="*/ 160 w 903"/>
                  <a:gd name="T13" fmla="*/ 363 h 753"/>
                  <a:gd name="T14" fmla="*/ 154 w 903"/>
                  <a:gd name="T15" fmla="*/ 366 h 753"/>
                  <a:gd name="T16" fmla="*/ 151 w 903"/>
                  <a:gd name="T17" fmla="*/ 371 h 753"/>
                  <a:gd name="T18" fmla="*/ 150 w 903"/>
                  <a:gd name="T19" fmla="*/ 377 h 753"/>
                  <a:gd name="T20" fmla="*/ 90 w 903"/>
                  <a:gd name="T21" fmla="*/ 722 h 753"/>
                  <a:gd name="T22" fmla="*/ 813 w 903"/>
                  <a:gd name="T23" fmla="*/ 301 h 753"/>
                  <a:gd name="T24" fmla="*/ 180 w 903"/>
                  <a:gd name="T25" fmla="*/ 722 h 753"/>
                  <a:gd name="T26" fmla="*/ 722 w 903"/>
                  <a:gd name="T27" fmla="*/ 391 h 753"/>
                  <a:gd name="T28" fmla="*/ 180 w 903"/>
                  <a:gd name="T29" fmla="*/ 722 h 753"/>
                  <a:gd name="T30" fmla="*/ 451 w 903"/>
                  <a:gd name="T31" fmla="*/ 32 h 753"/>
                  <a:gd name="T32" fmla="*/ 873 w 903"/>
                  <a:gd name="T33" fmla="*/ 271 h 753"/>
                  <a:gd name="T34" fmla="*/ 75 w 903"/>
                  <a:gd name="T35" fmla="*/ 271 h 753"/>
                  <a:gd name="T36" fmla="*/ 30 w 903"/>
                  <a:gd name="T37" fmla="*/ 220 h 753"/>
                  <a:gd name="T38" fmla="*/ 891 w 903"/>
                  <a:gd name="T39" fmla="*/ 301 h 753"/>
                  <a:gd name="T40" fmla="*/ 896 w 903"/>
                  <a:gd name="T41" fmla="*/ 299 h 753"/>
                  <a:gd name="T42" fmla="*/ 900 w 903"/>
                  <a:gd name="T43" fmla="*/ 294 h 753"/>
                  <a:gd name="T44" fmla="*/ 902 w 903"/>
                  <a:gd name="T45" fmla="*/ 289 h 753"/>
                  <a:gd name="T46" fmla="*/ 903 w 903"/>
                  <a:gd name="T47" fmla="*/ 211 h 753"/>
                  <a:gd name="T48" fmla="*/ 901 w 903"/>
                  <a:gd name="T49" fmla="*/ 202 h 753"/>
                  <a:gd name="T50" fmla="*/ 894 w 903"/>
                  <a:gd name="T51" fmla="*/ 197 h 753"/>
                  <a:gd name="T52" fmla="*/ 455 w 903"/>
                  <a:gd name="T53" fmla="*/ 0 h 753"/>
                  <a:gd name="T54" fmla="*/ 448 w 903"/>
                  <a:gd name="T55" fmla="*/ 0 h 753"/>
                  <a:gd name="T56" fmla="*/ 8 w 903"/>
                  <a:gd name="T57" fmla="*/ 197 h 753"/>
                  <a:gd name="T58" fmla="*/ 2 w 903"/>
                  <a:gd name="T59" fmla="*/ 202 h 753"/>
                  <a:gd name="T60" fmla="*/ 0 w 903"/>
                  <a:gd name="T61" fmla="*/ 211 h 753"/>
                  <a:gd name="T62" fmla="*/ 0 w 903"/>
                  <a:gd name="T63" fmla="*/ 289 h 753"/>
                  <a:gd name="T64" fmla="*/ 2 w 903"/>
                  <a:gd name="T65" fmla="*/ 294 h 753"/>
                  <a:gd name="T66" fmla="*/ 6 w 903"/>
                  <a:gd name="T67" fmla="*/ 299 h 753"/>
                  <a:gd name="T68" fmla="*/ 12 w 903"/>
                  <a:gd name="T69" fmla="*/ 301 h 753"/>
                  <a:gd name="T70" fmla="*/ 60 w 903"/>
                  <a:gd name="T71" fmla="*/ 301 h 753"/>
                  <a:gd name="T72" fmla="*/ 15 w 903"/>
                  <a:gd name="T73" fmla="*/ 722 h 753"/>
                  <a:gd name="T74" fmla="*/ 8 w 903"/>
                  <a:gd name="T75" fmla="*/ 724 h 753"/>
                  <a:gd name="T76" fmla="*/ 4 w 903"/>
                  <a:gd name="T77" fmla="*/ 727 h 753"/>
                  <a:gd name="T78" fmla="*/ 1 w 903"/>
                  <a:gd name="T79" fmla="*/ 732 h 753"/>
                  <a:gd name="T80" fmla="*/ 0 w 903"/>
                  <a:gd name="T81" fmla="*/ 738 h 753"/>
                  <a:gd name="T82" fmla="*/ 1 w 903"/>
                  <a:gd name="T83" fmla="*/ 744 h 753"/>
                  <a:gd name="T84" fmla="*/ 4 w 903"/>
                  <a:gd name="T85" fmla="*/ 748 h 753"/>
                  <a:gd name="T86" fmla="*/ 8 w 903"/>
                  <a:gd name="T87" fmla="*/ 751 h 753"/>
                  <a:gd name="T88" fmla="*/ 15 w 903"/>
                  <a:gd name="T89" fmla="*/ 753 h 753"/>
                  <a:gd name="T90" fmla="*/ 165 w 903"/>
                  <a:gd name="T91" fmla="*/ 753 h 753"/>
                  <a:gd name="T92" fmla="*/ 828 w 903"/>
                  <a:gd name="T93" fmla="*/ 753 h 753"/>
                  <a:gd name="T94" fmla="*/ 891 w 903"/>
                  <a:gd name="T95" fmla="*/ 753 h 753"/>
                  <a:gd name="T96" fmla="*/ 896 w 903"/>
                  <a:gd name="T97" fmla="*/ 750 h 753"/>
                  <a:gd name="T98" fmla="*/ 900 w 903"/>
                  <a:gd name="T99" fmla="*/ 746 h 753"/>
                  <a:gd name="T100" fmla="*/ 902 w 903"/>
                  <a:gd name="T101" fmla="*/ 741 h 753"/>
                  <a:gd name="T102" fmla="*/ 903 w 903"/>
                  <a:gd name="T103" fmla="*/ 735 h 753"/>
                  <a:gd name="T104" fmla="*/ 900 w 903"/>
                  <a:gd name="T105" fmla="*/ 730 h 753"/>
                  <a:gd name="T106" fmla="*/ 896 w 903"/>
                  <a:gd name="T107" fmla="*/ 726 h 753"/>
                  <a:gd name="T108" fmla="*/ 891 w 903"/>
                  <a:gd name="T109" fmla="*/ 724 h 753"/>
                  <a:gd name="T110" fmla="*/ 843 w 903"/>
                  <a:gd name="T111" fmla="*/ 722 h 753"/>
                  <a:gd name="T112" fmla="*/ 888 w 903"/>
                  <a:gd name="T113" fmla="*/ 301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03" h="753">
                    <a:moveTo>
                      <a:pt x="813" y="722"/>
                    </a:moveTo>
                    <a:lnTo>
                      <a:pt x="752" y="722"/>
                    </a:lnTo>
                    <a:lnTo>
                      <a:pt x="752" y="376"/>
                    </a:lnTo>
                    <a:lnTo>
                      <a:pt x="752" y="374"/>
                    </a:lnTo>
                    <a:lnTo>
                      <a:pt x="751" y="371"/>
                    </a:lnTo>
                    <a:lnTo>
                      <a:pt x="750" y="368"/>
                    </a:lnTo>
                    <a:lnTo>
                      <a:pt x="747" y="366"/>
                    </a:lnTo>
                    <a:lnTo>
                      <a:pt x="745" y="364"/>
                    </a:lnTo>
                    <a:lnTo>
                      <a:pt x="743" y="363"/>
                    </a:lnTo>
                    <a:lnTo>
                      <a:pt x="740" y="362"/>
                    </a:lnTo>
                    <a:lnTo>
                      <a:pt x="737" y="361"/>
                    </a:lnTo>
                    <a:lnTo>
                      <a:pt x="165" y="361"/>
                    </a:lnTo>
                    <a:lnTo>
                      <a:pt x="162" y="362"/>
                    </a:lnTo>
                    <a:lnTo>
                      <a:pt x="160" y="363"/>
                    </a:lnTo>
                    <a:lnTo>
                      <a:pt x="156" y="364"/>
                    </a:lnTo>
                    <a:lnTo>
                      <a:pt x="154" y="366"/>
                    </a:lnTo>
                    <a:lnTo>
                      <a:pt x="152" y="368"/>
                    </a:lnTo>
                    <a:lnTo>
                      <a:pt x="151" y="371"/>
                    </a:lnTo>
                    <a:lnTo>
                      <a:pt x="150" y="374"/>
                    </a:lnTo>
                    <a:lnTo>
                      <a:pt x="150" y="377"/>
                    </a:lnTo>
                    <a:lnTo>
                      <a:pt x="150" y="722"/>
                    </a:lnTo>
                    <a:lnTo>
                      <a:pt x="90" y="722"/>
                    </a:lnTo>
                    <a:lnTo>
                      <a:pt x="90" y="301"/>
                    </a:lnTo>
                    <a:lnTo>
                      <a:pt x="813" y="301"/>
                    </a:lnTo>
                    <a:lnTo>
                      <a:pt x="813" y="722"/>
                    </a:lnTo>
                    <a:close/>
                    <a:moveTo>
                      <a:pt x="180" y="722"/>
                    </a:moveTo>
                    <a:lnTo>
                      <a:pt x="180" y="391"/>
                    </a:lnTo>
                    <a:lnTo>
                      <a:pt x="722" y="391"/>
                    </a:lnTo>
                    <a:lnTo>
                      <a:pt x="722" y="722"/>
                    </a:lnTo>
                    <a:lnTo>
                      <a:pt x="180" y="722"/>
                    </a:lnTo>
                    <a:close/>
                    <a:moveTo>
                      <a:pt x="30" y="220"/>
                    </a:moveTo>
                    <a:lnTo>
                      <a:pt x="451" y="32"/>
                    </a:lnTo>
                    <a:lnTo>
                      <a:pt x="873" y="220"/>
                    </a:lnTo>
                    <a:lnTo>
                      <a:pt x="873" y="271"/>
                    </a:lnTo>
                    <a:lnTo>
                      <a:pt x="828" y="271"/>
                    </a:lnTo>
                    <a:lnTo>
                      <a:pt x="75" y="271"/>
                    </a:lnTo>
                    <a:lnTo>
                      <a:pt x="30" y="271"/>
                    </a:lnTo>
                    <a:lnTo>
                      <a:pt x="30" y="220"/>
                    </a:lnTo>
                    <a:close/>
                    <a:moveTo>
                      <a:pt x="888" y="301"/>
                    </a:moveTo>
                    <a:lnTo>
                      <a:pt x="891" y="301"/>
                    </a:lnTo>
                    <a:lnTo>
                      <a:pt x="893" y="300"/>
                    </a:lnTo>
                    <a:lnTo>
                      <a:pt x="896" y="299"/>
                    </a:lnTo>
                    <a:lnTo>
                      <a:pt x="899" y="297"/>
                    </a:lnTo>
                    <a:lnTo>
                      <a:pt x="900" y="294"/>
                    </a:lnTo>
                    <a:lnTo>
                      <a:pt x="902" y="292"/>
                    </a:lnTo>
                    <a:lnTo>
                      <a:pt x="902" y="289"/>
                    </a:lnTo>
                    <a:lnTo>
                      <a:pt x="903" y="286"/>
                    </a:lnTo>
                    <a:lnTo>
                      <a:pt x="903" y="211"/>
                    </a:lnTo>
                    <a:lnTo>
                      <a:pt x="902" y="206"/>
                    </a:lnTo>
                    <a:lnTo>
                      <a:pt x="901" y="202"/>
                    </a:lnTo>
                    <a:lnTo>
                      <a:pt x="898" y="199"/>
                    </a:lnTo>
                    <a:lnTo>
                      <a:pt x="894" y="197"/>
                    </a:lnTo>
                    <a:lnTo>
                      <a:pt x="458" y="1"/>
                    </a:lnTo>
                    <a:lnTo>
                      <a:pt x="455" y="0"/>
                    </a:lnTo>
                    <a:lnTo>
                      <a:pt x="451" y="0"/>
                    </a:lnTo>
                    <a:lnTo>
                      <a:pt x="448" y="0"/>
                    </a:lnTo>
                    <a:lnTo>
                      <a:pt x="445" y="1"/>
                    </a:lnTo>
                    <a:lnTo>
                      <a:pt x="8" y="197"/>
                    </a:lnTo>
                    <a:lnTo>
                      <a:pt x="5" y="199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0" y="211"/>
                    </a:lnTo>
                    <a:lnTo>
                      <a:pt x="0" y="286"/>
                    </a:lnTo>
                    <a:lnTo>
                      <a:pt x="0" y="289"/>
                    </a:lnTo>
                    <a:lnTo>
                      <a:pt x="1" y="292"/>
                    </a:lnTo>
                    <a:lnTo>
                      <a:pt x="2" y="294"/>
                    </a:lnTo>
                    <a:lnTo>
                      <a:pt x="4" y="297"/>
                    </a:lnTo>
                    <a:lnTo>
                      <a:pt x="6" y="299"/>
                    </a:lnTo>
                    <a:lnTo>
                      <a:pt x="8" y="300"/>
                    </a:lnTo>
                    <a:lnTo>
                      <a:pt x="12" y="301"/>
                    </a:lnTo>
                    <a:lnTo>
                      <a:pt x="15" y="301"/>
                    </a:lnTo>
                    <a:lnTo>
                      <a:pt x="60" y="301"/>
                    </a:lnTo>
                    <a:lnTo>
                      <a:pt x="60" y="722"/>
                    </a:lnTo>
                    <a:lnTo>
                      <a:pt x="15" y="722"/>
                    </a:lnTo>
                    <a:lnTo>
                      <a:pt x="12" y="724"/>
                    </a:lnTo>
                    <a:lnTo>
                      <a:pt x="8" y="724"/>
                    </a:lnTo>
                    <a:lnTo>
                      <a:pt x="6" y="726"/>
                    </a:lnTo>
                    <a:lnTo>
                      <a:pt x="4" y="727"/>
                    </a:lnTo>
                    <a:lnTo>
                      <a:pt x="2" y="730"/>
                    </a:lnTo>
                    <a:lnTo>
                      <a:pt x="1" y="732"/>
                    </a:lnTo>
                    <a:lnTo>
                      <a:pt x="0" y="735"/>
                    </a:lnTo>
                    <a:lnTo>
                      <a:pt x="0" y="738"/>
                    </a:lnTo>
                    <a:lnTo>
                      <a:pt x="0" y="741"/>
                    </a:lnTo>
                    <a:lnTo>
                      <a:pt x="1" y="744"/>
                    </a:lnTo>
                    <a:lnTo>
                      <a:pt x="2" y="746"/>
                    </a:lnTo>
                    <a:lnTo>
                      <a:pt x="4" y="748"/>
                    </a:lnTo>
                    <a:lnTo>
                      <a:pt x="6" y="750"/>
                    </a:lnTo>
                    <a:lnTo>
                      <a:pt x="8" y="751"/>
                    </a:lnTo>
                    <a:lnTo>
                      <a:pt x="12" y="753"/>
                    </a:lnTo>
                    <a:lnTo>
                      <a:pt x="15" y="753"/>
                    </a:lnTo>
                    <a:lnTo>
                      <a:pt x="75" y="753"/>
                    </a:lnTo>
                    <a:lnTo>
                      <a:pt x="165" y="753"/>
                    </a:lnTo>
                    <a:lnTo>
                      <a:pt x="737" y="753"/>
                    </a:lnTo>
                    <a:lnTo>
                      <a:pt x="828" y="753"/>
                    </a:lnTo>
                    <a:lnTo>
                      <a:pt x="888" y="753"/>
                    </a:lnTo>
                    <a:lnTo>
                      <a:pt x="891" y="753"/>
                    </a:lnTo>
                    <a:lnTo>
                      <a:pt x="893" y="751"/>
                    </a:lnTo>
                    <a:lnTo>
                      <a:pt x="896" y="750"/>
                    </a:lnTo>
                    <a:lnTo>
                      <a:pt x="899" y="748"/>
                    </a:lnTo>
                    <a:lnTo>
                      <a:pt x="900" y="746"/>
                    </a:lnTo>
                    <a:lnTo>
                      <a:pt x="902" y="744"/>
                    </a:lnTo>
                    <a:lnTo>
                      <a:pt x="902" y="741"/>
                    </a:lnTo>
                    <a:lnTo>
                      <a:pt x="903" y="738"/>
                    </a:lnTo>
                    <a:lnTo>
                      <a:pt x="903" y="735"/>
                    </a:lnTo>
                    <a:lnTo>
                      <a:pt x="902" y="732"/>
                    </a:lnTo>
                    <a:lnTo>
                      <a:pt x="900" y="730"/>
                    </a:lnTo>
                    <a:lnTo>
                      <a:pt x="899" y="727"/>
                    </a:lnTo>
                    <a:lnTo>
                      <a:pt x="896" y="726"/>
                    </a:lnTo>
                    <a:lnTo>
                      <a:pt x="893" y="724"/>
                    </a:lnTo>
                    <a:lnTo>
                      <a:pt x="891" y="724"/>
                    </a:lnTo>
                    <a:lnTo>
                      <a:pt x="888" y="722"/>
                    </a:lnTo>
                    <a:lnTo>
                      <a:pt x="843" y="722"/>
                    </a:lnTo>
                    <a:lnTo>
                      <a:pt x="843" y="301"/>
                    </a:lnTo>
                    <a:lnTo>
                      <a:pt x="888" y="3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71" name="Freeform 295">
                <a:extLst>
                  <a:ext uri="{FF2B5EF4-FFF2-40B4-BE49-F238E27FC236}">
                    <a16:creationId xmlns:a16="http://schemas.microsoft.com/office/drawing/2014/main" id="{414F8625-3DF4-F62D-3CDB-ECCA4579F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962025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2 h 30"/>
                  <a:gd name="T10" fmla="*/ 4 w 422"/>
                  <a:gd name="T11" fmla="*/ 4 h 30"/>
                  <a:gd name="T12" fmla="*/ 3 w 422"/>
                  <a:gd name="T13" fmla="*/ 7 h 30"/>
                  <a:gd name="T14" fmla="*/ 1 w 422"/>
                  <a:gd name="T15" fmla="*/ 9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8 h 30"/>
                  <a:gd name="T22" fmla="*/ 1 w 422"/>
                  <a:gd name="T23" fmla="*/ 20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7 h 30"/>
                  <a:gd name="T30" fmla="*/ 10 w 422"/>
                  <a:gd name="T31" fmla="*/ 29 h 30"/>
                  <a:gd name="T32" fmla="*/ 12 w 422"/>
                  <a:gd name="T33" fmla="*/ 29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29 h 30"/>
                  <a:gd name="T40" fmla="*/ 413 w 422"/>
                  <a:gd name="T41" fmla="*/ 29 h 30"/>
                  <a:gd name="T42" fmla="*/ 415 w 422"/>
                  <a:gd name="T43" fmla="*/ 27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0 h 30"/>
                  <a:gd name="T50" fmla="*/ 422 w 422"/>
                  <a:gd name="T51" fmla="*/ 18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9 h 30"/>
                  <a:gd name="T58" fmla="*/ 419 w 422"/>
                  <a:gd name="T59" fmla="*/ 7 h 30"/>
                  <a:gd name="T60" fmla="*/ 417 w 422"/>
                  <a:gd name="T61" fmla="*/ 4 h 30"/>
                  <a:gd name="T62" fmla="*/ 415 w 422"/>
                  <a:gd name="T63" fmla="*/ 2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2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29"/>
                    </a:lnTo>
                    <a:lnTo>
                      <a:pt x="413" y="29"/>
                    </a:lnTo>
                    <a:lnTo>
                      <a:pt x="415" y="27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0"/>
                    </a:lnTo>
                    <a:lnTo>
                      <a:pt x="422" y="18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9"/>
                    </a:lnTo>
                    <a:lnTo>
                      <a:pt x="419" y="7"/>
                    </a:lnTo>
                    <a:lnTo>
                      <a:pt x="417" y="4"/>
                    </a:lnTo>
                    <a:lnTo>
                      <a:pt x="415" y="2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72" name="Freeform 296">
                <a:extLst>
                  <a:ext uri="{FF2B5EF4-FFF2-40B4-BE49-F238E27FC236}">
                    <a16:creationId xmlns:a16="http://schemas.microsoft.com/office/drawing/2014/main" id="{341B316B-388C-FCFE-FD96-0E42E5A3C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990600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2 h 30"/>
                  <a:gd name="T10" fmla="*/ 4 w 422"/>
                  <a:gd name="T11" fmla="*/ 5 h 30"/>
                  <a:gd name="T12" fmla="*/ 3 w 422"/>
                  <a:gd name="T13" fmla="*/ 7 h 30"/>
                  <a:gd name="T14" fmla="*/ 1 w 422"/>
                  <a:gd name="T15" fmla="*/ 9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8 h 30"/>
                  <a:gd name="T22" fmla="*/ 1 w 422"/>
                  <a:gd name="T23" fmla="*/ 21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8 h 30"/>
                  <a:gd name="T30" fmla="*/ 10 w 422"/>
                  <a:gd name="T31" fmla="*/ 29 h 30"/>
                  <a:gd name="T32" fmla="*/ 12 w 422"/>
                  <a:gd name="T33" fmla="*/ 30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30 h 30"/>
                  <a:gd name="T40" fmla="*/ 413 w 422"/>
                  <a:gd name="T41" fmla="*/ 29 h 30"/>
                  <a:gd name="T42" fmla="*/ 415 w 422"/>
                  <a:gd name="T43" fmla="*/ 28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1 h 30"/>
                  <a:gd name="T50" fmla="*/ 422 w 422"/>
                  <a:gd name="T51" fmla="*/ 18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9 h 30"/>
                  <a:gd name="T58" fmla="*/ 419 w 422"/>
                  <a:gd name="T59" fmla="*/ 7 h 30"/>
                  <a:gd name="T60" fmla="*/ 417 w 422"/>
                  <a:gd name="T61" fmla="*/ 5 h 30"/>
                  <a:gd name="T62" fmla="*/ 415 w 422"/>
                  <a:gd name="T63" fmla="*/ 2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2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30"/>
                    </a:lnTo>
                    <a:lnTo>
                      <a:pt x="413" y="29"/>
                    </a:lnTo>
                    <a:lnTo>
                      <a:pt x="415" y="28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1"/>
                    </a:lnTo>
                    <a:lnTo>
                      <a:pt x="422" y="18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9"/>
                    </a:lnTo>
                    <a:lnTo>
                      <a:pt x="419" y="7"/>
                    </a:lnTo>
                    <a:lnTo>
                      <a:pt x="417" y="5"/>
                    </a:lnTo>
                    <a:lnTo>
                      <a:pt x="415" y="2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73" name="Freeform 297">
                <a:extLst>
                  <a:ext uri="{FF2B5EF4-FFF2-40B4-BE49-F238E27FC236}">
                    <a16:creationId xmlns:a16="http://schemas.microsoft.com/office/drawing/2014/main" id="{BFAD0F6E-DF2F-50FC-5B4D-A07210894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1019175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3 h 30"/>
                  <a:gd name="T10" fmla="*/ 4 w 422"/>
                  <a:gd name="T11" fmla="*/ 5 h 30"/>
                  <a:gd name="T12" fmla="*/ 3 w 422"/>
                  <a:gd name="T13" fmla="*/ 7 h 30"/>
                  <a:gd name="T14" fmla="*/ 1 w 422"/>
                  <a:gd name="T15" fmla="*/ 10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9 h 30"/>
                  <a:gd name="T22" fmla="*/ 1 w 422"/>
                  <a:gd name="T23" fmla="*/ 22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8 h 30"/>
                  <a:gd name="T30" fmla="*/ 10 w 422"/>
                  <a:gd name="T31" fmla="*/ 29 h 30"/>
                  <a:gd name="T32" fmla="*/ 12 w 422"/>
                  <a:gd name="T33" fmla="*/ 30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30 h 30"/>
                  <a:gd name="T40" fmla="*/ 413 w 422"/>
                  <a:gd name="T41" fmla="*/ 29 h 30"/>
                  <a:gd name="T42" fmla="*/ 415 w 422"/>
                  <a:gd name="T43" fmla="*/ 28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2 h 30"/>
                  <a:gd name="T50" fmla="*/ 422 w 422"/>
                  <a:gd name="T51" fmla="*/ 19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10 h 30"/>
                  <a:gd name="T58" fmla="*/ 419 w 422"/>
                  <a:gd name="T59" fmla="*/ 7 h 30"/>
                  <a:gd name="T60" fmla="*/ 417 w 422"/>
                  <a:gd name="T61" fmla="*/ 5 h 30"/>
                  <a:gd name="T62" fmla="*/ 415 w 422"/>
                  <a:gd name="T63" fmla="*/ 3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  <a:gd name="T70" fmla="*/ 407 w 422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30"/>
                    </a:lnTo>
                    <a:lnTo>
                      <a:pt x="413" y="29"/>
                    </a:lnTo>
                    <a:lnTo>
                      <a:pt x="415" y="28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2"/>
                    </a:lnTo>
                    <a:lnTo>
                      <a:pt x="422" y="19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10"/>
                    </a:lnTo>
                    <a:lnTo>
                      <a:pt x="419" y="7"/>
                    </a:lnTo>
                    <a:lnTo>
                      <a:pt x="417" y="5"/>
                    </a:lnTo>
                    <a:lnTo>
                      <a:pt x="415" y="3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810438D-D8D7-A7E7-BCB6-9BCCD4B0F7F5}"/>
                </a:ext>
              </a:extLst>
            </p:cNvPr>
            <p:cNvGrpSpPr/>
            <p:nvPr/>
          </p:nvGrpSpPr>
          <p:grpSpPr>
            <a:xfrm>
              <a:off x="7933425" y="4285241"/>
              <a:ext cx="397312" cy="521110"/>
              <a:chOff x="6445250" y="2498725"/>
              <a:chExt cx="219075" cy="287338"/>
            </a:xfrm>
            <a:solidFill>
              <a:schemeClr val="accent3"/>
            </a:solidFill>
          </p:grpSpPr>
          <p:sp>
            <p:nvSpPr>
              <p:cNvPr id="75" name="Freeform 227">
                <a:extLst>
                  <a:ext uri="{FF2B5EF4-FFF2-40B4-BE49-F238E27FC236}">
                    <a16:creationId xmlns:a16="http://schemas.microsoft.com/office/drawing/2014/main" id="{C35F3070-5455-C351-5696-414A881526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5250" y="2498725"/>
                <a:ext cx="219075" cy="287338"/>
              </a:xfrm>
              <a:custGeom>
                <a:avLst/>
                <a:gdLst>
                  <a:gd name="T0" fmla="*/ 104 w 692"/>
                  <a:gd name="T1" fmla="*/ 868 h 902"/>
                  <a:gd name="T2" fmla="*/ 69 w 692"/>
                  <a:gd name="T3" fmla="*/ 849 h 902"/>
                  <a:gd name="T4" fmla="*/ 43 w 692"/>
                  <a:gd name="T5" fmla="*/ 818 h 902"/>
                  <a:gd name="T6" fmla="*/ 31 w 692"/>
                  <a:gd name="T7" fmla="*/ 778 h 902"/>
                  <a:gd name="T8" fmla="*/ 35 w 692"/>
                  <a:gd name="T9" fmla="*/ 736 h 902"/>
                  <a:gd name="T10" fmla="*/ 55 w 692"/>
                  <a:gd name="T11" fmla="*/ 700 h 902"/>
                  <a:gd name="T12" fmla="*/ 86 w 692"/>
                  <a:gd name="T13" fmla="*/ 674 h 902"/>
                  <a:gd name="T14" fmla="*/ 124 w 692"/>
                  <a:gd name="T15" fmla="*/ 662 h 902"/>
                  <a:gd name="T16" fmla="*/ 167 w 692"/>
                  <a:gd name="T17" fmla="*/ 667 h 902"/>
                  <a:gd name="T18" fmla="*/ 202 w 692"/>
                  <a:gd name="T19" fmla="*/ 686 h 902"/>
                  <a:gd name="T20" fmla="*/ 228 w 692"/>
                  <a:gd name="T21" fmla="*/ 717 h 902"/>
                  <a:gd name="T22" fmla="*/ 240 w 692"/>
                  <a:gd name="T23" fmla="*/ 757 h 902"/>
                  <a:gd name="T24" fmla="*/ 236 w 692"/>
                  <a:gd name="T25" fmla="*/ 798 h 902"/>
                  <a:gd name="T26" fmla="*/ 216 w 692"/>
                  <a:gd name="T27" fmla="*/ 834 h 902"/>
                  <a:gd name="T28" fmla="*/ 185 w 692"/>
                  <a:gd name="T29" fmla="*/ 859 h 902"/>
                  <a:gd name="T30" fmla="*/ 146 w 692"/>
                  <a:gd name="T31" fmla="*/ 872 h 902"/>
                  <a:gd name="T32" fmla="*/ 511 w 692"/>
                  <a:gd name="T33" fmla="*/ 361 h 902"/>
                  <a:gd name="T34" fmla="*/ 271 w 692"/>
                  <a:gd name="T35" fmla="*/ 722 h 902"/>
                  <a:gd name="T36" fmla="*/ 632 w 692"/>
                  <a:gd name="T37" fmla="*/ 722 h 902"/>
                  <a:gd name="T38" fmla="*/ 622 w 692"/>
                  <a:gd name="T39" fmla="*/ 813 h 902"/>
                  <a:gd name="T40" fmla="*/ 266 w 692"/>
                  <a:gd name="T41" fmla="*/ 802 h 902"/>
                  <a:gd name="T42" fmla="*/ 270 w 692"/>
                  <a:gd name="T43" fmla="*/ 760 h 902"/>
                  <a:gd name="T44" fmla="*/ 652 w 692"/>
                  <a:gd name="T45" fmla="*/ 751 h 902"/>
                  <a:gd name="T46" fmla="*/ 660 w 692"/>
                  <a:gd name="T47" fmla="*/ 743 h 902"/>
                  <a:gd name="T48" fmla="*/ 661 w 692"/>
                  <a:gd name="T49" fmla="*/ 373 h 902"/>
                  <a:gd name="T50" fmla="*/ 655 w 692"/>
                  <a:gd name="T51" fmla="*/ 364 h 902"/>
                  <a:gd name="T52" fmla="*/ 541 w 692"/>
                  <a:gd name="T53" fmla="*/ 361 h 902"/>
                  <a:gd name="T54" fmla="*/ 539 w 692"/>
                  <a:gd name="T55" fmla="*/ 158 h 902"/>
                  <a:gd name="T56" fmla="*/ 529 w 692"/>
                  <a:gd name="T57" fmla="*/ 151 h 902"/>
                  <a:gd name="T58" fmla="*/ 250 w 692"/>
                  <a:gd name="T59" fmla="*/ 151 h 902"/>
                  <a:gd name="T60" fmla="*/ 242 w 692"/>
                  <a:gd name="T61" fmla="*/ 160 h 902"/>
                  <a:gd name="T62" fmla="*/ 241 w 692"/>
                  <a:gd name="T63" fmla="*/ 683 h 902"/>
                  <a:gd name="T64" fmla="*/ 213 w 692"/>
                  <a:gd name="T65" fmla="*/ 657 h 902"/>
                  <a:gd name="T66" fmla="*/ 180 w 692"/>
                  <a:gd name="T67" fmla="*/ 640 h 902"/>
                  <a:gd name="T68" fmla="*/ 178 w 692"/>
                  <a:gd name="T69" fmla="*/ 7 h 902"/>
                  <a:gd name="T70" fmla="*/ 168 w 692"/>
                  <a:gd name="T71" fmla="*/ 0 h 902"/>
                  <a:gd name="T72" fmla="*/ 70 w 692"/>
                  <a:gd name="T73" fmla="*/ 1 h 902"/>
                  <a:gd name="T74" fmla="*/ 61 w 692"/>
                  <a:gd name="T75" fmla="*/ 10 h 902"/>
                  <a:gd name="T76" fmla="*/ 61 w 692"/>
                  <a:gd name="T77" fmla="*/ 22 h 902"/>
                  <a:gd name="T78" fmla="*/ 70 w 692"/>
                  <a:gd name="T79" fmla="*/ 29 h 902"/>
                  <a:gd name="T80" fmla="*/ 150 w 692"/>
                  <a:gd name="T81" fmla="*/ 632 h 902"/>
                  <a:gd name="T82" fmla="*/ 108 w 692"/>
                  <a:gd name="T83" fmla="*/ 635 h 902"/>
                  <a:gd name="T84" fmla="*/ 60 w 692"/>
                  <a:gd name="T85" fmla="*/ 655 h 902"/>
                  <a:gd name="T86" fmla="*/ 24 w 692"/>
                  <a:gd name="T87" fmla="*/ 691 h 902"/>
                  <a:gd name="T88" fmla="*/ 3 w 692"/>
                  <a:gd name="T89" fmla="*/ 740 h 902"/>
                  <a:gd name="T90" fmla="*/ 3 w 692"/>
                  <a:gd name="T91" fmla="*/ 794 h 902"/>
                  <a:gd name="T92" fmla="*/ 24 w 692"/>
                  <a:gd name="T93" fmla="*/ 842 h 902"/>
                  <a:gd name="T94" fmla="*/ 60 w 692"/>
                  <a:gd name="T95" fmla="*/ 880 h 902"/>
                  <a:gd name="T96" fmla="*/ 108 w 692"/>
                  <a:gd name="T97" fmla="*/ 900 h 902"/>
                  <a:gd name="T98" fmla="*/ 152 w 692"/>
                  <a:gd name="T99" fmla="*/ 901 h 902"/>
                  <a:gd name="T100" fmla="*/ 200 w 692"/>
                  <a:gd name="T101" fmla="*/ 886 h 902"/>
                  <a:gd name="T102" fmla="*/ 247 w 692"/>
                  <a:gd name="T103" fmla="*/ 842 h 902"/>
                  <a:gd name="T104" fmla="*/ 671 w 692"/>
                  <a:gd name="T105" fmla="*/ 901 h 902"/>
                  <a:gd name="T106" fmla="*/ 682 w 692"/>
                  <a:gd name="T107" fmla="*/ 901 h 902"/>
                  <a:gd name="T108" fmla="*/ 691 w 692"/>
                  <a:gd name="T109" fmla="*/ 893 h 902"/>
                  <a:gd name="T110" fmla="*/ 691 w 692"/>
                  <a:gd name="T111" fmla="*/ 882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" h="902">
                    <a:moveTo>
                      <a:pt x="135" y="872"/>
                    </a:moveTo>
                    <a:lnTo>
                      <a:pt x="124" y="872"/>
                    </a:lnTo>
                    <a:lnTo>
                      <a:pt x="115" y="870"/>
                    </a:lnTo>
                    <a:lnTo>
                      <a:pt x="104" y="868"/>
                    </a:lnTo>
                    <a:lnTo>
                      <a:pt x="94" y="864"/>
                    </a:lnTo>
                    <a:lnTo>
                      <a:pt x="86" y="859"/>
                    </a:lnTo>
                    <a:lnTo>
                      <a:pt x="76" y="854"/>
                    </a:lnTo>
                    <a:lnTo>
                      <a:pt x="69" y="849"/>
                    </a:lnTo>
                    <a:lnTo>
                      <a:pt x="61" y="841"/>
                    </a:lnTo>
                    <a:lnTo>
                      <a:pt x="55" y="834"/>
                    </a:lnTo>
                    <a:lnTo>
                      <a:pt x="48" y="826"/>
                    </a:lnTo>
                    <a:lnTo>
                      <a:pt x="43" y="818"/>
                    </a:lnTo>
                    <a:lnTo>
                      <a:pt x="39" y="808"/>
                    </a:lnTo>
                    <a:lnTo>
                      <a:pt x="35" y="798"/>
                    </a:lnTo>
                    <a:lnTo>
                      <a:pt x="32" y="789"/>
                    </a:lnTo>
                    <a:lnTo>
                      <a:pt x="31" y="778"/>
                    </a:lnTo>
                    <a:lnTo>
                      <a:pt x="30" y="767"/>
                    </a:lnTo>
                    <a:lnTo>
                      <a:pt x="31" y="757"/>
                    </a:lnTo>
                    <a:lnTo>
                      <a:pt x="32" y="746"/>
                    </a:lnTo>
                    <a:lnTo>
                      <a:pt x="35" y="736"/>
                    </a:lnTo>
                    <a:lnTo>
                      <a:pt x="39" y="727"/>
                    </a:lnTo>
                    <a:lnTo>
                      <a:pt x="43" y="717"/>
                    </a:lnTo>
                    <a:lnTo>
                      <a:pt x="48" y="708"/>
                    </a:lnTo>
                    <a:lnTo>
                      <a:pt x="55" y="700"/>
                    </a:lnTo>
                    <a:lnTo>
                      <a:pt x="61" y="692"/>
                    </a:lnTo>
                    <a:lnTo>
                      <a:pt x="69" y="686"/>
                    </a:lnTo>
                    <a:lnTo>
                      <a:pt x="76" y="680"/>
                    </a:lnTo>
                    <a:lnTo>
                      <a:pt x="86" y="674"/>
                    </a:lnTo>
                    <a:lnTo>
                      <a:pt x="94" y="670"/>
                    </a:lnTo>
                    <a:lnTo>
                      <a:pt x="104" y="667"/>
                    </a:lnTo>
                    <a:lnTo>
                      <a:pt x="115" y="665"/>
                    </a:lnTo>
                    <a:lnTo>
                      <a:pt x="124" y="662"/>
                    </a:lnTo>
                    <a:lnTo>
                      <a:pt x="135" y="662"/>
                    </a:lnTo>
                    <a:lnTo>
                      <a:pt x="146" y="662"/>
                    </a:lnTo>
                    <a:lnTo>
                      <a:pt x="156" y="665"/>
                    </a:lnTo>
                    <a:lnTo>
                      <a:pt x="167" y="667"/>
                    </a:lnTo>
                    <a:lnTo>
                      <a:pt x="177" y="670"/>
                    </a:lnTo>
                    <a:lnTo>
                      <a:pt x="185" y="674"/>
                    </a:lnTo>
                    <a:lnTo>
                      <a:pt x="194" y="680"/>
                    </a:lnTo>
                    <a:lnTo>
                      <a:pt x="202" y="686"/>
                    </a:lnTo>
                    <a:lnTo>
                      <a:pt x="210" y="692"/>
                    </a:lnTo>
                    <a:lnTo>
                      <a:pt x="216" y="700"/>
                    </a:lnTo>
                    <a:lnTo>
                      <a:pt x="223" y="708"/>
                    </a:lnTo>
                    <a:lnTo>
                      <a:pt x="228" y="717"/>
                    </a:lnTo>
                    <a:lnTo>
                      <a:pt x="232" y="727"/>
                    </a:lnTo>
                    <a:lnTo>
                      <a:pt x="236" y="736"/>
                    </a:lnTo>
                    <a:lnTo>
                      <a:pt x="239" y="746"/>
                    </a:lnTo>
                    <a:lnTo>
                      <a:pt x="240" y="757"/>
                    </a:lnTo>
                    <a:lnTo>
                      <a:pt x="241" y="767"/>
                    </a:lnTo>
                    <a:lnTo>
                      <a:pt x="240" y="778"/>
                    </a:lnTo>
                    <a:lnTo>
                      <a:pt x="239" y="789"/>
                    </a:lnTo>
                    <a:lnTo>
                      <a:pt x="236" y="798"/>
                    </a:lnTo>
                    <a:lnTo>
                      <a:pt x="232" y="808"/>
                    </a:lnTo>
                    <a:lnTo>
                      <a:pt x="228" y="818"/>
                    </a:lnTo>
                    <a:lnTo>
                      <a:pt x="223" y="826"/>
                    </a:lnTo>
                    <a:lnTo>
                      <a:pt x="216" y="834"/>
                    </a:lnTo>
                    <a:lnTo>
                      <a:pt x="210" y="841"/>
                    </a:lnTo>
                    <a:lnTo>
                      <a:pt x="202" y="849"/>
                    </a:lnTo>
                    <a:lnTo>
                      <a:pt x="194" y="854"/>
                    </a:lnTo>
                    <a:lnTo>
                      <a:pt x="185" y="859"/>
                    </a:lnTo>
                    <a:lnTo>
                      <a:pt x="177" y="864"/>
                    </a:lnTo>
                    <a:lnTo>
                      <a:pt x="167" y="868"/>
                    </a:lnTo>
                    <a:lnTo>
                      <a:pt x="156" y="870"/>
                    </a:lnTo>
                    <a:lnTo>
                      <a:pt x="146" y="872"/>
                    </a:lnTo>
                    <a:lnTo>
                      <a:pt x="135" y="872"/>
                    </a:lnTo>
                    <a:close/>
                    <a:moveTo>
                      <a:pt x="271" y="180"/>
                    </a:moveTo>
                    <a:lnTo>
                      <a:pt x="511" y="180"/>
                    </a:lnTo>
                    <a:lnTo>
                      <a:pt x="511" y="361"/>
                    </a:lnTo>
                    <a:lnTo>
                      <a:pt x="271" y="361"/>
                    </a:lnTo>
                    <a:lnTo>
                      <a:pt x="271" y="180"/>
                    </a:lnTo>
                    <a:close/>
                    <a:moveTo>
                      <a:pt x="632" y="722"/>
                    </a:moveTo>
                    <a:lnTo>
                      <a:pt x="271" y="722"/>
                    </a:lnTo>
                    <a:lnTo>
                      <a:pt x="271" y="391"/>
                    </a:lnTo>
                    <a:lnTo>
                      <a:pt x="526" y="391"/>
                    </a:lnTo>
                    <a:lnTo>
                      <a:pt x="632" y="391"/>
                    </a:lnTo>
                    <a:lnTo>
                      <a:pt x="632" y="722"/>
                    </a:lnTo>
                    <a:close/>
                    <a:moveTo>
                      <a:pt x="688" y="877"/>
                    </a:moveTo>
                    <a:lnTo>
                      <a:pt x="627" y="817"/>
                    </a:lnTo>
                    <a:lnTo>
                      <a:pt x="625" y="814"/>
                    </a:lnTo>
                    <a:lnTo>
                      <a:pt x="622" y="813"/>
                    </a:lnTo>
                    <a:lnTo>
                      <a:pt x="619" y="812"/>
                    </a:lnTo>
                    <a:lnTo>
                      <a:pt x="616" y="812"/>
                    </a:lnTo>
                    <a:lnTo>
                      <a:pt x="262" y="812"/>
                    </a:lnTo>
                    <a:lnTo>
                      <a:pt x="266" y="802"/>
                    </a:lnTo>
                    <a:lnTo>
                      <a:pt x="269" y="790"/>
                    </a:lnTo>
                    <a:lnTo>
                      <a:pt x="270" y="779"/>
                    </a:lnTo>
                    <a:lnTo>
                      <a:pt x="271" y="767"/>
                    </a:lnTo>
                    <a:lnTo>
                      <a:pt x="270" y="760"/>
                    </a:lnTo>
                    <a:lnTo>
                      <a:pt x="270" y="752"/>
                    </a:lnTo>
                    <a:lnTo>
                      <a:pt x="647" y="752"/>
                    </a:lnTo>
                    <a:lnTo>
                      <a:pt x="649" y="752"/>
                    </a:lnTo>
                    <a:lnTo>
                      <a:pt x="652" y="751"/>
                    </a:lnTo>
                    <a:lnTo>
                      <a:pt x="655" y="749"/>
                    </a:lnTo>
                    <a:lnTo>
                      <a:pt x="657" y="748"/>
                    </a:lnTo>
                    <a:lnTo>
                      <a:pt x="659" y="746"/>
                    </a:lnTo>
                    <a:lnTo>
                      <a:pt x="660" y="743"/>
                    </a:lnTo>
                    <a:lnTo>
                      <a:pt x="661" y="741"/>
                    </a:lnTo>
                    <a:lnTo>
                      <a:pt x="662" y="737"/>
                    </a:lnTo>
                    <a:lnTo>
                      <a:pt x="662" y="376"/>
                    </a:lnTo>
                    <a:lnTo>
                      <a:pt x="661" y="373"/>
                    </a:lnTo>
                    <a:lnTo>
                      <a:pt x="660" y="370"/>
                    </a:lnTo>
                    <a:lnTo>
                      <a:pt x="659" y="368"/>
                    </a:lnTo>
                    <a:lnTo>
                      <a:pt x="657" y="366"/>
                    </a:lnTo>
                    <a:lnTo>
                      <a:pt x="655" y="364"/>
                    </a:lnTo>
                    <a:lnTo>
                      <a:pt x="652" y="362"/>
                    </a:lnTo>
                    <a:lnTo>
                      <a:pt x="649" y="361"/>
                    </a:lnTo>
                    <a:lnTo>
                      <a:pt x="647" y="361"/>
                    </a:lnTo>
                    <a:lnTo>
                      <a:pt x="541" y="361"/>
                    </a:lnTo>
                    <a:lnTo>
                      <a:pt x="541" y="165"/>
                    </a:lnTo>
                    <a:lnTo>
                      <a:pt x="541" y="163"/>
                    </a:lnTo>
                    <a:lnTo>
                      <a:pt x="540" y="160"/>
                    </a:lnTo>
                    <a:lnTo>
                      <a:pt x="539" y="158"/>
                    </a:lnTo>
                    <a:lnTo>
                      <a:pt x="537" y="155"/>
                    </a:lnTo>
                    <a:lnTo>
                      <a:pt x="535" y="154"/>
                    </a:lnTo>
                    <a:lnTo>
                      <a:pt x="532" y="152"/>
                    </a:lnTo>
                    <a:lnTo>
                      <a:pt x="529" y="151"/>
                    </a:lnTo>
                    <a:lnTo>
                      <a:pt x="526" y="150"/>
                    </a:lnTo>
                    <a:lnTo>
                      <a:pt x="256" y="150"/>
                    </a:lnTo>
                    <a:lnTo>
                      <a:pt x="253" y="151"/>
                    </a:lnTo>
                    <a:lnTo>
                      <a:pt x="250" y="151"/>
                    </a:lnTo>
                    <a:lnTo>
                      <a:pt x="247" y="154"/>
                    </a:lnTo>
                    <a:lnTo>
                      <a:pt x="245" y="155"/>
                    </a:lnTo>
                    <a:lnTo>
                      <a:pt x="243" y="158"/>
                    </a:lnTo>
                    <a:lnTo>
                      <a:pt x="242" y="160"/>
                    </a:lnTo>
                    <a:lnTo>
                      <a:pt x="241" y="163"/>
                    </a:lnTo>
                    <a:lnTo>
                      <a:pt x="241" y="165"/>
                    </a:lnTo>
                    <a:lnTo>
                      <a:pt x="241" y="376"/>
                    </a:lnTo>
                    <a:lnTo>
                      <a:pt x="241" y="683"/>
                    </a:lnTo>
                    <a:lnTo>
                      <a:pt x="235" y="675"/>
                    </a:lnTo>
                    <a:lnTo>
                      <a:pt x="228" y="669"/>
                    </a:lnTo>
                    <a:lnTo>
                      <a:pt x="221" y="662"/>
                    </a:lnTo>
                    <a:lnTo>
                      <a:pt x="213" y="657"/>
                    </a:lnTo>
                    <a:lnTo>
                      <a:pt x="206" y="652"/>
                    </a:lnTo>
                    <a:lnTo>
                      <a:pt x="198" y="647"/>
                    </a:lnTo>
                    <a:lnTo>
                      <a:pt x="190" y="643"/>
                    </a:lnTo>
                    <a:lnTo>
                      <a:pt x="180" y="640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7"/>
                    </a:lnTo>
                    <a:lnTo>
                      <a:pt x="176" y="5"/>
                    </a:lnTo>
                    <a:lnTo>
                      <a:pt x="174" y="3"/>
                    </a:lnTo>
                    <a:lnTo>
                      <a:pt x="171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75" y="0"/>
                    </a:lnTo>
                    <a:lnTo>
                      <a:pt x="72" y="0"/>
                    </a:lnTo>
                    <a:lnTo>
                      <a:pt x="70" y="1"/>
                    </a:lnTo>
                    <a:lnTo>
                      <a:pt x="66" y="3"/>
                    </a:lnTo>
                    <a:lnTo>
                      <a:pt x="64" y="5"/>
                    </a:lnTo>
                    <a:lnTo>
                      <a:pt x="63" y="7"/>
                    </a:lnTo>
                    <a:lnTo>
                      <a:pt x="61" y="10"/>
                    </a:lnTo>
                    <a:lnTo>
                      <a:pt x="60" y="12"/>
                    </a:lnTo>
                    <a:lnTo>
                      <a:pt x="60" y="15"/>
                    </a:lnTo>
                    <a:lnTo>
                      <a:pt x="60" y="19"/>
                    </a:lnTo>
                    <a:lnTo>
                      <a:pt x="61" y="22"/>
                    </a:lnTo>
                    <a:lnTo>
                      <a:pt x="63" y="24"/>
                    </a:lnTo>
                    <a:lnTo>
                      <a:pt x="64" y="26"/>
                    </a:lnTo>
                    <a:lnTo>
                      <a:pt x="66" y="28"/>
                    </a:lnTo>
                    <a:lnTo>
                      <a:pt x="70" y="29"/>
                    </a:lnTo>
                    <a:lnTo>
                      <a:pt x="72" y="30"/>
                    </a:lnTo>
                    <a:lnTo>
                      <a:pt x="75" y="30"/>
                    </a:lnTo>
                    <a:lnTo>
                      <a:pt x="150" y="30"/>
                    </a:lnTo>
                    <a:lnTo>
                      <a:pt x="150" y="632"/>
                    </a:lnTo>
                    <a:lnTo>
                      <a:pt x="142" y="632"/>
                    </a:lnTo>
                    <a:lnTo>
                      <a:pt x="135" y="632"/>
                    </a:lnTo>
                    <a:lnTo>
                      <a:pt x="121" y="632"/>
                    </a:lnTo>
                    <a:lnTo>
                      <a:pt x="108" y="635"/>
                    </a:lnTo>
                    <a:lnTo>
                      <a:pt x="95" y="638"/>
                    </a:lnTo>
                    <a:lnTo>
                      <a:pt x="82" y="642"/>
                    </a:lnTo>
                    <a:lnTo>
                      <a:pt x="71" y="648"/>
                    </a:lnTo>
                    <a:lnTo>
                      <a:pt x="60" y="655"/>
                    </a:lnTo>
                    <a:lnTo>
                      <a:pt x="49" y="662"/>
                    </a:lnTo>
                    <a:lnTo>
                      <a:pt x="40" y="672"/>
                    </a:lnTo>
                    <a:lnTo>
                      <a:pt x="31" y="682"/>
                    </a:lnTo>
                    <a:lnTo>
                      <a:pt x="24" y="691"/>
                    </a:lnTo>
                    <a:lnTo>
                      <a:pt x="16" y="703"/>
                    </a:lnTo>
                    <a:lnTo>
                      <a:pt x="11" y="715"/>
                    </a:lnTo>
                    <a:lnTo>
                      <a:pt x="6" y="727"/>
                    </a:lnTo>
                    <a:lnTo>
                      <a:pt x="3" y="740"/>
                    </a:lnTo>
                    <a:lnTo>
                      <a:pt x="1" y="753"/>
                    </a:lnTo>
                    <a:lnTo>
                      <a:pt x="0" y="767"/>
                    </a:lnTo>
                    <a:lnTo>
                      <a:pt x="1" y="781"/>
                    </a:lnTo>
                    <a:lnTo>
                      <a:pt x="3" y="794"/>
                    </a:lnTo>
                    <a:lnTo>
                      <a:pt x="6" y="807"/>
                    </a:lnTo>
                    <a:lnTo>
                      <a:pt x="11" y="820"/>
                    </a:lnTo>
                    <a:lnTo>
                      <a:pt x="16" y="832"/>
                    </a:lnTo>
                    <a:lnTo>
                      <a:pt x="24" y="842"/>
                    </a:lnTo>
                    <a:lnTo>
                      <a:pt x="31" y="853"/>
                    </a:lnTo>
                    <a:lnTo>
                      <a:pt x="40" y="863"/>
                    </a:lnTo>
                    <a:lnTo>
                      <a:pt x="49" y="871"/>
                    </a:lnTo>
                    <a:lnTo>
                      <a:pt x="60" y="880"/>
                    </a:lnTo>
                    <a:lnTo>
                      <a:pt x="71" y="886"/>
                    </a:lnTo>
                    <a:lnTo>
                      <a:pt x="82" y="892"/>
                    </a:lnTo>
                    <a:lnTo>
                      <a:pt x="95" y="896"/>
                    </a:lnTo>
                    <a:lnTo>
                      <a:pt x="108" y="900"/>
                    </a:lnTo>
                    <a:lnTo>
                      <a:pt x="121" y="902"/>
                    </a:lnTo>
                    <a:lnTo>
                      <a:pt x="135" y="902"/>
                    </a:lnTo>
                    <a:lnTo>
                      <a:pt x="144" y="902"/>
                    </a:lnTo>
                    <a:lnTo>
                      <a:pt x="152" y="901"/>
                    </a:lnTo>
                    <a:lnTo>
                      <a:pt x="161" y="900"/>
                    </a:lnTo>
                    <a:lnTo>
                      <a:pt x="169" y="898"/>
                    </a:lnTo>
                    <a:lnTo>
                      <a:pt x="185" y="893"/>
                    </a:lnTo>
                    <a:lnTo>
                      <a:pt x="200" y="886"/>
                    </a:lnTo>
                    <a:lnTo>
                      <a:pt x="214" y="878"/>
                    </a:lnTo>
                    <a:lnTo>
                      <a:pt x="226" y="867"/>
                    </a:lnTo>
                    <a:lnTo>
                      <a:pt x="238" y="855"/>
                    </a:lnTo>
                    <a:lnTo>
                      <a:pt x="247" y="842"/>
                    </a:lnTo>
                    <a:lnTo>
                      <a:pt x="611" y="842"/>
                    </a:lnTo>
                    <a:lnTo>
                      <a:pt x="666" y="898"/>
                    </a:lnTo>
                    <a:lnTo>
                      <a:pt x="668" y="900"/>
                    </a:lnTo>
                    <a:lnTo>
                      <a:pt x="671" y="901"/>
                    </a:lnTo>
                    <a:lnTo>
                      <a:pt x="674" y="902"/>
                    </a:lnTo>
                    <a:lnTo>
                      <a:pt x="677" y="902"/>
                    </a:lnTo>
                    <a:lnTo>
                      <a:pt x="679" y="902"/>
                    </a:lnTo>
                    <a:lnTo>
                      <a:pt x="682" y="901"/>
                    </a:lnTo>
                    <a:lnTo>
                      <a:pt x="685" y="900"/>
                    </a:lnTo>
                    <a:lnTo>
                      <a:pt x="688" y="898"/>
                    </a:lnTo>
                    <a:lnTo>
                      <a:pt x="689" y="896"/>
                    </a:lnTo>
                    <a:lnTo>
                      <a:pt x="691" y="893"/>
                    </a:lnTo>
                    <a:lnTo>
                      <a:pt x="691" y="891"/>
                    </a:lnTo>
                    <a:lnTo>
                      <a:pt x="692" y="887"/>
                    </a:lnTo>
                    <a:lnTo>
                      <a:pt x="691" y="884"/>
                    </a:lnTo>
                    <a:lnTo>
                      <a:pt x="691" y="882"/>
                    </a:lnTo>
                    <a:lnTo>
                      <a:pt x="689" y="879"/>
                    </a:lnTo>
                    <a:lnTo>
                      <a:pt x="688" y="877"/>
                    </a:lnTo>
                    <a:lnTo>
                      <a:pt x="688" y="8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76" name="Freeform 228">
                <a:extLst>
                  <a:ext uri="{FF2B5EF4-FFF2-40B4-BE49-F238E27FC236}">
                    <a16:creationId xmlns:a16="http://schemas.microsoft.com/office/drawing/2014/main" id="{67A66388-39DD-1E68-3645-C781B857F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2888" y="2709863"/>
                <a:ext cx="42863" cy="9525"/>
              </a:xfrm>
              <a:custGeom>
                <a:avLst/>
                <a:gdLst>
                  <a:gd name="T0" fmla="*/ 0 w 135"/>
                  <a:gd name="T1" fmla="*/ 15 h 30"/>
                  <a:gd name="T2" fmla="*/ 0 w 135"/>
                  <a:gd name="T3" fmla="*/ 18 h 30"/>
                  <a:gd name="T4" fmla="*/ 1 w 135"/>
                  <a:gd name="T5" fmla="*/ 21 h 30"/>
                  <a:gd name="T6" fmla="*/ 3 w 135"/>
                  <a:gd name="T7" fmla="*/ 23 h 30"/>
                  <a:gd name="T8" fmla="*/ 4 w 135"/>
                  <a:gd name="T9" fmla="*/ 26 h 30"/>
                  <a:gd name="T10" fmla="*/ 6 w 135"/>
                  <a:gd name="T11" fmla="*/ 27 h 30"/>
                  <a:gd name="T12" fmla="*/ 10 w 135"/>
                  <a:gd name="T13" fmla="*/ 29 h 30"/>
                  <a:gd name="T14" fmla="*/ 12 w 135"/>
                  <a:gd name="T15" fmla="*/ 29 h 30"/>
                  <a:gd name="T16" fmla="*/ 15 w 135"/>
                  <a:gd name="T17" fmla="*/ 30 h 30"/>
                  <a:gd name="T18" fmla="*/ 120 w 135"/>
                  <a:gd name="T19" fmla="*/ 30 h 30"/>
                  <a:gd name="T20" fmla="*/ 123 w 135"/>
                  <a:gd name="T21" fmla="*/ 29 h 30"/>
                  <a:gd name="T22" fmla="*/ 126 w 135"/>
                  <a:gd name="T23" fmla="*/ 28 h 30"/>
                  <a:gd name="T24" fmla="*/ 129 w 135"/>
                  <a:gd name="T25" fmla="*/ 27 h 30"/>
                  <a:gd name="T26" fmla="*/ 131 w 135"/>
                  <a:gd name="T27" fmla="*/ 26 h 30"/>
                  <a:gd name="T28" fmla="*/ 133 w 135"/>
                  <a:gd name="T29" fmla="*/ 23 h 30"/>
                  <a:gd name="T30" fmla="*/ 134 w 135"/>
                  <a:gd name="T31" fmla="*/ 21 h 30"/>
                  <a:gd name="T32" fmla="*/ 135 w 135"/>
                  <a:gd name="T33" fmla="*/ 18 h 30"/>
                  <a:gd name="T34" fmla="*/ 135 w 135"/>
                  <a:gd name="T35" fmla="*/ 15 h 30"/>
                  <a:gd name="T36" fmla="*/ 135 w 135"/>
                  <a:gd name="T37" fmla="*/ 12 h 30"/>
                  <a:gd name="T38" fmla="*/ 134 w 135"/>
                  <a:gd name="T39" fmla="*/ 9 h 30"/>
                  <a:gd name="T40" fmla="*/ 133 w 135"/>
                  <a:gd name="T41" fmla="*/ 7 h 30"/>
                  <a:gd name="T42" fmla="*/ 131 w 135"/>
                  <a:gd name="T43" fmla="*/ 5 h 30"/>
                  <a:gd name="T44" fmla="*/ 129 w 135"/>
                  <a:gd name="T45" fmla="*/ 3 h 30"/>
                  <a:gd name="T46" fmla="*/ 126 w 135"/>
                  <a:gd name="T47" fmla="*/ 1 h 30"/>
                  <a:gd name="T48" fmla="*/ 123 w 135"/>
                  <a:gd name="T49" fmla="*/ 0 h 30"/>
                  <a:gd name="T50" fmla="*/ 120 w 135"/>
                  <a:gd name="T51" fmla="*/ 0 h 30"/>
                  <a:gd name="T52" fmla="*/ 15 w 135"/>
                  <a:gd name="T53" fmla="*/ 0 h 30"/>
                  <a:gd name="T54" fmla="*/ 12 w 135"/>
                  <a:gd name="T55" fmla="*/ 0 h 30"/>
                  <a:gd name="T56" fmla="*/ 10 w 135"/>
                  <a:gd name="T57" fmla="*/ 1 h 30"/>
                  <a:gd name="T58" fmla="*/ 6 w 135"/>
                  <a:gd name="T59" fmla="*/ 3 h 30"/>
                  <a:gd name="T60" fmla="*/ 4 w 135"/>
                  <a:gd name="T61" fmla="*/ 5 h 30"/>
                  <a:gd name="T62" fmla="*/ 3 w 135"/>
                  <a:gd name="T63" fmla="*/ 7 h 30"/>
                  <a:gd name="T64" fmla="*/ 1 w 135"/>
                  <a:gd name="T65" fmla="*/ 9 h 30"/>
                  <a:gd name="T66" fmla="*/ 0 w 135"/>
                  <a:gd name="T67" fmla="*/ 12 h 30"/>
                  <a:gd name="T68" fmla="*/ 0 w 135"/>
                  <a:gd name="T69" fmla="*/ 15 h 30"/>
                  <a:gd name="T70" fmla="*/ 0 w 135"/>
                  <a:gd name="T71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35" h="30">
                    <a:moveTo>
                      <a:pt x="0" y="15"/>
                    </a:move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20" y="30"/>
                    </a:lnTo>
                    <a:lnTo>
                      <a:pt x="123" y="29"/>
                    </a:lnTo>
                    <a:lnTo>
                      <a:pt x="126" y="28"/>
                    </a:lnTo>
                    <a:lnTo>
                      <a:pt x="129" y="27"/>
                    </a:lnTo>
                    <a:lnTo>
                      <a:pt x="131" y="26"/>
                    </a:lnTo>
                    <a:lnTo>
                      <a:pt x="133" y="23"/>
                    </a:lnTo>
                    <a:lnTo>
                      <a:pt x="134" y="21"/>
                    </a:lnTo>
                    <a:lnTo>
                      <a:pt x="135" y="18"/>
                    </a:lnTo>
                    <a:lnTo>
                      <a:pt x="135" y="15"/>
                    </a:lnTo>
                    <a:lnTo>
                      <a:pt x="135" y="12"/>
                    </a:lnTo>
                    <a:lnTo>
                      <a:pt x="134" y="9"/>
                    </a:lnTo>
                    <a:lnTo>
                      <a:pt x="133" y="7"/>
                    </a:lnTo>
                    <a:lnTo>
                      <a:pt x="131" y="5"/>
                    </a:lnTo>
                    <a:lnTo>
                      <a:pt x="129" y="3"/>
                    </a:lnTo>
                    <a:lnTo>
                      <a:pt x="126" y="1"/>
                    </a:lnTo>
                    <a:lnTo>
                      <a:pt x="123" y="0"/>
                    </a:lnTo>
                    <a:lnTo>
                      <a:pt x="120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77" name="Freeform 229">
                <a:extLst>
                  <a:ext uri="{FF2B5EF4-FFF2-40B4-BE49-F238E27FC236}">
                    <a16:creationId xmlns:a16="http://schemas.microsoft.com/office/drawing/2014/main" id="{C81D012B-C4A0-E459-BFC0-CDF90CE2C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0500" y="2593975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9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9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0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0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0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0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3A373B06-0BF2-D224-A229-562E752FF6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9406" y="2988502"/>
              <a:ext cx="515052" cy="515052"/>
            </a:xfrm>
            <a:custGeom>
              <a:avLst/>
              <a:gdLst>
                <a:gd name="T0" fmla="*/ 586 w 760"/>
                <a:gd name="T1" fmla="*/ 675 h 759"/>
                <a:gd name="T2" fmla="*/ 574 w 760"/>
                <a:gd name="T3" fmla="*/ 724 h 759"/>
                <a:gd name="T4" fmla="*/ 507 w 760"/>
                <a:gd name="T5" fmla="*/ 649 h 759"/>
                <a:gd name="T6" fmla="*/ 513 w 760"/>
                <a:gd name="T7" fmla="*/ 569 h 759"/>
                <a:gd name="T8" fmla="*/ 574 w 760"/>
                <a:gd name="T9" fmla="*/ 511 h 759"/>
                <a:gd name="T10" fmla="*/ 657 w 760"/>
                <a:gd name="T11" fmla="*/ 509 h 759"/>
                <a:gd name="T12" fmla="*/ 730 w 760"/>
                <a:gd name="T13" fmla="*/ 587 h 759"/>
                <a:gd name="T14" fmla="*/ 258 w 760"/>
                <a:gd name="T15" fmla="*/ 616 h 759"/>
                <a:gd name="T16" fmla="*/ 231 w 760"/>
                <a:gd name="T17" fmla="*/ 694 h 759"/>
                <a:gd name="T18" fmla="*/ 132 w 760"/>
                <a:gd name="T19" fmla="*/ 734 h 759"/>
                <a:gd name="T20" fmla="*/ 171 w 760"/>
                <a:gd name="T21" fmla="*/ 587 h 759"/>
                <a:gd name="T22" fmla="*/ 36 w 760"/>
                <a:gd name="T23" fmla="*/ 573 h 759"/>
                <a:gd name="T24" fmla="*/ 130 w 760"/>
                <a:gd name="T25" fmla="*/ 503 h 759"/>
                <a:gd name="T26" fmla="*/ 509 w 760"/>
                <a:gd name="T27" fmla="*/ 201 h 759"/>
                <a:gd name="T28" fmla="*/ 503 w 760"/>
                <a:gd name="T29" fmla="*/ 136 h 759"/>
                <a:gd name="T30" fmla="*/ 537 w 760"/>
                <a:gd name="T31" fmla="*/ 59 h 759"/>
                <a:gd name="T32" fmla="*/ 643 w 760"/>
                <a:gd name="T33" fmla="*/ 28 h 759"/>
                <a:gd name="T34" fmla="*/ 599 w 760"/>
                <a:gd name="T35" fmla="*/ 179 h 759"/>
                <a:gd name="T36" fmla="*/ 719 w 760"/>
                <a:gd name="T37" fmla="*/ 200 h 759"/>
                <a:gd name="T38" fmla="*/ 619 w 760"/>
                <a:gd name="T39" fmla="*/ 257 h 759"/>
                <a:gd name="T40" fmla="*/ 249 w 760"/>
                <a:gd name="T41" fmla="*/ 562 h 759"/>
                <a:gd name="T42" fmla="*/ 170 w 760"/>
                <a:gd name="T43" fmla="*/ 254 h 759"/>
                <a:gd name="T44" fmla="*/ 87 w 760"/>
                <a:gd name="T45" fmla="*/ 244 h 759"/>
                <a:gd name="T46" fmla="*/ 26 w 760"/>
                <a:gd name="T47" fmla="*/ 147 h 759"/>
                <a:gd name="T48" fmla="*/ 180 w 760"/>
                <a:gd name="T49" fmla="*/ 166 h 759"/>
                <a:gd name="T50" fmla="*/ 175 w 760"/>
                <a:gd name="T51" fmla="*/ 30 h 759"/>
                <a:gd name="T52" fmla="*/ 251 w 760"/>
                <a:gd name="T53" fmla="*/ 102 h 759"/>
                <a:gd name="T54" fmla="*/ 248 w 760"/>
                <a:gd name="T55" fmla="*/ 187 h 759"/>
                <a:gd name="T56" fmla="*/ 703 w 760"/>
                <a:gd name="T57" fmla="*/ 505 h 759"/>
                <a:gd name="T58" fmla="*/ 611 w 760"/>
                <a:gd name="T59" fmla="*/ 477 h 759"/>
                <a:gd name="T60" fmla="*/ 619 w 760"/>
                <a:gd name="T61" fmla="*/ 283 h 759"/>
                <a:gd name="T62" fmla="*/ 732 w 760"/>
                <a:gd name="T63" fmla="*/ 225 h 759"/>
                <a:gd name="T64" fmla="*/ 759 w 760"/>
                <a:gd name="T65" fmla="*/ 129 h 759"/>
                <a:gd name="T66" fmla="*/ 732 w 760"/>
                <a:gd name="T67" fmla="*/ 82 h 759"/>
                <a:gd name="T68" fmla="*/ 682 w 760"/>
                <a:gd name="T69" fmla="*/ 22 h 759"/>
                <a:gd name="T70" fmla="*/ 591 w 760"/>
                <a:gd name="T71" fmla="*/ 3 h 759"/>
                <a:gd name="T72" fmla="*/ 495 w 760"/>
                <a:gd name="T73" fmla="*/ 73 h 759"/>
                <a:gd name="T74" fmla="*/ 480 w 760"/>
                <a:gd name="T75" fmla="*/ 169 h 759"/>
                <a:gd name="T76" fmla="*/ 283 w 760"/>
                <a:gd name="T77" fmla="*/ 129 h 759"/>
                <a:gd name="T78" fmla="*/ 242 w 760"/>
                <a:gd name="T79" fmla="*/ 42 h 759"/>
                <a:gd name="T80" fmla="*/ 149 w 760"/>
                <a:gd name="T81" fmla="*/ 0 h 759"/>
                <a:gd name="T82" fmla="*/ 82 w 760"/>
                <a:gd name="T83" fmla="*/ 22 h 759"/>
                <a:gd name="T84" fmla="*/ 28 w 760"/>
                <a:gd name="T85" fmla="*/ 82 h 759"/>
                <a:gd name="T86" fmla="*/ 1 w 760"/>
                <a:gd name="T87" fmla="*/ 129 h 759"/>
                <a:gd name="T88" fmla="*/ 28 w 760"/>
                <a:gd name="T89" fmla="*/ 227 h 759"/>
                <a:gd name="T90" fmla="*/ 111 w 760"/>
                <a:gd name="T91" fmla="*/ 281 h 759"/>
                <a:gd name="T92" fmla="*/ 189 w 760"/>
                <a:gd name="T93" fmla="*/ 485 h 759"/>
                <a:gd name="T94" fmla="*/ 64 w 760"/>
                <a:gd name="T95" fmla="*/ 501 h 759"/>
                <a:gd name="T96" fmla="*/ 3 w 760"/>
                <a:gd name="T97" fmla="*/ 592 h 759"/>
                <a:gd name="T98" fmla="*/ 16 w 760"/>
                <a:gd name="T99" fmla="*/ 678 h 759"/>
                <a:gd name="T100" fmla="*/ 86 w 760"/>
                <a:gd name="T101" fmla="*/ 727 h 759"/>
                <a:gd name="T102" fmla="*/ 116 w 760"/>
                <a:gd name="T103" fmla="*/ 757 h 759"/>
                <a:gd name="T104" fmla="*/ 232 w 760"/>
                <a:gd name="T105" fmla="*/ 727 h 759"/>
                <a:gd name="T106" fmla="*/ 282 w 760"/>
                <a:gd name="T107" fmla="*/ 640 h 759"/>
                <a:gd name="T108" fmla="*/ 482 w 760"/>
                <a:gd name="T109" fmla="*/ 581 h 759"/>
                <a:gd name="T110" fmla="*/ 491 w 760"/>
                <a:gd name="T111" fmla="*/ 678 h 759"/>
                <a:gd name="T112" fmla="*/ 578 w 760"/>
                <a:gd name="T113" fmla="*/ 754 h 759"/>
                <a:gd name="T114" fmla="*/ 681 w 760"/>
                <a:gd name="T115" fmla="*/ 742 h 759"/>
                <a:gd name="T116" fmla="*/ 730 w 760"/>
                <a:gd name="T117" fmla="*/ 679 h 759"/>
                <a:gd name="T118" fmla="*/ 758 w 760"/>
                <a:gd name="T119" fmla="*/ 642 h 759"/>
                <a:gd name="T120" fmla="*/ 739 w 760"/>
                <a:gd name="T121" fmla="*/ 544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60" h="759">
                  <a:moveTo>
                    <a:pt x="731" y="642"/>
                  </a:moveTo>
                  <a:lnTo>
                    <a:pt x="685" y="591"/>
                  </a:lnTo>
                  <a:lnTo>
                    <a:pt x="681" y="588"/>
                  </a:lnTo>
                  <a:lnTo>
                    <a:pt x="676" y="586"/>
                  </a:lnTo>
                  <a:lnTo>
                    <a:pt x="599" y="586"/>
                  </a:lnTo>
                  <a:lnTo>
                    <a:pt x="594" y="587"/>
                  </a:lnTo>
                  <a:lnTo>
                    <a:pt x="590" y="590"/>
                  </a:lnTo>
                  <a:lnTo>
                    <a:pt x="588" y="594"/>
                  </a:lnTo>
                  <a:lnTo>
                    <a:pt x="586" y="598"/>
                  </a:lnTo>
                  <a:lnTo>
                    <a:pt x="586" y="675"/>
                  </a:lnTo>
                  <a:lnTo>
                    <a:pt x="586" y="678"/>
                  </a:lnTo>
                  <a:lnTo>
                    <a:pt x="588" y="680"/>
                  </a:lnTo>
                  <a:lnTo>
                    <a:pt x="589" y="683"/>
                  </a:lnTo>
                  <a:lnTo>
                    <a:pt x="591" y="685"/>
                  </a:lnTo>
                  <a:lnTo>
                    <a:pt x="643" y="732"/>
                  </a:lnTo>
                  <a:lnTo>
                    <a:pt x="629" y="734"/>
                  </a:lnTo>
                  <a:lnTo>
                    <a:pt x="615" y="734"/>
                  </a:lnTo>
                  <a:lnTo>
                    <a:pt x="600" y="733"/>
                  </a:lnTo>
                  <a:lnTo>
                    <a:pt x="586" y="729"/>
                  </a:lnTo>
                  <a:lnTo>
                    <a:pt x="574" y="724"/>
                  </a:lnTo>
                  <a:lnTo>
                    <a:pt x="561" y="718"/>
                  </a:lnTo>
                  <a:lnTo>
                    <a:pt x="548" y="710"/>
                  </a:lnTo>
                  <a:lnTo>
                    <a:pt x="537" y="700"/>
                  </a:lnTo>
                  <a:lnTo>
                    <a:pt x="531" y="694"/>
                  </a:lnTo>
                  <a:lnTo>
                    <a:pt x="525" y="688"/>
                  </a:lnTo>
                  <a:lnTo>
                    <a:pt x="521" y="680"/>
                  </a:lnTo>
                  <a:lnTo>
                    <a:pt x="517" y="673"/>
                  </a:lnTo>
                  <a:lnTo>
                    <a:pt x="512" y="665"/>
                  </a:lnTo>
                  <a:lnTo>
                    <a:pt x="509" y="657"/>
                  </a:lnTo>
                  <a:lnTo>
                    <a:pt x="507" y="649"/>
                  </a:lnTo>
                  <a:lnTo>
                    <a:pt x="505" y="640"/>
                  </a:lnTo>
                  <a:lnTo>
                    <a:pt x="504" y="633"/>
                  </a:lnTo>
                  <a:lnTo>
                    <a:pt x="504" y="624"/>
                  </a:lnTo>
                  <a:lnTo>
                    <a:pt x="503" y="616"/>
                  </a:lnTo>
                  <a:lnTo>
                    <a:pt x="504" y="607"/>
                  </a:lnTo>
                  <a:lnTo>
                    <a:pt x="505" y="598"/>
                  </a:lnTo>
                  <a:lnTo>
                    <a:pt x="507" y="590"/>
                  </a:lnTo>
                  <a:lnTo>
                    <a:pt x="509" y="581"/>
                  </a:lnTo>
                  <a:lnTo>
                    <a:pt x="512" y="573"/>
                  </a:lnTo>
                  <a:lnTo>
                    <a:pt x="513" y="569"/>
                  </a:lnTo>
                  <a:lnTo>
                    <a:pt x="513" y="566"/>
                  </a:lnTo>
                  <a:lnTo>
                    <a:pt x="512" y="562"/>
                  </a:lnTo>
                  <a:lnTo>
                    <a:pt x="509" y="559"/>
                  </a:lnTo>
                  <a:lnTo>
                    <a:pt x="399" y="448"/>
                  </a:lnTo>
                  <a:lnTo>
                    <a:pt x="449" y="399"/>
                  </a:lnTo>
                  <a:lnTo>
                    <a:pt x="560" y="509"/>
                  </a:lnTo>
                  <a:lnTo>
                    <a:pt x="563" y="511"/>
                  </a:lnTo>
                  <a:lnTo>
                    <a:pt x="566" y="513"/>
                  </a:lnTo>
                  <a:lnTo>
                    <a:pt x="570" y="513"/>
                  </a:lnTo>
                  <a:lnTo>
                    <a:pt x="574" y="511"/>
                  </a:lnTo>
                  <a:lnTo>
                    <a:pt x="582" y="508"/>
                  </a:lnTo>
                  <a:lnTo>
                    <a:pt x="591" y="506"/>
                  </a:lnTo>
                  <a:lnTo>
                    <a:pt x="598" y="505"/>
                  </a:lnTo>
                  <a:lnTo>
                    <a:pt x="607" y="503"/>
                  </a:lnTo>
                  <a:lnTo>
                    <a:pt x="615" y="503"/>
                  </a:lnTo>
                  <a:lnTo>
                    <a:pt x="624" y="503"/>
                  </a:lnTo>
                  <a:lnTo>
                    <a:pt x="633" y="504"/>
                  </a:lnTo>
                  <a:lnTo>
                    <a:pt x="641" y="505"/>
                  </a:lnTo>
                  <a:lnTo>
                    <a:pt x="649" y="507"/>
                  </a:lnTo>
                  <a:lnTo>
                    <a:pt x="657" y="509"/>
                  </a:lnTo>
                  <a:lnTo>
                    <a:pt x="665" y="513"/>
                  </a:lnTo>
                  <a:lnTo>
                    <a:pt x="672" y="516"/>
                  </a:lnTo>
                  <a:lnTo>
                    <a:pt x="680" y="520"/>
                  </a:lnTo>
                  <a:lnTo>
                    <a:pt x="687" y="525"/>
                  </a:lnTo>
                  <a:lnTo>
                    <a:pt x="694" y="531"/>
                  </a:lnTo>
                  <a:lnTo>
                    <a:pt x="700" y="537"/>
                  </a:lnTo>
                  <a:lnTo>
                    <a:pt x="711" y="548"/>
                  </a:lnTo>
                  <a:lnTo>
                    <a:pt x="719" y="560"/>
                  </a:lnTo>
                  <a:lnTo>
                    <a:pt x="725" y="573"/>
                  </a:lnTo>
                  <a:lnTo>
                    <a:pt x="730" y="587"/>
                  </a:lnTo>
                  <a:lnTo>
                    <a:pt x="734" y="600"/>
                  </a:lnTo>
                  <a:lnTo>
                    <a:pt x="735" y="615"/>
                  </a:lnTo>
                  <a:lnTo>
                    <a:pt x="735" y="628"/>
                  </a:lnTo>
                  <a:lnTo>
                    <a:pt x="731" y="642"/>
                  </a:lnTo>
                  <a:close/>
                  <a:moveTo>
                    <a:pt x="248" y="573"/>
                  </a:moveTo>
                  <a:lnTo>
                    <a:pt x="251" y="581"/>
                  </a:lnTo>
                  <a:lnTo>
                    <a:pt x="254" y="590"/>
                  </a:lnTo>
                  <a:lnTo>
                    <a:pt x="256" y="598"/>
                  </a:lnTo>
                  <a:lnTo>
                    <a:pt x="257" y="607"/>
                  </a:lnTo>
                  <a:lnTo>
                    <a:pt x="258" y="616"/>
                  </a:lnTo>
                  <a:lnTo>
                    <a:pt x="258" y="624"/>
                  </a:lnTo>
                  <a:lnTo>
                    <a:pt x="257" y="633"/>
                  </a:lnTo>
                  <a:lnTo>
                    <a:pt x="256" y="640"/>
                  </a:lnTo>
                  <a:lnTo>
                    <a:pt x="255" y="649"/>
                  </a:lnTo>
                  <a:lnTo>
                    <a:pt x="251" y="657"/>
                  </a:lnTo>
                  <a:lnTo>
                    <a:pt x="248" y="665"/>
                  </a:lnTo>
                  <a:lnTo>
                    <a:pt x="245" y="673"/>
                  </a:lnTo>
                  <a:lnTo>
                    <a:pt x="241" y="680"/>
                  </a:lnTo>
                  <a:lnTo>
                    <a:pt x="236" y="688"/>
                  </a:lnTo>
                  <a:lnTo>
                    <a:pt x="231" y="694"/>
                  </a:lnTo>
                  <a:lnTo>
                    <a:pt x="225" y="700"/>
                  </a:lnTo>
                  <a:lnTo>
                    <a:pt x="216" y="708"/>
                  </a:lnTo>
                  <a:lnTo>
                    <a:pt x="207" y="714"/>
                  </a:lnTo>
                  <a:lnTo>
                    <a:pt x="198" y="721"/>
                  </a:lnTo>
                  <a:lnTo>
                    <a:pt x="188" y="725"/>
                  </a:lnTo>
                  <a:lnTo>
                    <a:pt x="177" y="729"/>
                  </a:lnTo>
                  <a:lnTo>
                    <a:pt x="167" y="733"/>
                  </a:lnTo>
                  <a:lnTo>
                    <a:pt x="155" y="734"/>
                  </a:lnTo>
                  <a:lnTo>
                    <a:pt x="144" y="735"/>
                  </a:lnTo>
                  <a:lnTo>
                    <a:pt x="132" y="734"/>
                  </a:lnTo>
                  <a:lnTo>
                    <a:pt x="119" y="732"/>
                  </a:lnTo>
                  <a:lnTo>
                    <a:pt x="174" y="685"/>
                  </a:lnTo>
                  <a:lnTo>
                    <a:pt x="176" y="683"/>
                  </a:lnTo>
                  <a:lnTo>
                    <a:pt x="177" y="680"/>
                  </a:lnTo>
                  <a:lnTo>
                    <a:pt x="178" y="678"/>
                  </a:lnTo>
                  <a:lnTo>
                    <a:pt x="180" y="675"/>
                  </a:lnTo>
                  <a:lnTo>
                    <a:pt x="180" y="598"/>
                  </a:lnTo>
                  <a:lnTo>
                    <a:pt x="178" y="594"/>
                  </a:lnTo>
                  <a:lnTo>
                    <a:pt x="175" y="590"/>
                  </a:lnTo>
                  <a:lnTo>
                    <a:pt x="171" y="587"/>
                  </a:lnTo>
                  <a:lnTo>
                    <a:pt x="167" y="586"/>
                  </a:lnTo>
                  <a:lnTo>
                    <a:pt x="85" y="586"/>
                  </a:lnTo>
                  <a:lnTo>
                    <a:pt x="80" y="588"/>
                  </a:lnTo>
                  <a:lnTo>
                    <a:pt x="75" y="591"/>
                  </a:lnTo>
                  <a:lnTo>
                    <a:pt x="29" y="642"/>
                  </a:lnTo>
                  <a:lnTo>
                    <a:pt x="27" y="628"/>
                  </a:lnTo>
                  <a:lnTo>
                    <a:pt x="26" y="615"/>
                  </a:lnTo>
                  <a:lnTo>
                    <a:pt x="27" y="600"/>
                  </a:lnTo>
                  <a:lnTo>
                    <a:pt x="30" y="587"/>
                  </a:lnTo>
                  <a:lnTo>
                    <a:pt x="36" y="573"/>
                  </a:lnTo>
                  <a:lnTo>
                    <a:pt x="42" y="560"/>
                  </a:lnTo>
                  <a:lnTo>
                    <a:pt x="51" y="548"/>
                  </a:lnTo>
                  <a:lnTo>
                    <a:pt x="60" y="537"/>
                  </a:lnTo>
                  <a:lnTo>
                    <a:pt x="69" y="529"/>
                  </a:lnTo>
                  <a:lnTo>
                    <a:pt x="78" y="522"/>
                  </a:lnTo>
                  <a:lnTo>
                    <a:pt x="87" y="516"/>
                  </a:lnTo>
                  <a:lnTo>
                    <a:pt x="98" y="511"/>
                  </a:lnTo>
                  <a:lnTo>
                    <a:pt x="108" y="507"/>
                  </a:lnTo>
                  <a:lnTo>
                    <a:pt x="119" y="505"/>
                  </a:lnTo>
                  <a:lnTo>
                    <a:pt x="130" y="503"/>
                  </a:lnTo>
                  <a:lnTo>
                    <a:pt x="142" y="503"/>
                  </a:lnTo>
                  <a:lnTo>
                    <a:pt x="154" y="503"/>
                  </a:lnTo>
                  <a:lnTo>
                    <a:pt x="164" y="505"/>
                  </a:lnTo>
                  <a:lnTo>
                    <a:pt x="176" y="507"/>
                  </a:lnTo>
                  <a:lnTo>
                    <a:pt x="187" y="511"/>
                  </a:lnTo>
                  <a:lnTo>
                    <a:pt x="190" y="513"/>
                  </a:lnTo>
                  <a:lnTo>
                    <a:pt x="195" y="513"/>
                  </a:lnTo>
                  <a:lnTo>
                    <a:pt x="198" y="511"/>
                  </a:lnTo>
                  <a:lnTo>
                    <a:pt x="201" y="509"/>
                  </a:lnTo>
                  <a:lnTo>
                    <a:pt x="509" y="201"/>
                  </a:lnTo>
                  <a:lnTo>
                    <a:pt x="512" y="198"/>
                  </a:lnTo>
                  <a:lnTo>
                    <a:pt x="513" y="194"/>
                  </a:lnTo>
                  <a:lnTo>
                    <a:pt x="513" y="190"/>
                  </a:lnTo>
                  <a:lnTo>
                    <a:pt x="512" y="187"/>
                  </a:lnTo>
                  <a:lnTo>
                    <a:pt x="509" y="179"/>
                  </a:lnTo>
                  <a:lnTo>
                    <a:pt x="507" y="170"/>
                  </a:lnTo>
                  <a:lnTo>
                    <a:pt x="505" y="161"/>
                  </a:lnTo>
                  <a:lnTo>
                    <a:pt x="504" y="153"/>
                  </a:lnTo>
                  <a:lnTo>
                    <a:pt x="503" y="144"/>
                  </a:lnTo>
                  <a:lnTo>
                    <a:pt x="503" y="136"/>
                  </a:lnTo>
                  <a:lnTo>
                    <a:pt x="504" y="127"/>
                  </a:lnTo>
                  <a:lnTo>
                    <a:pt x="505" y="120"/>
                  </a:lnTo>
                  <a:lnTo>
                    <a:pt x="507" y="111"/>
                  </a:lnTo>
                  <a:lnTo>
                    <a:pt x="509" y="102"/>
                  </a:lnTo>
                  <a:lnTo>
                    <a:pt x="512" y="95"/>
                  </a:lnTo>
                  <a:lnTo>
                    <a:pt x="517" y="87"/>
                  </a:lnTo>
                  <a:lnTo>
                    <a:pt x="521" y="80"/>
                  </a:lnTo>
                  <a:lnTo>
                    <a:pt x="525" y="72"/>
                  </a:lnTo>
                  <a:lnTo>
                    <a:pt x="531" y="66"/>
                  </a:lnTo>
                  <a:lnTo>
                    <a:pt x="537" y="59"/>
                  </a:lnTo>
                  <a:lnTo>
                    <a:pt x="546" y="52"/>
                  </a:lnTo>
                  <a:lnTo>
                    <a:pt x="554" y="45"/>
                  </a:lnTo>
                  <a:lnTo>
                    <a:pt x="564" y="39"/>
                  </a:lnTo>
                  <a:lnTo>
                    <a:pt x="575" y="35"/>
                  </a:lnTo>
                  <a:lnTo>
                    <a:pt x="585" y="30"/>
                  </a:lnTo>
                  <a:lnTo>
                    <a:pt x="596" y="27"/>
                  </a:lnTo>
                  <a:lnTo>
                    <a:pt x="607" y="26"/>
                  </a:lnTo>
                  <a:lnTo>
                    <a:pt x="619" y="25"/>
                  </a:lnTo>
                  <a:lnTo>
                    <a:pt x="632" y="26"/>
                  </a:lnTo>
                  <a:lnTo>
                    <a:pt x="643" y="28"/>
                  </a:lnTo>
                  <a:lnTo>
                    <a:pt x="591" y="74"/>
                  </a:lnTo>
                  <a:lnTo>
                    <a:pt x="589" y="77"/>
                  </a:lnTo>
                  <a:lnTo>
                    <a:pt x="588" y="80"/>
                  </a:lnTo>
                  <a:lnTo>
                    <a:pt x="586" y="82"/>
                  </a:lnTo>
                  <a:lnTo>
                    <a:pt x="586" y="85"/>
                  </a:lnTo>
                  <a:lnTo>
                    <a:pt x="586" y="166"/>
                  </a:lnTo>
                  <a:lnTo>
                    <a:pt x="588" y="171"/>
                  </a:lnTo>
                  <a:lnTo>
                    <a:pt x="590" y="174"/>
                  </a:lnTo>
                  <a:lnTo>
                    <a:pt x="594" y="178"/>
                  </a:lnTo>
                  <a:lnTo>
                    <a:pt x="599" y="179"/>
                  </a:lnTo>
                  <a:lnTo>
                    <a:pt x="676" y="179"/>
                  </a:lnTo>
                  <a:lnTo>
                    <a:pt x="681" y="178"/>
                  </a:lnTo>
                  <a:lnTo>
                    <a:pt x="685" y="174"/>
                  </a:lnTo>
                  <a:lnTo>
                    <a:pt x="731" y="120"/>
                  </a:lnTo>
                  <a:lnTo>
                    <a:pt x="735" y="133"/>
                  </a:lnTo>
                  <a:lnTo>
                    <a:pt x="735" y="147"/>
                  </a:lnTo>
                  <a:lnTo>
                    <a:pt x="734" y="161"/>
                  </a:lnTo>
                  <a:lnTo>
                    <a:pt x="730" y="174"/>
                  </a:lnTo>
                  <a:lnTo>
                    <a:pt x="725" y="187"/>
                  </a:lnTo>
                  <a:lnTo>
                    <a:pt x="719" y="200"/>
                  </a:lnTo>
                  <a:lnTo>
                    <a:pt x="711" y="212"/>
                  </a:lnTo>
                  <a:lnTo>
                    <a:pt x="700" y="223"/>
                  </a:lnTo>
                  <a:lnTo>
                    <a:pt x="692" y="231"/>
                  </a:lnTo>
                  <a:lnTo>
                    <a:pt x="683" y="238"/>
                  </a:lnTo>
                  <a:lnTo>
                    <a:pt x="673" y="244"/>
                  </a:lnTo>
                  <a:lnTo>
                    <a:pt x="663" y="248"/>
                  </a:lnTo>
                  <a:lnTo>
                    <a:pt x="653" y="253"/>
                  </a:lnTo>
                  <a:lnTo>
                    <a:pt x="641" y="255"/>
                  </a:lnTo>
                  <a:lnTo>
                    <a:pt x="630" y="257"/>
                  </a:lnTo>
                  <a:lnTo>
                    <a:pt x="619" y="257"/>
                  </a:lnTo>
                  <a:lnTo>
                    <a:pt x="607" y="257"/>
                  </a:lnTo>
                  <a:lnTo>
                    <a:pt x="596" y="255"/>
                  </a:lnTo>
                  <a:lnTo>
                    <a:pt x="584" y="253"/>
                  </a:lnTo>
                  <a:lnTo>
                    <a:pt x="574" y="248"/>
                  </a:lnTo>
                  <a:lnTo>
                    <a:pt x="570" y="247"/>
                  </a:lnTo>
                  <a:lnTo>
                    <a:pt x="566" y="247"/>
                  </a:lnTo>
                  <a:lnTo>
                    <a:pt x="563" y="248"/>
                  </a:lnTo>
                  <a:lnTo>
                    <a:pt x="560" y="251"/>
                  </a:lnTo>
                  <a:lnTo>
                    <a:pt x="251" y="559"/>
                  </a:lnTo>
                  <a:lnTo>
                    <a:pt x="249" y="562"/>
                  </a:lnTo>
                  <a:lnTo>
                    <a:pt x="247" y="566"/>
                  </a:lnTo>
                  <a:lnTo>
                    <a:pt x="247" y="569"/>
                  </a:lnTo>
                  <a:lnTo>
                    <a:pt x="248" y="573"/>
                  </a:lnTo>
                  <a:close/>
                  <a:moveTo>
                    <a:pt x="201" y="251"/>
                  </a:moveTo>
                  <a:lnTo>
                    <a:pt x="198" y="249"/>
                  </a:lnTo>
                  <a:lnTo>
                    <a:pt x="195" y="248"/>
                  </a:lnTo>
                  <a:lnTo>
                    <a:pt x="190" y="247"/>
                  </a:lnTo>
                  <a:lnTo>
                    <a:pt x="187" y="248"/>
                  </a:lnTo>
                  <a:lnTo>
                    <a:pt x="178" y="252"/>
                  </a:lnTo>
                  <a:lnTo>
                    <a:pt x="170" y="254"/>
                  </a:lnTo>
                  <a:lnTo>
                    <a:pt x="162" y="256"/>
                  </a:lnTo>
                  <a:lnTo>
                    <a:pt x="154" y="257"/>
                  </a:lnTo>
                  <a:lnTo>
                    <a:pt x="145" y="258"/>
                  </a:lnTo>
                  <a:lnTo>
                    <a:pt x="137" y="258"/>
                  </a:lnTo>
                  <a:lnTo>
                    <a:pt x="128" y="257"/>
                  </a:lnTo>
                  <a:lnTo>
                    <a:pt x="119" y="256"/>
                  </a:lnTo>
                  <a:lnTo>
                    <a:pt x="111" y="254"/>
                  </a:lnTo>
                  <a:lnTo>
                    <a:pt x="103" y="252"/>
                  </a:lnTo>
                  <a:lnTo>
                    <a:pt x="96" y="248"/>
                  </a:lnTo>
                  <a:lnTo>
                    <a:pt x="87" y="244"/>
                  </a:lnTo>
                  <a:lnTo>
                    <a:pt x="81" y="240"/>
                  </a:lnTo>
                  <a:lnTo>
                    <a:pt x="73" y="236"/>
                  </a:lnTo>
                  <a:lnTo>
                    <a:pt x="67" y="230"/>
                  </a:lnTo>
                  <a:lnTo>
                    <a:pt x="60" y="224"/>
                  </a:lnTo>
                  <a:lnTo>
                    <a:pt x="51" y="213"/>
                  </a:lnTo>
                  <a:lnTo>
                    <a:pt x="42" y="201"/>
                  </a:lnTo>
                  <a:lnTo>
                    <a:pt x="36" y="188"/>
                  </a:lnTo>
                  <a:lnTo>
                    <a:pt x="31" y="175"/>
                  </a:lnTo>
                  <a:lnTo>
                    <a:pt x="28" y="161"/>
                  </a:lnTo>
                  <a:lnTo>
                    <a:pt x="26" y="147"/>
                  </a:lnTo>
                  <a:lnTo>
                    <a:pt x="27" y="133"/>
                  </a:lnTo>
                  <a:lnTo>
                    <a:pt x="29" y="120"/>
                  </a:lnTo>
                  <a:lnTo>
                    <a:pt x="75" y="174"/>
                  </a:lnTo>
                  <a:lnTo>
                    <a:pt x="80" y="178"/>
                  </a:lnTo>
                  <a:lnTo>
                    <a:pt x="85" y="179"/>
                  </a:lnTo>
                  <a:lnTo>
                    <a:pt x="167" y="179"/>
                  </a:lnTo>
                  <a:lnTo>
                    <a:pt x="171" y="178"/>
                  </a:lnTo>
                  <a:lnTo>
                    <a:pt x="175" y="174"/>
                  </a:lnTo>
                  <a:lnTo>
                    <a:pt x="178" y="171"/>
                  </a:lnTo>
                  <a:lnTo>
                    <a:pt x="180" y="166"/>
                  </a:lnTo>
                  <a:lnTo>
                    <a:pt x="180" y="85"/>
                  </a:lnTo>
                  <a:lnTo>
                    <a:pt x="178" y="82"/>
                  </a:lnTo>
                  <a:lnTo>
                    <a:pt x="177" y="80"/>
                  </a:lnTo>
                  <a:lnTo>
                    <a:pt x="176" y="77"/>
                  </a:lnTo>
                  <a:lnTo>
                    <a:pt x="174" y="74"/>
                  </a:lnTo>
                  <a:lnTo>
                    <a:pt x="119" y="28"/>
                  </a:lnTo>
                  <a:lnTo>
                    <a:pt x="133" y="26"/>
                  </a:lnTo>
                  <a:lnTo>
                    <a:pt x="147" y="26"/>
                  </a:lnTo>
                  <a:lnTo>
                    <a:pt x="161" y="27"/>
                  </a:lnTo>
                  <a:lnTo>
                    <a:pt x="175" y="30"/>
                  </a:lnTo>
                  <a:lnTo>
                    <a:pt x="188" y="36"/>
                  </a:lnTo>
                  <a:lnTo>
                    <a:pt x="201" y="42"/>
                  </a:lnTo>
                  <a:lnTo>
                    <a:pt x="213" y="50"/>
                  </a:lnTo>
                  <a:lnTo>
                    <a:pt x="224" y="59"/>
                  </a:lnTo>
                  <a:lnTo>
                    <a:pt x="230" y="66"/>
                  </a:lnTo>
                  <a:lnTo>
                    <a:pt x="235" y="72"/>
                  </a:lnTo>
                  <a:lnTo>
                    <a:pt x="240" y="80"/>
                  </a:lnTo>
                  <a:lnTo>
                    <a:pt x="244" y="87"/>
                  </a:lnTo>
                  <a:lnTo>
                    <a:pt x="248" y="95"/>
                  </a:lnTo>
                  <a:lnTo>
                    <a:pt x="251" y="102"/>
                  </a:lnTo>
                  <a:lnTo>
                    <a:pt x="254" y="111"/>
                  </a:lnTo>
                  <a:lnTo>
                    <a:pt x="256" y="120"/>
                  </a:lnTo>
                  <a:lnTo>
                    <a:pt x="257" y="127"/>
                  </a:lnTo>
                  <a:lnTo>
                    <a:pt x="258" y="136"/>
                  </a:lnTo>
                  <a:lnTo>
                    <a:pt x="258" y="144"/>
                  </a:lnTo>
                  <a:lnTo>
                    <a:pt x="257" y="153"/>
                  </a:lnTo>
                  <a:lnTo>
                    <a:pt x="256" y="161"/>
                  </a:lnTo>
                  <a:lnTo>
                    <a:pt x="254" y="170"/>
                  </a:lnTo>
                  <a:lnTo>
                    <a:pt x="251" y="179"/>
                  </a:lnTo>
                  <a:lnTo>
                    <a:pt x="248" y="187"/>
                  </a:lnTo>
                  <a:lnTo>
                    <a:pt x="247" y="190"/>
                  </a:lnTo>
                  <a:lnTo>
                    <a:pt x="247" y="194"/>
                  </a:lnTo>
                  <a:lnTo>
                    <a:pt x="249" y="198"/>
                  </a:lnTo>
                  <a:lnTo>
                    <a:pt x="251" y="201"/>
                  </a:lnTo>
                  <a:lnTo>
                    <a:pt x="362" y="312"/>
                  </a:lnTo>
                  <a:lnTo>
                    <a:pt x="312" y="361"/>
                  </a:lnTo>
                  <a:lnTo>
                    <a:pt x="201" y="251"/>
                  </a:lnTo>
                  <a:close/>
                  <a:moveTo>
                    <a:pt x="719" y="518"/>
                  </a:moveTo>
                  <a:lnTo>
                    <a:pt x="711" y="511"/>
                  </a:lnTo>
                  <a:lnTo>
                    <a:pt x="703" y="505"/>
                  </a:lnTo>
                  <a:lnTo>
                    <a:pt x="695" y="500"/>
                  </a:lnTo>
                  <a:lnTo>
                    <a:pt x="686" y="494"/>
                  </a:lnTo>
                  <a:lnTo>
                    <a:pt x="678" y="490"/>
                  </a:lnTo>
                  <a:lnTo>
                    <a:pt x="669" y="486"/>
                  </a:lnTo>
                  <a:lnTo>
                    <a:pt x="659" y="482"/>
                  </a:lnTo>
                  <a:lnTo>
                    <a:pt x="650" y="480"/>
                  </a:lnTo>
                  <a:lnTo>
                    <a:pt x="640" y="478"/>
                  </a:lnTo>
                  <a:lnTo>
                    <a:pt x="630" y="477"/>
                  </a:lnTo>
                  <a:lnTo>
                    <a:pt x="621" y="477"/>
                  </a:lnTo>
                  <a:lnTo>
                    <a:pt x="611" y="477"/>
                  </a:lnTo>
                  <a:lnTo>
                    <a:pt x="601" y="478"/>
                  </a:lnTo>
                  <a:lnTo>
                    <a:pt x="592" y="479"/>
                  </a:lnTo>
                  <a:lnTo>
                    <a:pt x="581" y="482"/>
                  </a:lnTo>
                  <a:lnTo>
                    <a:pt x="571" y="485"/>
                  </a:lnTo>
                  <a:lnTo>
                    <a:pt x="466" y="380"/>
                  </a:lnTo>
                  <a:lnTo>
                    <a:pt x="571" y="275"/>
                  </a:lnTo>
                  <a:lnTo>
                    <a:pt x="583" y="278"/>
                  </a:lnTo>
                  <a:lnTo>
                    <a:pt x="595" y="281"/>
                  </a:lnTo>
                  <a:lnTo>
                    <a:pt x="607" y="282"/>
                  </a:lnTo>
                  <a:lnTo>
                    <a:pt x="619" y="283"/>
                  </a:lnTo>
                  <a:lnTo>
                    <a:pt x="633" y="282"/>
                  </a:lnTo>
                  <a:lnTo>
                    <a:pt x="647" y="280"/>
                  </a:lnTo>
                  <a:lnTo>
                    <a:pt x="661" y="276"/>
                  </a:lnTo>
                  <a:lnTo>
                    <a:pt x="673" y="272"/>
                  </a:lnTo>
                  <a:lnTo>
                    <a:pt x="685" y="267"/>
                  </a:lnTo>
                  <a:lnTo>
                    <a:pt x="697" y="259"/>
                  </a:lnTo>
                  <a:lnTo>
                    <a:pt x="708" y="252"/>
                  </a:lnTo>
                  <a:lnTo>
                    <a:pt x="719" y="242"/>
                  </a:lnTo>
                  <a:lnTo>
                    <a:pt x="726" y="233"/>
                  </a:lnTo>
                  <a:lnTo>
                    <a:pt x="732" y="225"/>
                  </a:lnTo>
                  <a:lnTo>
                    <a:pt x="739" y="216"/>
                  </a:lnTo>
                  <a:lnTo>
                    <a:pt x="744" y="208"/>
                  </a:lnTo>
                  <a:lnTo>
                    <a:pt x="749" y="198"/>
                  </a:lnTo>
                  <a:lnTo>
                    <a:pt x="752" y="188"/>
                  </a:lnTo>
                  <a:lnTo>
                    <a:pt x="755" y="179"/>
                  </a:lnTo>
                  <a:lnTo>
                    <a:pt x="757" y="169"/>
                  </a:lnTo>
                  <a:lnTo>
                    <a:pt x="759" y="159"/>
                  </a:lnTo>
                  <a:lnTo>
                    <a:pt x="760" y="150"/>
                  </a:lnTo>
                  <a:lnTo>
                    <a:pt x="760" y="139"/>
                  </a:lnTo>
                  <a:lnTo>
                    <a:pt x="759" y="129"/>
                  </a:lnTo>
                  <a:lnTo>
                    <a:pt x="758" y="118"/>
                  </a:lnTo>
                  <a:lnTo>
                    <a:pt x="756" y="109"/>
                  </a:lnTo>
                  <a:lnTo>
                    <a:pt x="753" y="99"/>
                  </a:lnTo>
                  <a:lnTo>
                    <a:pt x="749" y="89"/>
                  </a:lnTo>
                  <a:lnTo>
                    <a:pt x="747" y="86"/>
                  </a:lnTo>
                  <a:lnTo>
                    <a:pt x="745" y="84"/>
                  </a:lnTo>
                  <a:lnTo>
                    <a:pt x="742" y="82"/>
                  </a:lnTo>
                  <a:lnTo>
                    <a:pt x="739" y="81"/>
                  </a:lnTo>
                  <a:lnTo>
                    <a:pt x="736" y="81"/>
                  </a:lnTo>
                  <a:lnTo>
                    <a:pt x="732" y="82"/>
                  </a:lnTo>
                  <a:lnTo>
                    <a:pt x="729" y="83"/>
                  </a:lnTo>
                  <a:lnTo>
                    <a:pt x="727" y="85"/>
                  </a:lnTo>
                  <a:lnTo>
                    <a:pt x="670" y="153"/>
                  </a:lnTo>
                  <a:lnTo>
                    <a:pt x="612" y="153"/>
                  </a:lnTo>
                  <a:lnTo>
                    <a:pt x="612" y="91"/>
                  </a:lnTo>
                  <a:lnTo>
                    <a:pt x="678" y="33"/>
                  </a:lnTo>
                  <a:lnTo>
                    <a:pt x="680" y="30"/>
                  </a:lnTo>
                  <a:lnTo>
                    <a:pt x="681" y="27"/>
                  </a:lnTo>
                  <a:lnTo>
                    <a:pt x="682" y="25"/>
                  </a:lnTo>
                  <a:lnTo>
                    <a:pt x="682" y="22"/>
                  </a:lnTo>
                  <a:lnTo>
                    <a:pt x="681" y="18"/>
                  </a:lnTo>
                  <a:lnTo>
                    <a:pt x="679" y="15"/>
                  </a:lnTo>
                  <a:lnTo>
                    <a:pt x="677" y="13"/>
                  </a:lnTo>
                  <a:lnTo>
                    <a:pt x="674" y="11"/>
                  </a:lnTo>
                  <a:lnTo>
                    <a:pt x="661" y="7"/>
                  </a:lnTo>
                  <a:lnTo>
                    <a:pt x="647" y="3"/>
                  </a:lnTo>
                  <a:lnTo>
                    <a:pt x="633" y="0"/>
                  </a:lnTo>
                  <a:lnTo>
                    <a:pt x="619" y="0"/>
                  </a:lnTo>
                  <a:lnTo>
                    <a:pt x="605" y="0"/>
                  </a:lnTo>
                  <a:lnTo>
                    <a:pt x="591" y="3"/>
                  </a:lnTo>
                  <a:lnTo>
                    <a:pt x="578" y="6"/>
                  </a:lnTo>
                  <a:lnTo>
                    <a:pt x="565" y="11"/>
                  </a:lnTo>
                  <a:lnTo>
                    <a:pt x="552" y="16"/>
                  </a:lnTo>
                  <a:lnTo>
                    <a:pt x="540" y="24"/>
                  </a:lnTo>
                  <a:lnTo>
                    <a:pt x="530" y="33"/>
                  </a:lnTo>
                  <a:lnTo>
                    <a:pt x="519" y="42"/>
                  </a:lnTo>
                  <a:lnTo>
                    <a:pt x="512" y="50"/>
                  </a:lnTo>
                  <a:lnTo>
                    <a:pt x="506" y="57"/>
                  </a:lnTo>
                  <a:lnTo>
                    <a:pt x="499" y="65"/>
                  </a:lnTo>
                  <a:lnTo>
                    <a:pt x="495" y="73"/>
                  </a:lnTo>
                  <a:lnTo>
                    <a:pt x="491" y="82"/>
                  </a:lnTo>
                  <a:lnTo>
                    <a:pt x="487" y="92"/>
                  </a:lnTo>
                  <a:lnTo>
                    <a:pt x="483" y="101"/>
                  </a:lnTo>
                  <a:lnTo>
                    <a:pt x="481" y="110"/>
                  </a:lnTo>
                  <a:lnTo>
                    <a:pt x="479" y="120"/>
                  </a:lnTo>
                  <a:lnTo>
                    <a:pt x="478" y="129"/>
                  </a:lnTo>
                  <a:lnTo>
                    <a:pt x="478" y="140"/>
                  </a:lnTo>
                  <a:lnTo>
                    <a:pt x="478" y="150"/>
                  </a:lnTo>
                  <a:lnTo>
                    <a:pt x="479" y="159"/>
                  </a:lnTo>
                  <a:lnTo>
                    <a:pt x="480" y="169"/>
                  </a:lnTo>
                  <a:lnTo>
                    <a:pt x="482" y="179"/>
                  </a:lnTo>
                  <a:lnTo>
                    <a:pt x="486" y="188"/>
                  </a:lnTo>
                  <a:lnTo>
                    <a:pt x="380" y="293"/>
                  </a:lnTo>
                  <a:lnTo>
                    <a:pt x="275" y="188"/>
                  </a:lnTo>
                  <a:lnTo>
                    <a:pt x="278" y="179"/>
                  </a:lnTo>
                  <a:lnTo>
                    <a:pt x="280" y="169"/>
                  </a:lnTo>
                  <a:lnTo>
                    <a:pt x="282" y="159"/>
                  </a:lnTo>
                  <a:lnTo>
                    <a:pt x="283" y="150"/>
                  </a:lnTo>
                  <a:lnTo>
                    <a:pt x="283" y="140"/>
                  </a:lnTo>
                  <a:lnTo>
                    <a:pt x="283" y="129"/>
                  </a:lnTo>
                  <a:lnTo>
                    <a:pt x="282" y="120"/>
                  </a:lnTo>
                  <a:lnTo>
                    <a:pt x="279" y="110"/>
                  </a:lnTo>
                  <a:lnTo>
                    <a:pt x="277" y="101"/>
                  </a:lnTo>
                  <a:lnTo>
                    <a:pt x="274" y="92"/>
                  </a:lnTo>
                  <a:lnTo>
                    <a:pt x="270" y="82"/>
                  </a:lnTo>
                  <a:lnTo>
                    <a:pt x="265" y="73"/>
                  </a:lnTo>
                  <a:lnTo>
                    <a:pt x="261" y="65"/>
                  </a:lnTo>
                  <a:lnTo>
                    <a:pt x="255" y="57"/>
                  </a:lnTo>
                  <a:lnTo>
                    <a:pt x="248" y="50"/>
                  </a:lnTo>
                  <a:lnTo>
                    <a:pt x="242" y="42"/>
                  </a:lnTo>
                  <a:lnTo>
                    <a:pt x="234" y="35"/>
                  </a:lnTo>
                  <a:lnTo>
                    <a:pt x="226" y="28"/>
                  </a:lnTo>
                  <a:lnTo>
                    <a:pt x="217" y="22"/>
                  </a:lnTo>
                  <a:lnTo>
                    <a:pt x="209" y="16"/>
                  </a:lnTo>
                  <a:lnTo>
                    <a:pt x="199" y="12"/>
                  </a:lnTo>
                  <a:lnTo>
                    <a:pt x="189" y="9"/>
                  </a:lnTo>
                  <a:lnTo>
                    <a:pt x="180" y="6"/>
                  </a:lnTo>
                  <a:lnTo>
                    <a:pt x="170" y="4"/>
                  </a:lnTo>
                  <a:lnTo>
                    <a:pt x="160" y="1"/>
                  </a:lnTo>
                  <a:lnTo>
                    <a:pt x="149" y="0"/>
                  </a:lnTo>
                  <a:lnTo>
                    <a:pt x="140" y="0"/>
                  </a:lnTo>
                  <a:lnTo>
                    <a:pt x="130" y="1"/>
                  </a:lnTo>
                  <a:lnTo>
                    <a:pt x="119" y="3"/>
                  </a:lnTo>
                  <a:lnTo>
                    <a:pt x="110" y="5"/>
                  </a:lnTo>
                  <a:lnTo>
                    <a:pt x="99" y="8"/>
                  </a:lnTo>
                  <a:lnTo>
                    <a:pt x="89" y="11"/>
                  </a:lnTo>
                  <a:lnTo>
                    <a:pt x="86" y="13"/>
                  </a:lnTo>
                  <a:lnTo>
                    <a:pt x="84" y="15"/>
                  </a:lnTo>
                  <a:lnTo>
                    <a:pt x="83" y="19"/>
                  </a:lnTo>
                  <a:lnTo>
                    <a:pt x="82" y="22"/>
                  </a:lnTo>
                  <a:lnTo>
                    <a:pt x="82" y="25"/>
                  </a:lnTo>
                  <a:lnTo>
                    <a:pt x="82" y="27"/>
                  </a:lnTo>
                  <a:lnTo>
                    <a:pt x="84" y="30"/>
                  </a:lnTo>
                  <a:lnTo>
                    <a:pt x="86" y="33"/>
                  </a:lnTo>
                  <a:lnTo>
                    <a:pt x="154" y="91"/>
                  </a:lnTo>
                  <a:lnTo>
                    <a:pt x="154" y="153"/>
                  </a:lnTo>
                  <a:lnTo>
                    <a:pt x="91" y="153"/>
                  </a:lnTo>
                  <a:lnTo>
                    <a:pt x="34" y="85"/>
                  </a:lnTo>
                  <a:lnTo>
                    <a:pt x="31" y="83"/>
                  </a:lnTo>
                  <a:lnTo>
                    <a:pt x="28" y="82"/>
                  </a:lnTo>
                  <a:lnTo>
                    <a:pt x="25" y="81"/>
                  </a:lnTo>
                  <a:lnTo>
                    <a:pt x="22" y="81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3" y="86"/>
                  </a:lnTo>
                  <a:lnTo>
                    <a:pt x="12" y="89"/>
                  </a:lnTo>
                  <a:lnTo>
                    <a:pt x="8" y="99"/>
                  </a:lnTo>
                  <a:lnTo>
                    <a:pt x="6" y="109"/>
                  </a:lnTo>
                  <a:lnTo>
                    <a:pt x="3" y="120"/>
                  </a:lnTo>
                  <a:lnTo>
                    <a:pt x="1" y="129"/>
                  </a:lnTo>
                  <a:lnTo>
                    <a:pt x="1" y="140"/>
                  </a:lnTo>
                  <a:lnTo>
                    <a:pt x="1" y="150"/>
                  </a:lnTo>
                  <a:lnTo>
                    <a:pt x="1" y="160"/>
                  </a:lnTo>
                  <a:lnTo>
                    <a:pt x="3" y="170"/>
                  </a:lnTo>
                  <a:lnTo>
                    <a:pt x="6" y="181"/>
                  </a:lnTo>
                  <a:lnTo>
                    <a:pt x="9" y="190"/>
                  </a:lnTo>
                  <a:lnTo>
                    <a:pt x="13" y="200"/>
                  </a:lnTo>
                  <a:lnTo>
                    <a:pt x="17" y="209"/>
                  </a:lnTo>
                  <a:lnTo>
                    <a:pt x="23" y="218"/>
                  </a:lnTo>
                  <a:lnTo>
                    <a:pt x="28" y="227"/>
                  </a:lnTo>
                  <a:lnTo>
                    <a:pt x="35" y="236"/>
                  </a:lnTo>
                  <a:lnTo>
                    <a:pt x="42" y="243"/>
                  </a:lnTo>
                  <a:lnTo>
                    <a:pt x="50" y="249"/>
                  </a:lnTo>
                  <a:lnTo>
                    <a:pt x="57" y="256"/>
                  </a:lnTo>
                  <a:lnTo>
                    <a:pt x="66" y="261"/>
                  </a:lnTo>
                  <a:lnTo>
                    <a:pt x="74" y="267"/>
                  </a:lnTo>
                  <a:lnTo>
                    <a:pt x="83" y="271"/>
                  </a:lnTo>
                  <a:lnTo>
                    <a:pt x="91" y="275"/>
                  </a:lnTo>
                  <a:lnTo>
                    <a:pt x="101" y="278"/>
                  </a:lnTo>
                  <a:lnTo>
                    <a:pt x="111" y="281"/>
                  </a:lnTo>
                  <a:lnTo>
                    <a:pt x="120" y="282"/>
                  </a:lnTo>
                  <a:lnTo>
                    <a:pt x="130" y="283"/>
                  </a:lnTo>
                  <a:lnTo>
                    <a:pt x="140" y="284"/>
                  </a:lnTo>
                  <a:lnTo>
                    <a:pt x="149" y="284"/>
                  </a:lnTo>
                  <a:lnTo>
                    <a:pt x="159" y="283"/>
                  </a:lnTo>
                  <a:lnTo>
                    <a:pt x="170" y="281"/>
                  </a:lnTo>
                  <a:lnTo>
                    <a:pt x="180" y="278"/>
                  </a:lnTo>
                  <a:lnTo>
                    <a:pt x="189" y="275"/>
                  </a:lnTo>
                  <a:lnTo>
                    <a:pt x="294" y="380"/>
                  </a:lnTo>
                  <a:lnTo>
                    <a:pt x="189" y="485"/>
                  </a:lnTo>
                  <a:lnTo>
                    <a:pt x="177" y="481"/>
                  </a:lnTo>
                  <a:lnTo>
                    <a:pt x="166" y="479"/>
                  </a:lnTo>
                  <a:lnTo>
                    <a:pt x="154" y="478"/>
                  </a:lnTo>
                  <a:lnTo>
                    <a:pt x="142" y="477"/>
                  </a:lnTo>
                  <a:lnTo>
                    <a:pt x="128" y="478"/>
                  </a:lnTo>
                  <a:lnTo>
                    <a:pt x="114" y="480"/>
                  </a:lnTo>
                  <a:lnTo>
                    <a:pt x="101" y="484"/>
                  </a:lnTo>
                  <a:lnTo>
                    <a:pt x="88" y="488"/>
                  </a:lnTo>
                  <a:lnTo>
                    <a:pt x="75" y="494"/>
                  </a:lnTo>
                  <a:lnTo>
                    <a:pt x="64" y="501"/>
                  </a:lnTo>
                  <a:lnTo>
                    <a:pt x="53" y="509"/>
                  </a:lnTo>
                  <a:lnTo>
                    <a:pt x="42" y="518"/>
                  </a:lnTo>
                  <a:lnTo>
                    <a:pt x="35" y="526"/>
                  </a:lnTo>
                  <a:lnTo>
                    <a:pt x="28" y="535"/>
                  </a:lnTo>
                  <a:lnTo>
                    <a:pt x="22" y="544"/>
                  </a:lnTo>
                  <a:lnTo>
                    <a:pt x="17" y="552"/>
                  </a:lnTo>
                  <a:lnTo>
                    <a:pt x="12" y="562"/>
                  </a:lnTo>
                  <a:lnTo>
                    <a:pt x="9" y="572"/>
                  </a:lnTo>
                  <a:lnTo>
                    <a:pt x="6" y="581"/>
                  </a:lnTo>
                  <a:lnTo>
                    <a:pt x="3" y="592"/>
                  </a:lnTo>
                  <a:lnTo>
                    <a:pt x="1" y="602"/>
                  </a:lnTo>
                  <a:lnTo>
                    <a:pt x="1" y="612"/>
                  </a:lnTo>
                  <a:lnTo>
                    <a:pt x="0" y="622"/>
                  </a:lnTo>
                  <a:lnTo>
                    <a:pt x="1" y="633"/>
                  </a:lnTo>
                  <a:lnTo>
                    <a:pt x="2" y="642"/>
                  </a:lnTo>
                  <a:lnTo>
                    <a:pt x="6" y="653"/>
                  </a:lnTo>
                  <a:lnTo>
                    <a:pt x="8" y="663"/>
                  </a:lnTo>
                  <a:lnTo>
                    <a:pt x="12" y="674"/>
                  </a:lnTo>
                  <a:lnTo>
                    <a:pt x="13" y="676"/>
                  </a:lnTo>
                  <a:lnTo>
                    <a:pt x="16" y="678"/>
                  </a:lnTo>
                  <a:lnTo>
                    <a:pt x="18" y="680"/>
                  </a:lnTo>
                  <a:lnTo>
                    <a:pt x="22" y="681"/>
                  </a:lnTo>
                  <a:lnTo>
                    <a:pt x="25" y="681"/>
                  </a:lnTo>
                  <a:lnTo>
                    <a:pt x="28" y="681"/>
                  </a:lnTo>
                  <a:lnTo>
                    <a:pt x="30" y="679"/>
                  </a:lnTo>
                  <a:lnTo>
                    <a:pt x="34" y="677"/>
                  </a:lnTo>
                  <a:lnTo>
                    <a:pt x="90" y="611"/>
                  </a:lnTo>
                  <a:lnTo>
                    <a:pt x="154" y="611"/>
                  </a:lnTo>
                  <a:lnTo>
                    <a:pt x="154" y="669"/>
                  </a:lnTo>
                  <a:lnTo>
                    <a:pt x="86" y="727"/>
                  </a:lnTo>
                  <a:lnTo>
                    <a:pt x="84" y="729"/>
                  </a:lnTo>
                  <a:lnTo>
                    <a:pt x="82" y="733"/>
                  </a:lnTo>
                  <a:lnTo>
                    <a:pt x="82" y="735"/>
                  </a:lnTo>
                  <a:lnTo>
                    <a:pt x="82" y="738"/>
                  </a:lnTo>
                  <a:lnTo>
                    <a:pt x="83" y="742"/>
                  </a:lnTo>
                  <a:lnTo>
                    <a:pt x="84" y="744"/>
                  </a:lnTo>
                  <a:lnTo>
                    <a:pt x="86" y="747"/>
                  </a:lnTo>
                  <a:lnTo>
                    <a:pt x="89" y="749"/>
                  </a:lnTo>
                  <a:lnTo>
                    <a:pt x="102" y="753"/>
                  </a:lnTo>
                  <a:lnTo>
                    <a:pt x="116" y="757"/>
                  </a:lnTo>
                  <a:lnTo>
                    <a:pt x="130" y="759"/>
                  </a:lnTo>
                  <a:lnTo>
                    <a:pt x="144" y="759"/>
                  </a:lnTo>
                  <a:lnTo>
                    <a:pt x="144" y="759"/>
                  </a:lnTo>
                  <a:lnTo>
                    <a:pt x="158" y="759"/>
                  </a:lnTo>
                  <a:lnTo>
                    <a:pt x="171" y="757"/>
                  </a:lnTo>
                  <a:lnTo>
                    <a:pt x="185" y="754"/>
                  </a:lnTo>
                  <a:lnTo>
                    <a:pt x="198" y="749"/>
                  </a:lnTo>
                  <a:lnTo>
                    <a:pt x="210" y="743"/>
                  </a:lnTo>
                  <a:lnTo>
                    <a:pt x="221" y="736"/>
                  </a:lnTo>
                  <a:lnTo>
                    <a:pt x="232" y="727"/>
                  </a:lnTo>
                  <a:lnTo>
                    <a:pt x="243" y="718"/>
                  </a:lnTo>
                  <a:lnTo>
                    <a:pt x="249" y="710"/>
                  </a:lnTo>
                  <a:lnTo>
                    <a:pt x="256" y="703"/>
                  </a:lnTo>
                  <a:lnTo>
                    <a:pt x="261" y="695"/>
                  </a:lnTo>
                  <a:lnTo>
                    <a:pt x="266" y="686"/>
                  </a:lnTo>
                  <a:lnTo>
                    <a:pt x="271" y="678"/>
                  </a:lnTo>
                  <a:lnTo>
                    <a:pt x="275" y="668"/>
                  </a:lnTo>
                  <a:lnTo>
                    <a:pt x="278" y="660"/>
                  </a:lnTo>
                  <a:lnTo>
                    <a:pt x="280" y="650"/>
                  </a:lnTo>
                  <a:lnTo>
                    <a:pt x="282" y="640"/>
                  </a:lnTo>
                  <a:lnTo>
                    <a:pt x="283" y="631"/>
                  </a:lnTo>
                  <a:lnTo>
                    <a:pt x="284" y="621"/>
                  </a:lnTo>
                  <a:lnTo>
                    <a:pt x="283" y="611"/>
                  </a:lnTo>
                  <a:lnTo>
                    <a:pt x="283" y="602"/>
                  </a:lnTo>
                  <a:lnTo>
                    <a:pt x="280" y="591"/>
                  </a:lnTo>
                  <a:lnTo>
                    <a:pt x="278" y="581"/>
                  </a:lnTo>
                  <a:lnTo>
                    <a:pt x="275" y="572"/>
                  </a:lnTo>
                  <a:lnTo>
                    <a:pt x="380" y="466"/>
                  </a:lnTo>
                  <a:lnTo>
                    <a:pt x="486" y="572"/>
                  </a:lnTo>
                  <a:lnTo>
                    <a:pt x="482" y="581"/>
                  </a:lnTo>
                  <a:lnTo>
                    <a:pt x="480" y="591"/>
                  </a:lnTo>
                  <a:lnTo>
                    <a:pt x="479" y="601"/>
                  </a:lnTo>
                  <a:lnTo>
                    <a:pt x="478" y="610"/>
                  </a:lnTo>
                  <a:lnTo>
                    <a:pt x="478" y="620"/>
                  </a:lnTo>
                  <a:lnTo>
                    <a:pt x="478" y="631"/>
                  </a:lnTo>
                  <a:lnTo>
                    <a:pt x="479" y="640"/>
                  </a:lnTo>
                  <a:lnTo>
                    <a:pt x="481" y="650"/>
                  </a:lnTo>
                  <a:lnTo>
                    <a:pt x="483" y="659"/>
                  </a:lnTo>
                  <a:lnTo>
                    <a:pt x="487" y="668"/>
                  </a:lnTo>
                  <a:lnTo>
                    <a:pt x="491" y="678"/>
                  </a:lnTo>
                  <a:lnTo>
                    <a:pt x="495" y="686"/>
                  </a:lnTo>
                  <a:lnTo>
                    <a:pt x="501" y="695"/>
                  </a:lnTo>
                  <a:lnTo>
                    <a:pt x="506" y="703"/>
                  </a:lnTo>
                  <a:lnTo>
                    <a:pt x="512" y="710"/>
                  </a:lnTo>
                  <a:lnTo>
                    <a:pt x="519" y="718"/>
                  </a:lnTo>
                  <a:lnTo>
                    <a:pt x="530" y="727"/>
                  </a:lnTo>
                  <a:lnTo>
                    <a:pt x="541" y="736"/>
                  </a:lnTo>
                  <a:lnTo>
                    <a:pt x="553" y="743"/>
                  </a:lnTo>
                  <a:lnTo>
                    <a:pt x="565" y="749"/>
                  </a:lnTo>
                  <a:lnTo>
                    <a:pt x="578" y="754"/>
                  </a:lnTo>
                  <a:lnTo>
                    <a:pt x="592" y="757"/>
                  </a:lnTo>
                  <a:lnTo>
                    <a:pt x="605" y="759"/>
                  </a:lnTo>
                  <a:lnTo>
                    <a:pt x="619" y="759"/>
                  </a:lnTo>
                  <a:lnTo>
                    <a:pt x="633" y="759"/>
                  </a:lnTo>
                  <a:lnTo>
                    <a:pt x="647" y="757"/>
                  </a:lnTo>
                  <a:lnTo>
                    <a:pt x="661" y="753"/>
                  </a:lnTo>
                  <a:lnTo>
                    <a:pt x="674" y="749"/>
                  </a:lnTo>
                  <a:lnTo>
                    <a:pt x="677" y="747"/>
                  </a:lnTo>
                  <a:lnTo>
                    <a:pt x="679" y="744"/>
                  </a:lnTo>
                  <a:lnTo>
                    <a:pt x="681" y="742"/>
                  </a:lnTo>
                  <a:lnTo>
                    <a:pt x="682" y="738"/>
                  </a:lnTo>
                  <a:lnTo>
                    <a:pt x="682" y="735"/>
                  </a:lnTo>
                  <a:lnTo>
                    <a:pt x="681" y="733"/>
                  </a:lnTo>
                  <a:lnTo>
                    <a:pt x="680" y="729"/>
                  </a:lnTo>
                  <a:lnTo>
                    <a:pt x="678" y="727"/>
                  </a:lnTo>
                  <a:lnTo>
                    <a:pt x="612" y="669"/>
                  </a:lnTo>
                  <a:lnTo>
                    <a:pt x="612" y="611"/>
                  </a:lnTo>
                  <a:lnTo>
                    <a:pt x="670" y="611"/>
                  </a:lnTo>
                  <a:lnTo>
                    <a:pt x="727" y="677"/>
                  </a:lnTo>
                  <a:lnTo>
                    <a:pt x="730" y="679"/>
                  </a:lnTo>
                  <a:lnTo>
                    <a:pt x="732" y="681"/>
                  </a:lnTo>
                  <a:lnTo>
                    <a:pt x="736" y="681"/>
                  </a:lnTo>
                  <a:lnTo>
                    <a:pt x="739" y="681"/>
                  </a:lnTo>
                  <a:lnTo>
                    <a:pt x="742" y="680"/>
                  </a:lnTo>
                  <a:lnTo>
                    <a:pt x="745" y="678"/>
                  </a:lnTo>
                  <a:lnTo>
                    <a:pt x="747" y="676"/>
                  </a:lnTo>
                  <a:lnTo>
                    <a:pt x="749" y="674"/>
                  </a:lnTo>
                  <a:lnTo>
                    <a:pt x="753" y="663"/>
                  </a:lnTo>
                  <a:lnTo>
                    <a:pt x="756" y="653"/>
                  </a:lnTo>
                  <a:lnTo>
                    <a:pt x="758" y="642"/>
                  </a:lnTo>
                  <a:lnTo>
                    <a:pt x="759" y="633"/>
                  </a:lnTo>
                  <a:lnTo>
                    <a:pt x="760" y="622"/>
                  </a:lnTo>
                  <a:lnTo>
                    <a:pt x="760" y="612"/>
                  </a:lnTo>
                  <a:lnTo>
                    <a:pt x="759" y="602"/>
                  </a:lnTo>
                  <a:lnTo>
                    <a:pt x="757" y="592"/>
                  </a:lnTo>
                  <a:lnTo>
                    <a:pt x="755" y="581"/>
                  </a:lnTo>
                  <a:lnTo>
                    <a:pt x="752" y="572"/>
                  </a:lnTo>
                  <a:lnTo>
                    <a:pt x="749" y="562"/>
                  </a:lnTo>
                  <a:lnTo>
                    <a:pt x="744" y="552"/>
                  </a:lnTo>
                  <a:lnTo>
                    <a:pt x="739" y="544"/>
                  </a:lnTo>
                  <a:lnTo>
                    <a:pt x="732" y="535"/>
                  </a:lnTo>
                  <a:lnTo>
                    <a:pt x="726" y="526"/>
                  </a:lnTo>
                  <a:lnTo>
                    <a:pt x="719" y="51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or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97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F12E815-97E0-31A8-7405-ADE8FCA9586C}"/>
              </a:ext>
            </a:extLst>
          </p:cNvPr>
          <p:cNvGrpSpPr/>
          <p:nvPr/>
        </p:nvGrpSpPr>
        <p:grpSpPr>
          <a:xfrm>
            <a:off x="1781927" y="1335655"/>
            <a:ext cx="8628147" cy="5199257"/>
            <a:chOff x="1781927" y="1335655"/>
            <a:chExt cx="8628147" cy="5199257"/>
          </a:xfrm>
        </p:grpSpPr>
        <p:sp>
          <p:nvSpPr>
            <p:cNvPr id="3" name="Google Shape;1919;p45">
              <a:extLst>
                <a:ext uri="{FF2B5EF4-FFF2-40B4-BE49-F238E27FC236}">
                  <a16:creationId xmlns:a16="http://schemas.microsoft.com/office/drawing/2014/main" id="{B09A04B2-5C2F-DB6B-A65C-CB9E7431B87D}"/>
                </a:ext>
              </a:extLst>
            </p:cNvPr>
            <p:cNvSpPr/>
            <p:nvPr/>
          </p:nvSpPr>
          <p:spPr>
            <a:xfrm>
              <a:off x="2072172" y="1678556"/>
              <a:ext cx="8337859" cy="972944"/>
            </a:xfrm>
            <a:custGeom>
              <a:avLst/>
              <a:gdLst/>
              <a:ahLst/>
              <a:cxnLst/>
              <a:rect l="l" t="t" r="r" b="b"/>
              <a:pathLst>
                <a:path w="103548" h="12083" extrusionOk="0">
                  <a:moveTo>
                    <a:pt x="6022" y="0"/>
                  </a:moveTo>
                  <a:cubicBezTo>
                    <a:pt x="2695" y="0"/>
                    <a:pt x="1" y="2694"/>
                    <a:pt x="1" y="6022"/>
                  </a:cubicBezTo>
                  <a:cubicBezTo>
                    <a:pt x="1" y="9349"/>
                    <a:pt x="2695" y="12082"/>
                    <a:pt x="6022" y="12082"/>
                  </a:cubicBezTo>
                  <a:lnTo>
                    <a:pt x="97487" y="12082"/>
                  </a:lnTo>
                  <a:cubicBezTo>
                    <a:pt x="100814" y="12082"/>
                    <a:pt x="103547" y="9349"/>
                    <a:pt x="103547" y="6022"/>
                  </a:cubicBezTo>
                  <a:cubicBezTo>
                    <a:pt x="103468" y="2694"/>
                    <a:pt x="100775" y="0"/>
                    <a:pt x="97487" y="0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4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" name="Google Shape;1921;p45">
              <a:extLst>
                <a:ext uri="{FF2B5EF4-FFF2-40B4-BE49-F238E27FC236}">
                  <a16:creationId xmlns:a16="http://schemas.microsoft.com/office/drawing/2014/main" id="{F0A1CDEE-DD1C-B28A-6768-B9F6F15FDF36}"/>
                </a:ext>
              </a:extLst>
            </p:cNvPr>
            <p:cNvSpPr/>
            <p:nvPr/>
          </p:nvSpPr>
          <p:spPr>
            <a:xfrm>
              <a:off x="1781927" y="2866757"/>
              <a:ext cx="8331417" cy="972863"/>
            </a:xfrm>
            <a:custGeom>
              <a:avLst/>
              <a:gdLst/>
              <a:ahLst/>
              <a:cxnLst/>
              <a:rect l="l" t="t" r="r" b="b"/>
              <a:pathLst>
                <a:path w="103468" h="12082" extrusionOk="0">
                  <a:moveTo>
                    <a:pt x="6021" y="0"/>
                  </a:moveTo>
                  <a:cubicBezTo>
                    <a:pt x="2694" y="0"/>
                    <a:pt x="40" y="2733"/>
                    <a:pt x="0" y="6021"/>
                  </a:cubicBezTo>
                  <a:cubicBezTo>
                    <a:pt x="0" y="9349"/>
                    <a:pt x="2694" y="12082"/>
                    <a:pt x="6021" y="12082"/>
                  </a:cubicBezTo>
                  <a:lnTo>
                    <a:pt x="97446" y="12082"/>
                  </a:lnTo>
                  <a:cubicBezTo>
                    <a:pt x="100734" y="12082"/>
                    <a:pt x="103467" y="9349"/>
                    <a:pt x="103467" y="6021"/>
                  </a:cubicBezTo>
                  <a:cubicBezTo>
                    <a:pt x="103467" y="2733"/>
                    <a:pt x="100734" y="0"/>
                    <a:pt x="97446" y="0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4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4" name="Google Shape;1920;p45">
              <a:extLst>
                <a:ext uri="{FF2B5EF4-FFF2-40B4-BE49-F238E27FC236}">
                  <a16:creationId xmlns:a16="http://schemas.microsoft.com/office/drawing/2014/main" id="{4227AE08-250F-95B8-785F-9597BA130C90}"/>
                </a:ext>
              </a:extLst>
            </p:cNvPr>
            <p:cNvSpPr/>
            <p:nvPr/>
          </p:nvSpPr>
          <p:spPr>
            <a:xfrm>
              <a:off x="2072172" y="4038923"/>
              <a:ext cx="8337859" cy="972944"/>
            </a:xfrm>
            <a:custGeom>
              <a:avLst/>
              <a:gdLst/>
              <a:ahLst/>
              <a:cxnLst/>
              <a:rect l="l" t="t" r="r" b="b"/>
              <a:pathLst>
                <a:path w="103548" h="12083" extrusionOk="0">
                  <a:moveTo>
                    <a:pt x="6022" y="1"/>
                  </a:moveTo>
                  <a:cubicBezTo>
                    <a:pt x="2695" y="1"/>
                    <a:pt x="1" y="2694"/>
                    <a:pt x="1" y="6022"/>
                  </a:cubicBezTo>
                  <a:cubicBezTo>
                    <a:pt x="1" y="9349"/>
                    <a:pt x="2695" y="12082"/>
                    <a:pt x="6022" y="12082"/>
                  </a:cubicBezTo>
                  <a:lnTo>
                    <a:pt x="97487" y="12082"/>
                  </a:lnTo>
                  <a:cubicBezTo>
                    <a:pt x="100814" y="12082"/>
                    <a:pt x="103547" y="9349"/>
                    <a:pt x="103547" y="6022"/>
                  </a:cubicBezTo>
                  <a:cubicBezTo>
                    <a:pt x="103468" y="2694"/>
                    <a:pt x="100775" y="1"/>
                    <a:pt x="97487" y="1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4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6" name="Google Shape;1922;p45">
              <a:extLst>
                <a:ext uri="{FF2B5EF4-FFF2-40B4-BE49-F238E27FC236}">
                  <a16:creationId xmlns:a16="http://schemas.microsoft.com/office/drawing/2014/main" id="{AB3D370D-58A8-8FFB-BFAB-9F76E5E72DDE}"/>
                </a:ext>
              </a:extLst>
            </p:cNvPr>
            <p:cNvSpPr/>
            <p:nvPr/>
          </p:nvSpPr>
          <p:spPr>
            <a:xfrm>
              <a:off x="1781927" y="5219107"/>
              <a:ext cx="8331417" cy="972944"/>
            </a:xfrm>
            <a:custGeom>
              <a:avLst/>
              <a:gdLst/>
              <a:ahLst/>
              <a:cxnLst/>
              <a:rect l="l" t="t" r="r" b="b"/>
              <a:pathLst>
                <a:path w="103468" h="12083" extrusionOk="0">
                  <a:moveTo>
                    <a:pt x="6021" y="0"/>
                  </a:moveTo>
                  <a:cubicBezTo>
                    <a:pt x="2694" y="0"/>
                    <a:pt x="40" y="2654"/>
                    <a:pt x="0" y="6021"/>
                  </a:cubicBezTo>
                  <a:cubicBezTo>
                    <a:pt x="0" y="9349"/>
                    <a:pt x="2694" y="12082"/>
                    <a:pt x="6021" y="12082"/>
                  </a:cubicBezTo>
                  <a:lnTo>
                    <a:pt x="97446" y="12082"/>
                  </a:lnTo>
                  <a:cubicBezTo>
                    <a:pt x="100734" y="12082"/>
                    <a:pt x="103467" y="9349"/>
                    <a:pt x="103467" y="6021"/>
                  </a:cubicBezTo>
                  <a:cubicBezTo>
                    <a:pt x="103467" y="2694"/>
                    <a:pt x="100734" y="0"/>
                    <a:pt x="97446" y="0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4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7" name="Google Shape;1923;p45">
              <a:extLst>
                <a:ext uri="{FF2B5EF4-FFF2-40B4-BE49-F238E27FC236}">
                  <a16:creationId xmlns:a16="http://schemas.microsoft.com/office/drawing/2014/main" id="{0058E683-8165-6700-CB4E-B98D555B7E18}"/>
                </a:ext>
              </a:extLst>
            </p:cNvPr>
            <p:cNvSpPr/>
            <p:nvPr/>
          </p:nvSpPr>
          <p:spPr>
            <a:xfrm>
              <a:off x="1781969" y="1335655"/>
              <a:ext cx="2092436" cy="1658747"/>
            </a:xfrm>
            <a:custGeom>
              <a:avLst/>
              <a:gdLst/>
              <a:ahLst/>
              <a:cxnLst/>
              <a:rect l="l" t="t" r="r" b="b"/>
              <a:pathLst>
                <a:path w="25986" h="20600" extrusionOk="0">
                  <a:moveTo>
                    <a:pt x="25986" y="10300"/>
                  </a:moveTo>
                  <a:lnTo>
                    <a:pt x="20202" y="7408"/>
                  </a:lnTo>
                  <a:cubicBezTo>
                    <a:pt x="18935" y="3130"/>
                    <a:pt x="14974" y="1"/>
                    <a:pt x="10299" y="1"/>
                  </a:cubicBezTo>
                  <a:cubicBezTo>
                    <a:pt x="4595" y="1"/>
                    <a:pt x="0" y="4596"/>
                    <a:pt x="0" y="10300"/>
                  </a:cubicBezTo>
                  <a:cubicBezTo>
                    <a:pt x="0" y="15964"/>
                    <a:pt x="4595" y="20599"/>
                    <a:pt x="10299" y="20599"/>
                  </a:cubicBezTo>
                  <a:cubicBezTo>
                    <a:pt x="14974" y="20599"/>
                    <a:pt x="18935" y="17470"/>
                    <a:pt x="20202" y="131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381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8" name="Google Shape;1924;p45">
              <a:extLst>
                <a:ext uri="{FF2B5EF4-FFF2-40B4-BE49-F238E27FC236}">
                  <a16:creationId xmlns:a16="http://schemas.microsoft.com/office/drawing/2014/main" id="{2C77FC69-6136-B973-F159-F84A284F0F6A}"/>
                </a:ext>
              </a:extLst>
            </p:cNvPr>
            <p:cNvSpPr/>
            <p:nvPr/>
          </p:nvSpPr>
          <p:spPr>
            <a:xfrm>
              <a:off x="2078615" y="1646670"/>
              <a:ext cx="1036717" cy="1036717"/>
            </a:xfrm>
            <a:custGeom>
              <a:avLst/>
              <a:gdLst/>
              <a:ahLst/>
              <a:cxnLst/>
              <a:rect l="l" t="t" r="r" b="b"/>
              <a:pathLst>
                <a:path w="12875" h="12875" extrusionOk="0">
                  <a:moveTo>
                    <a:pt x="6457" y="0"/>
                  </a:moveTo>
                  <a:cubicBezTo>
                    <a:pt x="2892" y="0"/>
                    <a:pt x="0" y="2892"/>
                    <a:pt x="0" y="6457"/>
                  </a:cubicBezTo>
                  <a:cubicBezTo>
                    <a:pt x="0" y="9983"/>
                    <a:pt x="2892" y="12875"/>
                    <a:pt x="6457" y="12875"/>
                  </a:cubicBezTo>
                  <a:cubicBezTo>
                    <a:pt x="9982" y="12875"/>
                    <a:pt x="12874" y="9983"/>
                    <a:pt x="12874" y="6457"/>
                  </a:cubicBezTo>
                  <a:cubicBezTo>
                    <a:pt x="12874" y="2892"/>
                    <a:pt x="9982" y="0"/>
                    <a:pt x="64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latin typeface="Lora" pitchFamily="2" charset="0"/>
                </a:rPr>
                <a:t>01</a:t>
              </a:r>
              <a:endParaRPr sz="2100" b="1">
                <a:latin typeface="Lora" pitchFamily="2" charset="0"/>
              </a:endParaRPr>
            </a:p>
          </p:txBody>
        </p:sp>
        <p:sp>
          <p:nvSpPr>
            <p:cNvPr id="19" name="Google Shape;1935;p45">
              <a:extLst>
                <a:ext uri="{FF2B5EF4-FFF2-40B4-BE49-F238E27FC236}">
                  <a16:creationId xmlns:a16="http://schemas.microsoft.com/office/drawing/2014/main" id="{CDC7D474-7F4E-2E08-7B14-30CC2D2C6A32}"/>
                </a:ext>
              </a:extLst>
            </p:cNvPr>
            <p:cNvSpPr txBox="1"/>
            <p:nvPr/>
          </p:nvSpPr>
          <p:spPr>
            <a:xfrm>
              <a:off x="8720797" y="1890496"/>
              <a:ext cx="1689201" cy="549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  <a:latin typeface="Lora" pitchFamily="2" charset="0"/>
                  <a:ea typeface="Fira Sans Medium"/>
                  <a:cs typeface="Fira Sans Medium"/>
                  <a:sym typeface="Fira Sans Medium"/>
                </a:rPr>
                <a:t>15%</a:t>
              </a:r>
              <a:endParaRPr sz="1700">
                <a:solidFill>
                  <a:schemeClr val="dk1"/>
                </a:solidFill>
                <a:latin typeface="Lora" pitchFamily="2" charset="0"/>
                <a:ea typeface="Fira Sans Medium"/>
                <a:cs typeface="Fira Sans Medium"/>
                <a:sym typeface="Fira Sans Medium"/>
              </a:endParaRPr>
            </a:p>
          </p:txBody>
        </p:sp>
        <p:grpSp>
          <p:nvGrpSpPr>
            <p:cNvPr id="29" name="Google Shape;1958;p45">
              <a:extLst>
                <a:ext uri="{FF2B5EF4-FFF2-40B4-BE49-F238E27FC236}">
                  <a16:creationId xmlns:a16="http://schemas.microsoft.com/office/drawing/2014/main" id="{593CB603-8D3B-3575-045E-85F40F1C8426}"/>
                </a:ext>
              </a:extLst>
            </p:cNvPr>
            <p:cNvGrpSpPr/>
            <p:nvPr/>
          </p:nvGrpSpPr>
          <p:grpSpPr>
            <a:xfrm>
              <a:off x="4057406" y="1907867"/>
              <a:ext cx="515536" cy="514322"/>
              <a:chOff x="-62154300" y="3743950"/>
              <a:chExt cx="318200" cy="317450"/>
            </a:xfrm>
            <a:solidFill>
              <a:srgbClr val="FFFFFF"/>
            </a:solidFill>
          </p:grpSpPr>
          <p:sp>
            <p:nvSpPr>
              <p:cNvPr id="34" name="Google Shape;1959;p45">
                <a:extLst>
                  <a:ext uri="{FF2B5EF4-FFF2-40B4-BE49-F238E27FC236}">
                    <a16:creationId xmlns:a16="http://schemas.microsoft.com/office/drawing/2014/main" id="{9B97709E-60AE-14B3-98FA-D519BEB4128F}"/>
                  </a:ext>
                </a:extLst>
              </p:cNvPr>
              <p:cNvSpPr/>
              <p:nvPr/>
            </p:nvSpPr>
            <p:spPr>
              <a:xfrm>
                <a:off x="-61992850" y="3743950"/>
                <a:ext cx="63825" cy="69150"/>
              </a:xfrm>
              <a:custGeom>
                <a:avLst/>
                <a:gdLst/>
                <a:ahLst/>
                <a:cxnLst/>
                <a:rect l="l" t="t" r="r" b="b"/>
                <a:pathLst>
                  <a:path w="2553" h="2766" extrusionOk="0">
                    <a:moveTo>
                      <a:pt x="1261" y="1"/>
                    </a:moveTo>
                    <a:cubicBezTo>
                      <a:pt x="1009" y="1"/>
                      <a:pt x="851" y="221"/>
                      <a:pt x="851" y="410"/>
                    </a:cubicBezTo>
                    <a:lnTo>
                      <a:pt x="851" y="1355"/>
                    </a:lnTo>
                    <a:lnTo>
                      <a:pt x="725" y="1229"/>
                    </a:lnTo>
                    <a:cubicBezTo>
                      <a:pt x="646" y="1151"/>
                      <a:pt x="544" y="1111"/>
                      <a:pt x="442" y="1111"/>
                    </a:cubicBezTo>
                    <a:cubicBezTo>
                      <a:pt x="339" y="1111"/>
                      <a:pt x="237" y="1151"/>
                      <a:pt x="158" y="1229"/>
                    </a:cubicBezTo>
                    <a:cubicBezTo>
                      <a:pt x="1" y="1387"/>
                      <a:pt x="1" y="1670"/>
                      <a:pt x="158" y="1828"/>
                    </a:cubicBezTo>
                    <a:lnTo>
                      <a:pt x="977" y="2647"/>
                    </a:lnTo>
                    <a:cubicBezTo>
                      <a:pt x="1056" y="2726"/>
                      <a:pt x="1166" y="2765"/>
                      <a:pt x="1277" y="2765"/>
                    </a:cubicBezTo>
                    <a:cubicBezTo>
                      <a:pt x="1387" y="2765"/>
                      <a:pt x="1497" y="2726"/>
                      <a:pt x="1576" y="2647"/>
                    </a:cubicBezTo>
                    <a:lnTo>
                      <a:pt x="2395" y="1828"/>
                    </a:lnTo>
                    <a:cubicBezTo>
                      <a:pt x="2553" y="1670"/>
                      <a:pt x="2553" y="1387"/>
                      <a:pt x="2395" y="1229"/>
                    </a:cubicBezTo>
                    <a:cubicBezTo>
                      <a:pt x="2316" y="1151"/>
                      <a:pt x="2206" y="1111"/>
                      <a:pt x="2096" y="1111"/>
                    </a:cubicBezTo>
                    <a:cubicBezTo>
                      <a:pt x="1985" y="1111"/>
                      <a:pt x="1875" y="1151"/>
                      <a:pt x="1796" y="1229"/>
                    </a:cubicBezTo>
                    <a:lnTo>
                      <a:pt x="1670" y="1355"/>
                    </a:lnTo>
                    <a:lnTo>
                      <a:pt x="1670" y="410"/>
                    </a:lnTo>
                    <a:cubicBezTo>
                      <a:pt x="1670" y="221"/>
                      <a:pt x="1481" y="1"/>
                      <a:pt x="1261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5" name="Google Shape;1960;p45">
                <a:extLst>
                  <a:ext uri="{FF2B5EF4-FFF2-40B4-BE49-F238E27FC236}">
                    <a16:creationId xmlns:a16="http://schemas.microsoft.com/office/drawing/2014/main" id="{B3035EFB-A755-4E27-B677-8CF59FDFED1D}"/>
                  </a:ext>
                </a:extLst>
              </p:cNvPr>
              <p:cNvSpPr/>
              <p:nvPr/>
            </p:nvSpPr>
            <p:spPr>
              <a:xfrm>
                <a:off x="-62154300" y="3785700"/>
                <a:ext cx="318200" cy="27570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1028" extrusionOk="0">
                    <a:moveTo>
                      <a:pt x="5261" y="3560"/>
                    </a:moveTo>
                    <a:cubicBezTo>
                      <a:pt x="5513" y="3560"/>
                      <a:pt x="5671" y="3781"/>
                      <a:pt x="5671" y="4002"/>
                    </a:cubicBezTo>
                    <a:lnTo>
                      <a:pt x="5671" y="5671"/>
                    </a:lnTo>
                    <a:cubicBezTo>
                      <a:pt x="5671" y="5892"/>
                      <a:pt x="5450" y="6112"/>
                      <a:pt x="5261" y="6112"/>
                    </a:cubicBezTo>
                    <a:cubicBezTo>
                      <a:pt x="5072" y="6112"/>
                      <a:pt x="4820" y="5892"/>
                      <a:pt x="4820" y="5671"/>
                    </a:cubicBezTo>
                    <a:lnTo>
                      <a:pt x="4820" y="4002"/>
                    </a:lnTo>
                    <a:cubicBezTo>
                      <a:pt x="4820" y="3781"/>
                      <a:pt x="5041" y="3560"/>
                      <a:pt x="5261" y="3560"/>
                    </a:cubicBezTo>
                    <a:close/>
                    <a:moveTo>
                      <a:pt x="7719" y="3560"/>
                    </a:moveTo>
                    <a:cubicBezTo>
                      <a:pt x="7908" y="3560"/>
                      <a:pt x="8128" y="3781"/>
                      <a:pt x="8128" y="4002"/>
                    </a:cubicBezTo>
                    <a:lnTo>
                      <a:pt x="8128" y="5671"/>
                    </a:lnTo>
                    <a:cubicBezTo>
                      <a:pt x="8128" y="5892"/>
                      <a:pt x="7939" y="6112"/>
                      <a:pt x="7719" y="6112"/>
                    </a:cubicBezTo>
                    <a:cubicBezTo>
                      <a:pt x="7467" y="6112"/>
                      <a:pt x="7309" y="5892"/>
                      <a:pt x="7309" y="5671"/>
                    </a:cubicBezTo>
                    <a:lnTo>
                      <a:pt x="7309" y="4002"/>
                    </a:lnTo>
                    <a:cubicBezTo>
                      <a:pt x="7309" y="3781"/>
                      <a:pt x="7498" y="3560"/>
                      <a:pt x="7719" y="3560"/>
                    </a:cubicBezTo>
                    <a:close/>
                    <a:moveTo>
                      <a:pt x="10239" y="3560"/>
                    </a:moveTo>
                    <a:cubicBezTo>
                      <a:pt x="10460" y="3560"/>
                      <a:pt x="10617" y="3781"/>
                      <a:pt x="10617" y="4002"/>
                    </a:cubicBezTo>
                    <a:lnTo>
                      <a:pt x="10617" y="5671"/>
                    </a:lnTo>
                    <a:cubicBezTo>
                      <a:pt x="10617" y="5892"/>
                      <a:pt x="10428" y="6112"/>
                      <a:pt x="10239" y="6112"/>
                    </a:cubicBezTo>
                    <a:cubicBezTo>
                      <a:pt x="9987" y="6112"/>
                      <a:pt x="9798" y="5892"/>
                      <a:pt x="9798" y="5671"/>
                    </a:cubicBezTo>
                    <a:lnTo>
                      <a:pt x="9798" y="4002"/>
                    </a:lnTo>
                    <a:cubicBezTo>
                      <a:pt x="9798" y="3781"/>
                      <a:pt x="9987" y="3560"/>
                      <a:pt x="10239" y="3560"/>
                    </a:cubicBezTo>
                    <a:close/>
                    <a:moveTo>
                      <a:pt x="5230" y="9357"/>
                    </a:moveTo>
                    <a:cubicBezTo>
                      <a:pt x="5450" y="9357"/>
                      <a:pt x="5608" y="9578"/>
                      <a:pt x="5608" y="9767"/>
                    </a:cubicBezTo>
                    <a:cubicBezTo>
                      <a:pt x="5608" y="9987"/>
                      <a:pt x="5419" y="10208"/>
                      <a:pt x="5230" y="10208"/>
                    </a:cubicBezTo>
                    <a:cubicBezTo>
                      <a:pt x="5041" y="10208"/>
                      <a:pt x="4789" y="9987"/>
                      <a:pt x="4789" y="9767"/>
                    </a:cubicBezTo>
                    <a:cubicBezTo>
                      <a:pt x="4820" y="9578"/>
                      <a:pt x="5041" y="9357"/>
                      <a:pt x="5230" y="9357"/>
                    </a:cubicBezTo>
                    <a:close/>
                    <a:moveTo>
                      <a:pt x="9924" y="9357"/>
                    </a:moveTo>
                    <a:cubicBezTo>
                      <a:pt x="10145" y="9357"/>
                      <a:pt x="10302" y="9578"/>
                      <a:pt x="10302" y="9767"/>
                    </a:cubicBezTo>
                    <a:cubicBezTo>
                      <a:pt x="10302" y="9987"/>
                      <a:pt x="10113" y="10208"/>
                      <a:pt x="9924" y="10208"/>
                    </a:cubicBezTo>
                    <a:cubicBezTo>
                      <a:pt x="9704" y="10208"/>
                      <a:pt x="9515" y="9987"/>
                      <a:pt x="9515" y="9767"/>
                    </a:cubicBezTo>
                    <a:cubicBezTo>
                      <a:pt x="9515" y="9578"/>
                      <a:pt x="9704" y="9357"/>
                      <a:pt x="9924" y="9357"/>
                    </a:cubicBezTo>
                    <a:close/>
                    <a:moveTo>
                      <a:pt x="441" y="0"/>
                    </a:moveTo>
                    <a:cubicBezTo>
                      <a:pt x="189" y="0"/>
                      <a:pt x="0" y="189"/>
                      <a:pt x="0" y="378"/>
                    </a:cubicBezTo>
                    <a:cubicBezTo>
                      <a:pt x="0" y="599"/>
                      <a:pt x="347" y="820"/>
                      <a:pt x="536" y="820"/>
                    </a:cubicBezTo>
                    <a:lnTo>
                      <a:pt x="2111" y="820"/>
                    </a:lnTo>
                    <a:cubicBezTo>
                      <a:pt x="2174" y="1103"/>
                      <a:pt x="3245" y="6711"/>
                      <a:pt x="3308" y="6994"/>
                    </a:cubicBezTo>
                    <a:cubicBezTo>
                      <a:pt x="2867" y="7184"/>
                      <a:pt x="2584" y="7625"/>
                      <a:pt x="2584" y="8097"/>
                    </a:cubicBezTo>
                    <a:cubicBezTo>
                      <a:pt x="2584" y="8759"/>
                      <a:pt x="3151" y="9326"/>
                      <a:pt x="3812" y="9326"/>
                    </a:cubicBezTo>
                    <a:lnTo>
                      <a:pt x="4001" y="9326"/>
                    </a:lnTo>
                    <a:cubicBezTo>
                      <a:pt x="3970" y="9452"/>
                      <a:pt x="3938" y="9609"/>
                      <a:pt x="3938" y="9767"/>
                    </a:cubicBezTo>
                    <a:cubicBezTo>
                      <a:pt x="3938" y="10429"/>
                      <a:pt x="4474" y="11027"/>
                      <a:pt x="5167" y="11027"/>
                    </a:cubicBezTo>
                    <a:cubicBezTo>
                      <a:pt x="5829" y="11027"/>
                      <a:pt x="6364" y="10460"/>
                      <a:pt x="6364" y="9767"/>
                    </a:cubicBezTo>
                    <a:cubicBezTo>
                      <a:pt x="6364" y="9609"/>
                      <a:pt x="6333" y="9483"/>
                      <a:pt x="6301" y="9326"/>
                    </a:cubicBezTo>
                    <a:lnTo>
                      <a:pt x="8664" y="9326"/>
                    </a:lnTo>
                    <a:cubicBezTo>
                      <a:pt x="8632" y="9452"/>
                      <a:pt x="8569" y="9609"/>
                      <a:pt x="8569" y="9767"/>
                    </a:cubicBezTo>
                    <a:cubicBezTo>
                      <a:pt x="8569" y="10429"/>
                      <a:pt x="9137" y="11027"/>
                      <a:pt x="9798" y="11027"/>
                    </a:cubicBezTo>
                    <a:cubicBezTo>
                      <a:pt x="10460" y="11027"/>
                      <a:pt x="11027" y="10460"/>
                      <a:pt x="11027" y="9767"/>
                    </a:cubicBezTo>
                    <a:cubicBezTo>
                      <a:pt x="11027" y="9609"/>
                      <a:pt x="10995" y="9483"/>
                      <a:pt x="10932" y="9357"/>
                    </a:cubicBezTo>
                    <a:lnTo>
                      <a:pt x="11562" y="9357"/>
                    </a:lnTo>
                    <a:cubicBezTo>
                      <a:pt x="11814" y="9357"/>
                      <a:pt x="12003" y="9168"/>
                      <a:pt x="12003" y="8979"/>
                    </a:cubicBezTo>
                    <a:cubicBezTo>
                      <a:pt x="12003" y="8727"/>
                      <a:pt x="11814" y="8538"/>
                      <a:pt x="11562" y="8538"/>
                    </a:cubicBezTo>
                    <a:lnTo>
                      <a:pt x="3749" y="8538"/>
                    </a:lnTo>
                    <a:cubicBezTo>
                      <a:pt x="3497" y="8538"/>
                      <a:pt x="3308" y="8349"/>
                      <a:pt x="3308" y="8160"/>
                    </a:cubicBezTo>
                    <a:cubicBezTo>
                      <a:pt x="3308" y="7940"/>
                      <a:pt x="3497" y="7719"/>
                      <a:pt x="3749" y="7719"/>
                    </a:cubicBezTo>
                    <a:lnTo>
                      <a:pt x="11468" y="7719"/>
                    </a:lnTo>
                    <a:cubicBezTo>
                      <a:pt x="11657" y="7719"/>
                      <a:pt x="11846" y="7562"/>
                      <a:pt x="11846" y="7373"/>
                    </a:cubicBezTo>
                    <a:lnTo>
                      <a:pt x="12665" y="2395"/>
                    </a:lnTo>
                    <a:cubicBezTo>
                      <a:pt x="12728" y="2143"/>
                      <a:pt x="12508" y="1922"/>
                      <a:pt x="12287" y="1922"/>
                    </a:cubicBezTo>
                    <a:lnTo>
                      <a:pt x="3056" y="1922"/>
                    </a:lnTo>
                    <a:lnTo>
                      <a:pt x="2741" y="347"/>
                    </a:lnTo>
                    <a:cubicBezTo>
                      <a:pt x="2710" y="158"/>
                      <a:pt x="2552" y="0"/>
                      <a:pt x="2363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F887C7F-E3B8-558F-E0CB-1361CB9D0407}"/>
                </a:ext>
              </a:extLst>
            </p:cNvPr>
            <p:cNvSpPr/>
            <p:nvPr/>
          </p:nvSpPr>
          <p:spPr>
            <a:xfrm>
              <a:off x="4816903" y="1895724"/>
              <a:ext cx="4257053" cy="5386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11" name="Google Shape;1927;p45">
              <a:extLst>
                <a:ext uri="{FF2B5EF4-FFF2-40B4-BE49-F238E27FC236}">
                  <a16:creationId xmlns:a16="http://schemas.microsoft.com/office/drawing/2014/main" id="{01D7A396-0514-3849-6517-D8F23775C166}"/>
                </a:ext>
              </a:extLst>
            </p:cNvPr>
            <p:cNvSpPr/>
            <p:nvPr/>
          </p:nvSpPr>
          <p:spPr>
            <a:xfrm>
              <a:off x="8314417" y="2515879"/>
              <a:ext cx="2095657" cy="1658666"/>
            </a:xfrm>
            <a:custGeom>
              <a:avLst/>
              <a:gdLst/>
              <a:ahLst/>
              <a:cxnLst/>
              <a:rect l="l" t="t" r="r" b="b"/>
              <a:pathLst>
                <a:path w="26026" h="20599" extrusionOk="0">
                  <a:moveTo>
                    <a:pt x="0" y="10300"/>
                  </a:moveTo>
                  <a:lnTo>
                    <a:pt x="5784" y="7447"/>
                  </a:lnTo>
                  <a:cubicBezTo>
                    <a:pt x="7051" y="3130"/>
                    <a:pt x="11012" y="0"/>
                    <a:pt x="15687" y="0"/>
                  </a:cubicBezTo>
                  <a:cubicBezTo>
                    <a:pt x="21391" y="0"/>
                    <a:pt x="26025" y="4595"/>
                    <a:pt x="26025" y="10300"/>
                  </a:cubicBezTo>
                  <a:cubicBezTo>
                    <a:pt x="26025" y="16004"/>
                    <a:pt x="21391" y="20599"/>
                    <a:pt x="15687" y="20599"/>
                  </a:cubicBezTo>
                  <a:cubicBezTo>
                    <a:pt x="11012" y="20599"/>
                    <a:pt x="7051" y="17509"/>
                    <a:pt x="5784" y="131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381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2" name="Google Shape;1928;p45">
              <a:extLst>
                <a:ext uri="{FF2B5EF4-FFF2-40B4-BE49-F238E27FC236}">
                  <a16:creationId xmlns:a16="http://schemas.microsoft.com/office/drawing/2014/main" id="{3DA2D4BC-8DAD-FE80-002F-6D12291073B5}"/>
                </a:ext>
              </a:extLst>
            </p:cNvPr>
            <p:cNvSpPr/>
            <p:nvPr/>
          </p:nvSpPr>
          <p:spPr>
            <a:xfrm>
              <a:off x="9064003" y="2834830"/>
              <a:ext cx="1036717" cy="1036717"/>
            </a:xfrm>
            <a:custGeom>
              <a:avLst/>
              <a:gdLst/>
              <a:ahLst/>
              <a:cxnLst/>
              <a:rect l="l" t="t" r="r" b="b"/>
              <a:pathLst>
                <a:path w="12875" h="12875" extrusionOk="0">
                  <a:moveTo>
                    <a:pt x="6457" y="1"/>
                  </a:moveTo>
                  <a:cubicBezTo>
                    <a:pt x="2892" y="1"/>
                    <a:pt x="0" y="2892"/>
                    <a:pt x="0" y="6457"/>
                  </a:cubicBezTo>
                  <a:cubicBezTo>
                    <a:pt x="0" y="9983"/>
                    <a:pt x="2892" y="12875"/>
                    <a:pt x="6457" y="12875"/>
                  </a:cubicBezTo>
                  <a:cubicBezTo>
                    <a:pt x="9982" y="12875"/>
                    <a:pt x="12874" y="9983"/>
                    <a:pt x="12874" y="6457"/>
                  </a:cubicBezTo>
                  <a:cubicBezTo>
                    <a:pt x="12874" y="2892"/>
                    <a:pt x="9982" y="1"/>
                    <a:pt x="6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latin typeface="Lora" pitchFamily="2" charset="0"/>
                </a:rPr>
                <a:t>02</a:t>
              </a:r>
              <a:endParaRPr sz="2100" b="1">
                <a:latin typeface="Lora" pitchFamily="2" charset="0"/>
              </a:endParaRPr>
            </a:p>
          </p:txBody>
        </p:sp>
        <p:sp>
          <p:nvSpPr>
            <p:cNvPr id="20" name="Google Shape;1936;p45">
              <a:extLst>
                <a:ext uri="{FF2B5EF4-FFF2-40B4-BE49-F238E27FC236}">
                  <a16:creationId xmlns:a16="http://schemas.microsoft.com/office/drawing/2014/main" id="{20411443-2FEC-D336-0E7D-98486154FDE9}"/>
                </a:ext>
              </a:extLst>
            </p:cNvPr>
            <p:cNvSpPr txBox="1"/>
            <p:nvPr/>
          </p:nvSpPr>
          <p:spPr>
            <a:xfrm>
              <a:off x="1859206" y="3078656"/>
              <a:ext cx="1515702" cy="549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  <a:latin typeface="Lora" pitchFamily="2" charset="0"/>
                  <a:ea typeface="Fira Sans Medium"/>
                  <a:cs typeface="Fira Sans Medium"/>
                  <a:sym typeface="Fira Sans Medium"/>
                </a:rPr>
                <a:t>10%</a:t>
              </a:r>
              <a:endParaRPr sz="1700">
                <a:solidFill>
                  <a:schemeClr val="dk1"/>
                </a:solidFill>
                <a:latin typeface="Lora" pitchFamily="2" charset="0"/>
                <a:ea typeface="Fira Sans Medium"/>
                <a:cs typeface="Fira Sans Medium"/>
                <a:sym typeface="Fira Sans Medium"/>
              </a:endParaRPr>
            </a:p>
          </p:txBody>
        </p:sp>
        <p:grpSp>
          <p:nvGrpSpPr>
            <p:cNvPr id="28" name="Google Shape;1948;p45">
              <a:extLst>
                <a:ext uri="{FF2B5EF4-FFF2-40B4-BE49-F238E27FC236}">
                  <a16:creationId xmlns:a16="http://schemas.microsoft.com/office/drawing/2014/main" id="{B368BFBB-5A81-E939-F427-8310DC051209}"/>
                </a:ext>
              </a:extLst>
            </p:cNvPr>
            <p:cNvGrpSpPr/>
            <p:nvPr/>
          </p:nvGrpSpPr>
          <p:grpSpPr>
            <a:xfrm>
              <a:off x="7574560" y="3097141"/>
              <a:ext cx="515536" cy="512094"/>
              <a:chOff x="-59470075" y="3308975"/>
              <a:chExt cx="318200" cy="316075"/>
            </a:xfrm>
            <a:noFill/>
          </p:grpSpPr>
          <p:sp>
            <p:nvSpPr>
              <p:cNvPr id="36" name="Google Shape;1949;p45">
                <a:extLst>
                  <a:ext uri="{FF2B5EF4-FFF2-40B4-BE49-F238E27FC236}">
                    <a16:creationId xmlns:a16="http://schemas.microsoft.com/office/drawing/2014/main" id="{973F30E8-E8BE-A719-B606-8C92B2F18699}"/>
                  </a:ext>
                </a:extLst>
              </p:cNvPr>
              <p:cNvSpPr/>
              <p:nvPr/>
            </p:nvSpPr>
            <p:spPr>
              <a:xfrm>
                <a:off x="-59403925" y="3522625"/>
                <a:ext cx="2127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20" extrusionOk="0">
                    <a:moveTo>
                      <a:pt x="0" y="1"/>
                    </a:moveTo>
                    <a:lnTo>
                      <a:pt x="0" y="820"/>
                    </a:lnTo>
                    <a:lnTo>
                      <a:pt x="851" y="820"/>
                    </a:lnTo>
                    <a:lnTo>
                      <a:pt x="851" y="1"/>
                    </a:ln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7" name="Google Shape;1950;p45">
                <a:extLst>
                  <a:ext uri="{FF2B5EF4-FFF2-40B4-BE49-F238E27FC236}">
                    <a16:creationId xmlns:a16="http://schemas.microsoft.com/office/drawing/2014/main" id="{BBF0F14C-4F15-6B1C-3CF9-92E004D72382}"/>
                  </a:ext>
                </a:extLst>
              </p:cNvPr>
              <p:cNvSpPr/>
              <p:nvPr/>
            </p:nvSpPr>
            <p:spPr>
              <a:xfrm>
                <a:off x="-59362175" y="3522625"/>
                <a:ext cx="205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20" extrusionOk="0">
                    <a:moveTo>
                      <a:pt x="0" y="1"/>
                    </a:moveTo>
                    <a:lnTo>
                      <a:pt x="0" y="820"/>
                    </a:lnTo>
                    <a:lnTo>
                      <a:pt x="819" y="820"/>
                    </a:lnTo>
                    <a:lnTo>
                      <a:pt x="819" y="1"/>
                    </a:ln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8" name="Google Shape;1951;p45">
                <a:extLst>
                  <a:ext uri="{FF2B5EF4-FFF2-40B4-BE49-F238E27FC236}">
                    <a16:creationId xmlns:a16="http://schemas.microsoft.com/office/drawing/2014/main" id="{8DFD6530-7AD2-FE9F-0D68-018B5292DF95}"/>
                  </a:ext>
                </a:extLst>
              </p:cNvPr>
              <p:cNvSpPr/>
              <p:nvPr/>
            </p:nvSpPr>
            <p:spPr>
              <a:xfrm>
                <a:off x="-59321225" y="3522625"/>
                <a:ext cx="205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20" extrusionOk="0">
                    <a:moveTo>
                      <a:pt x="0" y="1"/>
                    </a:moveTo>
                    <a:lnTo>
                      <a:pt x="0" y="820"/>
                    </a:lnTo>
                    <a:lnTo>
                      <a:pt x="820" y="820"/>
                    </a:lnTo>
                    <a:lnTo>
                      <a:pt x="820" y="1"/>
                    </a:ln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9" name="Google Shape;1952;p45">
                <a:extLst>
                  <a:ext uri="{FF2B5EF4-FFF2-40B4-BE49-F238E27FC236}">
                    <a16:creationId xmlns:a16="http://schemas.microsoft.com/office/drawing/2014/main" id="{BB554007-1C9C-6D26-9AAE-14D6A1031372}"/>
                  </a:ext>
                </a:extLst>
              </p:cNvPr>
              <p:cNvSpPr/>
              <p:nvPr/>
            </p:nvSpPr>
            <p:spPr>
              <a:xfrm>
                <a:off x="-59279475" y="3522625"/>
                <a:ext cx="205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20" extrusionOk="0">
                    <a:moveTo>
                      <a:pt x="0" y="1"/>
                    </a:moveTo>
                    <a:lnTo>
                      <a:pt x="0" y="820"/>
                    </a:lnTo>
                    <a:lnTo>
                      <a:pt x="819" y="820"/>
                    </a:lnTo>
                    <a:lnTo>
                      <a:pt x="819" y="1"/>
                    </a:ln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0" name="Google Shape;1953;p45">
                <a:extLst>
                  <a:ext uri="{FF2B5EF4-FFF2-40B4-BE49-F238E27FC236}">
                    <a16:creationId xmlns:a16="http://schemas.microsoft.com/office/drawing/2014/main" id="{D51E1240-BD05-DFAB-9382-4AF47214A6B4}"/>
                  </a:ext>
                </a:extLst>
              </p:cNvPr>
              <p:cNvSpPr/>
              <p:nvPr/>
            </p:nvSpPr>
            <p:spPr>
              <a:xfrm>
                <a:off x="-59470075" y="3418825"/>
                <a:ext cx="317425" cy="206225"/>
              </a:xfrm>
              <a:custGeom>
                <a:avLst/>
                <a:gdLst/>
                <a:ahLst/>
                <a:cxnLst/>
                <a:rect l="l" t="t" r="r" b="b"/>
                <a:pathLst>
                  <a:path w="12697" h="8249" extrusionOk="0">
                    <a:moveTo>
                      <a:pt x="10523" y="3334"/>
                    </a:moveTo>
                    <a:cubicBezTo>
                      <a:pt x="10775" y="3334"/>
                      <a:pt x="10932" y="3523"/>
                      <a:pt x="10932" y="3775"/>
                    </a:cubicBezTo>
                    <a:lnTo>
                      <a:pt x="10932" y="5413"/>
                    </a:lnTo>
                    <a:cubicBezTo>
                      <a:pt x="10932" y="5665"/>
                      <a:pt x="10712" y="5854"/>
                      <a:pt x="10523" y="5854"/>
                    </a:cubicBezTo>
                    <a:lnTo>
                      <a:pt x="2268" y="5854"/>
                    </a:lnTo>
                    <a:cubicBezTo>
                      <a:pt x="2016" y="5854"/>
                      <a:pt x="1827" y="5665"/>
                      <a:pt x="1827" y="5413"/>
                    </a:cubicBezTo>
                    <a:lnTo>
                      <a:pt x="1827" y="3775"/>
                    </a:lnTo>
                    <a:cubicBezTo>
                      <a:pt x="1827" y="3523"/>
                      <a:pt x="2016" y="3334"/>
                      <a:pt x="2268" y="3334"/>
                    </a:cubicBezTo>
                    <a:close/>
                    <a:moveTo>
                      <a:pt x="2893" y="1"/>
                    </a:moveTo>
                    <a:cubicBezTo>
                      <a:pt x="2822" y="1"/>
                      <a:pt x="2748" y="18"/>
                      <a:pt x="2678" y="57"/>
                    </a:cubicBezTo>
                    <a:lnTo>
                      <a:pt x="221" y="1727"/>
                    </a:lnTo>
                    <a:cubicBezTo>
                      <a:pt x="95" y="1790"/>
                      <a:pt x="0" y="1916"/>
                      <a:pt x="0" y="2073"/>
                    </a:cubicBezTo>
                    <a:lnTo>
                      <a:pt x="0" y="7870"/>
                    </a:lnTo>
                    <a:cubicBezTo>
                      <a:pt x="0" y="8091"/>
                      <a:pt x="221" y="8248"/>
                      <a:pt x="410" y="8248"/>
                    </a:cubicBezTo>
                    <a:lnTo>
                      <a:pt x="12255" y="8248"/>
                    </a:lnTo>
                    <a:cubicBezTo>
                      <a:pt x="12507" y="8248"/>
                      <a:pt x="12665" y="8059"/>
                      <a:pt x="12665" y="7870"/>
                    </a:cubicBezTo>
                    <a:lnTo>
                      <a:pt x="12665" y="2073"/>
                    </a:lnTo>
                    <a:cubicBezTo>
                      <a:pt x="12697" y="1884"/>
                      <a:pt x="12507" y="1664"/>
                      <a:pt x="12287" y="1664"/>
                    </a:cubicBezTo>
                    <a:lnTo>
                      <a:pt x="5797" y="1664"/>
                    </a:lnTo>
                    <a:lnTo>
                      <a:pt x="5797" y="404"/>
                    </a:lnTo>
                    <a:cubicBezTo>
                      <a:pt x="5797" y="166"/>
                      <a:pt x="5600" y="1"/>
                      <a:pt x="5382" y="1"/>
                    </a:cubicBezTo>
                    <a:cubicBezTo>
                      <a:pt x="5311" y="1"/>
                      <a:pt x="5237" y="18"/>
                      <a:pt x="5167" y="57"/>
                    </a:cubicBezTo>
                    <a:lnTo>
                      <a:pt x="3308" y="1286"/>
                    </a:lnTo>
                    <a:lnTo>
                      <a:pt x="3308" y="404"/>
                    </a:lnTo>
                    <a:cubicBezTo>
                      <a:pt x="3308" y="166"/>
                      <a:pt x="3111" y="1"/>
                      <a:pt x="2893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sp>
            <p:nvSpPr>
              <p:cNvPr id="41" name="Google Shape;1954;p45">
                <a:extLst>
                  <a:ext uri="{FF2B5EF4-FFF2-40B4-BE49-F238E27FC236}">
                    <a16:creationId xmlns:a16="http://schemas.microsoft.com/office/drawing/2014/main" id="{35C44F29-D130-3326-912D-AC9DEE0C824B}"/>
                  </a:ext>
                </a:extLst>
              </p:cNvPr>
              <p:cNvSpPr/>
              <p:nvPr/>
            </p:nvSpPr>
            <p:spPr>
              <a:xfrm>
                <a:off x="-59238525" y="3522625"/>
                <a:ext cx="205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20" extrusionOk="0">
                    <a:moveTo>
                      <a:pt x="0" y="1"/>
                    </a:moveTo>
                    <a:lnTo>
                      <a:pt x="0" y="820"/>
                    </a:lnTo>
                    <a:lnTo>
                      <a:pt x="820" y="820"/>
                    </a:lnTo>
                    <a:lnTo>
                      <a:pt x="820" y="1"/>
                    </a:ln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2" name="Google Shape;1955;p45">
                <a:extLst>
                  <a:ext uri="{FF2B5EF4-FFF2-40B4-BE49-F238E27FC236}">
                    <a16:creationId xmlns:a16="http://schemas.microsoft.com/office/drawing/2014/main" id="{B63D54BD-C173-3195-F445-141D63188473}"/>
                  </a:ext>
                </a:extLst>
              </p:cNvPr>
              <p:cNvSpPr/>
              <p:nvPr/>
            </p:nvSpPr>
            <p:spPr>
              <a:xfrm>
                <a:off x="-59292875" y="3308975"/>
                <a:ext cx="10635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1656" extrusionOk="0">
                    <a:moveTo>
                      <a:pt x="1305" y="1"/>
                    </a:moveTo>
                    <a:cubicBezTo>
                      <a:pt x="904" y="1"/>
                      <a:pt x="497" y="175"/>
                      <a:pt x="158" y="545"/>
                    </a:cubicBezTo>
                    <a:cubicBezTo>
                      <a:pt x="1" y="702"/>
                      <a:pt x="64" y="986"/>
                      <a:pt x="221" y="1143"/>
                    </a:cubicBezTo>
                    <a:cubicBezTo>
                      <a:pt x="311" y="1218"/>
                      <a:pt x="409" y="1258"/>
                      <a:pt x="503" y="1258"/>
                    </a:cubicBezTo>
                    <a:cubicBezTo>
                      <a:pt x="606" y="1258"/>
                      <a:pt x="706" y="1210"/>
                      <a:pt x="788" y="1112"/>
                    </a:cubicBezTo>
                    <a:cubicBezTo>
                      <a:pt x="946" y="938"/>
                      <a:pt x="1127" y="852"/>
                      <a:pt x="1308" y="852"/>
                    </a:cubicBezTo>
                    <a:cubicBezTo>
                      <a:pt x="1489" y="852"/>
                      <a:pt x="1670" y="938"/>
                      <a:pt x="1828" y="1112"/>
                    </a:cubicBezTo>
                    <a:cubicBezTo>
                      <a:pt x="2150" y="1466"/>
                      <a:pt x="2562" y="1655"/>
                      <a:pt x="2977" y="1655"/>
                    </a:cubicBezTo>
                    <a:cubicBezTo>
                      <a:pt x="3374" y="1655"/>
                      <a:pt x="3773" y="1482"/>
                      <a:pt x="4096" y="1112"/>
                    </a:cubicBezTo>
                    <a:cubicBezTo>
                      <a:pt x="4254" y="954"/>
                      <a:pt x="4222" y="671"/>
                      <a:pt x="4065" y="513"/>
                    </a:cubicBezTo>
                    <a:cubicBezTo>
                      <a:pt x="3990" y="438"/>
                      <a:pt x="3886" y="399"/>
                      <a:pt x="3781" y="399"/>
                    </a:cubicBezTo>
                    <a:cubicBezTo>
                      <a:pt x="3665" y="399"/>
                      <a:pt x="3549" y="446"/>
                      <a:pt x="3466" y="545"/>
                    </a:cubicBezTo>
                    <a:cubicBezTo>
                      <a:pt x="3309" y="734"/>
                      <a:pt x="3135" y="828"/>
                      <a:pt x="2962" y="828"/>
                    </a:cubicBezTo>
                    <a:cubicBezTo>
                      <a:pt x="2789" y="828"/>
                      <a:pt x="2616" y="734"/>
                      <a:pt x="2458" y="545"/>
                    </a:cubicBezTo>
                    <a:cubicBezTo>
                      <a:pt x="2136" y="191"/>
                      <a:pt x="1724" y="1"/>
                      <a:pt x="1305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3" name="Google Shape;1956;p45">
                <a:extLst>
                  <a:ext uri="{FF2B5EF4-FFF2-40B4-BE49-F238E27FC236}">
                    <a16:creationId xmlns:a16="http://schemas.microsoft.com/office/drawing/2014/main" id="{12E3CC13-130D-51D5-DA8D-3E6B5271EE5D}"/>
                  </a:ext>
                </a:extLst>
              </p:cNvPr>
              <p:cNvSpPr/>
              <p:nvPr/>
            </p:nvSpPr>
            <p:spPr>
              <a:xfrm>
                <a:off x="-59214100" y="3371400"/>
                <a:ext cx="62225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742" extrusionOk="0">
                    <a:moveTo>
                      <a:pt x="410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2742"/>
                    </a:lnTo>
                    <a:lnTo>
                      <a:pt x="2489" y="2742"/>
                    </a:lnTo>
                    <a:lnTo>
                      <a:pt x="2489" y="379"/>
                    </a:lnTo>
                    <a:cubicBezTo>
                      <a:pt x="2458" y="190"/>
                      <a:pt x="2268" y="1"/>
                      <a:pt x="2048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4" name="Google Shape;1957;p45">
                <a:extLst>
                  <a:ext uri="{FF2B5EF4-FFF2-40B4-BE49-F238E27FC236}">
                    <a16:creationId xmlns:a16="http://schemas.microsoft.com/office/drawing/2014/main" id="{1B323AE3-97CB-6BD6-7013-42CB7A4D7418}"/>
                  </a:ext>
                </a:extLst>
              </p:cNvPr>
              <p:cNvSpPr/>
              <p:nvPr/>
            </p:nvSpPr>
            <p:spPr>
              <a:xfrm>
                <a:off x="-59297600" y="3392600"/>
                <a:ext cx="62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1926" extrusionOk="0">
                    <a:moveTo>
                      <a:pt x="387" y="0"/>
                    </a:moveTo>
                    <a:cubicBezTo>
                      <a:pt x="163" y="0"/>
                      <a:pt x="1" y="177"/>
                      <a:pt x="1" y="382"/>
                    </a:cubicBezTo>
                    <a:lnTo>
                      <a:pt x="1" y="1925"/>
                    </a:lnTo>
                    <a:lnTo>
                      <a:pt x="2489" y="1925"/>
                    </a:lnTo>
                    <a:lnTo>
                      <a:pt x="2489" y="382"/>
                    </a:lnTo>
                    <a:cubicBezTo>
                      <a:pt x="2489" y="161"/>
                      <a:pt x="2300" y="4"/>
                      <a:pt x="2080" y="4"/>
                    </a:cubicBezTo>
                    <a:lnTo>
                      <a:pt x="442" y="4"/>
                    </a:lnTo>
                    <a:cubicBezTo>
                      <a:pt x="423" y="1"/>
                      <a:pt x="405" y="0"/>
                      <a:pt x="387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33750DF-2E3E-88B5-1D10-B64634B9E482}"/>
                </a:ext>
              </a:extLst>
            </p:cNvPr>
            <p:cNvSpPr/>
            <p:nvPr/>
          </p:nvSpPr>
          <p:spPr>
            <a:xfrm>
              <a:off x="2856378" y="3083884"/>
              <a:ext cx="4473675" cy="5386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Manufacturing</a:t>
              </a:r>
            </a:p>
            <a:p>
              <a:pPr algn="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9" name="Google Shape;1925;p45">
              <a:extLst>
                <a:ext uri="{FF2B5EF4-FFF2-40B4-BE49-F238E27FC236}">
                  <a16:creationId xmlns:a16="http://schemas.microsoft.com/office/drawing/2014/main" id="{5353F208-8774-3EC9-3356-EC4BA46AC7EF}"/>
                </a:ext>
              </a:extLst>
            </p:cNvPr>
            <p:cNvSpPr/>
            <p:nvPr/>
          </p:nvSpPr>
          <p:spPr>
            <a:xfrm>
              <a:off x="1781969" y="3696022"/>
              <a:ext cx="2092436" cy="1658747"/>
            </a:xfrm>
            <a:custGeom>
              <a:avLst/>
              <a:gdLst/>
              <a:ahLst/>
              <a:cxnLst/>
              <a:rect l="l" t="t" r="r" b="b"/>
              <a:pathLst>
                <a:path w="25986" h="20600" extrusionOk="0">
                  <a:moveTo>
                    <a:pt x="25986" y="10300"/>
                  </a:moveTo>
                  <a:lnTo>
                    <a:pt x="20202" y="7408"/>
                  </a:lnTo>
                  <a:cubicBezTo>
                    <a:pt x="18935" y="3130"/>
                    <a:pt x="14974" y="1"/>
                    <a:pt x="10299" y="1"/>
                  </a:cubicBezTo>
                  <a:cubicBezTo>
                    <a:pt x="4595" y="1"/>
                    <a:pt x="0" y="4596"/>
                    <a:pt x="0" y="10300"/>
                  </a:cubicBezTo>
                  <a:cubicBezTo>
                    <a:pt x="0" y="16004"/>
                    <a:pt x="4595" y="20599"/>
                    <a:pt x="10299" y="20599"/>
                  </a:cubicBezTo>
                  <a:cubicBezTo>
                    <a:pt x="14974" y="20599"/>
                    <a:pt x="18935" y="17470"/>
                    <a:pt x="20202" y="13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381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0" name="Google Shape;1926;p45">
              <a:extLst>
                <a:ext uri="{FF2B5EF4-FFF2-40B4-BE49-F238E27FC236}">
                  <a16:creationId xmlns:a16="http://schemas.microsoft.com/office/drawing/2014/main" id="{5C939D55-CE5E-91BA-310D-01D070B91F52}"/>
                </a:ext>
              </a:extLst>
            </p:cNvPr>
            <p:cNvSpPr/>
            <p:nvPr/>
          </p:nvSpPr>
          <p:spPr>
            <a:xfrm>
              <a:off x="2078615" y="4007037"/>
              <a:ext cx="1036717" cy="1036717"/>
            </a:xfrm>
            <a:custGeom>
              <a:avLst/>
              <a:gdLst/>
              <a:ahLst/>
              <a:cxnLst/>
              <a:rect l="l" t="t" r="r" b="b"/>
              <a:pathLst>
                <a:path w="12875" h="12875" extrusionOk="0">
                  <a:moveTo>
                    <a:pt x="6457" y="0"/>
                  </a:moveTo>
                  <a:cubicBezTo>
                    <a:pt x="2892" y="0"/>
                    <a:pt x="0" y="2892"/>
                    <a:pt x="0" y="6417"/>
                  </a:cubicBezTo>
                  <a:cubicBezTo>
                    <a:pt x="0" y="9982"/>
                    <a:pt x="2892" y="12874"/>
                    <a:pt x="6457" y="12874"/>
                  </a:cubicBezTo>
                  <a:cubicBezTo>
                    <a:pt x="9982" y="12874"/>
                    <a:pt x="12874" y="9982"/>
                    <a:pt x="12874" y="6417"/>
                  </a:cubicBezTo>
                  <a:cubicBezTo>
                    <a:pt x="12874" y="2892"/>
                    <a:pt x="9982" y="0"/>
                    <a:pt x="64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latin typeface="Lora" pitchFamily="2" charset="0"/>
                </a:rPr>
                <a:t>03</a:t>
              </a:r>
              <a:endParaRPr sz="2100" b="1">
                <a:latin typeface="Lora" pitchFamily="2" charset="0"/>
              </a:endParaRPr>
            </a:p>
          </p:txBody>
        </p:sp>
        <p:sp>
          <p:nvSpPr>
            <p:cNvPr id="21" name="Google Shape;1937;p45">
              <a:extLst>
                <a:ext uri="{FF2B5EF4-FFF2-40B4-BE49-F238E27FC236}">
                  <a16:creationId xmlns:a16="http://schemas.microsoft.com/office/drawing/2014/main" id="{156B83E0-EADD-4A9B-B4D5-6265193BE778}"/>
                </a:ext>
              </a:extLst>
            </p:cNvPr>
            <p:cNvSpPr txBox="1"/>
            <p:nvPr/>
          </p:nvSpPr>
          <p:spPr>
            <a:xfrm>
              <a:off x="8720797" y="4250863"/>
              <a:ext cx="1689201" cy="549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  <a:latin typeface="Lora" pitchFamily="2" charset="0"/>
                  <a:ea typeface="Fira Sans Medium"/>
                  <a:cs typeface="Fira Sans Medium"/>
                  <a:sym typeface="Fira Sans Medium"/>
                </a:rPr>
                <a:t>10%</a:t>
              </a:r>
              <a:endParaRPr sz="1700">
                <a:solidFill>
                  <a:schemeClr val="dk1"/>
                </a:solidFill>
                <a:latin typeface="Lora" pitchFamily="2" charset="0"/>
                <a:ea typeface="Fira Sans Medium"/>
                <a:cs typeface="Fira Sans Medium"/>
                <a:sym typeface="Fira Sans Medium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B751094-9D43-7946-672C-33A9A7E685BC}"/>
                </a:ext>
              </a:extLst>
            </p:cNvPr>
            <p:cNvGrpSpPr/>
            <p:nvPr/>
          </p:nvGrpSpPr>
          <p:grpSpPr>
            <a:xfrm>
              <a:off x="4077524" y="4289307"/>
              <a:ext cx="475283" cy="472177"/>
              <a:chOff x="4077524" y="4289307"/>
              <a:chExt cx="475283" cy="472177"/>
            </a:xfrm>
            <a:noFill/>
          </p:grpSpPr>
          <p:sp>
            <p:nvSpPr>
              <p:cNvPr id="45" name="Google Shape;1944;p45">
                <a:extLst>
                  <a:ext uri="{FF2B5EF4-FFF2-40B4-BE49-F238E27FC236}">
                    <a16:creationId xmlns:a16="http://schemas.microsoft.com/office/drawing/2014/main" id="{66CE2D53-E641-D031-961C-38B85CDCA162}"/>
                  </a:ext>
                </a:extLst>
              </p:cNvPr>
              <p:cNvSpPr/>
              <p:nvPr/>
            </p:nvSpPr>
            <p:spPr>
              <a:xfrm>
                <a:off x="4090958" y="4353592"/>
                <a:ext cx="311022" cy="162437"/>
              </a:xfrm>
              <a:custGeom>
                <a:avLst/>
                <a:gdLst/>
                <a:ahLst/>
                <a:cxnLst/>
                <a:rect l="l" t="t" r="r" b="b"/>
                <a:pathLst>
                  <a:path w="12618" h="6590" extrusionOk="0">
                    <a:moveTo>
                      <a:pt x="3647" y="1"/>
                    </a:moveTo>
                    <a:lnTo>
                      <a:pt x="169" y="1846"/>
                    </a:lnTo>
                    <a:cubicBezTo>
                      <a:pt x="109" y="1877"/>
                      <a:pt x="51" y="1913"/>
                      <a:pt x="0" y="1952"/>
                    </a:cubicBezTo>
                    <a:lnTo>
                      <a:pt x="8892" y="6589"/>
                    </a:lnTo>
                    <a:lnTo>
                      <a:pt x="12617" y="4746"/>
                    </a:lnTo>
                    <a:lnTo>
                      <a:pt x="3647" y="1"/>
                    </a:lnTo>
                    <a:close/>
                  </a:path>
                </a:pathLst>
              </a:custGeom>
              <a:grpFill/>
              <a:ln>
                <a:solidFill>
                  <a:schemeClr val="accent3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46" name="Google Shape;1945;p45">
                <a:extLst>
                  <a:ext uri="{FF2B5EF4-FFF2-40B4-BE49-F238E27FC236}">
                    <a16:creationId xmlns:a16="http://schemas.microsoft.com/office/drawing/2014/main" id="{9CFC87A3-DA0F-7FC5-FBA6-07AD71196069}"/>
                  </a:ext>
                </a:extLst>
              </p:cNvPr>
              <p:cNvSpPr/>
              <p:nvPr/>
            </p:nvSpPr>
            <p:spPr>
              <a:xfrm>
                <a:off x="4323867" y="4427070"/>
                <a:ext cx="228940" cy="334414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3567" extrusionOk="0">
                    <a:moveTo>
                      <a:pt x="9284" y="1"/>
                    </a:moveTo>
                    <a:lnTo>
                      <a:pt x="4836" y="2202"/>
                    </a:lnTo>
                    <a:lnTo>
                      <a:pt x="4836" y="4680"/>
                    </a:lnTo>
                    <a:cubicBezTo>
                      <a:pt x="4836" y="4993"/>
                      <a:pt x="4584" y="5246"/>
                      <a:pt x="4270" y="5246"/>
                    </a:cubicBezTo>
                    <a:cubicBezTo>
                      <a:pt x="3957" y="5246"/>
                      <a:pt x="3707" y="4993"/>
                      <a:pt x="3707" y="4680"/>
                    </a:cubicBezTo>
                    <a:lnTo>
                      <a:pt x="3707" y="2762"/>
                    </a:lnTo>
                    <a:lnTo>
                      <a:pt x="0" y="4593"/>
                    </a:lnTo>
                    <a:lnTo>
                      <a:pt x="0" y="13566"/>
                    </a:lnTo>
                    <a:cubicBezTo>
                      <a:pt x="12" y="13560"/>
                      <a:pt x="24" y="13557"/>
                      <a:pt x="37" y="13551"/>
                    </a:cubicBezTo>
                    <a:lnTo>
                      <a:pt x="8552" y="9236"/>
                    </a:lnTo>
                    <a:cubicBezTo>
                      <a:pt x="9004" y="9010"/>
                      <a:pt x="9287" y="8550"/>
                      <a:pt x="9287" y="8047"/>
                    </a:cubicBezTo>
                    <a:lnTo>
                      <a:pt x="9287" y="52"/>
                    </a:lnTo>
                    <a:cubicBezTo>
                      <a:pt x="9287" y="34"/>
                      <a:pt x="9287" y="19"/>
                      <a:pt x="9284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3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47" name="Google Shape;1946;p45">
                <a:extLst>
                  <a:ext uri="{FF2B5EF4-FFF2-40B4-BE49-F238E27FC236}">
                    <a16:creationId xmlns:a16="http://schemas.microsoft.com/office/drawing/2014/main" id="{B2EEBCCD-248A-6FC8-0FDB-7C8E4383D621}"/>
                  </a:ext>
                </a:extLst>
              </p:cNvPr>
              <p:cNvSpPr/>
              <p:nvPr/>
            </p:nvSpPr>
            <p:spPr>
              <a:xfrm>
                <a:off x="4210530" y="4289307"/>
                <a:ext cx="3294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3365" h="6740" extrusionOk="0">
                    <a:moveTo>
                      <a:pt x="4045" y="1"/>
                    </a:moveTo>
                    <a:cubicBezTo>
                      <a:pt x="3833" y="1"/>
                      <a:pt x="3623" y="51"/>
                      <a:pt x="3430" y="151"/>
                    </a:cubicBezTo>
                    <a:lnTo>
                      <a:pt x="0" y="1970"/>
                    </a:lnTo>
                    <a:lnTo>
                      <a:pt x="9013" y="6740"/>
                    </a:lnTo>
                    <a:lnTo>
                      <a:pt x="13364" y="4587"/>
                    </a:lnTo>
                    <a:cubicBezTo>
                      <a:pt x="13298" y="4536"/>
                      <a:pt x="13226" y="4491"/>
                      <a:pt x="13150" y="4454"/>
                    </a:cubicBezTo>
                    <a:lnTo>
                      <a:pt x="4638" y="139"/>
                    </a:lnTo>
                    <a:lnTo>
                      <a:pt x="4635" y="139"/>
                    </a:lnTo>
                    <a:cubicBezTo>
                      <a:pt x="4448" y="47"/>
                      <a:pt x="4246" y="1"/>
                      <a:pt x="4045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3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48" name="Google Shape;1947;p45">
                <a:extLst>
                  <a:ext uri="{FF2B5EF4-FFF2-40B4-BE49-F238E27FC236}">
                    <a16:creationId xmlns:a16="http://schemas.microsoft.com/office/drawing/2014/main" id="{9CFD5A71-FDF8-4695-20F2-3A039FB827AD}"/>
                  </a:ext>
                </a:extLst>
              </p:cNvPr>
              <p:cNvSpPr/>
              <p:nvPr/>
            </p:nvSpPr>
            <p:spPr>
              <a:xfrm>
                <a:off x="4077524" y="4426183"/>
                <a:ext cx="218538" cy="335153"/>
              </a:xfrm>
              <a:custGeom>
                <a:avLst/>
                <a:gdLst/>
                <a:ahLst/>
                <a:cxnLst/>
                <a:rect l="l" t="t" r="r" b="b"/>
                <a:pathLst>
                  <a:path w="8866" h="13597" extrusionOk="0">
                    <a:moveTo>
                      <a:pt x="6" y="1"/>
                    </a:moveTo>
                    <a:cubicBezTo>
                      <a:pt x="3" y="25"/>
                      <a:pt x="0" y="52"/>
                      <a:pt x="0" y="76"/>
                    </a:cubicBezTo>
                    <a:lnTo>
                      <a:pt x="0" y="8095"/>
                    </a:lnTo>
                    <a:cubicBezTo>
                      <a:pt x="0" y="8589"/>
                      <a:pt x="274" y="9043"/>
                      <a:pt x="714" y="9269"/>
                    </a:cubicBezTo>
                    <a:lnTo>
                      <a:pt x="8820" y="13572"/>
                    </a:lnTo>
                    <a:lnTo>
                      <a:pt x="8826" y="13575"/>
                    </a:lnTo>
                    <a:lnTo>
                      <a:pt x="8865" y="13596"/>
                    </a:lnTo>
                    <a:lnTo>
                      <a:pt x="8865" y="4620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>
                <a:solidFill>
                  <a:schemeClr val="accent3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CCCE03-687C-33D4-DD86-463B4D2A7499}"/>
                </a:ext>
              </a:extLst>
            </p:cNvPr>
            <p:cNvSpPr/>
            <p:nvPr/>
          </p:nvSpPr>
          <p:spPr>
            <a:xfrm>
              <a:off x="4816903" y="4256091"/>
              <a:ext cx="4257053" cy="5386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13" name="Google Shape;1929;p45">
              <a:extLst>
                <a:ext uri="{FF2B5EF4-FFF2-40B4-BE49-F238E27FC236}">
                  <a16:creationId xmlns:a16="http://schemas.microsoft.com/office/drawing/2014/main" id="{6A199DFD-FB61-25A2-C1D2-EDDD231CCB7D}"/>
                </a:ext>
              </a:extLst>
            </p:cNvPr>
            <p:cNvSpPr/>
            <p:nvPr/>
          </p:nvSpPr>
          <p:spPr>
            <a:xfrm>
              <a:off x="8314417" y="4876246"/>
              <a:ext cx="2095657" cy="1658666"/>
            </a:xfrm>
            <a:custGeom>
              <a:avLst/>
              <a:gdLst/>
              <a:ahLst/>
              <a:cxnLst/>
              <a:rect l="l" t="t" r="r" b="b"/>
              <a:pathLst>
                <a:path w="26026" h="20599" extrusionOk="0">
                  <a:moveTo>
                    <a:pt x="0" y="10300"/>
                  </a:moveTo>
                  <a:lnTo>
                    <a:pt x="5784" y="7408"/>
                  </a:lnTo>
                  <a:cubicBezTo>
                    <a:pt x="7051" y="3130"/>
                    <a:pt x="11012" y="0"/>
                    <a:pt x="15687" y="0"/>
                  </a:cubicBezTo>
                  <a:cubicBezTo>
                    <a:pt x="21391" y="0"/>
                    <a:pt x="26025" y="4596"/>
                    <a:pt x="26025" y="10300"/>
                  </a:cubicBezTo>
                  <a:cubicBezTo>
                    <a:pt x="26025" y="16004"/>
                    <a:pt x="21391" y="20599"/>
                    <a:pt x="15687" y="20599"/>
                  </a:cubicBezTo>
                  <a:cubicBezTo>
                    <a:pt x="11012" y="20599"/>
                    <a:pt x="7051" y="17470"/>
                    <a:pt x="5784" y="131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381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4" name="Google Shape;1930;p45">
              <a:extLst>
                <a:ext uri="{FF2B5EF4-FFF2-40B4-BE49-F238E27FC236}">
                  <a16:creationId xmlns:a16="http://schemas.microsoft.com/office/drawing/2014/main" id="{98E1F835-0F63-A7E9-A9D5-AAD8D19A9211}"/>
                </a:ext>
              </a:extLst>
            </p:cNvPr>
            <p:cNvSpPr/>
            <p:nvPr/>
          </p:nvSpPr>
          <p:spPr>
            <a:xfrm>
              <a:off x="9064003" y="5187221"/>
              <a:ext cx="1036717" cy="1036717"/>
            </a:xfrm>
            <a:custGeom>
              <a:avLst/>
              <a:gdLst/>
              <a:ahLst/>
              <a:cxnLst/>
              <a:rect l="l" t="t" r="r" b="b"/>
              <a:pathLst>
                <a:path w="12875" h="12875" extrusionOk="0">
                  <a:moveTo>
                    <a:pt x="6457" y="1"/>
                  </a:moveTo>
                  <a:cubicBezTo>
                    <a:pt x="2892" y="1"/>
                    <a:pt x="0" y="2892"/>
                    <a:pt x="0" y="6418"/>
                  </a:cubicBezTo>
                  <a:cubicBezTo>
                    <a:pt x="0" y="9983"/>
                    <a:pt x="2892" y="12875"/>
                    <a:pt x="6457" y="12875"/>
                  </a:cubicBezTo>
                  <a:cubicBezTo>
                    <a:pt x="9982" y="12875"/>
                    <a:pt x="12874" y="9983"/>
                    <a:pt x="12874" y="6418"/>
                  </a:cubicBezTo>
                  <a:cubicBezTo>
                    <a:pt x="12874" y="2892"/>
                    <a:pt x="9982" y="1"/>
                    <a:pt x="6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latin typeface="Lora" pitchFamily="2" charset="0"/>
                </a:rPr>
                <a:t>04</a:t>
              </a:r>
              <a:endParaRPr sz="2100" b="1">
                <a:latin typeface="Lora" pitchFamily="2" charset="0"/>
              </a:endParaRPr>
            </a:p>
          </p:txBody>
        </p:sp>
        <p:sp>
          <p:nvSpPr>
            <p:cNvPr id="22" name="Google Shape;1938;p45">
              <a:extLst>
                <a:ext uri="{FF2B5EF4-FFF2-40B4-BE49-F238E27FC236}">
                  <a16:creationId xmlns:a16="http://schemas.microsoft.com/office/drawing/2014/main" id="{E0C70342-DE89-A7EC-A2C9-15FD3EE8DECC}"/>
                </a:ext>
              </a:extLst>
            </p:cNvPr>
            <p:cNvSpPr txBox="1"/>
            <p:nvPr/>
          </p:nvSpPr>
          <p:spPr>
            <a:xfrm>
              <a:off x="1859206" y="5431047"/>
              <a:ext cx="1515702" cy="549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  <a:latin typeface="Lora" pitchFamily="2" charset="0"/>
                  <a:ea typeface="Fira Sans Medium"/>
                  <a:cs typeface="Fira Sans Medium"/>
                  <a:sym typeface="Fira Sans Medium"/>
                </a:rPr>
                <a:t>50%</a:t>
              </a:r>
              <a:endParaRPr sz="1700">
                <a:solidFill>
                  <a:schemeClr val="dk1"/>
                </a:solidFill>
                <a:latin typeface="Lora" pitchFamily="2" charset="0"/>
                <a:ea typeface="Fira Sans Medium"/>
                <a:cs typeface="Fira Sans Medium"/>
                <a:sym typeface="Fira Sans Medium"/>
              </a:endParaRPr>
            </a:p>
          </p:txBody>
        </p:sp>
        <p:grpSp>
          <p:nvGrpSpPr>
            <p:cNvPr id="30" name="Google Shape;1961;p45">
              <a:extLst>
                <a:ext uri="{FF2B5EF4-FFF2-40B4-BE49-F238E27FC236}">
                  <a16:creationId xmlns:a16="http://schemas.microsoft.com/office/drawing/2014/main" id="{F9A69492-28C6-3599-4F4B-360BBAA32100}"/>
                </a:ext>
              </a:extLst>
            </p:cNvPr>
            <p:cNvGrpSpPr/>
            <p:nvPr/>
          </p:nvGrpSpPr>
          <p:grpSpPr>
            <a:xfrm>
              <a:off x="7588714" y="5462790"/>
              <a:ext cx="487237" cy="485578"/>
              <a:chOff x="-58983325" y="3755775"/>
              <a:chExt cx="227625" cy="226850"/>
            </a:xfrm>
            <a:noFill/>
          </p:grpSpPr>
          <p:sp>
            <p:nvSpPr>
              <p:cNvPr id="31" name="Google Shape;1962;p45">
                <a:extLst>
                  <a:ext uri="{FF2B5EF4-FFF2-40B4-BE49-F238E27FC236}">
                    <a16:creationId xmlns:a16="http://schemas.microsoft.com/office/drawing/2014/main" id="{8A938A07-34D7-6DA0-1430-BC723EF722CB}"/>
                  </a:ext>
                </a:extLst>
              </p:cNvPr>
              <p:cNvSpPr/>
              <p:nvPr/>
            </p:nvSpPr>
            <p:spPr>
              <a:xfrm>
                <a:off x="-58911650" y="3880200"/>
                <a:ext cx="79550" cy="30750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1230" extrusionOk="0">
                    <a:moveTo>
                      <a:pt x="1607" y="1"/>
                    </a:moveTo>
                    <a:cubicBezTo>
                      <a:pt x="819" y="1"/>
                      <a:pt x="189" y="505"/>
                      <a:pt x="0" y="1230"/>
                    </a:cubicBezTo>
                    <a:lnTo>
                      <a:pt x="3182" y="1230"/>
                    </a:lnTo>
                    <a:cubicBezTo>
                      <a:pt x="3025" y="537"/>
                      <a:pt x="2394" y="1"/>
                      <a:pt x="1607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2" name="Google Shape;1963;p45">
                <a:extLst>
                  <a:ext uri="{FF2B5EF4-FFF2-40B4-BE49-F238E27FC236}">
                    <a16:creationId xmlns:a16="http://schemas.microsoft.com/office/drawing/2014/main" id="{17870A3A-222F-8820-89CF-F17C198152D0}"/>
                  </a:ext>
                </a:extLst>
              </p:cNvPr>
              <p:cNvSpPr/>
              <p:nvPr/>
            </p:nvSpPr>
            <p:spPr>
              <a:xfrm>
                <a:off x="-58891975" y="3818000"/>
                <a:ext cx="41775" cy="41750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670" extrusionOk="0">
                    <a:moveTo>
                      <a:pt x="851" y="0"/>
                    </a:moveTo>
                    <a:cubicBezTo>
                      <a:pt x="379" y="0"/>
                      <a:pt x="1" y="378"/>
                      <a:pt x="1" y="819"/>
                    </a:cubicBezTo>
                    <a:cubicBezTo>
                      <a:pt x="1" y="1292"/>
                      <a:pt x="379" y="1670"/>
                      <a:pt x="851" y="1670"/>
                    </a:cubicBezTo>
                    <a:cubicBezTo>
                      <a:pt x="1292" y="1670"/>
                      <a:pt x="1670" y="1292"/>
                      <a:pt x="1670" y="819"/>
                    </a:cubicBezTo>
                    <a:cubicBezTo>
                      <a:pt x="1670" y="378"/>
                      <a:pt x="1292" y="0"/>
                      <a:pt x="851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3" name="Google Shape;1964;p45">
                <a:extLst>
                  <a:ext uri="{FF2B5EF4-FFF2-40B4-BE49-F238E27FC236}">
                    <a16:creationId xmlns:a16="http://schemas.microsoft.com/office/drawing/2014/main" id="{65F5B25D-9A09-3159-2539-EC0B5E47CD16}"/>
                  </a:ext>
                </a:extLst>
              </p:cNvPr>
              <p:cNvSpPr/>
              <p:nvPr/>
            </p:nvSpPr>
            <p:spPr>
              <a:xfrm>
                <a:off x="-58983325" y="3755775"/>
                <a:ext cx="22762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9105" h="9074" extrusionOk="0">
                    <a:moveTo>
                      <a:pt x="4537" y="1701"/>
                    </a:moveTo>
                    <a:cubicBezTo>
                      <a:pt x="5419" y="1701"/>
                      <a:pt x="6175" y="2458"/>
                      <a:pt x="6175" y="3371"/>
                    </a:cubicBezTo>
                    <a:cubicBezTo>
                      <a:pt x="6175" y="3781"/>
                      <a:pt x="6018" y="4190"/>
                      <a:pt x="5702" y="4505"/>
                    </a:cubicBezTo>
                    <a:cubicBezTo>
                      <a:pt x="6459" y="4946"/>
                      <a:pt x="6994" y="5734"/>
                      <a:pt x="6994" y="6679"/>
                    </a:cubicBezTo>
                    <a:cubicBezTo>
                      <a:pt x="6963" y="6868"/>
                      <a:pt x="6805" y="7057"/>
                      <a:pt x="6585" y="7057"/>
                    </a:cubicBezTo>
                    <a:lnTo>
                      <a:pt x="2426" y="7057"/>
                    </a:lnTo>
                    <a:cubicBezTo>
                      <a:pt x="2205" y="7057"/>
                      <a:pt x="2048" y="6868"/>
                      <a:pt x="2048" y="6679"/>
                    </a:cubicBezTo>
                    <a:cubicBezTo>
                      <a:pt x="2048" y="5734"/>
                      <a:pt x="2552" y="4946"/>
                      <a:pt x="3340" y="4505"/>
                    </a:cubicBezTo>
                    <a:cubicBezTo>
                      <a:pt x="3056" y="4190"/>
                      <a:pt x="2867" y="3781"/>
                      <a:pt x="2867" y="3371"/>
                    </a:cubicBezTo>
                    <a:cubicBezTo>
                      <a:pt x="2867" y="2458"/>
                      <a:pt x="3623" y="1701"/>
                      <a:pt x="4537" y="1701"/>
                    </a:cubicBezTo>
                    <a:close/>
                    <a:moveTo>
                      <a:pt x="4537" y="0"/>
                    </a:moveTo>
                    <a:cubicBezTo>
                      <a:pt x="2016" y="0"/>
                      <a:pt x="0" y="2048"/>
                      <a:pt x="0" y="4537"/>
                    </a:cubicBezTo>
                    <a:cubicBezTo>
                      <a:pt x="0" y="7057"/>
                      <a:pt x="2048" y="9074"/>
                      <a:pt x="4537" y="9074"/>
                    </a:cubicBezTo>
                    <a:cubicBezTo>
                      <a:pt x="7057" y="9074"/>
                      <a:pt x="9042" y="7026"/>
                      <a:pt x="9042" y="4537"/>
                    </a:cubicBezTo>
                    <a:cubicBezTo>
                      <a:pt x="9105" y="2017"/>
                      <a:pt x="7057" y="0"/>
                      <a:pt x="4537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D0F54DA-309A-FDAC-7086-8EF61B8F31E3}"/>
                </a:ext>
              </a:extLst>
            </p:cNvPr>
            <p:cNvSpPr/>
            <p:nvPr/>
          </p:nvSpPr>
          <p:spPr>
            <a:xfrm>
              <a:off x="2856378" y="5436275"/>
              <a:ext cx="4473675" cy="5386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Transportation</a:t>
              </a:r>
            </a:p>
            <a:p>
              <a:pPr algn="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034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3331C875-A757-CE45-C647-59BDC398B011}"/>
              </a:ext>
            </a:extLst>
          </p:cNvPr>
          <p:cNvGrpSpPr/>
          <p:nvPr/>
        </p:nvGrpSpPr>
        <p:grpSpPr>
          <a:xfrm>
            <a:off x="399441" y="2056528"/>
            <a:ext cx="11393118" cy="4054121"/>
            <a:chOff x="128920" y="2010808"/>
            <a:chExt cx="11393118" cy="405412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A2BC5F-44AA-9953-73C4-9E98788EA5C1}"/>
                </a:ext>
              </a:extLst>
            </p:cNvPr>
            <p:cNvGrpSpPr/>
            <p:nvPr/>
          </p:nvGrpSpPr>
          <p:grpSpPr>
            <a:xfrm>
              <a:off x="4137458" y="2229711"/>
              <a:ext cx="7384580" cy="3788524"/>
              <a:chOff x="755577" y="2780928"/>
              <a:chExt cx="4561824" cy="2880320"/>
            </a:xfrm>
          </p:grpSpPr>
          <p:sp>
            <p:nvSpPr>
              <p:cNvPr id="26" name="Pentagon 5">
                <a:extLst>
                  <a:ext uri="{FF2B5EF4-FFF2-40B4-BE49-F238E27FC236}">
                    <a16:creationId xmlns:a16="http://schemas.microsoft.com/office/drawing/2014/main" id="{4D10315B-D108-EF6E-7487-166B0AA71210}"/>
                  </a:ext>
                </a:extLst>
              </p:cNvPr>
              <p:cNvSpPr/>
              <p:nvPr/>
            </p:nvSpPr>
            <p:spPr>
              <a:xfrm>
                <a:off x="3779912" y="2780928"/>
                <a:ext cx="1537489" cy="576064"/>
              </a:xfrm>
              <a:custGeom>
                <a:avLst/>
                <a:gdLst/>
                <a:ahLst/>
                <a:cxnLst/>
                <a:rect l="l" t="t" r="r" b="b"/>
                <a:pathLst>
                  <a:path w="1728192" h="576064">
                    <a:moveTo>
                      <a:pt x="144538" y="0"/>
                    </a:moveTo>
                    <a:lnTo>
                      <a:pt x="1440160" y="0"/>
                    </a:lnTo>
                    <a:lnTo>
                      <a:pt x="1728192" y="288032"/>
                    </a:lnTo>
                    <a:lnTo>
                      <a:pt x="1440160" y="576064"/>
                    </a:lnTo>
                    <a:lnTo>
                      <a:pt x="0" y="576064"/>
                    </a:lnTo>
                    <a:lnTo>
                      <a:pt x="0" y="560466"/>
                    </a:lnTo>
                    <a:lnTo>
                      <a:pt x="144962" y="108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" name="Parallelogram 26">
                <a:extLst>
                  <a:ext uri="{FF2B5EF4-FFF2-40B4-BE49-F238E27FC236}">
                    <a16:creationId xmlns:a16="http://schemas.microsoft.com/office/drawing/2014/main" id="{1F4BC4BE-718E-9605-210F-ED914DE35512}"/>
                  </a:ext>
                </a:extLst>
              </p:cNvPr>
              <p:cNvSpPr/>
              <p:nvPr/>
            </p:nvSpPr>
            <p:spPr>
              <a:xfrm>
                <a:off x="2995522" y="3356992"/>
                <a:ext cx="1409365" cy="576064"/>
              </a:xfrm>
              <a:prstGeom prst="parallelogram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" name="Parallelogram 27">
                <a:extLst>
                  <a:ext uri="{FF2B5EF4-FFF2-40B4-BE49-F238E27FC236}">
                    <a16:creationId xmlns:a16="http://schemas.microsoft.com/office/drawing/2014/main" id="{B3FD4A96-8CDB-711E-591C-7F6E50FADFB5}"/>
                  </a:ext>
                </a:extLst>
              </p:cNvPr>
              <p:cNvSpPr/>
              <p:nvPr/>
            </p:nvSpPr>
            <p:spPr>
              <a:xfrm>
                <a:off x="2211133" y="3933056"/>
                <a:ext cx="1409365" cy="576064"/>
              </a:xfrm>
              <a:prstGeom prst="parallelogram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" name="Parallelogram 28">
                <a:extLst>
                  <a:ext uri="{FF2B5EF4-FFF2-40B4-BE49-F238E27FC236}">
                    <a16:creationId xmlns:a16="http://schemas.microsoft.com/office/drawing/2014/main" id="{120B7826-F753-46B8-0516-D6AD396539DF}"/>
                  </a:ext>
                </a:extLst>
              </p:cNvPr>
              <p:cNvSpPr/>
              <p:nvPr/>
            </p:nvSpPr>
            <p:spPr>
              <a:xfrm>
                <a:off x="1426744" y="4509120"/>
                <a:ext cx="1409365" cy="576064"/>
              </a:xfrm>
              <a:prstGeom prst="parallelogram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" name="Parallelogram 46">
                <a:extLst>
                  <a:ext uri="{FF2B5EF4-FFF2-40B4-BE49-F238E27FC236}">
                    <a16:creationId xmlns:a16="http://schemas.microsoft.com/office/drawing/2014/main" id="{36EDC8DC-3D0C-A53B-B58C-01EB14674231}"/>
                  </a:ext>
                </a:extLst>
              </p:cNvPr>
              <p:cNvSpPr/>
              <p:nvPr/>
            </p:nvSpPr>
            <p:spPr>
              <a:xfrm>
                <a:off x="755577" y="5085184"/>
                <a:ext cx="1296143" cy="576064"/>
              </a:xfrm>
              <a:custGeom>
                <a:avLst/>
                <a:gdLst/>
                <a:ahLst/>
                <a:cxnLst/>
                <a:rect l="l" t="t" r="r" b="b"/>
                <a:pathLst>
                  <a:path w="1706488" h="576064">
                    <a:moveTo>
                      <a:pt x="0" y="0"/>
                    </a:moveTo>
                    <a:lnTo>
                      <a:pt x="150361" y="0"/>
                    </a:lnTo>
                    <a:lnTo>
                      <a:pt x="751804" y="0"/>
                    </a:lnTo>
                    <a:lnTo>
                      <a:pt x="1503607" y="0"/>
                    </a:lnTo>
                    <a:lnTo>
                      <a:pt x="1653968" y="0"/>
                    </a:lnTo>
                    <a:lnTo>
                      <a:pt x="1706488" y="0"/>
                    </a:lnTo>
                    <a:lnTo>
                      <a:pt x="1706488" y="576064"/>
                    </a:lnTo>
                    <a:lnTo>
                      <a:pt x="1653968" y="576064"/>
                    </a:lnTo>
                    <a:lnTo>
                      <a:pt x="1503607" y="576064"/>
                    </a:lnTo>
                    <a:lnTo>
                      <a:pt x="751804" y="576064"/>
                    </a:lnTo>
                    <a:lnTo>
                      <a:pt x="150361" y="576064"/>
                    </a:lnTo>
                    <a:lnTo>
                      <a:pt x="2299" y="576064"/>
                    </a:lnTo>
                    <a:lnTo>
                      <a:pt x="175592" y="308248"/>
                    </a:lnTo>
                    <a:lnTo>
                      <a:pt x="12306" y="14334"/>
                    </a:lnTo>
                    <a:lnTo>
                      <a:pt x="1887" y="723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79D37B8A-E414-3408-EF6B-A1C3F2F22144}"/>
                </a:ext>
              </a:extLst>
            </p:cNvPr>
            <p:cNvSpPr/>
            <p:nvPr/>
          </p:nvSpPr>
          <p:spPr>
            <a:xfrm>
              <a:off x="8412726" y="4475105"/>
              <a:ext cx="1663037" cy="1589824"/>
            </a:xfrm>
            <a:custGeom>
              <a:avLst/>
              <a:gdLst>
                <a:gd name="connsiteX0" fmla="*/ 1556657 w 1730828"/>
                <a:gd name="connsiteY0" fmla="*/ 152400 h 1654629"/>
                <a:gd name="connsiteX1" fmla="*/ 1730828 w 1730828"/>
                <a:gd name="connsiteY1" fmla="*/ 674915 h 1654629"/>
                <a:gd name="connsiteX2" fmla="*/ 685800 w 1730828"/>
                <a:gd name="connsiteY2" fmla="*/ 1654629 h 1654629"/>
                <a:gd name="connsiteX3" fmla="*/ 0 w 1730828"/>
                <a:gd name="connsiteY3" fmla="*/ 914400 h 1654629"/>
                <a:gd name="connsiteX4" fmla="*/ 1023257 w 1730828"/>
                <a:gd name="connsiteY4" fmla="*/ 0 h 1654629"/>
                <a:gd name="connsiteX5" fmla="*/ 1556657 w 1730828"/>
                <a:gd name="connsiteY5" fmla="*/ 152400 h 165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0828" h="1654629">
                  <a:moveTo>
                    <a:pt x="1556657" y="152400"/>
                  </a:moveTo>
                  <a:lnTo>
                    <a:pt x="1730828" y="674915"/>
                  </a:lnTo>
                  <a:lnTo>
                    <a:pt x="685800" y="1654629"/>
                  </a:lnTo>
                  <a:lnTo>
                    <a:pt x="0" y="914400"/>
                  </a:lnTo>
                  <a:lnTo>
                    <a:pt x="1023257" y="0"/>
                  </a:lnTo>
                  <a:lnTo>
                    <a:pt x="1556657" y="15240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Freeform 53">
              <a:extLst>
                <a:ext uri="{FF2B5EF4-FFF2-40B4-BE49-F238E27FC236}">
                  <a16:creationId xmlns:a16="http://schemas.microsoft.com/office/drawing/2014/main" id="{FB8E35BC-06E4-2342-3DB6-6B7837A4E00B}"/>
                </a:ext>
              </a:extLst>
            </p:cNvPr>
            <p:cNvSpPr/>
            <p:nvPr/>
          </p:nvSpPr>
          <p:spPr>
            <a:xfrm rot="5400000">
              <a:off x="9348516" y="4263959"/>
              <a:ext cx="975174" cy="999809"/>
            </a:xfrm>
            <a:custGeom>
              <a:avLst/>
              <a:gdLst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38125 w 2305050"/>
                <a:gd name="connsiteY16" fmla="*/ 2171700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60071 w 2305050"/>
                <a:gd name="connsiteY16" fmla="*/ 2087575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96647 w 2305050"/>
                <a:gd name="connsiteY16" fmla="*/ 2094890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81480 w 2305050"/>
                <a:gd name="connsiteY2" fmla="*/ 476174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04671 w 2305050"/>
                <a:gd name="connsiteY2" fmla="*/ 468859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70609 w 2305050"/>
                <a:gd name="connsiteY3" fmla="*/ 649910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82725 w 2305050"/>
                <a:gd name="connsiteY2" fmla="*/ 494463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294077"/>
                <a:gd name="connsiteY0" fmla="*/ 0 h 2363647"/>
                <a:gd name="connsiteX1" fmla="*/ 760552 w 2294077"/>
                <a:gd name="connsiteY1" fmla="*/ 572947 h 2363647"/>
                <a:gd name="connsiteX2" fmla="*/ 2030273 w 2294077"/>
                <a:gd name="connsiteY2" fmla="*/ 509092 h 2363647"/>
                <a:gd name="connsiteX3" fmla="*/ 2285239 w 2294077"/>
                <a:gd name="connsiteY3" fmla="*/ 657224 h 2363647"/>
                <a:gd name="connsiteX4" fmla="*/ 1132027 w 2294077"/>
                <a:gd name="connsiteY4" fmla="*/ 1020622 h 2363647"/>
                <a:gd name="connsiteX5" fmla="*/ 1617802 w 2294077"/>
                <a:gd name="connsiteY5" fmla="*/ 1544497 h 2363647"/>
                <a:gd name="connsiteX6" fmla="*/ 2065477 w 2294077"/>
                <a:gd name="connsiteY6" fmla="*/ 1544497 h 2363647"/>
                <a:gd name="connsiteX7" fmla="*/ 2294077 w 2294077"/>
                <a:gd name="connsiteY7" fmla="*/ 1734997 h 2363647"/>
                <a:gd name="connsiteX8" fmla="*/ 1827352 w 2294077"/>
                <a:gd name="connsiteY8" fmla="*/ 1868347 h 2363647"/>
                <a:gd name="connsiteX9" fmla="*/ 1998802 w 2294077"/>
                <a:gd name="connsiteY9" fmla="*/ 2115997 h 2363647"/>
                <a:gd name="connsiteX10" fmla="*/ 1722577 w 2294077"/>
                <a:gd name="connsiteY10" fmla="*/ 1982647 h 2363647"/>
                <a:gd name="connsiteX11" fmla="*/ 1532077 w 2294077"/>
                <a:gd name="connsiteY11" fmla="*/ 2363647 h 2363647"/>
                <a:gd name="connsiteX12" fmla="*/ 1303477 w 2294077"/>
                <a:gd name="connsiteY12" fmla="*/ 2144572 h 2363647"/>
                <a:gd name="connsiteX13" fmla="*/ 1436827 w 2294077"/>
                <a:gd name="connsiteY13" fmla="*/ 1782622 h 2363647"/>
                <a:gd name="connsiteX14" fmla="*/ 912952 w 2294077"/>
                <a:gd name="connsiteY14" fmla="*/ 1201597 h 2363647"/>
                <a:gd name="connsiteX15" fmla="*/ 403784 w 2294077"/>
                <a:gd name="connsiteY15" fmla="*/ 2316707 h 2363647"/>
                <a:gd name="connsiteX16" fmla="*/ 282017 w 2294077"/>
                <a:gd name="connsiteY16" fmla="*/ 2047340 h 2363647"/>
                <a:gd name="connsiteX17" fmla="*/ 509244 w 2294077"/>
                <a:gd name="connsiteY17" fmla="*/ 761923 h 2363647"/>
                <a:gd name="connsiteX18" fmla="*/ 0 w 2294077"/>
                <a:gd name="connsiteY18" fmla="*/ 0 h 2363647"/>
                <a:gd name="connsiteX0" fmla="*/ 6569 w 2300646"/>
                <a:gd name="connsiteY0" fmla="*/ 0 h 2363647"/>
                <a:gd name="connsiteX1" fmla="*/ 767121 w 2300646"/>
                <a:gd name="connsiteY1" fmla="*/ 572947 h 2363647"/>
                <a:gd name="connsiteX2" fmla="*/ 2036842 w 2300646"/>
                <a:gd name="connsiteY2" fmla="*/ 509092 h 2363647"/>
                <a:gd name="connsiteX3" fmla="*/ 2291808 w 2300646"/>
                <a:gd name="connsiteY3" fmla="*/ 657224 h 2363647"/>
                <a:gd name="connsiteX4" fmla="*/ 1138596 w 2300646"/>
                <a:gd name="connsiteY4" fmla="*/ 1020622 h 2363647"/>
                <a:gd name="connsiteX5" fmla="*/ 1624371 w 2300646"/>
                <a:gd name="connsiteY5" fmla="*/ 1544497 h 2363647"/>
                <a:gd name="connsiteX6" fmla="*/ 2072046 w 2300646"/>
                <a:gd name="connsiteY6" fmla="*/ 1544497 h 2363647"/>
                <a:gd name="connsiteX7" fmla="*/ 2300646 w 2300646"/>
                <a:gd name="connsiteY7" fmla="*/ 1734997 h 2363647"/>
                <a:gd name="connsiteX8" fmla="*/ 1833921 w 2300646"/>
                <a:gd name="connsiteY8" fmla="*/ 1868347 h 2363647"/>
                <a:gd name="connsiteX9" fmla="*/ 2005371 w 2300646"/>
                <a:gd name="connsiteY9" fmla="*/ 2115997 h 2363647"/>
                <a:gd name="connsiteX10" fmla="*/ 1729146 w 2300646"/>
                <a:gd name="connsiteY10" fmla="*/ 1982647 h 2363647"/>
                <a:gd name="connsiteX11" fmla="*/ 1538646 w 2300646"/>
                <a:gd name="connsiteY11" fmla="*/ 2363647 h 2363647"/>
                <a:gd name="connsiteX12" fmla="*/ 1310046 w 2300646"/>
                <a:gd name="connsiteY12" fmla="*/ 2144572 h 2363647"/>
                <a:gd name="connsiteX13" fmla="*/ 1443396 w 2300646"/>
                <a:gd name="connsiteY13" fmla="*/ 1782622 h 2363647"/>
                <a:gd name="connsiteX14" fmla="*/ 919521 w 2300646"/>
                <a:gd name="connsiteY14" fmla="*/ 1201597 h 2363647"/>
                <a:gd name="connsiteX15" fmla="*/ 410353 w 2300646"/>
                <a:gd name="connsiteY15" fmla="*/ 2316707 h 2363647"/>
                <a:gd name="connsiteX16" fmla="*/ 288586 w 2300646"/>
                <a:gd name="connsiteY16" fmla="*/ 2047340 h 2363647"/>
                <a:gd name="connsiteX17" fmla="*/ 515813 w 2300646"/>
                <a:gd name="connsiteY17" fmla="*/ 761923 h 2363647"/>
                <a:gd name="connsiteX18" fmla="*/ 6569 w 2300646"/>
                <a:gd name="connsiteY18" fmla="*/ 0 h 2363647"/>
                <a:gd name="connsiteX0" fmla="*/ 6569 w 2300646"/>
                <a:gd name="connsiteY0" fmla="*/ 5505 h 2369152"/>
                <a:gd name="connsiteX1" fmla="*/ 767121 w 2300646"/>
                <a:gd name="connsiteY1" fmla="*/ 578452 h 2369152"/>
                <a:gd name="connsiteX2" fmla="*/ 2036842 w 2300646"/>
                <a:gd name="connsiteY2" fmla="*/ 514597 h 2369152"/>
                <a:gd name="connsiteX3" fmla="*/ 2291808 w 2300646"/>
                <a:gd name="connsiteY3" fmla="*/ 662729 h 2369152"/>
                <a:gd name="connsiteX4" fmla="*/ 1138596 w 2300646"/>
                <a:gd name="connsiteY4" fmla="*/ 1026127 h 2369152"/>
                <a:gd name="connsiteX5" fmla="*/ 1624371 w 2300646"/>
                <a:gd name="connsiteY5" fmla="*/ 1550002 h 2369152"/>
                <a:gd name="connsiteX6" fmla="*/ 2072046 w 2300646"/>
                <a:gd name="connsiteY6" fmla="*/ 1550002 h 2369152"/>
                <a:gd name="connsiteX7" fmla="*/ 2300646 w 2300646"/>
                <a:gd name="connsiteY7" fmla="*/ 1740502 h 2369152"/>
                <a:gd name="connsiteX8" fmla="*/ 1833921 w 2300646"/>
                <a:gd name="connsiteY8" fmla="*/ 1873852 h 2369152"/>
                <a:gd name="connsiteX9" fmla="*/ 2005371 w 2300646"/>
                <a:gd name="connsiteY9" fmla="*/ 2121502 h 2369152"/>
                <a:gd name="connsiteX10" fmla="*/ 1729146 w 2300646"/>
                <a:gd name="connsiteY10" fmla="*/ 1988152 h 2369152"/>
                <a:gd name="connsiteX11" fmla="*/ 1538646 w 2300646"/>
                <a:gd name="connsiteY11" fmla="*/ 2369152 h 2369152"/>
                <a:gd name="connsiteX12" fmla="*/ 1310046 w 2300646"/>
                <a:gd name="connsiteY12" fmla="*/ 2150077 h 2369152"/>
                <a:gd name="connsiteX13" fmla="*/ 1443396 w 2300646"/>
                <a:gd name="connsiteY13" fmla="*/ 1788127 h 2369152"/>
                <a:gd name="connsiteX14" fmla="*/ 919521 w 2300646"/>
                <a:gd name="connsiteY14" fmla="*/ 1207102 h 2369152"/>
                <a:gd name="connsiteX15" fmla="*/ 410353 w 2300646"/>
                <a:gd name="connsiteY15" fmla="*/ 2322212 h 2369152"/>
                <a:gd name="connsiteX16" fmla="*/ 288586 w 2300646"/>
                <a:gd name="connsiteY16" fmla="*/ 2052845 h 2369152"/>
                <a:gd name="connsiteX17" fmla="*/ 515813 w 2300646"/>
                <a:gd name="connsiteY17" fmla="*/ 767428 h 2369152"/>
                <a:gd name="connsiteX18" fmla="*/ 6569 w 2300646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43194 w 2305244"/>
                <a:gd name="connsiteY4" fmla="*/ 1026127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24119 w 2305244"/>
                <a:gd name="connsiteY14" fmla="*/ 1207102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43194 w 2305244"/>
                <a:gd name="connsiteY4" fmla="*/ 1026127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185156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06618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185156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06618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898516 w 2305244"/>
                <a:gd name="connsiteY14" fmla="*/ 1196129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898516 w 2305244"/>
                <a:gd name="connsiteY14" fmla="*/ 1196129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73597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513830 w 2305244"/>
                <a:gd name="connsiteY13" fmla="*/ 1784469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50914 w 2305244"/>
                <a:gd name="connsiteY5" fmla="*/ 1597551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76517 w 2305244"/>
                <a:gd name="connsiteY5" fmla="*/ 1608523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76517 w 2305244"/>
                <a:gd name="connsiteY5" fmla="*/ 1608523 h 2369152"/>
                <a:gd name="connsiteX6" fmla="*/ 2032752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2305244 w 2305244"/>
                <a:gd name="connsiteY0" fmla="*/ 1740502 h 2369152"/>
                <a:gd name="connsiteX1" fmla="*/ 1838519 w 2305244"/>
                <a:gd name="connsiteY1" fmla="*/ 1873852 h 2369152"/>
                <a:gd name="connsiteX2" fmla="*/ 2009969 w 2305244"/>
                <a:gd name="connsiteY2" fmla="*/ 2121502 h 2369152"/>
                <a:gd name="connsiteX3" fmla="*/ 1733744 w 2305244"/>
                <a:gd name="connsiteY3" fmla="*/ 1988152 h 2369152"/>
                <a:gd name="connsiteX4" fmla="*/ 1543244 w 2305244"/>
                <a:gd name="connsiteY4" fmla="*/ 2369152 h 2369152"/>
                <a:gd name="connsiteX5" fmla="*/ 1314644 w 2305244"/>
                <a:gd name="connsiteY5" fmla="*/ 2150077 h 2369152"/>
                <a:gd name="connsiteX6" fmla="*/ 1495542 w 2305244"/>
                <a:gd name="connsiteY6" fmla="*/ 1788127 h 2369152"/>
                <a:gd name="connsiteX7" fmla="*/ 909489 w 2305244"/>
                <a:gd name="connsiteY7" fmla="*/ 1225390 h 2369152"/>
                <a:gd name="connsiteX8" fmla="*/ 414951 w 2305244"/>
                <a:gd name="connsiteY8" fmla="*/ 2322212 h 2369152"/>
                <a:gd name="connsiteX9" fmla="*/ 293184 w 2305244"/>
                <a:gd name="connsiteY9" fmla="*/ 2052845 h 2369152"/>
                <a:gd name="connsiteX10" fmla="*/ 520411 w 2305244"/>
                <a:gd name="connsiteY10" fmla="*/ 767428 h 2369152"/>
                <a:gd name="connsiteX11" fmla="*/ 11167 w 2305244"/>
                <a:gd name="connsiteY11" fmla="*/ 5505 h 2369152"/>
                <a:gd name="connsiteX12" fmla="*/ 771719 w 2305244"/>
                <a:gd name="connsiteY12" fmla="*/ 578452 h 2369152"/>
                <a:gd name="connsiteX13" fmla="*/ 2041440 w 2305244"/>
                <a:gd name="connsiteY13" fmla="*/ 514597 h 2369152"/>
                <a:gd name="connsiteX14" fmla="*/ 2296406 w 2305244"/>
                <a:gd name="connsiteY14" fmla="*/ 662729 h 2369152"/>
                <a:gd name="connsiteX15" fmla="*/ 1124906 w 2305244"/>
                <a:gd name="connsiteY15" fmla="*/ 1004182 h 2369152"/>
                <a:gd name="connsiteX16" fmla="*/ 1676517 w 2305244"/>
                <a:gd name="connsiteY16" fmla="*/ 1608523 h 2369152"/>
                <a:gd name="connsiteX17" fmla="*/ 2124192 w 2305244"/>
                <a:gd name="connsiteY17" fmla="*/ 1641442 h 2369152"/>
                <a:gd name="connsiteX0" fmla="*/ 2305244 w 2305244"/>
                <a:gd name="connsiteY0" fmla="*/ 1740502 h 2369152"/>
                <a:gd name="connsiteX1" fmla="*/ 1838519 w 2305244"/>
                <a:gd name="connsiteY1" fmla="*/ 1873852 h 2369152"/>
                <a:gd name="connsiteX2" fmla="*/ 2009969 w 2305244"/>
                <a:gd name="connsiteY2" fmla="*/ 2121502 h 2369152"/>
                <a:gd name="connsiteX3" fmla="*/ 1733744 w 2305244"/>
                <a:gd name="connsiteY3" fmla="*/ 1988152 h 2369152"/>
                <a:gd name="connsiteX4" fmla="*/ 1543244 w 2305244"/>
                <a:gd name="connsiteY4" fmla="*/ 2369152 h 2369152"/>
                <a:gd name="connsiteX5" fmla="*/ 1314644 w 2305244"/>
                <a:gd name="connsiteY5" fmla="*/ 2150077 h 2369152"/>
                <a:gd name="connsiteX6" fmla="*/ 1495542 w 2305244"/>
                <a:gd name="connsiteY6" fmla="*/ 1788127 h 2369152"/>
                <a:gd name="connsiteX7" fmla="*/ 909489 w 2305244"/>
                <a:gd name="connsiteY7" fmla="*/ 1225390 h 2369152"/>
                <a:gd name="connsiteX8" fmla="*/ 414951 w 2305244"/>
                <a:gd name="connsiteY8" fmla="*/ 2322212 h 2369152"/>
                <a:gd name="connsiteX9" fmla="*/ 293184 w 2305244"/>
                <a:gd name="connsiteY9" fmla="*/ 2052845 h 2369152"/>
                <a:gd name="connsiteX10" fmla="*/ 520411 w 2305244"/>
                <a:gd name="connsiteY10" fmla="*/ 767428 h 2369152"/>
                <a:gd name="connsiteX11" fmla="*/ 11167 w 2305244"/>
                <a:gd name="connsiteY11" fmla="*/ 5505 h 2369152"/>
                <a:gd name="connsiteX12" fmla="*/ 771719 w 2305244"/>
                <a:gd name="connsiteY12" fmla="*/ 578452 h 2369152"/>
                <a:gd name="connsiteX13" fmla="*/ 2041440 w 2305244"/>
                <a:gd name="connsiteY13" fmla="*/ 514597 h 2369152"/>
                <a:gd name="connsiteX14" fmla="*/ 2296406 w 2305244"/>
                <a:gd name="connsiteY14" fmla="*/ 662729 h 2369152"/>
                <a:gd name="connsiteX15" fmla="*/ 1124906 w 2305244"/>
                <a:gd name="connsiteY15" fmla="*/ 1004182 h 2369152"/>
                <a:gd name="connsiteX16" fmla="*/ 1676517 w 2305244"/>
                <a:gd name="connsiteY16" fmla="*/ 1608523 h 2369152"/>
                <a:gd name="connsiteX17" fmla="*/ 2102246 w 2305244"/>
                <a:gd name="connsiteY17" fmla="*/ 1579262 h 2369152"/>
                <a:gd name="connsiteX0" fmla="*/ 2275983 w 2296406"/>
                <a:gd name="connsiteY0" fmla="*/ 1747817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7707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40502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40502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57695 w 2296406"/>
                <a:gd name="connsiteY0" fmla="*/ 1755133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9145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80482 w 2296406"/>
                <a:gd name="connsiteY5" fmla="*/ 2120816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54521"/>
                <a:gd name="connsiteX1" fmla="*/ 1838519 w 2296406"/>
                <a:gd name="connsiteY1" fmla="*/ 1873852 h 2354521"/>
                <a:gd name="connsiteX2" fmla="*/ 2009969 w 2296406"/>
                <a:gd name="connsiteY2" fmla="*/ 2121502 h 2354521"/>
                <a:gd name="connsiteX3" fmla="*/ 1733744 w 2296406"/>
                <a:gd name="connsiteY3" fmla="*/ 1988152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38519 w 2296406"/>
                <a:gd name="connsiteY1" fmla="*/ 1873852 h 2354521"/>
                <a:gd name="connsiteX2" fmla="*/ 2009969 w 2296406"/>
                <a:gd name="connsiteY2" fmla="*/ 2121502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2009969 w 2296406"/>
                <a:gd name="connsiteY2" fmla="*/ 2121502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91681 w 2296406"/>
                <a:gd name="connsiteY2" fmla="*/ 2136133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2042887 w 2296406"/>
                <a:gd name="connsiteY2" fmla="*/ 2194655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23889 w 2296406"/>
                <a:gd name="connsiteY1" fmla="*/ 183727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27546 w 2296406"/>
                <a:gd name="connsiteY1" fmla="*/ 1826304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80220 w 2296986"/>
                <a:gd name="connsiteY0" fmla="*/ 1747818 h 2354521"/>
                <a:gd name="connsiteX1" fmla="*/ 1828126 w 2296986"/>
                <a:gd name="connsiteY1" fmla="*/ 1826304 h 2354521"/>
                <a:gd name="connsiteX2" fmla="*/ 1955684 w 2296986"/>
                <a:gd name="connsiteY2" fmla="*/ 2095900 h 2354521"/>
                <a:gd name="connsiteX3" fmla="*/ 1683117 w 2296986"/>
                <a:gd name="connsiteY3" fmla="*/ 1962549 h 2354521"/>
                <a:gd name="connsiteX4" fmla="*/ 1529193 w 2296986"/>
                <a:gd name="connsiteY4" fmla="*/ 2354521 h 2354521"/>
                <a:gd name="connsiteX5" fmla="*/ 1381062 w 2296986"/>
                <a:gd name="connsiteY5" fmla="*/ 2120816 h 2354521"/>
                <a:gd name="connsiteX6" fmla="*/ 1496122 w 2296986"/>
                <a:gd name="connsiteY6" fmla="*/ 1788127 h 2354521"/>
                <a:gd name="connsiteX7" fmla="*/ 910069 w 2296986"/>
                <a:gd name="connsiteY7" fmla="*/ 1225390 h 2354521"/>
                <a:gd name="connsiteX8" fmla="*/ 415531 w 2296986"/>
                <a:gd name="connsiteY8" fmla="*/ 2322212 h 2354521"/>
                <a:gd name="connsiteX9" fmla="*/ 293764 w 2296986"/>
                <a:gd name="connsiteY9" fmla="*/ 2052845 h 2354521"/>
                <a:gd name="connsiteX10" fmla="*/ 497994 w 2296986"/>
                <a:gd name="connsiteY10" fmla="*/ 836420 h 2354521"/>
                <a:gd name="connsiteX11" fmla="*/ 11747 w 2296986"/>
                <a:gd name="connsiteY11" fmla="*/ 5505 h 2354521"/>
                <a:gd name="connsiteX12" fmla="*/ 772299 w 2296986"/>
                <a:gd name="connsiteY12" fmla="*/ 578452 h 2354521"/>
                <a:gd name="connsiteX13" fmla="*/ 2042020 w 2296986"/>
                <a:gd name="connsiteY13" fmla="*/ 514597 h 2354521"/>
                <a:gd name="connsiteX14" fmla="*/ 2296986 w 2296986"/>
                <a:gd name="connsiteY14" fmla="*/ 662729 h 2354521"/>
                <a:gd name="connsiteX15" fmla="*/ 1125486 w 2296986"/>
                <a:gd name="connsiteY15" fmla="*/ 1004182 h 2354521"/>
                <a:gd name="connsiteX16" fmla="*/ 1677097 w 2296986"/>
                <a:gd name="connsiteY16" fmla="*/ 1608523 h 2354521"/>
                <a:gd name="connsiteX17" fmla="*/ 2095511 w 2296986"/>
                <a:gd name="connsiteY17" fmla="*/ 1557316 h 2354521"/>
                <a:gd name="connsiteX0" fmla="*/ 2280220 w 2296986"/>
                <a:gd name="connsiteY0" fmla="*/ 1747911 h 2354614"/>
                <a:gd name="connsiteX1" fmla="*/ 1828126 w 2296986"/>
                <a:gd name="connsiteY1" fmla="*/ 1826397 h 2354614"/>
                <a:gd name="connsiteX2" fmla="*/ 1955684 w 2296986"/>
                <a:gd name="connsiteY2" fmla="*/ 2095993 h 2354614"/>
                <a:gd name="connsiteX3" fmla="*/ 1683117 w 2296986"/>
                <a:gd name="connsiteY3" fmla="*/ 1962642 h 2354614"/>
                <a:gd name="connsiteX4" fmla="*/ 1529193 w 2296986"/>
                <a:gd name="connsiteY4" fmla="*/ 2354614 h 2354614"/>
                <a:gd name="connsiteX5" fmla="*/ 1381062 w 2296986"/>
                <a:gd name="connsiteY5" fmla="*/ 2120909 h 2354614"/>
                <a:gd name="connsiteX6" fmla="*/ 1496122 w 2296986"/>
                <a:gd name="connsiteY6" fmla="*/ 1788220 h 2354614"/>
                <a:gd name="connsiteX7" fmla="*/ 910069 w 2296986"/>
                <a:gd name="connsiteY7" fmla="*/ 1225483 h 2354614"/>
                <a:gd name="connsiteX8" fmla="*/ 415531 w 2296986"/>
                <a:gd name="connsiteY8" fmla="*/ 2322305 h 2354614"/>
                <a:gd name="connsiteX9" fmla="*/ 293764 w 2296986"/>
                <a:gd name="connsiteY9" fmla="*/ 2052938 h 2354614"/>
                <a:gd name="connsiteX10" fmla="*/ 497994 w 2296986"/>
                <a:gd name="connsiteY10" fmla="*/ 836513 h 2354614"/>
                <a:gd name="connsiteX11" fmla="*/ 11747 w 2296986"/>
                <a:gd name="connsiteY11" fmla="*/ 5598 h 2354614"/>
                <a:gd name="connsiteX12" fmla="*/ 841291 w 2296986"/>
                <a:gd name="connsiteY12" fmla="*/ 570880 h 2354614"/>
                <a:gd name="connsiteX13" fmla="*/ 2042020 w 2296986"/>
                <a:gd name="connsiteY13" fmla="*/ 514690 h 2354614"/>
                <a:gd name="connsiteX14" fmla="*/ 2296986 w 2296986"/>
                <a:gd name="connsiteY14" fmla="*/ 662822 h 2354614"/>
                <a:gd name="connsiteX15" fmla="*/ 1125486 w 2296986"/>
                <a:gd name="connsiteY15" fmla="*/ 1004275 h 2354614"/>
                <a:gd name="connsiteX16" fmla="*/ 1677097 w 2296986"/>
                <a:gd name="connsiteY16" fmla="*/ 1608616 h 2354614"/>
                <a:gd name="connsiteX17" fmla="*/ 2095511 w 2296986"/>
                <a:gd name="connsiteY17" fmla="*/ 1557409 h 2354614"/>
                <a:gd name="connsiteX0" fmla="*/ 2280220 w 2296986"/>
                <a:gd name="connsiteY0" fmla="*/ 1747911 h 2354614"/>
                <a:gd name="connsiteX1" fmla="*/ 1828126 w 2296986"/>
                <a:gd name="connsiteY1" fmla="*/ 1826397 h 2354614"/>
                <a:gd name="connsiteX2" fmla="*/ 1955684 w 2296986"/>
                <a:gd name="connsiteY2" fmla="*/ 2095993 h 2354614"/>
                <a:gd name="connsiteX3" fmla="*/ 1683117 w 2296986"/>
                <a:gd name="connsiteY3" fmla="*/ 1962642 h 2354614"/>
                <a:gd name="connsiteX4" fmla="*/ 1529193 w 2296986"/>
                <a:gd name="connsiteY4" fmla="*/ 2354614 h 2354614"/>
                <a:gd name="connsiteX5" fmla="*/ 1381062 w 2296986"/>
                <a:gd name="connsiteY5" fmla="*/ 2120909 h 2354614"/>
                <a:gd name="connsiteX6" fmla="*/ 1496122 w 2296986"/>
                <a:gd name="connsiteY6" fmla="*/ 1788220 h 2354614"/>
                <a:gd name="connsiteX7" fmla="*/ 864075 w 2296986"/>
                <a:gd name="connsiteY7" fmla="*/ 1325138 h 2354614"/>
                <a:gd name="connsiteX8" fmla="*/ 415531 w 2296986"/>
                <a:gd name="connsiteY8" fmla="*/ 2322305 h 2354614"/>
                <a:gd name="connsiteX9" fmla="*/ 293764 w 2296986"/>
                <a:gd name="connsiteY9" fmla="*/ 2052938 h 2354614"/>
                <a:gd name="connsiteX10" fmla="*/ 497994 w 2296986"/>
                <a:gd name="connsiteY10" fmla="*/ 836513 h 2354614"/>
                <a:gd name="connsiteX11" fmla="*/ 11747 w 2296986"/>
                <a:gd name="connsiteY11" fmla="*/ 5598 h 2354614"/>
                <a:gd name="connsiteX12" fmla="*/ 841291 w 2296986"/>
                <a:gd name="connsiteY12" fmla="*/ 570880 h 2354614"/>
                <a:gd name="connsiteX13" fmla="*/ 2042020 w 2296986"/>
                <a:gd name="connsiteY13" fmla="*/ 514690 h 2354614"/>
                <a:gd name="connsiteX14" fmla="*/ 2296986 w 2296986"/>
                <a:gd name="connsiteY14" fmla="*/ 662822 h 2354614"/>
                <a:gd name="connsiteX15" fmla="*/ 1125486 w 2296986"/>
                <a:gd name="connsiteY15" fmla="*/ 1004275 h 2354614"/>
                <a:gd name="connsiteX16" fmla="*/ 1677097 w 2296986"/>
                <a:gd name="connsiteY16" fmla="*/ 1608616 h 2354614"/>
                <a:gd name="connsiteX17" fmla="*/ 2095511 w 2296986"/>
                <a:gd name="connsiteY17" fmla="*/ 1557409 h 2354614"/>
                <a:gd name="connsiteX0" fmla="*/ 2280220 w 2296986"/>
                <a:gd name="connsiteY0" fmla="*/ 1747911 h 2354614"/>
                <a:gd name="connsiteX1" fmla="*/ 1828126 w 2296986"/>
                <a:gd name="connsiteY1" fmla="*/ 1826397 h 2354614"/>
                <a:gd name="connsiteX2" fmla="*/ 1955684 w 2296986"/>
                <a:gd name="connsiteY2" fmla="*/ 2095993 h 2354614"/>
                <a:gd name="connsiteX3" fmla="*/ 1683117 w 2296986"/>
                <a:gd name="connsiteY3" fmla="*/ 1962642 h 2354614"/>
                <a:gd name="connsiteX4" fmla="*/ 1529193 w 2296986"/>
                <a:gd name="connsiteY4" fmla="*/ 2354614 h 2354614"/>
                <a:gd name="connsiteX5" fmla="*/ 1381062 w 2296986"/>
                <a:gd name="connsiteY5" fmla="*/ 2120909 h 2354614"/>
                <a:gd name="connsiteX6" fmla="*/ 1496122 w 2296986"/>
                <a:gd name="connsiteY6" fmla="*/ 1788220 h 2354614"/>
                <a:gd name="connsiteX7" fmla="*/ 864075 w 2296986"/>
                <a:gd name="connsiteY7" fmla="*/ 1325138 h 2354614"/>
                <a:gd name="connsiteX8" fmla="*/ 415531 w 2296986"/>
                <a:gd name="connsiteY8" fmla="*/ 2322305 h 2354614"/>
                <a:gd name="connsiteX9" fmla="*/ 293764 w 2296986"/>
                <a:gd name="connsiteY9" fmla="*/ 2052938 h 2354614"/>
                <a:gd name="connsiteX10" fmla="*/ 497994 w 2296986"/>
                <a:gd name="connsiteY10" fmla="*/ 836513 h 2354614"/>
                <a:gd name="connsiteX11" fmla="*/ 11747 w 2296986"/>
                <a:gd name="connsiteY11" fmla="*/ 5598 h 2354614"/>
                <a:gd name="connsiteX12" fmla="*/ 841291 w 2296986"/>
                <a:gd name="connsiteY12" fmla="*/ 570880 h 2354614"/>
                <a:gd name="connsiteX13" fmla="*/ 2042020 w 2296986"/>
                <a:gd name="connsiteY13" fmla="*/ 514690 h 2354614"/>
                <a:gd name="connsiteX14" fmla="*/ 2296986 w 2296986"/>
                <a:gd name="connsiteY14" fmla="*/ 662822 h 2354614"/>
                <a:gd name="connsiteX15" fmla="*/ 1209809 w 2296986"/>
                <a:gd name="connsiteY15" fmla="*/ 996610 h 2354614"/>
                <a:gd name="connsiteX16" fmla="*/ 1677097 w 2296986"/>
                <a:gd name="connsiteY16" fmla="*/ 1608616 h 2354614"/>
                <a:gd name="connsiteX17" fmla="*/ 2095511 w 2296986"/>
                <a:gd name="connsiteY17" fmla="*/ 1557409 h 2354614"/>
                <a:gd name="connsiteX0" fmla="*/ 2279828 w 2296594"/>
                <a:gd name="connsiteY0" fmla="*/ 1747911 h 2354614"/>
                <a:gd name="connsiteX1" fmla="*/ 1827734 w 2296594"/>
                <a:gd name="connsiteY1" fmla="*/ 1826397 h 2354614"/>
                <a:gd name="connsiteX2" fmla="*/ 1955292 w 2296594"/>
                <a:gd name="connsiteY2" fmla="*/ 2095993 h 2354614"/>
                <a:gd name="connsiteX3" fmla="*/ 1682725 w 2296594"/>
                <a:gd name="connsiteY3" fmla="*/ 1962642 h 2354614"/>
                <a:gd name="connsiteX4" fmla="*/ 1528801 w 2296594"/>
                <a:gd name="connsiteY4" fmla="*/ 2354614 h 2354614"/>
                <a:gd name="connsiteX5" fmla="*/ 1380670 w 2296594"/>
                <a:gd name="connsiteY5" fmla="*/ 2120909 h 2354614"/>
                <a:gd name="connsiteX6" fmla="*/ 1495730 w 2296594"/>
                <a:gd name="connsiteY6" fmla="*/ 1788220 h 2354614"/>
                <a:gd name="connsiteX7" fmla="*/ 863683 w 2296594"/>
                <a:gd name="connsiteY7" fmla="*/ 1325138 h 2354614"/>
                <a:gd name="connsiteX8" fmla="*/ 415139 w 2296594"/>
                <a:gd name="connsiteY8" fmla="*/ 2322305 h 2354614"/>
                <a:gd name="connsiteX9" fmla="*/ 293372 w 2296594"/>
                <a:gd name="connsiteY9" fmla="*/ 2052938 h 2354614"/>
                <a:gd name="connsiteX10" fmla="*/ 512934 w 2296594"/>
                <a:gd name="connsiteY10" fmla="*/ 874842 h 2354614"/>
                <a:gd name="connsiteX11" fmla="*/ 11355 w 2296594"/>
                <a:gd name="connsiteY11" fmla="*/ 5598 h 2354614"/>
                <a:gd name="connsiteX12" fmla="*/ 840899 w 2296594"/>
                <a:gd name="connsiteY12" fmla="*/ 570880 h 2354614"/>
                <a:gd name="connsiteX13" fmla="*/ 2041628 w 2296594"/>
                <a:gd name="connsiteY13" fmla="*/ 514690 h 2354614"/>
                <a:gd name="connsiteX14" fmla="*/ 2296594 w 2296594"/>
                <a:gd name="connsiteY14" fmla="*/ 662822 h 2354614"/>
                <a:gd name="connsiteX15" fmla="*/ 1209417 w 2296594"/>
                <a:gd name="connsiteY15" fmla="*/ 996610 h 2354614"/>
                <a:gd name="connsiteX16" fmla="*/ 1676705 w 2296594"/>
                <a:gd name="connsiteY16" fmla="*/ 1608616 h 2354614"/>
                <a:gd name="connsiteX17" fmla="*/ 2095119 w 2296594"/>
                <a:gd name="connsiteY17" fmla="*/ 1557409 h 2354614"/>
                <a:gd name="connsiteX0" fmla="*/ 2279828 w 2296594"/>
                <a:gd name="connsiteY0" fmla="*/ 1747911 h 2354614"/>
                <a:gd name="connsiteX1" fmla="*/ 1827734 w 2296594"/>
                <a:gd name="connsiteY1" fmla="*/ 1826397 h 2354614"/>
                <a:gd name="connsiteX2" fmla="*/ 1955292 w 2296594"/>
                <a:gd name="connsiteY2" fmla="*/ 2095993 h 2354614"/>
                <a:gd name="connsiteX3" fmla="*/ 1682725 w 2296594"/>
                <a:gd name="connsiteY3" fmla="*/ 1962642 h 2354614"/>
                <a:gd name="connsiteX4" fmla="*/ 1528801 w 2296594"/>
                <a:gd name="connsiteY4" fmla="*/ 2354614 h 2354614"/>
                <a:gd name="connsiteX5" fmla="*/ 1380670 w 2296594"/>
                <a:gd name="connsiteY5" fmla="*/ 2120909 h 2354614"/>
                <a:gd name="connsiteX6" fmla="*/ 1495730 w 2296594"/>
                <a:gd name="connsiteY6" fmla="*/ 1788220 h 2354614"/>
                <a:gd name="connsiteX7" fmla="*/ 856016 w 2296594"/>
                <a:gd name="connsiteY7" fmla="*/ 1302141 h 2354614"/>
                <a:gd name="connsiteX8" fmla="*/ 415139 w 2296594"/>
                <a:gd name="connsiteY8" fmla="*/ 2322305 h 2354614"/>
                <a:gd name="connsiteX9" fmla="*/ 293372 w 2296594"/>
                <a:gd name="connsiteY9" fmla="*/ 2052938 h 2354614"/>
                <a:gd name="connsiteX10" fmla="*/ 512934 w 2296594"/>
                <a:gd name="connsiteY10" fmla="*/ 874842 h 2354614"/>
                <a:gd name="connsiteX11" fmla="*/ 11355 w 2296594"/>
                <a:gd name="connsiteY11" fmla="*/ 5598 h 2354614"/>
                <a:gd name="connsiteX12" fmla="*/ 840899 w 2296594"/>
                <a:gd name="connsiteY12" fmla="*/ 570880 h 2354614"/>
                <a:gd name="connsiteX13" fmla="*/ 2041628 w 2296594"/>
                <a:gd name="connsiteY13" fmla="*/ 514690 h 2354614"/>
                <a:gd name="connsiteX14" fmla="*/ 2296594 w 2296594"/>
                <a:gd name="connsiteY14" fmla="*/ 662822 h 2354614"/>
                <a:gd name="connsiteX15" fmla="*/ 1209417 w 2296594"/>
                <a:gd name="connsiteY15" fmla="*/ 996610 h 2354614"/>
                <a:gd name="connsiteX16" fmla="*/ 1676705 w 2296594"/>
                <a:gd name="connsiteY16" fmla="*/ 1608616 h 2354614"/>
                <a:gd name="connsiteX17" fmla="*/ 2095119 w 2296594"/>
                <a:gd name="connsiteY17" fmla="*/ 1557409 h 2354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96594" h="2354614">
                  <a:moveTo>
                    <a:pt x="2279828" y="1747911"/>
                  </a:moveTo>
                  <a:lnTo>
                    <a:pt x="1827734" y="1826397"/>
                  </a:lnTo>
                  <a:cubicBezTo>
                    <a:pt x="1873911" y="1907728"/>
                    <a:pt x="1985925" y="2047581"/>
                    <a:pt x="1955292" y="2095993"/>
                  </a:cubicBezTo>
                  <a:cubicBezTo>
                    <a:pt x="1897354" y="2139325"/>
                    <a:pt x="1773581" y="2007092"/>
                    <a:pt x="1682725" y="1962642"/>
                  </a:cubicBezTo>
                  <a:lnTo>
                    <a:pt x="1528801" y="2354614"/>
                  </a:lnTo>
                  <a:lnTo>
                    <a:pt x="1380670" y="2120909"/>
                  </a:lnTo>
                  <a:lnTo>
                    <a:pt x="1495730" y="1788220"/>
                  </a:lnTo>
                  <a:lnTo>
                    <a:pt x="856016" y="1302141"/>
                  </a:lnTo>
                  <a:lnTo>
                    <a:pt x="415139" y="2322305"/>
                  </a:lnTo>
                  <a:lnTo>
                    <a:pt x="293372" y="2052938"/>
                  </a:lnTo>
                  <a:cubicBezTo>
                    <a:pt x="369114" y="1624466"/>
                    <a:pt x="437192" y="1303314"/>
                    <a:pt x="512934" y="874842"/>
                  </a:cubicBezTo>
                  <a:cubicBezTo>
                    <a:pt x="317583" y="650129"/>
                    <a:pt x="-71270" y="102295"/>
                    <a:pt x="11355" y="5598"/>
                  </a:cubicBezTo>
                  <a:cubicBezTo>
                    <a:pt x="111253" y="-52136"/>
                    <a:pt x="623957" y="350637"/>
                    <a:pt x="840899" y="570880"/>
                  </a:cubicBezTo>
                  <a:lnTo>
                    <a:pt x="2041628" y="514690"/>
                  </a:lnTo>
                  <a:lnTo>
                    <a:pt x="2296594" y="662822"/>
                  </a:lnTo>
                  <a:lnTo>
                    <a:pt x="1209417" y="996610"/>
                  </a:lnTo>
                  <a:lnTo>
                    <a:pt x="1676705" y="1608616"/>
                  </a:lnTo>
                  <a:cubicBezTo>
                    <a:pt x="1795450" y="1589109"/>
                    <a:pt x="2095119" y="1557409"/>
                    <a:pt x="2095119" y="1557409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F5691804-339E-9A41-297A-096D2C3D21EB}"/>
                </a:ext>
              </a:extLst>
            </p:cNvPr>
            <p:cNvSpPr/>
            <p:nvPr/>
          </p:nvSpPr>
          <p:spPr>
            <a:xfrm>
              <a:off x="1868166" y="2209636"/>
              <a:ext cx="1663037" cy="1589824"/>
            </a:xfrm>
            <a:custGeom>
              <a:avLst/>
              <a:gdLst>
                <a:gd name="connsiteX0" fmla="*/ 1556657 w 1730828"/>
                <a:gd name="connsiteY0" fmla="*/ 152400 h 1654629"/>
                <a:gd name="connsiteX1" fmla="*/ 1730828 w 1730828"/>
                <a:gd name="connsiteY1" fmla="*/ 674915 h 1654629"/>
                <a:gd name="connsiteX2" fmla="*/ 685800 w 1730828"/>
                <a:gd name="connsiteY2" fmla="*/ 1654629 h 1654629"/>
                <a:gd name="connsiteX3" fmla="*/ 0 w 1730828"/>
                <a:gd name="connsiteY3" fmla="*/ 914400 h 1654629"/>
                <a:gd name="connsiteX4" fmla="*/ 1023257 w 1730828"/>
                <a:gd name="connsiteY4" fmla="*/ 0 h 1654629"/>
                <a:gd name="connsiteX5" fmla="*/ 1556657 w 1730828"/>
                <a:gd name="connsiteY5" fmla="*/ 152400 h 165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0828" h="1654629">
                  <a:moveTo>
                    <a:pt x="1556657" y="152400"/>
                  </a:moveTo>
                  <a:lnTo>
                    <a:pt x="1730828" y="674915"/>
                  </a:lnTo>
                  <a:lnTo>
                    <a:pt x="685800" y="1654629"/>
                  </a:lnTo>
                  <a:lnTo>
                    <a:pt x="0" y="914400"/>
                  </a:lnTo>
                  <a:lnTo>
                    <a:pt x="1023257" y="0"/>
                  </a:lnTo>
                  <a:lnTo>
                    <a:pt x="1556657" y="15240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9EE8F873-A13A-054C-8173-3E263620EC27}"/>
                </a:ext>
              </a:extLst>
            </p:cNvPr>
            <p:cNvSpPr/>
            <p:nvPr/>
          </p:nvSpPr>
          <p:spPr>
            <a:xfrm rot="5400000">
              <a:off x="2803956" y="1998490"/>
              <a:ext cx="975174" cy="999809"/>
            </a:xfrm>
            <a:custGeom>
              <a:avLst/>
              <a:gdLst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38125 w 2305050"/>
                <a:gd name="connsiteY16" fmla="*/ 2171700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60071 w 2305050"/>
                <a:gd name="connsiteY16" fmla="*/ 2087575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96647 w 2305050"/>
                <a:gd name="connsiteY16" fmla="*/ 2094890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47675 w 2305050"/>
                <a:gd name="connsiteY15" fmla="*/ 227647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66950 w 2305050"/>
                <a:gd name="connsiteY3" fmla="*/ 657225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19300 w 2305050"/>
                <a:gd name="connsiteY2" fmla="*/ 428625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81480 w 2305050"/>
                <a:gd name="connsiteY2" fmla="*/ 476174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04671 w 2305050"/>
                <a:gd name="connsiteY2" fmla="*/ 468859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92554 w 2305050"/>
                <a:gd name="connsiteY3" fmla="*/ 627964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70609 w 2305050"/>
                <a:gd name="connsiteY3" fmla="*/ 649910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60779 w 2305050"/>
                <a:gd name="connsiteY2" fmla="*/ 472517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1982725 w 2305050"/>
                <a:gd name="connsiteY2" fmla="*/ 494463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3875 w 2305050"/>
                <a:gd name="connsiteY17" fmla="*/ 714375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305050"/>
                <a:gd name="connsiteY0" fmla="*/ 0 h 2352675"/>
                <a:gd name="connsiteX1" fmla="*/ 771525 w 2305050"/>
                <a:gd name="connsiteY1" fmla="*/ 561975 h 2352675"/>
                <a:gd name="connsiteX2" fmla="*/ 2041246 w 2305050"/>
                <a:gd name="connsiteY2" fmla="*/ 498120 h 2352675"/>
                <a:gd name="connsiteX3" fmla="*/ 2296212 w 2305050"/>
                <a:gd name="connsiteY3" fmla="*/ 646252 h 2352675"/>
                <a:gd name="connsiteX4" fmla="*/ 1143000 w 2305050"/>
                <a:gd name="connsiteY4" fmla="*/ 1009650 h 2352675"/>
                <a:gd name="connsiteX5" fmla="*/ 1628775 w 2305050"/>
                <a:gd name="connsiteY5" fmla="*/ 1533525 h 2352675"/>
                <a:gd name="connsiteX6" fmla="*/ 2076450 w 2305050"/>
                <a:gd name="connsiteY6" fmla="*/ 1533525 h 2352675"/>
                <a:gd name="connsiteX7" fmla="*/ 2305050 w 2305050"/>
                <a:gd name="connsiteY7" fmla="*/ 1724025 h 2352675"/>
                <a:gd name="connsiteX8" fmla="*/ 1838325 w 2305050"/>
                <a:gd name="connsiteY8" fmla="*/ 1857375 h 2352675"/>
                <a:gd name="connsiteX9" fmla="*/ 2009775 w 2305050"/>
                <a:gd name="connsiteY9" fmla="*/ 2105025 h 2352675"/>
                <a:gd name="connsiteX10" fmla="*/ 1733550 w 2305050"/>
                <a:gd name="connsiteY10" fmla="*/ 1971675 h 2352675"/>
                <a:gd name="connsiteX11" fmla="*/ 1543050 w 2305050"/>
                <a:gd name="connsiteY11" fmla="*/ 2352675 h 2352675"/>
                <a:gd name="connsiteX12" fmla="*/ 1314450 w 2305050"/>
                <a:gd name="connsiteY12" fmla="*/ 2133600 h 2352675"/>
                <a:gd name="connsiteX13" fmla="*/ 1447800 w 2305050"/>
                <a:gd name="connsiteY13" fmla="*/ 1771650 h 2352675"/>
                <a:gd name="connsiteX14" fmla="*/ 923925 w 2305050"/>
                <a:gd name="connsiteY14" fmla="*/ 1190625 h 2352675"/>
                <a:gd name="connsiteX15" fmla="*/ 414757 w 2305050"/>
                <a:gd name="connsiteY15" fmla="*/ 2305735 h 2352675"/>
                <a:gd name="connsiteX16" fmla="*/ 292990 w 2305050"/>
                <a:gd name="connsiteY16" fmla="*/ 2036368 h 2352675"/>
                <a:gd name="connsiteX17" fmla="*/ 520217 w 2305050"/>
                <a:gd name="connsiteY17" fmla="*/ 750951 h 2352675"/>
                <a:gd name="connsiteX18" fmla="*/ 0 w 2305050"/>
                <a:gd name="connsiteY18" fmla="*/ 0 h 2352675"/>
                <a:gd name="connsiteX0" fmla="*/ 0 w 2294077"/>
                <a:gd name="connsiteY0" fmla="*/ 0 h 2363647"/>
                <a:gd name="connsiteX1" fmla="*/ 760552 w 2294077"/>
                <a:gd name="connsiteY1" fmla="*/ 572947 h 2363647"/>
                <a:gd name="connsiteX2" fmla="*/ 2030273 w 2294077"/>
                <a:gd name="connsiteY2" fmla="*/ 509092 h 2363647"/>
                <a:gd name="connsiteX3" fmla="*/ 2285239 w 2294077"/>
                <a:gd name="connsiteY3" fmla="*/ 657224 h 2363647"/>
                <a:gd name="connsiteX4" fmla="*/ 1132027 w 2294077"/>
                <a:gd name="connsiteY4" fmla="*/ 1020622 h 2363647"/>
                <a:gd name="connsiteX5" fmla="*/ 1617802 w 2294077"/>
                <a:gd name="connsiteY5" fmla="*/ 1544497 h 2363647"/>
                <a:gd name="connsiteX6" fmla="*/ 2065477 w 2294077"/>
                <a:gd name="connsiteY6" fmla="*/ 1544497 h 2363647"/>
                <a:gd name="connsiteX7" fmla="*/ 2294077 w 2294077"/>
                <a:gd name="connsiteY7" fmla="*/ 1734997 h 2363647"/>
                <a:gd name="connsiteX8" fmla="*/ 1827352 w 2294077"/>
                <a:gd name="connsiteY8" fmla="*/ 1868347 h 2363647"/>
                <a:gd name="connsiteX9" fmla="*/ 1998802 w 2294077"/>
                <a:gd name="connsiteY9" fmla="*/ 2115997 h 2363647"/>
                <a:gd name="connsiteX10" fmla="*/ 1722577 w 2294077"/>
                <a:gd name="connsiteY10" fmla="*/ 1982647 h 2363647"/>
                <a:gd name="connsiteX11" fmla="*/ 1532077 w 2294077"/>
                <a:gd name="connsiteY11" fmla="*/ 2363647 h 2363647"/>
                <a:gd name="connsiteX12" fmla="*/ 1303477 w 2294077"/>
                <a:gd name="connsiteY12" fmla="*/ 2144572 h 2363647"/>
                <a:gd name="connsiteX13" fmla="*/ 1436827 w 2294077"/>
                <a:gd name="connsiteY13" fmla="*/ 1782622 h 2363647"/>
                <a:gd name="connsiteX14" fmla="*/ 912952 w 2294077"/>
                <a:gd name="connsiteY14" fmla="*/ 1201597 h 2363647"/>
                <a:gd name="connsiteX15" fmla="*/ 403784 w 2294077"/>
                <a:gd name="connsiteY15" fmla="*/ 2316707 h 2363647"/>
                <a:gd name="connsiteX16" fmla="*/ 282017 w 2294077"/>
                <a:gd name="connsiteY16" fmla="*/ 2047340 h 2363647"/>
                <a:gd name="connsiteX17" fmla="*/ 509244 w 2294077"/>
                <a:gd name="connsiteY17" fmla="*/ 761923 h 2363647"/>
                <a:gd name="connsiteX18" fmla="*/ 0 w 2294077"/>
                <a:gd name="connsiteY18" fmla="*/ 0 h 2363647"/>
                <a:gd name="connsiteX0" fmla="*/ 6569 w 2300646"/>
                <a:gd name="connsiteY0" fmla="*/ 0 h 2363647"/>
                <a:gd name="connsiteX1" fmla="*/ 767121 w 2300646"/>
                <a:gd name="connsiteY1" fmla="*/ 572947 h 2363647"/>
                <a:gd name="connsiteX2" fmla="*/ 2036842 w 2300646"/>
                <a:gd name="connsiteY2" fmla="*/ 509092 h 2363647"/>
                <a:gd name="connsiteX3" fmla="*/ 2291808 w 2300646"/>
                <a:gd name="connsiteY3" fmla="*/ 657224 h 2363647"/>
                <a:gd name="connsiteX4" fmla="*/ 1138596 w 2300646"/>
                <a:gd name="connsiteY4" fmla="*/ 1020622 h 2363647"/>
                <a:gd name="connsiteX5" fmla="*/ 1624371 w 2300646"/>
                <a:gd name="connsiteY5" fmla="*/ 1544497 h 2363647"/>
                <a:gd name="connsiteX6" fmla="*/ 2072046 w 2300646"/>
                <a:gd name="connsiteY6" fmla="*/ 1544497 h 2363647"/>
                <a:gd name="connsiteX7" fmla="*/ 2300646 w 2300646"/>
                <a:gd name="connsiteY7" fmla="*/ 1734997 h 2363647"/>
                <a:gd name="connsiteX8" fmla="*/ 1833921 w 2300646"/>
                <a:gd name="connsiteY8" fmla="*/ 1868347 h 2363647"/>
                <a:gd name="connsiteX9" fmla="*/ 2005371 w 2300646"/>
                <a:gd name="connsiteY9" fmla="*/ 2115997 h 2363647"/>
                <a:gd name="connsiteX10" fmla="*/ 1729146 w 2300646"/>
                <a:gd name="connsiteY10" fmla="*/ 1982647 h 2363647"/>
                <a:gd name="connsiteX11" fmla="*/ 1538646 w 2300646"/>
                <a:gd name="connsiteY11" fmla="*/ 2363647 h 2363647"/>
                <a:gd name="connsiteX12" fmla="*/ 1310046 w 2300646"/>
                <a:gd name="connsiteY12" fmla="*/ 2144572 h 2363647"/>
                <a:gd name="connsiteX13" fmla="*/ 1443396 w 2300646"/>
                <a:gd name="connsiteY13" fmla="*/ 1782622 h 2363647"/>
                <a:gd name="connsiteX14" fmla="*/ 919521 w 2300646"/>
                <a:gd name="connsiteY14" fmla="*/ 1201597 h 2363647"/>
                <a:gd name="connsiteX15" fmla="*/ 410353 w 2300646"/>
                <a:gd name="connsiteY15" fmla="*/ 2316707 h 2363647"/>
                <a:gd name="connsiteX16" fmla="*/ 288586 w 2300646"/>
                <a:gd name="connsiteY16" fmla="*/ 2047340 h 2363647"/>
                <a:gd name="connsiteX17" fmla="*/ 515813 w 2300646"/>
                <a:gd name="connsiteY17" fmla="*/ 761923 h 2363647"/>
                <a:gd name="connsiteX18" fmla="*/ 6569 w 2300646"/>
                <a:gd name="connsiteY18" fmla="*/ 0 h 2363647"/>
                <a:gd name="connsiteX0" fmla="*/ 6569 w 2300646"/>
                <a:gd name="connsiteY0" fmla="*/ 5505 h 2369152"/>
                <a:gd name="connsiteX1" fmla="*/ 767121 w 2300646"/>
                <a:gd name="connsiteY1" fmla="*/ 578452 h 2369152"/>
                <a:gd name="connsiteX2" fmla="*/ 2036842 w 2300646"/>
                <a:gd name="connsiteY2" fmla="*/ 514597 h 2369152"/>
                <a:gd name="connsiteX3" fmla="*/ 2291808 w 2300646"/>
                <a:gd name="connsiteY3" fmla="*/ 662729 h 2369152"/>
                <a:gd name="connsiteX4" fmla="*/ 1138596 w 2300646"/>
                <a:gd name="connsiteY4" fmla="*/ 1026127 h 2369152"/>
                <a:gd name="connsiteX5" fmla="*/ 1624371 w 2300646"/>
                <a:gd name="connsiteY5" fmla="*/ 1550002 h 2369152"/>
                <a:gd name="connsiteX6" fmla="*/ 2072046 w 2300646"/>
                <a:gd name="connsiteY6" fmla="*/ 1550002 h 2369152"/>
                <a:gd name="connsiteX7" fmla="*/ 2300646 w 2300646"/>
                <a:gd name="connsiteY7" fmla="*/ 1740502 h 2369152"/>
                <a:gd name="connsiteX8" fmla="*/ 1833921 w 2300646"/>
                <a:gd name="connsiteY8" fmla="*/ 1873852 h 2369152"/>
                <a:gd name="connsiteX9" fmla="*/ 2005371 w 2300646"/>
                <a:gd name="connsiteY9" fmla="*/ 2121502 h 2369152"/>
                <a:gd name="connsiteX10" fmla="*/ 1729146 w 2300646"/>
                <a:gd name="connsiteY10" fmla="*/ 1988152 h 2369152"/>
                <a:gd name="connsiteX11" fmla="*/ 1538646 w 2300646"/>
                <a:gd name="connsiteY11" fmla="*/ 2369152 h 2369152"/>
                <a:gd name="connsiteX12" fmla="*/ 1310046 w 2300646"/>
                <a:gd name="connsiteY12" fmla="*/ 2150077 h 2369152"/>
                <a:gd name="connsiteX13" fmla="*/ 1443396 w 2300646"/>
                <a:gd name="connsiteY13" fmla="*/ 1788127 h 2369152"/>
                <a:gd name="connsiteX14" fmla="*/ 919521 w 2300646"/>
                <a:gd name="connsiteY14" fmla="*/ 1207102 h 2369152"/>
                <a:gd name="connsiteX15" fmla="*/ 410353 w 2300646"/>
                <a:gd name="connsiteY15" fmla="*/ 2322212 h 2369152"/>
                <a:gd name="connsiteX16" fmla="*/ 288586 w 2300646"/>
                <a:gd name="connsiteY16" fmla="*/ 2052845 h 2369152"/>
                <a:gd name="connsiteX17" fmla="*/ 515813 w 2300646"/>
                <a:gd name="connsiteY17" fmla="*/ 767428 h 2369152"/>
                <a:gd name="connsiteX18" fmla="*/ 6569 w 2300646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43194 w 2305244"/>
                <a:gd name="connsiteY4" fmla="*/ 1026127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24119 w 2305244"/>
                <a:gd name="connsiteY14" fmla="*/ 1207102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43194 w 2305244"/>
                <a:gd name="connsiteY4" fmla="*/ 1026127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185156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06618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185156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06618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898516 w 2305244"/>
                <a:gd name="connsiteY14" fmla="*/ 1196129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898516 w 2305244"/>
                <a:gd name="connsiteY14" fmla="*/ 1196129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47994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73597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513830 w 2305244"/>
                <a:gd name="connsiteY13" fmla="*/ 1784469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28969 w 2305244"/>
                <a:gd name="connsiteY5" fmla="*/ 1550002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50914 w 2305244"/>
                <a:gd name="connsiteY5" fmla="*/ 1597551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76517 w 2305244"/>
                <a:gd name="connsiteY5" fmla="*/ 1608523 h 2369152"/>
                <a:gd name="connsiteX6" fmla="*/ 2076644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11167 w 2305244"/>
                <a:gd name="connsiteY0" fmla="*/ 5505 h 2369152"/>
                <a:gd name="connsiteX1" fmla="*/ 771719 w 2305244"/>
                <a:gd name="connsiteY1" fmla="*/ 578452 h 2369152"/>
                <a:gd name="connsiteX2" fmla="*/ 2041440 w 2305244"/>
                <a:gd name="connsiteY2" fmla="*/ 514597 h 2369152"/>
                <a:gd name="connsiteX3" fmla="*/ 2296406 w 2305244"/>
                <a:gd name="connsiteY3" fmla="*/ 662729 h 2369152"/>
                <a:gd name="connsiteX4" fmla="*/ 1124906 w 2305244"/>
                <a:gd name="connsiteY4" fmla="*/ 1004182 h 2369152"/>
                <a:gd name="connsiteX5" fmla="*/ 1676517 w 2305244"/>
                <a:gd name="connsiteY5" fmla="*/ 1608523 h 2369152"/>
                <a:gd name="connsiteX6" fmla="*/ 2032752 w 2305244"/>
                <a:gd name="connsiteY6" fmla="*/ 1550002 h 2369152"/>
                <a:gd name="connsiteX7" fmla="*/ 2305244 w 2305244"/>
                <a:gd name="connsiteY7" fmla="*/ 1740502 h 2369152"/>
                <a:gd name="connsiteX8" fmla="*/ 1838519 w 2305244"/>
                <a:gd name="connsiteY8" fmla="*/ 1873852 h 2369152"/>
                <a:gd name="connsiteX9" fmla="*/ 2009969 w 2305244"/>
                <a:gd name="connsiteY9" fmla="*/ 2121502 h 2369152"/>
                <a:gd name="connsiteX10" fmla="*/ 1733744 w 2305244"/>
                <a:gd name="connsiteY10" fmla="*/ 1988152 h 2369152"/>
                <a:gd name="connsiteX11" fmla="*/ 1543244 w 2305244"/>
                <a:gd name="connsiteY11" fmla="*/ 2369152 h 2369152"/>
                <a:gd name="connsiteX12" fmla="*/ 1314644 w 2305244"/>
                <a:gd name="connsiteY12" fmla="*/ 2150077 h 2369152"/>
                <a:gd name="connsiteX13" fmla="*/ 1495542 w 2305244"/>
                <a:gd name="connsiteY13" fmla="*/ 1788127 h 2369152"/>
                <a:gd name="connsiteX14" fmla="*/ 909489 w 2305244"/>
                <a:gd name="connsiteY14" fmla="*/ 1225390 h 2369152"/>
                <a:gd name="connsiteX15" fmla="*/ 414951 w 2305244"/>
                <a:gd name="connsiteY15" fmla="*/ 2322212 h 2369152"/>
                <a:gd name="connsiteX16" fmla="*/ 293184 w 2305244"/>
                <a:gd name="connsiteY16" fmla="*/ 2052845 h 2369152"/>
                <a:gd name="connsiteX17" fmla="*/ 520411 w 2305244"/>
                <a:gd name="connsiteY17" fmla="*/ 767428 h 2369152"/>
                <a:gd name="connsiteX18" fmla="*/ 11167 w 2305244"/>
                <a:gd name="connsiteY18" fmla="*/ 5505 h 2369152"/>
                <a:gd name="connsiteX0" fmla="*/ 2305244 w 2305244"/>
                <a:gd name="connsiteY0" fmla="*/ 1740502 h 2369152"/>
                <a:gd name="connsiteX1" fmla="*/ 1838519 w 2305244"/>
                <a:gd name="connsiteY1" fmla="*/ 1873852 h 2369152"/>
                <a:gd name="connsiteX2" fmla="*/ 2009969 w 2305244"/>
                <a:gd name="connsiteY2" fmla="*/ 2121502 h 2369152"/>
                <a:gd name="connsiteX3" fmla="*/ 1733744 w 2305244"/>
                <a:gd name="connsiteY3" fmla="*/ 1988152 h 2369152"/>
                <a:gd name="connsiteX4" fmla="*/ 1543244 w 2305244"/>
                <a:gd name="connsiteY4" fmla="*/ 2369152 h 2369152"/>
                <a:gd name="connsiteX5" fmla="*/ 1314644 w 2305244"/>
                <a:gd name="connsiteY5" fmla="*/ 2150077 h 2369152"/>
                <a:gd name="connsiteX6" fmla="*/ 1495542 w 2305244"/>
                <a:gd name="connsiteY6" fmla="*/ 1788127 h 2369152"/>
                <a:gd name="connsiteX7" fmla="*/ 909489 w 2305244"/>
                <a:gd name="connsiteY7" fmla="*/ 1225390 h 2369152"/>
                <a:gd name="connsiteX8" fmla="*/ 414951 w 2305244"/>
                <a:gd name="connsiteY8" fmla="*/ 2322212 h 2369152"/>
                <a:gd name="connsiteX9" fmla="*/ 293184 w 2305244"/>
                <a:gd name="connsiteY9" fmla="*/ 2052845 h 2369152"/>
                <a:gd name="connsiteX10" fmla="*/ 520411 w 2305244"/>
                <a:gd name="connsiteY10" fmla="*/ 767428 h 2369152"/>
                <a:gd name="connsiteX11" fmla="*/ 11167 w 2305244"/>
                <a:gd name="connsiteY11" fmla="*/ 5505 h 2369152"/>
                <a:gd name="connsiteX12" fmla="*/ 771719 w 2305244"/>
                <a:gd name="connsiteY12" fmla="*/ 578452 h 2369152"/>
                <a:gd name="connsiteX13" fmla="*/ 2041440 w 2305244"/>
                <a:gd name="connsiteY13" fmla="*/ 514597 h 2369152"/>
                <a:gd name="connsiteX14" fmla="*/ 2296406 w 2305244"/>
                <a:gd name="connsiteY14" fmla="*/ 662729 h 2369152"/>
                <a:gd name="connsiteX15" fmla="*/ 1124906 w 2305244"/>
                <a:gd name="connsiteY15" fmla="*/ 1004182 h 2369152"/>
                <a:gd name="connsiteX16" fmla="*/ 1676517 w 2305244"/>
                <a:gd name="connsiteY16" fmla="*/ 1608523 h 2369152"/>
                <a:gd name="connsiteX17" fmla="*/ 2124192 w 2305244"/>
                <a:gd name="connsiteY17" fmla="*/ 1641442 h 2369152"/>
                <a:gd name="connsiteX0" fmla="*/ 2305244 w 2305244"/>
                <a:gd name="connsiteY0" fmla="*/ 1740502 h 2369152"/>
                <a:gd name="connsiteX1" fmla="*/ 1838519 w 2305244"/>
                <a:gd name="connsiteY1" fmla="*/ 1873852 h 2369152"/>
                <a:gd name="connsiteX2" fmla="*/ 2009969 w 2305244"/>
                <a:gd name="connsiteY2" fmla="*/ 2121502 h 2369152"/>
                <a:gd name="connsiteX3" fmla="*/ 1733744 w 2305244"/>
                <a:gd name="connsiteY3" fmla="*/ 1988152 h 2369152"/>
                <a:gd name="connsiteX4" fmla="*/ 1543244 w 2305244"/>
                <a:gd name="connsiteY4" fmla="*/ 2369152 h 2369152"/>
                <a:gd name="connsiteX5" fmla="*/ 1314644 w 2305244"/>
                <a:gd name="connsiteY5" fmla="*/ 2150077 h 2369152"/>
                <a:gd name="connsiteX6" fmla="*/ 1495542 w 2305244"/>
                <a:gd name="connsiteY6" fmla="*/ 1788127 h 2369152"/>
                <a:gd name="connsiteX7" fmla="*/ 909489 w 2305244"/>
                <a:gd name="connsiteY7" fmla="*/ 1225390 h 2369152"/>
                <a:gd name="connsiteX8" fmla="*/ 414951 w 2305244"/>
                <a:gd name="connsiteY8" fmla="*/ 2322212 h 2369152"/>
                <a:gd name="connsiteX9" fmla="*/ 293184 w 2305244"/>
                <a:gd name="connsiteY9" fmla="*/ 2052845 h 2369152"/>
                <a:gd name="connsiteX10" fmla="*/ 520411 w 2305244"/>
                <a:gd name="connsiteY10" fmla="*/ 767428 h 2369152"/>
                <a:gd name="connsiteX11" fmla="*/ 11167 w 2305244"/>
                <a:gd name="connsiteY11" fmla="*/ 5505 h 2369152"/>
                <a:gd name="connsiteX12" fmla="*/ 771719 w 2305244"/>
                <a:gd name="connsiteY12" fmla="*/ 578452 h 2369152"/>
                <a:gd name="connsiteX13" fmla="*/ 2041440 w 2305244"/>
                <a:gd name="connsiteY13" fmla="*/ 514597 h 2369152"/>
                <a:gd name="connsiteX14" fmla="*/ 2296406 w 2305244"/>
                <a:gd name="connsiteY14" fmla="*/ 662729 h 2369152"/>
                <a:gd name="connsiteX15" fmla="*/ 1124906 w 2305244"/>
                <a:gd name="connsiteY15" fmla="*/ 1004182 h 2369152"/>
                <a:gd name="connsiteX16" fmla="*/ 1676517 w 2305244"/>
                <a:gd name="connsiteY16" fmla="*/ 1608523 h 2369152"/>
                <a:gd name="connsiteX17" fmla="*/ 2102246 w 2305244"/>
                <a:gd name="connsiteY17" fmla="*/ 1579262 h 2369152"/>
                <a:gd name="connsiteX0" fmla="*/ 2275983 w 2296406"/>
                <a:gd name="connsiteY0" fmla="*/ 1747817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7707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40502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102246 w 2296406"/>
                <a:gd name="connsiteY17" fmla="*/ 1579262 h 2369152"/>
                <a:gd name="connsiteX0" fmla="*/ 2290614 w 2296406"/>
                <a:gd name="connsiteY0" fmla="*/ 1740502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57695 w 2296406"/>
                <a:gd name="connsiteY0" fmla="*/ 1755133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62012 w 2296406"/>
                <a:gd name="connsiteY17" fmla="*/ 1560974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1464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91454 w 2296406"/>
                <a:gd name="connsiteY5" fmla="*/ 2150077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69152"/>
                <a:gd name="connsiteX1" fmla="*/ 1838519 w 2296406"/>
                <a:gd name="connsiteY1" fmla="*/ 1873852 h 2369152"/>
                <a:gd name="connsiteX2" fmla="*/ 2009969 w 2296406"/>
                <a:gd name="connsiteY2" fmla="*/ 2121502 h 2369152"/>
                <a:gd name="connsiteX3" fmla="*/ 1733744 w 2296406"/>
                <a:gd name="connsiteY3" fmla="*/ 1988152 h 2369152"/>
                <a:gd name="connsiteX4" fmla="*/ 1543244 w 2296406"/>
                <a:gd name="connsiteY4" fmla="*/ 2369152 h 2369152"/>
                <a:gd name="connsiteX5" fmla="*/ 1380482 w 2296406"/>
                <a:gd name="connsiteY5" fmla="*/ 2120816 h 2369152"/>
                <a:gd name="connsiteX6" fmla="*/ 1495542 w 2296406"/>
                <a:gd name="connsiteY6" fmla="*/ 1788127 h 2369152"/>
                <a:gd name="connsiteX7" fmla="*/ 909489 w 2296406"/>
                <a:gd name="connsiteY7" fmla="*/ 1225390 h 2369152"/>
                <a:gd name="connsiteX8" fmla="*/ 414951 w 2296406"/>
                <a:gd name="connsiteY8" fmla="*/ 2322212 h 2369152"/>
                <a:gd name="connsiteX9" fmla="*/ 293184 w 2296406"/>
                <a:gd name="connsiteY9" fmla="*/ 2052845 h 2369152"/>
                <a:gd name="connsiteX10" fmla="*/ 520411 w 2296406"/>
                <a:gd name="connsiteY10" fmla="*/ 767428 h 2369152"/>
                <a:gd name="connsiteX11" fmla="*/ 11167 w 2296406"/>
                <a:gd name="connsiteY11" fmla="*/ 5505 h 2369152"/>
                <a:gd name="connsiteX12" fmla="*/ 771719 w 2296406"/>
                <a:gd name="connsiteY12" fmla="*/ 578452 h 2369152"/>
                <a:gd name="connsiteX13" fmla="*/ 2041440 w 2296406"/>
                <a:gd name="connsiteY13" fmla="*/ 514597 h 2369152"/>
                <a:gd name="connsiteX14" fmla="*/ 2296406 w 2296406"/>
                <a:gd name="connsiteY14" fmla="*/ 662729 h 2369152"/>
                <a:gd name="connsiteX15" fmla="*/ 1124906 w 2296406"/>
                <a:gd name="connsiteY15" fmla="*/ 1004182 h 2369152"/>
                <a:gd name="connsiteX16" fmla="*/ 1676517 w 2296406"/>
                <a:gd name="connsiteY16" fmla="*/ 1608523 h 2369152"/>
                <a:gd name="connsiteX17" fmla="*/ 2094931 w 2296406"/>
                <a:gd name="connsiteY17" fmla="*/ 1557316 h 2369152"/>
                <a:gd name="connsiteX0" fmla="*/ 2279640 w 2296406"/>
                <a:gd name="connsiteY0" fmla="*/ 1747818 h 2354521"/>
                <a:gd name="connsiteX1" fmla="*/ 1838519 w 2296406"/>
                <a:gd name="connsiteY1" fmla="*/ 1873852 h 2354521"/>
                <a:gd name="connsiteX2" fmla="*/ 2009969 w 2296406"/>
                <a:gd name="connsiteY2" fmla="*/ 2121502 h 2354521"/>
                <a:gd name="connsiteX3" fmla="*/ 1733744 w 2296406"/>
                <a:gd name="connsiteY3" fmla="*/ 1988152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38519 w 2296406"/>
                <a:gd name="connsiteY1" fmla="*/ 1873852 h 2354521"/>
                <a:gd name="connsiteX2" fmla="*/ 2009969 w 2296406"/>
                <a:gd name="connsiteY2" fmla="*/ 2121502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2009969 w 2296406"/>
                <a:gd name="connsiteY2" fmla="*/ 2121502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91681 w 2296406"/>
                <a:gd name="connsiteY2" fmla="*/ 2136133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2042887 w 2296406"/>
                <a:gd name="connsiteY2" fmla="*/ 2194655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16574 w 2296406"/>
                <a:gd name="connsiteY1" fmla="*/ 185190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23889 w 2296406"/>
                <a:gd name="connsiteY1" fmla="*/ 1837277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79640 w 2296406"/>
                <a:gd name="connsiteY0" fmla="*/ 1747818 h 2354521"/>
                <a:gd name="connsiteX1" fmla="*/ 1827546 w 2296406"/>
                <a:gd name="connsiteY1" fmla="*/ 1826304 h 2354521"/>
                <a:gd name="connsiteX2" fmla="*/ 1955104 w 2296406"/>
                <a:gd name="connsiteY2" fmla="*/ 2095900 h 2354521"/>
                <a:gd name="connsiteX3" fmla="*/ 1682537 w 2296406"/>
                <a:gd name="connsiteY3" fmla="*/ 1962549 h 2354521"/>
                <a:gd name="connsiteX4" fmla="*/ 1528613 w 2296406"/>
                <a:gd name="connsiteY4" fmla="*/ 2354521 h 2354521"/>
                <a:gd name="connsiteX5" fmla="*/ 1380482 w 2296406"/>
                <a:gd name="connsiteY5" fmla="*/ 2120816 h 2354521"/>
                <a:gd name="connsiteX6" fmla="*/ 1495542 w 2296406"/>
                <a:gd name="connsiteY6" fmla="*/ 1788127 h 2354521"/>
                <a:gd name="connsiteX7" fmla="*/ 909489 w 2296406"/>
                <a:gd name="connsiteY7" fmla="*/ 1225390 h 2354521"/>
                <a:gd name="connsiteX8" fmla="*/ 414951 w 2296406"/>
                <a:gd name="connsiteY8" fmla="*/ 2322212 h 2354521"/>
                <a:gd name="connsiteX9" fmla="*/ 293184 w 2296406"/>
                <a:gd name="connsiteY9" fmla="*/ 2052845 h 2354521"/>
                <a:gd name="connsiteX10" fmla="*/ 520411 w 2296406"/>
                <a:gd name="connsiteY10" fmla="*/ 767428 h 2354521"/>
                <a:gd name="connsiteX11" fmla="*/ 11167 w 2296406"/>
                <a:gd name="connsiteY11" fmla="*/ 5505 h 2354521"/>
                <a:gd name="connsiteX12" fmla="*/ 771719 w 2296406"/>
                <a:gd name="connsiteY12" fmla="*/ 578452 h 2354521"/>
                <a:gd name="connsiteX13" fmla="*/ 2041440 w 2296406"/>
                <a:gd name="connsiteY13" fmla="*/ 514597 h 2354521"/>
                <a:gd name="connsiteX14" fmla="*/ 2296406 w 2296406"/>
                <a:gd name="connsiteY14" fmla="*/ 662729 h 2354521"/>
                <a:gd name="connsiteX15" fmla="*/ 1124906 w 2296406"/>
                <a:gd name="connsiteY15" fmla="*/ 1004182 h 2354521"/>
                <a:gd name="connsiteX16" fmla="*/ 1676517 w 2296406"/>
                <a:gd name="connsiteY16" fmla="*/ 1608523 h 2354521"/>
                <a:gd name="connsiteX17" fmla="*/ 2094931 w 2296406"/>
                <a:gd name="connsiteY17" fmla="*/ 1557316 h 2354521"/>
                <a:gd name="connsiteX0" fmla="*/ 2280220 w 2296986"/>
                <a:gd name="connsiteY0" fmla="*/ 1747818 h 2354521"/>
                <a:gd name="connsiteX1" fmla="*/ 1828126 w 2296986"/>
                <a:gd name="connsiteY1" fmla="*/ 1826304 h 2354521"/>
                <a:gd name="connsiteX2" fmla="*/ 1955684 w 2296986"/>
                <a:gd name="connsiteY2" fmla="*/ 2095900 h 2354521"/>
                <a:gd name="connsiteX3" fmla="*/ 1683117 w 2296986"/>
                <a:gd name="connsiteY3" fmla="*/ 1962549 h 2354521"/>
                <a:gd name="connsiteX4" fmla="*/ 1529193 w 2296986"/>
                <a:gd name="connsiteY4" fmla="*/ 2354521 h 2354521"/>
                <a:gd name="connsiteX5" fmla="*/ 1381062 w 2296986"/>
                <a:gd name="connsiteY5" fmla="*/ 2120816 h 2354521"/>
                <a:gd name="connsiteX6" fmla="*/ 1496122 w 2296986"/>
                <a:gd name="connsiteY6" fmla="*/ 1788127 h 2354521"/>
                <a:gd name="connsiteX7" fmla="*/ 910069 w 2296986"/>
                <a:gd name="connsiteY7" fmla="*/ 1225390 h 2354521"/>
                <a:gd name="connsiteX8" fmla="*/ 415531 w 2296986"/>
                <a:gd name="connsiteY8" fmla="*/ 2322212 h 2354521"/>
                <a:gd name="connsiteX9" fmla="*/ 293764 w 2296986"/>
                <a:gd name="connsiteY9" fmla="*/ 2052845 h 2354521"/>
                <a:gd name="connsiteX10" fmla="*/ 497994 w 2296986"/>
                <a:gd name="connsiteY10" fmla="*/ 836420 h 2354521"/>
                <a:gd name="connsiteX11" fmla="*/ 11747 w 2296986"/>
                <a:gd name="connsiteY11" fmla="*/ 5505 h 2354521"/>
                <a:gd name="connsiteX12" fmla="*/ 772299 w 2296986"/>
                <a:gd name="connsiteY12" fmla="*/ 578452 h 2354521"/>
                <a:gd name="connsiteX13" fmla="*/ 2042020 w 2296986"/>
                <a:gd name="connsiteY13" fmla="*/ 514597 h 2354521"/>
                <a:gd name="connsiteX14" fmla="*/ 2296986 w 2296986"/>
                <a:gd name="connsiteY14" fmla="*/ 662729 h 2354521"/>
                <a:gd name="connsiteX15" fmla="*/ 1125486 w 2296986"/>
                <a:gd name="connsiteY15" fmla="*/ 1004182 h 2354521"/>
                <a:gd name="connsiteX16" fmla="*/ 1677097 w 2296986"/>
                <a:gd name="connsiteY16" fmla="*/ 1608523 h 2354521"/>
                <a:gd name="connsiteX17" fmla="*/ 2095511 w 2296986"/>
                <a:gd name="connsiteY17" fmla="*/ 1557316 h 2354521"/>
                <a:gd name="connsiteX0" fmla="*/ 2280220 w 2296986"/>
                <a:gd name="connsiteY0" fmla="*/ 1747911 h 2354614"/>
                <a:gd name="connsiteX1" fmla="*/ 1828126 w 2296986"/>
                <a:gd name="connsiteY1" fmla="*/ 1826397 h 2354614"/>
                <a:gd name="connsiteX2" fmla="*/ 1955684 w 2296986"/>
                <a:gd name="connsiteY2" fmla="*/ 2095993 h 2354614"/>
                <a:gd name="connsiteX3" fmla="*/ 1683117 w 2296986"/>
                <a:gd name="connsiteY3" fmla="*/ 1962642 h 2354614"/>
                <a:gd name="connsiteX4" fmla="*/ 1529193 w 2296986"/>
                <a:gd name="connsiteY4" fmla="*/ 2354614 h 2354614"/>
                <a:gd name="connsiteX5" fmla="*/ 1381062 w 2296986"/>
                <a:gd name="connsiteY5" fmla="*/ 2120909 h 2354614"/>
                <a:gd name="connsiteX6" fmla="*/ 1496122 w 2296986"/>
                <a:gd name="connsiteY6" fmla="*/ 1788220 h 2354614"/>
                <a:gd name="connsiteX7" fmla="*/ 910069 w 2296986"/>
                <a:gd name="connsiteY7" fmla="*/ 1225483 h 2354614"/>
                <a:gd name="connsiteX8" fmla="*/ 415531 w 2296986"/>
                <a:gd name="connsiteY8" fmla="*/ 2322305 h 2354614"/>
                <a:gd name="connsiteX9" fmla="*/ 293764 w 2296986"/>
                <a:gd name="connsiteY9" fmla="*/ 2052938 h 2354614"/>
                <a:gd name="connsiteX10" fmla="*/ 497994 w 2296986"/>
                <a:gd name="connsiteY10" fmla="*/ 836513 h 2354614"/>
                <a:gd name="connsiteX11" fmla="*/ 11747 w 2296986"/>
                <a:gd name="connsiteY11" fmla="*/ 5598 h 2354614"/>
                <a:gd name="connsiteX12" fmla="*/ 841291 w 2296986"/>
                <a:gd name="connsiteY12" fmla="*/ 570880 h 2354614"/>
                <a:gd name="connsiteX13" fmla="*/ 2042020 w 2296986"/>
                <a:gd name="connsiteY13" fmla="*/ 514690 h 2354614"/>
                <a:gd name="connsiteX14" fmla="*/ 2296986 w 2296986"/>
                <a:gd name="connsiteY14" fmla="*/ 662822 h 2354614"/>
                <a:gd name="connsiteX15" fmla="*/ 1125486 w 2296986"/>
                <a:gd name="connsiteY15" fmla="*/ 1004275 h 2354614"/>
                <a:gd name="connsiteX16" fmla="*/ 1677097 w 2296986"/>
                <a:gd name="connsiteY16" fmla="*/ 1608616 h 2354614"/>
                <a:gd name="connsiteX17" fmla="*/ 2095511 w 2296986"/>
                <a:gd name="connsiteY17" fmla="*/ 1557409 h 2354614"/>
                <a:gd name="connsiteX0" fmla="*/ 2280220 w 2296986"/>
                <a:gd name="connsiteY0" fmla="*/ 1747911 h 2354614"/>
                <a:gd name="connsiteX1" fmla="*/ 1828126 w 2296986"/>
                <a:gd name="connsiteY1" fmla="*/ 1826397 h 2354614"/>
                <a:gd name="connsiteX2" fmla="*/ 1955684 w 2296986"/>
                <a:gd name="connsiteY2" fmla="*/ 2095993 h 2354614"/>
                <a:gd name="connsiteX3" fmla="*/ 1683117 w 2296986"/>
                <a:gd name="connsiteY3" fmla="*/ 1962642 h 2354614"/>
                <a:gd name="connsiteX4" fmla="*/ 1529193 w 2296986"/>
                <a:gd name="connsiteY4" fmla="*/ 2354614 h 2354614"/>
                <a:gd name="connsiteX5" fmla="*/ 1381062 w 2296986"/>
                <a:gd name="connsiteY5" fmla="*/ 2120909 h 2354614"/>
                <a:gd name="connsiteX6" fmla="*/ 1496122 w 2296986"/>
                <a:gd name="connsiteY6" fmla="*/ 1788220 h 2354614"/>
                <a:gd name="connsiteX7" fmla="*/ 864075 w 2296986"/>
                <a:gd name="connsiteY7" fmla="*/ 1325138 h 2354614"/>
                <a:gd name="connsiteX8" fmla="*/ 415531 w 2296986"/>
                <a:gd name="connsiteY8" fmla="*/ 2322305 h 2354614"/>
                <a:gd name="connsiteX9" fmla="*/ 293764 w 2296986"/>
                <a:gd name="connsiteY9" fmla="*/ 2052938 h 2354614"/>
                <a:gd name="connsiteX10" fmla="*/ 497994 w 2296986"/>
                <a:gd name="connsiteY10" fmla="*/ 836513 h 2354614"/>
                <a:gd name="connsiteX11" fmla="*/ 11747 w 2296986"/>
                <a:gd name="connsiteY11" fmla="*/ 5598 h 2354614"/>
                <a:gd name="connsiteX12" fmla="*/ 841291 w 2296986"/>
                <a:gd name="connsiteY12" fmla="*/ 570880 h 2354614"/>
                <a:gd name="connsiteX13" fmla="*/ 2042020 w 2296986"/>
                <a:gd name="connsiteY13" fmla="*/ 514690 h 2354614"/>
                <a:gd name="connsiteX14" fmla="*/ 2296986 w 2296986"/>
                <a:gd name="connsiteY14" fmla="*/ 662822 h 2354614"/>
                <a:gd name="connsiteX15" fmla="*/ 1125486 w 2296986"/>
                <a:gd name="connsiteY15" fmla="*/ 1004275 h 2354614"/>
                <a:gd name="connsiteX16" fmla="*/ 1677097 w 2296986"/>
                <a:gd name="connsiteY16" fmla="*/ 1608616 h 2354614"/>
                <a:gd name="connsiteX17" fmla="*/ 2095511 w 2296986"/>
                <a:gd name="connsiteY17" fmla="*/ 1557409 h 2354614"/>
                <a:gd name="connsiteX0" fmla="*/ 2280220 w 2296986"/>
                <a:gd name="connsiteY0" fmla="*/ 1747911 h 2354614"/>
                <a:gd name="connsiteX1" fmla="*/ 1828126 w 2296986"/>
                <a:gd name="connsiteY1" fmla="*/ 1826397 h 2354614"/>
                <a:gd name="connsiteX2" fmla="*/ 1955684 w 2296986"/>
                <a:gd name="connsiteY2" fmla="*/ 2095993 h 2354614"/>
                <a:gd name="connsiteX3" fmla="*/ 1683117 w 2296986"/>
                <a:gd name="connsiteY3" fmla="*/ 1962642 h 2354614"/>
                <a:gd name="connsiteX4" fmla="*/ 1529193 w 2296986"/>
                <a:gd name="connsiteY4" fmla="*/ 2354614 h 2354614"/>
                <a:gd name="connsiteX5" fmla="*/ 1381062 w 2296986"/>
                <a:gd name="connsiteY5" fmla="*/ 2120909 h 2354614"/>
                <a:gd name="connsiteX6" fmla="*/ 1496122 w 2296986"/>
                <a:gd name="connsiteY6" fmla="*/ 1788220 h 2354614"/>
                <a:gd name="connsiteX7" fmla="*/ 864075 w 2296986"/>
                <a:gd name="connsiteY7" fmla="*/ 1325138 h 2354614"/>
                <a:gd name="connsiteX8" fmla="*/ 415531 w 2296986"/>
                <a:gd name="connsiteY8" fmla="*/ 2322305 h 2354614"/>
                <a:gd name="connsiteX9" fmla="*/ 293764 w 2296986"/>
                <a:gd name="connsiteY9" fmla="*/ 2052938 h 2354614"/>
                <a:gd name="connsiteX10" fmla="*/ 497994 w 2296986"/>
                <a:gd name="connsiteY10" fmla="*/ 836513 h 2354614"/>
                <a:gd name="connsiteX11" fmla="*/ 11747 w 2296986"/>
                <a:gd name="connsiteY11" fmla="*/ 5598 h 2354614"/>
                <a:gd name="connsiteX12" fmla="*/ 841291 w 2296986"/>
                <a:gd name="connsiteY12" fmla="*/ 570880 h 2354614"/>
                <a:gd name="connsiteX13" fmla="*/ 2042020 w 2296986"/>
                <a:gd name="connsiteY13" fmla="*/ 514690 h 2354614"/>
                <a:gd name="connsiteX14" fmla="*/ 2296986 w 2296986"/>
                <a:gd name="connsiteY14" fmla="*/ 662822 h 2354614"/>
                <a:gd name="connsiteX15" fmla="*/ 1209809 w 2296986"/>
                <a:gd name="connsiteY15" fmla="*/ 996610 h 2354614"/>
                <a:gd name="connsiteX16" fmla="*/ 1677097 w 2296986"/>
                <a:gd name="connsiteY16" fmla="*/ 1608616 h 2354614"/>
                <a:gd name="connsiteX17" fmla="*/ 2095511 w 2296986"/>
                <a:gd name="connsiteY17" fmla="*/ 1557409 h 2354614"/>
                <a:gd name="connsiteX0" fmla="*/ 2279828 w 2296594"/>
                <a:gd name="connsiteY0" fmla="*/ 1747911 h 2354614"/>
                <a:gd name="connsiteX1" fmla="*/ 1827734 w 2296594"/>
                <a:gd name="connsiteY1" fmla="*/ 1826397 h 2354614"/>
                <a:gd name="connsiteX2" fmla="*/ 1955292 w 2296594"/>
                <a:gd name="connsiteY2" fmla="*/ 2095993 h 2354614"/>
                <a:gd name="connsiteX3" fmla="*/ 1682725 w 2296594"/>
                <a:gd name="connsiteY3" fmla="*/ 1962642 h 2354614"/>
                <a:gd name="connsiteX4" fmla="*/ 1528801 w 2296594"/>
                <a:gd name="connsiteY4" fmla="*/ 2354614 h 2354614"/>
                <a:gd name="connsiteX5" fmla="*/ 1380670 w 2296594"/>
                <a:gd name="connsiteY5" fmla="*/ 2120909 h 2354614"/>
                <a:gd name="connsiteX6" fmla="*/ 1495730 w 2296594"/>
                <a:gd name="connsiteY6" fmla="*/ 1788220 h 2354614"/>
                <a:gd name="connsiteX7" fmla="*/ 863683 w 2296594"/>
                <a:gd name="connsiteY7" fmla="*/ 1325138 h 2354614"/>
                <a:gd name="connsiteX8" fmla="*/ 415139 w 2296594"/>
                <a:gd name="connsiteY8" fmla="*/ 2322305 h 2354614"/>
                <a:gd name="connsiteX9" fmla="*/ 293372 w 2296594"/>
                <a:gd name="connsiteY9" fmla="*/ 2052938 h 2354614"/>
                <a:gd name="connsiteX10" fmla="*/ 512934 w 2296594"/>
                <a:gd name="connsiteY10" fmla="*/ 874842 h 2354614"/>
                <a:gd name="connsiteX11" fmla="*/ 11355 w 2296594"/>
                <a:gd name="connsiteY11" fmla="*/ 5598 h 2354614"/>
                <a:gd name="connsiteX12" fmla="*/ 840899 w 2296594"/>
                <a:gd name="connsiteY12" fmla="*/ 570880 h 2354614"/>
                <a:gd name="connsiteX13" fmla="*/ 2041628 w 2296594"/>
                <a:gd name="connsiteY13" fmla="*/ 514690 h 2354614"/>
                <a:gd name="connsiteX14" fmla="*/ 2296594 w 2296594"/>
                <a:gd name="connsiteY14" fmla="*/ 662822 h 2354614"/>
                <a:gd name="connsiteX15" fmla="*/ 1209417 w 2296594"/>
                <a:gd name="connsiteY15" fmla="*/ 996610 h 2354614"/>
                <a:gd name="connsiteX16" fmla="*/ 1676705 w 2296594"/>
                <a:gd name="connsiteY16" fmla="*/ 1608616 h 2354614"/>
                <a:gd name="connsiteX17" fmla="*/ 2095119 w 2296594"/>
                <a:gd name="connsiteY17" fmla="*/ 1557409 h 2354614"/>
                <a:gd name="connsiteX0" fmla="*/ 2279828 w 2296594"/>
                <a:gd name="connsiteY0" fmla="*/ 1747911 h 2354614"/>
                <a:gd name="connsiteX1" fmla="*/ 1827734 w 2296594"/>
                <a:gd name="connsiteY1" fmla="*/ 1826397 h 2354614"/>
                <a:gd name="connsiteX2" fmla="*/ 1955292 w 2296594"/>
                <a:gd name="connsiteY2" fmla="*/ 2095993 h 2354614"/>
                <a:gd name="connsiteX3" fmla="*/ 1682725 w 2296594"/>
                <a:gd name="connsiteY3" fmla="*/ 1962642 h 2354614"/>
                <a:gd name="connsiteX4" fmla="*/ 1528801 w 2296594"/>
                <a:gd name="connsiteY4" fmla="*/ 2354614 h 2354614"/>
                <a:gd name="connsiteX5" fmla="*/ 1380670 w 2296594"/>
                <a:gd name="connsiteY5" fmla="*/ 2120909 h 2354614"/>
                <a:gd name="connsiteX6" fmla="*/ 1495730 w 2296594"/>
                <a:gd name="connsiteY6" fmla="*/ 1788220 h 2354614"/>
                <a:gd name="connsiteX7" fmla="*/ 856016 w 2296594"/>
                <a:gd name="connsiteY7" fmla="*/ 1302141 h 2354614"/>
                <a:gd name="connsiteX8" fmla="*/ 415139 w 2296594"/>
                <a:gd name="connsiteY8" fmla="*/ 2322305 h 2354614"/>
                <a:gd name="connsiteX9" fmla="*/ 293372 w 2296594"/>
                <a:gd name="connsiteY9" fmla="*/ 2052938 h 2354614"/>
                <a:gd name="connsiteX10" fmla="*/ 512934 w 2296594"/>
                <a:gd name="connsiteY10" fmla="*/ 874842 h 2354614"/>
                <a:gd name="connsiteX11" fmla="*/ 11355 w 2296594"/>
                <a:gd name="connsiteY11" fmla="*/ 5598 h 2354614"/>
                <a:gd name="connsiteX12" fmla="*/ 840899 w 2296594"/>
                <a:gd name="connsiteY12" fmla="*/ 570880 h 2354614"/>
                <a:gd name="connsiteX13" fmla="*/ 2041628 w 2296594"/>
                <a:gd name="connsiteY13" fmla="*/ 514690 h 2354614"/>
                <a:gd name="connsiteX14" fmla="*/ 2296594 w 2296594"/>
                <a:gd name="connsiteY14" fmla="*/ 662822 h 2354614"/>
                <a:gd name="connsiteX15" fmla="*/ 1209417 w 2296594"/>
                <a:gd name="connsiteY15" fmla="*/ 996610 h 2354614"/>
                <a:gd name="connsiteX16" fmla="*/ 1676705 w 2296594"/>
                <a:gd name="connsiteY16" fmla="*/ 1608616 h 2354614"/>
                <a:gd name="connsiteX17" fmla="*/ 2095119 w 2296594"/>
                <a:gd name="connsiteY17" fmla="*/ 1557409 h 2354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96594" h="2354614">
                  <a:moveTo>
                    <a:pt x="2279828" y="1747911"/>
                  </a:moveTo>
                  <a:lnTo>
                    <a:pt x="1827734" y="1826397"/>
                  </a:lnTo>
                  <a:cubicBezTo>
                    <a:pt x="1873911" y="1907728"/>
                    <a:pt x="1985925" y="2047581"/>
                    <a:pt x="1955292" y="2095993"/>
                  </a:cubicBezTo>
                  <a:cubicBezTo>
                    <a:pt x="1897354" y="2139325"/>
                    <a:pt x="1773581" y="2007092"/>
                    <a:pt x="1682725" y="1962642"/>
                  </a:cubicBezTo>
                  <a:lnTo>
                    <a:pt x="1528801" y="2354614"/>
                  </a:lnTo>
                  <a:lnTo>
                    <a:pt x="1380670" y="2120909"/>
                  </a:lnTo>
                  <a:lnTo>
                    <a:pt x="1495730" y="1788220"/>
                  </a:lnTo>
                  <a:lnTo>
                    <a:pt x="856016" y="1302141"/>
                  </a:lnTo>
                  <a:lnTo>
                    <a:pt x="415139" y="2322305"/>
                  </a:lnTo>
                  <a:lnTo>
                    <a:pt x="293372" y="2052938"/>
                  </a:lnTo>
                  <a:cubicBezTo>
                    <a:pt x="369114" y="1624466"/>
                    <a:pt x="437192" y="1303314"/>
                    <a:pt x="512934" y="874842"/>
                  </a:cubicBezTo>
                  <a:cubicBezTo>
                    <a:pt x="317583" y="650129"/>
                    <a:pt x="-71270" y="102295"/>
                    <a:pt x="11355" y="5598"/>
                  </a:cubicBezTo>
                  <a:cubicBezTo>
                    <a:pt x="111253" y="-52136"/>
                    <a:pt x="623957" y="350637"/>
                    <a:pt x="840899" y="570880"/>
                  </a:cubicBezTo>
                  <a:lnTo>
                    <a:pt x="2041628" y="514690"/>
                  </a:lnTo>
                  <a:lnTo>
                    <a:pt x="2296594" y="662822"/>
                  </a:lnTo>
                  <a:lnTo>
                    <a:pt x="1209417" y="996610"/>
                  </a:lnTo>
                  <a:lnTo>
                    <a:pt x="1676705" y="1608616"/>
                  </a:lnTo>
                  <a:cubicBezTo>
                    <a:pt x="1795450" y="1589109"/>
                    <a:pt x="2095119" y="1557409"/>
                    <a:pt x="2095119" y="1557409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9BB19A-A472-8175-A8E2-E4DEB055D512}"/>
                </a:ext>
              </a:extLst>
            </p:cNvPr>
            <p:cNvSpPr/>
            <p:nvPr/>
          </p:nvSpPr>
          <p:spPr>
            <a:xfrm>
              <a:off x="128920" y="5294960"/>
              <a:ext cx="3800334" cy="66172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Material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A87C4A-9F04-EC16-D79C-E815C44CDFA1}"/>
                </a:ext>
              </a:extLst>
            </p:cNvPr>
            <p:cNvSpPr/>
            <p:nvPr/>
          </p:nvSpPr>
          <p:spPr>
            <a:xfrm>
              <a:off x="823595" y="4540368"/>
              <a:ext cx="4257053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  &amp; Integration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AC74F9-29A4-CE96-4C9C-443B4002D6D4}"/>
                </a:ext>
              </a:extLst>
            </p:cNvPr>
            <p:cNvSpPr/>
            <p:nvPr/>
          </p:nvSpPr>
          <p:spPr>
            <a:xfrm>
              <a:off x="2157726" y="3785776"/>
              <a:ext cx="4257053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Warehouse &amp; Fulfilment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3C9E2-EB7E-875C-885A-17C64E4CAB26}"/>
                </a:ext>
              </a:extLst>
            </p:cNvPr>
            <p:cNvSpPr/>
            <p:nvPr/>
          </p:nvSpPr>
          <p:spPr>
            <a:xfrm>
              <a:off x="3407384" y="3031184"/>
              <a:ext cx="4257053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Distribution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E0B80E2-D7F5-6B49-3573-06D47FFBBA80}"/>
                </a:ext>
              </a:extLst>
            </p:cNvPr>
            <p:cNvSpPr/>
            <p:nvPr/>
          </p:nvSpPr>
          <p:spPr>
            <a:xfrm>
              <a:off x="4744235" y="2276592"/>
              <a:ext cx="4257053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Repairs &amp; Returns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45C9B1B-CC2B-E07B-AEA4-474ECEDDAF87}"/>
                </a:ext>
              </a:extLst>
            </p:cNvPr>
            <p:cNvGrpSpPr/>
            <p:nvPr/>
          </p:nvGrpSpPr>
          <p:grpSpPr>
            <a:xfrm>
              <a:off x="4917890" y="5378827"/>
              <a:ext cx="521110" cy="521110"/>
              <a:chOff x="885825" y="1925638"/>
              <a:chExt cx="287338" cy="287338"/>
            </a:xfrm>
            <a:solidFill>
              <a:schemeClr val="bg1"/>
            </a:solidFill>
          </p:grpSpPr>
          <p:sp>
            <p:nvSpPr>
              <p:cNvPr id="39" name="Freeform 50">
                <a:extLst>
                  <a:ext uri="{FF2B5EF4-FFF2-40B4-BE49-F238E27FC236}">
                    <a16:creationId xmlns:a16="http://schemas.microsoft.com/office/drawing/2014/main" id="{10B2B7F0-017A-570C-A685-C4EB98EC97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5825" y="1925638"/>
                <a:ext cx="228600" cy="287338"/>
              </a:xfrm>
              <a:custGeom>
                <a:avLst/>
                <a:gdLst>
                  <a:gd name="T0" fmla="*/ 230 w 722"/>
                  <a:gd name="T1" fmla="*/ 221 h 905"/>
                  <a:gd name="T2" fmla="*/ 252 w 722"/>
                  <a:gd name="T3" fmla="*/ 167 h 905"/>
                  <a:gd name="T4" fmla="*/ 252 w 722"/>
                  <a:gd name="T5" fmla="*/ 105 h 905"/>
                  <a:gd name="T6" fmla="*/ 227 w 722"/>
                  <a:gd name="T7" fmla="*/ 52 h 905"/>
                  <a:gd name="T8" fmla="*/ 598 w 722"/>
                  <a:gd name="T9" fmla="*/ 30 h 905"/>
                  <a:gd name="T10" fmla="*/ 635 w 722"/>
                  <a:gd name="T11" fmla="*/ 43 h 905"/>
                  <a:gd name="T12" fmla="*/ 668 w 722"/>
                  <a:gd name="T13" fmla="*/ 70 h 905"/>
                  <a:gd name="T14" fmla="*/ 688 w 722"/>
                  <a:gd name="T15" fmla="*/ 106 h 905"/>
                  <a:gd name="T16" fmla="*/ 692 w 722"/>
                  <a:gd name="T17" fmla="*/ 145 h 905"/>
                  <a:gd name="T18" fmla="*/ 679 w 722"/>
                  <a:gd name="T19" fmla="*/ 184 h 905"/>
                  <a:gd name="T20" fmla="*/ 652 w 722"/>
                  <a:gd name="T21" fmla="*/ 216 h 905"/>
                  <a:gd name="T22" fmla="*/ 617 w 722"/>
                  <a:gd name="T23" fmla="*/ 236 h 905"/>
                  <a:gd name="T24" fmla="*/ 587 w 722"/>
                  <a:gd name="T25" fmla="*/ 241 h 905"/>
                  <a:gd name="T26" fmla="*/ 572 w 722"/>
                  <a:gd name="T27" fmla="*/ 271 h 905"/>
                  <a:gd name="T28" fmla="*/ 217 w 722"/>
                  <a:gd name="T29" fmla="*/ 181 h 905"/>
                  <a:gd name="T30" fmla="*/ 191 w 722"/>
                  <a:gd name="T31" fmla="*/ 220 h 905"/>
                  <a:gd name="T32" fmla="*/ 150 w 722"/>
                  <a:gd name="T33" fmla="*/ 240 h 905"/>
                  <a:gd name="T34" fmla="*/ 30 w 722"/>
                  <a:gd name="T35" fmla="*/ 125 h 905"/>
                  <a:gd name="T36" fmla="*/ 42 w 722"/>
                  <a:gd name="T37" fmla="*/ 86 h 905"/>
                  <a:gd name="T38" fmla="*/ 66 w 722"/>
                  <a:gd name="T39" fmla="*/ 55 h 905"/>
                  <a:gd name="T40" fmla="*/ 100 w 722"/>
                  <a:gd name="T41" fmla="*/ 35 h 905"/>
                  <a:gd name="T42" fmla="*/ 138 w 722"/>
                  <a:gd name="T43" fmla="*/ 30 h 905"/>
                  <a:gd name="T44" fmla="*/ 174 w 722"/>
                  <a:gd name="T45" fmla="*/ 43 h 905"/>
                  <a:gd name="T46" fmla="*/ 203 w 722"/>
                  <a:gd name="T47" fmla="*/ 69 h 905"/>
                  <a:gd name="T48" fmla="*/ 221 w 722"/>
                  <a:gd name="T49" fmla="*/ 105 h 905"/>
                  <a:gd name="T50" fmla="*/ 225 w 722"/>
                  <a:gd name="T51" fmla="*/ 143 h 905"/>
                  <a:gd name="T52" fmla="*/ 129 w 722"/>
                  <a:gd name="T53" fmla="*/ 152 h 905"/>
                  <a:gd name="T54" fmla="*/ 121 w 722"/>
                  <a:gd name="T55" fmla="*/ 160 h 905"/>
                  <a:gd name="T56" fmla="*/ 120 w 722"/>
                  <a:gd name="T57" fmla="*/ 604 h 905"/>
                  <a:gd name="T58" fmla="*/ 720 w 722"/>
                  <a:gd name="T59" fmla="*/ 110 h 905"/>
                  <a:gd name="T60" fmla="*/ 699 w 722"/>
                  <a:gd name="T61" fmla="*/ 62 h 905"/>
                  <a:gd name="T62" fmla="*/ 661 w 722"/>
                  <a:gd name="T63" fmla="*/ 24 h 905"/>
                  <a:gd name="T64" fmla="*/ 614 w 722"/>
                  <a:gd name="T65" fmla="*/ 3 h 905"/>
                  <a:gd name="T66" fmla="*/ 134 w 722"/>
                  <a:gd name="T67" fmla="*/ 0 h 905"/>
                  <a:gd name="T68" fmla="*/ 116 w 722"/>
                  <a:gd name="T69" fmla="*/ 1 h 905"/>
                  <a:gd name="T70" fmla="*/ 67 w 722"/>
                  <a:gd name="T71" fmla="*/ 16 h 905"/>
                  <a:gd name="T72" fmla="*/ 29 w 722"/>
                  <a:gd name="T73" fmla="*/ 50 h 905"/>
                  <a:gd name="T74" fmla="*/ 5 w 722"/>
                  <a:gd name="T75" fmla="*/ 96 h 905"/>
                  <a:gd name="T76" fmla="*/ 0 w 722"/>
                  <a:gd name="T77" fmla="*/ 619 h 905"/>
                  <a:gd name="T78" fmla="*/ 4 w 722"/>
                  <a:gd name="T79" fmla="*/ 629 h 905"/>
                  <a:gd name="T80" fmla="*/ 15 w 722"/>
                  <a:gd name="T81" fmla="*/ 634 h 905"/>
                  <a:gd name="T82" fmla="*/ 121 w 722"/>
                  <a:gd name="T83" fmla="*/ 895 h 905"/>
                  <a:gd name="T84" fmla="*/ 129 w 722"/>
                  <a:gd name="T85" fmla="*/ 904 h 905"/>
                  <a:gd name="T86" fmla="*/ 590 w 722"/>
                  <a:gd name="T87" fmla="*/ 905 h 905"/>
                  <a:gd name="T88" fmla="*/ 600 w 722"/>
                  <a:gd name="T89" fmla="*/ 898 h 905"/>
                  <a:gd name="T90" fmla="*/ 602 w 722"/>
                  <a:gd name="T91" fmla="*/ 270 h 905"/>
                  <a:gd name="T92" fmla="*/ 648 w 722"/>
                  <a:gd name="T93" fmla="*/ 255 h 905"/>
                  <a:gd name="T94" fmla="*/ 687 w 722"/>
                  <a:gd name="T95" fmla="*/ 225 h 905"/>
                  <a:gd name="T96" fmla="*/ 713 w 722"/>
                  <a:gd name="T97" fmla="*/ 183 h 905"/>
                  <a:gd name="T98" fmla="*/ 722 w 722"/>
                  <a:gd name="T99" fmla="*/ 136 h 9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22" h="905">
                    <a:moveTo>
                      <a:pt x="587" y="241"/>
                    </a:moveTo>
                    <a:lnTo>
                      <a:pt x="211" y="241"/>
                    </a:lnTo>
                    <a:lnTo>
                      <a:pt x="221" y="231"/>
                    </a:lnTo>
                    <a:lnTo>
                      <a:pt x="230" y="221"/>
                    </a:lnTo>
                    <a:lnTo>
                      <a:pt x="237" y="209"/>
                    </a:lnTo>
                    <a:lnTo>
                      <a:pt x="244" y="195"/>
                    </a:lnTo>
                    <a:lnTo>
                      <a:pt x="249" y="182"/>
                    </a:lnTo>
                    <a:lnTo>
                      <a:pt x="252" y="167"/>
                    </a:lnTo>
                    <a:lnTo>
                      <a:pt x="254" y="152"/>
                    </a:lnTo>
                    <a:lnTo>
                      <a:pt x="256" y="136"/>
                    </a:lnTo>
                    <a:lnTo>
                      <a:pt x="254" y="120"/>
                    </a:lnTo>
                    <a:lnTo>
                      <a:pt x="252" y="105"/>
                    </a:lnTo>
                    <a:lnTo>
                      <a:pt x="248" y="91"/>
                    </a:lnTo>
                    <a:lnTo>
                      <a:pt x="243" y="77"/>
                    </a:lnTo>
                    <a:lnTo>
                      <a:pt x="235" y="64"/>
                    </a:lnTo>
                    <a:lnTo>
                      <a:pt x="227" y="52"/>
                    </a:lnTo>
                    <a:lnTo>
                      <a:pt x="218" y="40"/>
                    </a:lnTo>
                    <a:lnTo>
                      <a:pt x="207" y="30"/>
                    </a:lnTo>
                    <a:lnTo>
                      <a:pt x="587" y="30"/>
                    </a:lnTo>
                    <a:lnTo>
                      <a:pt x="598" y="30"/>
                    </a:lnTo>
                    <a:lnTo>
                      <a:pt x="607" y="33"/>
                    </a:lnTo>
                    <a:lnTo>
                      <a:pt x="617" y="36"/>
                    </a:lnTo>
                    <a:lnTo>
                      <a:pt x="627" y="39"/>
                    </a:lnTo>
                    <a:lnTo>
                      <a:pt x="635" y="43"/>
                    </a:lnTo>
                    <a:lnTo>
                      <a:pt x="645" y="50"/>
                    </a:lnTo>
                    <a:lnTo>
                      <a:pt x="652" y="56"/>
                    </a:lnTo>
                    <a:lnTo>
                      <a:pt x="660" y="63"/>
                    </a:lnTo>
                    <a:lnTo>
                      <a:pt x="668" y="70"/>
                    </a:lnTo>
                    <a:lnTo>
                      <a:pt x="674" y="79"/>
                    </a:lnTo>
                    <a:lnTo>
                      <a:pt x="679" y="87"/>
                    </a:lnTo>
                    <a:lnTo>
                      <a:pt x="684" y="96"/>
                    </a:lnTo>
                    <a:lnTo>
                      <a:pt x="688" y="106"/>
                    </a:lnTo>
                    <a:lnTo>
                      <a:pt x="690" y="115"/>
                    </a:lnTo>
                    <a:lnTo>
                      <a:pt x="692" y="126"/>
                    </a:lnTo>
                    <a:lnTo>
                      <a:pt x="692" y="136"/>
                    </a:lnTo>
                    <a:lnTo>
                      <a:pt x="692" y="145"/>
                    </a:lnTo>
                    <a:lnTo>
                      <a:pt x="690" y="156"/>
                    </a:lnTo>
                    <a:lnTo>
                      <a:pt x="688" y="166"/>
                    </a:lnTo>
                    <a:lnTo>
                      <a:pt x="684" y="176"/>
                    </a:lnTo>
                    <a:lnTo>
                      <a:pt x="679" y="184"/>
                    </a:lnTo>
                    <a:lnTo>
                      <a:pt x="674" y="193"/>
                    </a:lnTo>
                    <a:lnTo>
                      <a:pt x="668" y="201"/>
                    </a:lnTo>
                    <a:lnTo>
                      <a:pt x="660" y="209"/>
                    </a:lnTo>
                    <a:lnTo>
                      <a:pt x="652" y="216"/>
                    </a:lnTo>
                    <a:lnTo>
                      <a:pt x="645" y="222"/>
                    </a:lnTo>
                    <a:lnTo>
                      <a:pt x="635" y="228"/>
                    </a:lnTo>
                    <a:lnTo>
                      <a:pt x="627" y="233"/>
                    </a:lnTo>
                    <a:lnTo>
                      <a:pt x="617" y="236"/>
                    </a:lnTo>
                    <a:lnTo>
                      <a:pt x="607" y="239"/>
                    </a:lnTo>
                    <a:lnTo>
                      <a:pt x="598" y="241"/>
                    </a:lnTo>
                    <a:lnTo>
                      <a:pt x="587" y="241"/>
                    </a:lnTo>
                    <a:lnTo>
                      <a:pt x="587" y="241"/>
                    </a:lnTo>
                    <a:close/>
                    <a:moveTo>
                      <a:pt x="572" y="874"/>
                    </a:moveTo>
                    <a:lnTo>
                      <a:pt x="150" y="874"/>
                    </a:lnTo>
                    <a:lnTo>
                      <a:pt x="150" y="271"/>
                    </a:lnTo>
                    <a:lnTo>
                      <a:pt x="572" y="271"/>
                    </a:lnTo>
                    <a:lnTo>
                      <a:pt x="572" y="874"/>
                    </a:lnTo>
                    <a:close/>
                    <a:moveTo>
                      <a:pt x="150" y="240"/>
                    </a:moveTo>
                    <a:lnTo>
                      <a:pt x="150" y="181"/>
                    </a:lnTo>
                    <a:lnTo>
                      <a:pt x="217" y="181"/>
                    </a:lnTo>
                    <a:lnTo>
                      <a:pt x="211" y="192"/>
                    </a:lnTo>
                    <a:lnTo>
                      <a:pt x="206" y="201"/>
                    </a:lnTo>
                    <a:lnTo>
                      <a:pt x="199" y="211"/>
                    </a:lnTo>
                    <a:lnTo>
                      <a:pt x="191" y="220"/>
                    </a:lnTo>
                    <a:lnTo>
                      <a:pt x="182" y="226"/>
                    </a:lnTo>
                    <a:lnTo>
                      <a:pt x="172" y="233"/>
                    </a:lnTo>
                    <a:lnTo>
                      <a:pt x="161" y="237"/>
                    </a:lnTo>
                    <a:lnTo>
                      <a:pt x="150" y="240"/>
                    </a:lnTo>
                    <a:lnTo>
                      <a:pt x="150" y="240"/>
                    </a:lnTo>
                    <a:close/>
                    <a:moveTo>
                      <a:pt x="30" y="604"/>
                    </a:moveTo>
                    <a:lnTo>
                      <a:pt x="30" y="136"/>
                    </a:lnTo>
                    <a:lnTo>
                      <a:pt x="30" y="125"/>
                    </a:lnTo>
                    <a:lnTo>
                      <a:pt x="32" y="115"/>
                    </a:lnTo>
                    <a:lnTo>
                      <a:pt x="34" y="105"/>
                    </a:lnTo>
                    <a:lnTo>
                      <a:pt x="37" y="96"/>
                    </a:lnTo>
                    <a:lnTo>
                      <a:pt x="42" y="86"/>
                    </a:lnTo>
                    <a:lnTo>
                      <a:pt x="47" y="78"/>
                    </a:lnTo>
                    <a:lnTo>
                      <a:pt x="52" y="69"/>
                    </a:lnTo>
                    <a:lnTo>
                      <a:pt x="59" y="62"/>
                    </a:lnTo>
                    <a:lnTo>
                      <a:pt x="66" y="55"/>
                    </a:lnTo>
                    <a:lnTo>
                      <a:pt x="74" y="49"/>
                    </a:lnTo>
                    <a:lnTo>
                      <a:pt x="82" y="43"/>
                    </a:lnTo>
                    <a:lnTo>
                      <a:pt x="91" y="39"/>
                    </a:lnTo>
                    <a:lnTo>
                      <a:pt x="100" y="35"/>
                    </a:lnTo>
                    <a:lnTo>
                      <a:pt x="109" y="33"/>
                    </a:lnTo>
                    <a:lnTo>
                      <a:pt x="119" y="30"/>
                    </a:lnTo>
                    <a:lnTo>
                      <a:pt x="129" y="30"/>
                    </a:lnTo>
                    <a:lnTo>
                      <a:pt x="138" y="30"/>
                    </a:lnTo>
                    <a:lnTo>
                      <a:pt x="148" y="33"/>
                    </a:lnTo>
                    <a:lnTo>
                      <a:pt x="157" y="35"/>
                    </a:lnTo>
                    <a:lnTo>
                      <a:pt x="165" y="39"/>
                    </a:lnTo>
                    <a:lnTo>
                      <a:pt x="174" y="43"/>
                    </a:lnTo>
                    <a:lnTo>
                      <a:pt x="182" y="49"/>
                    </a:lnTo>
                    <a:lnTo>
                      <a:pt x="190" y="55"/>
                    </a:lnTo>
                    <a:lnTo>
                      <a:pt x="196" y="62"/>
                    </a:lnTo>
                    <a:lnTo>
                      <a:pt x="203" y="69"/>
                    </a:lnTo>
                    <a:lnTo>
                      <a:pt x="208" y="78"/>
                    </a:lnTo>
                    <a:lnTo>
                      <a:pt x="214" y="86"/>
                    </a:lnTo>
                    <a:lnTo>
                      <a:pt x="218" y="95"/>
                    </a:lnTo>
                    <a:lnTo>
                      <a:pt x="221" y="105"/>
                    </a:lnTo>
                    <a:lnTo>
                      <a:pt x="223" y="115"/>
                    </a:lnTo>
                    <a:lnTo>
                      <a:pt x="224" y="125"/>
                    </a:lnTo>
                    <a:lnTo>
                      <a:pt x="225" y="136"/>
                    </a:lnTo>
                    <a:lnTo>
                      <a:pt x="225" y="143"/>
                    </a:lnTo>
                    <a:lnTo>
                      <a:pt x="224" y="151"/>
                    </a:lnTo>
                    <a:lnTo>
                      <a:pt x="135" y="151"/>
                    </a:lnTo>
                    <a:lnTo>
                      <a:pt x="132" y="151"/>
                    </a:lnTo>
                    <a:lnTo>
                      <a:pt x="129" y="152"/>
                    </a:lnTo>
                    <a:lnTo>
                      <a:pt x="126" y="153"/>
                    </a:lnTo>
                    <a:lnTo>
                      <a:pt x="124" y="155"/>
                    </a:lnTo>
                    <a:lnTo>
                      <a:pt x="122" y="157"/>
                    </a:lnTo>
                    <a:lnTo>
                      <a:pt x="121" y="160"/>
                    </a:lnTo>
                    <a:lnTo>
                      <a:pt x="120" y="163"/>
                    </a:lnTo>
                    <a:lnTo>
                      <a:pt x="120" y="166"/>
                    </a:lnTo>
                    <a:lnTo>
                      <a:pt x="120" y="256"/>
                    </a:lnTo>
                    <a:lnTo>
                      <a:pt x="120" y="604"/>
                    </a:lnTo>
                    <a:lnTo>
                      <a:pt x="30" y="604"/>
                    </a:lnTo>
                    <a:close/>
                    <a:moveTo>
                      <a:pt x="722" y="136"/>
                    </a:moveTo>
                    <a:lnTo>
                      <a:pt x="722" y="123"/>
                    </a:lnTo>
                    <a:lnTo>
                      <a:pt x="720" y="110"/>
                    </a:lnTo>
                    <a:lnTo>
                      <a:pt x="717" y="97"/>
                    </a:lnTo>
                    <a:lnTo>
                      <a:pt x="712" y="84"/>
                    </a:lnTo>
                    <a:lnTo>
                      <a:pt x="706" y="72"/>
                    </a:lnTo>
                    <a:lnTo>
                      <a:pt x="699" y="62"/>
                    </a:lnTo>
                    <a:lnTo>
                      <a:pt x="691" y="51"/>
                    </a:lnTo>
                    <a:lnTo>
                      <a:pt x="682" y="41"/>
                    </a:lnTo>
                    <a:lnTo>
                      <a:pt x="672" y="33"/>
                    </a:lnTo>
                    <a:lnTo>
                      <a:pt x="661" y="24"/>
                    </a:lnTo>
                    <a:lnTo>
                      <a:pt x="650" y="17"/>
                    </a:lnTo>
                    <a:lnTo>
                      <a:pt x="638" y="11"/>
                    </a:lnTo>
                    <a:lnTo>
                      <a:pt x="626" y="7"/>
                    </a:lnTo>
                    <a:lnTo>
                      <a:pt x="614" y="3"/>
                    </a:lnTo>
                    <a:lnTo>
                      <a:pt x="601" y="1"/>
                    </a:lnTo>
                    <a:lnTo>
                      <a:pt x="587" y="0"/>
                    </a:lnTo>
                    <a:lnTo>
                      <a:pt x="135" y="0"/>
                    </a:lnTo>
                    <a:lnTo>
                      <a:pt x="134" y="0"/>
                    </a:lnTo>
                    <a:lnTo>
                      <a:pt x="133" y="0"/>
                    </a:lnTo>
                    <a:lnTo>
                      <a:pt x="131" y="0"/>
                    </a:lnTo>
                    <a:lnTo>
                      <a:pt x="129" y="0"/>
                    </a:lnTo>
                    <a:lnTo>
                      <a:pt x="116" y="1"/>
                    </a:lnTo>
                    <a:lnTo>
                      <a:pt x="103" y="2"/>
                    </a:lnTo>
                    <a:lnTo>
                      <a:pt x="90" y="7"/>
                    </a:lnTo>
                    <a:lnTo>
                      <a:pt x="78" y="11"/>
                    </a:lnTo>
                    <a:lnTo>
                      <a:pt x="67" y="16"/>
                    </a:lnTo>
                    <a:lnTo>
                      <a:pt x="57" y="24"/>
                    </a:lnTo>
                    <a:lnTo>
                      <a:pt x="47" y="31"/>
                    </a:lnTo>
                    <a:lnTo>
                      <a:pt x="37" y="40"/>
                    </a:lnTo>
                    <a:lnTo>
                      <a:pt x="29" y="50"/>
                    </a:lnTo>
                    <a:lnTo>
                      <a:pt x="21" y="60"/>
                    </a:lnTo>
                    <a:lnTo>
                      <a:pt x="15" y="71"/>
                    </a:lnTo>
                    <a:lnTo>
                      <a:pt x="9" y="83"/>
                    </a:lnTo>
                    <a:lnTo>
                      <a:pt x="5" y="96"/>
                    </a:lnTo>
                    <a:lnTo>
                      <a:pt x="2" y="109"/>
                    </a:lnTo>
                    <a:lnTo>
                      <a:pt x="0" y="122"/>
                    </a:lnTo>
                    <a:lnTo>
                      <a:pt x="0" y="136"/>
                    </a:lnTo>
                    <a:lnTo>
                      <a:pt x="0" y="619"/>
                    </a:lnTo>
                    <a:lnTo>
                      <a:pt x="0" y="621"/>
                    </a:lnTo>
                    <a:lnTo>
                      <a:pt x="1" y="624"/>
                    </a:lnTo>
                    <a:lnTo>
                      <a:pt x="2" y="626"/>
                    </a:lnTo>
                    <a:lnTo>
                      <a:pt x="4" y="629"/>
                    </a:lnTo>
                    <a:lnTo>
                      <a:pt x="6" y="630"/>
                    </a:lnTo>
                    <a:lnTo>
                      <a:pt x="8" y="633"/>
                    </a:lnTo>
                    <a:lnTo>
                      <a:pt x="11" y="633"/>
                    </a:lnTo>
                    <a:lnTo>
                      <a:pt x="15" y="634"/>
                    </a:lnTo>
                    <a:lnTo>
                      <a:pt x="120" y="634"/>
                    </a:lnTo>
                    <a:lnTo>
                      <a:pt x="120" y="890"/>
                    </a:lnTo>
                    <a:lnTo>
                      <a:pt x="120" y="893"/>
                    </a:lnTo>
                    <a:lnTo>
                      <a:pt x="121" y="895"/>
                    </a:lnTo>
                    <a:lnTo>
                      <a:pt x="122" y="898"/>
                    </a:lnTo>
                    <a:lnTo>
                      <a:pt x="124" y="900"/>
                    </a:lnTo>
                    <a:lnTo>
                      <a:pt x="126" y="902"/>
                    </a:lnTo>
                    <a:lnTo>
                      <a:pt x="129" y="904"/>
                    </a:lnTo>
                    <a:lnTo>
                      <a:pt x="132" y="905"/>
                    </a:lnTo>
                    <a:lnTo>
                      <a:pt x="135" y="905"/>
                    </a:lnTo>
                    <a:lnTo>
                      <a:pt x="587" y="905"/>
                    </a:lnTo>
                    <a:lnTo>
                      <a:pt x="590" y="905"/>
                    </a:lnTo>
                    <a:lnTo>
                      <a:pt x="593" y="904"/>
                    </a:lnTo>
                    <a:lnTo>
                      <a:pt x="595" y="902"/>
                    </a:lnTo>
                    <a:lnTo>
                      <a:pt x="598" y="900"/>
                    </a:lnTo>
                    <a:lnTo>
                      <a:pt x="600" y="898"/>
                    </a:lnTo>
                    <a:lnTo>
                      <a:pt x="601" y="895"/>
                    </a:lnTo>
                    <a:lnTo>
                      <a:pt x="602" y="893"/>
                    </a:lnTo>
                    <a:lnTo>
                      <a:pt x="602" y="890"/>
                    </a:lnTo>
                    <a:lnTo>
                      <a:pt x="602" y="270"/>
                    </a:lnTo>
                    <a:lnTo>
                      <a:pt x="615" y="268"/>
                    </a:lnTo>
                    <a:lnTo>
                      <a:pt x="626" y="265"/>
                    </a:lnTo>
                    <a:lnTo>
                      <a:pt x="637" y="260"/>
                    </a:lnTo>
                    <a:lnTo>
                      <a:pt x="648" y="255"/>
                    </a:lnTo>
                    <a:lnTo>
                      <a:pt x="659" y="249"/>
                    </a:lnTo>
                    <a:lnTo>
                      <a:pt x="669" y="241"/>
                    </a:lnTo>
                    <a:lnTo>
                      <a:pt x="678" y="234"/>
                    </a:lnTo>
                    <a:lnTo>
                      <a:pt x="687" y="225"/>
                    </a:lnTo>
                    <a:lnTo>
                      <a:pt x="694" y="215"/>
                    </a:lnTo>
                    <a:lnTo>
                      <a:pt x="702" y="206"/>
                    </a:lnTo>
                    <a:lnTo>
                      <a:pt x="708" y="195"/>
                    </a:lnTo>
                    <a:lnTo>
                      <a:pt x="713" y="183"/>
                    </a:lnTo>
                    <a:lnTo>
                      <a:pt x="717" y="172"/>
                    </a:lnTo>
                    <a:lnTo>
                      <a:pt x="720" y="160"/>
                    </a:lnTo>
                    <a:lnTo>
                      <a:pt x="722" y="148"/>
                    </a:lnTo>
                    <a:lnTo>
                      <a:pt x="722" y="136"/>
                    </a:lnTo>
                    <a:lnTo>
                      <a:pt x="722" y="1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A6BE08CA-FB54-D6A3-A8B7-E797CCCEB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051050"/>
                <a:ext cx="57150" cy="9525"/>
              </a:xfrm>
              <a:custGeom>
                <a:avLst/>
                <a:gdLst>
                  <a:gd name="T0" fmla="*/ 15 w 181"/>
                  <a:gd name="T1" fmla="*/ 30 h 30"/>
                  <a:gd name="T2" fmla="*/ 166 w 181"/>
                  <a:gd name="T3" fmla="*/ 30 h 30"/>
                  <a:gd name="T4" fmla="*/ 169 w 181"/>
                  <a:gd name="T5" fmla="*/ 30 h 30"/>
                  <a:gd name="T6" fmla="*/ 172 w 181"/>
                  <a:gd name="T7" fmla="*/ 29 h 30"/>
                  <a:gd name="T8" fmla="*/ 174 w 181"/>
                  <a:gd name="T9" fmla="*/ 28 h 30"/>
                  <a:gd name="T10" fmla="*/ 176 w 181"/>
                  <a:gd name="T11" fmla="*/ 25 h 30"/>
                  <a:gd name="T12" fmla="*/ 178 w 181"/>
                  <a:gd name="T13" fmla="*/ 23 h 30"/>
                  <a:gd name="T14" fmla="*/ 180 w 181"/>
                  <a:gd name="T15" fmla="*/ 21 h 30"/>
                  <a:gd name="T16" fmla="*/ 181 w 181"/>
                  <a:gd name="T17" fmla="*/ 18 h 30"/>
                  <a:gd name="T18" fmla="*/ 181 w 181"/>
                  <a:gd name="T19" fmla="*/ 15 h 30"/>
                  <a:gd name="T20" fmla="*/ 181 w 181"/>
                  <a:gd name="T21" fmla="*/ 13 h 30"/>
                  <a:gd name="T22" fmla="*/ 180 w 181"/>
                  <a:gd name="T23" fmla="*/ 9 h 30"/>
                  <a:gd name="T24" fmla="*/ 178 w 181"/>
                  <a:gd name="T25" fmla="*/ 7 h 30"/>
                  <a:gd name="T26" fmla="*/ 176 w 181"/>
                  <a:gd name="T27" fmla="*/ 4 h 30"/>
                  <a:gd name="T28" fmla="*/ 174 w 181"/>
                  <a:gd name="T29" fmla="*/ 3 h 30"/>
                  <a:gd name="T30" fmla="*/ 172 w 181"/>
                  <a:gd name="T31" fmla="*/ 1 h 30"/>
                  <a:gd name="T32" fmla="*/ 169 w 181"/>
                  <a:gd name="T33" fmla="*/ 1 h 30"/>
                  <a:gd name="T34" fmla="*/ 166 w 181"/>
                  <a:gd name="T35" fmla="*/ 0 h 30"/>
                  <a:gd name="T36" fmla="*/ 15 w 181"/>
                  <a:gd name="T37" fmla="*/ 0 h 30"/>
                  <a:gd name="T38" fmla="*/ 12 w 181"/>
                  <a:gd name="T39" fmla="*/ 1 h 30"/>
                  <a:gd name="T40" fmla="*/ 10 w 181"/>
                  <a:gd name="T41" fmla="*/ 1 h 30"/>
                  <a:gd name="T42" fmla="*/ 6 w 181"/>
                  <a:gd name="T43" fmla="*/ 3 h 30"/>
                  <a:gd name="T44" fmla="*/ 4 w 181"/>
                  <a:gd name="T45" fmla="*/ 4 h 30"/>
                  <a:gd name="T46" fmla="*/ 2 w 181"/>
                  <a:gd name="T47" fmla="*/ 7 h 30"/>
                  <a:gd name="T48" fmla="*/ 1 w 181"/>
                  <a:gd name="T49" fmla="*/ 9 h 30"/>
                  <a:gd name="T50" fmla="*/ 0 w 181"/>
                  <a:gd name="T51" fmla="*/ 13 h 30"/>
                  <a:gd name="T52" fmla="*/ 0 w 181"/>
                  <a:gd name="T53" fmla="*/ 15 h 30"/>
                  <a:gd name="T54" fmla="*/ 0 w 181"/>
                  <a:gd name="T55" fmla="*/ 18 h 30"/>
                  <a:gd name="T56" fmla="*/ 1 w 181"/>
                  <a:gd name="T57" fmla="*/ 21 h 30"/>
                  <a:gd name="T58" fmla="*/ 2 w 181"/>
                  <a:gd name="T59" fmla="*/ 23 h 30"/>
                  <a:gd name="T60" fmla="*/ 4 w 181"/>
                  <a:gd name="T61" fmla="*/ 25 h 30"/>
                  <a:gd name="T62" fmla="*/ 6 w 181"/>
                  <a:gd name="T63" fmla="*/ 28 h 30"/>
                  <a:gd name="T64" fmla="*/ 10 w 181"/>
                  <a:gd name="T65" fmla="*/ 29 h 30"/>
                  <a:gd name="T66" fmla="*/ 12 w 181"/>
                  <a:gd name="T67" fmla="*/ 30 h 30"/>
                  <a:gd name="T68" fmla="*/ 15 w 181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0">
                    <a:moveTo>
                      <a:pt x="15" y="30"/>
                    </a:moveTo>
                    <a:lnTo>
                      <a:pt x="166" y="30"/>
                    </a:lnTo>
                    <a:lnTo>
                      <a:pt x="169" y="30"/>
                    </a:lnTo>
                    <a:lnTo>
                      <a:pt x="172" y="29"/>
                    </a:lnTo>
                    <a:lnTo>
                      <a:pt x="174" y="28"/>
                    </a:lnTo>
                    <a:lnTo>
                      <a:pt x="176" y="25"/>
                    </a:lnTo>
                    <a:lnTo>
                      <a:pt x="178" y="23"/>
                    </a:lnTo>
                    <a:lnTo>
                      <a:pt x="180" y="21"/>
                    </a:lnTo>
                    <a:lnTo>
                      <a:pt x="181" y="18"/>
                    </a:lnTo>
                    <a:lnTo>
                      <a:pt x="181" y="15"/>
                    </a:lnTo>
                    <a:lnTo>
                      <a:pt x="181" y="13"/>
                    </a:lnTo>
                    <a:lnTo>
                      <a:pt x="180" y="9"/>
                    </a:lnTo>
                    <a:lnTo>
                      <a:pt x="178" y="7"/>
                    </a:lnTo>
                    <a:lnTo>
                      <a:pt x="176" y="4"/>
                    </a:lnTo>
                    <a:lnTo>
                      <a:pt x="174" y="3"/>
                    </a:lnTo>
                    <a:lnTo>
                      <a:pt x="172" y="1"/>
                    </a:lnTo>
                    <a:lnTo>
                      <a:pt x="169" y="1"/>
                    </a:lnTo>
                    <a:lnTo>
                      <a:pt x="166" y="0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2" y="23"/>
                    </a:lnTo>
                    <a:lnTo>
                      <a:pt x="4" y="25"/>
                    </a:lnTo>
                    <a:lnTo>
                      <a:pt x="6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1" name="Freeform 52">
                <a:extLst>
                  <a:ext uri="{FF2B5EF4-FFF2-40B4-BE49-F238E27FC236}">
                    <a16:creationId xmlns:a16="http://schemas.microsoft.com/office/drawing/2014/main" id="{6621BD0A-B124-9543-6F7C-F4929EDCF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098675"/>
                <a:ext cx="57150" cy="9525"/>
              </a:xfrm>
              <a:custGeom>
                <a:avLst/>
                <a:gdLst>
                  <a:gd name="T0" fmla="*/ 15 w 181"/>
                  <a:gd name="T1" fmla="*/ 31 h 31"/>
                  <a:gd name="T2" fmla="*/ 166 w 181"/>
                  <a:gd name="T3" fmla="*/ 31 h 31"/>
                  <a:gd name="T4" fmla="*/ 169 w 181"/>
                  <a:gd name="T5" fmla="*/ 30 h 31"/>
                  <a:gd name="T6" fmla="*/ 172 w 181"/>
                  <a:gd name="T7" fmla="*/ 30 h 31"/>
                  <a:gd name="T8" fmla="*/ 174 w 181"/>
                  <a:gd name="T9" fmla="*/ 28 h 31"/>
                  <a:gd name="T10" fmla="*/ 176 w 181"/>
                  <a:gd name="T11" fmla="*/ 27 h 31"/>
                  <a:gd name="T12" fmla="*/ 178 w 181"/>
                  <a:gd name="T13" fmla="*/ 24 h 31"/>
                  <a:gd name="T14" fmla="*/ 180 w 181"/>
                  <a:gd name="T15" fmla="*/ 22 h 31"/>
                  <a:gd name="T16" fmla="*/ 181 w 181"/>
                  <a:gd name="T17" fmla="*/ 19 h 31"/>
                  <a:gd name="T18" fmla="*/ 181 w 181"/>
                  <a:gd name="T19" fmla="*/ 16 h 31"/>
                  <a:gd name="T20" fmla="*/ 181 w 181"/>
                  <a:gd name="T21" fmla="*/ 13 h 31"/>
                  <a:gd name="T22" fmla="*/ 180 w 181"/>
                  <a:gd name="T23" fmla="*/ 10 h 31"/>
                  <a:gd name="T24" fmla="*/ 178 w 181"/>
                  <a:gd name="T25" fmla="*/ 8 h 31"/>
                  <a:gd name="T26" fmla="*/ 176 w 181"/>
                  <a:gd name="T27" fmla="*/ 6 h 31"/>
                  <a:gd name="T28" fmla="*/ 174 w 181"/>
                  <a:gd name="T29" fmla="*/ 3 h 31"/>
                  <a:gd name="T30" fmla="*/ 172 w 181"/>
                  <a:gd name="T31" fmla="*/ 2 h 31"/>
                  <a:gd name="T32" fmla="*/ 169 w 181"/>
                  <a:gd name="T33" fmla="*/ 1 h 31"/>
                  <a:gd name="T34" fmla="*/ 166 w 181"/>
                  <a:gd name="T35" fmla="*/ 1 h 31"/>
                  <a:gd name="T36" fmla="*/ 15 w 181"/>
                  <a:gd name="T37" fmla="*/ 0 h 31"/>
                  <a:gd name="T38" fmla="*/ 12 w 181"/>
                  <a:gd name="T39" fmla="*/ 1 h 31"/>
                  <a:gd name="T40" fmla="*/ 10 w 181"/>
                  <a:gd name="T41" fmla="*/ 2 h 31"/>
                  <a:gd name="T42" fmla="*/ 6 w 181"/>
                  <a:gd name="T43" fmla="*/ 3 h 31"/>
                  <a:gd name="T44" fmla="*/ 4 w 181"/>
                  <a:gd name="T45" fmla="*/ 6 h 31"/>
                  <a:gd name="T46" fmla="*/ 2 w 181"/>
                  <a:gd name="T47" fmla="*/ 8 h 31"/>
                  <a:gd name="T48" fmla="*/ 1 w 181"/>
                  <a:gd name="T49" fmla="*/ 10 h 31"/>
                  <a:gd name="T50" fmla="*/ 0 w 181"/>
                  <a:gd name="T51" fmla="*/ 13 h 31"/>
                  <a:gd name="T52" fmla="*/ 0 w 181"/>
                  <a:gd name="T53" fmla="*/ 16 h 31"/>
                  <a:gd name="T54" fmla="*/ 0 w 181"/>
                  <a:gd name="T55" fmla="*/ 19 h 31"/>
                  <a:gd name="T56" fmla="*/ 1 w 181"/>
                  <a:gd name="T57" fmla="*/ 22 h 31"/>
                  <a:gd name="T58" fmla="*/ 2 w 181"/>
                  <a:gd name="T59" fmla="*/ 24 h 31"/>
                  <a:gd name="T60" fmla="*/ 4 w 181"/>
                  <a:gd name="T61" fmla="*/ 27 h 31"/>
                  <a:gd name="T62" fmla="*/ 6 w 181"/>
                  <a:gd name="T63" fmla="*/ 28 h 31"/>
                  <a:gd name="T64" fmla="*/ 10 w 181"/>
                  <a:gd name="T65" fmla="*/ 30 h 31"/>
                  <a:gd name="T66" fmla="*/ 12 w 181"/>
                  <a:gd name="T67" fmla="*/ 30 h 31"/>
                  <a:gd name="T68" fmla="*/ 15 w 18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1">
                    <a:moveTo>
                      <a:pt x="15" y="31"/>
                    </a:moveTo>
                    <a:lnTo>
                      <a:pt x="166" y="31"/>
                    </a:lnTo>
                    <a:lnTo>
                      <a:pt x="169" y="30"/>
                    </a:lnTo>
                    <a:lnTo>
                      <a:pt x="172" y="30"/>
                    </a:lnTo>
                    <a:lnTo>
                      <a:pt x="174" y="28"/>
                    </a:lnTo>
                    <a:lnTo>
                      <a:pt x="176" y="27"/>
                    </a:lnTo>
                    <a:lnTo>
                      <a:pt x="178" y="24"/>
                    </a:lnTo>
                    <a:lnTo>
                      <a:pt x="180" y="22"/>
                    </a:lnTo>
                    <a:lnTo>
                      <a:pt x="181" y="19"/>
                    </a:lnTo>
                    <a:lnTo>
                      <a:pt x="181" y="16"/>
                    </a:lnTo>
                    <a:lnTo>
                      <a:pt x="181" y="13"/>
                    </a:lnTo>
                    <a:lnTo>
                      <a:pt x="180" y="10"/>
                    </a:lnTo>
                    <a:lnTo>
                      <a:pt x="178" y="8"/>
                    </a:lnTo>
                    <a:lnTo>
                      <a:pt x="176" y="6"/>
                    </a:lnTo>
                    <a:lnTo>
                      <a:pt x="174" y="3"/>
                    </a:lnTo>
                    <a:lnTo>
                      <a:pt x="172" y="2"/>
                    </a:lnTo>
                    <a:lnTo>
                      <a:pt x="169" y="1"/>
                    </a:lnTo>
                    <a:lnTo>
                      <a:pt x="166" y="1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10" y="2"/>
                    </a:lnTo>
                    <a:lnTo>
                      <a:pt x="6" y="3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7"/>
                    </a:lnTo>
                    <a:lnTo>
                      <a:pt x="6" y="28"/>
                    </a:lnTo>
                    <a:lnTo>
                      <a:pt x="10" y="30"/>
                    </a:lnTo>
                    <a:lnTo>
                      <a:pt x="12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2" name="Freeform 53">
                <a:extLst>
                  <a:ext uri="{FF2B5EF4-FFF2-40B4-BE49-F238E27FC236}">
                    <a16:creationId xmlns:a16="http://schemas.microsoft.com/office/drawing/2014/main" id="{799D0145-BF30-2593-B22B-C086ADFD9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146300"/>
                <a:ext cx="57150" cy="9525"/>
              </a:xfrm>
              <a:custGeom>
                <a:avLst/>
                <a:gdLst>
                  <a:gd name="T0" fmla="*/ 15 w 181"/>
                  <a:gd name="T1" fmla="*/ 30 h 30"/>
                  <a:gd name="T2" fmla="*/ 166 w 181"/>
                  <a:gd name="T3" fmla="*/ 30 h 30"/>
                  <a:gd name="T4" fmla="*/ 169 w 181"/>
                  <a:gd name="T5" fmla="*/ 30 h 30"/>
                  <a:gd name="T6" fmla="*/ 172 w 181"/>
                  <a:gd name="T7" fmla="*/ 29 h 30"/>
                  <a:gd name="T8" fmla="*/ 174 w 181"/>
                  <a:gd name="T9" fmla="*/ 27 h 30"/>
                  <a:gd name="T10" fmla="*/ 176 w 181"/>
                  <a:gd name="T11" fmla="*/ 26 h 30"/>
                  <a:gd name="T12" fmla="*/ 178 w 181"/>
                  <a:gd name="T13" fmla="*/ 23 h 30"/>
                  <a:gd name="T14" fmla="*/ 180 w 181"/>
                  <a:gd name="T15" fmla="*/ 20 h 30"/>
                  <a:gd name="T16" fmla="*/ 181 w 181"/>
                  <a:gd name="T17" fmla="*/ 18 h 30"/>
                  <a:gd name="T18" fmla="*/ 181 w 181"/>
                  <a:gd name="T19" fmla="*/ 15 h 30"/>
                  <a:gd name="T20" fmla="*/ 181 w 181"/>
                  <a:gd name="T21" fmla="*/ 12 h 30"/>
                  <a:gd name="T22" fmla="*/ 180 w 181"/>
                  <a:gd name="T23" fmla="*/ 8 h 30"/>
                  <a:gd name="T24" fmla="*/ 178 w 181"/>
                  <a:gd name="T25" fmla="*/ 6 h 30"/>
                  <a:gd name="T26" fmla="*/ 176 w 181"/>
                  <a:gd name="T27" fmla="*/ 4 h 30"/>
                  <a:gd name="T28" fmla="*/ 174 w 181"/>
                  <a:gd name="T29" fmla="*/ 2 h 30"/>
                  <a:gd name="T30" fmla="*/ 172 w 181"/>
                  <a:gd name="T31" fmla="*/ 1 h 30"/>
                  <a:gd name="T32" fmla="*/ 169 w 181"/>
                  <a:gd name="T33" fmla="*/ 0 h 30"/>
                  <a:gd name="T34" fmla="*/ 166 w 181"/>
                  <a:gd name="T35" fmla="*/ 0 h 30"/>
                  <a:gd name="T36" fmla="*/ 15 w 181"/>
                  <a:gd name="T37" fmla="*/ 0 h 30"/>
                  <a:gd name="T38" fmla="*/ 12 w 181"/>
                  <a:gd name="T39" fmla="*/ 0 h 30"/>
                  <a:gd name="T40" fmla="*/ 10 w 181"/>
                  <a:gd name="T41" fmla="*/ 1 h 30"/>
                  <a:gd name="T42" fmla="*/ 6 w 181"/>
                  <a:gd name="T43" fmla="*/ 2 h 30"/>
                  <a:gd name="T44" fmla="*/ 4 w 181"/>
                  <a:gd name="T45" fmla="*/ 4 h 30"/>
                  <a:gd name="T46" fmla="*/ 2 w 181"/>
                  <a:gd name="T47" fmla="*/ 6 h 30"/>
                  <a:gd name="T48" fmla="*/ 1 w 181"/>
                  <a:gd name="T49" fmla="*/ 8 h 30"/>
                  <a:gd name="T50" fmla="*/ 0 w 181"/>
                  <a:gd name="T51" fmla="*/ 12 h 30"/>
                  <a:gd name="T52" fmla="*/ 0 w 181"/>
                  <a:gd name="T53" fmla="*/ 15 h 30"/>
                  <a:gd name="T54" fmla="*/ 0 w 181"/>
                  <a:gd name="T55" fmla="*/ 18 h 30"/>
                  <a:gd name="T56" fmla="*/ 1 w 181"/>
                  <a:gd name="T57" fmla="*/ 20 h 30"/>
                  <a:gd name="T58" fmla="*/ 2 w 181"/>
                  <a:gd name="T59" fmla="*/ 23 h 30"/>
                  <a:gd name="T60" fmla="*/ 4 w 181"/>
                  <a:gd name="T61" fmla="*/ 26 h 30"/>
                  <a:gd name="T62" fmla="*/ 6 w 181"/>
                  <a:gd name="T63" fmla="*/ 27 h 30"/>
                  <a:gd name="T64" fmla="*/ 10 w 181"/>
                  <a:gd name="T65" fmla="*/ 29 h 30"/>
                  <a:gd name="T66" fmla="*/ 12 w 181"/>
                  <a:gd name="T67" fmla="*/ 30 h 30"/>
                  <a:gd name="T68" fmla="*/ 15 w 181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0">
                    <a:moveTo>
                      <a:pt x="15" y="30"/>
                    </a:moveTo>
                    <a:lnTo>
                      <a:pt x="166" y="30"/>
                    </a:lnTo>
                    <a:lnTo>
                      <a:pt x="169" y="30"/>
                    </a:lnTo>
                    <a:lnTo>
                      <a:pt x="172" y="29"/>
                    </a:lnTo>
                    <a:lnTo>
                      <a:pt x="174" y="27"/>
                    </a:lnTo>
                    <a:lnTo>
                      <a:pt x="176" y="26"/>
                    </a:lnTo>
                    <a:lnTo>
                      <a:pt x="178" y="23"/>
                    </a:lnTo>
                    <a:lnTo>
                      <a:pt x="180" y="20"/>
                    </a:lnTo>
                    <a:lnTo>
                      <a:pt x="181" y="18"/>
                    </a:lnTo>
                    <a:lnTo>
                      <a:pt x="181" y="15"/>
                    </a:lnTo>
                    <a:lnTo>
                      <a:pt x="181" y="12"/>
                    </a:lnTo>
                    <a:lnTo>
                      <a:pt x="180" y="8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9" y="0"/>
                    </a:lnTo>
                    <a:lnTo>
                      <a:pt x="166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3" name="Freeform 54">
                <a:extLst>
                  <a:ext uri="{FF2B5EF4-FFF2-40B4-BE49-F238E27FC236}">
                    <a16:creationId xmlns:a16="http://schemas.microsoft.com/office/drawing/2014/main" id="{EAC70362-4B16-B4AB-D09D-817400F14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738" y="2022475"/>
                <a:ext cx="38100" cy="33338"/>
              </a:xfrm>
              <a:custGeom>
                <a:avLst/>
                <a:gdLst>
                  <a:gd name="T0" fmla="*/ 20 w 121"/>
                  <a:gd name="T1" fmla="*/ 101 h 106"/>
                  <a:gd name="T2" fmla="*/ 22 w 121"/>
                  <a:gd name="T3" fmla="*/ 104 h 106"/>
                  <a:gd name="T4" fmla="*/ 25 w 121"/>
                  <a:gd name="T5" fmla="*/ 105 h 106"/>
                  <a:gd name="T6" fmla="*/ 27 w 121"/>
                  <a:gd name="T7" fmla="*/ 106 h 106"/>
                  <a:gd name="T8" fmla="*/ 30 w 121"/>
                  <a:gd name="T9" fmla="*/ 106 h 106"/>
                  <a:gd name="T10" fmla="*/ 36 w 121"/>
                  <a:gd name="T11" fmla="*/ 105 h 106"/>
                  <a:gd name="T12" fmla="*/ 41 w 121"/>
                  <a:gd name="T13" fmla="*/ 101 h 106"/>
                  <a:gd name="T14" fmla="*/ 116 w 121"/>
                  <a:gd name="T15" fmla="*/ 26 h 106"/>
                  <a:gd name="T16" fmla="*/ 119 w 121"/>
                  <a:gd name="T17" fmla="*/ 24 h 106"/>
                  <a:gd name="T18" fmla="*/ 120 w 121"/>
                  <a:gd name="T19" fmla="*/ 21 h 106"/>
                  <a:gd name="T20" fmla="*/ 121 w 121"/>
                  <a:gd name="T21" fmla="*/ 19 h 106"/>
                  <a:gd name="T22" fmla="*/ 121 w 121"/>
                  <a:gd name="T23" fmla="*/ 15 h 106"/>
                  <a:gd name="T24" fmla="*/ 121 w 121"/>
                  <a:gd name="T25" fmla="*/ 13 h 106"/>
                  <a:gd name="T26" fmla="*/ 120 w 121"/>
                  <a:gd name="T27" fmla="*/ 10 h 106"/>
                  <a:gd name="T28" fmla="*/ 119 w 121"/>
                  <a:gd name="T29" fmla="*/ 8 h 106"/>
                  <a:gd name="T30" fmla="*/ 116 w 121"/>
                  <a:gd name="T31" fmla="*/ 5 h 106"/>
                  <a:gd name="T32" fmla="*/ 114 w 121"/>
                  <a:gd name="T33" fmla="*/ 4 h 106"/>
                  <a:gd name="T34" fmla="*/ 111 w 121"/>
                  <a:gd name="T35" fmla="*/ 1 h 106"/>
                  <a:gd name="T36" fmla="*/ 109 w 121"/>
                  <a:gd name="T37" fmla="*/ 0 h 106"/>
                  <a:gd name="T38" fmla="*/ 106 w 121"/>
                  <a:gd name="T39" fmla="*/ 0 h 106"/>
                  <a:gd name="T40" fmla="*/ 103 w 121"/>
                  <a:gd name="T41" fmla="*/ 0 h 106"/>
                  <a:gd name="T42" fmla="*/ 100 w 121"/>
                  <a:gd name="T43" fmla="*/ 1 h 106"/>
                  <a:gd name="T44" fmla="*/ 97 w 121"/>
                  <a:gd name="T45" fmla="*/ 4 h 106"/>
                  <a:gd name="T46" fmla="*/ 95 w 121"/>
                  <a:gd name="T47" fmla="*/ 5 h 106"/>
                  <a:gd name="T48" fmla="*/ 30 w 121"/>
                  <a:gd name="T49" fmla="*/ 69 h 106"/>
                  <a:gd name="T50" fmla="*/ 26 w 121"/>
                  <a:gd name="T51" fmla="*/ 65 h 106"/>
                  <a:gd name="T52" fmla="*/ 24 w 121"/>
                  <a:gd name="T53" fmla="*/ 64 h 106"/>
                  <a:gd name="T54" fmla="*/ 21 w 121"/>
                  <a:gd name="T55" fmla="*/ 62 h 106"/>
                  <a:gd name="T56" fmla="*/ 18 w 121"/>
                  <a:gd name="T57" fmla="*/ 62 h 106"/>
                  <a:gd name="T58" fmla="*/ 15 w 121"/>
                  <a:gd name="T59" fmla="*/ 61 h 106"/>
                  <a:gd name="T60" fmla="*/ 12 w 121"/>
                  <a:gd name="T61" fmla="*/ 62 h 106"/>
                  <a:gd name="T62" fmla="*/ 10 w 121"/>
                  <a:gd name="T63" fmla="*/ 62 h 106"/>
                  <a:gd name="T64" fmla="*/ 7 w 121"/>
                  <a:gd name="T65" fmla="*/ 64 h 106"/>
                  <a:gd name="T66" fmla="*/ 5 w 121"/>
                  <a:gd name="T67" fmla="*/ 65 h 106"/>
                  <a:gd name="T68" fmla="*/ 2 w 121"/>
                  <a:gd name="T69" fmla="*/ 68 h 106"/>
                  <a:gd name="T70" fmla="*/ 1 w 121"/>
                  <a:gd name="T71" fmla="*/ 70 h 106"/>
                  <a:gd name="T72" fmla="*/ 0 w 121"/>
                  <a:gd name="T73" fmla="*/ 73 h 106"/>
                  <a:gd name="T74" fmla="*/ 0 w 121"/>
                  <a:gd name="T75" fmla="*/ 76 h 106"/>
                  <a:gd name="T76" fmla="*/ 0 w 121"/>
                  <a:gd name="T77" fmla="*/ 79 h 106"/>
                  <a:gd name="T78" fmla="*/ 1 w 121"/>
                  <a:gd name="T79" fmla="*/ 82 h 106"/>
                  <a:gd name="T80" fmla="*/ 2 w 121"/>
                  <a:gd name="T81" fmla="*/ 84 h 106"/>
                  <a:gd name="T82" fmla="*/ 5 w 121"/>
                  <a:gd name="T83" fmla="*/ 86 h 106"/>
                  <a:gd name="T84" fmla="*/ 20 w 121"/>
                  <a:gd name="T85" fmla="*/ 101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1" h="106">
                    <a:moveTo>
                      <a:pt x="20" y="101"/>
                    </a:moveTo>
                    <a:lnTo>
                      <a:pt x="22" y="104"/>
                    </a:lnTo>
                    <a:lnTo>
                      <a:pt x="25" y="105"/>
                    </a:lnTo>
                    <a:lnTo>
                      <a:pt x="27" y="106"/>
                    </a:lnTo>
                    <a:lnTo>
                      <a:pt x="30" y="106"/>
                    </a:lnTo>
                    <a:lnTo>
                      <a:pt x="36" y="105"/>
                    </a:lnTo>
                    <a:lnTo>
                      <a:pt x="41" y="101"/>
                    </a:lnTo>
                    <a:lnTo>
                      <a:pt x="116" y="26"/>
                    </a:lnTo>
                    <a:lnTo>
                      <a:pt x="119" y="24"/>
                    </a:lnTo>
                    <a:lnTo>
                      <a:pt x="120" y="21"/>
                    </a:lnTo>
                    <a:lnTo>
                      <a:pt x="121" y="19"/>
                    </a:lnTo>
                    <a:lnTo>
                      <a:pt x="121" y="15"/>
                    </a:lnTo>
                    <a:lnTo>
                      <a:pt x="121" y="13"/>
                    </a:lnTo>
                    <a:lnTo>
                      <a:pt x="120" y="10"/>
                    </a:lnTo>
                    <a:lnTo>
                      <a:pt x="119" y="8"/>
                    </a:lnTo>
                    <a:lnTo>
                      <a:pt x="116" y="5"/>
                    </a:lnTo>
                    <a:lnTo>
                      <a:pt x="114" y="4"/>
                    </a:lnTo>
                    <a:lnTo>
                      <a:pt x="111" y="1"/>
                    </a:lnTo>
                    <a:lnTo>
                      <a:pt x="109" y="0"/>
                    </a:lnTo>
                    <a:lnTo>
                      <a:pt x="106" y="0"/>
                    </a:lnTo>
                    <a:lnTo>
                      <a:pt x="103" y="0"/>
                    </a:lnTo>
                    <a:lnTo>
                      <a:pt x="100" y="1"/>
                    </a:lnTo>
                    <a:lnTo>
                      <a:pt x="97" y="4"/>
                    </a:lnTo>
                    <a:lnTo>
                      <a:pt x="95" y="5"/>
                    </a:lnTo>
                    <a:lnTo>
                      <a:pt x="30" y="69"/>
                    </a:lnTo>
                    <a:lnTo>
                      <a:pt x="26" y="65"/>
                    </a:lnTo>
                    <a:lnTo>
                      <a:pt x="24" y="64"/>
                    </a:lnTo>
                    <a:lnTo>
                      <a:pt x="21" y="62"/>
                    </a:lnTo>
                    <a:lnTo>
                      <a:pt x="18" y="62"/>
                    </a:lnTo>
                    <a:lnTo>
                      <a:pt x="15" y="61"/>
                    </a:lnTo>
                    <a:lnTo>
                      <a:pt x="12" y="62"/>
                    </a:lnTo>
                    <a:lnTo>
                      <a:pt x="10" y="62"/>
                    </a:lnTo>
                    <a:lnTo>
                      <a:pt x="7" y="64"/>
                    </a:lnTo>
                    <a:lnTo>
                      <a:pt x="5" y="65"/>
                    </a:lnTo>
                    <a:lnTo>
                      <a:pt x="2" y="68"/>
                    </a:lnTo>
                    <a:lnTo>
                      <a:pt x="1" y="70"/>
                    </a:lnTo>
                    <a:lnTo>
                      <a:pt x="0" y="73"/>
                    </a:lnTo>
                    <a:lnTo>
                      <a:pt x="0" y="76"/>
                    </a:lnTo>
                    <a:lnTo>
                      <a:pt x="0" y="79"/>
                    </a:lnTo>
                    <a:lnTo>
                      <a:pt x="1" y="82"/>
                    </a:lnTo>
                    <a:lnTo>
                      <a:pt x="2" y="84"/>
                    </a:lnTo>
                    <a:lnTo>
                      <a:pt x="5" y="86"/>
                    </a:lnTo>
                    <a:lnTo>
                      <a:pt x="20" y="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4" name="Freeform 55">
                <a:extLst>
                  <a:ext uri="{FF2B5EF4-FFF2-40B4-BE49-F238E27FC236}">
                    <a16:creationId xmlns:a16="http://schemas.microsoft.com/office/drawing/2014/main" id="{315950F8-54AD-A16D-5597-D334CD6D7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738" y="2070100"/>
                <a:ext cx="38100" cy="33338"/>
              </a:xfrm>
              <a:custGeom>
                <a:avLst/>
                <a:gdLst>
                  <a:gd name="T0" fmla="*/ 20 w 121"/>
                  <a:gd name="T1" fmla="*/ 101 h 106"/>
                  <a:gd name="T2" fmla="*/ 22 w 121"/>
                  <a:gd name="T3" fmla="*/ 103 h 106"/>
                  <a:gd name="T4" fmla="*/ 25 w 121"/>
                  <a:gd name="T5" fmla="*/ 105 h 106"/>
                  <a:gd name="T6" fmla="*/ 27 w 121"/>
                  <a:gd name="T7" fmla="*/ 105 h 106"/>
                  <a:gd name="T8" fmla="*/ 30 w 121"/>
                  <a:gd name="T9" fmla="*/ 106 h 106"/>
                  <a:gd name="T10" fmla="*/ 34 w 121"/>
                  <a:gd name="T11" fmla="*/ 105 h 106"/>
                  <a:gd name="T12" fmla="*/ 36 w 121"/>
                  <a:gd name="T13" fmla="*/ 105 h 106"/>
                  <a:gd name="T14" fmla="*/ 39 w 121"/>
                  <a:gd name="T15" fmla="*/ 103 h 106"/>
                  <a:gd name="T16" fmla="*/ 41 w 121"/>
                  <a:gd name="T17" fmla="*/ 102 h 106"/>
                  <a:gd name="T18" fmla="*/ 116 w 121"/>
                  <a:gd name="T19" fmla="*/ 26 h 106"/>
                  <a:gd name="T20" fmla="*/ 119 w 121"/>
                  <a:gd name="T21" fmla="*/ 24 h 106"/>
                  <a:gd name="T22" fmla="*/ 120 w 121"/>
                  <a:gd name="T23" fmla="*/ 21 h 106"/>
                  <a:gd name="T24" fmla="*/ 121 w 121"/>
                  <a:gd name="T25" fmla="*/ 18 h 106"/>
                  <a:gd name="T26" fmla="*/ 121 w 121"/>
                  <a:gd name="T27" fmla="*/ 15 h 106"/>
                  <a:gd name="T28" fmla="*/ 121 w 121"/>
                  <a:gd name="T29" fmla="*/ 13 h 106"/>
                  <a:gd name="T30" fmla="*/ 120 w 121"/>
                  <a:gd name="T31" fmla="*/ 10 h 106"/>
                  <a:gd name="T32" fmla="*/ 119 w 121"/>
                  <a:gd name="T33" fmla="*/ 7 h 106"/>
                  <a:gd name="T34" fmla="*/ 116 w 121"/>
                  <a:gd name="T35" fmla="*/ 5 h 106"/>
                  <a:gd name="T36" fmla="*/ 114 w 121"/>
                  <a:gd name="T37" fmla="*/ 3 h 106"/>
                  <a:gd name="T38" fmla="*/ 111 w 121"/>
                  <a:gd name="T39" fmla="*/ 1 h 106"/>
                  <a:gd name="T40" fmla="*/ 109 w 121"/>
                  <a:gd name="T41" fmla="*/ 1 h 106"/>
                  <a:gd name="T42" fmla="*/ 106 w 121"/>
                  <a:gd name="T43" fmla="*/ 0 h 106"/>
                  <a:gd name="T44" fmla="*/ 103 w 121"/>
                  <a:gd name="T45" fmla="*/ 1 h 106"/>
                  <a:gd name="T46" fmla="*/ 100 w 121"/>
                  <a:gd name="T47" fmla="*/ 1 h 106"/>
                  <a:gd name="T48" fmla="*/ 97 w 121"/>
                  <a:gd name="T49" fmla="*/ 3 h 106"/>
                  <a:gd name="T50" fmla="*/ 95 w 121"/>
                  <a:gd name="T51" fmla="*/ 5 h 106"/>
                  <a:gd name="T52" fmla="*/ 30 w 121"/>
                  <a:gd name="T53" fmla="*/ 70 h 106"/>
                  <a:gd name="T54" fmla="*/ 26 w 121"/>
                  <a:gd name="T55" fmla="*/ 65 h 106"/>
                  <a:gd name="T56" fmla="*/ 24 w 121"/>
                  <a:gd name="T57" fmla="*/ 63 h 106"/>
                  <a:gd name="T58" fmla="*/ 21 w 121"/>
                  <a:gd name="T59" fmla="*/ 61 h 106"/>
                  <a:gd name="T60" fmla="*/ 18 w 121"/>
                  <a:gd name="T61" fmla="*/ 61 h 106"/>
                  <a:gd name="T62" fmla="*/ 15 w 121"/>
                  <a:gd name="T63" fmla="*/ 60 h 106"/>
                  <a:gd name="T64" fmla="*/ 12 w 121"/>
                  <a:gd name="T65" fmla="*/ 61 h 106"/>
                  <a:gd name="T66" fmla="*/ 10 w 121"/>
                  <a:gd name="T67" fmla="*/ 62 h 106"/>
                  <a:gd name="T68" fmla="*/ 7 w 121"/>
                  <a:gd name="T69" fmla="*/ 63 h 106"/>
                  <a:gd name="T70" fmla="*/ 5 w 121"/>
                  <a:gd name="T71" fmla="*/ 65 h 106"/>
                  <a:gd name="T72" fmla="*/ 2 w 121"/>
                  <a:gd name="T73" fmla="*/ 68 h 106"/>
                  <a:gd name="T74" fmla="*/ 1 w 121"/>
                  <a:gd name="T75" fmla="*/ 70 h 106"/>
                  <a:gd name="T76" fmla="*/ 0 w 121"/>
                  <a:gd name="T77" fmla="*/ 73 h 106"/>
                  <a:gd name="T78" fmla="*/ 0 w 121"/>
                  <a:gd name="T79" fmla="*/ 76 h 106"/>
                  <a:gd name="T80" fmla="*/ 0 w 121"/>
                  <a:gd name="T81" fmla="*/ 78 h 106"/>
                  <a:gd name="T82" fmla="*/ 1 w 121"/>
                  <a:gd name="T83" fmla="*/ 82 h 106"/>
                  <a:gd name="T84" fmla="*/ 2 w 121"/>
                  <a:gd name="T85" fmla="*/ 84 h 106"/>
                  <a:gd name="T86" fmla="*/ 5 w 121"/>
                  <a:gd name="T87" fmla="*/ 87 h 106"/>
                  <a:gd name="T88" fmla="*/ 20 w 121"/>
                  <a:gd name="T89" fmla="*/ 101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1" h="106">
                    <a:moveTo>
                      <a:pt x="20" y="101"/>
                    </a:moveTo>
                    <a:lnTo>
                      <a:pt x="22" y="103"/>
                    </a:lnTo>
                    <a:lnTo>
                      <a:pt x="25" y="105"/>
                    </a:lnTo>
                    <a:lnTo>
                      <a:pt x="27" y="105"/>
                    </a:lnTo>
                    <a:lnTo>
                      <a:pt x="30" y="106"/>
                    </a:lnTo>
                    <a:lnTo>
                      <a:pt x="34" y="105"/>
                    </a:lnTo>
                    <a:lnTo>
                      <a:pt x="36" y="105"/>
                    </a:lnTo>
                    <a:lnTo>
                      <a:pt x="39" y="103"/>
                    </a:lnTo>
                    <a:lnTo>
                      <a:pt x="41" y="102"/>
                    </a:lnTo>
                    <a:lnTo>
                      <a:pt x="116" y="26"/>
                    </a:lnTo>
                    <a:lnTo>
                      <a:pt x="119" y="24"/>
                    </a:lnTo>
                    <a:lnTo>
                      <a:pt x="120" y="21"/>
                    </a:lnTo>
                    <a:lnTo>
                      <a:pt x="121" y="18"/>
                    </a:lnTo>
                    <a:lnTo>
                      <a:pt x="121" y="15"/>
                    </a:lnTo>
                    <a:lnTo>
                      <a:pt x="121" y="13"/>
                    </a:lnTo>
                    <a:lnTo>
                      <a:pt x="120" y="10"/>
                    </a:lnTo>
                    <a:lnTo>
                      <a:pt x="119" y="7"/>
                    </a:lnTo>
                    <a:lnTo>
                      <a:pt x="116" y="5"/>
                    </a:lnTo>
                    <a:lnTo>
                      <a:pt x="114" y="3"/>
                    </a:lnTo>
                    <a:lnTo>
                      <a:pt x="111" y="1"/>
                    </a:lnTo>
                    <a:lnTo>
                      <a:pt x="109" y="1"/>
                    </a:lnTo>
                    <a:lnTo>
                      <a:pt x="106" y="0"/>
                    </a:lnTo>
                    <a:lnTo>
                      <a:pt x="103" y="1"/>
                    </a:lnTo>
                    <a:lnTo>
                      <a:pt x="100" y="1"/>
                    </a:lnTo>
                    <a:lnTo>
                      <a:pt x="97" y="3"/>
                    </a:lnTo>
                    <a:lnTo>
                      <a:pt x="95" y="5"/>
                    </a:lnTo>
                    <a:lnTo>
                      <a:pt x="30" y="70"/>
                    </a:lnTo>
                    <a:lnTo>
                      <a:pt x="26" y="65"/>
                    </a:lnTo>
                    <a:lnTo>
                      <a:pt x="24" y="63"/>
                    </a:lnTo>
                    <a:lnTo>
                      <a:pt x="21" y="61"/>
                    </a:lnTo>
                    <a:lnTo>
                      <a:pt x="18" y="61"/>
                    </a:lnTo>
                    <a:lnTo>
                      <a:pt x="15" y="60"/>
                    </a:lnTo>
                    <a:lnTo>
                      <a:pt x="12" y="61"/>
                    </a:lnTo>
                    <a:lnTo>
                      <a:pt x="10" y="62"/>
                    </a:lnTo>
                    <a:lnTo>
                      <a:pt x="7" y="63"/>
                    </a:lnTo>
                    <a:lnTo>
                      <a:pt x="5" y="65"/>
                    </a:lnTo>
                    <a:lnTo>
                      <a:pt x="2" y="68"/>
                    </a:lnTo>
                    <a:lnTo>
                      <a:pt x="1" y="70"/>
                    </a:lnTo>
                    <a:lnTo>
                      <a:pt x="0" y="73"/>
                    </a:lnTo>
                    <a:lnTo>
                      <a:pt x="0" y="76"/>
                    </a:lnTo>
                    <a:lnTo>
                      <a:pt x="0" y="78"/>
                    </a:lnTo>
                    <a:lnTo>
                      <a:pt x="1" y="82"/>
                    </a:lnTo>
                    <a:lnTo>
                      <a:pt x="2" y="84"/>
                    </a:lnTo>
                    <a:lnTo>
                      <a:pt x="5" y="87"/>
                    </a:lnTo>
                    <a:lnTo>
                      <a:pt x="20" y="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5" name="Freeform 56">
                <a:extLst>
                  <a:ext uri="{FF2B5EF4-FFF2-40B4-BE49-F238E27FC236}">
                    <a16:creationId xmlns:a16="http://schemas.microsoft.com/office/drawing/2014/main" id="{ADB6E4B9-2ED0-D6C5-6A64-E057AC1C9E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4900" y="1993900"/>
                <a:ext cx="68263" cy="219075"/>
              </a:xfrm>
              <a:custGeom>
                <a:avLst/>
                <a:gdLst>
                  <a:gd name="T0" fmla="*/ 120 w 212"/>
                  <a:gd name="T1" fmla="*/ 659 h 694"/>
                  <a:gd name="T2" fmla="*/ 99 w 212"/>
                  <a:gd name="T3" fmla="*/ 643 h 694"/>
                  <a:gd name="T4" fmla="*/ 92 w 212"/>
                  <a:gd name="T5" fmla="*/ 618 h 694"/>
                  <a:gd name="T6" fmla="*/ 181 w 212"/>
                  <a:gd name="T7" fmla="*/ 616 h 694"/>
                  <a:gd name="T8" fmla="*/ 167 w 212"/>
                  <a:gd name="T9" fmla="*/ 647 h 694"/>
                  <a:gd name="T10" fmla="*/ 144 w 212"/>
                  <a:gd name="T11" fmla="*/ 662 h 694"/>
                  <a:gd name="T12" fmla="*/ 145 w 212"/>
                  <a:gd name="T13" fmla="*/ 31 h 694"/>
                  <a:gd name="T14" fmla="*/ 168 w 212"/>
                  <a:gd name="T15" fmla="*/ 43 h 694"/>
                  <a:gd name="T16" fmla="*/ 181 w 212"/>
                  <a:gd name="T17" fmla="*/ 57 h 694"/>
                  <a:gd name="T18" fmla="*/ 92 w 212"/>
                  <a:gd name="T19" fmla="*/ 331 h 694"/>
                  <a:gd name="T20" fmla="*/ 95 w 212"/>
                  <a:gd name="T21" fmla="*/ 53 h 694"/>
                  <a:gd name="T22" fmla="*/ 112 w 212"/>
                  <a:gd name="T23" fmla="*/ 38 h 694"/>
                  <a:gd name="T24" fmla="*/ 137 w 212"/>
                  <a:gd name="T25" fmla="*/ 30 h 694"/>
                  <a:gd name="T26" fmla="*/ 182 w 212"/>
                  <a:gd name="T27" fmla="*/ 362 h 694"/>
                  <a:gd name="T28" fmla="*/ 92 w 212"/>
                  <a:gd name="T29" fmla="*/ 362 h 694"/>
                  <a:gd name="T30" fmla="*/ 113 w 212"/>
                  <a:gd name="T31" fmla="*/ 4 h 694"/>
                  <a:gd name="T32" fmla="*/ 84 w 212"/>
                  <a:gd name="T33" fmla="*/ 22 h 694"/>
                  <a:gd name="T34" fmla="*/ 65 w 212"/>
                  <a:gd name="T35" fmla="*/ 46 h 694"/>
                  <a:gd name="T36" fmla="*/ 36 w 212"/>
                  <a:gd name="T37" fmla="*/ 55 h 694"/>
                  <a:gd name="T38" fmla="*/ 21 w 212"/>
                  <a:gd name="T39" fmla="*/ 67 h 694"/>
                  <a:gd name="T40" fmla="*/ 9 w 212"/>
                  <a:gd name="T41" fmla="*/ 82 h 694"/>
                  <a:gd name="T42" fmla="*/ 2 w 212"/>
                  <a:gd name="T43" fmla="*/ 103 h 694"/>
                  <a:gd name="T44" fmla="*/ 0 w 212"/>
                  <a:gd name="T45" fmla="*/ 394 h 694"/>
                  <a:gd name="T46" fmla="*/ 3 w 212"/>
                  <a:gd name="T47" fmla="*/ 402 h 694"/>
                  <a:gd name="T48" fmla="*/ 10 w 212"/>
                  <a:gd name="T49" fmla="*/ 408 h 694"/>
                  <a:gd name="T50" fmla="*/ 19 w 212"/>
                  <a:gd name="T51" fmla="*/ 409 h 694"/>
                  <a:gd name="T52" fmla="*/ 26 w 212"/>
                  <a:gd name="T53" fmla="*/ 404 h 694"/>
                  <a:gd name="T54" fmla="*/ 30 w 212"/>
                  <a:gd name="T55" fmla="*/ 397 h 694"/>
                  <a:gd name="T56" fmla="*/ 31 w 212"/>
                  <a:gd name="T57" fmla="*/ 111 h 694"/>
                  <a:gd name="T58" fmla="*/ 40 w 212"/>
                  <a:gd name="T59" fmla="*/ 89 h 694"/>
                  <a:gd name="T60" fmla="*/ 55 w 212"/>
                  <a:gd name="T61" fmla="*/ 79 h 694"/>
                  <a:gd name="T62" fmla="*/ 62 w 212"/>
                  <a:gd name="T63" fmla="*/ 626 h 694"/>
                  <a:gd name="T64" fmla="*/ 67 w 212"/>
                  <a:gd name="T65" fmla="*/ 647 h 694"/>
                  <a:gd name="T66" fmla="*/ 79 w 212"/>
                  <a:gd name="T67" fmla="*/ 666 h 694"/>
                  <a:gd name="T68" fmla="*/ 95 w 212"/>
                  <a:gd name="T69" fmla="*/ 681 h 694"/>
                  <a:gd name="T70" fmla="*/ 114 w 212"/>
                  <a:gd name="T71" fmla="*/ 690 h 694"/>
                  <a:gd name="T72" fmla="*/ 137 w 212"/>
                  <a:gd name="T73" fmla="*/ 694 h 694"/>
                  <a:gd name="T74" fmla="*/ 157 w 212"/>
                  <a:gd name="T75" fmla="*/ 690 h 694"/>
                  <a:gd name="T76" fmla="*/ 177 w 212"/>
                  <a:gd name="T77" fmla="*/ 680 h 694"/>
                  <a:gd name="T78" fmla="*/ 193 w 212"/>
                  <a:gd name="T79" fmla="*/ 663 h 694"/>
                  <a:gd name="T80" fmla="*/ 206 w 212"/>
                  <a:gd name="T81" fmla="*/ 641 h 694"/>
                  <a:gd name="T82" fmla="*/ 211 w 212"/>
                  <a:gd name="T83" fmla="*/ 613 h 694"/>
                  <a:gd name="T84" fmla="*/ 211 w 212"/>
                  <a:gd name="T85" fmla="*/ 56 h 694"/>
                  <a:gd name="T86" fmla="*/ 206 w 212"/>
                  <a:gd name="T87" fmla="*/ 41 h 694"/>
                  <a:gd name="T88" fmla="*/ 177 w 212"/>
                  <a:gd name="T89" fmla="*/ 13 h 694"/>
                  <a:gd name="T90" fmla="*/ 151 w 212"/>
                  <a:gd name="T91" fmla="*/ 2 h 694"/>
                  <a:gd name="T92" fmla="*/ 137 w 212"/>
                  <a:gd name="T93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12" h="694">
                    <a:moveTo>
                      <a:pt x="137" y="663"/>
                    </a:moveTo>
                    <a:lnTo>
                      <a:pt x="128" y="662"/>
                    </a:lnTo>
                    <a:lnTo>
                      <a:pt x="120" y="659"/>
                    </a:lnTo>
                    <a:lnTo>
                      <a:pt x="112" y="655"/>
                    </a:lnTo>
                    <a:lnTo>
                      <a:pt x="105" y="650"/>
                    </a:lnTo>
                    <a:lnTo>
                      <a:pt x="99" y="643"/>
                    </a:lnTo>
                    <a:lnTo>
                      <a:pt x="95" y="636"/>
                    </a:lnTo>
                    <a:lnTo>
                      <a:pt x="92" y="627"/>
                    </a:lnTo>
                    <a:lnTo>
                      <a:pt x="92" y="618"/>
                    </a:lnTo>
                    <a:lnTo>
                      <a:pt x="92" y="603"/>
                    </a:lnTo>
                    <a:lnTo>
                      <a:pt x="182" y="603"/>
                    </a:lnTo>
                    <a:lnTo>
                      <a:pt x="181" y="616"/>
                    </a:lnTo>
                    <a:lnTo>
                      <a:pt x="178" y="628"/>
                    </a:lnTo>
                    <a:lnTo>
                      <a:pt x="173" y="639"/>
                    </a:lnTo>
                    <a:lnTo>
                      <a:pt x="167" y="647"/>
                    </a:lnTo>
                    <a:lnTo>
                      <a:pt x="161" y="654"/>
                    </a:lnTo>
                    <a:lnTo>
                      <a:pt x="153" y="659"/>
                    </a:lnTo>
                    <a:lnTo>
                      <a:pt x="144" y="662"/>
                    </a:lnTo>
                    <a:lnTo>
                      <a:pt x="137" y="663"/>
                    </a:lnTo>
                    <a:close/>
                    <a:moveTo>
                      <a:pt x="137" y="30"/>
                    </a:moveTo>
                    <a:lnTo>
                      <a:pt x="145" y="31"/>
                    </a:lnTo>
                    <a:lnTo>
                      <a:pt x="153" y="34"/>
                    </a:lnTo>
                    <a:lnTo>
                      <a:pt x="161" y="38"/>
                    </a:lnTo>
                    <a:lnTo>
                      <a:pt x="168" y="43"/>
                    </a:lnTo>
                    <a:lnTo>
                      <a:pt x="173" y="47"/>
                    </a:lnTo>
                    <a:lnTo>
                      <a:pt x="178" y="53"/>
                    </a:lnTo>
                    <a:lnTo>
                      <a:pt x="181" y="57"/>
                    </a:lnTo>
                    <a:lnTo>
                      <a:pt x="182" y="60"/>
                    </a:lnTo>
                    <a:lnTo>
                      <a:pt x="182" y="331"/>
                    </a:lnTo>
                    <a:lnTo>
                      <a:pt x="92" y="331"/>
                    </a:lnTo>
                    <a:lnTo>
                      <a:pt x="92" y="60"/>
                    </a:lnTo>
                    <a:lnTo>
                      <a:pt x="93" y="57"/>
                    </a:lnTo>
                    <a:lnTo>
                      <a:pt x="95" y="53"/>
                    </a:lnTo>
                    <a:lnTo>
                      <a:pt x="99" y="48"/>
                    </a:lnTo>
                    <a:lnTo>
                      <a:pt x="106" y="43"/>
                    </a:lnTo>
                    <a:lnTo>
                      <a:pt x="112" y="38"/>
                    </a:lnTo>
                    <a:lnTo>
                      <a:pt x="120" y="34"/>
                    </a:lnTo>
                    <a:lnTo>
                      <a:pt x="127" y="31"/>
                    </a:lnTo>
                    <a:lnTo>
                      <a:pt x="137" y="30"/>
                    </a:lnTo>
                    <a:lnTo>
                      <a:pt x="137" y="30"/>
                    </a:lnTo>
                    <a:close/>
                    <a:moveTo>
                      <a:pt x="92" y="362"/>
                    </a:moveTo>
                    <a:lnTo>
                      <a:pt x="182" y="362"/>
                    </a:lnTo>
                    <a:lnTo>
                      <a:pt x="182" y="573"/>
                    </a:lnTo>
                    <a:lnTo>
                      <a:pt x="92" y="573"/>
                    </a:lnTo>
                    <a:lnTo>
                      <a:pt x="92" y="362"/>
                    </a:lnTo>
                    <a:close/>
                    <a:moveTo>
                      <a:pt x="137" y="0"/>
                    </a:moveTo>
                    <a:lnTo>
                      <a:pt x="125" y="1"/>
                    </a:lnTo>
                    <a:lnTo>
                      <a:pt x="113" y="4"/>
                    </a:lnTo>
                    <a:lnTo>
                      <a:pt x="102" y="9"/>
                    </a:lnTo>
                    <a:lnTo>
                      <a:pt x="93" y="15"/>
                    </a:lnTo>
                    <a:lnTo>
                      <a:pt x="84" y="22"/>
                    </a:lnTo>
                    <a:lnTo>
                      <a:pt x="76" y="29"/>
                    </a:lnTo>
                    <a:lnTo>
                      <a:pt x="69" y="38"/>
                    </a:lnTo>
                    <a:lnTo>
                      <a:pt x="65" y="46"/>
                    </a:lnTo>
                    <a:lnTo>
                      <a:pt x="53" y="48"/>
                    </a:lnTo>
                    <a:lnTo>
                      <a:pt x="41" y="53"/>
                    </a:lnTo>
                    <a:lnTo>
                      <a:pt x="36" y="55"/>
                    </a:lnTo>
                    <a:lnTo>
                      <a:pt x="30" y="58"/>
                    </a:lnTo>
                    <a:lnTo>
                      <a:pt x="25" y="62"/>
                    </a:lnTo>
                    <a:lnTo>
                      <a:pt x="21" y="67"/>
                    </a:lnTo>
                    <a:lnTo>
                      <a:pt x="16" y="71"/>
                    </a:lnTo>
                    <a:lnTo>
                      <a:pt x="12" y="76"/>
                    </a:lnTo>
                    <a:lnTo>
                      <a:pt x="9" y="82"/>
                    </a:lnTo>
                    <a:lnTo>
                      <a:pt x="6" y="88"/>
                    </a:lnTo>
                    <a:lnTo>
                      <a:pt x="3" y="96"/>
                    </a:lnTo>
                    <a:lnTo>
                      <a:pt x="2" y="103"/>
                    </a:lnTo>
                    <a:lnTo>
                      <a:pt x="1" y="112"/>
                    </a:lnTo>
                    <a:lnTo>
                      <a:pt x="0" y="120"/>
                    </a:lnTo>
                    <a:lnTo>
                      <a:pt x="0" y="394"/>
                    </a:lnTo>
                    <a:lnTo>
                      <a:pt x="1" y="397"/>
                    </a:lnTo>
                    <a:lnTo>
                      <a:pt x="2" y="399"/>
                    </a:lnTo>
                    <a:lnTo>
                      <a:pt x="3" y="402"/>
                    </a:lnTo>
                    <a:lnTo>
                      <a:pt x="6" y="404"/>
                    </a:lnTo>
                    <a:lnTo>
                      <a:pt x="8" y="406"/>
                    </a:lnTo>
                    <a:lnTo>
                      <a:pt x="10" y="408"/>
                    </a:lnTo>
                    <a:lnTo>
                      <a:pt x="13" y="409"/>
                    </a:lnTo>
                    <a:lnTo>
                      <a:pt x="15" y="409"/>
                    </a:lnTo>
                    <a:lnTo>
                      <a:pt x="19" y="409"/>
                    </a:lnTo>
                    <a:lnTo>
                      <a:pt x="22" y="408"/>
                    </a:lnTo>
                    <a:lnTo>
                      <a:pt x="24" y="406"/>
                    </a:lnTo>
                    <a:lnTo>
                      <a:pt x="26" y="404"/>
                    </a:lnTo>
                    <a:lnTo>
                      <a:pt x="28" y="402"/>
                    </a:lnTo>
                    <a:lnTo>
                      <a:pt x="29" y="399"/>
                    </a:lnTo>
                    <a:lnTo>
                      <a:pt x="30" y="397"/>
                    </a:lnTo>
                    <a:lnTo>
                      <a:pt x="30" y="394"/>
                    </a:lnTo>
                    <a:lnTo>
                      <a:pt x="30" y="120"/>
                    </a:lnTo>
                    <a:lnTo>
                      <a:pt x="31" y="111"/>
                    </a:lnTo>
                    <a:lnTo>
                      <a:pt x="34" y="102"/>
                    </a:lnTo>
                    <a:lnTo>
                      <a:pt x="36" y="96"/>
                    </a:lnTo>
                    <a:lnTo>
                      <a:pt x="40" y="89"/>
                    </a:lnTo>
                    <a:lnTo>
                      <a:pt x="44" y="85"/>
                    </a:lnTo>
                    <a:lnTo>
                      <a:pt x="50" y="82"/>
                    </a:lnTo>
                    <a:lnTo>
                      <a:pt x="55" y="79"/>
                    </a:lnTo>
                    <a:lnTo>
                      <a:pt x="62" y="77"/>
                    </a:lnTo>
                    <a:lnTo>
                      <a:pt x="62" y="618"/>
                    </a:lnTo>
                    <a:lnTo>
                      <a:pt x="62" y="626"/>
                    </a:lnTo>
                    <a:lnTo>
                      <a:pt x="63" y="633"/>
                    </a:lnTo>
                    <a:lnTo>
                      <a:pt x="65" y="640"/>
                    </a:lnTo>
                    <a:lnTo>
                      <a:pt x="67" y="647"/>
                    </a:lnTo>
                    <a:lnTo>
                      <a:pt x="70" y="654"/>
                    </a:lnTo>
                    <a:lnTo>
                      <a:pt x="74" y="660"/>
                    </a:lnTo>
                    <a:lnTo>
                      <a:pt x="79" y="666"/>
                    </a:lnTo>
                    <a:lnTo>
                      <a:pt x="84" y="671"/>
                    </a:lnTo>
                    <a:lnTo>
                      <a:pt x="90" y="676"/>
                    </a:lnTo>
                    <a:lnTo>
                      <a:pt x="95" y="681"/>
                    </a:lnTo>
                    <a:lnTo>
                      <a:pt x="101" y="684"/>
                    </a:lnTo>
                    <a:lnTo>
                      <a:pt x="108" y="687"/>
                    </a:lnTo>
                    <a:lnTo>
                      <a:pt x="114" y="690"/>
                    </a:lnTo>
                    <a:lnTo>
                      <a:pt x="122" y="693"/>
                    </a:lnTo>
                    <a:lnTo>
                      <a:pt x="129" y="694"/>
                    </a:lnTo>
                    <a:lnTo>
                      <a:pt x="137" y="694"/>
                    </a:lnTo>
                    <a:lnTo>
                      <a:pt x="143" y="694"/>
                    </a:lnTo>
                    <a:lnTo>
                      <a:pt x="150" y="693"/>
                    </a:lnTo>
                    <a:lnTo>
                      <a:pt x="157" y="690"/>
                    </a:lnTo>
                    <a:lnTo>
                      <a:pt x="164" y="687"/>
                    </a:lnTo>
                    <a:lnTo>
                      <a:pt x="170" y="684"/>
                    </a:lnTo>
                    <a:lnTo>
                      <a:pt x="177" y="680"/>
                    </a:lnTo>
                    <a:lnTo>
                      <a:pt x="182" y="675"/>
                    </a:lnTo>
                    <a:lnTo>
                      <a:pt x="187" y="669"/>
                    </a:lnTo>
                    <a:lnTo>
                      <a:pt x="193" y="663"/>
                    </a:lnTo>
                    <a:lnTo>
                      <a:pt x="197" y="656"/>
                    </a:lnTo>
                    <a:lnTo>
                      <a:pt x="201" y="648"/>
                    </a:lnTo>
                    <a:lnTo>
                      <a:pt x="206" y="641"/>
                    </a:lnTo>
                    <a:lnTo>
                      <a:pt x="208" y="632"/>
                    </a:lnTo>
                    <a:lnTo>
                      <a:pt x="210" y="623"/>
                    </a:lnTo>
                    <a:lnTo>
                      <a:pt x="211" y="613"/>
                    </a:lnTo>
                    <a:lnTo>
                      <a:pt x="212" y="603"/>
                    </a:lnTo>
                    <a:lnTo>
                      <a:pt x="212" y="60"/>
                    </a:lnTo>
                    <a:lnTo>
                      <a:pt x="211" y="56"/>
                    </a:lnTo>
                    <a:lnTo>
                      <a:pt x="210" y="51"/>
                    </a:lnTo>
                    <a:lnTo>
                      <a:pt x="208" y="45"/>
                    </a:lnTo>
                    <a:lnTo>
                      <a:pt x="206" y="41"/>
                    </a:lnTo>
                    <a:lnTo>
                      <a:pt x="198" y="30"/>
                    </a:lnTo>
                    <a:lnTo>
                      <a:pt x="188" y="20"/>
                    </a:lnTo>
                    <a:lnTo>
                      <a:pt x="177" y="13"/>
                    </a:lnTo>
                    <a:lnTo>
                      <a:pt x="164" y="6"/>
                    </a:lnTo>
                    <a:lnTo>
                      <a:pt x="157" y="3"/>
                    </a:lnTo>
                    <a:lnTo>
                      <a:pt x="151" y="2"/>
                    </a:lnTo>
                    <a:lnTo>
                      <a:pt x="143" y="1"/>
                    </a:lnTo>
                    <a:lnTo>
                      <a:pt x="137" y="0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E1BC2B2-41DC-6A6B-D563-9E5E273351E0}"/>
                </a:ext>
              </a:extLst>
            </p:cNvPr>
            <p:cNvGrpSpPr/>
            <p:nvPr/>
          </p:nvGrpSpPr>
          <p:grpSpPr>
            <a:xfrm>
              <a:off x="6096000" y="4622563"/>
              <a:ext cx="518230" cy="518230"/>
              <a:chOff x="4325938" y="5057775"/>
              <a:chExt cx="285750" cy="285750"/>
            </a:xfrm>
            <a:solidFill>
              <a:schemeClr val="bg1"/>
            </a:solidFill>
          </p:grpSpPr>
          <p:sp>
            <p:nvSpPr>
              <p:cNvPr id="47" name="Freeform 496">
                <a:extLst>
                  <a:ext uri="{FF2B5EF4-FFF2-40B4-BE49-F238E27FC236}">
                    <a16:creationId xmlns:a16="http://schemas.microsoft.com/office/drawing/2014/main" id="{4E955860-8F30-6049-2037-59F2884C2B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5938" y="5057775"/>
                <a:ext cx="285750" cy="285750"/>
              </a:xfrm>
              <a:custGeom>
                <a:avLst/>
                <a:gdLst>
                  <a:gd name="T0" fmla="*/ 870 w 900"/>
                  <a:gd name="T1" fmla="*/ 870 h 900"/>
                  <a:gd name="T2" fmla="*/ 30 w 900"/>
                  <a:gd name="T3" fmla="*/ 870 h 900"/>
                  <a:gd name="T4" fmla="*/ 30 w 900"/>
                  <a:gd name="T5" fmla="*/ 30 h 900"/>
                  <a:gd name="T6" fmla="*/ 870 w 900"/>
                  <a:gd name="T7" fmla="*/ 30 h 900"/>
                  <a:gd name="T8" fmla="*/ 870 w 900"/>
                  <a:gd name="T9" fmla="*/ 870 h 900"/>
                  <a:gd name="T10" fmla="*/ 885 w 900"/>
                  <a:gd name="T11" fmla="*/ 0 h 900"/>
                  <a:gd name="T12" fmla="*/ 15 w 900"/>
                  <a:gd name="T13" fmla="*/ 0 h 900"/>
                  <a:gd name="T14" fmla="*/ 12 w 900"/>
                  <a:gd name="T15" fmla="*/ 0 h 900"/>
                  <a:gd name="T16" fmla="*/ 10 w 900"/>
                  <a:gd name="T17" fmla="*/ 1 h 900"/>
                  <a:gd name="T18" fmla="*/ 6 w 900"/>
                  <a:gd name="T19" fmla="*/ 3 h 900"/>
                  <a:gd name="T20" fmla="*/ 4 w 900"/>
                  <a:gd name="T21" fmla="*/ 4 h 900"/>
                  <a:gd name="T22" fmla="*/ 2 w 900"/>
                  <a:gd name="T23" fmla="*/ 7 h 900"/>
                  <a:gd name="T24" fmla="*/ 1 w 900"/>
                  <a:gd name="T25" fmla="*/ 10 h 900"/>
                  <a:gd name="T26" fmla="*/ 0 w 900"/>
                  <a:gd name="T27" fmla="*/ 12 h 900"/>
                  <a:gd name="T28" fmla="*/ 0 w 900"/>
                  <a:gd name="T29" fmla="*/ 15 h 900"/>
                  <a:gd name="T30" fmla="*/ 0 w 900"/>
                  <a:gd name="T31" fmla="*/ 885 h 900"/>
                  <a:gd name="T32" fmla="*/ 0 w 900"/>
                  <a:gd name="T33" fmla="*/ 888 h 900"/>
                  <a:gd name="T34" fmla="*/ 1 w 900"/>
                  <a:gd name="T35" fmla="*/ 890 h 900"/>
                  <a:gd name="T36" fmla="*/ 3 w 900"/>
                  <a:gd name="T37" fmla="*/ 893 h 900"/>
                  <a:gd name="T38" fmla="*/ 4 w 900"/>
                  <a:gd name="T39" fmla="*/ 895 h 900"/>
                  <a:gd name="T40" fmla="*/ 6 w 900"/>
                  <a:gd name="T41" fmla="*/ 897 h 900"/>
                  <a:gd name="T42" fmla="*/ 10 w 900"/>
                  <a:gd name="T43" fmla="*/ 899 h 900"/>
                  <a:gd name="T44" fmla="*/ 12 w 900"/>
                  <a:gd name="T45" fmla="*/ 899 h 900"/>
                  <a:gd name="T46" fmla="*/ 15 w 900"/>
                  <a:gd name="T47" fmla="*/ 900 h 900"/>
                  <a:gd name="T48" fmla="*/ 885 w 900"/>
                  <a:gd name="T49" fmla="*/ 900 h 900"/>
                  <a:gd name="T50" fmla="*/ 888 w 900"/>
                  <a:gd name="T51" fmla="*/ 899 h 900"/>
                  <a:gd name="T52" fmla="*/ 890 w 900"/>
                  <a:gd name="T53" fmla="*/ 899 h 900"/>
                  <a:gd name="T54" fmla="*/ 893 w 900"/>
                  <a:gd name="T55" fmla="*/ 897 h 900"/>
                  <a:gd name="T56" fmla="*/ 895 w 900"/>
                  <a:gd name="T57" fmla="*/ 895 h 900"/>
                  <a:gd name="T58" fmla="*/ 897 w 900"/>
                  <a:gd name="T59" fmla="*/ 893 h 900"/>
                  <a:gd name="T60" fmla="*/ 899 w 900"/>
                  <a:gd name="T61" fmla="*/ 890 h 900"/>
                  <a:gd name="T62" fmla="*/ 899 w 900"/>
                  <a:gd name="T63" fmla="*/ 888 h 900"/>
                  <a:gd name="T64" fmla="*/ 900 w 900"/>
                  <a:gd name="T65" fmla="*/ 885 h 900"/>
                  <a:gd name="T66" fmla="*/ 900 w 900"/>
                  <a:gd name="T67" fmla="*/ 15 h 900"/>
                  <a:gd name="T68" fmla="*/ 899 w 900"/>
                  <a:gd name="T69" fmla="*/ 12 h 900"/>
                  <a:gd name="T70" fmla="*/ 899 w 900"/>
                  <a:gd name="T71" fmla="*/ 10 h 900"/>
                  <a:gd name="T72" fmla="*/ 897 w 900"/>
                  <a:gd name="T73" fmla="*/ 7 h 900"/>
                  <a:gd name="T74" fmla="*/ 895 w 900"/>
                  <a:gd name="T75" fmla="*/ 4 h 900"/>
                  <a:gd name="T76" fmla="*/ 892 w 900"/>
                  <a:gd name="T77" fmla="*/ 3 h 900"/>
                  <a:gd name="T78" fmla="*/ 890 w 900"/>
                  <a:gd name="T79" fmla="*/ 1 h 900"/>
                  <a:gd name="T80" fmla="*/ 887 w 900"/>
                  <a:gd name="T81" fmla="*/ 0 h 900"/>
                  <a:gd name="T82" fmla="*/ 885 w 900"/>
                  <a:gd name="T83" fmla="*/ 0 h 900"/>
                  <a:gd name="T84" fmla="*/ 885 w 900"/>
                  <a:gd name="T85" fmla="*/ 0 h 9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00" h="900">
                    <a:moveTo>
                      <a:pt x="870" y="870"/>
                    </a:moveTo>
                    <a:lnTo>
                      <a:pt x="30" y="870"/>
                    </a:lnTo>
                    <a:lnTo>
                      <a:pt x="30" y="30"/>
                    </a:lnTo>
                    <a:lnTo>
                      <a:pt x="870" y="30"/>
                    </a:lnTo>
                    <a:lnTo>
                      <a:pt x="870" y="870"/>
                    </a:lnTo>
                    <a:close/>
                    <a:moveTo>
                      <a:pt x="88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885"/>
                    </a:lnTo>
                    <a:lnTo>
                      <a:pt x="0" y="888"/>
                    </a:lnTo>
                    <a:lnTo>
                      <a:pt x="1" y="890"/>
                    </a:lnTo>
                    <a:lnTo>
                      <a:pt x="3" y="893"/>
                    </a:lnTo>
                    <a:lnTo>
                      <a:pt x="4" y="895"/>
                    </a:lnTo>
                    <a:lnTo>
                      <a:pt x="6" y="897"/>
                    </a:lnTo>
                    <a:lnTo>
                      <a:pt x="10" y="899"/>
                    </a:lnTo>
                    <a:lnTo>
                      <a:pt x="12" y="899"/>
                    </a:lnTo>
                    <a:lnTo>
                      <a:pt x="15" y="900"/>
                    </a:lnTo>
                    <a:lnTo>
                      <a:pt x="885" y="900"/>
                    </a:lnTo>
                    <a:lnTo>
                      <a:pt x="888" y="899"/>
                    </a:lnTo>
                    <a:lnTo>
                      <a:pt x="890" y="899"/>
                    </a:lnTo>
                    <a:lnTo>
                      <a:pt x="893" y="897"/>
                    </a:lnTo>
                    <a:lnTo>
                      <a:pt x="895" y="895"/>
                    </a:lnTo>
                    <a:lnTo>
                      <a:pt x="897" y="893"/>
                    </a:lnTo>
                    <a:lnTo>
                      <a:pt x="899" y="890"/>
                    </a:lnTo>
                    <a:lnTo>
                      <a:pt x="899" y="888"/>
                    </a:lnTo>
                    <a:lnTo>
                      <a:pt x="900" y="885"/>
                    </a:lnTo>
                    <a:lnTo>
                      <a:pt x="900" y="15"/>
                    </a:lnTo>
                    <a:lnTo>
                      <a:pt x="899" y="12"/>
                    </a:lnTo>
                    <a:lnTo>
                      <a:pt x="899" y="10"/>
                    </a:lnTo>
                    <a:lnTo>
                      <a:pt x="897" y="7"/>
                    </a:lnTo>
                    <a:lnTo>
                      <a:pt x="895" y="4"/>
                    </a:lnTo>
                    <a:lnTo>
                      <a:pt x="892" y="3"/>
                    </a:lnTo>
                    <a:lnTo>
                      <a:pt x="890" y="1"/>
                    </a:lnTo>
                    <a:lnTo>
                      <a:pt x="887" y="0"/>
                    </a:lnTo>
                    <a:lnTo>
                      <a:pt x="885" y="0"/>
                    </a:lnTo>
                    <a:lnTo>
                      <a:pt x="88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8" name="Freeform 497">
                <a:extLst>
                  <a:ext uri="{FF2B5EF4-FFF2-40B4-BE49-F238E27FC236}">
                    <a16:creationId xmlns:a16="http://schemas.microsoft.com/office/drawing/2014/main" id="{52C675EE-4470-E258-0461-6CA268E96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7863" y="5124450"/>
                <a:ext cx="85725" cy="9525"/>
              </a:xfrm>
              <a:custGeom>
                <a:avLst/>
                <a:gdLst>
                  <a:gd name="T0" fmla="*/ 15 w 270"/>
                  <a:gd name="T1" fmla="*/ 30 h 30"/>
                  <a:gd name="T2" fmla="*/ 255 w 270"/>
                  <a:gd name="T3" fmla="*/ 30 h 30"/>
                  <a:gd name="T4" fmla="*/ 258 w 270"/>
                  <a:gd name="T5" fmla="*/ 30 h 30"/>
                  <a:gd name="T6" fmla="*/ 260 w 270"/>
                  <a:gd name="T7" fmla="*/ 29 h 30"/>
                  <a:gd name="T8" fmla="*/ 263 w 270"/>
                  <a:gd name="T9" fmla="*/ 28 h 30"/>
                  <a:gd name="T10" fmla="*/ 265 w 270"/>
                  <a:gd name="T11" fmla="*/ 26 h 30"/>
                  <a:gd name="T12" fmla="*/ 267 w 270"/>
                  <a:gd name="T13" fmla="*/ 24 h 30"/>
                  <a:gd name="T14" fmla="*/ 269 w 270"/>
                  <a:gd name="T15" fmla="*/ 20 h 30"/>
                  <a:gd name="T16" fmla="*/ 269 w 270"/>
                  <a:gd name="T17" fmla="*/ 18 h 30"/>
                  <a:gd name="T18" fmla="*/ 270 w 270"/>
                  <a:gd name="T19" fmla="*/ 15 h 30"/>
                  <a:gd name="T20" fmla="*/ 269 w 270"/>
                  <a:gd name="T21" fmla="*/ 12 h 30"/>
                  <a:gd name="T22" fmla="*/ 269 w 270"/>
                  <a:gd name="T23" fmla="*/ 10 h 30"/>
                  <a:gd name="T24" fmla="*/ 267 w 270"/>
                  <a:gd name="T25" fmla="*/ 6 h 30"/>
                  <a:gd name="T26" fmla="*/ 265 w 270"/>
                  <a:gd name="T27" fmla="*/ 4 h 30"/>
                  <a:gd name="T28" fmla="*/ 263 w 270"/>
                  <a:gd name="T29" fmla="*/ 2 h 30"/>
                  <a:gd name="T30" fmla="*/ 260 w 270"/>
                  <a:gd name="T31" fmla="*/ 1 h 30"/>
                  <a:gd name="T32" fmla="*/ 258 w 270"/>
                  <a:gd name="T33" fmla="*/ 0 h 30"/>
                  <a:gd name="T34" fmla="*/ 255 w 270"/>
                  <a:gd name="T35" fmla="*/ 0 h 30"/>
                  <a:gd name="T36" fmla="*/ 15 w 270"/>
                  <a:gd name="T37" fmla="*/ 0 h 30"/>
                  <a:gd name="T38" fmla="*/ 12 w 270"/>
                  <a:gd name="T39" fmla="*/ 0 h 30"/>
                  <a:gd name="T40" fmla="*/ 8 w 270"/>
                  <a:gd name="T41" fmla="*/ 1 h 30"/>
                  <a:gd name="T42" fmla="*/ 6 w 270"/>
                  <a:gd name="T43" fmla="*/ 2 h 30"/>
                  <a:gd name="T44" fmla="*/ 4 w 270"/>
                  <a:gd name="T45" fmla="*/ 4 h 30"/>
                  <a:gd name="T46" fmla="*/ 2 w 270"/>
                  <a:gd name="T47" fmla="*/ 6 h 30"/>
                  <a:gd name="T48" fmla="*/ 1 w 270"/>
                  <a:gd name="T49" fmla="*/ 10 h 30"/>
                  <a:gd name="T50" fmla="*/ 0 w 270"/>
                  <a:gd name="T51" fmla="*/ 12 h 30"/>
                  <a:gd name="T52" fmla="*/ 0 w 270"/>
                  <a:gd name="T53" fmla="*/ 15 h 30"/>
                  <a:gd name="T54" fmla="*/ 0 w 270"/>
                  <a:gd name="T55" fmla="*/ 18 h 30"/>
                  <a:gd name="T56" fmla="*/ 1 w 270"/>
                  <a:gd name="T57" fmla="*/ 20 h 30"/>
                  <a:gd name="T58" fmla="*/ 2 w 270"/>
                  <a:gd name="T59" fmla="*/ 24 h 30"/>
                  <a:gd name="T60" fmla="*/ 4 w 270"/>
                  <a:gd name="T61" fmla="*/ 26 h 30"/>
                  <a:gd name="T62" fmla="*/ 6 w 270"/>
                  <a:gd name="T63" fmla="*/ 28 h 30"/>
                  <a:gd name="T64" fmla="*/ 8 w 270"/>
                  <a:gd name="T65" fmla="*/ 29 h 30"/>
                  <a:gd name="T66" fmla="*/ 12 w 270"/>
                  <a:gd name="T67" fmla="*/ 30 h 30"/>
                  <a:gd name="T68" fmla="*/ 15 w 27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70" h="30">
                    <a:moveTo>
                      <a:pt x="15" y="30"/>
                    </a:moveTo>
                    <a:lnTo>
                      <a:pt x="255" y="30"/>
                    </a:lnTo>
                    <a:lnTo>
                      <a:pt x="258" y="30"/>
                    </a:lnTo>
                    <a:lnTo>
                      <a:pt x="260" y="29"/>
                    </a:lnTo>
                    <a:lnTo>
                      <a:pt x="263" y="28"/>
                    </a:lnTo>
                    <a:lnTo>
                      <a:pt x="265" y="26"/>
                    </a:lnTo>
                    <a:lnTo>
                      <a:pt x="267" y="24"/>
                    </a:lnTo>
                    <a:lnTo>
                      <a:pt x="269" y="20"/>
                    </a:lnTo>
                    <a:lnTo>
                      <a:pt x="269" y="18"/>
                    </a:lnTo>
                    <a:lnTo>
                      <a:pt x="270" y="15"/>
                    </a:lnTo>
                    <a:lnTo>
                      <a:pt x="269" y="12"/>
                    </a:lnTo>
                    <a:lnTo>
                      <a:pt x="269" y="10"/>
                    </a:lnTo>
                    <a:lnTo>
                      <a:pt x="267" y="6"/>
                    </a:lnTo>
                    <a:lnTo>
                      <a:pt x="265" y="4"/>
                    </a:lnTo>
                    <a:lnTo>
                      <a:pt x="263" y="2"/>
                    </a:lnTo>
                    <a:lnTo>
                      <a:pt x="260" y="1"/>
                    </a:lnTo>
                    <a:lnTo>
                      <a:pt x="258" y="0"/>
                    </a:lnTo>
                    <a:lnTo>
                      <a:pt x="25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9" name="Freeform 498">
                <a:extLst>
                  <a:ext uri="{FF2B5EF4-FFF2-40B4-BE49-F238E27FC236}">
                    <a16:creationId xmlns:a16="http://schemas.microsoft.com/office/drawing/2014/main" id="{2AEA3BE8-F6B6-DADD-4167-97FC5BAD4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1625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8 h 30"/>
                  <a:gd name="T10" fmla="*/ 385 w 390"/>
                  <a:gd name="T11" fmla="*/ 26 h 30"/>
                  <a:gd name="T12" fmla="*/ 387 w 390"/>
                  <a:gd name="T13" fmla="*/ 24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10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10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4 h 30"/>
                  <a:gd name="T60" fmla="*/ 4 w 390"/>
                  <a:gd name="T61" fmla="*/ 26 h 30"/>
                  <a:gd name="T62" fmla="*/ 6 w 390"/>
                  <a:gd name="T63" fmla="*/ 28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8"/>
                    </a:lnTo>
                    <a:lnTo>
                      <a:pt x="385" y="26"/>
                    </a:lnTo>
                    <a:lnTo>
                      <a:pt x="387" y="24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10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0" name="Freeform 499">
                <a:extLst>
                  <a:ext uri="{FF2B5EF4-FFF2-40B4-BE49-F238E27FC236}">
                    <a16:creationId xmlns:a16="http://schemas.microsoft.com/office/drawing/2014/main" id="{39BF6F6A-D8D6-8326-105D-05D5A5CE8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006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8 h 30"/>
                  <a:gd name="T10" fmla="*/ 385 w 390"/>
                  <a:gd name="T11" fmla="*/ 26 h 30"/>
                  <a:gd name="T12" fmla="*/ 387 w 390"/>
                  <a:gd name="T13" fmla="*/ 23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10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10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3 h 30"/>
                  <a:gd name="T60" fmla="*/ 4 w 390"/>
                  <a:gd name="T61" fmla="*/ 26 h 30"/>
                  <a:gd name="T62" fmla="*/ 6 w 390"/>
                  <a:gd name="T63" fmla="*/ 28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  <a:gd name="T70" fmla="*/ 15 w 3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8"/>
                    </a:lnTo>
                    <a:lnTo>
                      <a:pt x="385" y="26"/>
                    </a:lnTo>
                    <a:lnTo>
                      <a:pt x="387" y="23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10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1" name="Freeform 500">
                <a:extLst>
                  <a:ext uri="{FF2B5EF4-FFF2-40B4-BE49-F238E27FC236}">
                    <a16:creationId xmlns:a16="http://schemas.microsoft.com/office/drawing/2014/main" id="{AD017832-90B3-5C90-37C6-5122F5C90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387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7 h 30"/>
                  <a:gd name="T10" fmla="*/ 385 w 390"/>
                  <a:gd name="T11" fmla="*/ 26 h 30"/>
                  <a:gd name="T12" fmla="*/ 387 w 390"/>
                  <a:gd name="T13" fmla="*/ 23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8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8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3 h 30"/>
                  <a:gd name="T60" fmla="*/ 4 w 390"/>
                  <a:gd name="T61" fmla="*/ 26 h 30"/>
                  <a:gd name="T62" fmla="*/ 6 w 390"/>
                  <a:gd name="T63" fmla="*/ 27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  <a:gd name="T70" fmla="*/ 15 w 3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7"/>
                    </a:lnTo>
                    <a:lnTo>
                      <a:pt x="385" y="26"/>
                    </a:lnTo>
                    <a:lnTo>
                      <a:pt x="387" y="23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8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2" name="Freeform 501">
                <a:extLst>
                  <a:ext uri="{FF2B5EF4-FFF2-40B4-BE49-F238E27FC236}">
                    <a16:creationId xmlns:a16="http://schemas.microsoft.com/office/drawing/2014/main" id="{E70F17EC-717E-4E30-2D24-BCE0F7BFB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76850"/>
                <a:ext cx="85725" cy="9525"/>
              </a:xfrm>
              <a:custGeom>
                <a:avLst/>
                <a:gdLst>
                  <a:gd name="T0" fmla="*/ 15 w 270"/>
                  <a:gd name="T1" fmla="*/ 30 h 30"/>
                  <a:gd name="T2" fmla="*/ 255 w 270"/>
                  <a:gd name="T3" fmla="*/ 30 h 30"/>
                  <a:gd name="T4" fmla="*/ 258 w 270"/>
                  <a:gd name="T5" fmla="*/ 30 h 30"/>
                  <a:gd name="T6" fmla="*/ 260 w 270"/>
                  <a:gd name="T7" fmla="*/ 29 h 30"/>
                  <a:gd name="T8" fmla="*/ 263 w 270"/>
                  <a:gd name="T9" fmla="*/ 27 h 30"/>
                  <a:gd name="T10" fmla="*/ 265 w 270"/>
                  <a:gd name="T11" fmla="*/ 26 h 30"/>
                  <a:gd name="T12" fmla="*/ 267 w 270"/>
                  <a:gd name="T13" fmla="*/ 23 h 30"/>
                  <a:gd name="T14" fmla="*/ 269 w 270"/>
                  <a:gd name="T15" fmla="*/ 20 h 30"/>
                  <a:gd name="T16" fmla="*/ 269 w 270"/>
                  <a:gd name="T17" fmla="*/ 18 h 30"/>
                  <a:gd name="T18" fmla="*/ 270 w 270"/>
                  <a:gd name="T19" fmla="*/ 15 h 30"/>
                  <a:gd name="T20" fmla="*/ 269 w 270"/>
                  <a:gd name="T21" fmla="*/ 12 h 30"/>
                  <a:gd name="T22" fmla="*/ 269 w 270"/>
                  <a:gd name="T23" fmla="*/ 8 h 30"/>
                  <a:gd name="T24" fmla="*/ 267 w 270"/>
                  <a:gd name="T25" fmla="*/ 6 h 30"/>
                  <a:gd name="T26" fmla="*/ 265 w 270"/>
                  <a:gd name="T27" fmla="*/ 4 h 30"/>
                  <a:gd name="T28" fmla="*/ 263 w 270"/>
                  <a:gd name="T29" fmla="*/ 2 h 30"/>
                  <a:gd name="T30" fmla="*/ 260 w 270"/>
                  <a:gd name="T31" fmla="*/ 1 h 30"/>
                  <a:gd name="T32" fmla="*/ 258 w 270"/>
                  <a:gd name="T33" fmla="*/ 0 h 30"/>
                  <a:gd name="T34" fmla="*/ 255 w 270"/>
                  <a:gd name="T35" fmla="*/ 0 h 30"/>
                  <a:gd name="T36" fmla="*/ 15 w 270"/>
                  <a:gd name="T37" fmla="*/ 0 h 30"/>
                  <a:gd name="T38" fmla="*/ 12 w 270"/>
                  <a:gd name="T39" fmla="*/ 0 h 30"/>
                  <a:gd name="T40" fmla="*/ 8 w 270"/>
                  <a:gd name="T41" fmla="*/ 1 h 30"/>
                  <a:gd name="T42" fmla="*/ 6 w 270"/>
                  <a:gd name="T43" fmla="*/ 2 h 30"/>
                  <a:gd name="T44" fmla="*/ 4 w 270"/>
                  <a:gd name="T45" fmla="*/ 4 h 30"/>
                  <a:gd name="T46" fmla="*/ 2 w 270"/>
                  <a:gd name="T47" fmla="*/ 6 h 30"/>
                  <a:gd name="T48" fmla="*/ 1 w 270"/>
                  <a:gd name="T49" fmla="*/ 8 h 30"/>
                  <a:gd name="T50" fmla="*/ 0 w 270"/>
                  <a:gd name="T51" fmla="*/ 12 h 30"/>
                  <a:gd name="T52" fmla="*/ 0 w 270"/>
                  <a:gd name="T53" fmla="*/ 15 h 30"/>
                  <a:gd name="T54" fmla="*/ 0 w 270"/>
                  <a:gd name="T55" fmla="*/ 18 h 30"/>
                  <a:gd name="T56" fmla="*/ 1 w 270"/>
                  <a:gd name="T57" fmla="*/ 20 h 30"/>
                  <a:gd name="T58" fmla="*/ 2 w 270"/>
                  <a:gd name="T59" fmla="*/ 23 h 30"/>
                  <a:gd name="T60" fmla="*/ 4 w 270"/>
                  <a:gd name="T61" fmla="*/ 26 h 30"/>
                  <a:gd name="T62" fmla="*/ 6 w 270"/>
                  <a:gd name="T63" fmla="*/ 27 h 30"/>
                  <a:gd name="T64" fmla="*/ 8 w 270"/>
                  <a:gd name="T65" fmla="*/ 29 h 30"/>
                  <a:gd name="T66" fmla="*/ 12 w 270"/>
                  <a:gd name="T67" fmla="*/ 30 h 30"/>
                  <a:gd name="T68" fmla="*/ 15 w 27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70" h="30">
                    <a:moveTo>
                      <a:pt x="15" y="30"/>
                    </a:moveTo>
                    <a:lnTo>
                      <a:pt x="255" y="30"/>
                    </a:lnTo>
                    <a:lnTo>
                      <a:pt x="258" y="30"/>
                    </a:lnTo>
                    <a:lnTo>
                      <a:pt x="260" y="29"/>
                    </a:lnTo>
                    <a:lnTo>
                      <a:pt x="263" y="27"/>
                    </a:lnTo>
                    <a:lnTo>
                      <a:pt x="265" y="26"/>
                    </a:lnTo>
                    <a:lnTo>
                      <a:pt x="267" y="23"/>
                    </a:lnTo>
                    <a:lnTo>
                      <a:pt x="269" y="20"/>
                    </a:lnTo>
                    <a:lnTo>
                      <a:pt x="269" y="18"/>
                    </a:lnTo>
                    <a:lnTo>
                      <a:pt x="270" y="15"/>
                    </a:lnTo>
                    <a:lnTo>
                      <a:pt x="269" y="12"/>
                    </a:lnTo>
                    <a:lnTo>
                      <a:pt x="269" y="8"/>
                    </a:lnTo>
                    <a:lnTo>
                      <a:pt x="267" y="6"/>
                    </a:lnTo>
                    <a:lnTo>
                      <a:pt x="265" y="4"/>
                    </a:lnTo>
                    <a:lnTo>
                      <a:pt x="263" y="2"/>
                    </a:lnTo>
                    <a:lnTo>
                      <a:pt x="260" y="1"/>
                    </a:lnTo>
                    <a:lnTo>
                      <a:pt x="258" y="0"/>
                    </a:lnTo>
                    <a:lnTo>
                      <a:pt x="25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3" name="Freeform 502">
                <a:extLst>
                  <a:ext uri="{FF2B5EF4-FFF2-40B4-BE49-F238E27FC236}">
                    <a16:creationId xmlns:a16="http://schemas.microsoft.com/office/drawing/2014/main" id="{064C6A88-BC92-B8F4-2344-521DAB5498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0958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8 h 180"/>
                  <a:gd name="T20" fmla="*/ 176 w 180"/>
                  <a:gd name="T21" fmla="*/ 176 h 180"/>
                  <a:gd name="T22" fmla="*/ 178 w 180"/>
                  <a:gd name="T23" fmla="*/ 174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10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3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10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4 h 180"/>
                  <a:gd name="T74" fmla="*/ 4 w 180"/>
                  <a:gd name="T75" fmla="*/ 176 h 180"/>
                  <a:gd name="T76" fmla="*/ 6 w 180"/>
                  <a:gd name="T77" fmla="*/ 178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8"/>
                    </a:lnTo>
                    <a:lnTo>
                      <a:pt x="176" y="176"/>
                    </a:lnTo>
                    <a:lnTo>
                      <a:pt x="178" y="174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3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4"/>
                    </a:lnTo>
                    <a:lnTo>
                      <a:pt x="4" y="176"/>
                    </a:lnTo>
                    <a:lnTo>
                      <a:pt x="6" y="178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4" name="Freeform 503">
                <a:extLst>
                  <a:ext uri="{FF2B5EF4-FFF2-40B4-BE49-F238E27FC236}">
                    <a16:creationId xmlns:a16="http://schemas.microsoft.com/office/drawing/2014/main" id="{DD1D5D9D-FF75-E85C-31B5-60F1E5E3B7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1720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7 h 180"/>
                  <a:gd name="T20" fmla="*/ 176 w 180"/>
                  <a:gd name="T21" fmla="*/ 176 h 180"/>
                  <a:gd name="T22" fmla="*/ 178 w 180"/>
                  <a:gd name="T23" fmla="*/ 173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10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2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10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3 h 180"/>
                  <a:gd name="T74" fmla="*/ 4 w 180"/>
                  <a:gd name="T75" fmla="*/ 176 h 180"/>
                  <a:gd name="T76" fmla="*/ 6 w 180"/>
                  <a:gd name="T77" fmla="*/ 178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  <a:gd name="T84" fmla="*/ 15 w 180"/>
                  <a:gd name="T85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7"/>
                    </a:lnTo>
                    <a:lnTo>
                      <a:pt x="176" y="176"/>
                    </a:lnTo>
                    <a:lnTo>
                      <a:pt x="178" y="173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2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3"/>
                    </a:lnTo>
                    <a:lnTo>
                      <a:pt x="4" y="176"/>
                    </a:lnTo>
                    <a:lnTo>
                      <a:pt x="6" y="178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5" name="Freeform 504">
                <a:extLst>
                  <a:ext uri="{FF2B5EF4-FFF2-40B4-BE49-F238E27FC236}">
                    <a16:creationId xmlns:a16="http://schemas.microsoft.com/office/drawing/2014/main" id="{D9ADE8E9-124B-A7D6-1505-D71708C958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2482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7 h 180"/>
                  <a:gd name="T20" fmla="*/ 176 w 180"/>
                  <a:gd name="T21" fmla="*/ 176 h 180"/>
                  <a:gd name="T22" fmla="*/ 178 w 180"/>
                  <a:gd name="T23" fmla="*/ 173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8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2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8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3 h 180"/>
                  <a:gd name="T74" fmla="*/ 4 w 180"/>
                  <a:gd name="T75" fmla="*/ 176 h 180"/>
                  <a:gd name="T76" fmla="*/ 6 w 180"/>
                  <a:gd name="T77" fmla="*/ 177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7"/>
                    </a:lnTo>
                    <a:lnTo>
                      <a:pt x="176" y="176"/>
                    </a:lnTo>
                    <a:lnTo>
                      <a:pt x="178" y="173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8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2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3"/>
                    </a:lnTo>
                    <a:lnTo>
                      <a:pt x="4" y="176"/>
                    </a:lnTo>
                    <a:lnTo>
                      <a:pt x="6" y="177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E88B496-C7D8-749D-ADE8-A52856F6FB0F}"/>
                </a:ext>
              </a:extLst>
            </p:cNvPr>
            <p:cNvGrpSpPr/>
            <p:nvPr/>
          </p:nvGrpSpPr>
          <p:grpSpPr>
            <a:xfrm>
              <a:off x="7244822" y="3885330"/>
              <a:ext cx="521110" cy="434736"/>
              <a:chOff x="11037888" y="817563"/>
              <a:chExt cx="287338" cy="239712"/>
            </a:xfrm>
            <a:solidFill>
              <a:schemeClr val="bg1"/>
            </a:solidFill>
          </p:grpSpPr>
          <p:sp>
            <p:nvSpPr>
              <p:cNvPr id="57" name="Freeform 294">
                <a:extLst>
                  <a:ext uri="{FF2B5EF4-FFF2-40B4-BE49-F238E27FC236}">
                    <a16:creationId xmlns:a16="http://schemas.microsoft.com/office/drawing/2014/main" id="{FFD82E79-3FFC-D471-84CF-9CCEDD858F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37888" y="817563"/>
                <a:ext cx="287338" cy="239712"/>
              </a:xfrm>
              <a:custGeom>
                <a:avLst/>
                <a:gdLst>
                  <a:gd name="T0" fmla="*/ 752 w 903"/>
                  <a:gd name="T1" fmla="*/ 722 h 753"/>
                  <a:gd name="T2" fmla="*/ 752 w 903"/>
                  <a:gd name="T3" fmla="*/ 374 h 753"/>
                  <a:gd name="T4" fmla="*/ 750 w 903"/>
                  <a:gd name="T5" fmla="*/ 368 h 753"/>
                  <a:gd name="T6" fmla="*/ 745 w 903"/>
                  <a:gd name="T7" fmla="*/ 364 h 753"/>
                  <a:gd name="T8" fmla="*/ 740 w 903"/>
                  <a:gd name="T9" fmla="*/ 362 h 753"/>
                  <a:gd name="T10" fmla="*/ 165 w 903"/>
                  <a:gd name="T11" fmla="*/ 361 h 753"/>
                  <a:gd name="T12" fmla="*/ 160 w 903"/>
                  <a:gd name="T13" fmla="*/ 363 h 753"/>
                  <a:gd name="T14" fmla="*/ 154 w 903"/>
                  <a:gd name="T15" fmla="*/ 366 h 753"/>
                  <a:gd name="T16" fmla="*/ 151 w 903"/>
                  <a:gd name="T17" fmla="*/ 371 h 753"/>
                  <a:gd name="T18" fmla="*/ 150 w 903"/>
                  <a:gd name="T19" fmla="*/ 377 h 753"/>
                  <a:gd name="T20" fmla="*/ 90 w 903"/>
                  <a:gd name="T21" fmla="*/ 722 h 753"/>
                  <a:gd name="T22" fmla="*/ 813 w 903"/>
                  <a:gd name="T23" fmla="*/ 301 h 753"/>
                  <a:gd name="T24" fmla="*/ 180 w 903"/>
                  <a:gd name="T25" fmla="*/ 722 h 753"/>
                  <a:gd name="T26" fmla="*/ 722 w 903"/>
                  <a:gd name="T27" fmla="*/ 391 h 753"/>
                  <a:gd name="T28" fmla="*/ 180 w 903"/>
                  <a:gd name="T29" fmla="*/ 722 h 753"/>
                  <a:gd name="T30" fmla="*/ 451 w 903"/>
                  <a:gd name="T31" fmla="*/ 32 h 753"/>
                  <a:gd name="T32" fmla="*/ 873 w 903"/>
                  <a:gd name="T33" fmla="*/ 271 h 753"/>
                  <a:gd name="T34" fmla="*/ 75 w 903"/>
                  <a:gd name="T35" fmla="*/ 271 h 753"/>
                  <a:gd name="T36" fmla="*/ 30 w 903"/>
                  <a:gd name="T37" fmla="*/ 220 h 753"/>
                  <a:gd name="T38" fmla="*/ 891 w 903"/>
                  <a:gd name="T39" fmla="*/ 301 h 753"/>
                  <a:gd name="T40" fmla="*/ 896 w 903"/>
                  <a:gd name="T41" fmla="*/ 299 h 753"/>
                  <a:gd name="T42" fmla="*/ 900 w 903"/>
                  <a:gd name="T43" fmla="*/ 294 h 753"/>
                  <a:gd name="T44" fmla="*/ 902 w 903"/>
                  <a:gd name="T45" fmla="*/ 289 h 753"/>
                  <a:gd name="T46" fmla="*/ 903 w 903"/>
                  <a:gd name="T47" fmla="*/ 211 h 753"/>
                  <a:gd name="T48" fmla="*/ 901 w 903"/>
                  <a:gd name="T49" fmla="*/ 202 h 753"/>
                  <a:gd name="T50" fmla="*/ 894 w 903"/>
                  <a:gd name="T51" fmla="*/ 197 h 753"/>
                  <a:gd name="T52" fmla="*/ 455 w 903"/>
                  <a:gd name="T53" fmla="*/ 0 h 753"/>
                  <a:gd name="T54" fmla="*/ 448 w 903"/>
                  <a:gd name="T55" fmla="*/ 0 h 753"/>
                  <a:gd name="T56" fmla="*/ 8 w 903"/>
                  <a:gd name="T57" fmla="*/ 197 h 753"/>
                  <a:gd name="T58" fmla="*/ 2 w 903"/>
                  <a:gd name="T59" fmla="*/ 202 h 753"/>
                  <a:gd name="T60" fmla="*/ 0 w 903"/>
                  <a:gd name="T61" fmla="*/ 211 h 753"/>
                  <a:gd name="T62" fmla="*/ 0 w 903"/>
                  <a:gd name="T63" fmla="*/ 289 h 753"/>
                  <a:gd name="T64" fmla="*/ 2 w 903"/>
                  <a:gd name="T65" fmla="*/ 294 h 753"/>
                  <a:gd name="T66" fmla="*/ 6 w 903"/>
                  <a:gd name="T67" fmla="*/ 299 h 753"/>
                  <a:gd name="T68" fmla="*/ 12 w 903"/>
                  <a:gd name="T69" fmla="*/ 301 h 753"/>
                  <a:gd name="T70" fmla="*/ 60 w 903"/>
                  <a:gd name="T71" fmla="*/ 301 h 753"/>
                  <a:gd name="T72" fmla="*/ 15 w 903"/>
                  <a:gd name="T73" fmla="*/ 722 h 753"/>
                  <a:gd name="T74" fmla="*/ 8 w 903"/>
                  <a:gd name="T75" fmla="*/ 724 h 753"/>
                  <a:gd name="T76" fmla="*/ 4 w 903"/>
                  <a:gd name="T77" fmla="*/ 727 h 753"/>
                  <a:gd name="T78" fmla="*/ 1 w 903"/>
                  <a:gd name="T79" fmla="*/ 732 h 753"/>
                  <a:gd name="T80" fmla="*/ 0 w 903"/>
                  <a:gd name="T81" fmla="*/ 738 h 753"/>
                  <a:gd name="T82" fmla="*/ 1 w 903"/>
                  <a:gd name="T83" fmla="*/ 744 h 753"/>
                  <a:gd name="T84" fmla="*/ 4 w 903"/>
                  <a:gd name="T85" fmla="*/ 748 h 753"/>
                  <a:gd name="T86" fmla="*/ 8 w 903"/>
                  <a:gd name="T87" fmla="*/ 751 h 753"/>
                  <a:gd name="T88" fmla="*/ 15 w 903"/>
                  <a:gd name="T89" fmla="*/ 753 h 753"/>
                  <a:gd name="T90" fmla="*/ 165 w 903"/>
                  <a:gd name="T91" fmla="*/ 753 h 753"/>
                  <a:gd name="T92" fmla="*/ 828 w 903"/>
                  <a:gd name="T93" fmla="*/ 753 h 753"/>
                  <a:gd name="T94" fmla="*/ 891 w 903"/>
                  <a:gd name="T95" fmla="*/ 753 h 753"/>
                  <a:gd name="T96" fmla="*/ 896 w 903"/>
                  <a:gd name="T97" fmla="*/ 750 h 753"/>
                  <a:gd name="T98" fmla="*/ 900 w 903"/>
                  <a:gd name="T99" fmla="*/ 746 h 753"/>
                  <a:gd name="T100" fmla="*/ 902 w 903"/>
                  <a:gd name="T101" fmla="*/ 741 h 753"/>
                  <a:gd name="T102" fmla="*/ 903 w 903"/>
                  <a:gd name="T103" fmla="*/ 735 h 753"/>
                  <a:gd name="T104" fmla="*/ 900 w 903"/>
                  <a:gd name="T105" fmla="*/ 730 h 753"/>
                  <a:gd name="T106" fmla="*/ 896 w 903"/>
                  <a:gd name="T107" fmla="*/ 726 h 753"/>
                  <a:gd name="T108" fmla="*/ 891 w 903"/>
                  <a:gd name="T109" fmla="*/ 724 h 753"/>
                  <a:gd name="T110" fmla="*/ 843 w 903"/>
                  <a:gd name="T111" fmla="*/ 722 h 753"/>
                  <a:gd name="T112" fmla="*/ 888 w 903"/>
                  <a:gd name="T113" fmla="*/ 301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03" h="753">
                    <a:moveTo>
                      <a:pt x="813" y="722"/>
                    </a:moveTo>
                    <a:lnTo>
                      <a:pt x="752" y="722"/>
                    </a:lnTo>
                    <a:lnTo>
                      <a:pt x="752" y="376"/>
                    </a:lnTo>
                    <a:lnTo>
                      <a:pt x="752" y="374"/>
                    </a:lnTo>
                    <a:lnTo>
                      <a:pt x="751" y="371"/>
                    </a:lnTo>
                    <a:lnTo>
                      <a:pt x="750" y="368"/>
                    </a:lnTo>
                    <a:lnTo>
                      <a:pt x="747" y="366"/>
                    </a:lnTo>
                    <a:lnTo>
                      <a:pt x="745" y="364"/>
                    </a:lnTo>
                    <a:lnTo>
                      <a:pt x="743" y="363"/>
                    </a:lnTo>
                    <a:lnTo>
                      <a:pt x="740" y="362"/>
                    </a:lnTo>
                    <a:lnTo>
                      <a:pt x="737" y="361"/>
                    </a:lnTo>
                    <a:lnTo>
                      <a:pt x="165" y="361"/>
                    </a:lnTo>
                    <a:lnTo>
                      <a:pt x="162" y="362"/>
                    </a:lnTo>
                    <a:lnTo>
                      <a:pt x="160" y="363"/>
                    </a:lnTo>
                    <a:lnTo>
                      <a:pt x="156" y="364"/>
                    </a:lnTo>
                    <a:lnTo>
                      <a:pt x="154" y="366"/>
                    </a:lnTo>
                    <a:lnTo>
                      <a:pt x="152" y="368"/>
                    </a:lnTo>
                    <a:lnTo>
                      <a:pt x="151" y="371"/>
                    </a:lnTo>
                    <a:lnTo>
                      <a:pt x="150" y="374"/>
                    </a:lnTo>
                    <a:lnTo>
                      <a:pt x="150" y="377"/>
                    </a:lnTo>
                    <a:lnTo>
                      <a:pt x="150" y="722"/>
                    </a:lnTo>
                    <a:lnTo>
                      <a:pt x="90" y="722"/>
                    </a:lnTo>
                    <a:lnTo>
                      <a:pt x="90" y="301"/>
                    </a:lnTo>
                    <a:lnTo>
                      <a:pt x="813" y="301"/>
                    </a:lnTo>
                    <a:lnTo>
                      <a:pt x="813" y="722"/>
                    </a:lnTo>
                    <a:close/>
                    <a:moveTo>
                      <a:pt x="180" y="722"/>
                    </a:moveTo>
                    <a:lnTo>
                      <a:pt x="180" y="391"/>
                    </a:lnTo>
                    <a:lnTo>
                      <a:pt x="722" y="391"/>
                    </a:lnTo>
                    <a:lnTo>
                      <a:pt x="722" y="722"/>
                    </a:lnTo>
                    <a:lnTo>
                      <a:pt x="180" y="722"/>
                    </a:lnTo>
                    <a:close/>
                    <a:moveTo>
                      <a:pt x="30" y="220"/>
                    </a:moveTo>
                    <a:lnTo>
                      <a:pt x="451" y="32"/>
                    </a:lnTo>
                    <a:lnTo>
                      <a:pt x="873" y="220"/>
                    </a:lnTo>
                    <a:lnTo>
                      <a:pt x="873" y="271"/>
                    </a:lnTo>
                    <a:lnTo>
                      <a:pt x="828" y="271"/>
                    </a:lnTo>
                    <a:lnTo>
                      <a:pt x="75" y="271"/>
                    </a:lnTo>
                    <a:lnTo>
                      <a:pt x="30" y="271"/>
                    </a:lnTo>
                    <a:lnTo>
                      <a:pt x="30" y="220"/>
                    </a:lnTo>
                    <a:close/>
                    <a:moveTo>
                      <a:pt x="888" y="301"/>
                    </a:moveTo>
                    <a:lnTo>
                      <a:pt x="891" y="301"/>
                    </a:lnTo>
                    <a:lnTo>
                      <a:pt x="893" y="300"/>
                    </a:lnTo>
                    <a:lnTo>
                      <a:pt x="896" y="299"/>
                    </a:lnTo>
                    <a:lnTo>
                      <a:pt x="899" y="297"/>
                    </a:lnTo>
                    <a:lnTo>
                      <a:pt x="900" y="294"/>
                    </a:lnTo>
                    <a:lnTo>
                      <a:pt x="902" y="292"/>
                    </a:lnTo>
                    <a:lnTo>
                      <a:pt x="902" y="289"/>
                    </a:lnTo>
                    <a:lnTo>
                      <a:pt x="903" y="286"/>
                    </a:lnTo>
                    <a:lnTo>
                      <a:pt x="903" y="211"/>
                    </a:lnTo>
                    <a:lnTo>
                      <a:pt x="902" y="206"/>
                    </a:lnTo>
                    <a:lnTo>
                      <a:pt x="901" y="202"/>
                    </a:lnTo>
                    <a:lnTo>
                      <a:pt x="898" y="199"/>
                    </a:lnTo>
                    <a:lnTo>
                      <a:pt x="894" y="197"/>
                    </a:lnTo>
                    <a:lnTo>
                      <a:pt x="458" y="1"/>
                    </a:lnTo>
                    <a:lnTo>
                      <a:pt x="455" y="0"/>
                    </a:lnTo>
                    <a:lnTo>
                      <a:pt x="451" y="0"/>
                    </a:lnTo>
                    <a:lnTo>
                      <a:pt x="448" y="0"/>
                    </a:lnTo>
                    <a:lnTo>
                      <a:pt x="445" y="1"/>
                    </a:lnTo>
                    <a:lnTo>
                      <a:pt x="8" y="197"/>
                    </a:lnTo>
                    <a:lnTo>
                      <a:pt x="5" y="199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0" y="211"/>
                    </a:lnTo>
                    <a:lnTo>
                      <a:pt x="0" y="286"/>
                    </a:lnTo>
                    <a:lnTo>
                      <a:pt x="0" y="289"/>
                    </a:lnTo>
                    <a:lnTo>
                      <a:pt x="1" y="292"/>
                    </a:lnTo>
                    <a:lnTo>
                      <a:pt x="2" y="294"/>
                    </a:lnTo>
                    <a:lnTo>
                      <a:pt x="4" y="297"/>
                    </a:lnTo>
                    <a:lnTo>
                      <a:pt x="6" y="299"/>
                    </a:lnTo>
                    <a:lnTo>
                      <a:pt x="8" y="300"/>
                    </a:lnTo>
                    <a:lnTo>
                      <a:pt x="12" y="301"/>
                    </a:lnTo>
                    <a:lnTo>
                      <a:pt x="15" y="301"/>
                    </a:lnTo>
                    <a:lnTo>
                      <a:pt x="60" y="301"/>
                    </a:lnTo>
                    <a:lnTo>
                      <a:pt x="60" y="722"/>
                    </a:lnTo>
                    <a:lnTo>
                      <a:pt x="15" y="722"/>
                    </a:lnTo>
                    <a:lnTo>
                      <a:pt x="12" y="724"/>
                    </a:lnTo>
                    <a:lnTo>
                      <a:pt x="8" y="724"/>
                    </a:lnTo>
                    <a:lnTo>
                      <a:pt x="6" y="726"/>
                    </a:lnTo>
                    <a:lnTo>
                      <a:pt x="4" y="727"/>
                    </a:lnTo>
                    <a:lnTo>
                      <a:pt x="2" y="730"/>
                    </a:lnTo>
                    <a:lnTo>
                      <a:pt x="1" y="732"/>
                    </a:lnTo>
                    <a:lnTo>
                      <a:pt x="0" y="735"/>
                    </a:lnTo>
                    <a:lnTo>
                      <a:pt x="0" y="738"/>
                    </a:lnTo>
                    <a:lnTo>
                      <a:pt x="0" y="741"/>
                    </a:lnTo>
                    <a:lnTo>
                      <a:pt x="1" y="744"/>
                    </a:lnTo>
                    <a:lnTo>
                      <a:pt x="2" y="746"/>
                    </a:lnTo>
                    <a:lnTo>
                      <a:pt x="4" y="748"/>
                    </a:lnTo>
                    <a:lnTo>
                      <a:pt x="6" y="750"/>
                    </a:lnTo>
                    <a:lnTo>
                      <a:pt x="8" y="751"/>
                    </a:lnTo>
                    <a:lnTo>
                      <a:pt x="12" y="753"/>
                    </a:lnTo>
                    <a:lnTo>
                      <a:pt x="15" y="753"/>
                    </a:lnTo>
                    <a:lnTo>
                      <a:pt x="75" y="753"/>
                    </a:lnTo>
                    <a:lnTo>
                      <a:pt x="165" y="753"/>
                    </a:lnTo>
                    <a:lnTo>
                      <a:pt x="737" y="753"/>
                    </a:lnTo>
                    <a:lnTo>
                      <a:pt x="828" y="753"/>
                    </a:lnTo>
                    <a:lnTo>
                      <a:pt x="888" y="753"/>
                    </a:lnTo>
                    <a:lnTo>
                      <a:pt x="891" y="753"/>
                    </a:lnTo>
                    <a:lnTo>
                      <a:pt x="893" y="751"/>
                    </a:lnTo>
                    <a:lnTo>
                      <a:pt x="896" y="750"/>
                    </a:lnTo>
                    <a:lnTo>
                      <a:pt x="899" y="748"/>
                    </a:lnTo>
                    <a:lnTo>
                      <a:pt x="900" y="746"/>
                    </a:lnTo>
                    <a:lnTo>
                      <a:pt x="902" y="744"/>
                    </a:lnTo>
                    <a:lnTo>
                      <a:pt x="902" y="741"/>
                    </a:lnTo>
                    <a:lnTo>
                      <a:pt x="903" y="738"/>
                    </a:lnTo>
                    <a:lnTo>
                      <a:pt x="903" y="735"/>
                    </a:lnTo>
                    <a:lnTo>
                      <a:pt x="902" y="732"/>
                    </a:lnTo>
                    <a:lnTo>
                      <a:pt x="900" y="730"/>
                    </a:lnTo>
                    <a:lnTo>
                      <a:pt x="899" y="727"/>
                    </a:lnTo>
                    <a:lnTo>
                      <a:pt x="896" y="726"/>
                    </a:lnTo>
                    <a:lnTo>
                      <a:pt x="893" y="724"/>
                    </a:lnTo>
                    <a:lnTo>
                      <a:pt x="891" y="724"/>
                    </a:lnTo>
                    <a:lnTo>
                      <a:pt x="888" y="722"/>
                    </a:lnTo>
                    <a:lnTo>
                      <a:pt x="843" y="722"/>
                    </a:lnTo>
                    <a:lnTo>
                      <a:pt x="843" y="301"/>
                    </a:lnTo>
                    <a:lnTo>
                      <a:pt x="888" y="3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8" name="Freeform 295">
                <a:extLst>
                  <a:ext uri="{FF2B5EF4-FFF2-40B4-BE49-F238E27FC236}">
                    <a16:creationId xmlns:a16="http://schemas.microsoft.com/office/drawing/2014/main" id="{C8968C3E-46D5-07CE-FB86-14F3A3977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962025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2 h 30"/>
                  <a:gd name="T10" fmla="*/ 4 w 422"/>
                  <a:gd name="T11" fmla="*/ 4 h 30"/>
                  <a:gd name="T12" fmla="*/ 3 w 422"/>
                  <a:gd name="T13" fmla="*/ 7 h 30"/>
                  <a:gd name="T14" fmla="*/ 1 w 422"/>
                  <a:gd name="T15" fmla="*/ 9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8 h 30"/>
                  <a:gd name="T22" fmla="*/ 1 w 422"/>
                  <a:gd name="T23" fmla="*/ 20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7 h 30"/>
                  <a:gd name="T30" fmla="*/ 10 w 422"/>
                  <a:gd name="T31" fmla="*/ 29 h 30"/>
                  <a:gd name="T32" fmla="*/ 12 w 422"/>
                  <a:gd name="T33" fmla="*/ 29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29 h 30"/>
                  <a:gd name="T40" fmla="*/ 413 w 422"/>
                  <a:gd name="T41" fmla="*/ 29 h 30"/>
                  <a:gd name="T42" fmla="*/ 415 w 422"/>
                  <a:gd name="T43" fmla="*/ 27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0 h 30"/>
                  <a:gd name="T50" fmla="*/ 422 w 422"/>
                  <a:gd name="T51" fmla="*/ 18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9 h 30"/>
                  <a:gd name="T58" fmla="*/ 419 w 422"/>
                  <a:gd name="T59" fmla="*/ 7 h 30"/>
                  <a:gd name="T60" fmla="*/ 417 w 422"/>
                  <a:gd name="T61" fmla="*/ 4 h 30"/>
                  <a:gd name="T62" fmla="*/ 415 w 422"/>
                  <a:gd name="T63" fmla="*/ 2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2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29"/>
                    </a:lnTo>
                    <a:lnTo>
                      <a:pt x="413" y="29"/>
                    </a:lnTo>
                    <a:lnTo>
                      <a:pt x="415" y="27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0"/>
                    </a:lnTo>
                    <a:lnTo>
                      <a:pt x="422" y="18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9"/>
                    </a:lnTo>
                    <a:lnTo>
                      <a:pt x="419" y="7"/>
                    </a:lnTo>
                    <a:lnTo>
                      <a:pt x="417" y="4"/>
                    </a:lnTo>
                    <a:lnTo>
                      <a:pt x="415" y="2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9" name="Freeform 296">
                <a:extLst>
                  <a:ext uri="{FF2B5EF4-FFF2-40B4-BE49-F238E27FC236}">
                    <a16:creationId xmlns:a16="http://schemas.microsoft.com/office/drawing/2014/main" id="{DCB29A59-58CF-680F-89D1-51C153E3B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990600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2 h 30"/>
                  <a:gd name="T10" fmla="*/ 4 w 422"/>
                  <a:gd name="T11" fmla="*/ 5 h 30"/>
                  <a:gd name="T12" fmla="*/ 3 w 422"/>
                  <a:gd name="T13" fmla="*/ 7 h 30"/>
                  <a:gd name="T14" fmla="*/ 1 w 422"/>
                  <a:gd name="T15" fmla="*/ 9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8 h 30"/>
                  <a:gd name="T22" fmla="*/ 1 w 422"/>
                  <a:gd name="T23" fmla="*/ 21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8 h 30"/>
                  <a:gd name="T30" fmla="*/ 10 w 422"/>
                  <a:gd name="T31" fmla="*/ 29 h 30"/>
                  <a:gd name="T32" fmla="*/ 12 w 422"/>
                  <a:gd name="T33" fmla="*/ 30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30 h 30"/>
                  <a:gd name="T40" fmla="*/ 413 w 422"/>
                  <a:gd name="T41" fmla="*/ 29 h 30"/>
                  <a:gd name="T42" fmla="*/ 415 w 422"/>
                  <a:gd name="T43" fmla="*/ 28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1 h 30"/>
                  <a:gd name="T50" fmla="*/ 422 w 422"/>
                  <a:gd name="T51" fmla="*/ 18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9 h 30"/>
                  <a:gd name="T58" fmla="*/ 419 w 422"/>
                  <a:gd name="T59" fmla="*/ 7 h 30"/>
                  <a:gd name="T60" fmla="*/ 417 w 422"/>
                  <a:gd name="T61" fmla="*/ 5 h 30"/>
                  <a:gd name="T62" fmla="*/ 415 w 422"/>
                  <a:gd name="T63" fmla="*/ 2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2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30"/>
                    </a:lnTo>
                    <a:lnTo>
                      <a:pt x="413" y="29"/>
                    </a:lnTo>
                    <a:lnTo>
                      <a:pt x="415" y="28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1"/>
                    </a:lnTo>
                    <a:lnTo>
                      <a:pt x="422" y="18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9"/>
                    </a:lnTo>
                    <a:lnTo>
                      <a:pt x="419" y="7"/>
                    </a:lnTo>
                    <a:lnTo>
                      <a:pt x="417" y="5"/>
                    </a:lnTo>
                    <a:lnTo>
                      <a:pt x="415" y="2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0" name="Freeform 297">
                <a:extLst>
                  <a:ext uri="{FF2B5EF4-FFF2-40B4-BE49-F238E27FC236}">
                    <a16:creationId xmlns:a16="http://schemas.microsoft.com/office/drawing/2014/main" id="{4C18F540-B64A-DBDA-74F1-5BFCB64DB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1019175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3 h 30"/>
                  <a:gd name="T10" fmla="*/ 4 w 422"/>
                  <a:gd name="T11" fmla="*/ 5 h 30"/>
                  <a:gd name="T12" fmla="*/ 3 w 422"/>
                  <a:gd name="T13" fmla="*/ 7 h 30"/>
                  <a:gd name="T14" fmla="*/ 1 w 422"/>
                  <a:gd name="T15" fmla="*/ 10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9 h 30"/>
                  <a:gd name="T22" fmla="*/ 1 w 422"/>
                  <a:gd name="T23" fmla="*/ 22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8 h 30"/>
                  <a:gd name="T30" fmla="*/ 10 w 422"/>
                  <a:gd name="T31" fmla="*/ 29 h 30"/>
                  <a:gd name="T32" fmla="*/ 12 w 422"/>
                  <a:gd name="T33" fmla="*/ 30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30 h 30"/>
                  <a:gd name="T40" fmla="*/ 413 w 422"/>
                  <a:gd name="T41" fmla="*/ 29 h 30"/>
                  <a:gd name="T42" fmla="*/ 415 w 422"/>
                  <a:gd name="T43" fmla="*/ 28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2 h 30"/>
                  <a:gd name="T50" fmla="*/ 422 w 422"/>
                  <a:gd name="T51" fmla="*/ 19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10 h 30"/>
                  <a:gd name="T58" fmla="*/ 419 w 422"/>
                  <a:gd name="T59" fmla="*/ 7 h 30"/>
                  <a:gd name="T60" fmla="*/ 417 w 422"/>
                  <a:gd name="T61" fmla="*/ 5 h 30"/>
                  <a:gd name="T62" fmla="*/ 415 w 422"/>
                  <a:gd name="T63" fmla="*/ 3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  <a:gd name="T70" fmla="*/ 407 w 422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30"/>
                    </a:lnTo>
                    <a:lnTo>
                      <a:pt x="413" y="29"/>
                    </a:lnTo>
                    <a:lnTo>
                      <a:pt x="415" y="28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2"/>
                    </a:lnTo>
                    <a:lnTo>
                      <a:pt x="422" y="19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10"/>
                    </a:lnTo>
                    <a:lnTo>
                      <a:pt x="419" y="7"/>
                    </a:lnTo>
                    <a:lnTo>
                      <a:pt x="417" y="5"/>
                    </a:lnTo>
                    <a:lnTo>
                      <a:pt x="415" y="3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B9A9C7D-2F45-0082-724D-50154643551A}"/>
                </a:ext>
              </a:extLst>
            </p:cNvPr>
            <p:cNvGrpSpPr/>
            <p:nvPr/>
          </p:nvGrpSpPr>
          <p:grpSpPr>
            <a:xfrm>
              <a:off x="8705500" y="3120958"/>
              <a:ext cx="397312" cy="521110"/>
              <a:chOff x="6445250" y="2498725"/>
              <a:chExt cx="219075" cy="287338"/>
            </a:xfrm>
            <a:solidFill>
              <a:schemeClr val="bg1"/>
            </a:solidFill>
          </p:grpSpPr>
          <p:sp>
            <p:nvSpPr>
              <p:cNvPr id="62" name="Freeform 227">
                <a:extLst>
                  <a:ext uri="{FF2B5EF4-FFF2-40B4-BE49-F238E27FC236}">
                    <a16:creationId xmlns:a16="http://schemas.microsoft.com/office/drawing/2014/main" id="{E281E7AC-3C25-546B-BCA9-71939A666A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5250" y="2498725"/>
                <a:ext cx="219075" cy="287338"/>
              </a:xfrm>
              <a:custGeom>
                <a:avLst/>
                <a:gdLst>
                  <a:gd name="T0" fmla="*/ 104 w 692"/>
                  <a:gd name="T1" fmla="*/ 868 h 902"/>
                  <a:gd name="T2" fmla="*/ 69 w 692"/>
                  <a:gd name="T3" fmla="*/ 849 h 902"/>
                  <a:gd name="T4" fmla="*/ 43 w 692"/>
                  <a:gd name="T5" fmla="*/ 818 h 902"/>
                  <a:gd name="T6" fmla="*/ 31 w 692"/>
                  <a:gd name="T7" fmla="*/ 778 h 902"/>
                  <a:gd name="T8" fmla="*/ 35 w 692"/>
                  <a:gd name="T9" fmla="*/ 736 h 902"/>
                  <a:gd name="T10" fmla="*/ 55 w 692"/>
                  <a:gd name="T11" fmla="*/ 700 h 902"/>
                  <a:gd name="T12" fmla="*/ 86 w 692"/>
                  <a:gd name="T13" fmla="*/ 674 h 902"/>
                  <a:gd name="T14" fmla="*/ 124 w 692"/>
                  <a:gd name="T15" fmla="*/ 662 h 902"/>
                  <a:gd name="T16" fmla="*/ 167 w 692"/>
                  <a:gd name="T17" fmla="*/ 667 h 902"/>
                  <a:gd name="T18" fmla="*/ 202 w 692"/>
                  <a:gd name="T19" fmla="*/ 686 h 902"/>
                  <a:gd name="T20" fmla="*/ 228 w 692"/>
                  <a:gd name="T21" fmla="*/ 717 h 902"/>
                  <a:gd name="T22" fmla="*/ 240 w 692"/>
                  <a:gd name="T23" fmla="*/ 757 h 902"/>
                  <a:gd name="T24" fmla="*/ 236 w 692"/>
                  <a:gd name="T25" fmla="*/ 798 h 902"/>
                  <a:gd name="T26" fmla="*/ 216 w 692"/>
                  <a:gd name="T27" fmla="*/ 834 h 902"/>
                  <a:gd name="T28" fmla="*/ 185 w 692"/>
                  <a:gd name="T29" fmla="*/ 859 h 902"/>
                  <a:gd name="T30" fmla="*/ 146 w 692"/>
                  <a:gd name="T31" fmla="*/ 872 h 902"/>
                  <a:gd name="T32" fmla="*/ 511 w 692"/>
                  <a:gd name="T33" fmla="*/ 361 h 902"/>
                  <a:gd name="T34" fmla="*/ 271 w 692"/>
                  <a:gd name="T35" fmla="*/ 722 h 902"/>
                  <a:gd name="T36" fmla="*/ 632 w 692"/>
                  <a:gd name="T37" fmla="*/ 722 h 902"/>
                  <a:gd name="T38" fmla="*/ 622 w 692"/>
                  <a:gd name="T39" fmla="*/ 813 h 902"/>
                  <a:gd name="T40" fmla="*/ 266 w 692"/>
                  <a:gd name="T41" fmla="*/ 802 h 902"/>
                  <a:gd name="T42" fmla="*/ 270 w 692"/>
                  <a:gd name="T43" fmla="*/ 760 h 902"/>
                  <a:gd name="T44" fmla="*/ 652 w 692"/>
                  <a:gd name="T45" fmla="*/ 751 h 902"/>
                  <a:gd name="T46" fmla="*/ 660 w 692"/>
                  <a:gd name="T47" fmla="*/ 743 h 902"/>
                  <a:gd name="T48" fmla="*/ 661 w 692"/>
                  <a:gd name="T49" fmla="*/ 373 h 902"/>
                  <a:gd name="T50" fmla="*/ 655 w 692"/>
                  <a:gd name="T51" fmla="*/ 364 h 902"/>
                  <a:gd name="T52" fmla="*/ 541 w 692"/>
                  <a:gd name="T53" fmla="*/ 361 h 902"/>
                  <a:gd name="T54" fmla="*/ 539 w 692"/>
                  <a:gd name="T55" fmla="*/ 158 h 902"/>
                  <a:gd name="T56" fmla="*/ 529 w 692"/>
                  <a:gd name="T57" fmla="*/ 151 h 902"/>
                  <a:gd name="T58" fmla="*/ 250 w 692"/>
                  <a:gd name="T59" fmla="*/ 151 h 902"/>
                  <a:gd name="T60" fmla="*/ 242 w 692"/>
                  <a:gd name="T61" fmla="*/ 160 h 902"/>
                  <a:gd name="T62" fmla="*/ 241 w 692"/>
                  <a:gd name="T63" fmla="*/ 683 h 902"/>
                  <a:gd name="T64" fmla="*/ 213 w 692"/>
                  <a:gd name="T65" fmla="*/ 657 h 902"/>
                  <a:gd name="T66" fmla="*/ 180 w 692"/>
                  <a:gd name="T67" fmla="*/ 640 h 902"/>
                  <a:gd name="T68" fmla="*/ 178 w 692"/>
                  <a:gd name="T69" fmla="*/ 7 h 902"/>
                  <a:gd name="T70" fmla="*/ 168 w 692"/>
                  <a:gd name="T71" fmla="*/ 0 h 902"/>
                  <a:gd name="T72" fmla="*/ 70 w 692"/>
                  <a:gd name="T73" fmla="*/ 1 h 902"/>
                  <a:gd name="T74" fmla="*/ 61 w 692"/>
                  <a:gd name="T75" fmla="*/ 10 h 902"/>
                  <a:gd name="T76" fmla="*/ 61 w 692"/>
                  <a:gd name="T77" fmla="*/ 22 h 902"/>
                  <a:gd name="T78" fmla="*/ 70 w 692"/>
                  <a:gd name="T79" fmla="*/ 29 h 902"/>
                  <a:gd name="T80" fmla="*/ 150 w 692"/>
                  <a:gd name="T81" fmla="*/ 632 h 902"/>
                  <a:gd name="T82" fmla="*/ 108 w 692"/>
                  <a:gd name="T83" fmla="*/ 635 h 902"/>
                  <a:gd name="T84" fmla="*/ 60 w 692"/>
                  <a:gd name="T85" fmla="*/ 655 h 902"/>
                  <a:gd name="T86" fmla="*/ 24 w 692"/>
                  <a:gd name="T87" fmla="*/ 691 h 902"/>
                  <a:gd name="T88" fmla="*/ 3 w 692"/>
                  <a:gd name="T89" fmla="*/ 740 h 902"/>
                  <a:gd name="T90" fmla="*/ 3 w 692"/>
                  <a:gd name="T91" fmla="*/ 794 h 902"/>
                  <a:gd name="T92" fmla="*/ 24 w 692"/>
                  <a:gd name="T93" fmla="*/ 842 h 902"/>
                  <a:gd name="T94" fmla="*/ 60 w 692"/>
                  <a:gd name="T95" fmla="*/ 880 h 902"/>
                  <a:gd name="T96" fmla="*/ 108 w 692"/>
                  <a:gd name="T97" fmla="*/ 900 h 902"/>
                  <a:gd name="T98" fmla="*/ 152 w 692"/>
                  <a:gd name="T99" fmla="*/ 901 h 902"/>
                  <a:gd name="T100" fmla="*/ 200 w 692"/>
                  <a:gd name="T101" fmla="*/ 886 h 902"/>
                  <a:gd name="T102" fmla="*/ 247 w 692"/>
                  <a:gd name="T103" fmla="*/ 842 h 902"/>
                  <a:gd name="T104" fmla="*/ 671 w 692"/>
                  <a:gd name="T105" fmla="*/ 901 h 902"/>
                  <a:gd name="T106" fmla="*/ 682 w 692"/>
                  <a:gd name="T107" fmla="*/ 901 h 902"/>
                  <a:gd name="T108" fmla="*/ 691 w 692"/>
                  <a:gd name="T109" fmla="*/ 893 h 902"/>
                  <a:gd name="T110" fmla="*/ 691 w 692"/>
                  <a:gd name="T111" fmla="*/ 882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" h="902">
                    <a:moveTo>
                      <a:pt x="135" y="872"/>
                    </a:moveTo>
                    <a:lnTo>
                      <a:pt x="124" y="872"/>
                    </a:lnTo>
                    <a:lnTo>
                      <a:pt x="115" y="870"/>
                    </a:lnTo>
                    <a:lnTo>
                      <a:pt x="104" y="868"/>
                    </a:lnTo>
                    <a:lnTo>
                      <a:pt x="94" y="864"/>
                    </a:lnTo>
                    <a:lnTo>
                      <a:pt x="86" y="859"/>
                    </a:lnTo>
                    <a:lnTo>
                      <a:pt x="76" y="854"/>
                    </a:lnTo>
                    <a:lnTo>
                      <a:pt x="69" y="849"/>
                    </a:lnTo>
                    <a:lnTo>
                      <a:pt x="61" y="841"/>
                    </a:lnTo>
                    <a:lnTo>
                      <a:pt x="55" y="834"/>
                    </a:lnTo>
                    <a:lnTo>
                      <a:pt x="48" y="826"/>
                    </a:lnTo>
                    <a:lnTo>
                      <a:pt x="43" y="818"/>
                    </a:lnTo>
                    <a:lnTo>
                      <a:pt x="39" y="808"/>
                    </a:lnTo>
                    <a:lnTo>
                      <a:pt x="35" y="798"/>
                    </a:lnTo>
                    <a:lnTo>
                      <a:pt x="32" y="789"/>
                    </a:lnTo>
                    <a:lnTo>
                      <a:pt x="31" y="778"/>
                    </a:lnTo>
                    <a:lnTo>
                      <a:pt x="30" y="767"/>
                    </a:lnTo>
                    <a:lnTo>
                      <a:pt x="31" y="757"/>
                    </a:lnTo>
                    <a:lnTo>
                      <a:pt x="32" y="746"/>
                    </a:lnTo>
                    <a:lnTo>
                      <a:pt x="35" y="736"/>
                    </a:lnTo>
                    <a:lnTo>
                      <a:pt x="39" y="727"/>
                    </a:lnTo>
                    <a:lnTo>
                      <a:pt x="43" y="717"/>
                    </a:lnTo>
                    <a:lnTo>
                      <a:pt x="48" y="708"/>
                    </a:lnTo>
                    <a:lnTo>
                      <a:pt x="55" y="700"/>
                    </a:lnTo>
                    <a:lnTo>
                      <a:pt x="61" y="692"/>
                    </a:lnTo>
                    <a:lnTo>
                      <a:pt x="69" y="686"/>
                    </a:lnTo>
                    <a:lnTo>
                      <a:pt x="76" y="680"/>
                    </a:lnTo>
                    <a:lnTo>
                      <a:pt x="86" y="674"/>
                    </a:lnTo>
                    <a:lnTo>
                      <a:pt x="94" y="670"/>
                    </a:lnTo>
                    <a:lnTo>
                      <a:pt x="104" y="667"/>
                    </a:lnTo>
                    <a:lnTo>
                      <a:pt x="115" y="665"/>
                    </a:lnTo>
                    <a:lnTo>
                      <a:pt x="124" y="662"/>
                    </a:lnTo>
                    <a:lnTo>
                      <a:pt x="135" y="662"/>
                    </a:lnTo>
                    <a:lnTo>
                      <a:pt x="146" y="662"/>
                    </a:lnTo>
                    <a:lnTo>
                      <a:pt x="156" y="665"/>
                    </a:lnTo>
                    <a:lnTo>
                      <a:pt x="167" y="667"/>
                    </a:lnTo>
                    <a:lnTo>
                      <a:pt x="177" y="670"/>
                    </a:lnTo>
                    <a:lnTo>
                      <a:pt x="185" y="674"/>
                    </a:lnTo>
                    <a:lnTo>
                      <a:pt x="194" y="680"/>
                    </a:lnTo>
                    <a:lnTo>
                      <a:pt x="202" y="686"/>
                    </a:lnTo>
                    <a:lnTo>
                      <a:pt x="210" y="692"/>
                    </a:lnTo>
                    <a:lnTo>
                      <a:pt x="216" y="700"/>
                    </a:lnTo>
                    <a:lnTo>
                      <a:pt x="223" y="708"/>
                    </a:lnTo>
                    <a:lnTo>
                      <a:pt x="228" y="717"/>
                    </a:lnTo>
                    <a:lnTo>
                      <a:pt x="232" y="727"/>
                    </a:lnTo>
                    <a:lnTo>
                      <a:pt x="236" y="736"/>
                    </a:lnTo>
                    <a:lnTo>
                      <a:pt x="239" y="746"/>
                    </a:lnTo>
                    <a:lnTo>
                      <a:pt x="240" y="757"/>
                    </a:lnTo>
                    <a:lnTo>
                      <a:pt x="241" y="767"/>
                    </a:lnTo>
                    <a:lnTo>
                      <a:pt x="240" y="778"/>
                    </a:lnTo>
                    <a:lnTo>
                      <a:pt x="239" y="789"/>
                    </a:lnTo>
                    <a:lnTo>
                      <a:pt x="236" y="798"/>
                    </a:lnTo>
                    <a:lnTo>
                      <a:pt x="232" y="808"/>
                    </a:lnTo>
                    <a:lnTo>
                      <a:pt x="228" y="818"/>
                    </a:lnTo>
                    <a:lnTo>
                      <a:pt x="223" y="826"/>
                    </a:lnTo>
                    <a:lnTo>
                      <a:pt x="216" y="834"/>
                    </a:lnTo>
                    <a:lnTo>
                      <a:pt x="210" y="841"/>
                    </a:lnTo>
                    <a:lnTo>
                      <a:pt x="202" y="849"/>
                    </a:lnTo>
                    <a:lnTo>
                      <a:pt x="194" y="854"/>
                    </a:lnTo>
                    <a:lnTo>
                      <a:pt x="185" y="859"/>
                    </a:lnTo>
                    <a:lnTo>
                      <a:pt x="177" y="864"/>
                    </a:lnTo>
                    <a:lnTo>
                      <a:pt x="167" y="868"/>
                    </a:lnTo>
                    <a:lnTo>
                      <a:pt x="156" y="870"/>
                    </a:lnTo>
                    <a:lnTo>
                      <a:pt x="146" y="872"/>
                    </a:lnTo>
                    <a:lnTo>
                      <a:pt x="135" y="872"/>
                    </a:lnTo>
                    <a:close/>
                    <a:moveTo>
                      <a:pt x="271" y="180"/>
                    </a:moveTo>
                    <a:lnTo>
                      <a:pt x="511" y="180"/>
                    </a:lnTo>
                    <a:lnTo>
                      <a:pt x="511" y="361"/>
                    </a:lnTo>
                    <a:lnTo>
                      <a:pt x="271" y="361"/>
                    </a:lnTo>
                    <a:lnTo>
                      <a:pt x="271" y="180"/>
                    </a:lnTo>
                    <a:close/>
                    <a:moveTo>
                      <a:pt x="632" y="722"/>
                    </a:moveTo>
                    <a:lnTo>
                      <a:pt x="271" y="722"/>
                    </a:lnTo>
                    <a:lnTo>
                      <a:pt x="271" y="391"/>
                    </a:lnTo>
                    <a:lnTo>
                      <a:pt x="526" y="391"/>
                    </a:lnTo>
                    <a:lnTo>
                      <a:pt x="632" y="391"/>
                    </a:lnTo>
                    <a:lnTo>
                      <a:pt x="632" y="722"/>
                    </a:lnTo>
                    <a:close/>
                    <a:moveTo>
                      <a:pt x="688" y="877"/>
                    </a:moveTo>
                    <a:lnTo>
                      <a:pt x="627" y="817"/>
                    </a:lnTo>
                    <a:lnTo>
                      <a:pt x="625" y="814"/>
                    </a:lnTo>
                    <a:lnTo>
                      <a:pt x="622" y="813"/>
                    </a:lnTo>
                    <a:lnTo>
                      <a:pt x="619" y="812"/>
                    </a:lnTo>
                    <a:lnTo>
                      <a:pt x="616" y="812"/>
                    </a:lnTo>
                    <a:lnTo>
                      <a:pt x="262" y="812"/>
                    </a:lnTo>
                    <a:lnTo>
                      <a:pt x="266" y="802"/>
                    </a:lnTo>
                    <a:lnTo>
                      <a:pt x="269" y="790"/>
                    </a:lnTo>
                    <a:lnTo>
                      <a:pt x="270" y="779"/>
                    </a:lnTo>
                    <a:lnTo>
                      <a:pt x="271" y="767"/>
                    </a:lnTo>
                    <a:lnTo>
                      <a:pt x="270" y="760"/>
                    </a:lnTo>
                    <a:lnTo>
                      <a:pt x="270" y="752"/>
                    </a:lnTo>
                    <a:lnTo>
                      <a:pt x="647" y="752"/>
                    </a:lnTo>
                    <a:lnTo>
                      <a:pt x="649" y="752"/>
                    </a:lnTo>
                    <a:lnTo>
                      <a:pt x="652" y="751"/>
                    </a:lnTo>
                    <a:lnTo>
                      <a:pt x="655" y="749"/>
                    </a:lnTo>
                    <a:lnTo>
                      <a:pt x="657" y="748"/>
                    </a:lnTo>
                    <a:lnTo>
                      <a:pt x="659" y="746"/>
                    </a:lnTo>
                    <a:lnTo>
                      <a:pt x="660" y="743"/>
                    </a:lnTo>
                    <a:lnTo>
                      <a:pt x="661" y="741"/>
                    </a:lnTo>
                    <a:lnTo>
                      <a:pt x="662" y="737"/>
                    </a:lnTo>
                    <a:lnTo>
                      <a:pt x="662" y="376"/>
                    </a:lnTo>
                    <a:lnTo>
                      <a:pt x="661" y="373"/>
                    </a:lnTo>
                    <a:lnTo>
                      <a:pt x="660" y="370"/>
                    </a:lnTo>
                    <a:lnTo>
                      <a:pt x="659" y="368"/>
                    </a:lnTo>
                    <a:lnTo>
                      <a:pt x="657" y="366"/>
                    </a:lnTo>
                    <a:lnTo>
                      <a:pt x="655" y="364"/>
                    </a:lnTo>
                    <a:lnTo>
                      <a:pt x="652" y="362"/>
                    </a:lnTo>
                    <a:lnTo>
                      <a:pt x="649" y="361"/>
                    </a:lnTo>
                    <a:lnTo>
                      <a:pt x="647" y="361"/>
                    </a:lnTo>
                    <a:lnTo>
                      <a:pt x="541" y="361"/>
                    </a:lnTo>
                    <a:lnTo>
                      <a:pt x="541" y="165"/>
                    </a:lnTo>
                    <a:lnTo>
                      <a:pt x="541" y="163"/>
                    </a:lnTo>
                    <a:lnTo>
                      <a:pt x="540" y="160"/>
                    </a:lnTo>
                    <a:lnTo>
                      <a:pt x="539" y="158"/>
                    </a:lnTo>
                    <a:lnTo>
                      <a:pt x="537" y="155"/>
                    </a:lnTo>
                    <a:lnTo>
                      <a:pt x="535" y="154"/>
                    </a:lnTo>
                    <a:lnTo>
                      <a:pt x="532" y="152"/>
                    </a:lnTo>
                    <a:lnTo>
                      <a:pt x="529" y="151"/>
                    </a:lnTo>
                    <a:lnTo>
                      <a:pt x="526" y="150"/>
                    </a:lnTo>
                    <a:lnTo>
                      <a:pt x="256" y="150"/>
                    </a:lnTo>
                    <a:lnTo>
                      <a:pt x="253" y="151"/>
                    </a:lnTo>
                    <a:lnTo>
                      <a:pt x="250" y="151"/>
                    </a:lnTo>
                    <a:lnTo>
                      <a:pt x="247" y="154"/>
                    </a:lnTo>
                    <a:lnTo>
                      <a:pt x="245" y="155"/>
                    </a:lnTo>
                    <a:lnTo>
                      <a:pt x="243" y="158"/>
                    </a:lnTo>
                    <a:lnTo>
                      <a:pt x="242" y="160"/>
                    </a:lnTo>
                    <a:lnTo>
                      <a:pt x="241" y="163"/>
                    </a:lnTo>
                    <a:lnTo>
                      <a:pt x="241" y="165"/>
                    </a:lnTo>
                    <a:lnTo>
                      <a:pt x="241" y="376"/>
                    </a:lnTo>
                    <a:lnTo>
                      <a:pt x="241" y="683"/>
                    </a:lnTo>
                    <a:lnTo>
                      <a:pt x="235" y="675"/>
                    </a:lnTo>
                    <a:lnTo>
                      <a:pt x="228" y="669"/>
                    </a:lnTo>
                    <a:lnTo>
                      <a:pt x="221" y="662"/>
                    </a:lnTo>
                    <a:lnTo>
                      <a:pt x="213" y="657"/>
                    </a:lnTo>
                    <a:lnTo>
                      <a:pt x="206" y="652"/>
                    </a:lnTo>
                    <a:lnTo>
                      <a:pt x="198" y="647"/>
                    </a:lnTo>
                    <a:lnTo>
                      <a:pt x="190" y="643"/>
                    </a:lnTo>
                    <a:lnTo>
                      <a:pt x="180" y="640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7"/>
                    </a:lnTo>
                    <a:lnTo>
                      <a:pt x="176" y="5"/>
                    </a:lnTo>
                    <a:lnTo>
                      <a:pt x="174" y="3"/>
                    </a:lnTo>
                    <a:lnTo>
                      <a:pt x="171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75" y="0"/>
                    </a:lnTo>
                    <a:lnTo>
                      <a:pt x="72" y="0"/>
                    </a:lnTo>
                    <a:lnTo>
                      <a:pt x="70" y="1"/>
                    </a:lnTo>
                    <a:lnTo>
                      <a:pt x="66" y="3"/>
                    </a:lnTo>
                    <a:lnTo>
                      <a:pt x="64" y="5"/>
                    </a:lnTo>
                    <a:lnTo>
                      <a:pt x="63" y="7"/>
                    </a:lnTo>
                    <a:lnTo>
                      <a:pt x="61" y="10"/>
                    </a:lnTo>
                    <a:lnTo>
                      <a:pt x="60" y="12"/>
                    </a:lnTo>
                    <a:lnTo>
                      <a:pt x="60" y="15"/>
                    </a:lnTo>
                    <a:lnTo>
                      <a:pt x="60" y="19"/>
                    </a:lnTo>
                    <a:lnTo>
                      <a:pt x="61" y="22"/>
                    </a:lnTo>
                    <a:lnTo>
                      <a:pt x="63" y="24"/>
                    </a:lnTo>
                    <a:lnTo>
                      <a:pt x="64" y="26"/>
                    </a:lnTo>
                    <a:lnTo>
                      <a:pt x="66" y="28"/>
                    </a:lnTo>
                    <a:lnTo>
                      <a:pt x="70" y="29"/>
                    </a:lnTo>
                    <a:lnTo>
                      <a:pt x="72" y="30"/>
                    </a:lnTo>
                    <a:lnTo>
                      <a:pt x="75" y="30"/>
                    </a:lnTo>
                    <a:lnTo>
                      <a:pt x="150" y="30"/>
                    </a:lnTo>
                    <a:lnTo>
                      <a:pt x="150" y="632"/>
                    </a:lnTo>
                    <a:lnTo>
                      <a:pt x="142" y="632"/>
                    </a:lnTo>
                    <a:lnTo>
                      <a:pt x="135" y="632"/>
                    </a:lnTo>
                    <a:lnTo>
                      <a:pt x="121" y="632"/>
                    </a:lnTo>
                    <a:lnTo>
                      <a:pt x="108" y="635"/>
                    </a:lnTo>
                    <a:lnTo>
                      <a:pt x="95" y="638"/>
                    </a:lnTo>
                    <a:lnTo>
                      <a:pt x="82" y="642"/>
                    </a:lnTo>
                    <a:lnTo>
                      <a:pt x="71" y="648"/>
                    </a:lnTo>
                    <a:lnTo>
                      <a:pt x="60" y="655"/>
                    </a:lnTo>
                    <a:lnTo>
                      <a:pt x="49" y="662"/>
                    </a:lnTo>
                    <a:lnTo>
                      <a:pt x="40" y="672"/>
                    </a:lnTo>
                    <a:lnTo>
                      <a:pt x="31" y="682"/>
                    </a:lnTo>
                    <a:lnTo>
                      <a:pt x="24" y="691"/>
                    </a:lnTo>
                    <a:lnTo>
                      <a:pt x="16" y="703"/>
                    </a:lnTo>
                    <a:lnTo>
                      <a:pt x="11" y="715"/>
                    </a:lnTo>
                    <a:lnTo>
                      <a:pt x="6" y="727"/>
                    </a:lnTo>
                    <a:lnTo>
                      <a:pt x="3" y="740"/>
                    </a:lnTo>
                    <a:lnTo>
                      <a:pt x="1" y="753"/>
                    </a:lnTo>
                    <a:lnTo>
                      <a:pt x="0" y="767"/>
                    </a:lnTo>
                    <a:lnTo>
                      <a:pt x="1" y="781"/>
                    </a:lnTo>
                    <a:lnTo>
                      <a:pt x="3" y="794"/>
                    </a:lnTo>
                    <a:lnTo>
                      <a:pt x="6" y="807"/>
                    </a:lnTo>
                    <a:lnTo>
                      <a:pt x="11" y="820"/>
                    </a:lnTo>
                    <a:lnTo>
                      <a:pt x="16" y="832"/>
                    </a:lnTo>
                    <a:lnTo>
                      <a:pt x="24" y="842"/>
                    </a:lnTo>
                    <a:lnTo>
                      <a:pt x="31" y="853"/>
                    </a:lnTo>
                    <a:lnTo>
                      <a:pt x="40" y="863"/>
                    </a:lnTo>
                    <a:lnTo>
                      <a:pt x="49" y="871"/>
                    </a:lnTo>
                    <a:lnTo>
                      <a:pt x="60" y="880"/>
                    </a:lnTo>
                    <a:lnTo>
                      <a:pt x="71" y="886"/>
                    </a:lnTo>
                    <a:lnTo>
                      <a:pt x="82" y="892"/>
                    </a:lnTo>
                    <a:lnTo>
                      <a:pt x="95" y="896"/>
                    </a:lnTo>
                    <a:lnTo>
                      <a:pt x="108" y="900"/>
                    </a:lnTo>
                    <a:lnTo>
                      <a:pt x="121" y="902"/>
                    </a:lnTo>
                    <a:lnTo>
                      <a:pt x="135" y="902"/>
                    </a:lnTo>
                    <a:lnTo>
                      <a:pt x="144" y="902"/>
                    </a:lnTo>
                    <a:lnTo>
                      <a:pt x="152" y="901"/>
                    </a:lnTo>
                    <a:lnTo>
                      <a:pt x="161" y="900"/>
                    </a:lnTo>
                    <a:lnTo>
                      <a:pt x="169" y="898"/>
                    </a:lnTo>
                    <a:lnTo>
                      <a:pt x="185" y="893"/>
                    </a:lnTo>
                    <a:lnTo>
                      <a:pt x="200" y="886"/>
                    </a:lnTo>
                    <a:lnTo>
                      <a:pt x="214" y="878"/>
                    </a:lnTo>
                    <a:lnTo>
                      <a:pt x="226" y="867"/>
                    </a:lnTo>
                    <a:lnTo>
                      <a:pt x="238" y="855"/>
                    </a:lnTo>
                    <a:lnTo>
                      <a:pt x="247" y="842"/>
                    </a:lnTo>
                    <a:lnTo>
                      <a:pt x="611" y="842"/>
                    </a:lnTo>
                    <a:lnTo>
                      <a:pt x="666" y="898"/>
                    </a:lnTo>
                    <a:lnTo>
                      <a:pt x="668" y="900"/>
                    </a:lnTo>
                    <a:lnTo>
                      <a:pt x="671" y="901"/>
                    </a:lnTo>
                    <a:lnTo>
                      <a:pt x="674" y="902"/>
                    </a:lnTo>
                    <a:lnTo>
                      <a:pt x="677" y="902"/>
                    </a:lnTo>
                    <a:lnTo>
                      <a:pt x="679" y="902"/>
                    </a:lnTo>
                    <a:lnTo>
                      <a:pt x="682" y="901"/>
                    </a:lnTo>
                    <a:lnTo>
                      <a:pt x="685" y="900"/>
                    </a:lnTo>
                    <a:lnTo>
                      <a:pt x="688" y="898"/>
                    </a:lnTo>
                    <a:lnTo>
                      <a:pt x="689" y="896"/>
                    </a:lnTo>
                    <a:lnTo>
                      <a:pt x="691" y="893"/>
                    </a:lnTo>
                    <a:lnTo>
                      <a:pt x="691" y="891"/>
                    </a:lnTo>
                    <a:lnTo>
                      <a:pt x="692" y="887"/>
                    </a:lnTo>
                    <a:lnTo>
                      <a:pt x="691" y="884"/>
                    </a:lnTo>
                    <a:lnTo>
                      <a:pt x="691" y="882"/>
                    </a:lnTo>
                    <a:lnTo>
                      <a:pt x="689" y="879"/>
                    </a:lnTo>
                    <a:lnTo>
                      <a:pt x="688" y="877"/>
                    </a:lnTo>
                    <a:lnTo>
                      <a:pt x="688" y="8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3" name="Freeform 228">
                <a:extLst>
                  <a:ext uri="{FF2B5EF4-FFF2-40B4-BE49-F238E27FC236}">
                    <a16:creationId xmlns:a16="http://schemas.microsoft.com/office/drawing/2014/main" id="{7D462F84-1984-793E-C111-9249C9C47D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2888" y="2709863"/>
                <a:ext cx="42863" cy="9525"/>
              </a:xfrm>
              <a:custGeom>
                <a:avLst/>
                <a:gdLst>
                  <a:gd name="T0" fmla="*/ 0 w 135"/>
                  <a:gd name="T1" fmla="*/ 15 h 30"/>
                  <a:gd name="T2" fmla="*/ 0 w 135"/>
                  <a:gd name="T3" fmla="*/ 18 h 30"/>
                  <a:gd name="T4" fmla="*/ 1 w 135"/>
                  <a:gd name="T5" fmla="*/ 21 h 30"/>
                  <a:gd name="T6" fmla="*/ 3 w 135"/>
                  <a:gd name="T7" fmla="*/ 23 h 30"/>
                  <a:gd name="T8" fmla="*/ 4 w 135"/>
                  <a:gd name="T9" fmla="*/ 26 h 30"/>
                  <a:gd name="T10" fmla="*/ 6 w 135"/>
                  <a:gd name="T11" fmla="*/ 27 h 30"/>
                  <a:gd name="T12" fmla="*/ 10 w 135"/>
                  <a:gd name="T13" fmla="*/ 29 h 30"/>
                  <a:gd name="T14" fmla="*/ 12 w 135"/>
                  <a:gd name="T15" fmla="*/ 29 h 30"/>
                  <a:gd name="T16" fmla="*/ 15 w 135"/>
                  <a:gd name="T17" fmla="*/ 30 h 30"/>
                  <a:gd name="T18" fmla="*/ 120 w 135"/>
                  <a:gd name="T19" fmla="*/ 30 h 30"/>
                  <a:gd name="T20" fmla="*/ 123 w 135"/>
                  <a:gd name="T21" fmla="*/ 29 h 30"/>
                  <a:gd name="T22" fmla="*/ 126 w 135"/>
                  <a:gd name="T23" fmla="*/ 28 h 30"/>
                  <a:gd name="T24" fmla="*/ 129 w 135"/>
                  <a:gd name="T25" fmla="*/ 27 h 30"/>
                  <a:gd name="T26" fmla="*/ 131 w 135"/>
                  <a:gd name="T27" fmla="*/ 26 h 30"/>
                  <a:gd name="T28" fmla="*/ 133 w 135"/>
                  <a:gd name="T29" fmla="*/ 23 h 30"/>
                  <a:gd name="T30" fmla="*/ 134 w 135"/>
                  <a:gd name="T31" fmla="*/ 21 h 30"/>
                  <a:gd name="T32" fmla="*/ 135 w 135"/>
                  <a:gd name="T33" fmla="*/ 18 h 30"/>
                  <a:gd name="T34" fmla="*/ 135 w 135"/>
                  <a:gd name="T35" fmla="*/ 15 h 30"/>
                  <a:gd name="T36" fmla="*/ 135 w 135"/>
                  <a:gd name="T37" fmla="*/ 12 h 30"/>
                  <a:gd name="T38" fmla="*/ 134 w 135"/>
                  <a:gd name="T39" fmla="*/ 9 h 30"/>
                  <a:gd name="T40" fmla="*/ 133 w 135"/>
                  <a:gd name="T41" fmla="*/ 7 h 30"/>
                  <a:gd name="T42" fmla="*/ 131 w 135"/>
                  <a:gd name="T43" fmla="*/ 5 h 30"/>
                  <a:gd name="T44" fmla="*/ 129 w 135"/>
                  <a:gd name="T45" fmla="*/ 3 h 30"/>
                  <a:gd name="T46" fmla="*/ 126 w 135"/>
                  <a:gd name="T47" fmla="*/ 1 h 30"/>
                  <a:gd name="T48" fmla="*/ 123 w 135"/>
                  <a:gd name="T49" fmla="*/ 0 h 30"/>
                  <a:gd name="T50" fmla="*/ 120 w 135"/>
                  <a:gd name="T51" fmla="*/ 0 h 30"/>
                  <a:gd name="T52" fmla="*/ 15 w 135"/>
                  <a:gd name="T53" fmla="*/ 0 h 30"/>
                  <a:gd name="T54" fmla="*/ 12 w 135"/>
                  <a:gd name="T55" fmla="*/ 0 h 30"/>
                  <a:gd name="T56" fmla="*/ 10 w 135"/>
                  <a:gd name="T57" fmla="*/ 1 h 30"/>
                  <a:gd name="T58" fmla="*/ 6 w 135"/>
                  <a:gd name="T59" fmla="*/ 3 h 30"/>
                  <a:gd name="T60" fmla="*/ 4 w 135"/>
                  <a:gd name="T61" fmla="*/ 5 h 30"/>
                  <a:gd name="T62" fmla="*/ 3 w 135"/>
                  <a:gd name="T63" fmla="*/ 7 h 30"/>
                  <a:gd name="T64" fmla="*/ 1 w 135"/>
                  <a:gd name="T65" fmla="*/ 9 h 30"/>
                  <a:gd name="T66" fmla="*/ 0 w 135"/>
                  <a:gd name="T67" fmla="*/ 12 h 30"/>
                  <a:gd name="T68" fmla="*/ 0 w 135"/>
                  <a:gd name="T69" fmla="*/ 15 h 30"/>
                  <a:gd name="T70" fmla="*/ 0 w 135"/>
                  <a:gd name="T71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35" h="30">
                    <a:moveTo>
                      <a:pt x="0" y="15"/>
                    </a:move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20" y="30"/>
                    </a:lnTo>
                    <a:lnTo>
                      <a:pt x="123" y="29"/>
                    </a:lnTo>
                    <a:lnTo>
                      <a:pt x="126" y="28"/>
                    </a:lnTo>
                    <a:lnTo>
                      <a:pt x="129" y="27"/>
                    </a:lnTo>
                    <a:lnTo>
                      <a:pt x="131" y="26"/>
                    </a:lnTo>
                    <a:lnTo>
                      <a:pt x="133" y="23"/>
                    </a:lnTo>
                    <a:lnTo>
                      <a:pt x="134" y="21"/>
                    </a:lnTo>
                    <a:lnTo>
                      <a:pt x="135" y="18"/>
                    </a:lnTo>
                    <a:lnTo>
                      <a:pt x="135" y="15"/>
                    </a:lnTo>
                    <a:lnTo>
                      <a:pt x="135" y="12"/>
                    </a:lnTo>
                    <a:lnTo>
                      <a:pt x="134" y="9"/>
                    </a:lnTo>
                    <a:lnTo>
                      <a:pt x="133" y="7"/>
                    </a:lnTo>
                    <a:lnTo>
                      <a:pt x="131" y="5"/>
                    </a:lnTo>
                    <a:lnTo>
                      <a:pt x="129" y="3"/>
                    </a:lnTo>
                    <a:lnTo>
                      <a:pt x="126" y="1"/>
                    </a:lnTo>
                    <a:lnTo>
                      <a:pt x="123" y="0"/>
                    </a:lnTo>
                    <a:lnTo>
                      <a:pt x="120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64" name="Freeform 229">
                <a:extLst>
                  <a:ext uri="{FF2B5EF4-FFF2-40B4-BE49-F238E27FC236}">
                    <a16:creationId xmlns:a16="http://schemas.microsoft.com/office/drawing/2014/main" id="{3A79948F-FE75-CFBE-ADC6-B6C3CCD5D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0500" y="2593975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9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9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0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0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0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0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sp>
          <p:nvSpPr>
            <p:cNvPr id="65" name="Freeform 40">
              <a:extLst>
                <a:ext uri="{FF2B5EF4-FFF2-40B4-BE49-F238E27FC236}">
                  <a16:creationId xmlns:a16="http://schemas.microsoft.com/office/drawing/2014/main" id="{665D47E5-B871-9F67-5229-54DDAB22C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54075" y="2370868"/>
              <a:ext cx="515052" cy="515052"/>
            </a:xfrm>
            <a:custGeom>
              <a:avLst/>
              <a:gdLst>
                <a:gd name="T0" fmla="*/ 586 w 760"/>
                <a:gd name="T1" fmla="*/ 675 h 759"/>
                <a:gd name="T2" fmla="*/ 574 w 760"/>
                <a:gd name="T3" fmla="*/ 724 h 759"/>
                <a:gd name="T4" fmla="*/ 507 w 760"/>
                <a:gd name="T5" fmla="*/ 649 h 759"/>
                <a:gd name="T6" fmla="*/ 513 w 760"/>
                <a:gd name="T7" fmla="*/ 569 h 759"/>
                <a:gd name="T8" fmla="*/ 574 w 760"/>
                <a:gd name="T9" fmla="*/ 511 h 759"/>
                <a:gd name="T10" fmla="*/ 657 w 760"/>
                <a:gd name="T11" fmla="*/ 509 h 759"/>
                <a:gd name="T12" fmla="*/ 730 w 760"/>
                <a:gd name="T13" fmla="*/ 587 h 759"/>
                <a:gd name="T14" fmla="*/ 258 w 760"/>
                <a:gd name="T15" fmla="*/ 616 h 759"/>
                <a:gd name="T16" fmla="*/ 231 w 760"/>
                <a:gd name="T17" fmla="*/ 694 h 759"/>
                <a:gd name="T18" fmla="*/ 132 w 760"/>
                <a:gd name="T19" fmla="*/ 734 h 759"/>
                <a:gd name="T20" fmla="*/ 171 w 760"/>
                <a:gd name="T21" fmla="*/ 587 h 759"/>
                <a:gd name="T22" fmla="*/ 36 w 760"/>
                <a:gd name="T23" fmla="*/ 573 h 759"/>
                <a:gd name="T24" fmla="*/ 130 w 760"/>
                <a:gd name="T25" fmla="*/ 503 h 759"/>
                <a:gd name="T26" fmla="*/ 509 w 760"/>
                <a:gd name="T27" fmla="*/ 201 h 759"/>
                <a:gd name="T28" fmla="*/ 503 w 760"/>
                <a:gd name="T29" fmla="*/ 136 h 759"/>
                <a:gd name="T30" fmla="*/ 537 w 760"/>
                <a:gd name="T31" fmla="*/ 59 h 759"/>
                <a:gd name="T32" fmla="*/ 643 w 760"/>
                <a:gd name="T33" fmla="*/ 28 h 759"/>
                <a:gd name="T34" fmla="*/ 599 w 760"/>
                <a:gd name="T35" fmla="*/ 179 h 759"/>
                <a:gd name="T36" fmla="*/ 719 w 760"/>
                <a:gd name="T37" fmla="*/ 200 h 759"/>
                <a:gd name="T38" fmla="*/ 619 w 760"/>
                <a:gd name="T39" fmla="*/ 257 h 759"/>
                <a:gd name="T40" fmla="*/ 249 w 760"/>
                <a:gd name="T41" fmla="*/ 562 h 759"/>
                <a:gd name="T42" fmla="*/ 170 w 760"/>
                <a:gd name="T43" fmla="*/ 254 h 759"/>
                <a:gd name="T44" fmla="*/ 87 w 760"/>
                <a:gd name="T45" fmla="*/ 244 h 759"/>
                <a:gd name="T46" fmla="*/ 26 w 760"/>
                <a:gd name="T47" fmla="*/ 147 h 759"/>
                <a:gd name="T48" fmla="*/ 180 w 760"/>
                <a:gd name="T49" fmla="*/ 166 h 759"/>
                <a:gd name="T50" fmla="*/ 175 w 760"/>
                <a:gd name="T51" fmla="*/ 30 h 759"/>
                <a:gd name="T52" fmla="*/ 251 w 760"/>
                <a:gd name="T53" fmla="*/ 102 h 759"/>
                <a:gd name="T54" fmla="*/ 248 w 760"/>
                <a:gd name="T55" fmla="*/ 187 h 759"/>
                <a:gd name="T56" fmla="*/ 703 w 760"/>
                <a:gd name="T57" fmla="*/ 505 h 759"/>
                <a:gd name="T58" fmla="*/ 611 w 760"/>
                <a:gd name="T59" fmla="*/ 477 h 759"/>
                <a:gd name="T60" fmla="*/ 619 w 760"/>
                <a:gd name="T61" fmla="*/ 283 h 759"/>
                <a:gd name="T62" fmla="*/ 732 w 760"/>
                <a:gd name="T63" fmla="*/ 225 h 759"/>
                <a:gd name="T64" fmla="*/ 759 w 760"/>
                <a:gd name="T65" fmla="*/ 129 h 759"/>
                <a:gd name="T66" fmla="*/ 732 w 760"/>
                <a:gd name="T67" fmla="*/ 82 h 759"/>
                <a:gd name="T68" fmla="*/ 682 w 760"/>
                <a:gd name="T69" fmla="*/ 22 h 759"/>
                <a:gd name="T70" fmla="*/ 591 w 760"/>
                <a:gd name="T71" fmla="*/ 3 h 759"/>
                <a:gd name="T72" fmla="*/ 495 w 760"/>
                <a:gd name="T73" fmla="*/ 73 h 759"/>
                <a:gd name="T74" fmla="*/ 480 w 760"/>
                <a:gd name="T75" fmla="*/ 169 h 759"/>
                <a:gd name="T76" fmla="*/ 283 w 760"/>
                <a:gd name="T77" fmla="*/ 129 h 759"/>
                <a:gd name="T78" fmla="*/ 242 w 760"/>
                <a:gd name="T79" fmla="*/ 42 h 759"/>
                <a:gd name="T80" fmla="*/ 149 w 760"/>
                <a:gd name="T81" fmla="*/ 0 h 759"/>
                <a:gd name="T82" fmla="*/ 82 w 760"/>
                <a:gd name="T83" fmla="*/ 22 h 759"/>
                <a:gd name="T84" fmla="*/ 28 w 760"/>
                <a:gd name="T85" fmla="*/ 82 h 759"/>
                <a:gd name="T86" fmla="*/ 1 w 760"/>
                <a:gd name="T87" fmla="*/ 129 h 759"/>
                <a:gd name="T88" fmla="*/ 28 w 760"/>
                <a:gd name="T89" fmla="*/ 227 h 759"/>
                <a:gd name="T90" fmla="*/ 111 w 760"/>
                <a:gd name="T91" fmla="*/ 281 h 759"/>
                <a:gd name="T92" fmla="*/ 189 w 760"/>
                <a:gd name="T93" fmla="*/ 485 h 759"/>
                <a:gd name="T94" fmla="*/ 64 w 760"/>
                <a:gd name="T95" fmla="*/ 501 h 759"/>
                <a:gd name="T96" fmla="*/ 3 w 760"/>
                <a:gd name="T97" fmla="*/ 592 h 759"/>
                <a:gd name="T98" fmla="*/ 16 w 760"/>
                <a:gd name="T99" fmla="*/ 678 h 759"/>
                <a:gd name="T100" fmla="*/ 86 w 760"/>
                <a:gd name="T101" fmla="*/ 727 h 759"/>
                <a:gd name="T102" fmla="*/ 116 w 760"/>
                <a:gd name="T103" fmla="*/ 757 h 759"/>
                <a:gd name="T104" fmla="*/ 232 w 760"/>
                <a:gd name="T105" fmla="*/ 727 h 759"/>
                <a:gd name="T106" fmla="*/ 282 w 760"/>
                <a:gd name="T107" fmla="*/ 640 h 759"/>
                <a:gd name="T108" fmla="*/ 482 w 760"/>
                <a:gd name="T109" fmla="*/ 581 h 759"/>
                <a:gd name="T110" fmla="*/ 491 w 760"/>
                <a:gd name="T111" fmla="*/ 678 h 759"/>
                <a:gd name="T112" fmla="*/ 578 w 760"/>
                <a:gd name="T113" fmla="*/ 754 h 759"/>
                <a:gd name="T114" fmla="*/ 681 w 760"/>
                <a:gd name="T115" fmla="*/ 742 h 759"/>
                <a:gd name="T116" fmla="*/ 730 w 760"/>
                <a:gd name="T117" fmla="*/ 679 h 759"/>
                <a:gd name="T118" fmla="*/ 758 w 760"/>
                <a:gd name="T119" fmla="*/ 642 h 759"/>
                <a:gd name="T120" fmla="*/ 739 w 760"/>
                <a:gd name="T121" fmla="*/ 544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60" h="759">
                  <a:moveTo>
                    <a:pt x="731" y="642"/>
                  </a:moveTo>
                  <a:lnTo>
                    <a:pt x="685" y="591"/>
                  </a:lnTo>
                  <a:lnTo>
                    <a:pt x="681" y="588"/>
                  </a:lnTo>
                  <a:lnTo>
                    <a:pt x="676" y="586"/>
                  </a:lnTo>
                  <a:lnTo>
                    <a:pt x="599" y="586"/>
                  </a:lnTo>
                  <a:lnTo>
                    <a:pt x="594" y="587"/>
                  </a:lnTo>
                  <a:lnTo>
                    <a:pt x="590" y="590"/>
                  </a:lnTo>
                  <a:lnTo>
                    <a:pt x="588" y="594"/>
                  </a:lnTo>
                  <a:lnTo>
                    <a:pt x="586" y="598"/>
                  </a:lnTo>
                  <a:lnTo>
                    <a:pt x="586" y="675"/>
                  </a:lnTo>
                  <a:lnTo>
                    <a:pt x="586" y="678"/>
                  </a:lnTo>
                  <a:lnTo>
                    <a:pt x="588" y="680"/>
                  </a:lnTo>
                  <a:lnTo>
                    <a:pt x="589" y="683"/>
                  </a:lnTo>
                  <a:lnTo>
                    <a:pt x="591" y="685"/>
                  </a:lnTo>
                  <a:lnTo>
                    <a:pt x="643" y="732"/>
                  </a:lnTo>
                  <a:lnTo>
                    <a:pt x="629" y="734"/>
                  </a:lnTo>
                  <a:lnTo>
                    <a:pt x="615" y="734"/>
                  </a:lnTo>
                  <a:lnTo>
                    <a:pt x="600" y="733"/>
                  </a:lnTo>
                  <a:lnTo>
                    <a:pt x="586" y="729"/>
                  </a:lnTo>
                  <a:lnTo>
                    <a:pt x="574" y="724"/>
                  </a:lnTo>
                  <a:lnTo>
                    <a:pt x="561" y="718"/>
                  </a:lnTo>
                  <a:lnTo>
                    <a:pt x="548" y="710"/>
                  </a:lnTo>
                  <a:lnTo>
                    <a:pt x="537" y="700"/>
                  </a:lnTo>
                  <a:lnTo>
                    <a:pt x="531" y="694"/>
                  </a:lnTo>
                  <a:lnTo>
                    <a:pt x="525" y="688"/>
                  </a:lnTo>
                  <a:lnTo>
                    <a:pt x="521" y="680"/>
                  </a:lnTo>
                  <a:lnTo>
                    <a:pt x="517" y="673"/>
                  </a:lnTo>
                  <a:lnTo>
                    <a:pt x="512" y="665"/>
                  </a:lnTo>
                  <a:lnTo>
                    <a:pt x="509" y="657"/>
                  </a:lnTo>
                  <a:lnTo>
                    <a:pt x="507" y="649"/>
                  </a:lnTo>
                  <a:lnTo>
                    <a:pt x="505" y="640"/>
                  </a:lnTo>
                  <a:lnTo>
                    <a:pt x="504" y="633"/>
                  </a:lnTo>
                  <a:lnTo>
                    <a:pt x="504" y="624"/>
                  </a:lnTo>
                  <a:lnTo>
                    <a:pt x="503" y="616"/>
                  </a:lnTo>
                  <a:lnTo>
                    <a:pt x="504" y="607"/>
                  </a:lnTo>
                  <a:lnTo>
                    <a:pt x="505" y="598"/>
                  </a:lnTo>
                  <a:lnTo>
                    <a:pt x="507" y="590"/>
                  </a:lnTo>
                  <a:lnTo>
                    <a:pt x="509" y="581"/>
                  </a:lnTo>
                  <a:lnTo>
                    <a:pt x="512" y="573"/>
                  </a:lnTo>
                  <a:lnTo>
                    <a:pt x="513" y="569"/>
                  </a:lnTo>
                  <a:lnTo>
                    <a:pt x="513" y="566"/>
                  </a:lnTo>
                  <a:lnTo>
                    <a:pt x="512" y="562"/>
                  </a:lnTo>
                  <a:lnTo>
                    <a:pt x="509" y="559"/>
                  </a:lnTo>
                  <a:lnTo>
                    <a:pt x="399" y="448"/>
                  </a:lnTo>
                  <a:lnTo>
                    <a:pt x="449" y="399"/>
                  </a:lnTo>
                  <a:lnTo>
                    <a:pt x="560" y="509"/>
                  </a:lnTo>
                  <a:lnTo>
                    <a:pt x="563" y="511"/>
                  </a:lnTo>
                  <a:lnTo>
                    <a:pt x="566" y="513"/>
                  </a:lnTo>
                  <a:lnTo>
                    <a:pt x="570" y="513"/>
                  </a:lnTo>
                  <a:lnTo>
                    <a:pt x="574" y="511"/>
                  </a:lnTo>
                  <a:lnTo>
                    <a:pt x="582" y="508"/>
                  </a:lnTo>
                  <a:lnTo>
                    <a:pt x="591" y="506"/>
                  </a:lnTo>
                  <a:lnTo>
                    <a:pt x="598" y="505"/>
                  </a:lnTo>
                  <a:lnTo>
                    <a:pt x="607" y="503"/>
                  </a:lnTo>
                  <a:lnTo>
                    <a:pt x="615" y="503"/>
                  </a:lnTo>
                  <a:lnTo>
                    <a:pt x="624" y="503"/>
                  </a:lnTo>
                  <a:lnTo>
                    <a:pt x="633" y="504"/>
                  </a:lnTo>
                  <a:lnTo>
                    <a:pt x="641" y="505"/>
                  </a:lnTo>
                  <a:lnTo>
                    <a:pt x="649" y="507"/>
                  </a:lnTo>
                  <a:lnTo>
                    <a:pt x="657" y="509"/>
                  </a:lnTo>
                  <a:lnTo>
                    <a:pt x="665" y="513"/>
                  </a:lnTo>
                  <a:lnTo>
                    <a:pt x="672" y="516"/>
                  </a:lnTo>
                  <a:lnTo>
                    <a:pt x="680" y="520"/>
                  </a:lnTo>
                  <a:lnTo>
                    <a:pt x="687" y="525"/>
                  </a:lnTo>
                  <a:lnTo>
                    <a:pt x="694" y="531"/>
                  </a:lnTo>
                  <a:lnTo>
                    <a:pt x="700" y="537"/>
                  </a:lnTo>
                  <a:lnTo>
                    <a:pt x="711" y="548"/>
                  </a:lnTo>
                  <a:lnTo>
                    <a:pt x="719" y="560"/>
                  </a:lnTo>
                  <a:lnTo>
                    <a:pt x="725" y="573"/>
                  </a:lnTo>
                  <a:lnTo>
                    <a:pt x="730" y="587"/>
                  </a:lnTo>
                  <a:lnTo>
                    <a:pt x="734" y="600"/>
                  </a:lnTo>
                  <a:lnTo>
                    <a:pt x="735" y="615"/>
                  </a:lnTo>
                  <a:lnTo>
                    <a:pt x="735" y="628"/>
                  </a:lnTo>
                  <a:lnTo>
                    <a:pt x="731" y="642"/>
                  </a:lnTo>
                  <a:close/>
                  <a:moveTo>
                    <a:pt x="248" y="573"/>
                  </a:moveTo>
                  <a:lnTo>
                    <a:pt x="251" y="581"/>
                  </a:lnTo>
                  <a:lnTo>
                    <a:pt x="254" y="590"/>
                  </a:lnTo>
                  <a:lnTo>
                    <a:pt x="256" y="598"/>
                  </a:lnTo>
                  <a:lnTo>
                    <a:pt x="257" y="607"/>
                  </a:lnTo>
                  <a:lnTo>
                    <a:pt x="258" y="616"/>
                  </a:lnTo>
                  <a:lnTo>
                    <a:pt x="258" y="624"/>
                  </a:lnTo>
                  <a:lnTo>
                    <a:pt x="257" y="633"/>
                  </a:lnTo>
                  <a:lnTo>
                    <a:pt x="256" y="640"/>
                  </a:lnTo>
                  <a:lnTo>
                    <a:pt x="255" y="649"/>
                  </a:lnTo>
                  <a:lnTo>
                    <a:pt x="251" y="657"/>
                  </a:lnTo>
                  <a:lnTo>
                    <a:pt x="248" y="665"/>
                  </a:lnTo>
                  <a:lnTo>
                    <a:pt x="245" y="673"/>
                  </a:lnTo>
                  <a:lnTo>
                    <a:pt x="241" y="680"/>
                  </a:lnTo>
                  <a:lnTo>
                    <a:pt x="236" y="688"/>
                  </a:lnTo>
                  <a:lnTo>
                    <a:pt x="231" y="694"/>
                  </a:lnTo>
                  <a:lnTo>
                    <a:pt x="225" y="700"/>
                  </a:lnTo>
                  <a:lnTo>
                    <a:pt x="216" y="708"/>
                  </a:lnTo>
                  <a:lnTo>
                    <a:pt x="207" y="714"/>
                  </a:lnTo>
                  <a:lnTo>
                    <a:pt x="198" y="721"/>
                  </a:lnTo>
                  <a:lnTo>
                    <a:pt x="188" y="725"/>
                  </a:lnTo>
                  <a:lnTo>
                    <a:pt x="177" y="729"/>
                  </a:lnTo>
                  <a:lnTo>
                    <a:pt x="167" y="733"/>
                  </a:lnTo>
                  <a:lnTo>
                    <a:pt x="155" y="734"/>
                  </a:lnTo>
                  <a:lnTo>
                    <a:pt x="144" y="735"/>
                  </a:lnTo>
                  <a:lnTo>
                    <a:pt x="132" y="734"/>
                  </a:lnTo>
                  <a:lnTo>
                    <a:pt x="119" y="732"/>
                  </a:lnTo>
                  <a:lnTo>
                    <a:pt x="174" y="685"/>
                  </a:lnTo>
                  <a:lnTo>
                    <a:pt x="176" y="683"/>
                  </a:lnTo>
                  <a:lnTo>
                    <a:pt x="177" y="680"/>
                  </a:lnTo>
                  <a:lnTo>
                    <a:pt x="178" y="678"/>
                  </a:lnTo>
                  <a:lnTo>
                    <a:pt x="180" y="675"/>
                  </a:lnTo>
                  <a:lnTo>
                    <a:pt x="180" y="598"/>
                  </a:lnTo>
                  <a:lnTo>
                    <a:pt x="178" y="594"/>
                  </a:lnTo>
                  <a:lnTo>
                    <a:pt x="175" y="590"/>
                  </a:lnTo>
                  <a:lnTo>
                    <a:pt x="171" y="587"/>
                  </a:lnTo>
                  <a:lnTo>
                    <a:pt x="167" y="586"/>
                  </a:lnTo>
                  <a:lnTo>
                    <a:pt x="85" y="586"/>
                  </a:lnTo>
                  <a:lnTo>
                    <a:pt x="80" y="588"/>
                  </a:lnTo>
                  <a:lnTo>
                    <a:pt x="75" y="591"/>
                  </a:lnTo>
                  <a:lnTo>
                    <a:pt x="29" y="642"/>
                  </a:lnTo>
                  <a:lnTo>
                    <a:pt x="27" y="628"/>
                  </a:lnTo>
                  <a:lnTo>
                    <a:pt x="26" y="615"/>
                  </a:lnTo>
                  <a:lnTo>
                    <a:pt x="27" y="600"/>
                  </a:lnTo>
                  <a:lnTo>
                    <a:pt x="30" y="587"/>
                  </a:lnTo>
                  <a:lnTo>
                    <a:pt x="36" y="573"/>
                  </a:lnTo>
                  <a:lnTo>
                    <a:pt x="42" y="560"/>
                  </a:lnTo>
                  <a:lnTo>
                    <a:pt x="51" y="548"/>
                  </a:lnTo>
                  <a:lnTo>
                    <a:pt x="60" y="537"/>
                  </a:lnTo>
                  <a:lnTo>
                    <a:pt x="69" y="529"/>
                  </a:lnTo>
                  <a:lnTo>
                    <a:pt x="78" y="522"/>
                  </a:lnTo>
                  <a:lnTo>
                    <a:pt x="87" y="516"/>
                  </a:lnTo>
                  <a:lnTo>
                    <a:pt x="98" y="511"/>
                  </a:lnTo>
                  <a:lnTo>
                    <a:pt x="108" y="507"/>
                  </a:lnTo>
                  <a:lnTo>
                    <a:pt x="119" y="505"/>
                  </a:lnTo>
                  <a:lnTo>
                    <a:pt x="130" y="503"/>
                  </a:lnTo>
                  <a:lnTo>
                    <a:pt x="142" y="503"/>
                  </a:lnTo>
                  <a:lnTo>
                    <a:pt x="154" y="503"/>
                  </a:lnTo>
                  <a:lnTo>
                    <a:pt x="164" y="505"/>
                  </a:lnTo>
                  <a:lnTo>
                    <a:pt x="176" y="507"/>
                  </a:lnTo>
                  <a:lnTo>
                    <a:pt x="187" y="511"/>
                  </a:lnTo>
                  <a:lnTo>
                    <a:pt x="190" y="513"/>
                  </a:lnTo>
                  <a:lnTo>
                    <a:pt x="195" y="513"/>
                  </a:lnTo>
                  <a:lnTo>
                    <a:pt x="198" y="511"/>
                  </a:lnTo>
                  <a:lnTo>
                    <a:pt x="201" y="509"/>
                  </a:lnTo>
                  <a:lnTo>
                    <a:pt x="509" y="201"/>
                  </a:lnTo>
                  <a:lnTo>
                    <a:pt x="512" y="198"/>
                  </a:lnTo>
                  <a:lnTo>
                    <a:pt x="513" y="194"/>
                  </a:lnTo>
                  <a:lnTo>
                    <a:pt x="513" y="190"/>
                  </a:lnTo>
                  <a:lnTo>
                    <a:pt x="512" y="187"/>
                  </a:lnTo>
                  <a:lnTo>
                    <a:pt x="509" y="179"/>
                  </a:lnTo>
                  <a:lnTo>
                    <a:pt x="507" y="170"/>
                  </a:lnTo>
                  <a:lnTo>
                    <a:pt x="505" y="161"/>
                  </a:lnTo>
                  <a:lnTo>
                    <a:pt x="504" y="153"/>
                  </a:lnTo>
                  <a:lnTo>
                    <a:pt x="503" y="144"/>
                  </a:lnTo>
                  <a:lnTo>
                    <a:pt x="503" y="136"/>
                  </a:lnTo>
                  <a:lnTo>
                    <a:pt x="504" y="127"/>
                  </a:lnTo>
                  <a:lnTo>
                    <a:pt x="505" y="120"/>
                  </a:lnTo>
                  <a:lnTo>
                    <a:pt x="507" y="111"/>
                  </a:lnTo>
                  <a:lnTo>
                    <a:pt x="509" y="102"/>
                  </a:lnTo>
                  <a:lnTo>
                    <a:pt x="512" y="95"/>
                  </a:lnTo>
                  <a:lnTo>
                    <a:pt x="517" y="87"/>
                  </a:lnTo>
                  <a:lnTo>
                    <a:pt x="521" y="80"/>
                  </a:lnTo>
                  <a:lnTo>
                    <a:pt x="525" y="72"/>
                  </a:lnTo>
                  <a:lnTo>
                    <a:pt x="531" y="66"/>
                  </a:lnTo>
                  <a:lnTo>
                    <a:pt x="537" y="59"/>
                  </a:lnTo>
                  <a:lnTo>
                    <a:pt x="546" y="52"/>
                  </a:lnTo>
                  <a:lnTo>
                    <a:pt x="554" y="45"/>
                  </a:lnTo>
                  <a:lnTo>
                    <a:pt x="564" y="39"/>
                  </a:lnTo>
                  <a:lnTo>
                    <a:pt x="575" y="35"/>
                  </a:lnTo>
                  <a:lnTo>
                    <a:pt x="585" y="30"/>
                  </a:lnTo>
                  <a:lnTo>
                    <a:pt x="596" y="27"/>
                  </a:lnTo>
                  <a:lnTo>
                    <a:pt x="607" y="26"/>
                  </a:lnTo>
                  <a:lnTo>
                    <a:pt x="619" y="25"/>
                  </a:lnTo>
                  <a:lnTo>
                    <a:pt x="632" y="26"/>
                  </a:lnTo>
                  <a:lnTo>
                    <a:pt x="643" y="28"/>
                  </a:lnTo>
                  <a:lnTo>
                    <a:pt x="591" y="74"/>
                  </a:lnTo>
                  <a:lnTo>
                    <a:pt x="589" y="77"/>
                  </a:lnTo>
                  <a:lnTo>
                    <a:pt x="588" y="80"/>
                  </a:lnTo>
                  <a:lnTo>
                    <a:pt x="586" y="82"/>
                  </a:lnTo>
                  <a:lnTo>
                    <a:pt x="586" y="85"/>
                  </a:lnTo>
                  <a:lnTo>
                    <a:pt x="586" y="166"/>
                  </a:lnTo>
                  <a:lnTo>
                    <a:pt x="588" y="171"/>
                  </a:lnTo>
                  <a:lnTo>
                    <a:pt x="590" y="174"/>
                  </a:lnTo>
                  <a:lnTo>
                    <a:pt x="594" y="178"/>
                  </a:lnTo>
                  <a:lnTo>
                    <a:pt x="599" y="179"/>
                  </a:lnTo>
                  <a:lnTo>
                    <a:pt x="676" y="179"/>
                  </a:lnTo>
                  <a:lnTo>
                    <a:pt x="681" y="178"/>
                  </a:lnTo>
                  <a:lnTo>
                    <a:pt x="685" y="174"/>
                  </a:lnTo>
                  <a:lnTo>
                    <a:pt x="731" y="120"/>
                  </a:lnTo>
                  <a:lnTo>
                    <a:pt x="735" y="133"/>
                  </a:lnTo>
                  <a:lnTo>
                    <a:pt x="735" y="147"/>
                  </a:lnTo>
                  <a:lnTo>
                    <a:pt x="734" y="161"/>
                  </a:lnTo>
                  <a:lnTo>
                    <a:pt x="730" y="174"/>
                  </a:lnTo>
                  <a:lnTo>
                    <a:pt x="725" y="187"/>
                  </a:lnTo>
                  <a:lnTo>
                    <a:pt x="719" y="200"/>
                  </a:lnTo>
                  <a:lnTo>
                    <a:pt x="711" y="212"/>
                  </a:lnTo>
                  <a:lnTo>
                    <a:pt x="700" y="223"/>
                  </a:lnTo>
                  <a:lnTo>
                    <a:pt x="692" y="231"/>
                  </a:lnTo>
                  <a:lnTo>
                    <a:pt x="683" y="238"/>
                  </a:lnTo>
                  <a:lnTo>
                    <a:pt x="673" y="244"/>
                  </a:lnTo>
                  <a:lnTo>
                    <a:pt x="663" y="248"/>
                  </a:lnTo>
                  <a:lnTo>
                    <a:pt x="653" y="253"/>
                  </a:lnTo>
                  <a:lnTo>
                    <a:pt x="641" y="255"/>
                  </a:lnTo>
                  <a:lnTo>
                    <a:pt x="630" y="257"/>
                  </a:lnTo>
                  <a:lnTo>
                    <a:pt x="619" y="257"/>
                  </a:lnTo>
                  <a:lnTo>
                    <a:pt x="607" y="257"/>
                  </a:lnTo>
                  <a:lnTo>
                    <a:pt x="596" y="255"/>
                  </a:lnTo>
                  <a:lnTo>
                    <a:pt x="584" y="253"/>
                  </a:lnTo>
                  <a:lnTo>
                    <a:pt x="574" y="248"/>
                  </a:lnTo>
                  <a:lnTo>
                    <a:pt x="570" y="247"/>
                  </a:lnTo>
                  <a:lnTo>
                    <a:pt x="566" y="247"/>
                  </a:lnTo>
                  <a:lnTo>
                    <a:pt x="563" y="248"/>
                  </a:lnTo>
                  <a:lnTo>
                    <a:pt x="560" y="251"/>
                  </a:lnTo>
                  <a:lnTo>
                    <a:pt x="251" y="559"/>
                  </a:lnTo>
                  <a:lnTo>
                    <a:pt x="249" y="562"/>
                  </a:lnTo>
                  <a:lnTo>
                    <a:pt x="247" y="566"/>
                  </a:lnTo>
                  <a:lnTo>
                    <a:pt x="247" y="569"/>
                  </a:lnTo>
                  <a:lnTo>
                    <a:pt x="248" y="573"/>
                  </a:lnTo>
                  <a:close/>
                  <a:moveTo>
                    <a:pt x="201" y="251"/>
                  </a:moveTo>
                  <a:lnTo>
                    <a:pt x="198" y="249"/>
                  </a:lnTo>
                  <a:lnTo>
                    <a:pt x="195" y="248"/>
                  </a:lnTo>
                  <a:lnTo>
                    <a:pt x="190" y="247"/>
                  </a:lnTo>
                  <a:lnTo>
                    <a:pt x="187" y="248"/>
                  </a:lnTo>
                  <a:lnTo>
                    <a:pt x="178" y="252"/>
                  </a:lnTo>
                  <a:lnTo>
                    <a:pt x="170" y="254"/>
                  </a:lnTo>
                  <a:lnTo>
                    <a:pt x="162" y="256"/>
                  </a:lnTo>
                  <a:lnTo>
                    <a:pt x="154" y="257"/>
                  </a:lnTo>
                  <a:lnTo>
                    <a:pt x="145" y="258"/>
                  </a:lnTo>
                  <a:lnTo>
                    <a:pt x="137" y="258"/>
                  </a:lnTo>
                  <a:lnTo>
                    <a:pt x="128" y="257"/>
                  </a:lnTo>
                  <a:lnTo>
                    <a:pt x="119" y="256"/>
                  </a:lnTo>
                  <a:lnTo>
                    <a:pt x="111" y="254"/>
                  </a:lnTo>
                  <a:lnTo>
                    <a:pt x="103" y="252"/>
                  </a:lnTo>
                  <a:lnTo>
                    <a:pt x="96" y="248"/>
                  </a:lnTo>
                  <a:lnTo>
                    <a:pt x="87" y="244"/>
                  </a:lnTo>
                  <a:lnTo>
                    <a:pt x="81" y="240"/>
                  </a:lnTo>
                  <a:lnTo>
                    <a:pt x="73" y="236"/>
                  </a:lnTo>
                  <a:lnTo>
                    <a:pt x="67" y="230"/>
                  </a:lnTo>
                  <a:lnTo>
                    <a:pt x="60" y="224"/>
                  </a:lnTo>
                  <a:lnTo>
                    <a:pt x="51" y="213"/>
                  </a:lnTo>
                  <a:lnTo>
                    <a:pt x="42" y="201"/>
                  </a:lnTo>
                  <a:lnTo>
                    <a:pt x="36" y="188"/>
                  </a:lnTo>
                  <a:lnTo>
                    <a:pt x="31" y="175"/>
                  </a:lnTo>
                  <a:lnTo>
                    <a:pt x="28" y="161"/>
                  </a:lnTo>
                  <a:lnTo>
                    <a:pt x="26" y="147"/>
                  </a:lnTo>
                  <a:lnTo>
                    <a:pt x="27" y="133"/>
                  </a:lnTo>
                  <a:lnTo>
                    <a:pt x="29" y="120"/>
                  </a:lnTo>
                  <a:lnTo>
                    <a:pt x="75" y="174"/>
                  </a:lnTo>
                  <a:lnTo>
                    <a:pt x="80" y="178"/>
                  </a:lnTo>
                  <a:lnTo>
                    <a:pt x="85" y="179"/>
                  </a:lnTo>
                  <a:lnTo>
                    <a:pt x="167" y="179"/>
                  </a:lnTo>
                  <a:lnTo>
                    <a:pt x="171" y="178"/>
                  </a:lnTo>
                  <a:lnTo>
                    <a:pt x="175" y="174"/>
                  </a:lnTo>
                  <a:lnTo>
                    <a:pt x="178" y="171"/>
                  </a:lnTo>
                  <a:lnTo>
                    <a:pt x="180" y="166"/>
                  </a:lnTo>
                  <a:lnTo>
                    <a:pt x="180" y="85"/>
                  </a:lnTo>
                  <a:lnTo>
                    <a:pt x="178" y="82"/>
                  </a:lnTo>
                  <a:lnTo>
                    <a:pt x="177" y="80"/>
                  </a:lnTo>
                  <a:lnTo>
                    <a:pt x="176" y="77"/>
                  </a:lnTo>
                  <a:lnTo>
                    <a:pt x="174" y="74"/>
                  </a:lnTo>
                  <a:lnTo>
                    <a:pt x="119" y="28"/>
                  </a:lnTo>
                  <a:lnTo>
                    <a:pt x="133" y="26"/>
                  </a:lnTo>
                  <a:lnTo>
                    <a:pt x="147" y="26"/>
                  </a:lnTo>
                  <a:lnTo>
                    <a:pt x="161" y="27"/>
                  </a:lnTo>
                  <a:lnTo>
                    <a:pt x="175" y="30"/>
                  </a:lnTo>
                  <a:lnTo>
                    <a:pt x="188" y="36"/>
                  </a:lnTo>
                  <a:lnTo>
                    <a:pt x="201" y="42"/>
                  </a:lnTo>
                  <a:lnTo>
                    <a:pt x="213" y="50"/>
                  </a:lnTo>
                  <a:lnTo>
                    <a:pt x="224" y="59"/>
                  </a:lnTo>
                  <a:lnTo>
                    <a:pt x="230" y="66"/>
                  </a:lnTo>
                  <a:lnTo>
                    <a:pt x="235" y="72"/>
                  </a:lnTo>
                  <a:lnTo>
                    <a:pt x="240" y="80"/>
                  </a:lnTo>
                  <a:lnTo>
                    <a:pt x="244" y="87"/>
                  </a:lnTo>
                  <a:lnTo>
                    <a:pt x="248" y="95"/>
                  </a:lnTo>
                  <a:lnTo>
                    <a:pt x="251" y="102"/>
                  </a:lnTo>
                  <a:lnTo>
                    <a:pt x="254" y="111"/>
                  </a:lnTo>
                  <a:lnTo>
                    <a:pt x="256" y="120"/>
                  </a:lnTo>
                  <a:lnTo>
                    <a:pt x="257" y="127"/>
                  </a:lnTo>
                  <a:lnTo>
                    <a:pt x="258" y="136"/>
                  </a:lnTo>
                  <a:lnTo>
                    <a:pt x="258" y="144"/>
                  </a:lnTo>
                  <a:lnTo>
                    <a:pt x="257" y="153"/>
                  </a:lnTo>
                  <a:lnTo>
                    <a:pt x="256" y="161"/>
                  </a:lnTo>
                  <a:lnTo>
                    <a:pt x="254" y="170"/>
                  </a:lnTo>
                  <a:lnTo>
                    <a:pt x="251" y="179"/>
                  </a:lnTo>
                  <a:lnTo>
                    <a:pt x="248" y="187"/>
                  </a:lnTo>
                  <a:lnTo>
                    <a:pt x="247" y="190"/>
                  </a:lnTo>
                  <a:lnTo>
                    <a:pt x="247" y="194"/>
                  </a:lnTo>
                  <a:lnTo>
                    <a:pt x="249" y="198"/>
                  </a:lnTo>
                  <a:lnTo>
                    <a:pt x="251" y="201"/>
                  </a:lnTo>
                  <a:lnTo>
                    <a:pt x="362" y="312"/>
                  </a:lnTo>
                  <a:lnTo>
                    <a:pt x="312" y="361"/>
                  </a:lnTo>
                  <a:lnTo>
                    <a:pt x="201" y="251"/>
                  </a:lnTo>
                  <a:close/>
                  <a:moveTo>
                    <a:pt x="719" y="518"/>
                  </a:moveTo>
                  <a:lnTo>
                    <a:pt x="711" y="511"/>
                  </a:lnTo>
                  <a:lnTo>
                    <a:pt x="703" y="505"/>
                  </a:lnTo>
                  <a:lnTo>
                    <a:pt x="695" y="500"/>
                  </a:lnTo>
                  <a:lnTo>
                    <a:pt x="686" y="494"/>
                  </a:lnTo>
                  <a:lnTo>
                    <a:pt x="678" y="490"/>
                  </a:lnTo>
                  <a:lnTo>
                    <a:pt x="669" y="486"/>
                  </a:lnTo>
                  <a:lnTo>
                    <a:pt x="659" y="482"/>
                  </a:lnTo>
                  <a:lnTo>
                    <a:pt x="650" y="480"/>
                  </a:lnTo>
                  <a:lnTo>
                    <a:pt x="640" y="478"/>
                  </a:lnTo>
                  <a:lnTo>
                    <a:pt x="630" y="477"/>
                  </a:lnTo>
                  <a:lnTo>
                    <a:pt x="621" y="477"/>
                  </a:lnTo>
                  <a:lnTo>
                    <a:pt x="611" y="477"/>
                  </a:lnTo>
                  <a:lnTo>
                    <a:pt x="601" y="478"/>
                  </a:lnTo>
                  <a:lnTo>
                    <a:pt x="592" y="479"/>
                  </a:lnTo>
                  <a:lnTo>
                    <a:pt x="581" y="482"/>
                  </a:lnTo>
                  <a:lnTo>
                    <a:pt x="571" y="485"/>
                  </a:lnTo>
                  <a:lnTo>
                    <a:pt x="466" y="380"/>
                  </a:lnTo>
                  <a:lnTo>
                    <a:pt x="571" y="275"/>
                  </a:lnTo>
                  <a:lnTo>
                    <a:pt x="583" y="278"/>
                  </a:lnTo>
                  <a:lnTo>
                    <a:pt x="595" y="281"/>
                  </a:lnTo>
                  <a:lnTo>
                    <a:pt x="607" y="282"/>
                  </a:lnTo>
                  <a:lnTo>
                    <a:pt x="619" y="283"/>
                  </a:lnTo>
                  <a:lnTo>
                    <a:pt x="633" y="282"/>
                  </a:lnTo>
                  <a:lnTo>
                    <a:pt x="647" y="280"/>
                  </a:lnTo>
                  <a:lnTo>
                    <a:pt x="661" y="276"/>
                  </a:lnTo>
                  <a:lnTo>
                    <a:pt x="673" y="272"/>
                  </a:lnTo>
                  <a:lnTo>
                    <a:pt x="685" y="267"/>
                  </a:lnTo>
                  <a:lnTo>
                    <a:pt x="697" y="259"/>
                  </a:lnTo>
                  <a:lnTo>
                    <a:pt x="708" y="252"/>
                  </a:lnTo>
                  <a:lnTo>
                    <a:pt x="719" y="242"/>
                  </a:lnTo>
                  <a:lnTo>
                    <a:pt x="726" y="233"/>
                  </a:lnTo>
                  <a:lnTo>
                    <a:pt x="732" y="225"/>
                  </a:lnTo>
                  <a:lnTo>
                    <a:pt x="739" y="216"/>
                  </a:lnTo>
                  <a:lnTo>
                    <a:pt x="744" y="208"/>
                  </a:lnTo>
                  <a:lnTo>
                    <a:pt x="749" y="198"/>
                  </a:lnTo>
                  <a:lnTo>
                    <a:pt x="752" y="188"/>
                  </a:lnTo>
                  <a:lnTo>
                    <a:pt x="755" y="179"/>
                  </a:lnTo>
                  <a:lnTo>
                    <a:pt x="757" y="169"/>
                  </a:lnTo>
                  <a:lnTo>
                    <a:pt x="759" y="159"/>
                  </a:lnTo>
                  <a:lnTo>
                    <a:pt x="760" y="150"/>
                  </a:lnTo>
                  <a:lnTo>
                    <a:pt x="760" y="139"/>
                  </a:lnTo>
                  <a:lnTo>
                    <a:pt x="759" y="129"/>
                  </a:lnTo>
                  <a:lnTo>
                    <a:pt x="758" y="118"/>
                  </a:lnTo>
                  <a:lnTo>
                    <a:pt x="756" y="109"/>
                  </a:lnTo>
                  <a:lnTo>
                    <a:pt x="753" y="99"/>
                  </a:lnTo>
                  <a:lnTo>
                    <a:pt x="749" y="89"/>
                  </a:lnTo>
                  <a:lnTo>
                    <a:pt x="747" y="86"/>
                  </a:lnTo>
                  <a:lnTo>
                    <a:pt x="745" y="84"/>
                  </a:lnTo>
                  <a:lnTo>
                    <a:pt x="742" y="82"/>
                  </a:lnTo>
                  <a:lnTo>
                    <a:pt x="739" y="81"/>
                  </a:lnTo>
                  <a:lnTo>
                    <a:pt x="736" y="81"/>
                  </a:lnTo>
                  <a:lnTo>
                    <a:pt x="732" y="82"/>
                  </a:lnTo>
                  <a:lnTo>
                    <a:pt x="729" y="83"/>
                  </a:lnTo>
                  <a:lnTo>
                    <a:pt x="727" y="85"/>
                  </a:lnTo>
                  <a:lnTo>
                    <a:pt x="670" y="153"/>
                  </a:lnTo>
                  <a:lnTo>
                    <a:pt x="612" y="153"/>
                  </a:lnTo>
                  <a:lnTo>
                    <a:pt x="612" y="91"/>
                  </a:lnTo>
                  <a:lnTo>
                    <a:pt x="678" y="33"/>
                  </a:lnTo>
                  <a:lnTo>
                    <a:pt x="680" y="30"/>
                  </a:lnTo>
                  <a:lnTo>
                    <a:pt x="681" y="27"/>
                  </a:lnTo>
                  <a:lnTo>
                    <a:pt x="682" y="25"/>
                  </a:lnTo>
                  <a:lnTo>
                    <a:pt x="682" y="22"/>
                  </a:lnTo>
                  <a:lnTo>
                    <a:pt x="681" y="18"/>
                  </a:lnTo>
                  <a:lnTo>
                    <a:pt x="679" y="15"/>
                  </a:lnTo>
                  <a:lnTo>
                    <a:pt x="677" y="13"/>
                  </a:lnTo>
                  <a:lnTo>
                    <a:pt x="674" y="11"/>
                  </a:lnTo>
                  <a:lnTo>
                    <a:pt x="661" y="7"/>
                  </a:lnTo>
                  <a:lnTo>
                    <a:pt x="647" y="3"/>
                  </a:lnTo>
                  <a:lnTo>
                    <a:pt x="633" y="0"/>
                  </a:lnTo>
                  <a:lnTo>
                    <a:pt x="619" y="0"/>
                  </a:lnTo>
                  <a:lnTo>
                    <a:pt x="605" y="0"/>
                  </a:lnTo>
                  <a:lnTo>
                    <a:pt x="591" y="3"/>
                  </a:lnTo>
                  <a:lnTo>
                    <a:pt x="578" y="6"/>
                  </a:lnTo>
                  <a:lnTo>
                    <a:pt x="565" y="11"/>
                  </a:lnTo>
                  <a:lnTo>
                    <a:pt x="552" y="16"/>
                  </a:lnTo>
                  <a:lnTo>
                    <a:pt x="540" y="24"/>
                  </a:lnTo>
                  <a:lnTo>
                    <a:pt x="530" y="33"/>
                  </a:lnTo>
                  <a:lnTo>
                    <a:pt x="519" y="42"/>
                  </a:lnTo>
                  <a:lnTo>
                    <a:pt x="512" y="50"/>
                  </a:lnTo>
                  <a:lnTo>
                    <a:pt x="506" y="57"/>
                  </a:lnTo>
                  <a:lnTo>
                    <a:pt x="499" y="65"/>
                  </a:lnTo>
                  <a:lnTo>
                    <a:pt x="495" y="73"/>
                  </a:lnTo>
                  <a:lnTo>
                    <a:pt x="491" y="82"/>
                  </a:lnTo>
                  <a:lnTo>
                    <a:pt x="487" y="92"/>
                  </a:lnTo>
                  <a:lnTo>
                    <a:pt x="483" y="101"/>
                  </a:lnTo>
                  <a:lnTo>
                    <a:pt x="481" y="110"/>
                  </a:lnTo>
                  <a:lnTo>
                    <a:pt x="479" y="120"/>
                  </a:lnTo>
                  <a:lnTo>
                    <a:pt x="478" y="129"/>
                  </a:lnTo>
                  <a:lnTo>
                    <a:pt x="478" y="140"/>
                  </a:lnTo>
                  <a:lnTo>
                    <a:pt x="478" y="150"/>
                  </a:lnTo>
                  <a:lnTo>
                    <a:pt x="479" y="159"/>
                  </a:lnTo>
                  <a:lnTo>
                    <a:pt x="480" y="169"/>
                  </a:lnTo>
                  <a:lnTo>
                    <a:pt x="482" y="179"/>
                  </a:lnTo>
                  <a:lnTo>
                    <a:pt x="486" y="188"/>
                  </a:lnTo>
                  <a:lnTo>
                    <a:pt x="380" y="293"/>
                  </a:lnTo>
                  <a:lnTo>
                    <a:pt x="275" y="188"/>
                  </a:lnTo>
                  <a:lnTo>
                    <a:pt x="278" y="179"/>
                  </a:lnTo>
                  <a:lnTo>
                    <a:pt x="280" y="169"/>
                  </a:lnTo>
                  <a:lnTo>
                    <a:pt x="282" y="159"/>
                  </a:lnTo>
                  <a:lnTo>
                    <a:pt x="283" y="150"/>
                  </a:lnTo>
                  <a:lnTo>
                    <a:pt x="283" y="140"/>
                  </a:lnTo>
                  <a:lnTo>
                    <a:pt x="283" y="129"/>
                  </a:lnTo>
                  <a:lnTo>
                    <a:pt x="282" y="120"/>
                  </a:lnTo>
                  <a:lnTo>
                    <a:pt x="279" y="110"/>
                  </a:lnTo>
                  <a:lnTo>
                    <a:pt x="277" y="101"/>
                  </a:lnTo>
                  <a:lnTo>
                    <a:pt x="274" y="92"/>
                  </a:lnTo>
                  <a:lnTo>
                    <a:pt x="270" y="82"/>
                  </a:lnTo>
                  <a:lnTo>
                    <a:pt x="265" y="73"/>
                  </a:lnTo>
                  <a:lnTo>
                    <a:pt x="261" y="65"/>
                  </a:lnTo>
                  <a:lnTo>
                    <a:pt x="255" y="57"/>
                  </a:lnTo>
                  <a:lnTo>
                    <a:pt x="248" y="50"/>
                  </a:lnTo>
                  <a:lnTo>
                    <a:pt x="242" y="42"/>
                  </a:lnTo>
                  <a:lnTo>
                    <a:pt x="234" y="35"/>
                  </a:lnTo>
                  <a:lnTo>
                    <a:pt x="226" y="28"/>
                  </a:lnTo>
                  <a:lnTo>
                    <a:pt x="217" y="22"/>
                  </a:lnTo>
                  <a:lnTo>
                    <a:pt x="209" y="16"/>
                  </a:lnTo>
                  <a:lnTo>
                    <a:pt x="199" y="12"/>
                  </a:lnTo>
                  <a:lnTo>
                    <a:pt x="189" y="9"/>
                  </a:lnTo>
                  <a:lnTo>
                    <a:pt x="180" y="6"/>
                  </a:lnTo>
                  <a:lnTo>
                    <a:pt x="170" y="4"/>
                  </a:lnTo>
                  <a:lnTo>
                    <a:pt x="160" y="1"/>
                  </a:lnTo>
                  <a:lnTo>
                    <a:pt x="149" y="0"/>
                  </a:lnTo>
                  <a:lnTo>
                    <a:pt x="140" y="0"/>
                  </a:lnTo>
                  <a:lnTo>
                    <a:pt x="130" y="1"/>
                  </a:lnTo>
                  <a:lnTo>
                    <a:pt x="119" y="3"/>
                  </a:lnTo>
                  <a:lnTo>
                    <a:pt x="110" y="5"/>
                  </a:lnTo>
                  <a:lnTo>
                    <a:pt x="99" y="8"/>
                  </a:lnTo>
                  <a:lnTo>
                    <a:pt x="89" y="11"/>
                  </a:lnTo>
                  <a:lnTo>
                    <a:pt x="86" y="13"/>
                  </a:lnTo>
                  <a:lnTo>
                    <a:pt x="84" y="15"/>
                  </a:lnTo>
                  <a:lnTo>
                    <a:pt x="83" y="19"/>
                  </a:lnTo>
                  <a:lnTo>
                    <a:pt x="82" y="22"/>
                  </a:lnTo>
                  <a:lnTo>
                    <a:pt x="82" y="25"/>
                  </a:lnTo>
                  <a:lnTo>
                    <a:pt x="82" y="27"/>
                  </a:lnTo>
                  <a:lnTo>
                    <a:pt x="84" y="30"/>
                  </a:lnTo>
                  <a:lnTo>
                    <a:pt x="86" y="33"/>
                  </a:lnTo>
                  <a:lnTo>
                    <a:pt x="154" y="91"/>
                  </a:lnTo>
                  <a:lnTo>
                    <a:pt x="154" y="153"/>
                  </a:lnTo>
                  <a:lnTo>
                    <a:pt x="91" y="153"/>
                  </a:lnTo>
                  <a:lnTo>
                    <a:pt x="34" y="85"/>
                  </a:lnTo>
                  <a:lnTo>
                    <a:pt x="31" y="83"/>
                  </a:lnTo>
                  <a:lnTo>
                    <a:pt x="28" y="82"/>
                  </a:lnTo>
                  <a:lnTo>
                    <a:pt x="25" y="81"/>
                  </a:lnTo>
                  <a:lnTo>
                    <a:pt x="22" y="81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3" y="86"/>
                  </a:lnTo>
                  <a:lnTo>
                    <a:pt x="12" y="89"/>
                  </a:lnTo>
                  <a:lnTo>
                    <a:pt x="8" y="99"/>
                  </a:lnTo>
                  <a:lnTo>
                    <a:pt x="6" y="109"/>
                  </a:lnTo>
                  <a:lnTo>
                    <a:pt x="3" y="120"/>
                  </a:lnTo>
                  <a:lnTo>
                    <a:pt x="1" y="129"/>
                  </a:lnTo>
                  <a:lnTo>
                    <a:pt x="1" y="140"/>
                  </a:lnTo>
                  <a:lnTo>
                    <a:pt x="1" y="150"/>
                  </a:lnTo>
                  <a:lnTo>
                    <a:pt x="1" y="160"/>
                  </a:lnTo>
                  <a:lnTo>
                    <a:pt x="3" y="170"/>
                  </a:lnTo>
                  <a:lnTo>
                    <a:pt x="6" y="181"/>
                  </a:lnTo>
                  <a:lnTo>
                    <a:pt x="9" y="190"/>
                  </a:lnTo>
                  <a:lnTo>
                    <a:pt x="13" y="200"/>
                  </a:lnTo>
                  <a:lnTo>
                    <a:pt x="17" y="209"/>
                  </a:lnTo>
                  <a:lnTo>
                    <a:pt x="23" y="218"/>
                  </a:lnTo>
                  <a:lnTo>
                    <a:pt x="28" y="227"/>
                  </a:lnTo>
                  <a:lnTo>
                    <a:pt x="35" y="236"/>
                  </a:lnTo>
                  <a:lnTo>
                    <a:pt x="42" y="243"/>
                  </a:lnTo>
                  <a:lnTo>
                    <a:pt x="50" y="249"/>
                  </a:lnTo>
                  <a:lnTo>
                    <a:pt x="57" y="256"/>
                  </a:lnTo>
                  <a:lnTo>
                    <a:pt x="66" y="261"/>
                  </a:lnTo>
                  <a:lnTo>
                    <a:pt x="74" y="267"/>
                  </a:lnTo>
                  <a:lnTo>
                    <a:pt x="83" y="271"/>
                  </a:lnTo>
                  <a:lnTo>
                    <a:pt x="91" y="275"/>
                  </a:lnTo>
                  <a:lnTo>
                    <a:pt x="101" y="278"/>
                  </a:lnTo>
                  <a:lnTo>
                    <a:pt x="111" y="281"/>
                  </a:lnTo>
                  <a:lnTo>
                    <a:pt x="120" y="282"/>
                  </a:lnTo>
                  <a:lnTo>
                    <a:pt x="130" y="283"/>
                  </a:lnTo>
                  <a:lnTo>
                    <a:pt x="140" y="284"/>
                  </a:lnTo>
                  <a:lnTo>
                    <a:pt x="149" y="284"/>
                  </a:lnTo>
                  <a:lnTo>
                    <a:pt x="159" y="283"/>
                  </a:lnTo>
                  <a:lnTo>
                    <a:pt x="170" y="281"/>
                  </a:lnTo>
                  <a:lnTo>
                    <a:pt x="180" y="278"/>
                  </a:lnTo>
                  <a:lnTo>
                    <a:pt x="189" y="275"/>
                  </a:lnTo>
                  <a:lnTo>
                    <a:pt x="294" y="380"/>
                  </a:lnTo>
                  <a:lnTo>
                    <a:pt x="189" y="485"/>
                  </a:lnTo>
                  <a:lnTo>
                    <a:pt x="177" y="481"/>
                  </a:lnTo>
                  <a:lnTo>
                    <a:pt x="166" y="479"/>
                  </a:lnTo>
                  <a:lnTo>
                    <a:pt x="154" y="478"/>
                  </a:lnTo>
                  <a:lnTo>
                    <a:pt x="142" y="477"/>
                  </a:lnTo>
                  <a:lnTo>
                    <a:pt x="128" y="478"/>
                  </a:lnTo>
                  <a:lnTo>
                    <a:pt x="114" y="480"/>
                  </a:lnTo>
                  <a:lnTo>
                    <a:pt x="101" y="484"/>
                  </a:lnTo>
                  <a:lnTo>
                    <a:pt x="88" y="488"/>
                  </a:lnTo>
                  <a:lnTo>
                    <a:pt x="75" y="494"/>
                  </a:lnTo>
                  <a:lnTo>
                    <a:pt x="64" y="501"/>
                  </a:lnTo>
                  <a:lnTo>
                    <a:pt x="53" y="509"/>
                  </a:lnTo>
                  <a:lnTo>
                    <a:pt x="42" y="518"/>
                  </a:lnTo>
                  <a:lnTo>
                    <a:pt x="35" y="526"/>
                  </a:lnTo>
                  <a:lnTo>
                    <a:pt x="28" y="535"/>
                  </a:lnTo>
                  <a:lnTo>
                    <a:pt x="22" y="544"/>
                  </a:lnTo>
                  <a:lnTo>
                    <a:pt x="17" y="552"/>
                  </a:lnTo>
                  <a:lnTo>
                    <a:pt x="12" y="562"/>
                  </a:lnTo>
                  <a:lnTo>
                    <a:pt x="9" y="572"/>
                  </a:lnTo>
                  <a:lnTo>
                    <a:pt x="6" y="581"/>
                  </a:lnTo>
                  <a:lnTo>
                    <a:pt x="3" y="592"/>
                  </a:lnTo>
                  <a:lnTo>
                    <a:pt x="1" y="602"/>
                  </a:lnTo>
                  <a:lnTo>
                    <a:pt x="1" y="612"/>
                  </a:lnTo>
                  <a:lnTo>
                    <a:pt x="0" y="622"/>
                  </a:lnTo>
                  <a:lnTo>
                    <a:pt x="1" y="633"/>
                  </a:lnTo>
                  <a:lnTo>
                    <a:pt x="2" y="642"/>
                  </a:lnTo>
                  <a:lnTo>
                    <a:pt x="6" y="653"/>
                  </a:lnTo>
                  <a:lnTo>
                    <a:pt x="8" y="663"/>
                  </a:lnTo>
                  <a:lnTo>
                    <a:pt x="12" y="674"/>
                  </a:lnTo>
                  <a:lnTo>
                    <a:pt x="13" y="676"/>
                  </a:lnTo>
                  <a:lnTo>
                    <a:pt x="16" y="678"/>
                  </a:lnTo>
                  <a:lnTo>
                    <a:pt x="18" y="680"/>
                  </a:lnTo>
                  <a:lnTo>
                    <a:pt x="22" y="681"/>
                  </a:lnTo>
                  <a:lnTo>
                    <a:pt x="25" y="681"/>
                  </a:lnTo>
                  <a:lnTo>
                    <a:pt x="28" y="681"/>
                  </a:lnTo>
                  <a:lnTo>
                    <a:pt x="30" y="679"/>
                  </a:lnTo>
                  <a:lnTo>
                    <a:pt x="34" y="677"/>
                  </a:lnTo>
                  <a:lnTo>
                    <a:pt x="90" y="611"/>
                  </a:lnTo>
                  <a:lnTo>
                    <a:pt x="154" y="611"/>
                  </a:lnTo>
                  <a:lnTo>
                    <a:pt x="154" y="669"/>
                  </a:lnTo>
                  <a:lnTo>
                    <a:pt x="86" y="727"/>
                  </a:lnTo>
                  <a:lnTo>
                    <a:pt x="84" y="729"/>
                  </a:lnTo>
                  <a:lnTo>
                    <a:pt x="82" y="733"/>
                  </a:lnTo>
                  <a:lnTo>
                    <a:pt x="82" y="735"/>
                  </a:lnTo>
                  <a:lnTo>
                    <a:pt x="82" y="738"/>
                  </a:lnTo>
                  <a:lnTo>
                    <a:pt x="83" y="742"/>
                  </a:lnTo>
                  <a:lnTo>
                    <a:pt x="84" y="744"/>
                  </a:lnTo>
                  <a:lnTo>
                    <a:pt x="86" y="747"/>
                  </a:lnTo>
                  <a:lnTo>
                    <a:pt x="89" y="749"/>
                  </a:lnTo>
                  <a:lnTo>
                    <a:pt x="102" y="753"/>
                  </a:lnTo>
                  <a:lnTo>
                    <a:pt x="116" y="757"/>
                  </a:lnTo>
                  <a:lnTo>
                    <a:pt x="130" y="759"/>
                  </a:lnTo>
                  <a:lnTo>
                    <a:pt x="144" y="759"/>
                  </a:lnTo>
                  <a:lnTo>
                    <a:pt x="144" y="759"/>
                  </a:lnTo>
                  <a:lnTo>
                    <a:pt x="158" y="759"/>
                  </a:lnTo>
                  <a:lnTo>
                    <a:pt x="171" y="757"/>
                  </a:lnTo>
                  <a:lnTo>
                    <a:pt x="185" y="754"/>
                  </a:lnTo>
                  <a:lnTo>
                    <a:pt x="198" y="749"/>
                  </a:lnTo>
                  <a:lnTo>
                    <a:pt x="210" y="743"/>
                  </a:lnTo>
                  <a:lnTo>
                    <a:pt x="221" y="736"/>
                  </a:lnTo>
                  <a:lnTo>
                    <a:pt x="232" y="727"/>
                  </a:lnTo>
                  <a:lnTo>
                    <a:pt x="243" y="718"/>
                  </a:lnTo>
                  <a:lnTo>
                    <a:pt x="249" y="710"/>
                  </a:lnTo>
                  <a:lnTo>
                    <a:pt x="256" y="703"/>
                  </a:lnTo>
                  <a:lnTo>
                    <a:pt x="261" y="695"/>
                  </a:lnTo>
                  <a:lnTo>
                    <a:pt x="266" y="686"/>
                  </a:lnTo>
                  <a:lnTo>
                    <a:pt x="271" y="678"/>
                  </a:lnTo>
                  <a:lnTo>
                    <a:pt x="275" y="668"/>
                  </a:lnTo>
                  <a:lnTo>
                    <a:pt x="278" y="660"/>
                  </a:lnTo>
                  <a:lnTo>
                    <a:pt x="280" y="650"/>
                  </a:lnTo>
                  <a:lnTo>
                    <a:pt x="282" y="640"/>
                  </a:lnTo>
                  <a:lnTo>
                    <a:pt x="283" y="631"/>
                  </a:lnTo>
                  <a:lnTo>
                    <a:pt x="284" y="621"/>
                  </a:lnTo>
                  <a:lnTo>
                    <a:pt x="283" y="611"/>
                  </a:lnTo>
                  <a:lnTo>
                    <a:pt x="283" y="602"/>
                  </a:lnTo>
                  <a:lnTo>
                    <a:pt x="280" y="591"/>
                  </a:lnTo>
                  <a:lnTo>
                    <a:pt x="278" y="581"/>
                  </a:lnTo>
                  <a:lnTo>
                    <a:pt x="275" y="572"/>
                  </a:lnTo>
                  <a:lnTo>
                    <a:pt x="380" y="466"/>
                  </a:lnTo>
                  <a:lnTo>
                    <a:pt x="486" y="572"/>
                  </a:lnTo>
                  <a:lnTo>
                    <a:pt x="482" y="581"/>
                  </a:lnTo>
                  <a:lnTo>
                    <a:pt x="480" y="591"/>
                  </a:lnTo>
                  <a:lnTo>
                    <a:pt x="479" y="601"/>
                  </a:lnTo>
                  <a:lnTo>
                    <a:pt x="478" y="610"/>
                  </a:lnTo>
                  <a:lnTo>
                    <a:pt x="478" y="620"/>
                  </a:lnTo>
                  <a:lnTo>
                    <a:pt x="478" y="631"/>
                  </a:lnTo>
                  <a:lnTo>
                    <a:pt x="479" y="640"/>
                  </a:lnTo>
                  <a:lnTo>
                    <a:pt x="481" y="650"/>
                  </a:lnTo>
                  <a:lnTo>
                    <a:pt x="483" y="659"/>
                  </a:lnTo>
                  <a:lnTo>
                    <a:pt x="487" y="668"/>
                  </a:lnTo>
                  <a:lnTo>
                    <a:pt x="491" y="678"/>
                  </a:lnTo>
                  <a:lnTo>
                    <a:pt x="495" y="686"/>
                  </a:lnTo>
                  <a:lnTo>
                    <a:pt x="501" y="695"/>
                  </a:lnTo>
                  <a:lnTo>
                    <a:pt x="506" y="703"/>
                  </a:lnTo>
                  <a:lnTo>
                    <a:pt x="512" y="710"/>
                  </a:lnTo>
                  <a:lnTo>
                    <a:pt x="519" y="718"/>
                  </a:lnTo>
                  <a:lnTo>
                    <a:pt x="530" y="727"/>
                  </a:lnTo>
                  <a:lnTo>
                    <a:pt x="541" y="736"/>
                  </a:lnTo>
                  <a:lnTo>
                    <a:pt x="553" y="743"/>
                  </a:lnTo>
                  <a:lnTo>
                    <a:pt x="565" y="749"/>
                  </a:lnTo>
                  <a:lnTo>
                    <a:pt x="578" y="754"/>
                  </a:lnTo>
                  <a:lnTo>
                    <a:pt x="592" y="757"/>
                  </a:lnTo>
                  <a:lnTo>
                    <a:pt x="605" y="759"/>
                  </a:lnTo>
                  <a:lnTo>
                    <a:pt x="619" y="759"/>
                  </a:lnTo>
                  <a:lnTo>
                    <a:pt x="633" y="759"/>
                  </a:lnTo>
                  <a:lnTo>
                    <a:pt x="647" y="757"/>
                  </a:lnTo>
                  <a:lnTo>
                    <a:pt x="661" y="753"/>
                  </a:lnTo>
                  <a:lnTo>
                    <a:pt x="674" y="749"/>
                  </a:lnTo>
                  <a:lnTo>
                    <a:pt x="677" y="747"/>
                  </a:lnTo>
                  <a:lnTo>
                    <a:pt x="679" y="744"/>
                  </a:lnTo>
                  <a:lnTo>
                    <a:pt x="681" y="742"/>
                  </a:lnTo>
                  <a:lnTo>
                    <a:pt x="682" y="738"/>
                  </a:lnTo>
                  <a:lnTo>
                    <a:pt x="682" y="735"/>
                  </a:lnTo>
                  <a:lnTo>
                    <a:pt x="681" y="733"/>
                  </a:lnTo>
                  <a:lnTo>
                    <a:pt x="680" y="729"/>
                  </a:lnTo>
                  <a:lnTo>
                    <a:pt x="678" y="727"/>
                  </a:lnTo>
                  <a:lnTo>
                    <a:pt x="612" y="669"/>
                  </a:lnTo>
                  <a:lnTo>
                    <a:pt x="612" y="611"/>
                  </a:lnTo>
                  <a:lnTo>
                    <a:pt x="670" y="611"/>
                  </a:lnTo>
                  <a:lnTo>
                    <a:pt x="727" y="677"/>
                  </a:lnTo>
                  <a:lnTo>
                    <a:pt x="730" y="679"/>
                  </a:lnTo>
                  <a:lnTo>
                    <a:pt x="732" y="681"/>
                  </a:lnTo>
                  <a:lnTo>
                    <a:pt x="736" y="681"/>
                  </a:lnTo>
                  <a:lnTo>
                    <a:pt x="739" y="681"/>
                  </a:lnTo>
                  <a:lnTo>
                    <a:pt x="742" y="680"/>
                  </a:lnTo>
                  <a:lnTo>
                    <a:pt x="745" y="678"/>
                  </a:lnTo>
                  <a:lnTo>
                    <a:pt x="747" y="676"/>
                  </a:lnTo>
                  <a:lnTo>
                    <a:pt x="749" y="674"/>
                  </a:lnTo>
                  <a:lnTo>
                    <a:pt x="753" y="663"/>
                  </a:lnTo>
                  <a:lnTo>
                    <a:pt x="756" y="653"/>
                  </a:lnTo>
                  <a:lnTo>
                    <a:pt x="758" y="642"/>
                  </a:lnTo>
                  <a:lnTo>
                    <a:pt x="759" y="633"/>
                  </a:lnTo>
                  <a:lnTo>
                    <a:pt x="760" y="622"/>
                  </a:lnTo>
                  <a:lnTo>
                    <a:pt x="760" y="612"/>
                  </a:lnTo>
                  <a:lnTo>
                    <a:pt x="759" y="602"/>
                  </a:lnTo>
                  <a:lnTo>
                    <a:pt x="757" y="592"/>
                  </a:lnTo>
                  <a:lnTo>
                    <a:pt x="755" y="581"/>
                  </a:lnTo>
                  <a:lnTo>
                    <a:pt x="752" y="572"/>
                  </a:lnTo>
                  <a:lnTo>
                    <a:pt x="749" y="562"/>
                  </a:lnTo>
                  <a:lnTo>
                    <a:pt x="744" y="552"/>
                  </a:lnTo>
                  <a:lnTo>
                    <a:pt x="739" y="544"/>
                  </a:lnTo>
                  <a:lnTo>
                    <a:pt x="732" y="535"/>
                  </a:lnTo>
                  <a:lnTo>
                    <a:pt x="726" y="526"/>
                  </a:lnTo>
                  <a:lnTo>
                    <a:pt x="719" y="5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or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04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AB98EEED-B85A-DC18-65D0-F6584748C374}"/>
              </a:ext>
            </a:extLst>
          </p:cNvPr>
          <p:cNvGrpSpPr/>
          <p:nvPr/>
        </p:nvGrpSpPr>
        <p:grpSpPr>
          <a:xfrm>
            <a:off x="1370740" y="1529135"/>
            <a:ext cx="9450520" cy="4976118"/>
            <a:chOff x="1405739" y="1497832"/>
            <a:chExt cx="9450520" cy="4976118"/>
          </a:xfrm>
        </p:grpSpPr>
        <p:sp>
          <p:nvSpPr>
            <p:cNvPr id="3" name="Google Shape;1812;p43">
              <a:extLst>
                <a:ext uri="{FF2B5EF4-FFF2-40B4-BE49-F238E27FC236}">
                  <a16:creationId xmlns:a16="http://schemas.microsoft.com/office/drawing/2014/main" id="{82EF3EA4-64A1-3716-EDB4-C7C70C603E67}"/>
                </a:ext>
              </a:extLst>
            </p:cNvPr>
            <p:cNvSpPr/>
            <p:nvPr/>
          </p:nvSpPr>
          <p:spPr>
            <a:xfrm>
              <a:off x="8902756" y="2393981"/>
              <a:ext cx="1886859" cy="4079969"/>
            </a:xfrm>
            <a:custGeom>
              <a:avLst/>
              <a:gdLst/>
              <a:ahLst/>
              <a:cxnLst/>
              <a:rect l="l" t="t" r="r" b="b"/>
              <a:pathLst>
                <a:path w="16598" h="35890" extrusionOk="0">
                  <a:moveTo>
                    <a:pt x="0" y="1"/>
                  </a:moveTo>
                  <a:lnTo>
                    <a:pt x="0" y="27571"/>
                  </a:lnTo>
                  <a:cubicBezTo>
                    <a:pt x="0" y="32206"/>
                    <a:pt x="3724" y="35890"/>
                    <a:pt x="8319" y="35890"/>
                  </a:cubicBezTo>
                  <a:cubicBezTo>
                    <a:pt x="12874" y="35850"/>
                    <a:pt x="16598" y="32127"/>
                    <a:pt x="16598" y="27531"/>
                  </a:cubicBezTo>
                  <a:lnTo>
                    <a:pt x="16598" y="1"/>
                  </a:lnTo>
                  <a:close/>
                </a:path>
              </a:pathLst>
            </a:custGeom>
            <a:solidFill>
              <a:schemeClr val="bg1">
                <a:lumMod val="65000"/>
                <a:alpha val="5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" name="Google Shape;1813;p43">
              <a:extLst>
                <a:ext uri="{FF2B5EF4-FFF2-40B4-BE49-F238E27FC236}">
                  <a16:creationId xmlns:a16="http://schemas.microsoft.com/office/drawing/2014/main" id="{64F5B090-5EAC-3513-E86B-380EFE2925C0}"/>
                </a:ext>
              </a:extLst>
            </p:cNvPr>
            <p:cNvSpPr/>
            <p:nvPr/>
          </p:nvSpPr>
          <p:spPr>
            <a:xfrm>
              <a:off x="8891502" y="1497832"/>
              <a:ext cx="1909366" cy="1905047"/>
            </a:xfrm>
            <a:custGeom>
              <a:avLst/>
              <a:gdLst/>
              <a:ahLst/>
              <a:cxnLst/>
              <a:rect l="l" t="t" r="r" b="b"/>
              <a:pathLst>
                <a:path w="16796" h="16758" extrusionOk="0">
                  <a:moveTo>
                    <a:pt x="8398" y="1"/>
                  </a:moveTo>
                  <a:cubicBezTo>
                    <a:pt x="3763" y="1"/>
                    <a:pt x="0" y="3764"/>
                    <a:pt x="0" y="8399"/>
                  </a:cubicBezTo>
                  <a:cubicBezTo>
                    <a:pt x="0" y="12994"/>
                    <a:pt x="3763" y="16757"/>
                    <a:pt x="8398" y="16757"/>
                  </a:cubicBezTo>
                  <a:cubicBezTo>
                    <a:pt x="12478" y="16757"/>
                    <a:pt x="15964" y="13746"/>
                    <a:pt x="16598" y="9785"/>
                  </a:cubicBezTo>
                  <a:cubicBezTo>
                    <a:pt x="16796" y="8280"/>
                    <a:pt x="16598" y="7052"/>
                    <a:pt x="16598" y="7012"/>
                  </a:cubicBezTo>
                  <a:cubicBezTo>
                    <a:pt x="15964" y="3051"/>
                    <a:pt x="12557" y="1"/>
                    <a:pt x="8398" y="1"/>
                  </a:cubicBezTo>
                  <a:close/>
                </a:path>
              </a:pathLst>
            </a:custGeom>
            <a:solidFill>
              <a:schemeClr val="accent4">
                <a:alpha val="52230"/>
              </a:scheme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" name="Google Shape;1814;p43">
              <a:extLst>
                <a:ext uri="{FF2B5EF4-FFF2-40B4-BE49-F238E27FC236}">
                  <a16:creationId xmlns:a16="http://schemas.microsoft.com/office/drawing/2014/main" id="{6A008F1A-ECD6-062F-E67C-E747D235EFF9}"/>
                </a:ext>
              </a:extLst>
            </p:cNvPr>
            <p:cNvSpPr/>
            <p:nvPr/>
          </p:nvSpPr>
          <p:spPr>
            <a:xfrm>
              <a:off x="9276479" y="1880596"/>
              <a:ext cx="1139413" cy="1139413"/>
            </a:xfrm>
            <a:custGeom>
              <a:avLst/>
              <a:gdLst/>
              <a:ahLst/>
              <a:cxnLst/>
              <a:rect l="l" t="t" r="r" b="b"/>
              <a:pathLst>
                <a:path w="10023" h="10023" extrusionOk="0">
                  <a:moveTo>
                    <a:pt x="5031" y="1"/>
                  </a:moveTo>
                  <a:cubicBezTo>
                    <a:pt x="2258" y="1"/>
                    <a:pt x="0" y="2259"/>
                    <a:pt x="0" y="5032"/>
                  </a:cubicBezTo>
                  <a:cubicBezTo>
                    <a:pt x="0" y="7765"/>
                    <a:pt x="2258" y="10023"/>
                    <a:pt x="5031" y="10023"/>
                  </a:cubicBezTo>
                  <a:cubicBezTo>
                    <a:pt x="7764" y="10023"/>
                    <a:pt x="10022" y="7765"/>
                    <a:pt x="10022" y="5032"/>
                  </a:cubicBezTo>
                  <a:lnTo>
                    <a:pt x="10022" y="4992"/>
                  </a:lnTo>
                  <a:cubicBezTo>
                    <a:pt x="10022" y="2259"/>
                    <a:pt x="7764" y="1"/>
                    <a:pt x="50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04</a:t>
              </a:r>
            </a:p>
          </p:txBody>
        </p:sp>
        <p:sp>
          <p:nvSpPr>
            <p:cNvPr id="6" name="Google Shape;1815;p43">
              <a:extLst>
                <a:ext uri="{FF2B5EF4-FFF2-40B4-BE49-F238E27FC236}">
                  <a16:creationId xmlns:a16="http://schemas.microsoft.com/office/drawing/2014/main" id="{5C75C502-9AE1-B4EC-05E7-4E484E604A5E}"/>
                </a:ext>
              </a:extLst>
            </p:cNvPr>
            <p:cNvSpPr/>
            <p:nvPr/>
          </p:nvSpPr>
          <p:spPr>
            <a:xfrm>
              <a:off x="6372467" y="2393981"/>
              <a:ext cx="1886859" cy="4079969"/>
            </a:xfrm>
            <a:custGeom>
              <a:avLst/>
              <a:gdLst/>
              <a:ahLst/>
              <a:cxnLst/>
              <a:rect l="l" t="t" r="r" b="b"/>
              <a:pathLst>
                <a:path w="16598" h="35890" extrusionOk="0">
                  <a:moveTo>
                    <a:pt x="0" y="1"/>
                  </a:moveTo>
                  <a:lnTo>
                    <a:pt x="0" y="27571"/>
                  </a:lnTo>
                  <a:cubicBezTo>
                    <a:pt x="0" y="32206"/>
                    <a:pt x="3724" y="35890"/>
                    <a:pt x="8319" y="35890"/>
                  </a:cubicBezTo>
                  <a:cubicBezTo>
                    <a:pt x="12874" y="35850"/>
                    <a:pt x="16598" y="32127"/>
                    <a:pt x="16598" y="27531"/>
                  </a:cubicBezTo>
                  <a:lnTo>
                    <a:pt x="16598" y="1"/>
                  </a:lnTo>
                  <a:close/>
                </a:path>
              </a:pathLst>
            </a:custGeom>
            <a:solidFill>
              <a:schemeClr val="bg1">
                <a:lumMod val="65000"/>
                <a:alpha val="5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7" name="Google Shape;1816;p43">
              <a:extLst>
                <a:ext uri="{FF2B5EF4-FFF2-40B4-BE49-F238E27FC236}">
                  <a16:creationId xmlns:a16="http://schemas.microsoft.com/office/drawing/2014/main" id="{F7441953-B5BE-F807-AFBD-24E6A1781289}"/>
                </a:ext>
              </a:extLst>
            </p:cNvPr>
            <p:cNvSpPr/>
            <p:nvPr/>
          </p:nvSpPr>
          <p:spPr>
            <a:xfrm>
              <a:off x="6350374" y="1502380"/>
              <a:ext cx="2801072" cy="1904933"/>
            </a:xfrm>
            <a:custGeom>
              <a:avLst/>
              <a:gdLst/>
              <a:ahLst/>
              <a:cxnLst/>
              <a:rect l="l" t="t" r="r" b="b"/>
              <a:pathLst>
                <a:path w="24640" h="16757" extrusionOk="0">
                  <a:moveTo>
                    <a:pt x="8359" y="1"/>
                  </a:moveTo>
                  <a:cubicBezTo>
                    <a:pt x="3764" y="1"/>
                    <a:pt x="1" y="3764"/>
                    <a:pt x="1" y="8398"/>
                  </a:cubicBezTo>
                  <a:cubicBezTo>
                    <a:pt x="1" y="12993"/>
                    <a:pt x="3764" y="16757"/>
                    <a:pt x="8359" y="16757"/>
                  </a:cubicBezTo>
                  <a:cubicBezTo>
                    <a:pt x="12518" y="16757"/>
                    <a:pt x="15925" y="13746"/>
                    <a:pt x="16558" y="9785"/>
                  </a:cubicBezTo>
                  <a:lnTo>
                    <a:pt x="19094" y="9785"/>
                  </a:lnTo>
                  <a:lnTo>
                    <a:pt x="19094" y="12043"/>
                  </a:lnTo>
                  <a:lnTo>
                    <a:pt x="24639" y="8359"/>
                  </a:lnTo>
                  <a:lnTo>
                    <a:pt x="19094" y="4714"/>
                  </a:lnTo>
                  <a:lnTo>
                    <a:pt x="19094" y="7012"/>
                  </a:lnTo>
                  <a:lnTo>
                    <a:pt x="16558" y="7012"/>
                  </a:lnTo>
                  <a:cubicBezTo>
                    <a:pt x="15925" y="3051"/>
                    <a:pt x="12478" y="1"/>
                    <a:pt x="8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8" name="Google Shape;1817;p43">
              <a:extLst>
                <a:ext uri="{FF2B5EF4-FFF2-40B4-BE49-F238E27FC236}">
                  <a16:creationId xmlns:a16="http://schemas.microsoft.com/office/drawing/2014/main" id="{DC619E51-68EF-EFF4-1647-BF2CF726DC71}"/>
                </a:ext>
              </a:extLst>
            </p:cNvPr>
            <p:cNvSpPr/>
            <p:nvPr/>
          </p:nvSpPr>
          <p:spPr>
            <a:xfrm>
              <a:off x="6746190" y="1880596"/>
              <a:ext cx="1139413" cy="1139413"/>
            </a:xfrm>
            <a:custGeom>
              <a:avLst/>
              <a:gdLst/>
              <a:ahLst/>
              <a:cxnLst/>
              <a:rect l="l" t="t" r="r" b="b"/>
              <a:pathLst>
                <a:path w="10023" h="10023" extrusionOk="0">
                  <a:moveTo>
                    <a:pt x="5031" y="1"/>
                  </a:moveTo>
                  <a:cubicBezTo>
                    <a:pt x="2258" y="1"/>
                    <a:pt x="0" y="2259"/>
                    <a:pt x="0" y="5032"/>
                  </a:cubicBezTo>
                  <a:cubicBezTo>
                    <a:pt x="0" y="7765"/>
                    <a:pt x="2258" y="10023"/>
                    <a:pt x="5031" y="10023"/>
                  </a:cubicBezTo>
                  <a:cubicBezTo>
                    <a:pt x="7764" y="10023"/>
                    <a:pt x="10022" y="7765"/>
                    <a:pt x="10022" y="5032"/>
                  </a:cubicBezTo>
                  <a:lnTo>
                    <a:pt x="10022" y="4992"/>
                  </a:lnTo>
                  <a:cubicBezTo>
                    <a:pt x="10022" y="2259"/>
                    <a:pt x="7764" y="1"/>
                    <a:pt x="50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03</a:t>
              </a:r>
              <a:endParaRPr sz="3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 Black"/>
                <a:cs typeface="Fira Sans Black"/>
                <a:sym typeface="Fira Sans Black"/>
              </a:endParaRPr>
            </a:p>
          </p:txBody>
        </p:sp>
        <p:sp>
          <p:nvSpPr>
            <p:cNvPr id="9" name="Google Shape;1818;p43">
              <a:extLst>
                <a:ext uri="{FF2B5EF4-FFF2-40B4-BE49-F238E27FC236}">
                  <a16:creationId xmlns:a16="http://schemas.microsoft.com/office/drawing/2014/main" id="{34237556-A17F-658B-90D1-F69B9C291D46}"/>
                </a:ext>
              </a:extLst>
            </p:cNvPr>
            <p:cNvSpPr/>
            <p:nvPr/>
          </p:nvSpPr>
          <p:spPr>
            <a:xfrm>
              <a:off x="3936695" y="2393981"/>
              <a:ext cx="1886859" cy="4079969"/>
            </a:xfrm>
            <a:custGeom>
              <a:avLst/>
              <a:gdLst/>
              <a:ahLst/>
              <a:cxnLst/>
              <a:rect l="l" t="t" r="r" b="b"/>
              <a:pathLst>
                <a:path w="16598" h="35890" extrusionOk="0">
                  <a:moveTo>
                    <a:pt x="0" y="1"/>
                  </a:moveTo>
                  <a:lnTo>
                    <a:pt x="0" y="27571"/>
                  </a:lnTo>
                  <a:cubicBezTo>
                    <a:pt x="0" y="32206"/>
                    <a:pt x="3724" y="35890"/>
                    <a:pt x="8359" y="35890"/>
                  </a:cubicBezTo>
                  <a:cubicBezTo>
                    <a:pt x="12914" y="35850"/>
                    <a:pt x="16598" y="32127"/>
                    <a:pt x="16598" y="27531"/>
                  </a:cubicBezTo>
                  <a:lnTo>
                    <a:pt x="16598" y="1"/>
                  </a:lnTo>
                  <a:close/>
                </a:path>
              </a:pathLst>
            </a:custGeom>
            <a:solidFill>
              <a:schemeClr val="bg1">
                <a:lumMod val="65000"/>
                <a:alpha val="5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0" name="Google Shape;1819;p43">
              <a:extLst>
                <a:ext uri="{FF2B5EF4-FFF2-40B4-BE49-F238E27FC236}">
                  <a16:creationId xmlns:a16="http://schemas.microsoft.com/office/drawing/2014/main" id="{2CBBF47B-92C6-3315-55FE-9DF191FB112D}"/>
                </a:ext>
              </a:extLst>
            </p:cNvPr>
            <p:cNvSpPr/>
            <p:nvPr/>
          </p:nvSpPr>
          <p:spPr>
            <a:xfrm>
              <a:off x="3945676" y="1502380"/>
              <a:ext cx="2801072" cy="1904933"/>
            </a:xfrm>
            <a:custGeom>
              <a:avLst/>
              <a:gdLst/>
              <a:ahLst/>
              <a:cxnLst/>
              <a:rect l="l" t="t" r="r" b="b"/>
              <a:pathLst>
                <a:path w="24640" h="16757" extrusionOk="0">
                  <a:moveTo>
                    <a:pt x="8359" y="1"/>
                  </a:moveTo>
                  <a:cubicBezTo>
                    <a:pt x="3764" y="1"/>
                    <a:pt x="1" y="3764"/>
                    <a:pt x="1" y="8398"/>
                  </a:cubicBezTo>
                  <a:cubicBezTo>
                    <a:pt x="1" y="12993"/>
                    <a:pt x="3764" y="16757"/>
                    <a:pt x="8359" y="16757"/>
                  </a:cubicBezTo>
                  <a:cubicBezTo>
                    <a:pt x="12518" y="16757"/>
                    <a:pt x="15925" y="13746"/>
                    <a:pt x="16598" y="9785"/>
                  </a:cubicBezTo>
                  <a:lnTo>
                    <a:pt x="19094" y="9785"/>
                  </a:lnTo>
                  <a:lnTo>
                    <a:pt x="19094" y="12043"/>
                  </a:lnTo>
                  <a:lnTo>
                    <a:pt x="24639" y="8359"/>
                  </a:lnTo>
                  <a:lnTo>
                    <a:pt x="19094" y="4714"/>
                  </a:lnTo>
                  <a:lnTo>
                    <a:pt x="19094" y="7012"/>
                  </a:lnTo>
                  <a:lnTo>
                    <a:pt x="16598" y="7012"/>
                  </a:lnTo>
                  <a:cubicBezTo>
                    <a:pt x="15925" y="3051"/>
                    <a:pt x="12478" y="1"/>
                    <a:pt x="83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1" name="Google Shape;1820;p43">
              <a:extLst>
                <a:ext uri="{FF2B5EF4-FFF2-40B4-BE49-F238E27FC236}">
                  <a16:creationId xmlns:a16="http://schemas.microsoft.com/office/drawing/2014/main" id="{6D357CD8-9D8F-F22B-DD31-532F167DFB88}"/>
                </a:ext>
              </a:extLst>
            </p:cNvPr>
            <p:cNvSpPr/>
            <p:nvPr/>
          </p:nvSpPr>
          <p:spPr>
            <a:xfrm>
              <a:off x="4312634" y="1880596"/>
              <a:ext cx="1134980" cy="1139413"/>
            </a:xfrm>
            <a:custGeom>
              <a:avLst/>
              <a:gdLst/>
              <a:ahLst/>
              <a:cxnLst/>
              <a:rect l="l" t="t" r="r" b="b"/>
              <a:pathLst>
                <a:path w="9984" h="10023" extrusionOk="0">
                  <a:moveTo>
                    <a:pt x="4992" y="1"/>
                  </a:moveTo>
                  <a:cubicBezTo>
                    <a:pt x="2219" y="1"/>
                    <a:pt x="1" y="2259"/>
                    <a:pt x="1" y="5032"/>
                  </a:cubicBezTo>
                  <a:cubicBezTo>
                    <a:pt x="1" y="7765"/>
                    <a:pt x="2219" y="10023"/>
                    <a:pt x="4992" y="10023"/>
                  </a:cubicBezTo>
                  <a:cubicBezTo>
                    <a:pt x="7725" y="10023"/>
                    <a:pt x="9983" y="7765"/>
                    <a:pt x="9983" y="5032"/>
                  </a:cubicBezTo>
                  <a:lnTo>
                    <a:pt x="9983" y="4992"/>
                  </a:lnTo>
                  <a:cubicBezTo>
                    <a:pt x="9983" y="2259"/>
                    <a:pt x="7725" y="1"/>
                    <a:pt x="49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02</a:t>
              </a:r>
            </a:p>
          </p:txBody>
        </p:sp>
        <p:sp>
          <p:nvSpPr>
            <p:cNvPr id="12" name="Google Shape;1821;p43">
              <a:extLst>
                <a:ext uri="{FF2B5EF4-FFF2-40B4-BE49-F238E27FC236}">
                  <a16:creationId xmlns:a16="http://schemas.microsoft.com/office/drawing/2014/main" id="{519BCD8B-05D0-8B77-B264-C30274BA14B3}"/>
                </a:ext>
              </a:extLst>
            </p:cNvPr>
            <p:cNvSpPr/>
            <p:nvPr/>
          </p:nvSpPr>
          <p:spPr>
            <a:xfrm>
              <a:off x="1470110" y="2393981"/>
              <a:ext cx="1891405" cy="4079969"/>
            </a:xfrm>
            <a:custGeom>
              <a:avLst/>
              <a:gdLst/>
              <a:ahLst/>
              <a:cxnLst/>
              <a:rect l="l" t="t" r="r" b="b"/>
              <a:pathLst>
                <a:path w="16638" h="35890" extrusionOk="0">
                  <a:moveTo>
                    <a:pt x="0" y="1"/>
                  </a:moveTo>
                  <a:lnTo>
                    <a:pt x="0" y="27571"/>
                  </a:lnTo>
                  <a:cubicBezTo>
                    <a:pt x="0" y="32206"/>
                    <a:pt x="3684" y="35890"/>
                    <a:pt x="8319" y="35890"/>
                  </a:cubicBezTo>
                  <a:cubicBezTo>
                    <a:pt x="12914" y="35850"/>
                    <a:pt x="16637" y="32127"/>
                    <a:pt x="16637" y="27531"/>
                  </a:cubicBezTo>
                  <a:lnTo>
                    <a:pt x="16637" y="1"/>
                  </a:lnTo>
                  <a:close/>
                </a:path>
              </a:pathLst>
            </a:custGeom>
            <a:solidFill>
              <a:schemeClr val="bg1">
                <a:lumMod val="65000"/>
                <a:alpha val="5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13" name="Google Shape;1822;p43">
              <a:extLst>
                <a:ext uri="{FF2B5EF4-FFF2-40B4-BE49-F238E27FC236}">
                  <a16:creationId xmlns:a16="http://schemas.microsoft.com/office/drawing/2014/main" id="{38655D29-DD1A-3B0F-552E-0403523DB2D1}"/>
                </a:ext>
              </a:extLst>
            </p:cNvPr>
            <p:cNvSpPr/>
            <p:nvPr/>
          </p:nvSpPr>
          <p:spPr>
            <a:xfrm>
              <a:off x="1419453" y="1502380"/>
              <a:ext cx="2814486" cy="1900499"/>
            </a:xfrm>
            <a:custGeom>
              <a:avLst/>
              <a:gdLst/>
              <a:ahLst/>
              <a:cxnLst/>
              <a:rect l="l" t="t" r="r" b="b"/>
              <a:pathLst>
                <a:path w="24758" h="16718" extrusionOk="0">
                  <a:moveTo>
                    <a:pt x="8325" y="0"/>
                  </a:moveTo>
                  <a:cubicBezTo>
                    <a:pt x="3724" y="0"/>
                    <a:pt x="0" y="3748"/>
                    <a:pt x="0" y="8359"/>
                  </a:cubicBezTo>
                  <a:cubicBezTo>
                    <a:pt x="0" y="12954"/>
                    <a:pt x="3763" y="16717"/>
                    <a:pt x="8358" y="16717"/>
                  </a:cubicBezTo>
                  <a:cubicBezTo>
                    <a:pt x="12518" y="16717"/>
                    <a:pt x="15924" y="13667"/>
                    <a:pt x="16558" y="9706"/>
                  </a:cubicBezTo>
                  <a:lnTo>
                    <a:pt x="19093" y="9706"/>
                  </a:lnTo>
                  <a:lnTo>
                    <a:pt x="19093" y="12003"/>
                  </a:lnTo>
                  <a:lnTo>
                    <a:pt x="24758" y="8359"/>
                  </a:lnTo>
                  <a:lnTo>
                    <a:pt x="19212" y="4714"/>
                  </a:lnTo>
                  <a:lnTo>
                    <a:pt x="19212" y="7012"/>
                  </a:lnTo>
                  <a:lnTo>
                    <a:pt x="16637" y="7012"/>
                  </a:lnTo>
                  <a:cubicBezTo>
                    <a:pt x="15964" y="3051"/>
                    <a:pt x="12518" y="1"/>
                    <a:pt x="8398" y="1"/>
                  </a:cubicBezTo>
                  <a:cubicBezTo>
                    <a:pt x="8374" y="0"/>
                    <a:pt x="8350" y="0"/>
                    <a:pt x="83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4" name="Google Shape;1823;p43">
              <a:extLst>
                <a:ext uri="{FF2B5EF4-FFF2-40B4-BE49-F238E27FC236}">
                  <a16:creationId xmlns:a16="http://schemas.microsoft.com/office/drawing/2014/main" id="{63671AE0-07A0-CDEA-0BD7-35D74FCE982C}"/>
                </a:ext>
              </a:extLst>
            </p:cNvPr>
            <p:cNvSpPr/>
            <p:nvPr/>
          </p:nvSpPr>
          <p:spPr>
            <a:xfrm>
              <a:off x="1848379" y="1880596"/>
              <a:ext cx="1134866" cy="1139413"/>
            </a:xfrm>
            <a:custGeom>
              <a:avLst/>
              <a:gdLst/>
              <a:ahLst/>
              <a:cxnLst/>
              <a:rect l="l" t="t" r="r" b="b"/>
              <a:pathLst>
                <a:path w="9983" h="10023" extrusionOk="0">
                  <a:moveTo>
                    <a:pt x="4991" y="1"/>
                  </a:moveTo>
                  <a:cubicBezTo>
                    <a:pt x="2218" y="1"/>
                    <a:pt x="0" y="2259"/>
                    <a:pt x="0" y="5032"/>
                  </a:cubicBezTo>
                  <a:cubicBezTo>
                    <a:pt x="0" y="7765"/>
                    <a:pt x="2218" y="10023"/>
                    <a:pt x="4991" y="10023"/>
                  </a:cubicBezTo>
                  <a:cubicBezTo>
                    <a:pt x="7724" y="10023"/>
                    <a:pt x="9982" y="7765"/>
                    <a:pt x="9982" y="5032"/>
                  </a:cubicBezTo>
                  <a:lnTo>
                    <a:pt x="9982" y="4992"/>
                  </a:lnTo>
                  <a:cubicBezTo>
                    <a:pt x="9982" y="2259"/>
                    <a:pt x="772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01</a:t>
              </a:r>
            </a:p>
          </p:txBody>
        </p:sp>
        <p:grpSp>
          <p:nvGrpSpPr>
            <p:cNvPr id="24" name="Google Shape;1843;p43">
              <a:extLst>
                <a:ext uri="{FF2B5EF4-FFF2-40B4-BE49-F238E27FC236}">
                  <a16:creationId xmlns:a16="http://schemas.microsoft.com/office/drawing/2014/main" id="{523F4F78-2120-2FD6-6506-17A903184458}"/>
                </a:ext>
              </a:extLst>
            </p:cNvPr>
            <p:cNvGrpSpPr/>
            <p:nvPr/>
          </p:nvGrpSpPr>
          <p:grpSpPr>
            <a:xfrm>
              <a:off x="2062676" y="5369769"/>
              <a:ext cx="706273" cy="809364"/>
              <a:chOff x="1304753" y="1487963"/>
              <a:chExt cx="544368" cy="623827"/>
            </a:xfrm>
          </p:grpSpPr>
          <p:sp>
            <p:nvSpPr>
              <p:cNvPr id="40" name="Google Shape;1844;p43">
                <a:extLst>
                  <a:ext uri="{FF2B5EF4-FFF2-40B4-BE49-F238E27FC236}">
                    <a16:creationId xmlns:a16="http://schemas.microsoft.com/office/drawing/2014/main" id="{D3C6A8C7-22D9-3EA8-3E52-0E7DB6DC0C39}"/>
                  </a:ext>
                </a:extLst>
              </p:cNvPr>
              <p:cNvSpPr/>
              <p:nvPr/>
            </p:nvSpPr>
            <p:spPr>
              <a:xfrm>
                <a:off x="1576907" y="1646863"/>
                <a:ext cx="272205" cy="464927"/>
              </a:xfrm>
              <a:custGeom>
                <a:avLst/>
                <a:gdLst/>
                <a:ahLst/>
                <a:cxnLst/>
                <a:rect l="l" t="t" r="r" b="b"/>
                <a:pathLst>
                  <a:path w="6354" h="10852" fill="none" extrusionOk="0">
                    <a:moveTo>
                      <a:pt x="6353" y="0"/>
                    </a:moveTo>
                    <a:lnTo>
                      <a:pt x="6353" y="7204"/>
                    </a:lnTo>
                    <a:lnTo>
                      <a:pt x="1" y="10851"/>
                    </a:lnTo>
                    <a:lnTo>
                      <a:pt x="31" y="3678"/>
                    </a:lnTo>
                    <a:close/>
                  </a:path>
                </a:pathLst>
              </a:custGeom>
              <a:solidFill>
                <a:srgbClr val="FFC84C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1" name="Google Shape;1845;p43">
                <a:extLst>
                  <a:ext uri="{FF2B5EF4-FFF2-40B4-BE49-F238E27FC236}">
                    <a16:creationId xmlns:a16="http://schemas.microsoft.com/office/drawing/2014/main" id="{71488207-1B5F-2C9A-A98B-B7A882B5CF75}"/>
                  </a:ext>
                </a:extLst>
              </p:cNvPr>
              <p:cNvSpPr/>
              <p:nvPr/>
            </p:nvSpPr>
            <p:spPr>
              <a:xfrm>
                <a:off x="1304753" y="1646863"/>
                <a:ext cx="273533" cy="464927"/>
              </a:xfrm>
              <a:custGeom>
                <a:avLst/>
                <a:gdLst/>
                <a:ahLst/>
                <a:cxnLst/>
                <a:rect l="l" t="t" r="r" b="b"/>
                <a:pathLst>
                  <a:path w="6385" h="10852" fill="none" extrusionOk="0">
                    <a:moveTo>
                      <a:pt x="6384" y="3678"/>
                    </a:moveTo>
                    <a:lnTo>
                      <a:pt x="6354" y="10851"/>
                    </a:lnTo>
                    <a:lnTo>
                      <a:pt x="1" y="72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C84C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2" name="Google Shape;1846;p43">
                <a:extLst>
                  <a:ext uri="{FF2B5EF4-FFF2-40B4-BE49-F238E27FC236}">
                    <a16:creationId xmlns:a16="http://schemas.microsoft.com/office/drawing/2014/main" id="{C7F606AD-6AA4-C45A-B244-059BF1D112F9}"/>
                  </a:ext>
                </a:extLst>
              </p:cNvPr>
              <p:cNvSpPr/>
              <p:nvPr/>
            </p:nvSpPr>
            <p:spPr>
              <a:xfrm>
                <a:off x="1304753" y="1487963"/>
                <a:ext cx="544368" cy="316478"/>
              </a:xfrm>
              <a:custGeom>
                <a:avLst/>
                <a:gdLst/>
                <a:ahLst/>
                <a:cxnLst/>
                <a:rect l="l" t="t" r="r" b="b"/>
                <a:pathLst>
                  <a:path w="12707" h="7387" fill="none" extrusionOk="0">
                    <a:moveTo>
                      <a:pt x="12706" y="3709"/>
                    </a:moveTo>
                    <a:lnTo>
                      <a:pt x="6384" y="7387"/>
                    </a:lnTo>
                    <a:lnTo>
                      <a:pt x="1" y="3709"/>
                    </a:lnTo>
                    <a:lnTo>
                      <a:pt x="6354" y="1"/>
                    </a:lnTo>
                    <a:close/>
                  </a:path>
                </a:pathLst>
              </a:custGeom>
              <a:solidFill>
                <a:srgbClr val="FFC84C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</p:grpSp>
        <p:grpSp>
          <p:nvGrpSpPr>
            <p:cNvPr id="25" name="Google Shape;1847;p43">
              <a:extLst>
                <a:ext uri="{FF2B5EF4-FFF2-40B4-BE49-F238E27FC236}">
                  <a16:creationId xmlns:a16="http://schemas.microsoft.com/office/drawing/2014/main" id="{230C3F44-5816-DC34-E0B2-66A2508FC134}"/>
                </a:ext>
              </a:extLst>
            </p:cNvPr>
            <p:cNvGrpSpPr/>
            <p:nvPr/>
          </p:nvGrpSpPr>
          <p:grpSpPr>
            <a:xfrm>
              <a:off x="6893870" y="5328462"/>
              <a:ext cx="844052" cy="845365"/>
              <a:chOff x="7430704" y="5063411"/>
              <a:chExt cx="667577" cy="668615"/>
            </a:xfrm>
          </p:grpSpPr>
          <p:sp>
            <p:nvSpPr>
              <p:cNvPr id="33" name="Google Shape;1848;p43">
                <a:extLst>
                  <a:ext uri="{FF2B5EF4-FFF2-40B4-BE49-F238E27FC236}">
                    <a16:creationId xmlns:a16="http://schemas.microsoft.com/office/drawing/2014/main" id="{22136111-2881-CC8D-4289-DCC86AA10F36}"/>
                  </a:ext>
                </a:extLst>
              </p:cNvPr>
              <p:cNvSpPr/>
              <p:nvPr/>
            </p:nvSpPr>
            <p:spPr>
              <a:xfrm>
                <a:off x="7764481" y="5292926"/>
                <a:ext cx="182172" cy="311691"/>
              </a:xfrm>
              <a:custGeom>
                <a:avLst/>
                <a:gdLst/>
                <a:ahLst/>
                <a:cxnLst/>
                <a:rect l="l" t="t" r="r" b="b"/>
                <a:pathLst>
                  <a:path w="5259" h="8998" fill="none" extrusionOk="0">
                    <a:moveTo>
                      <a:pt x="5259" y="0"/>
                    </a:moveTo>
                    <a:lnTo>
                      <a:pt x="5198" y="5958"/>
                    </a:lnTo>
                    <a:lnTo>
                      <a:pt x="0" y="8998"/>
                    </a:lnTo>
                    <a:lnTo>
                      <a:pt x="0" y="304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4" name="Google Shape;1849;p43">
                <a:extLst>
                  <a:ext uri="{FF2B5EF4-FFF2-40B4-BE49-F238E27FC236}">
                    <a16:creationId xmlns:a16="http://schemas.microsoft.com/office/drawing/2014/main" id="{7837716C-10EF-CD6B-780D-CAFF437CA69E}"/>
                  </a:ext>
                </a:extLst>
              </p:cNvPr>
              <p:cNvSpPr/>
              <p:nvPr/>
            </p:nvSpPr>
            <p:spPr>
              <a:xfrm>
                <a:off x="7581278" y="5292926"/>
                <a:ext cx="183246" cy="311691"/>
              </a:xfrm>
              <a:custGeom>
                <a:avLst/>
                <a:gdLst/>
                <a:ahLst/>
                <a:cxnLst/>
                <a:rect l="l" t="t" r="r" b="b"/>
                <a:pathLst>
                  <a:path w="5290" h="8998" fill="none" extrusionOk="0">
                    <a:moveTo>
                      <a:pt x="5289" y="3040"/>
                    </a:moveTo>
                    <a:lnTo>
                      <a:pt x="5289" y="8998"/>
                    </a:lnTo>
                    <a:lnTo>
                      <a:pt x="0" y="595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5" name="Google Shape;1850;p43">
                <a:extLst>
                  <a:ext uri="{FF2B5EF4-FFF2-40B4-BE49-F238E27FC236}">
                    <a16:creationId xmlns:a16="http://schemas.microsoft.com/office/drawing/2014/main" id="{30A45E69-4DBF-8EEE-E03D-5EE95618D1F5}"/>
                  </a:ext>
                </a:extLst>
              </p:cNvPr>
              <p:cNvSpPr/>
              <p:nvPr/>
            </p:nvSpPr>
            <p:spPr>
              <a:xfrm>
                <a:off x="7581278" y="5186586"/>
                <a:ext cx="365383" cy="211650"/>
              </a:xfrm>
              <a:custGeom>
                <a:avLst/>
                <a:gdLst/>
                <a:ahLst/>
                <a:cxnLst/>
                <a:rect l="l" t="t" r="r" b="b"/>
                <a:pathLst>
                  <a:path w="10548" h="6110" fill="none" extrusionOk="0">
                    <a:moveTo>
                      <a:pt x="10548" y="3070"/>
                    </a:moveTo>
                    <a:lnTo>
                      <a:pt x="5289" y="6110"/>
                    </a:lnTo>
                    <a:lnTo>
                      <a:pt x="0" y="3070"/>
                    </a:lnTo>
                    <a:lnTo>
                      <a:pt x="5259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6" name="Google Shape;1851;p43">
                <a:extLst>
                  <a:ext uri="{FF2B5EF4-FFF2-40B4-BE49-F238E27FC236}">
                    <a16:creationId xmlns:a16="http://schemas.microsoft.com/office/drawing/2014/main" id="{96DB09E5-20AF-B118-8A8B-6B7EE47A02D8}"/>
                  </a:ext>
                </a:extLst>
              </p:cNvPr>
              <p:cNvSpPr/>
              <p:nvPr/>
            </p:nvSpPr>
            <p:spPr>
              <a:xfrm>
                <a:off x="7430704" y="5205533"/>
                <a:ext cx="549668" cy="526493"/>
              </a:xfrm>
              <a:custGeom>
                <a:avLst/>
                <a:gdLst/>
                <a:ahLst/>
                <a:cxnLst/>
                <a:rect l="l" t="t" r="r" b="b"/>
                <a:pathLst>
                  <a:path w="15868" h="15199" fill="none" extrusionOk="0">
                    <a:moveTo>
                      <a:pt x="15867" y="12919"/>
                    </a:moveTo>
                    <a:cubicBezTo>
                      <a:pt x="14195" y="14378"/>
                      <a:pt x="11977" y="15198"/>
                      <a:pt x="9636" y="15198"/>
                    </a:cubicBezTo>
                    <a:cubicBezTo>
                      <a:pt x="4286" y="15198"/>
                      <a:pt x="1" y="10882"/>
                      <a:pt x="1" y="5563"/>
                    </a:cubicBezTo>
                    <a:cubicBezTo>
                      <a:pt x="1" y="3496"/>
                      <a:pt x="639" y="1612"/>
                      <a:pt x="1733" y="1"/>
                    </a:cubicBezTo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7" name="Google Shape;1852;p43">
                <a:extLst>
                  <a:ext uri="{FF2B5EF4-FFF2-40B4-BE49-F238E27FC236}">
                    <a16:creationId xmlns:a16="http://schemas.microsoft.com/office/drawing/2014/main" id="{044BFB3C-7712-93E1-EECA-3E32865C3E53}"/>
                  </a:ext>
                </a:extLst>
              </p:cNvPr>
              <p:cNvSpPr/>
              <p:nvPr/>
            </p:nvSpPr>
            <p:spPr>
              <a:xfrm>
                <a:off x="7562330" y="5063411"/>
                <a:ext cx="535950" cy="473841"/>
              </a:xfrm>
              <a:custGeom>
                <a:avLst/>
                <a:gdLst/>
                <a:ahLst/>
                <a:cxnLst/>
                <a:rect l="l" t="t" r="r" b="b"/>
                <a:pathLst>
                  <a:path w="15472" h="13679" fill="none" extrusionOk="0">
                    <a:moveTo>
                      <a:pt x="0" y="1946"/>
                    </a:moveTo>
                    <a:cubicBezTo>
                      <a:pt x="790" y="1338"/>
                      <a:pt x="1672" y="882"/>
                      <a:pt x="2614" y="547"/>
                    </a:cubicBezTo>
                    <a:cubicBezTo>
                      <a:pt x="3648" y="213"/>
                      <a:pt x="4711" y="0"/>
                      <a:pt x="5836" y="0"/>
                    </a:cubicBezTo>
                    <a:cubicBezTo>
                      <a:pt x="11186" y="0"/>
                      <a:pt x="15472" y="4347"/>
                      <a:pt x="15472" y="9666"/>
                    </a:cubicBezTo>
                    <a:cubicBezTo>
                      <a:pt x="15472" y="11095"/>
                      <a:pt x="15198" y="12462"/>
                      <a:pt x="14620" y="13678"/>
                    </a:cubicBezTo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8" name="Google Shape;1853;p43">
                <a:extLst>
                  <a:ext uri="{FF2B5EF4-FFF2-40B4-BE49-F238E27FC236}">
                    <a16:creationId xmlns:a16="http://schemas.microsoft.com/office/drawing/2014/main" id="{8A707EB6-EBC1-EFD3-5FCB-1CD34153183C}"/>
                  </a:ext>
                </a:extLst>
              </p:cNvPr>
              <p:cNvSpPr/>
              <p:nvPr/>
            </p:nvSpPr>
            <p:spPr>
              <a:xfrm>
                <a:off x="7524401" y="5100267"/>
                <a:ext cx="65331" cy="65296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1885" fill="none" extrusionOk="0">
                    <a:moveTo>
                      <a:pt x="700" y="91"/>
                    </a:moveTo>
                    <a:lnTo>
                      <a:pt x="1764" y="1155"/>
                    </a:lnTo>
                    <a:cubicBezTo>
                      <a:pt x="1885" y="1277"/>
                      <a:pt x="1855" y="1459"/>
                      <a:pt x="1673" y="1489"/>
                    </a:cubicBezTo>
                    <a:lnTo>
                      <a:pt x="274" y="1824"/>
                    </a:lnTo>
                    <a:cubicBezTo>
                      <a:pt x="122" y="1885"/>
                      <a:pt x="1" y="1763"/>
                      <a:pt x="62" y="1611"/>
                    </a:cubicBezTo>
                    <a:lnTo>
                      <a:pt x="396" y="213"/>
                    </a:lnTo>
                    <a:cubicBezTo>
                      <a:pt x="396" y="61"/>
                      <a:pt x="578" y="0"/>
                      <a:pt x="700" y="91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9" name="Google Shape;1854;p43">
                <a:extLst>
                  <a:ext uri="{FF2B5EF4-FFF2-40B4-BE49-F238E27FC236}">
                    <a16:creationId xmlns:a16="http://schemas.microsoft.com/office/drawing/2014/main" id="{FA4A60F8-4FBF-A771-4522-6B1CD473B51C}"/>
                  </a:ext>
                </a:extLst>
              </p:cNvPr>
              <p:cNvSpPr/>
              <p:nvPr/>
            </p:nvSpPr>
            <p:spPr>
              <a:xfrm>
                <a:off x="7955028" y="5610872"/>
                <a:ext cx="65331" cy="66370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1916" fill="none" extrusionOk="0">
                    <a:moveTo>
                      <a:pt x="1186" y="1794"/>
                    </a:moveTo>
                    <a:lnTo>
                      <a:pt x="122" y="730"/>
                    </a:lnTo>
                    <a:cubicBezTo>
                      <a:pt x="1" y="609"/>
                      <a:pt x="62" y="426"/>
                      <a:pt x="214" y="396"/>
                    </a:cubicBezTo>
                    <a:lnTo>
                      <a:pt x="1612" y="62"/>
                    </a:lnTo>
                    <a:cubicBezTo>
                      <a:pt x="1764" y="1"/>
                      <a:pt x="1885" y="122"/>
                      <a:pt x="1824" y="274"/>
                    </a:cubicBezTo>
                    <a:lnTo>
                      <a:pt x="1490" y="1673"/>
                    </a:lnTo>
                    <a:cubicBezTo>
                      <a:pt x="1490" y="1885"/>
                      <a:pt x="1308" y="1916"/>
                      <a:pt x="1186" y="179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26" name="Google Shape;1855;p43">
              <a:extLst>
                <a:ext uri="{FF2B5EF4-FFF2-40B4-BE49-F238E27FC236}">
                  <a16:creationId xmlns:a16="http://schemas.microsoft.com/office/drawing/2014/main" id="{7A59F16F-D2A8-9B10-36B3-367FF3677C8C}"/>
                </a:ext>
              </a:extLst>
            </p:cNvPr>
            <p:cNvGrpSpPr/>
            <p:nvPr/>
          </p:nvGrpSpPr>
          <p:grpSpPr>
            <a:xfrm>
              <a:off x="4511280" y="5369743"/>
              <a:ext cx="737689" cy="809417"/>
              <a:chOff x="4266829" y="5028253"/>
              <a:chExt cx="649673" cy="712842"/>
            </a:xfrm>
          </p:grpSpPr>
          <p:sp>
            <p:nvSpPr>
              <p:cNvPr id="27" name="Google Shape;1856;p43">
                <a:extLst>
                  <a:ext uri="{FF2B5EF4-FFF2-40B4-BE49-F238E27FC236}">
                    <a16:creationId xmlns:a16="http://schemas.microsoft.com/office/drawing/2014/main" id="{C7E32318-DB3C-E7CC-AFCB-4ACD07045443}"/>
                  </a:ext>
                </a:extLst>
              </p:cNvPr>
              <p:cNvSpPr/>
              <p:nvPr/>
            </p:nvSpPr>
            <p:spPr>
              <a:xfrm>
                <a:off x="4593228" y="5346234"/>
                <a:ext cx="284325" cy="394861"/>
              </a:xfrm>
              <a:custGeom>
                <a:avLst/>
                <a:gdLst/>
                <a:ahLst/>
                <a:cxnLst/>
                <a:rect l="l" t="t" r="r" b="b"/>
                <a:pathLst>
                  <a:path w="8208" h="11399" fill="none" extrusionOk="0">
                    <a:moveTo>
                      <a:pt x="8207" y="0"/>
                    </a:moveTo>
                    <a:lnTo>
                      <a:pt x="8177" y="6626"/>
                    </a:lnTo>
                    <a:lnTo>
                      <a:pt x="0" y="11398"/>
                    </a:lnTo>
                    <a:lnTo>
                      <a:pt x="0" y="4772"/>
                    </a:lnTo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8" name="Google Shape;1857;p43">
                <a:extLst>
                  <a:ext uri="{FF2B5EF4-FFF2-40B4-BE49-F238E27FC236}">
                    <a16:creationId xmlns:a16="http://schemas.microsoft.com/office/drawing/2014/main" id="{C5BD3220-FB98-0CF3-34AC-12832D95F7E4}"/>
                  </a:ext>
                </a:extLst>
              </p:cNvPr>
              <p:cNvSpPr/>
              <p:nvPr/>
            </p:nvSpPr>
            <p:spPr>
              <a:xfrm>
                <a:off x="4305797" y="5346234"/>
                <a:ext cx="287477" cy="394861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11399" fill="none" extrusionOk="0">
                    <a:moveTo>
                      <a:pt x="8298" y="4772"/>
                    </a:moveTo>
                    <a:lnTo>
                      <a:pt x="8298" y="11398"/>
                    </a:lnTo>
                    <a:lnTo>
                      <a:pt x="0" y="6626"/>
                    </a:lnTo>
                    <a:lnTo>
                      <a:pt x="61" y="0"/>
                    </a:lnTo>
                  </a:path>
                </a:pathLst>
              </a:custGeom>
              <a:solidFill>
                <a:srgbClr val="489FB5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9" name="Google Shape;1858;p43">
                <a:extLst>
                  <a:ext uri="{FF2B5EF4-FFF2-40B4-BE49-F238E27FC236}">
                    <a16:creationId xmlns:a16="http://schemas.microsoft.com/office/drawing/2014/main" id="{80510F99-F4F0-A187-C19F-84AB51572582}"/>
                  </a:ext>
                </a:extLst>
              </p:cNvPr>
              <p:cNvSpPr/>
              <p:nvPr/>
            </p:nvSpPr>
            <p:spPr>
              <a:xfrm>
                <a:off x="4357374" y="5488356"/>
                <a:ext cx="184319" cy="223255"/>
              </a:xfrm>
              <a:custGeom>
                <a:avLst/>
                <a:gdLst/>
                <a:ahLst/>
                <a:cxnLst/>
                <a:rect l="l" t="t" r="r" b="b"/>
                <a:pathLst>
                  <a:path w="5321" h="6445" fill="none" extrusionOk="0">
                    <a:moveTo>
                      <a:pt x="5320" y="6444"/>
                    </a:moveTo>
                    <a:lnTo>
                      <a:pt x="5320" y="3010"/>
                    </a:lnTo>
                    <a:lnTo>
                      <a:pt x="31" y="0"/>
                    </a:lnTo>
                    <a:lnTo>
                      <a:pt x="1" y="3405"/>
                    </a:lnTo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0" name="Google Shape;1859;p43">
                <a:extLst>
                  <a:ext uri="{FF2B5EF4-FFF2-40B4-BE49-F238E27FC236}">
                    <a16:creationId xmlns:a16="http://schemas.microsoft.com/office/drawing/2014/main" id="{09267189-1865-3EC1-CA56-B5C6547D2B0C}"/>
                  </a:ext>
                </a:extLst>
              </p:cNvPr>
              <p:cNvSpPr/>
              <p:nvPr/>
            </p:nvSpPr>
            <p:spPr>
              <a:xfrm>
                <a:off x="4593228" y="5216721"/>
                <a:ext cx="323260" cy="294856"/>
              </a:xfrm>
              <a:custGeom>
                <a:avLst/>
                <a:gdLst/>
                <a:ahLst/>
                <a:cxnLst/>
                <a:rect l="l" t="t" r="r" b="b"/>
                <a:pathLst>
                  <a:path w="9332" h="8512" fill="none" extrusionOk="0">
                    <a:moveTo>
                      <a:pt x="9332" y="0"/>
                    </a:moveTo>
                    <a:lnTo>
                      <a:pt x="9302" y="3070"/>
                    </a:lnTo>
                    <a:lnTo>
                      <a:pt x="0" y="8511"/>
                    </a:lnTo>
                    <a:lnTo>
                      <a:pt x="0" y="5411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1" name="Google Shape;1860;p43">
                <a:extLst>
                  <a:ext uri="{FF2B5EF4-FFF2-40B4-BE49-F238E27FC236}">
                    <a16:creationId xmlns:a16="http://schemas.microsoft.com/office/drawing/2014/main" id="{E399AEBF-0C03-5926-E0DA-8CC5034ECE69}"/>
                  </a:ext>
                </a:extLst>
              </p:cNvPr>
              <p:cNvSpPr/>
              <p:nvPr/>
            </p:nvSpPr>
            <p:spPr>
              <a:xfrm>
                <a:off x="4266829" y="5216721"/>
                <a:ext cx="326447" cy="294856"/>
              </a:xfrm>
              <a:custGeom>
                <a:avLst/>
                <a:gdLst/>
                <a:ahLst/>
                <a:cxnLst/>
                <a:rect l="l" t="t" r="r" b="b"/>
                <a:pathLst>
                  <a:path w="9424" h="8512" fill="none" extrusionOk="0">
                    <a:moveTo>
                      <a:pt x="9423" y="5411"/>
                    </a:moveTo>
                    <a:lnTo>
                      <a:pt x="9423" y="8511"/>
                    </a:lnTo>
                    <a:lnTo>
                      <a:pt x="1" y="3070"/>
                    </a:lnTo>
                    <a:lnTo>
                      <a:pt x="31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2" name="Google Shape;1861;p43">
                <a:extLst>
                  <a:ext uri="{FF2B5EF4-FFF2-40B4-BE49-F238E27FC236}">
                    <a16:creationId xmlns:a16="http://schemas.microsoft.com/office/drawing/2014/main" id="{A067A196-0202-C0CD-7A03-4AE55A0EEF3B}"/>
                  </a:ext>
                </a:extLst>
              </p:cNvPr>
              <p:cNvSpPr/>
              <p:nvPr/>
            </p:nvSpPr>
            <p:spPr>
              <a:xfrm>
                <a:off x="4267902" y="5028253"/>
                <a:ext cx="648599" cy="375913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10852" fill="none" extrusionOk="0">
                    <a:moveTo>
                      <a:pt x="18724" y="5441"/>
                    </a:moveTo>
                    <a:lnTo>
                      <a:pt x="9392" y="10852"/>
                    </a:lnTo>
                    <a:lnTo>
                      <a:pt x="0" y="5441"/>
                    </a:lnTo>
                    <a:lnTo>
                      <a:pt x="9301" y="1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E675452-4376-50D9-DFD2-A671DD7A77E6}"/>
                </a:ext>
              </a:extLst>
            </p:cNvPr>
            <p:cNvSpPr/>
            <p:nvPr/>
          </p:nvSpPr>
          <p:spPr>
            <a:xfrm>
              <a:off x="1405739" y="3970100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B930D6-0480-F7ED-E59D-637748594E3D}"/>
                </a:ext>
              </a:extLst>
            </p:cNvPr>
            <p:cNvSpPr/>
            <p:nvPr/>
          </p:nvSpPr>
          <p:spPr>
            <a:xfrm>
              <a:off x="3882530" y="3970100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941EDB7-6A62-9E04-CDCC-D360F0A18A7C}"/>
                </a:ext>
              </a:extLst>
            </p:cNvPr>
            <p:cNvSpPr/>
            <p:nvPr/>
          </p:nvSpPr>
          <p:spPr>
            <a:xfrm>
              <a:off x="6305823" y="3970100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28229FD-6F34-A3BB-116B-C9F0A5715DBA}"/>
                </a:ext>
              </a:extLst>
            </p:cNvPr>
            <p:cNvSpPr/>
            <p:nvPr/>
          </p:nvSpPr>
          <p:spPr>
            <a:xfrm>
              <a:off x="8836112" y="3970100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Transportation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56" name="Google Shape;1833;p43">
              <a:extLst>
                <a:ext uri="{FF2B5EF4-FFF2-40B4-BE49-F238E27FC236}">
                  <a16:creationId xmlns:a16="http://schemas.microsoft.com/office/drawing/2014/main" id="{FCAA51B6-BA7B-5AA1-934B-F76B75CFE6CF}"/>
                </a:ext>
              </a:extLst>
            </p:cNvPr>
            <p:cNvGrpSpPr/>
            <p:nvPr/>
          </p:nvGrpSpPr>
          <p:grpSpPr>
            <a:xfrm>
              <a:off x="9351961" y="5583163"/>
              <a:ext cx="988449" cy="595023"/>
              <a:chOff x="5082321" y="4044156"/>
              <a:chExt cx="729404" cy="439084"/>
            </a:xfrm>
          </p:grpSpPr>
          <p:sp>
            <p:nvSpPr>
              <p:cNvPr id="57" name="Google Shape;1834;p43">
                <a:extLst>
                  <a:ext uri="{FF2B5EF4-FFF2-40B4-BE49-F238E27FC236}">
                    <a16:creationId xmlns:a16="http://schemas.microsoft.com/office/drawing/2014/main" id="{F7BC3284-7F59-8C66-ADB7-0C205E0DC4C0}"/>
                  </a:ext>
                </a:extLst>
              </p:cNvPr>
              <p:cNvSpPr/>
              <p:nvPr/>
            </p:nvSpPr>
            <p:spPr>
              <a:xfrm>
                <a:off x="5482296" y="4093494"/>
                <a:ext cx="329429" cy="318173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13342" fill="none" extrusionOk="0">
                    <a:moveTo>
                      <a:pt x="6221" y="13299"/>
                    </a:moveTo>
                    <a:lnTo>
                      <a:pt x="0" y="13299"/>
                    </a:lnTo>
                    <a:lnTo>
                      <a:pt x="0" y="0"/>
                    </a:lnTo>
                    <a:lnTo>
                      <a:pt x="5792" y="0"/>
                    </a:lnTo>
                    <a:lnTo>
                      <a:pt x="9910" y="4119"/>
                    </a:lnTo>
                    <a:lnTo>
                      <a:pt x="12226" y="4119"/>
                    </a:lnTo>
                    <a:cubicBezTo>
                      <a:pt x="13084" y="4119"/>
                      <a:pt x="13814" y="4805"/>
                      <a:pt x="13814" y="5706"/>
                    </a:cubicBezTo>
                    <a:lnTo>
                      <a:pt x="13814" y="13342"/>
                    </a:lnTo>
                    <a:lnTo>
                      <a:pt x="12055" y="13342"/>
                    </a:lnTo>
                  </a:path>
                </a:pathLst>
              </a:custGeom>
              <a:solidFill>
                <a:srgbClr val="0E2A47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58" name="Google Shape;1835;p43">
                <a:extLst>
                  <a:ext uri="{FF2B5EF4-FFF2-40B4-BE49-F238E27FC236}">
                    <a16:creationId xmlns:a16="http://schemas.microsoft.com/office/drawing/2014/main" id="{8944816D-60B1-9223-4175-121DD7F9B316}"/>
                  </a:ext>
                </a:extLst>
              </p:cNvPr>
              <p:cNvGrpSpPr/>
              <p:nvPr/>
            </p:nvGrpSpPr>
            <p:grpSpPr>
              <a:xfrm>
                <a:off x="5082321" y="4044156"/>
                <a:ext cx="691772" cy="439084"/>
                <a:chOff x="5844709" y="1641106"/>
                <a:chExt cx="691772" cy="439084"/>
              </a:xfrm>
            </p:grpSpPr>
            <p:sp>
              <p:nvSpPr>
                <p:cNvPr id="59" name="Google Shape;1836;p43">
                  <a:extLst>
                    <a:ext uri="{FF2B5EF4-FFF2-40B4-BE49-F238E27FC236}">
                      <a16:creationId xmlns:a16="http://schemas.microsoft.com/office/drawing/2014/main" id="{70229DB7-D6F1-2190-0923-4E92B6149361}"/>
                    </a:ext>
                  </a:extLst>
                </p:cNvPr>
                <p:cNvSpPr/>
                <p:nvPr/>
              </p:nvSpPr>
              <p:spPr>
                <a:xfrm>
                  <a:off x="6051050" y="1751672"/>
                  <a:ext cx="93736" cy="158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6" h="4590" fill="none" extrusionOk="0">
                      <a:moveTo>
                        <a:pt x="2706" y="0"/>
                      </a:moveTo>
                      <a:lnTo>
                        <a:pt x="2706" y="3040"/>
                      </a:lnTo>
                      <a:lnTo>
                        <a:pt x="1" y="4590"/>
                      </a:lnTo>
                      <a:lnTo>
                        <a:pt x="31" y="155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0" name="Google Shape;1837;p43">
                  <a:extLst>
                    <a:ext uri="{FF2B5EF4-FFF2-40B4-BE49-F238E27FC236}">
                      <a16:creationId xmlns:a16="http://schemas.microsoft.com/office/drawing/2014/main" id="{A34C1022-BFD5-4E27-3252-C7C2AC6F1AC6}"/>
                    </a:ext>
                  </a:extLst>
                </p:cNvPr>
                <p:cNvSpPr/>
                <p:nvPr/>
              </p:nvSpPr>
              <p:spPr>
                <a:xfrm>
                  <a:off x="5958392" y="1751672"/>
                  <a:ext cx="93770" cy="158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7" h="4590" fill="none" extrusionOk="0">
                      <a:moveTo>
                        <a:pt x="2706" y="1550"/>
                      </a:moveTo>
                      <a:lnTo>
                        <a:pt x="2676" y="4590"/>
                      </a:lnTo>
                      <a:lnTo>
                        <a:pt x="1" y="304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1" name="Google Shape;1838;p43">
                  <a:extLst>
                    <a:ext uri="{FF2B5EF4-FFF2-40B4-BE49-F238E27FC236}">
                      <a16:creationId xmlns:a16="http://schemas.microsoft.com/office/drawing/2014/main" id="{FFF3BC95-61C4-4D06-A7F6-FC97DBE1ABED}"/>
                    </a:ext>
                  </a:extLst>
                </p:cNvPr>
                <p:cNvSpPr/>
                <p:nvPr/>
              </p:nvSpPr>
              <p:spPr>
                <a:xfrm>
                  <a:off x="5958392" y="1696908"/>
                  <a:ext cx="186398" cy="108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1" h="3132" fill="none" extrusionOk="0">
                      <a:moveTo>
                        <a:pt x="5381" y="1581"/>
                      </a:moveTo>
                      <a:lnTo>
                        <a:pt x="2706" y="3131"/>
                      </a:lnTo>
                      <a:lnTo>
                        <a:pt x="1" y="1581"/>
                      </a:lnTo>
                      <a:lnTo>
                        <a:pt x="2676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2" name="Google Shape;1839;p43">
                  <a:extLst>
                    <a:ext uri="{FF2B5EF4-FFF2-40B4-BE49-F238E27FC236}">
                      <a16:creationId xmlns:a16="http://schemas.microsoft.com/office/drawing/2014/main" id="{89B8113C-A03E-9286-98E2-74D93762DB35}"/>
                    </a:ext>
                  </a:extLst>
                </p:cNvPr>
                <p:cNvSpPr/>
                <p:nvPr/>
              </p:nvSpPr>
              <p:spPr>
                <a:xfrm>
                  <a:off x="5907855" y="1934840"/>
                  <a:ext cx="144310" cy="145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6" h="4196" fill="none" extrusionOk="0">
                      <a:moveTo>
                        <a:pt x="4165" y="2098"/>
                      </a:moveTo>
                      <a:cubicBezTo>
                        <a:pt x="4165" y="3253"/>
                        <a:pt x="3223" y="4195"/>
                        <a:pt x="2068" y="4195"/>
                      </a:cubicBezTo>
                      <a:cubicBezTo>
                        <a:pt x="913" y="4195"/>
                        <a:pt x="1" y="3253"/>
                        <a:pt x="1" y="2098"/>
                      </a:cubicBezTo>
                      <a:cubicBezTo>
                        <a:pt x="1" y="943"/>
                        <a:pt x="913" y="1"/>
                        <a:pt x="2068" y="1"/>
                      </a:cubicBezTo>
                      <a:cubicBezTo>
                        <a:pt x="3223" y="1"/>
                        <a:pt x="4165" y="943"/>
                        <a:pt x="4165" y="2098"/>
                      </a:cubicBezTo>
                      <a:close/>
                    </a:path>
                  </a:pathLst>
                </a:custGeom>
                <a:solidFill>
                  <a:srgbClr val="0E2A47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3" name="Google Shape;1840;p43">
                  <a:extLst>
                    <a:ext uri="{FF2B5EF4-FFF2-40B4-BE49-F238E27FC236}">
                      <a16:creationId xmlns:a16="http://schemas.microsoft.com/office/drawing/2014/main" id="{CE5AA878-E20C-6010-2139-911F8BC24F2A}"/>
                    </a:ext>
                  </a:extLst>
                </p:cNvPr>
                <p:cNvSpPr/>
                <p:nvPr/>
              </p:nvSpPr>
              <p:spPr>
                <a:xfrm>
                  <a:off x="6392171" y="1934840"/>
                  <a:ext cx="144310" cy="145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6" h="4196" fill="none" extrusionOk="0">
                      <a:moveTo>
                        <a:pt x="4165" y="2098"/>
                      </a:moveTo>
                      <a:cubicBezTo>
                        <a:pt x="4165" y="3253"/>
                        <a:pt x="3223" y="4195"/>
                        <a:pt x="2068" y="4195"/>
                      </a:cubicBezTo>
                      <a:cubicBezTo>
                        <a:pt x="913" y="4195"/>
                        <a:pt x="1" y="3253"/>
                        <a:pt x="1" y="2098"/>
                      </a:cubicBezTo>
                      <a:cubicBezTo>
                        <a:pt x="1" y="943"/>
                        <a:pt x="913" y="1"/>
                        <a:pt x="2068" y="1"/>
                      </a:cubicBezTo>
                      <a:cubicBezTo>
                        <a:pt x="3223" y="1"/>
                        <a:pt x="4165" y="943"/>
                        <a:pt x="4165" y="2098"/>
                      </a:cubicBezTo>
                      <a:close/>
                    </a:path>
                  </a:pathLst>
                </a:custGeom>
                <a:solidFill>
                  <a:srgbClr val="0E2A47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4" name="Google Shape;1841;p43">
                  <a:extLst>
                    <a:ext uri="{FF2B5EF4-FFF2-40B4-BE49-F238E27FC236}">
                      <a16:creationId xmlns:a16="http://schemas.microsoft.com/office/drawing/2014/main" id="{C2C6AAE8-1835-B46F-1DE7-C1548EEAB19A}"/>
                    </a:ext>
                  </a:extLst>
                </p:cNvPr>
                <p:cNvSpPr/>
                <p:nvPr/>
              </p:nvSpPr>
              <p:spPr>
                <a:xfrm>
                  <a:off x="5844709" y="1641106"/>
                  <a:ext cx="394861" cy="368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99" h="10639" fill="none" extrusionOk="0">
                      <a:moveTo>
                        <a:pt x="1824" y="10578"/>
                      </a:moveTo>
                      <a:lnTo>
                        <a:pt x="912" y="10578"/>
                      </a:lnTo>
                      <a:cubicBezTo>
                        <a:pt x="395" y="10578"/>
                        <a:pt x="0" y="10183"/>
                        <a:pt x="0" y="9666"/>
                      </a:cubicBezTo>
                      <a:lnTo>
                        <a:pt x="0" y="912"/>
                      </a:lnTo>
                      <a:cubicBezTo>
                        <a:pt x="0" y="396"/>
                        <a:pt x="395" y="1"/>
                        <a:pt x="912" y="1"/>
                      </a:cubicBezTo>
                      <a:lnTo>
                        <a:pt x="10487" y="1"/>
                      </a:lnTo>
                      <a:cubicBezTo>
                        <a:pt x="10973" y="1"/>
                        <a:pt x="11399" y="396"/>
                        <a:pt x="11399" y="912"/>
                      </a:cubicBezTo>
                      <a:lnTo>
                        <a:pt x="11399" y="10639"/>
                      </a:lnTo>
                      <a:lnTo>
                        <a:pt x="5958" y="10639"/>
                      </a:lnTo>
                    </a:path>
                  </a:pathLst>
                </a:custGeom>
                <a:solidFill>
                  <a:srgbClr val="0E2A47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5" name="Google Shape;1842;p43">
                  <a:extLst>
                    <a:ext uri="{FF2B5EF4-FFF2-40B4-BE49-F238E27FC236}">
                      <a16:creationId xmlns:a16="http://schemas.microsoft.com/office/drawing/2014/main" id="{02550CD3-28B4-B161-90DF-6803D56FE1F2}"/>
                    </a:ext>
                  </a:extLst>
                </p:cNvPr>
                <p:cNvSpPr/>
                <p:nvPr/>
              </p:nvSpPr>
              <p:spPr>
                <a:xfrm>
                  <a:off x="6294282" y="1726386"/>
                  <a:ext cx="158998" cy="117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0" h="3405" fill="none" extrusionOk="0">
                      <a:moveTo>
                        <a:pt x="0" y="1"/>
                      </a:moveTo>
                      <a:lnTo>
                        <a:pt x="0" y="3405"/>
                      </a:lnTo>
                      <a:lnTo>
                        <a:pt x="4590" y="3405"/>
                      </a:lnTo>
                      <a:lnTo>
                        <a:pt x="1186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7335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3A5472CE-B088-549A-8F06-BDC4B82D1D4C}"/>
              </a:ext>
            </a:extLst>
          </p:cNvPr>
          <p:cNvGrpSpPr/>
          <p:nvPr/>
        </p:nvGrpSpPr>
        <p:grpSpPr>
          <a:xfrm>
            <a:off x="828357" y="2393747"/>
            <a:ext cx="10535285" cy="3232458"/>
            <a:chOff x="828357" y="2652827"/>
            <a:chExt cx="10535285" cy="3232458"/>
          </a:xfrm>
        </p:grpSpPr>
        <p:sp>
          <p:nvSpPr>
            <p:cNvPr id="6" name="Google Shape;1199;p33">
              <a:extLst>
                <a:ext uri="{FF2B5EF4-FFF2-40B4-BE49-F238E27FC236}">
                  <a16:creationId xmlns:a16="http://schemas.microsoft.com/office/drawing/2014/main" id="{848DF95A-5ACF-6515-C3C2-9BD7E77739D5}"/>
                </a:ext>
              </a:extLst>
            </p:cNvPr>
            <p:cNvSpPr/>
            <p:nvPr/>
          </p:nvSpPr>
          <p:spPr>
            <a:xfrm>
              <a:off x="828357" y="4620861"/>
              <a:ext cx="2491636" cy="1264424"/>
            </a:xfrm>
            <a:custGeom>
              <a:avLst/>
              <a:gdLst/>
              <a:ahLst/>
              <a:cxnLst/>
              <a:rect l="l" t="t" r="r" b="b"/>
              <a:pathLst>
                <a:path w="62201" h="31565" extrusionOk="0">
                  <a:moveTo>
                    <a:pt x="1" y="0"/>
                  </a:moveTo>
                  <a:lnTo>
                    <a:pt x="1" y="447"/>
                  </a:lnTo>
                  <a:cubicBezTo>
                    <a:pt x="1" y="17593"/>
                    <a:pt x="13954" y="31564"/>
                    <a:pt x="31100" y="31564"/>
                  </a:cubicBezTo>
                  <a:cubicBezTo>
                    <a:pt x="48247" y="31564"/>
                    <a:pt x="62200" y="17593"/>
                    <a:pt x="62200" y="447"/>
                  </a:cubicBezTo>
                  <a:cubicBezTo>
                    <a:pt x="62200" y="304"/>
                    <a:pt x="62200" y="143"/>
                    <a:pt x="62200" y="0"/>
                  </a:cubicBezTo>
                  <a:lnTo>
                    <a:pt x="60898" y="0"/>
                  </a:lnTo>
                  <a:lnTo>
                    <a:pt x="60898" y="447"/>
                  </a:lnTo>
                  <a:cubicBezTo>
                    <a:pt x="60898" y="16897"/>
                    <a:pt x="47516" y="30279"/>
                    <a:pt x="31083" y="30279"/>
                  </a:cubicBezTo>
                  <a:cubicBezTo>
                    <a:pt x="14632" y="30279"/>
                    <a:pt x="1250" y="16897"/>
                    <a:pt x="1250" y="447"/>
                  </a:cubicBezTo>
                  <a:cubicBezTo>
                    <a:pt x="1250" y="304"/>
                    <a:pt x="1267" y="143"/>
                    <a:pt x="126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203;p33">
              <a:extLst>
                <a:ext uri="{FF2B5EF4-FFF2-40B4-BE49-F238E27FC236}">
                  <a16:creationId xmlns:a16="http://schemas.microsoft.com/office/drawing/2014/main" id="{FA61EBA3-5AB7-316C-DB91-BAB69C767E9D}"/>
                </a:ext>
              </a:extLst>
            </p:cNvPr>
            <p:cNvSpPr/>
            <p:nvPr/>
          </p:nvSpPr>
          <p:spPr>
            <a:xfrm>
              <a:off x="3155557" y="4322110"/>
              <a:ext cx="520351" cy="521072"/>
            </a:xfrm>
            <a:custGeom>
              <a:avLst/>
              <a:gdLst/>
              <a:ahLst/>
              <a:cxnLst/>
              <a:rect l="l" t="t" r="r" b="b"/>
              <a:pathLst>
                <a:path w="12990" h="13008" extrusionOk="0">
                  <a:moveTo>
                    <a:pt x="6495" y="0"/>
                  </a:moveTo>
                  <a:cubicBezTo>
                    <a:pt x="2909" y="0"/>
                    <a:pt x="0" y="2909"/>
                    <a:pt x="0" y="6495"/>
                  </a:cubicBezTo>
                  <a:cubicBezTo>
                    <a:pt x="0" y="10081"/>
                    <a:pt x="2909" y="13008"/>
                    <a:pt x="6495" y="13008"/>
                  </a:cubicBezTo>
                  <a:cubicBezTo>
                    <a:pt x="10081" y="13008"/>
                    <a:pt x="12990" y="10081"/>
                    <a:pt x="12990" y="6495"/>
                  </a:cubicBezTo>
                  <a:cubicBezTo>
                    <a:pt x="12990" y="2909"/>
                    <a:pt x="10081" y="0"/>
                    <a:pt x="6495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04;p33">
              <a:extLst>
                <a:ext uri="{FF2B5EF4-FFF2-40B4-BE49-F238E27FC236}">
                  <a16:creationId xmlns:a16="http://schemas.microsoft.com/office/drawing/2014/main" id="{55F8D39A-9DBB-71EA-1A14-7B3400F422A2}"/>
                </a:ext>
              </a:extLst>
            </p:cNvPr>
            <p:cNvSpPr/>
            <p:nvPr/>
          </p:nvSpPr>
          <p:spPr>
            <a:xfrm>
              <a:off x="5835104" y="4322110"/>
              <a:ext cx="520351" cy="521072"/>
            </a:xfrm>
            <a:custGeom>
              <a:avLst/>
              <a:gdLst/>
              <a:ahLst/>
              <a:cxnLst/>
              <a:rect l="l" t="t" r="r" b="b"/>
              <a:pathLst>
                <a:path w="12990" h="13008" extrusionOk="0">
                  <a:moveTo>
                    <a:pt x="6495" y="0"/>
                  </a:moveTo>
                  <a:cubicBezTo>
                    <a:pt x="2909" y="0"/>
                    <a:pt x="0" y="2909"/>
                    <a:pt x="0" y="6495"/>
                  </a:cubicBezTo>
                  <a:cubicBezTo>
                    <a:pt x="0" y="10081"/>
                    <a:pt x="2909" y="13008"/>
                    <a:pt x="6495" y="13008"/>
                  </a:cubicBezTo>
                  <a:cubicBezTo>
                    <a:pt x="10081" y="13008"/>
                    <a:pt x="12990" y="10081"/>
                    <a:pt x="12990" y="6495"/>
                  </a:cubicBezTo>
                  <a:cubicBezTo>
                    <a:pt x="12990" y="2909"/>
                    <a:pt x="10081" y="0"/>
                    <a:pt x="6495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5;p33">
              <a:extLst>
                <a:ext uri="{FF2B5EF4-FFF2-40B4-BE49-F238E27FC236}">
                  <a16:creationId xmlns:a16="http://schemas.microsoft.com/office/drawing/2014/main" id="{A8964F84-04F7-8BD0-B9A5-0E5C205E15FB}"/>
                </a:ext>
              </a:extLst>
            </p:cNvPr>
            <p:cNvSpPr/>
            <p:nvPr/>
          </p:nvSpPr>
          <p:spPr>
            <a:xfrm>
              <a:off x="8516814" y="4322110"/>
              <a:ext cx="520351" cy="521072"/>
            </a:xfrm>
            <a:custGeom>
              <a:avLst/>
              <a:gdLst/>
              <a:ahLst/>
              <a:cxnLst/>
              <a:rect l="l" t="t" r="r" b="b"/>
              <a:pathLst>
                <a:path w="12990" h="13008" extrusionOk="0">
                  <a:moveTo>
                    <a:pt x="6495" y="0"/>
                  </a:moveTo>
                  <a:cubicBezTo>
                    <a:pt x="2908" y="0"/>
                    <a:pt x="0" y="2909"/>
                    <a:pt x="0" y="6495"/>
                  </a:cubicBezTo>
                  <a:cubicBezTo>
                    <a:pt x="0" y="10081"/>
                    <a:pt x="2908" y="13008"/>
                    <a:pt x="6495" y="13008"/>
                  </a:cubicBezTo>
                  <a:cubicBezTo>
                    <a:pt x="10081" y="13008"/>
                    <a:pt x="12989" y="10081"/>
                    <a:pt x="12989" y="6495"/>
                  </a:cubicBezTo>
                  <a:cubicBezTo>
                    <a:pt x="12989" y="2909"/>
                    <a:pt x="10081" y="0"/>
                    <a:pt x="6495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A200AEF-7DCB-CCBD-5050-0FBFFE014261}"/>
                </a:ext>
              </a:extLst>
            </p:cNvPr>
            <p:cNvGrpSpPr/>
            <p:nvPr/>
          </p:nvGrpSpPr>
          <p:grpSpPr>
            <a:xfrm>
              <a:off x="1064102" y="2652827"/>
              <a:ext cx="2020147" cy="2856477"/>
              <a:chOff x="932595" y="2652827"/>
              <a:chExt cx="2020147" cy="2856477"/>
            </a:xfrm>
          </p:grpSpPr>
          <p:sp>
            <p:nvSpPr>
              <p:cNvPr id="4" name="Google Shape;1197;p33">
                <a:extLst>
                  <a:ext uri="{FF2B5EF4-FFF2-40B4-BE49-F238E27FC236}">
                    <a16:creationId xmlns:a16="http://schemas.microsoft.com/office/drawing/2014/main" id="{74B482CA-216E-9108-7B55-4635EF7732B2}"/>
                  </a:ext>
                </a:extLst>
              </p:cNvPr>
              <p:cNvSpPr/>
              <p:nvPr/>
            </p:nvSpPr>
            <p:spPr>
              <a:xfrm>
                <a:off x="1072112" y="3768191"/>
                <a:ext cx="1741113" cy="1741113"/>
              </a:xfrm>
              <a:custGeom>
                <a:avLst/>
                <a:gdLst/>
                <a:ahLst/>
                <a:cxnLst/>
                <a:rect l="l" t="t" r="r" b="b"/>
                <a:pathLst>
                  <a:path w="43465" h="43465" extrusionOk="0">
                    <a:moveTo>
                      <a:pt x="21733" y="0"/>
                    </a:moveTo>
                    <a:cubicBezTo>
                      <a:pt x="9742" y="0"/>
                      <a:pt x="0" y="9742"/>
                      <a:pt x="0" y="21733"/>
                    </a:cubicBezTo>
                    <a:cubicBezTo>
                      <a:pt x="0" y="33741"/>
                      <a:pt x="9742" y="43465"/>
                      <a:pt x="21733" y="43465"/>
                    </a:cubicBezTo>
                    <a:cubicBezTo>
                      <a:pt x="33741" y="43465"/>
                      <a:pt x="43465" y="33741"/>
                      <a:pt x="43465" y="21733"/>
                    </a:cubicBezTo>
                    <a:cubicBezTo>
                      <a:pt x="43465" y="9742"/>
                      <a:pt x="33741" y="0"/>
                      <a:pt x="217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" name="Google Shape;1234;p33">
                <a:extLst>
                  <a:ext uri="{FF2B5EF4-FFF2-40B4-BE49-F238E27FC236}">
                    <a16:creationId xmlns:a16="http://schemas.microsoft.com/office/drawing/2014/main" id="{2725C8B5-4A2C-74FF-C70E-9B8EE9D539B7}"/>
                  </a:ext>
                </a:extLst>
              </p:cNvPr>
              <p:cNvGrpSpPr/>
              <p:nvPr/>
            </p:nvGrpSpPr>
            <p:grpSpPr>
              <a:xfrm>
                <a:off x="1377411" y="4358720"/>
                <a:ext cx="1130514" cy="560075"/>
                <a:chOff x="4064625" y="3636300"/>
                <a:chExt cx="679025" cy="336400"/>
              </a:xfrm>
            </p:grpSpPr>
            <p:sp>
              <p:nvSpPr>
                <p:cNvPr id="41" name="Google Shape;1235;p33">
                  <a:extLst>
                    <a:ext uri="{FF2B5EF4-FFF2-40B4-BE49-F238E27FC236}">
                      <a16:creationId xmlns:a16="http://schemas.microsoft.com/office/drawing/2014/main" id="{23F7420C-0E63-8DED-14C0-EDE35DD3FAC4}"/>
                    </a:ext>
                  </a:extLst>
                </p:cNvPr>
                <p:cNvSpPr/>
                <p:nvPr/>
              </p:nvSpPr>
              <p:spPr>
                <a:xfrm>
                  <a:off x="4064625" y="3636300"/>
                  <a:ext cx="679025" cy="33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1" h="13456" fill="none" extrusionOk="0">
                      <a:moveTo>
                        <a:pt x="27161" y="10626"/>
                      </a:moveTo>
                      <a:lnTo>
                        <a:pt x="27161" y="12041"/>
                      </a:lnTo>
                      <a:lnTo>
                        <a:pt x="27145" y="12324"/>
                      </a:lnTo>
                      <a:lnTo>
                        <a:pt x="26893" y="12826"/>
                      </a:lnTo>
                      <a:lnTo>
                        <a:pt x="26438" y="13219"/>
                      </a:lnTo>
                      <a:lnTo>
                        <a:pt x="25840" y="13424"/>
                      </a:lnTo>
                      <a:lnTo>
                        <a:pt x="25510" y="13455"/>
                      </a:lnTo>
                      <a:lnTo>
                        <a:pt x="1651" y="13455"/>
                      </a:lnTo>
                      <a:lnTo>
                        <a:pt x="1320" y="13424"/>
                      </a:lnTo>
                      <a:lnTo>
                        <a:pt x="723" y="13172"/>
                      </a:lnTo>
                      <a:lnTo>
                        <a:pt x="267" y="12716"/>
                      </a:lnTo>
                      <a:lnTo>
                        <a:pt x="16" y="12135"/>
                      </a:lnTo>
                      <a:lnTo>
                        <a:pt x="0" y="11789"/>
                      </a:lnTo>
                      <a:lnTo>
                        <a:pt x="0" y="1651"/>
                      </a:lnTo>
                      <a:lnTo>
                        <a:pt x="16" y="1321"/>
                      </a:lnTo>
                      <a:lnTo>
                        <a:pt x="267" y="724"/>
                      </a:lnTo>
                      <a:lnTo>
                        <a:pt x="723" y="284"/>
                      </a:lnTo>
                      <a:lnTo>
                        <a:pt x="1320" y="32"/>
                      </a:lnTo>
                      <a:lnTo>
                        <a:pt x="1651" y="1"/>
                      </a:lnTo>
                      <a:lnTo>
                        <a:pt x="25510" y="1"/>
                      </a:lnTo>
                      <a:lnTo>
                        <a:pt x="25840" y="32"/>
                      </a:lnTo>
                      <a:lnTo>
                        <a:pt x="26438" y="284"/>
                      </a:lnTo>
                      <a:lnTo>
                        <a:pt x="26893" y="724"/>
                      </a:lnTo>
                      <a:lnTo>
                        <a:pt x="27145" y="1321"/>
                      </a:lnTo>
                      <a:lnTo>
                        <a:pt x="27161" y="1651"/>
                      </a:lnTo>
                      <a:lnTo>
                        <a:pt x="27161" y="5785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1236;p33">
                  <a:extLst>
                    <a:ext uri="{FF2B5EF4-FFF2-40B4-BE49-F238E27FC236}">
                      <a16:creationId xmlns:a16="http://schemas.microsoft.com/office/drawing/2014/main" id="{4F129A45-87E2-8CDF-5D7C-B3D62D27BE72}"/>
                    </a:ext>
                  </a:extLst>
                </p:cNvPr>
                <p:cNvSpPr/>
                <p:nvPr/>
              </p:nvSpPr>
              <p:spPr>
                <a:xfrm>
                  <a:off x="4325150" y="3725500"/>
                  <a:ext cx="157575" cy="15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3" h="6304" fill="none" extrusionOk="0">
                      <a:moveTo>
                        <a:pt x="6303" y="3160"/>
                      </a:moveTo>
                      <a:lnTo>
                        <a:pt x="6303" y="3474"/>
                      </a:lnTo>
                      <a:lnTo>
                        <a:pt x="6177" y="4103"/>
                      </a:lnTo>
                      <a:lnTo>
                        <a:pt x="5926" y="4669"/>
                      </a:lnTo>
                      <a:lnTo>
                        <a:pt x="5596" y="5172"/>
                      </a:lnTo>
                      <a:lnTo>
                        <a:pt x="5171" y="5596"/>
                      </a:lnTo>
                      <a:lnTo>
                        <a:pt x="4668" y="5926"/>
                      </a:lnTo>
                      <a:lnTo>
                        <a:pt x="4102" y="6178"/>
                      </a:lnTo>
                      <a:lnTo>
                        <a:pt x="3489" y="6304"/>
                      </a:lnTo>
                      <a:lnTo>
                        <a:pt x="3159" y="6304"/>
                      </a:lnTo>
                      <a:lnTo>
                        <a:pt x="2829" y="6304"/>
                      </a:lnTo>
                      <a:lnTo>
                        <a:pt x="2216" y="6178"/>
                      </a:lnTo>
                      <a:lnTo>
                        <a:pt x="1650" y="5926"/>
                      </a:lnTo>
                      <a:lnTo>
                        <a:pt x="1147" y="5596"/>
                      </a:lnTo>
                      <a:lnTo>
                        <a:pt x="723" y="5172"/>
                      </a:lnTo>
                      <a:lnTo>
                        <a:pt x="377" y="4669"/>
                      </a:lnTo>
                      <a:lnTo>
                        <a:pt x="142" y="4103"/>
                      </a:lnTo>
                      <a:lnTo>
                        <a:pt x="16" y="3474"/>
                      </a:lnTo>
                      <a:lnTo>
                        <a:pt x="0" y="3160"/>
                      </a:lnTo>
                      <a:lnTo>
                        <a:pt x="16" y="2830"/>
                      </a:lnTo>
                      <a:lnTo>
                        <a:pt x="142" y="2217"/>
                      </a:lnTo>
                      <a:lnTo>
                        <a:pt x="377" y="1651"/>
                      </a:lnTo>
                      <a:lnTo>
                        <a:pt x="723" y="1148"/>
                      </a:lnTo>
                      <a:lnTo>
                        <a:pt x="1147" y="724"/>
                      </a:lnTo>
                      <a:lnTo>
                        <a:pt x="1650" y="378"/>
                      </a:lnTo>
                      <a:lnTo>
                        <a:pt x="2216" y="142"/>
                      </a:lnTo>
                      <a:lnTo>
                        <a:pt x="2829" y="16"/>
                      </a:lnTo>
                      <a:lnTo>
                        <a:pt x="3159" y="1"/>
                      </a:lnTo>
                      <a:lnTo>
                        <a:pt x="3489" y="16"/>
                      </a:lnTo>
                      <a:lnTo>
                        <a:pt x="4102" y="142"/>
                      </a:lnTo>
                      <a:lnTo>
                        <a:pt x="4668" y="378"/>
                      </a:lnTo>
                      <a:lnTo>
                        <a:pt x="5171" y="724"/>
                      </a:lnTo>
                      <a:lnTo>
                        <a:pt x="5596" y="1148"/>
                      </a:lnTo>
                      <a:lnTo>
                        <a:pt x="5926" y="1651"/>
                      </a:lnTo>
                      <a:lnTo>
                        <a:pt x="6177" y="2217"/>
                      </a:lnTo>
                      <a:lnTo>
                        <a:pt x="6303" y="2830"/>
                      </a:lnTo>
                      <a:lnTo>
                        <a:pt x="6303" y="3160"/>
                      </a:lnTo>
                      <a:close/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1237;p33">
                  <a:extLst>
                    <a:ext uri="{FF2B5EF4-FFF2-40B4-BE49-F238E27FC236}">
                      <a16:creationId xmlns:a16="http://schemas.microsoft.com/office/drawing/2014/main" id="{DB23D000-2E57-102C-24F8-9B68DB2E97AC}"/>
                    </a:ext>
                  </a:extLst>
                </p:cNvPr>
                <p:cNvSpPr/>
                <p:nvPr/>
              </p:nvSpPr>
              <p:spPr>
                <a:xfrm>
                  <a:off x="4590775" y="3892900"/>
                  <a:ext cx="648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" h="1" fill="none" extrusionOk="0">
                      <a:moveTo>
                        <a:pt x="2594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1238;p33">
                  <a:extLst>
                    <a:ext uri="{FF2B5EF4-FFF2-40B4-BE49-F238E27FC236}">
                      <a16:creationId xmlns:a16="http://schemas.microsoft.com/office/drawing/2014/main" id="{85E9A1FD-8BAB-507F-8F47-9152DF8001DA}"/>
                    </a:ext>
                  </a:extLst>
                </p:cNvPr>
                <p:cNvSpPr/>
                <p:nvPr/>
              </p:nvSpPr>
              <p:spPr>
                <a:xfrm>
                  <a:off x="4141625" y="3709775"/>
                  <a:ext cx="648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5" h="1" fill="none" extrusionOk="0">
                      <a:moveTo>
                        <a:pt x="2594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23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A752CB6-DD40-5DE2-202B-5D7812E2456E}"/>
                  </a:ext>
                </a:extLst>
              </p:cNvPr>
              <p:cNvSpPr/>
              <p:nvPr/>
            </p:nvSpPr>
            <p:spPr>
              <a:xfrm>
                <a:off x="932595" y="2652827"/>
                <a:ext cx="2020147" cy="90794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ID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Procurement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6CE74C6-8277-CF66-9ED8-860BD542E67E}"/>
                </a:ext>
              </a:extLst>
            </p:cNvPr>
            <p:cNvGrpSpPr/>
            <p:nvPr/>
          </p:nvGrpSpPr>
          <p:grpSpPr>
            <a:xfrm>
              <a:off x="3508626" y="2652827"/>
              <a:ext cx="2492317" cy="3232458"/>
              <a:chOff x="3508626" y="2652827"/>
              <a:chExt cx="2492317" cy="3232458"/>
            </a:xfrm>
          </p:grpSpPr>
          <p:sp>
            <p:nvSpPr>
              <p:cNvPr id="5" name="Google Shape;1198;p33">
                <a:extLst>
                  <a:ext uri="{FF2B5EF4-FFF2-40B4-BE49-F238E27FC236}">
                    <a16:creationId xmlns:a16="http://schemas.microsoft.com/office/drawing/2014/main" id="{3FAAF1F5-5255-6204-5E32-2B9B104A81F9}"/>
                  </a:ext>
                </a:extLst>
              </p:cNvPr>
              <p:cNvSpPr/>
              <p:nvPr/>
            </p:nvSpPr>
            <p:spPr>
              <a:xfrm>
                <a:off x="3884208" y="3768191"/>
                <a:ext cx="1741153" cy="1741113"/>
              </a:xfrm>
              <a:custGeom>
                <a:avLst/>
                <a:gdLst/>
                <a:ahLst/>
                <a:cxnLst/>
                <a:rect l="l" t="t" r="r" b="b"/>
                <a:pathLst>
                  <a:path w="43466" h="43465" extrusionOk="0">
                    <a:moveTo>
                      <a:pt x="21733" y="0"/>
                    </a:moveTo>
                    <a:cubicBezTo>
                      <a:pt x="9725" y="0"/>
                      <a:pt x="1" y="9742"/>
                      <a:pt x="1" y="21733"/>
                    </a:cubicBezTo>
                    <a:cubicBezTo>
                      <a:pt x="1" y="33741"/>
                      <a:pt x="9725" y="43465"/>
                      <a:pt x="21733" y="43465"/>
                    </a:cubicBezTo>
                    <a:cubicBezTo>
                      <a:pt x="33723" y="43465"/>
                      <a:pt x="43466" y="33741"/>
                      <a:pt x="43466" y="21733"/>
                    </a:cubicBezTo>
                    <a:cubicBezTo>
                      <a:pt x="43466" y="9742"/>
                      <a:pt x="33723" y="0"/>
                      <a:pt x="21733" y="0"/>
                    </a:cubicBezTo>
                    <a:close/>
                  </a:path>
                </a:pathLst>
              </a:custGeom>
              <a:solidFill>
                <a:srgbClr val="6A9D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200;p33">
                <a:extLst>
                  <a:ext uri="{FF2B5EF4-FFF2-40B4-BE49-F238E27FC236}">
                    <a16:creationId xmlns:a16="http://schemas.microsoft.com/office/drawing/2014/main" id="{58F88E6B-531E-68C0-D99A-E237AC776D1F}"/>
                  </a:ext>
                </a:extLst>
              </p:cNvPr>
              <p:cNvSpPr/>
              <p:nvPr/>
            </p:nvSpPr>
            <p:spPr>
              <a:xfrm>
                <a:off x="3508626" y="4620861"/>
                <a:ext cx="2492317" cy="1264424"/>
              </a:xfrm>
              <a:custGeom>
                <a:avLst/>
                <a:gdLst/>
                <a:ahLst/>
                <a:cxnLst/>
                <a:rect l="l" t="t" r="r" b="b"/>
                <a:pathLst>
                  <a:path w="62218" h="31565" extrusionOk="0">
                    <a:moveTo>
                      <a:pt x="18" y="0"/>
                    </a:moveTo>
                    <a:cubicBezTo>
                      <a:pt x="18" y="143"/>
                      <a:pt x="1" y="304"/>
                      <a:pt x="1" y="447"/>
                    </a:cubicBezTo>
                    <a:cubicBezTo>
                      <a:pt x="1" y="17593"/>
                      <a:pt x="13954" y="31564"/>
                      <a:pt x="31118" y="31564"/>
                    </a:cubicBezTo>
                    <a:cubicBezTo>
                      <a:pt x="48265" y="31564"/>
                      <a:pt x="62218" y="17593"/>
                      <a:pt x="62218" y="447"/>
                    </a:cubicBezTo>
                    <a:lnTo>
                      <a:pt x="62218" y="0"/>
                    </a:lnTo>
                    <a:lnTo>
                      <a:pt x="60933" y="0"/>
                    </a:lnTo>
                    <a:cubicBezTo>
                      <a:pt x="60933" y="143"/>
                      <a:pt x="60933" y="304"/>
                      <a:pt x="60933" y="447"/>
                    </a:cubicBezTo>
                    <a:cubicBezTo>
                      <a:pt x="60933" y="16897"/>
                      <a:pt x="47551" y="30279"/>
                      <a:pt x="31118" y="30279"/>
                    </a:cubicBezTo>
                    <a:cubicBezTo>
                      <a:pt x="14667" y="30279"/>
                      <a:pt x="1285" y="16897"/>
                      <a:pt x="1285" y="447"/>
                    </a:cubicBezTo>
                    <a:cubicBezTo>
                      <a:pt x="1285" y="304"/>
                      <a:pt x="1285" y="143"/>
                      <a:pt x="1303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" name="Google Shape;1215;p33">
                <a:extLst>
                  <a:ext uri="{FF2B5EF4-FFF2-40B4-BE49-F238E27FC236}">
                    <a16:creationId xmlns:a16="http://schemas.microsoft.com/office/drawing/2014/main" id="{0EA73C3F-986C-D509-5D60-705E222CCB7B}"/>
                  </a:ext>
                </a:extLst>
              </p:cNvPr>
              <p:cNvGrpSpPr/>
              <p:nvPr/>
            </p:nvGrpSpPr>
            <p:grpSpPr>
              <a:xfrm>
                <a:off x="4189540" y="4238071"/>
                <a:ext cx="1130488" cy="923036"/>
                <a:chOff x="5169975" y="3526675"/>
                <a:chExt cx="543850" cy="444050"/>
              </a:xfrm>
            </p:grpSpPr>
            <p:sp>
              <p:nvSpPr>
                <p:cNvPr id="22" name="Google Shape;1216;p33">
                  <a:extLst>
                    <a:ext uri="{FF2B5EF4-FFF2-40B4-BE49-F238E27FC236}">
                      <a16:creationId xmlns:a16="http://schemas.microsoft.com/office/drawing/2014/main" id="{C7CC10E3-F0CD-FFE3-E933-7C14585D368A}"/>
                    </a:ext>
                  </a:extLst>
                </p:cNvPr>
                <p:cNvSpPr/>
                <p:nvPr/>
              </p:nvSpPr>
              <p:spPr>
                <a:xfrm>
                  <a:off x="5373900" y="3859500"/>
                  <a:ext cx="111250" cy="11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0" h="4449" fill="none" extrusionOk="0">
                      <a:moveTo>
                        <a:pt x="4229" y="1258"/>
                      </a:moveTo>
                      <a:lnTo>
                        <a:pt x="4323" y="1462"/>
                      </a:lnTo>
                      <a:lnTo>
                        <a:pt x="4433" y="1887"/>
                      </a:lnTo>
                      <a:lnTo>
                        <a:pt x="4449" y="2327"/>
                      </a:lnTo>
                      <a:lnTo>
                        <a:pt x="4402" y="2751"/>
                      </a:lnTo>
                      <a:lnTo>
                        <a:pt x="4260" y="3144"/>
                      </a:lnTo>
                      <a:lnTo>
                        <a:pt x="4040" y="3521"/>
                      </a:lnTo>
                      <a:lnTo>
                        <a:pt x="3757" y="3851"/>
                      </a:lnTo>
                      <a:lnTo>
                        <a:pt x="3412" y="4119"/>
                      </a:lnTo>
                      <a:lnTo>
                        <a:pt x="3207" y="4229"/>
                      </a:lnTo>
                      <a:lnTo>
                        <a:pt x="3003" y="4323"/>
                      </a:lnTo>
                      <a:lnTo>
                        <a:pt x="2563" y="4433"/>
                      </a:lnTo>
                      <a:lnTo>
                        <a:pt x="2139" y="4449"/>
                      </a:lnTo>
                      <a:lnTo>
                        <a:pt x="1714" y="4401"/>
                      </a:lnTo>
                      <a:lnTo>
                        <a:pt x="1306" y="4260"/>
                      </a:lnTo>
                      <a:lnTo>
                        <a:pt x="928" y="4040"/>
                      </a:lnTo>
                      <a:lnTo>
                        <a:pt x="614" y="3757"/>
                      </a:lnTo>
                      <a:lnTo>
                        <a:pt x="331" y="3411"/>
                      </a:lnTo>
                      <a:lnTo>
                        <a:pt x="237" y="3207"/>
                      </a:lnTo>
                      <a:lnTo>
                        <a:pt x="142" y="2987"/>
                      </a:lnTo>
                      <a:lnTo>
                        <a:pt x="32" y="2562"/>
                      </a:lnTo>
                      <a:lnTo>
                        <a:pt x="1" y="2138"/>
                      </a:lnTo>
                      <a:lnTo>
                        <a:pt x="64" y="1714"/>
                      </a:lnTo>
                      <a:lnTo>
                        <a:pt x="205" y="1305"/>
                      </a:lnTo>
                      <a:lnTo>
                        <a:pt x="410" y="928"/>
                      </a:lnTo>
                      <a:lnTo>
                        <a:pt x="693" y="613"/>
                      </a:lnTo>
                      <a:lnTo>
                        <a:pt x="1054" y="331"/>
                      </a:lnTo>
                      <a:lnTo>
                        <a:pt x="1258" y="221"/>
                      </a:lnTo>
                      <a:lnTo>
                        <a:pt x="1463" y="142"/>
                      </a:lnTo>
                      <a:lnTo>
                        <a:pt x="1887" y="32"/>
                      </a:lnTo>
                      <a:lnTo>
                        <a:pt x="2327" y="0"/>
                      </a:lnTo>
                      <a:lnTo>
                        <a:pt x="2752" y="63"/>
                      </a:lnTo>
                      <a:lnTo>
                        <a:pt x="3145" y="205"/>
                      </a:lnTo>
                      <a:lnTo>
                        <a:pt x="3522" y="409"/>
                      </a:lnTo>
                      <a:lnTo>
                        <a:pt x="3852" y="692"/>
                      </a:lnTo>
                      <a:lnTo>
                        <a:pt x="4119" y="1054"/>
                      </a:lnTo>
                      <a:lnTo>
                        <a:pt x="4229" y="1258"/>
                      </a:lnTo>
                      <a:close/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1217;p33">
                  <a:extLst>
                    <a:ext uri="{FF2B5EF4-FFF2-40B4-BE49-F238E27FC236}">
                      <a16:creationId xmlns:a16="http://schemas.microsoft.com/office/drawing/2014/main" id="{09676B93-77EC-82FE-C86C-63E24358DF83}"/>
                    </a:ext>
                  </a:extLst>
                </p:cNvPr>
                <p:cNvSpPr/>
                <p:nvPr/>
              </p:nvSpPr>
              <p:spPr>
                <a:xfrm>
                  <a:off x="5169975" y="3526675"/>
                  <a:ext cx="204750" cy="26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0" h="10752" fill="none" extrusionOk="0">
                      <a:moveTo>
                        <a:pt x="0" y="771"/>
                      </a:moveTo>
                      <a:lnTo>
                        <a:pt x="299" y="613"/>
                      </a:lnTo>
                      <a:lnTo>
                        <a:pt x="1336" y="110"/>
                      </a:lnTo>
                      <a:lnTo>
                        <a:pt x="1619" y="0"/>
                      </a:lnTo>
                      <a:lnTo>
                        <a:pt x="2201" y="0"/>
                      </a:lnTo>
                      <a:lnTo>
                        <a:pt x="2767" y="221"/>
                      </a:lnTo>
                      <a:lnTo>
                        <a:pt x="3238" y="661"/>
                      </a:lnTo>
                      <a:lnTo>
                        <a:pt x="3395" y="944"/>
                      </a:lnTo>
                      <a:lnTo>
                        <a:pt x="8189" y="10751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1218;p33">
                  <a:extLst>
                    <a:ext uri="{FF2B5EF4-FFF2-40B4-BE49-F238E27FC236}">
                      <a16:creationId xmlns:a16="http://schemas.microsoft.com/office/drawing/2014/main" id="{85C53499-4465-C979-5EE7-41936BE4ED15}"/>
                    </a:ext>
                  </a:extLst>
                </p:cNvPr>
                <p:cNvSpPr/>
                <p:nvPr/>
              </p:nvSpPr>
              <p:spPr>
                <a:xfrm>
                  <a:off x="5552700" y="3769900"/>
                  <a:ext cx="161125" cy="7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5" h="3161" fill="none" extrusionOk="0">
                      <a:moveTo>
                        <a:pt x="1" y="3160"/>
                      </a:moveTo>
                      <a:lnTo>
                        <a:pt x="6445" y="1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1219;p33">
                  <a:extLst>
                    <a:ext uri="{FF2B5EF4-FFF2-40B4-BE49-F238E27FC236}">
                      <a16:creationId xmlns:a16="http://schemas.microsoft.com/office/drawing/2014/main" id="{A9250065-B57F-9BBF-C15A-3D22803C16EC}"/>
                    </a:ext>
                  </a:extLst>
                </p:cNvPr>
                <p:cNvSpPr/>
                <p:nvPr/>
              </p:nvSpPr>
              <p:spPr>
                <a:xfrm>
                  <a:off x="5405750" y="3562425"/>
                  <a:ext cx="220450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8" h="8709" fill="none" extrusionOk="0">
                      <a:moveTo>
                        <a:pt x="8818" y="5785"/>
                      </a:moveTo>
                      <a:lnTo>
                        <a:pt x="2829" y="8708"/>
                      </a:lnTo>
                      <a:lnTo>
                        <a:pt x="0" y="2940"/>
                      </a:lnTo>
                      <a:lnTo>
                        <a:pt x="6004" y="1"/>
                      </a:lnTo>
                      <a:lnTo>
                        <a:pt x="8818" y="5785"/>
                      </a:lnTo>
                      <a:close/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1220;p33">
                  <a:extLst>
                    <a:ext uri="{FF2B5EF4-FFF2-40B4-BE49-F238E27FC236}">
                      <a16:creationId xmlns:a16="http://schemas.microsoft.com/office/drawing/2014/main" id="{C1B873A2-7740-3BB6-96C4-B1A0099C65DB}"/>
                    </a:ext>
                  </a:extLst>
                </p:cNvPr>
                <p:cNvSpPr/>
                <p:nvPr/>
              </p:nvSpPr>
              <p:spPr>
                <a:xfrm>
                  <a:off x="5478825" y="3640625"/>
                  <a:ext cx="47175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7" h="913" fill="none" extrusionOk="0">
                      <a:moveTo>
                        <a:pt x="1" y="912"/>
                      </a:moveTo>
                      <a:lnTo>
                        <a:pt x="1887" y="1"/>
                      </a:lnTo>
                    </a:path>
                  </a:pathLst>
                </a:custGeom>
                <a:noFill/>
                <a:ln w="23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43C201F-25AC-5612-594F-E954E8649328}"/>
                  </a:ext>
                </a:extLst>
              </p:cNvPr>
              <p:cNvSpPr/>
              <p:nvPr/>
            </p:nvSpPr>
            <p:spPr>
              <a:xfrm>
                <a:off x="3744711" y="2652827"/>
                <a:ext cx="2020147" cy="90794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ID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Manufacturing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6A85F23-9935-79C7-A708-05549CBC9148}"/>
                </a:ext>
              </a:extLst>
            </p:cNvPr>
            <p:cNvGrpSpPr/>
            <p:nvPr/>
          </p:nvGrpSpPr>
          <p:grpSpPr>
            <a:xfrm>
              <a:off x="8871285" y="2652827"/>
              <a:ext cx="2492357" cy="3232458"/>
              <a:chOff x="8871285" y="2652827"/>
              <a:chExt cx="2492357" cy="3232458"/>
            </a:xfrm>
          </p:grpSpPr>
          <p:sp>
            <p:nvSpPr>
              <p:cNvPr id="3" name="Google Shape;1196;p33">
                <a:extLst>
                  <a:ext uri="{FF2B5EF4-FFF2-40B4-BE49-F238E27FC236}">
                    <a16:creationId xmlns:a16="http://schemas.microsoft.com/office/drawing/2014/main" id="{254CDD4F-222A-589F-A541-90C3E905D20D}"/>
                  </a:ext>
                </a:extLst>
              </p:cNvPr>
              <p:cNvSpPr/>
              <p:nvPr/>
            </p:nvSpPr>
            <p:spPr>
              <a:xfrm>
                <a:off x="9246887" y="3768191"/>
                <a:ext cx="1741153" cy="1741113"/>
              </a:xfrm>
              <a:custGeom>
                <a:avLst/>
                <a:gdLst/>
                <a:ahLst/>
                <a:cxnLst/>
                <a:rect l="l" t="t" r="r" b="b"/>
                <a:pathLst>
                  <a:path w="43466" h="43465" extrusionOk="0">
                    <a:moveTo>
                      <a:pt x="21733" y="0"/>
                    </a:moveTo>
                    <a:cubicBezTo>
                      <a:pt x="9742" y="0"/>
                      <a:pt x="0" y="9742"/>
                      <a:pt x="0" y="21733"/>
                    </a:cubicBezTo>
                    <a:cubicBezTo>
                      <a:pt x="0" y="33741"/>
                      <a:pt x="9742" y="43465"/>
                      <a:pt x="21733" y="43465"/>
                    </a:cubicBezTo>
                    <a:cubicBezTo>
                      <a:pt x="33741" y="43465"/>
                      <a:pt x="43465" y="33741"/>
                      <a:pt x="43465" y="21733"/>
                    </a:cubicBezTo>
                    <a:cubicBezTo>
                      <a:pt x="43465" y="9742"/>
                      <a:pt x="33741" y="0"/>
                      <a:pt x="217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202;p33">
                <a:extLst>
                  <a:ext uri="{FF2B5EF4-FFF2-40B4-BE49-F238E27FC236}">
                    <a16:creationId xmlns:a16="http://schemas.microsoft.com/office/drawing/2014/main" id="{097E2D0B-1E96-BD18-4988-00DE1EB5F0D3}"/>
                  </a:ext>
                </a:extLst>
              </p:cNvPr>
              <p:cNvSpPr/>
              <p:nvPr/>
            </p:nvSpPr>
            <p:spPr>
              <a:xfrm>
                <a:off x="8871285" y="4620861"/>
                <a:ext cx="2492357" cy="1264424"/>
              </a:xfrm>
              <a:custGeom>
                <a:avLst/>
                <a:gdLst/>
                <a:ahLst/>
                <a:cxnLst/>
                <a:rect l="l" t="t" r="r" b="b"/>
                <a:pathLst>
                  <a:path w="62219" h="31565" extrusionOk="0">
                    <a:moveTo>
                      <a:pt x="1" y="0"/>
                    </a:moveTo>
                    <a:lnTo>
                      <a:pt x="1" y="447"/>
                    </a:lnTo>
                    <a:cubicBezTo>
                      <a:pt x="1" y="17593"/>
                      <a:pt x="13954" y="31564"/>
                      <a:pt x="31101" y="31564"/>
                    </a:cubicBezTo>
                    <a:cubicBezTo>
                      <a:pt x="48265" y="31564"/>
                      <a:pt x="62218" y="17593"/>
                      <a:pt x="62218" y="447"/>
                    </a:cubicBezTo>
                    <a:cubicBezTo>
                      <a:pt x="62218" y="304"/>
                      <a:pt x="62218" y="143"/>
                      <a:pt x="62200" y="0"/>
                    </a:cubicBezTo>
                    <a:lnTo>
                      <a:pt x="60916" y="0"/>
                    </a:lnTo>
                    <a:cubicBezTo>
                      <a:pt x="60916" y="143"/>
                      <a:pt x="60934" y="304"/>
                      <a:pt x="60934" y="447"/>
                    </a:cubicBezTo>
                    <a:cubicBezTo>
                      <a:pt x="60934" y="16897"/>
                      <a:pt x="47552" y="30279"/>
                      <a:pt x="31101" y="30279"/>
                    </a:cubicBezTo>
                    <a:cubicBezTo>
                      <a:pt x="14668" y="30279"/>
                      <a:pt x="1286" y="16897"/>
                      <a:pt x="1286" y="447"/>
                    </a:cubicBez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" name="Google Shape;1227;p33">
                <a:extLst>
                  <a:ext uri="{FF2B5EF4-FFF2-40B4-BE49-F238E27FC236}">
                    <a16:creationId xmlns:a16="http://schemas.microsoft.com/office/drawing/2014/main" id="{0CC5EE87-597D-F59D-B998-42A47E13C61C}"/>
                  </a:ext>
                </a:extLst>
              </p:cNvPr>
              <p:cNvGrpSpPr/>
              <p:nvPr/>
            </p:nvGrpSpPr>
            <p:grpSpPr>
              <a:xfrm>
                <a:off x="9698062" y="4174426"/>
                <a:ext cx="838802" cy="923031"/>
                <a:chOff x="7507528" y="3091369"/>
                <a:chExt cx="543739" cy="598339"/>
              </a:xfrm>
            </p:grpSpPr>
            <p:sp>
              <p:nvSpPr>
                <p:cNvPr id="34" name="Google Shape;1228;p33">
                  <a:extLst>
                    <a:ext uri="{FF2B5EF4-FFF2-40B4-BE49-F238E27FC236}">
                      <a16:creationId xmlns:a16="http://schemas.microsoft.com/office/drawing/2014/main" id="{F5822258-C5D5-E352-2B09-1879962CB1F2}"/>
                    </a:ext>
                  </a:extLst>
                </p:cNvPr>
                <p:cNvSpPr/>
                <p:nvPr/>
              </p:nvSpPr>
              <p:spPr>
                <a:xfrm>
                  <a:off x="7568438" y="3370703"/>
                  <a:ext cx="421917" cy="319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2" h="10375" fill="none" extrusionOk="0">
                      <a:moveTo>
                        <a:pt x="13722" y="3788"/>
                      </a:moveTo>
                      <a:lnTo>
                        <a:pt x="13722" y="8017"/>
                      </a:lnTo>
                      <a:lnTo>
                        <a:pt x="13706" y="8252"/>
                      </a:lnTo>
                      <a:lnTo>
                        <a:pt x="13612" y="8708"/>
                      </a:lnTo>
                      <a:lnTo>
                        <a:pt x="13439" y="9132"/>
                      </a:lnTo>
                      <a:lnTo>
                        <a:pt x="13187" y="9510"/>
                      </a:lnTo>
                      <a:lnTo>
                        <a:pt x="12857" y="9840"/>
                      </a:lnTo>
                      <a:lnTo>
                        <a:pt x="12480" y="10091"/>
                      </a:lnTo>
                      <a:lnTo>
                        <a:pt x="12056" y="10280"/>
                      </a:lnTo>
                      <a:lnTo>
                        <a:pt x="11600" y="10374"/>
                      </a:lnTo>
                      <a:lnTo>
                        <a:pt x="11348" y="10374"/>
                      </a:lnTo>
                      <a:lnTo>
                        <a:pt x="2358" y="10374"/>
                      </a:lnTo>
                      <a:lnTo>
                        <a:pt x="2122" y="10374"/>
                      </a:lnTo>
                      <a:lnTo>
                        <a:pt x="1666" y="10280"/>
                      </a:lnTo>
                      <a:lnTo>
                        <a:pt x="1242" y="10091"/>
                      </a:lnTo>
                      <a:lnTo>
                        <a:pt x="865" y="9840"/>
                      </a:lnTo>
                      <a:lnTo>
                        <a:pt x="535" y="9510"/>
                      </a:lnTo>
                      <a:lnTo>
                        <a:pt x="283" y="9132"/>
                      </a:lnTo>
                      <a:lnTo>
                        <a:pt x="110" y="8708"/>
                      </a:lnTo>
                      <a:lnTo>
                        <a:pt x="16" y="8252"/>
                      </a:lnTo>
                      <a:lnTo>
                        <a:pt x="0" y="801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1229;p33">
                  <a:extLst>
                    <a:ext uri="{FF2B5EF4-FFF2-40B4-BE49-F238E27FC236}">
                      <a16:creationId xmlns:a16="http://schemas.microsoft.com/office/drawing/2014/main" id="{2DC53E1E-3CC5-E770-0D23-3E8CE1F64405}"/>
                    </a:ext>
                  </a:extLst>
                </p:cNvPr>
                <p:cNvSpPr/>
                <p:nvPr/>
              </p:nvSpPr>
              <p:spPr>
                <a:xfrm>
                  <a:off x="7507528" y="3226193"/>
                  <a:ext cx="543739" cy="144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84" h="4701" fill="none" extrusionOk="0">
                      <a:moveTo>
                        <a:pt x="17683" y="2343"/>
                      </a:moveTo>
                      <a:lnTo>
                        <a:pt x="17667" y="2107"/>
                      </a:lnTo>
                      <a:lnTo>
                        <a:pt x="17573" y="1651"/>
                      </a:lnTo>
                      <a:lnTo>
                        <a:pt x="17400" y="1227"/>
                      </a:lnTo>
                      <a:lnTo>
                        <a:pt x="17133" y="850"/>
                      </a:lnTo>
                      <a:lnTo>
                        <a:pt x="16819" y="535"/>
                      </a:lnTo>
                      <a:lnTo>
                        <a:pt x="16442" y="284"/>
                      </a:lnTo>
                      <a:lnTo>
                        <a:pt x="16017" y="95"/>
                      </a:lnTo>
                      <a:lnTo>
                        <a:pt x="15561" y="1"/>
                      </a:lnTo>
                      <a:lnTo>
                        <a:pt x="15310" y="1"/>
                      </a:lnTo>
                      <a:lnTo>
                        <a:pt x="2374" y="1"/>
                      </a:lnTo>
                      <a:lnTo>
                        <a:pt x="2123" y="1"/>
                      </a:lnTo>
                      <a:lnTo>
                        <a:pt x="1667" y="95"/>
                      </a:lnTo>
                      <a:lnTo>
                        <a:pt x="1242" y="284"/>
                      </a:lnTo>
                      <a:lnTo>
                        <a:pt x="865" y="535"/>
                      </a:lnTo>
                      <a:lnTo>
                        <a:pt x="551" y="850"/>
                      </a:lnTo>
                      <a:lnTo>
                        <a:pt x="284" y="1227"/>
                      </a:lnTo>
                      <a:lnTo>
                        <a:pt x="111" y="1651"/>
                      </a:lnTo>
                      <a:lnTo>
                        <a:pt x="16" y="2107"/>
                      </a:lnTo>
                      <a:lnTo>
                        <a:pt x="1" y="2343"/>
                      </a:lnTo>
                      <a:lnTo>
                        <a:pt x="16" y="2579"/>
                      </a:lnTo>
                      <a:lnTo>
                        <a:pt x="111" y="3050"/>
                      </a:lnTo>
                      <a:lnTo>
                        <a:pt x="284" y="3459"/>
                      </a:lnTo>
                      <a:lnTo>
                        <a:pt x="551" y="3836"/>
                      </a:lnTo>
                      <a:lnTo>
                        <a:pt x="865" y="4166"/>
                      </a:lnTo>
                      <a:lnTo>
                        <a:pt x="1242" y="4418"/>
                      </a:lnTo>
                      <a:lnTo>
                        <a:pt x="1667" y="4590"/>
                      </a:lnTo>
                      <a:lnTo>
                        <a:pt x="2123" y="4685"/>
                      </a:lnTo>
                      <a:lnTo>
                        <a:pt x="2374" y="4700"/>
                      </a:lnTo>
                      <a:lnTo>
                        <a:pt x="15310" y="4700"/>
                      </a:lnTo>
                      <a:lnTo>
                        <a:pt x="15561" y="4685"/>
                      </a:lnTo>
                      <a:lnTo>
                        <a:pt x="16017" y="4590"/>
                      </a:lnTo>
                      <a:lnTo>
                        <a:pt x="16442" y="4418"/>
                      </a:lnTo>
                      <a:lnTo>
                        <a:pt x="16819" y="4166"/>
                      </a:lnTo>
                      <a:lnTo>
                        <a:pt x="17133" y="3836"/>
                      </a:lnTo>
                      <a:lnTo>
                        <a:pt x="17400" y="3459"/>
                      </a:lnTo>
                      <a:lnTo>
                        <a:pt x="17573" y="3050"/>
                      </a:lnTo>
                      <a:lnTo>
                        <a:pt x="17667" y="2579"/>
                      </a:lnTo>
                      <a:lnTo>
                        <a:pt x="17683" y="2343"/>
                      </a:lnTo>
                      <a:close/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1230;p33">
                  <a:extLst>
                    <a:ext uri="{FF2B5EF4-FFF2-40B4-BE49-F238E27FC236}">
                      <a16:creationId xmlns:a16="http://schemas.microsoft.com/office/drawing/2014/main" id="{0C6A0077-3E94-B847-847F-9C83AA601473}"/>
                    </a:ext>
                  </a:extLst>
                </p:cNvPr>
                <p:cNvSpPr/>
                <p:nvPr/>
              </p:nvSpPr>
              <p:spPr>
                <a:xfrm>
                  <a:off x="7779145" y="3230067"/>
                  <a:ext cx="31" cy="450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4650" fill="none" extrusionOk="0">
                      <a:moveTo>
                        <a:pt x="0" y="1"/>
                      </a:moveTo>
                      <a:lnTo>
                        <a:pt x="0" y="14650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231;p33">
                  <a:extLst>
                    <a:ext uri="{FF2B5EF4-FFF2-40B4-BE49-F238E27FC236}">
                      <a16:creationId xmlns:a16="http://schemas.microsoft.com/office/drawing/2014/main" id="{41E4B285-093E-01DE-C0B1-D8E0B83BACEC}"/>
                    </a:ext>
                  </a:extLst>
                </p:cNvPr>
                <p:cNvSpPr/>
                <p:nvPr/>
              </p:nvSpPr>
              <p:spPr>
                <a:xfrm>
                  <a:off x="7774287" y="3091369"/>
                  <a:ext cx="170157" cy="136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4" h="4433" fill="none" extrusionOk="0">
                      <a:moveTo>
                        <a:pt x="2013" y="519"/>
                      </a:moveTo>
                      <a:lnTo>
                        <a:pt x="1808" y="676"/>
                      </a:lnTo>
                      <a:lnTo>
                        <a:pt x="1416" y="1148"/>
                      </a:lnTo>
                      <a:lnTo>
                        <a:pt x="881" y="2075"/>
                      </a:lnTo>
                      <a:lnTo>
                        <a:pt x="111" y="4009"/>
                      </a:lnTo>
                      <a:lnTo>
                        <a:pt x="1" y="4402"/>
                      </a:lnTo>
                      <a:lnTo>
                        <a:pt x="410" y="4433"/>
                      </a:lnTo>
                      <a:lnTo>
                        <a:pt x="2484" y="4386"/>
                      </a:lnTo>
                      <a:lnTo>
                        <a:pt x="3537" y="4197"/>
                      </a:lnTo>
                      <a:lnTo>
                        <a:pt x="4119" y="3993"/>
                      </a:lnTo>
                      <a:lnTo>
                        <a:pt x="4355" y="3851"/>
                      </a:lnTo>
                      <a:lnTo>
                        <a:pt x="4716" y="3568"/>
                      </a:lnTo>
                      <a:lnTo>
                        <a:pt x="5251" y="2877"/>
                      </a:lnTo>
                      <a:lnTo>
                        <a:pt x="5408" y="2500"/>
                      </a:lnTo>
                      <a:lnTo>
                        <a:pt x="5471" y="2264"/>
                      </a:lnTo>
                      <a:lnTo>
                        <a:pt x="5534" y="1824"/>
                      </a:lnTo>
                      <a:lnTo>
                        <a:pt x="5486" y="1384"/>
                      </a:lnTo>
                      <a:lnTo>
                        <a:pt x="5329" y="959"/>
                      </a:lnTo>
                      <a:lnTo>
                        <a:pt x="5204" y="771"/>
                      </a:lnTo>
                      <a:lnTo>
                        <a:pt x="5078" y="614"/>
                      </a:lnTo>
                      <a:lnTo>
                        <a:pt x="4779" y="346"/>
                      </a:lnTo>
                      <a:lnTo>
                        <a:pt x="4418" y="142"/>
                      </a:lnTo>
                      <a:lnTo>
                        <a:pt x="4009" y="32"/>
                      </a:lnTo>
                      <a:lnTo>
                        <a:pt x="3569" y="1"/>
                      </a:lnTo>
                      <a:lnTo>
                        <a:pt x="3129" y="32"/>
                      </a:lnTo>
                      <a:lnTo>
                        <a:pt x="2673" y="158"/>
                      </a:lnTo>
                      <a:lnTo>
                        <a:pt x="2233" y="378"/>
                      </a:lnTo>
                      <a:lnTo>
                        <a:pt x="2013" y="519"/>
                      </a:lnTo>
                      <a:close/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1232;p33">
                  <a:extLst>
                    <a:ext uri="{FF2B5EF4-FFF2-40B4-BE49-F238E27FC236}">
                      <a16:creationId xmlns:a16="http://schemas.microsoft.com/office/drawing/2014/main" id="{0702E8C3-E78B-0BAC-678D-8950CAC05847}"/>
                    </a:ext>
                  </a:extLst>
                </p:cNvPr>
                <p:cNvSpPr/>
                <p:nvPr/>
              </p:nvSpPr>
              <p:spPr>
                <a:xfrm>
                  <a:off x="7609023" y="3091369"/>
                  <a:ext cx="160471" cy="13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9" h="4402" fill="none" extrusionOk="0">
                      <a:moveTo>
                        <a:pt x="0" y="771"/>
                      </a:moveTo>
                      <a:lnTo>
                        <a:pt x="126" y="614"/>
                      </a:lnTo>
                      <a:lnTo>
                        <a:pt x="441" y="346"/>
                      </a:lnTo>
                      <a:lnTo>
                        <a:pt x="802" y="142"/>
                      </a:lnTo>
                      <a:lnTo>
                        <a:pt x="1211" y="32"/>
                      </a:lnTo>
                      <a:lnTo>
                        <a:pt x="1635" y="1"/>
                      </a:lnTo>
                      <a:lnTo>
                        <a:pt x="2091" y="32"/>
                      </a:lnTo>
                      <a:lnTo>
                        <a:pt x="2547" y="158"/>
                      </a:lnTo>
                      <a:lnTo>
                        <a:pt x="2987" y="378"/>
                      </a:lnTo>
                      <a:lnTo>
                        <a:pt x="3191" y="519"/>
                      </a:lnTo>
                      <a:lnTo>
                        <a:pt x="3395" y="676"/>
                      </a:lnTo>
                      <a:lnTo>
                        <a:pt x="3804" y="1148"/>
                      </a:lnTo>
                      <a:lnTo>
                        <a:pt x="4339" y="2075"/>
                      </a:lnTo>
                      <a:lnTo>
                        <a:pt x="5093" y="4009"/>
                      </a:lnTo>
                      <a:lnTo>
                        <a:pt x="5219" y="4402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1233;p33">
                  <a:extLst>
                    <a:ext uri="{FF2B5EF4-FFF2-40B4-BE49-F238E27FC236}">
                      <a16:creationId xmlns:a16="http://schemas.microsoft.com/office/drawing/2014/main" id="{410840D2-E2A9-3FF4-7FA0-C6A095562A7E}"/>
                    </a:ext>
                  </a:extLst>
                </p:cNvPr>
                <p:cNvSpPr/>
                <p:nvPr/>
              </p:nvSpPr>
              <p:spPr>
                <a:xfrm>
                  <a:off x="7651054" y="3491045"/>
                  <a:ext cx="31" cy="98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191" fill="none" extrusionOk="0">
                      <a:moveTo>
                        <a:pt x="1" y="0"/>
                      </a:moveTo>
                      <a:lnTo>
                        <a:pt x="1" y="3191"/>
                      </a:lnTo>
                    </a:path>
                  </a:pathLst>
                </a:custGeom>
                <a:noFill/>
                <a:ln w="23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FAEB0AF-857A-1ED4-DA1B-5F3978BE1555}"/>
                  </a:ext>
                </a:extLst>
              </p:cNvPr>
              <p:cNvSpPr/>
              <p:nvPr/>
            </p:nvSpPr>
            <p:spPr>
              <a:xfrm>
                <a:off x="9107390" y="2652827"/>
                <a:ext cx="2020147" cy="90794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ID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Warehousing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D7B523B-752B-9C21-B335-6E96D86F4BAE}"/>
                </a:ext>
              </a:extLst>
            </p:cNvPr>
            <p:cNvGrpSpPr/>
            <p:nvPr/>
          </p:nvGrpSpPr>
          <p:grpSpPr>
            <a:xfrm>
              <a:off x="6190336" y="2652827"/>
              <a:ext cx="2491597" cy="3232458"/>
              <a:chOff x="6190336" y="2652827"/>
              <a:chExt cx="2491597" cy="3232458"/>
            </a:xfrm>
          </p:grpSpPr>
          <p:sp>
            <p:nvSpPr>
              <p:cNvPr id="2" name="Google Shape;1195;p33">
                <a:extLst>
                  <a:ext uri="{FF2B5EF4-FFF2-40B4-BE49-F238E27FC236}">
                    <a16:creationId xmlns:a16="http://schemas.microsoft.com/office/drawing/2014/main" id="{F6CC3515-8590-BF90-EA06-94339D33C45D}"/>
                  </a:ext>
                </a:extLst>
              </p:cNvPr>
              <p:cNvSpPr/>
              <p:nvPr/>
            </p:nvSpPr>
            <p:spPr>
              <a:xfrm>
                <a:off x="6565558" y="3768191"/>
                <a:ext cx="1741153" cy="1741113"/>
              </a:xfrm>
              <a:custGeom>
                <a:avLst/>
                <a:gdLst/>
                <a:ahLst/>
                <a:cxnLst/>
                <a:rect l="l" t="t" r="r" b="b"/>
                <a:pathLst>
                  <a:path w="43466" h="43465" extrusionOk="0">
                    <a:moveTo>
                      <a:pt x="21733" y="0"/>
                    </a:moveTo>
                    <a:cubicBezTo>
                      <a:pt x="9725" y="0"/>
                      <a:pt x="1" y="9742"/>
                      <a:pt x="1" y="21733"/>
                    </a:cubicBezTo>
                    <a:cubicBezTo>
                      <a:pt x="1" y="33741"/>
                      <a:pt x="9725" y="43465"/>
                      <a:pt x="21733" y="43465"/>
                    </a:cubicBezTo>
                    <a:cubicBezTo>
                      <a:pt x="33741" y="43465"/>
                      <a:pt x="43465" y="33741"/>
                      <a:pt x="43465" y="21733"/>
                    </a:cubicBezTo>
                    <a:cubicBezTo>
                      <a:pt x="43465" y="9742"/>
                      <a:pt x="33741" y="0"/>
                      <a:pt x="217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201;p33">
                <a:extLst>
                  <a:ext uri="{FF2B5EF4-FFF2-40B4-BE49-F238E27FC236}">
                    <a16:creationId xmlns:a16="http://schemas.microsoft.com/office/drawing/2014/main" id="{BD92B7AC-B095-43BE-5BA0-ADC14D76C27C}"/>
                  </a:ext>
                </a:extLst>
              </p:cNvPr>
              <p:cNvSpPr/>
              <p:nvPr/>
            </p:nvSpPr>
            <p:spPr>
              <a:xfrm>
                <a:off x="6190336" y="4620861"/>
                <a:ext cx="2491597" cy="1264424"/>
              </a:xfrm>
              <a:custGeom>
                <a:avLst/>
                <a:gdLst/>
                <a:ahLst/>
                <a:cxnLst/>
                <a:rect l="l" t="t" r="r" b="b"/>
                <a:pathLst>
                  <a:path w="62200" h="31565" extrusionOk="0">
                    <a:moveTo>
                      <a:pt x="0" y="0"/>
                    </a:moveTo>
                    <a:lnTo>
                      <a:pt x="0" y="447"/>
                    </a:lnTo>
                    <a:cubicBezTo>
                      <a:pt x="0" y="17593"/>
                      <a:pt x="13953" y="31564"/>
                      <a:pt x="31100" y="31564"/>
                    </a:cubicBezTo>
                    <a:cubicBezTo>
                      <a:pt x="48247" y="31564"/>
                      <a:pt x="62200" y="17593"/>
                      <a:pt x="62200" y="447"/>
                    </a:cubicBezTo>
                    <a:lnTo>
                      <a:pt x="62200" y="0"/>
                    </a:lnTo>
                    <a:lnTo>
                      <a:pt x="60915" y="0"/>
                    </a:lnTo>
                    <a:lnTo>
                      <a:pt x="60915" y="447"/>
                    </a:lnTo>
                    <a:cubicBezTo>
                      <a:pt x="60915" y="16897"/>
                      <a:pt x="47533" y="30279"/>
                      <a:pt x="31082" y="30279"/>
                    </a:cubicBezTo>
                    <a:cubicBezTo>
                      <a:pt x="14649" y="30279"/>
                      <a:pt x="1267" y="16897"/>
                      <a:pt x="1267" y="447"/>
                    </a:cubicBezTo>
                    <a:cubicBezTo>
                      <a:pt x="1267" y="304"/>
                      <a:pt x="1267" y="143"/>
                      <a:pt x="1267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" name="Google Shape;1221;p33">
                <a:extLst>
                  <a:ext uri="{FF2B5EF4-FFF2-40B4-BE49-F238E27FC236}">
                    <a16:creationId xmlns:a16="http://schemas.microsoft.com/office/drawing/2014/main" id="{42DE4CB9-1359-1EDB-278F-6CD94ED7C9BA}"/>
                  </a:ext>
                </a:extLst>
              </p:cNvPr>
              <p:cNvGrpSpPr/>
              <p:nvPr/>
            </p:nvGrpSpPr>
            <p:grpSpPr>
              <a:xfrm>
                <a:off x="6893033" y="4337338"/>
                <a:ext cx="1086203" cy="602836"/>
                <a:chOff x="5204738" y="3210502"/>
                <a:chExt cx="850286" cy="471904"/>
              </a:xfrm>
            </p:grpSpPr>
            <p:sp>
              <p:nvSpPr>
                <p:cNvPr id="28" name="Google Shape;1222;p33">
                  <a:extLst>
                    <a:ext uri="{FF2B5EF4-FFF2-40B4-BE49-F238E27FC236}">
                      <a16:creationId xmlns:a16="http://schemas.microsoft.com/office/drawing/2014/main" id="{97182CB3-14FD-4C7B-94B8-7D33ED912A63}"/>
                    </a:ext>
                  </a:extLst>
                </p:cNvPr>
                <p:cNvSpPr/>
                <p:nvPr/>
              </p:nvSpPr>
              <p:spPr>
                <a:xfrm>
                  <a:off x="5301113" y="3548702"/>
                  <a:ext cx="133704" cy="133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9" h="4449" fill="none" extrusionOk="0">
                      <a:moveTo>
                        <a:pt x="4449" y="2217"/>
                      </a:moveTo>
                      <a:lnTo>
                        <a:pt x="4449" y="2453"/>
                      </a:lnTo>
                      <a:lnTo>
                        <a:pt x="4354" y="2877"/>
                      </a:lnTo>
                      <a:lnTo>
                        <a:pt x="4181" y="3286"/>
                      </a:lnTo>
                      <a:lnTo>
                        <a:pt x="3946" y="3632"/>
                      </a:lnTo>
                      <a:lnTo>
                        <a:pt x="3647" y="3946"/>
                      </a:lnTo>
                      <a:lnTo>
                        <a:pt x="3285" y="4182"/>
                      </a:lnTo>
                      <a:lnTo>
                        <a:pt x="2892" y="4355"/>
                      </a:lnTo>
                      <a:lnTo>
                        <a:pt x="2452" y="4433"/>
                      </a:lnTo>
                      <a:lnTo>
                        <a:pt x="2232" y="4449"/>
                      </a:lnTo>
                      <a:lnTo>
                        <a:pt x="1997" y="4433"/>
                      </a:lnTo>
                      <a:lnTo>
                        <a:pt x="1556" y="4355"/>
                      </a:lnTo>
                      <a:lnTo>
                        <a:pt x="1164" y="4182"/>
                      </a:lnTo>
                      <a:lnTo>
                        <a:pt x="802" y="3946"/>
                      </a:lnTo>
                      <a:lnTo>
                        <a:pt x="503" y="3632"/>
                      </a:lnTo>
                      <a:lnTo>
                        <a:pt x="268" y="3286"/>
                      </a:lnTo>
                      <a:lnTo>
                        <a:pt x="95" y="2877"/>
                      </a:lnTo>
                      <a:lnTo>
                        <a:pt x="16" y="2453"/>
                      </a:lnTo>
                      <a:lnTo>
                        <a:pt x="0" y="2217"/>
                      </a:lnTo>
                      <a:lnTo>
                        <a:pt x="16" y="1997"/>
                      </a:lnTo>
                      <a:lnTo>
                        <a:pt x="95" y="1557"/>
                      </a:lnTo>
                      <a:lnTo>
                        <a:pt x="268" y="1164"/>
                      </a:lnTo>
                      <a:lnTo>
                        <a:pt x="503" y="802"/>
                      </a:lnTo>
                      <a:lnTo>
                        <a:pt x="802" y="504"/>
                      </a:lnTo>
                      <a:lnTo>
                        <a:pt x="1164" y="268"/>
                      </a:lnTo>
                      <a:lnTo>
                        <a:pt x="1556" y="95"/>
                      </a:lnTo>
                      <a:lnTo>
                        <a:pt x="1997" y="1"/>
                      </a:lnTo>
                      <a:lnTo>
                        <a:pt x="2232" y="1"/>
                      </a:lnTo>
                      <a:lnTo>
                        <a:pt x="2452" y="1"/>
                      </a:lnTo>
                      <a:lnTo>
                        <a:pt x="2892" y="95"/>
                      </a:lnTo>
                      <a:lnTo>
                        <a:pt x="3285" y="268"/>
                      </a:lnTo>
                      <a:lnTo>
                        <a:pt x="3647" y="504"/>
                      </a:lnTo>
                      <a:lnTo>
                        <a:pt x="3946" y="802"/>
                      </a:lnTo>
                      <a:lnTo>
                        <a:pt x="4181" y="1164"/>
                      </a:lnTo>
                      <a:lnTo>
                        <a:pt x="4354" y="1557"/>
                      </a:lnTo>
                      <a:lnTo>
                        <a:pt x="4449" y="1997"/>
                      </a:lnTo>
                      <a:lnTo>
                        <a:pt x="4449" y="2217"/>
                      </a:lnTo>
                      <a:close/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1223;p33">
                  <a:extLst>
                    <a:ext uri="{FF2B5EF4-FFF2-40B4-BE49-F238E27FC236}">
                      <a16:creationId xmlns:a16="http://schemas.microsoft.com/office/drawing/2014/main" id="{C74149E0-DAFC-9A44-1FEF-4AD736BA7407}"/>
                    </a:ext>
                  </a:extLst>
                </p:cNvPr>
                <p:cNvSpPr/>
                <p:nvPr/>
              </p:nvSpPr>
              <p:spPr>
                <a:xfrm>
                  <a:off x="5834378" y="3548702"/>
                  <a:ext cx="133704" cy="133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9" h="4449" fill="none" extrusionOk="0">
                      <a:moveTo>
                        <a:pt x="4449" y="2217"/>
                      </a:moveTo>
                      <a:lnTo>
                        <a:pt x="4433" y="2453"/>
                      </a:lnTo>
                      <a:lnTo>
                        <a:pt x="4355" y="2877"/>
                      </a:lnTo>
                      <a:lnTo>
                        <a:pt x="4182" y="3286"/>
                      </a:lnTo>
                      <a:lnTo>
                        <a:pt x="3946" y="3632"/>
                      </a:lnTo>
                      <a:lnTo>
                        <a:pt x="3647" y="3946"/>
                      </a:lnTo>
                      <a:lnTo>
                        <a:pt x="3286" y="4182"/>
                      </a:lnTo>
                      <a:lnTo>
                        <a:pt x="2893" y="4355"/>
                      </a:lnTo>
                      <a:lnTo>
                        <a:pt x="2453" y="4433"/>
                      </a:lnTo>
                      <a:lnTo>
                        <a:pt x="2217" y="4449"/>
                      </a:lnTo>
                      <a:lnTo>
                        <a:pt x="1997" y="4433"/>
                      </a:lnTo>
                      <a:lnTo>
                        <a:pt x="1557" y="4355"/>
                      </a:lnTo>
                      <a:lnTo>
                        <a:pt x="1164" y="4182"/>
                      </a:lnTo>
                      <a:lnTo>
                        <a:pt x="802" y="3946"/>
                      </a:lnTo>
                      <a:lnTo>
                        <a:pt x="504" y="3632"/>
                      </a:lnTo>
                      <a:lnTo>
                        <a:pt x="268" y="3286"/>
                      </a:lnTo>
                      <a:lnTo>
                        <a:pt x="95" y="2877"/>
                      </a:lnTo>
                      <a:lnTo>
                        <a:pt x="1" y="2453"/>
                      </a:lnTo>
                      <a:lnTo>
                        <a:pt x="1" y="2217"/>
                      </a:lnTo>
                      <a:lnTo>
                        <a:pt x="1" y="1997"/>
                      </a:lnTo>
                      <a:lnTo>
                        <a:pt x="95" y="1557"/>
                      </a:lnTo>
                      <a:lnTo>
                        <a:pt x="268" y="1164"/>
                      </a:lnTo>
                      <a:lnTo>
                        <a:pt x="504" y="802"/>
                      </a:lnTo>
                      <a:lnTo>
                        <a:pt x="802" y="504"/>
                      </a:lnTo>
                      <a:lnTo>
                        <a:pt x="1164" y="268"/>
                      </a:lnTo>
                      <a:lnTo>
                        <a:pt x="1557" y="95"/>
                      </a:lnTo>
                      <a:lnTo>
                        <a:pt x="1997" y="1"/>
                      </a:lnTo>
                      <a:lnTo>
                        <a:pt x="2217" y="1"/>
                      </a:lnTo>
                      <a:lnTo>
                        <a:pt x="2453" y="1"/>
                      </a:lnTo>
                      <a:lnTo>
                        <a:pt x="2893" y="95"/>
                      </a:lnTo>
                      <a:lnTo>
                        <a:pt x="3286" y="268"/>
                      </a:lnTo>
                      <a:lnTo>
                        <a:pt x="3647" y="504"/>
                      </a:lnTo>
                      <a:lnTo>
                        <a:pt x="3946" y="802"/>
                      </a:lnTo>
                      <a:lnTo>
                        <a:pt x="4182" y="1164"/>
                      </a:lnTo>
                      <a:lnTo>
                        <a:pt x="4355" y="1557"/>
                      </a:lnTo>
                      <a:lnTo>
                        <a:pt x="4433" y="1997"/>
                      </a:lnTo>
                      <a:lnTo>
                        <a:pt x="4449" y="2217"/>
                      </a:lnTo>
                      <a:close/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1224;p33">
                  <a:extLst>
                    <a:ext uri="{FF2B5EF4-FFF2-40B4-BE49-F238E27FC236}">
                      <a16:creationId xmlns:a16="http://schemas.microsoft.com/office/drawing/2014/main" id="{94106BD6-5A08-F0D8-47C1-3AD5C00432D8}"/>
                    </a:ext>
                  </a:extLst>
                </p:cNvPr>
                <p:cNvSpPr/>
                <p:nvPr/>
              </p:nvSpPr>
              <p:spPr>
                <a:xfrm>
                  <a:off x="5204738" y="3210502"/>
                  <a:ext cx="543740" cy="401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3" h="13346" fill="none" extrusionOk="0">
                      <a:moveTo>
                        <a:pt x="1" y="13345"/>
                      </a:moveTo>
                      <a:lnTo>
                        <a:pt x="1" y="2374"/>
                      </a:lnTo>
                      <a:lnTo>
                        <a:pt x="1" y="2123"/>
                      </a:lnTo>
                      <a:lnTo>
                        <a:pt x="95" y="1667"/>
                      </a:lnTo>
                      <a:lnTo>
                        <a:pt x="284" y="1242"/>
                      </a:lnTo>
                      <a:lnTo>
                        <a:pt x="535" y="865"/>
                      </a:lnTo>
                      <a:lnTo>
                        <a:pt x="850" y="535"/>
                      </a:lnTo>
                      <a:lnTo>
                        <a:pt x="1227" y="284"/>
                      </a:lnTo>
                      <a:lnTo>
                        <a:pt x="1651" y="111"/>
                      </a:lnTo>
                      <a:lnTo>
                        <a:pt x="2123" y="16"/>
                      </a:lnTo>
                      <a:lnTo>
                        <a:pt x="2359" y="1"/>
                      </a:lnTo>
                      <a:lnTo>
                        <a:pt x="15719" y="1"/>
                      </a:lnTo>
                      <a:lnTo>
                        <a:pt x="15970" y="16"/>
                      </a:lnTo>
                      <a:lnTo>
                        <a:pt x="16426" y="111"/>
                      </a:lnTo>
                      <a:lnTo>
                        <a:pt x="16850" y="284"/>
                      </a:lnTo>
                      <a:lnTo>
                        <a:pt x="17228" y="535"/>
                      </a:lnTo>
                      <a:lnTo>
                        <a:pt x="17542" y="865"/>
                      </a:lnTo>
                      <a:lnTo>
                        <a:pt x="17809" y="1242"/>
                      </a:lnTo>
                      <a:lnTo>
                        <a:pt x="17982" y="1667"/>
                      </a:lnTo>
                      <a:lnTo>
                        <a:pt x="18076" y="2123"/>
                      </a:lnTo>
                      <a:lnTo>
                        <a:pt x="18092" y="2374"/>
                      </a:lnTo>
                      <a:lnTo>
                        <a:pt x="18092" y="10987"/>
                      </a:lnTo>
                      <a:lnTo>
                        <a:pt x="18076" y="11223"/>
                      </a:lnTo>
                      <a:lnTo>
                        <a:pt x="17982" y="11695"/>
                      </a:lnTo>
                      <a:lnTo>
                        <a:pt x="17809" y="12119"/>
                      </a:lnTo>
                      <a:lnTo>
                        <a:pt x="17542" y="12496"/>
                      </a:lnTo>
                      <a:lnTo>
                        <a:pt x="17228" y="12811"/>
                      </a:lnTo>
                      <a:lnTo>
                        <a:pt x="16850" y="13062"/>
                      </a:lnTo>
                      <a:lnTo>
                        <a:pt x="16426" y="13251"/>
                      </a:lnTo>
                      <a:lnTo>
                        <a:pt x="15970" y="13345"/>
                      </a:lnTo>
                      <a:lnTo>
                        <a:pt x="15719" y="13345"/>
                      </a:lnTo>
                      <a:lnTo>
                        <a:pt x="10218" y="13345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1225;p33">
                  <a:extLst>
                    <a:ext uri="{FF2B5EF4-FFF2-40B4-BE49-F238E27FC236}">
                      <a16:creationId xmlns:a16="http://schemas.microsoft.com/office/drawing/2014/main" id="{8027C851-5225-6579-8665-4007D734731B}"/>
                    </a:ext>
                  </a:extLst>
                </p:cNvPr>
                <p:cNvSpPr/>
                <p:nvPr/>
              </p:nvSpPr>
              <p:spPr>
                <a:xfrm>
                  <a:off x="5835791" y="3347958"/>
                  <a:ext cx="219233" cy="263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5" h="8772" fill="none" extrusionOk="0">
                      <a:moveTo>
                        <a:pt x="1" y="1"/>
                      </a:moveTo>
                      <a:lnTo>
                        <a:pt x="5078" y="1"/>
                      </a:lnTo>
                      <a:lnTo>
                        <a:pt x="7294" y="4575"/>
                      </a:lnTo>
                      <a:lnTo>
                        <a:pt x="7294" y="8771"/>
                      </a:lnTo>
                    </a:path>
                  </a:pathLst>
                </a:custGeom>
                <a:noFill/>
                <a:ln w="4715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1226;p33">
                  <a:extLst>
                    <a:ext uri="{FF2B5EF4-FFF2-40B4-BE49-F238E27FC236}">
                      <a16:creationId xmlns:a16="http://schemas.microsoft.com/office/drawing/2014/main" id="{0BD6DC99-C724-05A9-C379-945A59CBEB24}"/>
                    </a:ext>
                  </a:extLst>
                </p:cNvPr>
                <p:cNvSpPr/>
                <p:nvPr/>
              </p:nvSpPr>
              <p:spPr>
                <a:xfrm>
                  <a:off x="5437156" y="3298823"/>
                  <a:ext cx="209736" cy="18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9" h="6021" fill="none" extrusionOk="0">
                      <a:moveTo>
                        <a:pt x="0" y="1"/>
                      </a:moveTo>
                      <a:lnTo>
                        <a:pt x="5203" y="1"/>
                      </a:lnTo>
                      <a:lnTo>
                        <a:pt x="5659" y="17"/>
                      </a:lnTo>
                      <a:lnTo>
                        <a:pt x="6193" y="158"/>
                      </a:lnTo>
                      <a:lnTo>
                        <a:pt x="6460" y="331"/>
                      </a:lnTo>
                      <a:lnTo>
                        <a:pt x="6775" y="661"/>
                      </a:lnTo>
                      <a:lnTo>
                        <a:pt x="6963" y="1274"/>
                      </a:lnTo>
                      <a:lnTo>
                        <a:pt x="6979" y="1651"/>
                      </a:lnTo>
                      <a:lnTo>
                        <a:pt x="6979" y="6021"/>
                      </a:lnTo>
                    </a:path>
                  </a:pathLst>
                </a:custGeom>
                <a:noFill/>
                <a:ln w="23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AA717C3-10E6-F56A-107A-F50A924BB2C6}"/>
                  </a:ext>
                </a:extLst>
              </p:cNvPr>
              <p:cNvSpPr/>
              <p:nvPr/>
            </p:nvSpPr>
            <p:spPr>
              <a:xfrm>
                <a:off x="6426061" y="2652827"/>
                <a:ext cx="2020147" cy="90794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ID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Transportation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803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5F9D1AB9-B983-0683-DBCE-45E560C06715}"/>
              </a:ext>
            </a:extLst>
          </p:cNvPr>
          <p:cNvGrpSpPr/>
          <p:nvPr/>
        </p:nvGrpSpPr>
        <p:grpSpPr>
          <a:xfrm>
            <a:off x="1131842" y="1128169"/>
            <a:ext cx="9974096" cy="5603376"/>
            <a:chOff x="1095920" y="1128169"/>
            <a:chExt cx="9974096" cy="560337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9DFC218-A74F-0AD0-CD97-81A0DA3BF931}"/>
                </a:ext>
              </a:extLst>
            </p:cNvPr>
            <p:cNvSpPr/>
            <p:nvPr/>
          </p:nvSpPr>
          <p:spPr>
            <a:xfrm>
              <a:off x="8327118" y="4912323"/>
              <a:ext cx="2742898" cy="72327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A360C24-48FD-7DA8-DBAF-7BFF4029209A}"/>
                </a:ext>
              </a:extLst>
            </p:cNvPr>
            <p:cNvSpPr/>
            <p:nvPr/>
          </p:nvSpPr>
          <p:spPr>
            <a:xfrm>
              <a:off x="1180103" y="4912323"/>
              <a:ext cx="2574533" cy="72327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Transportation</a:t>
              </a:r>
            </a:p>
            <a:p>
              <a:pPr algn="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727C9BA-C540-FAF0-18E3-A57654F50FD1}"/>
                </a:ext>
              </a:extLst>
            </p:cNvPr>
            <p:cNvGrpSpPr/>
            <p:nvPr/>
          </p:nvGrpSpPr>
          <p:grpSpPr>
            <a:xfrm>
              <a:off x="1095920" y="1128169"/>
              <a:ext cx="9889913" cy="5603376"/>
              <a:chOff x="1180103" y="1128169"/>
              <a:chExt cx="9889913" cy="560337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9E79442-BDDF-32BB-03AB-FA16329D332F}"/>
                  </a:ext>
                </a:extLst>
              </p:cNvPr>
              <p:cNvSpPr/>
              <p:nvPr/>
            </p:nvSpPr>
            <p:spPr>
              <a:xfrm>
                <a:off x="1180103" y="2266763"/>
                <a:ext cx="2574533" cy="72327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r"/>
                <a:r>
                  <a:rPr lang="en-ID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Procurement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CD212D3-5A8A-95E0-B8C9-7E43FAFC7977}"/>
                  </a:ext>
                </a:extLst>
              </p:cNvPr>
              <p:cNvSpPr/>
              <p:nvPr/>
            </p:nvSpPr>
            <p:spPr>
              <a:xfrm>
                <a:off x="8327118" y="2266763"/>
                <a:ext cx="2742898" cy="72327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ID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Manufacturing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297FF96-9699-66B0-F5CA-9044858F77A5}"/>
                  </a:ext>
                </a:extLst>
              </p:cNvPr>
              <p:cNvGrpSpPr/>
              <p:nvPr/>
            </p:nvGrpSpPr>
            <p:grpSpPr>
              <a:xfrm>
                <a:off x="3206474" y="1128169"/>
                <a:ext cx="5623027" cy="5603376"/>
                <a:chOff x="3284488" y="1128169"/>
                <a:chExt cx="5623027" cy="5603376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2BA67A93-F4CB-1F8A-BDC7-BE77AF031502}"/>
                    </a:ext>
                  </a:extLst>
                </p:cNvPr>
                <p:cNvGrpSpPr/>
                <p:nvPr/>
              </p:nvGrpSpPr>
              <p:grpSpPr>
                <a:xfrm>
                  <a:off x="3284488" y="1128169"/>
                  <a:ext cx="5623027" cy="5603376"/>
                  <a:chOff x="2626759" y="1556920"/>
                  <a:chExt cx="4139509" cy="4125042"/>
                </a:xfrm>
              </p:grpSpPr>
              <p:sp>
                <p:nvSpPr>
                  <p:cNvPr id="20" name="Rounded Rectangle 2">
                    <a:extLst>
                      <a:ext uri="{FF2B5EF4-FFF2-40B4-BE49-F238E27FC236}">
                        <a16:creationId xmlns:a16="http://schemas.microsoft.com/office/drawing/2014/main" id="{EAD3969C-84EC-3C91-7DC7-3E81F477DCBD}"/>
                      </a:ext>
                    </a:extLst>
                  </p:cNvPr>
                  <p:cNvSpPr/>
                  <p:nvPr/>
                </p:nvSpPr>
                <p:spPr>
                  <a:xfrm>
                    <a:off x="3229303" y="2136064"/>
                    <a:ext cx="2952328" cy="2952328"/>
                  </a:xfrm>
                  <a:prstGeom prst="roundRect">
                    <a:avLst>
                      <a:gd name="adj" fmla="val 8924"/>
                    </a:avLst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>
                          <a:lumMod val="92000"/>
                        </a:schemeClr>
                      </a:gs>
                    </a:gsLst>
                    <a:lin ang="5400000" scaled="1"/>
                    <a:tileRect/>
                  </a:gradFill>
                  <a:ln w="15875">
                    <a:gradFill>
                      <a:gsLst>
                        <a:gs pos="0">
                          <a:schemeClr val="bg1"/>
                        </a:gs>
                        <a:gs pos="100000">
                          <a:schemeClr val="accent1">
                            <a:tint val="23500"/>
                            <a:satMod val="160000"/>
                            <a:alpha val="0"/>
                          </a:schemeClr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0">
                      <a:latin typeface="Lora" pitchFamily="2" charset="0"/>
                    </a:endParaRPr>
                  </a:p>
                </p:txBody>
              </p: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D8C633DE-A103-8A92-72B9-F4ACB4697C0C}"/>
                      </a:ext>
                    </a:extLst>
                  </p:cNvPr>
                  <p:cNvGrpSpPr/>
                  <p:nvPr/>
                </p:nvGrpSpPr>
                <p:grpSpPr>
                  <a:xfrm>
                    <a:off x="2626759" y="2469278"/>
                    <a:ext cx="1944996" cy="1619081"/>
                    <a:chOff x="2626759" y="2469278"/>
                    <a:chExt cx="1944996" cy="1619081"/>
                  </a:xfrm>
                </p:grpSpPr>
                <p:sp>
                  <p:nvSpPr>
                    <p:cNvPr id="42" name="Rounded Rectangle 9">
                      <a:extLst>
                        <a:ext uri="{FF2B5EF4-FFF2-40B4-BE49-F238E27FC236}">
                          <a16:creationId xmlns:a16="http://schemas.microsoft.com/office/drawing/2014/main" id="{E2D09F41-35CC-53D4-F66F-A1FE3B70C8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3941" y="3508648"/>
                      <a:ext cx="74524" cy="5797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095" h="669722">
                          <a:moveTo>
                            <a:pt x="86095" y="0"/>
                          </a:moveTo>
                          <a:lnTo>
                            <a:pt x="86095" y="669722"/>
                          </a:lnTo>
                          <a:cubicBezTo>
                            <a:pt x="37270" y="664431"/>
                            <a:pt x="0" y="622599"/>
                            <a:pt x="0" y="572062"/>
                          </a:cubicBezTo>
                          <a:lnTo>
                            <a:pt x="0" y="97660"/>
                          </a:lnTo>
                          <a:cubicBezTo>
                            <a:pt x="0" y="47123"/>
                            <a:pt x="37270" y="5291"/>
                            <a:pt x="86095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1">
                            <a:lumMod val="70000"/>
                          </a:schemeClr>
                        </a:gs>
                        <a:gs pos="100000">
                          <a:schemeClr val="accent1">
                            <a:lumMod val="70000"/>
                          </a:schemeClr>
                        </a:gs>
                      </a:gsLst>
                      <a:lin ang="5400000" scaled="0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43" name="Isosceles Triangle 20">
                      <a:extLst>
                        <a:ext uri="{FF2B5EF4-FFF2-40B4-BE49-F238E27FC236}">
                          <a16:creationId xmlns:a16="http://schemas.microsoft.com/office/drawing/2014/main" id="{5648BB2E-25A8-9331-9E84-2B08F4CF2455}"/>
                        </a:ext>
                      </a:extLst>
                    </p:cNvPr>
                    <p:cNvSpPr/>
                    <p:nvPr/>
                  </p:nvSpPr>
                  <p:spPr>
                    <a:xfrm rot="2775881">
                      <a:off x="3014447" y="2081590"/>
                      <a:ext cx="1169619" cy="1944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9619" h="1944996">
                          <a:moveTo>
                            <a:pt x="584810" y="0"/>
                          </a:moveTo>
                          <a:lnTo>
                            <a:pt x="1169619" y="623373"/>
                          </a:lnTo>
                          <a:lnTo>
                            <a:pt x="914933" y="623373"/>
                          </a:lnTo>
                          <a:lnTo>
                            <a:pt x="944110" y="1944996"/>
                          </a:lnTo>
                          <a:lnTo>
                            <a:pt x="280768" y="1310310"/>
                          </a:lnTo>
                          <a:lnTo>
                            <a:pt x="265603" y="623373"/>
                          </a:lnTo>
                          <a:lnTo>
                            <a:pt x="0" y="623373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>
                        <a:latin typeface="Lora" pitchFamily="2" charset="0"/>
                      </a:endParaRPr>
                    </a:p>
                  </p:txBody>
                </p:sp>
              </p:grp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8D4CED74-2CFC-F28C-11DF-B48FC67F309A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4049003" y="1719878"/>
                    <a:ext cx="1944996" cy="1619080"/>
                    <a:chOff x="2661328" y="2469279"/>
                    <a:chExt cx="1944996" cy="1619080"/>
                  </a:xfrm>
                  <a:solidFill>
                    <a:srgbClr val="5BC5DD"/>
                  </a:solidFill>
                </p:grpSpPr>
                <p:sp>
                  <p:nvSpPr>
                    <p:cNvPr id="40" name="Rounded Rectangle 9">
                      <a:extLst>
                        <a:ext uri="{FF2B5EF4-FFF2-40B4-BE49-F238E27FC236}">
                          <a16:creationId xmlns:a16="http://schemas.microsoft.com/office/drawing/2014/main" id="{C25541AF-A42C-2E7D-3BE0-C90CF939BB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867" y="3508648"/>
                      <a:ext cx="74524" cy="5797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095" h="669722">
                          <a:moveTo>
                            <a:pt x="86095" y="0"/>
                          </a:moveTo>
                          <a:lnTo>
                            <a:pt x="86095" y="669722"/>
                          </a:lnTo>
                          <a:cubicBezTo>
                            <a:pt x="37270" y="664431"/>
                            <a:pt x="0" y="622599"/>
                            <a:pt x="0" y="572062"/>
                          </a:cubicBezTo>
                          <a:lnTo>
                            <a:pt x="0" y="97660"/>
                          </a:lnTo>
                          <a:cubicBezTo>
                            <a:pt x="0" y="47123"/>
                            <a:pt x="37270" y="5291"/>
                            <a:pt x="86095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2">
                            <a:lumMod val="70000"/>
                          </a:schemeClr>
                        </a:gs>
                        <a:gs pos="100000">
                          <a:schemeClr val="accent2">
                            <a:lumMod val="70000"/>
                          </a:schemeClr>
                        </a:gs>
                      </a:gsLst>
                      <a:lin ang="5400000" scaled="0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41" name="Isosceles Triangle 20">
                      <a:extLst>
                        <a:ext uri="{FF2B5EF4-FFF2-40B4-BE49-F238E27FC236}">
                          <a16:creationId xmlns:a16="http://schemas.microsoft.com/office/drawing/2014/main" id="{15118D46-4597-D14F-D078-2297BBE245B4}"/>
                        </a:ext>
                      </a:extLst>
                    </p:cNvPr>
                    <p:cNvSpPr/>
                    <p:nvPr/>
                  </p:nvSpPr>
                  <p:spPr>
                    <a:xfrm rot="2775881">
                      <a:off x="3049016" y="2081591"/>
                      <a:ext cx="1169619" cy="1944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9619" h="1944996">
                          <a:moveTo>
                            <a:pt x="584810" y="0"/>
                          </a:moveTo>
                          <a:lnTo>
                            <a:pt x="1169619" y="623373"/>
                          </a:lnTo>
                          <a:lnTo>
                            <a:pt x="914933" y="623373"/>
                          </a:lnTo>
                          <a:lnTo>
                            <a:pt x="944110" y="1944996"/>
                          </a:lnTo>
                          <a:lnTo>
                            <a:pt x="280768" y="1310310"/>
                          </a:lnTo>
                          <a:lnTo>
                            <a:pt x="265603" y="623373"/>
                          </a:lnTo>
                          <a:lnTo>
                            <a:pt x="0" y="623373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 dirty="0">
                        <a:latin typeface="Lora" pitchFamily="2" charset="0"/>
                      </a:endParaRPr>
                    </a:p>
                  </p:txBody>
                </p:sp>
              </p:grp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77A7E980-8B9A-A73E-089B-12713CF9EC7F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21272" y="3175138"/>
                    <a:ext cx="1944996" cy="1619081"/>
                    <a:chOff x="2661327" y="2469278"/>
                    <a:chExt cx="1944996" cy="1619081"/>
                  </a:xfrm>
                  <a:solidFill>
                    <a:srgbClr val="FFB850"/>
                  </a:solidFill>
                </p:grpSpPr>
                <p:sp>
                  <p:nvSpPr>
                    <p:cNvPr id="38" name="Rounded Rectangle 9">
                      <a:extLst>
                        <a:ext uri="{FF2B5EF4-FFF2-40B4-BE49-F238E27FC236}">
                          <a16:creationId xmlns:a16="http://schemas.microsoft.com/office/drawing/2014/main" id="{43560A20-A005-220B-3F6A-128936D70E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867" y="3508648"/>
                      <a:ext cx="74524" cy="5797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095" h="669722">
                          <a:moveTo>
                            <a:pt x="86095" y="0"/>
                          </a:moveTo>
                          <a:lnTo>
                            <a:pt x="86095" y="669722"/>
                          </a:lnTo>
                          <a:cubicBezTo>
                            <a:pt x="37270" y="664431"/>
                            <a:pt x="0" y="622599"/>
                            <a:pt x="0" y="572062"/>
                          </a:cubicBezTo>
                          <a:lnTo>
                            <a:pt x="0" y="97660"/>
                          </a:lnTo>
                          <a:cubicBezTo>
                            <a:pt x="0" y="47123"/>
                            <a:pt x="37270" y="5291"/>
                            <a:pt x="86095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lumMod val="70000"/>
                          </a:schemeClr>
                        </a:gs>
                        <a:gs pos="100000">
                          <a:schemeClr val="accent3">
                            <a:lumMod val="70000"/>
                          </a:schemeClr>
                        </a:gs>
                      </a:gsLst>
                      <a:lin ang="5400000" scaled="0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39" name="Isosceles Triangle 20">
                      <a:extLst>
                        <a:ext uri="{FF2B5EF4-FFF2-40B4-BE49-F238E27FC236}">
                          <a16:creationId xmlns:a16="http://schemas.microsoft.com/office/drawing/2014/main" id="{4B5D9D98-7A7B-E3E9-9BDE-03D06C716375}"/>
                        </a:ext>
                      </a:extLst>
                    </p:cNvPr>
                    <p:cNvSpPr/>
                    <p:nvPr/>
                  </p:nvSpPr>
                  <p:spPr>
                    <a:xfrm rot="2775881">
                      <a:off x="3049015" y="2081590"/>
                      <a:ext cx="1169619" cy="1944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9619" h="1944996">
                          <a:moveTo>
                            <a:pt x="584810" y="0"/>
                          </a:moveTo>
                          <a:lnTo>
                            <a:pt x="1169619" y="623373"/>
                          </a:lnTo>
                          <a:lnTo>
                            <a:pt x="914933" y="623373"/>
                          </a:lnTo>
                          <a:lnTo>
                            <a:pt x="944110" y="1944996"/>
                          </a:lnTo>
                          <a:lnTo>
                            <a:pt x="280768" y="1310310"/>
                          </a:lnTo>
                          <a:lnTo>
                            <a:pt x="265603" y="623373"/>
                          </a:lnTo>
                          <a:lnTo>
                            <a:pt x="0" y="623373"/>
                          </a:ln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>
                        <a:latin typeface="Lora" pitchFamily="2" charset="0"/>
                      </a:endParaRPr>
                    </a:p>
                  </p:txBody>
                </p:sp>
              </p:grp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4CFC9CB2-9D10-77E5-3CE4-229A68B98C69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3414167" y="3899923"/>
                    <a:ext cx="1944996" cy="1619081"/>
                    <a:chOff x="2644926" y="2469278"/>
                    <a:chExt cx="1944996" cy="1619081"/>
                  </a:xfrm>
                  <a:solidFill>
                    <a:srgbClr val="F57627"/>
                  </a:solidFill>
                </p:grpSpPr>
                <p:sp>
                  <p:nvSpPr>
                    <p:cNvPr id="36" name="Rounded Rectangle 9">
                      <a:extLst>
                        <a:ext uri="{FF2B5EF4-FFF2-40B4-BE49-F238E27FC236}">
                          <a16:creationId xmlns:a16="http://schemas.microsoft.com/office/drawing/2014/main" id="{BE5AF45B-CA9D-14AA-98CF-B9EF23BDD2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2583" y="3508648"/>
                      <a:ext cx="74524" cy="5797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095" h="669722">
                          <a:moveTo>
                            <a:pt x="86095" y="0"/>
                          </a:moveTo>
                          <a:lnTo>
                            <a:pt x="86095" y="669722"/>
                          </a:lnTo>
                          <a:cubicBezTo>
                            <a:pt x="37270" y="664431"/>
                            <a:pt x="0" y="622599"/>
                            <a:pt x="0" y="572062"/>
                          </a:cubicBezTo>
                          <a:lnTo>
                            <a:pt x="0" y="97660"/>
                          </a:lnTo>
                          <a:cubicBezTo>
                            <a:pt x="0" y="47123"/>
                            <a:pt x="37270" y="5291"/>
                            <a:pt x="86095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100000">
                          <a:schemeClr val="accent4">
                            <a:lumMod val="70000"/>
                          </a:schemeClr>
                        </a:gs>
                        <a:gs pos="0">
                          <a:srgbClr val="F57627">
                            <a:lumMod val="67000"/>
                          </a:srgbClr>
                        </a:gs>
                      </a:gsLst>
                      <a:lin ang="5400000" scaled="0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37" name="Isosceles Triangle 20">
                      <a:extLst>
                        <a:ext uri="{FF2B5EF4-FFF2-40B4-BE49-F238E27FC236}">
                          <a16:creationId xmlns:a16="http://schemas.microsoft.com/office/drawing/2014/main" id="{999DA8F3-920D-687E-2229-4579F1506C08}"/>
                        </a:ext>
                      </a:extLst>
                    </p:cNvPr>
                    <p:cNvSpPr/>
                    <p:nvPr/>
                  </p:nvSpPr>
                  <p:spPr>
                    <a:xfrm rot="2775881">
                      <a:off x="3032614" y="2081590"/>
                      <a:ext cx="1169619" cy="1944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9619" h="1944996">
                          <a:moveTo>
                            <a:pt x="584810" y="0"/>
                          </a:moveTo>
                          <a:lnTo>
                            <a:pt x="1169619" y="623373"/>
                          </a:lnTo>
                          <a:lnTo>
                            <a:pt x="914933" y="623373"/>
                          </a:lnTo>
                          <a:lnTo>
                            <a:pt x="944110" y="1944996"/>
                          </a:lnTo>
                          <a:lnTo>
                            <a:pt x="280768" y="1310310"/>
                          </a:lnTo>
                          <a:lnTo>
                            <a:pt x="265603" y="623373"/>
                          </a:lnTo>
                          <a:lnTo>
                            <a:pt x="0" y="623373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0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74038DE5-7616-2C03-80AF-97B521B19EAD}"/>
                      </a:ext>
                    </a:extLst>
                  </p:cNvPr>
                  <p:cNvSpPr txBox="1"/>
                  <p:nvPr/>
                </p:nvSpPr>
                <p:spPr>
                  <a:xfrm rot="18900000">
                    <a:off x="3699116" y="2488571"/>
                    <a:ext cx="648786" cy="3851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800" b="1" dirty="0">
                        <a:solidFill>
                          <a:schemeClr val="bg1"/>
                        </a:solidFill>
                        <a:latin typeface="Lora" pitchFamily="2" charset="0"/>
                        <a:cs typeface="Calibri" pitchFamily="34" charset="0"/>
                      </a:rPr>
                      <a:t>01</a:t>
                    </a:r>
                    <a:endParaRPr lang="ko-KR" altLang="en-US" sz="2800" b="1" dirty="0">
                      <a:solidFill>
                        <a:schemeClr val="bg1"/>
                      </a:solidFill>
                      <a:latin typeface="Lora" pitchFamily="2" charset="0"/>
                      <a:cs typeface="Calibri" pitchFamily="34" charset="0"/>
                    </a:endParaRP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3BAE412B-B1BD-A5E7-AB97-A881BA3F8A52}"/>
                      </a:ext>
                    </a:extLst>
                  </p:cNvPr>
                  <p:cNvSpPr txBox="1"/>
                  <p:nvPr/>
                </p:nvSpPr>
                <p:spPr>
                  <a:xfrm rot="2700000">
                    <a:off x="5318699" y="2740089"/>
                    <a:ext cx="648786" cy="3851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800" b="1" dirty="0">
                        <a:solidFill>
                          <a:schemeClr val="bg1"/>
                        </a:solidFill>
                        <a:latin typeface="Lora" pitchFamily="2" charset="0"/>
                        <a:cs typeface="Calibri" pitchFamily="34" charset="0"/>
                      </a:rPr>
                      <a:t>02</a:t>
                    </a:r>
                    <a:endParaRPr lang="ko-KR" altLang="en-US" sz="2800" b="1" dirty="0">
                      <a:solidFill>
                        <a:schemeClr val="bg1"/>
                      </a:solidFill>
                      <a:latin typeface="Lora" pitchFamily="2" charset="0"/>
                      <a:cs typeface="Calibri" pitchFamily="34" charset="0"/>
                    </a:endParaRPr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4C007E66-AA33-D983-659E-3642B16C0354}"/>
                      </a:ext>
                    </a:extLst>
                  </p:cNvPr>
                  <p:cNvSpPr txBox="1"/>
                  <p:nvPr/>
                </p:nvSpPr>
                <p:spPr>
                  <a:xfrm rot="18900000">
                    <a:off x="5067183" y="4400847"/>
                    <a:ext cx="648786" cy="3851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800" b="1" dirty="0">
                        <a:solidFill>
                          <a:schemeClr val="bg1"/>
                        </a:solidFill>
                        <a:latin typeface="Lora" pitchFamily="2" charset="0"/>
                        <a:cs typeface="Calibri" pitchFamily="34" charset="0"/>
                      </a:rPr>
                      <a:t>03</a:t>
                    </a:r>
                    <a:endParaRPr lang="ko-KR" altLang="en-US" sz="2800" b="1" dirty="0">
                      <a:solidFill>
                        <a:schemeClr val="bg1"/>
                      </a:solidFill>
                      <a:latin typeface="Lora" pitchFamily="2" charset="0"/>
                      <a:cs typeface="Calibri" pitchFamily="34" charset="0"/>
                    </a:endParaRPr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1EDEE9FC-14BC-6E00-5868-9783CC5DC9CE}"/>
                      </a:ext>
                    </a:extLst>
                  </p:cNvPr>
                  <p:cNvSpPr txBox="1"/>
                  <p:nvPr/>
                </p:nvSpPr>
                <p:spPr>
                  <a:xfrm rot="2700000">
                    <a:off x="3463202" y="4136614"/>
                    <a:ext cx="648786" cy="3851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800" b="1" dirty="0">
                        <a:solidFill>
                          <a:schemeClr val="bg1"/>
                        </a:solidFill>
                        <a:latin typeface="Lora" pitchFamily="2" charset="0"/>
                        <a:cs typeface="Calibri" pitchFamily="34" charset="0"/>
                      </a:rPr>
                      <a:t>04</a:t>
                    </a:r>
                    <a:endParaRPr lang="ko-KR" altLang="en-US" sz="2800" b="1" dirty="0">
                      <a:solidFill>
                        <a:schemeClr val="bg1"/>
                      </a:solidFill>
                      <a:latin typeface="Lora" pitchFamily="2" charset="0"/>
                      <a:cs typeface="Calibri" pitchFamily="34" charset="0"/>
                    </a:endParaRPr>
                  </a:p>
                </p:txBody>
              </p:sp>
            </p:grpSp>
            <p:sp>
              <p:nvSpPr>
                <p:cNvPr id="48" name="Freeform 247">
                  <a:extLst>
                    <a:ext uri="{FF2B5EF4-FFF2-40B4-BE49-F238E27FC236}">
                      <a16:creationId xmlns:a16="http://schemas.microsoft.com/office/drawing/2014/main" id="{34041E91-8B51-8EBC-9E6B-50D6F4885A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02515" y="3106055"/>
                  <a:ext cx="381333" cy="476007"/>
                </a:xfrm>
                <a:custGeom>
                  <a:avLst/>
                  <a:gdLst>
                    <a:gd name="T0" fmla="*/ 632 w 723"/>
                    <a:gd name="T1" fmla="*/ 765 h 904"/>
                    <a:gd name="T2" fmla="*/ 625 w 723"/>
                    <a:gd name="T3" fmla="*/ 756 h 904"/>
                    <a:gd name="T4" fmla="*/ 497 w 723"/>
                    <a:gd name="T5" fmla="*/ 753 h 904"/>
                    <a:gd name="T6" fmla="*/ 486 w 723"/>
                    <a:gd name="T7" fmla="*/ 757 h 904"/>
                    <a:gd name="T8" fmla="*/ 482 w 723"/>
                    <a:gd name="T9" fmla="*/ 768 h 904"/>
                    <a:gd name="T10" fmla="*/ 421 w 723"/>
                    <a:gd name="T11" fmla="*/ 343 h 904"/>
                    <a:gd name="T12" fmla="*/ 415 w 723"/>
                    <a:gd name="T13" fmla="*/ 335 h 904"/>
                    <a:gd name="T14" fmla="*/ 331 w 723"/>
                    <a:gd name="T15" fmla="*/ 331 h 904"/>
                    <a:gd name="T16" fmla="*/ 442 w 723"/>
                    <a:gd name="T17" fmla="*/ 300 h 904"/>
                    <a:gd name="T18" fmla="*/ 450 w 723"/>
                    <a:gd name="T19" fmla="*/ 293 h 904"/>
                    <a:gd name="T20" fmla="*/ 450 w 723"/>
                    <a:gd name="T21" fmla="*/ 281 h 904"/>
                    <a:gd name="T22" fmla="*/ 442 w 723"/>
                    <a:gd name="T23" fmla="*/ 272 h 904"/>
                    <a:gd name="T24" fmla="*/ 331 w 723"/>
                    <a:gd name="T25" fmla="*/ 211 h 904"/>
                    <a:gd name="T26" fmla="*/ 505 w 723"/>
                    <a:gd name="T27" fmla="*/ 209 h 904"/>
                    <a:gd name="T28" fmla="*/ 512 w 723"/>
                    <a:gd name="T29" fmla="*/ 199 h 904"/>
                    <a:gd name="T30" fmla="*/ 509 w 723"/>
                    <a:gd name="T31" fmla="*/ 188 h 904"/>
                    <a:gd name="T32" fmla="*/ 500 w 723"/>
                    <a:gd name="T33" fmla="*/ 181 h 904"/>
                    <a:gd name="T34" fmla="*/ 557 w 723"/>
                    <a:gd name="T35" fmla="*/ 121 h 904"/>
                    <a:gd name="T36" fmla="*/ 567 w 723"/>
                    <a:gd name="T37" fmla="*/ 117 h 904"/>
                    <a:gd name="T38" fmla="*/ 572 w 723"/>
                    <a:gd name="T39" fmla="*/ 106 h 904"/>
                    <a:gd name="T40" fmla="*/ 567 w 723"/>
                    <a:gd name="T41" fmla="*/ 95 h 904"/>
                    <a:gd name="T42" fmla="*/ 557 w 723"/>
                    <a:gd name="T43" fmla="*/ 91 h 904"/>
                    <a:gd name="T44" fmla="*/ 693 w 723"/>
                    <a:gd name="T45" fmla="*/ 873 h 904"/>
                    <a:gd name="T46" fmla="*/ 602 w 723"/>
                    <a:gd name="T47" fmla="*/ 873 h 904"/>
                    <a:gd name="T48" fmla="*/ 210 w 723"/>
                    <a:gd name="T49" fmla="*/ 783 h 904"/>
                    <a:gd name="T50" fmla="*/ 105 w 723"/>
                    <a:gd name="T51" fmla="*/ 633 h 904"/>
                    <a:gd name="T52" fmla="*/ 116 w 723"/>
                    <a:gd name="T53" fmla="*/ 629 h 904"/>
                    <a:gd name="T54" fmla="*/ 120 w 723"/>
                    <a:gd name="T55" fmla="*/ 618 h 904"/>
                    <a:gd name="T56" fmla="*/ 116 w 723"/>
                    <a:gd name="T57" fmla="*/ 607 h 904"/>
                    <a:gd name="T58" fmla="*/ 105 w 723"/>
                    <a:gd name="T59" fmla="*/ 603 h 904"/>
                    <a:gd name="T60" fmla="*/ 168 w 723"/>
                    <a:gd name="T61" fmla="*/ 542 h 904"/>
                    <a:gd name="T62" fmla="*/ 178 w 723"/>
                    <a:gd name="T63" fmla="*/ 536 h 904"/>
                    <a:gd name="T64" fmla="*/ 180 w 723"/>
                    <a:gd name="T65" fmla="*/ 525 h 904"/>
                    <a:gd name="T66" fmla="*/ 174 w 723"/>
                    <a:gd name="T67" fmla="*/ 515 h 904"/>
                    <a:gd name="T68" fmla="*/ 30 w 723"/>
                    <a:gd name="T69" fmla="*/ 513 h 904"/>
                    <a:gd name="T70" fmla="*/ 202 w 723"/>
                    <a:gd name="T71" fmla="*/ 451 h 904"/>
                    <a:gd name="T72" fmla="*/ 209 w 723"/>
                    <a:gd name="T73" fmla="*/ 443 h 904"/>
                    <a:gd name="T74" fmla="*/ 209 w 723"/>
                    <a:gd name="T75" fmla="*/ 431 h 904"/>
                    <a:gd name="T76" fmla="*/ 202 w 723"/>
                    <a:gd name="T77" fmla="*/ 424 h 904"/>
                    <a:gd name="T78" fmla="*/ 30 w 723"/>
                    <a:gd name="T79" fmla="*/ 361 h 904"/>
                    <a:gd name="T80" fmla="*/ 241 w 723"/>
                    <a:gd name="T81" fmla="*/ 768 h 904"/>
                    <a:gd name="T82" fmla="*/ 236 w 723"/>
                    <a:gd name="T83" fmla="*/ 757 h 904"/>
                    <a:gd name="T84" fmla="*/ 225 w 723"/>
                    <a:gd name="T85" fmla="*/ 753 h 904"/>
                    <a:gd name="T86" fmla="*/ 97 w 723"/>
                    <a:gd name="T87" fmla="*/ 756 h 904"/>
                    <a:gd name="T88" fmla="*/ 90 w 723"/>
                    <a:gd name="T89" fmla="*/ 765 h 904"/>
                    <a:gd name="T90" fmla="*/ 30 w 723"/>
                    <a:gd name="T91" fmla="*/ 633 h 904"/>
                    <a:gd name="T92" fmla="*/ 310 w 723"/>
                    <a:gd name="T93" fmla="*/ 2 h 904"/>
                    <a:gd name="T94" fmla="*/ 302 w 723"/>
                    <a:gd name="T95" fmla="*/ 10 h 904"/>
                    <a:gd name="T96" fmla="*/ 15 w 723"/>
                    <a:gd name="T97" fmla="*/ 331 h 904"/>
                    <a:gd name="T98" fmla="*/ 4 w 723"/>
                    <a:gd name="T99" fmla="*/ 336 h 904"/>
                    <a:gd name="T100" fmla="*/ 0 w 723"/>
                    <a:gd name="T101" fmla="*/ 346 h 904"/>
                    <a:gd name="T102" fmla="*/ 2 w 723"/>
                    <a:gd name="T103" fmla="*/ 897 h 904"/>
                    <a:gd name="T104" fmla="*/ 12 w 723"/>
                    <a:gd name="T105" fmla="*/ 903 h 904"/>
                    <a:gd name="T106" fmla="*/ 406 w 723"/>
                    <a:gd name="T107" fmla="*/ 903 h 904"/>
                    <a:gd name="T108" fmla="*/ 710 w 723"/>
                    <a:gd name="T109" fmla="*/ 903 h 904"/>
                    <a:gd name="T110" fmla="*/ 720 w 723"/>
                    <a:gd name="T111" fmla="*/ 897 h 904"/>
                    <a:gd name="T112" fmla="*/ 723 w 723"/>
                    <a:gd name="T113" fmla="*/ 15 h 904"/>
                    <a:gd name="T114" fmla="*/ 719 w 723"/>
                    <a:gd name="T115" fmla="*/ 5 h 904"/>
                    <a:gd name="T116" fmla="*/ 708 w 723"/>
                    <a:gd name="T117" fmla="*/ 0 h 9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23" h="904">
                      <a:moveTo>
                        <a:pt x="693" y="873"/>
                      </a:moveTo>
                      <a:lnTo>
                        <a:pt x="632" y="873"/>
                      </a:lnTo>
                      <a:lnTo>
                        <a:pt x="632" y="768"/>
                      </a:lnTo>
                      <a:lnTo>
                        <a:pt x="632" y="765"/>
                      </a:lnTo>
                      <a:lnTo>
                        <a:pt x="631" y="763"/>
                      </a:lnTo>
                      <a:lnTo>
                        <a:pt x="630" y="760"/>
                      </a:lnTo>
                      <a:lnTo>
                        <a:pt x="627" y="757"/>
                      </a:lnTo>
                      <a:lnTo>
                        <a:pt x="625" y="756"/>
                      </a:lnTo>
                      <a:lnTo>
                        <a:pt x="623" y="754"/>
                      </a:lnTo>
                      <a:lnTo>
                        <a:pt x="620" y="754"/>
                      </a:lnTo>
                      <a:lnTo>
                        <a:pt x="617" y="753"/>
                      </a:lnTo>
                      <a:lnTo>
                        <a:pt x="497" y="753"/>
                      </a:lnTo>
                      <a:lnTo>
                        <a:pt x="493" y="753"/>
                      </a:lnTo>
                      <a:lnTo>
                        <a:pt x="491" y="754"/>
                      </a:lnTo>
                      <a:lnTo>
                        <a:pt x="488" y="756"/>
                      </a:lnTo>
                      <a:lnTo>
                        <a:pt x="486" y="757"/>
                      </a:lnTo>
                      <a:lnTo>
                        <a:pt x="484" y="760"/>
                      </a:lnTo>
                      <a:lnTo>
                        <a:pt x="483" y="763"/>
                      </a:lnTo>
                      <a:lnTo>
                        <a:pt x="482" y="765"/>
                      </a:lnTo>
                      <a:lnTo>
                        <a:pt x="482" y="768"/>
                      </a:lnTo>
                      <a:lnTo>
                        <a:pt x="482" y="873"/>
                      </a:lnTo>
                      <a:lnTo>
                        <a:pt x="421" y="873"/>
                      </a:lnTo>
                      <a:lnTo>
                        <a:pt x="421" y="346"/>
                      </a:lnTo>
                      <a:lnTo>
                        <a:pt x="421" y="343"/>
                      </a:lnTo>
                      <a:lnTo>
                        <a:pt x="420" y="341"/>
                      </a:lnTo>
                      <a:lnTo>
                        <a:pt x="419" y="338"/>
                      </a:lnTo>
                      <a:lnTo>
                        <a:pt x="417" y="336"/>
                      </a:lnTo>
                      <a:lnTo>
                        <a:pt x="415" y="335"/>
                      </a:lnTo>
                      <a:lnTo>
                        <a:pt x="412" y="333"/>
                      </a:lnTo>
                      <a:lnTo>
                        <a:pt x="410" y="333"/>
                      </a:lnTo>
                      <a:lnTo>
                        <a:pt x="406" y="331"/>
                      </a:lnTo>
                      <a:lnTo>
                        <a:pt x="331" y="331"/>
                      </a:lnTo>
                      <a:lnTo>
                        <a:pt x="331" y="301"/>
                      </a:lnTo>
                      <a:lnTo>
                        <a:pt x="436" y="301"/>
                      </a:lnTo>
                      <a:lnTo>
                        <a:pt x="440" y="301"/>
                      </a:lnTo>
                      <a:lnTo>
                        <a:pt x="442" y="300"/>
                      </a:lnTo>
                      <a:lnTo>
                        <a:pt x="445" y="299"/>
                      </a:lnTo>
                      <a:lnTo>
                        <a:pt x="447" y="297"/>
                      </a:lnTo>
                      <a:lnTo>
                        <a:pt x="449" y="295"/>
                      </a:lnTo>
                      <a:lnTo>
                        <a:pt x="450" y="293"/>
                      </a:lnTo>
                      <a:lnTo>
                        <a:pt x="452" y="290"/>
                      </a:lnTo>
                      <a:lnTo>
                        <a:pt x="452" y="286"/>
                      </a:lnTo>
                      <a:lnTo>
                        <a:pt x="452" y="283"/>
                      </a:lnTo>
                      <a:lnTo>
                        <a:pt x="450" y="281"/>
                      </a:lnTo>
                      <a:lnTo>
                        <a:pt x="449" y="278"/>
                      </a:lnTo>
                      <a:lnTo>
                        <a:pt x="447" y="276"/>
                      </a:lnTo>
                      <a:lnTo>
                        <a:pt x="445" y="275"/>
                      </a:lnTo>
                      <a:lnTo>
                        <a:pt x="442" y="272"/>
                      </a:lnTo>
                      <a:lnTo>
                        <a:pt x="440" y="271"/>
                      </a:lnTo>
                      <a:lnTo>
                        <a:pt x="436" y="271"/>
                      </a:lnTo>
                      <a:lnTo>
                        <a:pt x="331" y="271"/>
                      </a:lnTo>
                      <a:lnTo>
                        <a:pt x="331" y="211"/>
                      </a:lnTo>
                      <a:lnTo>
                        <a:pt x="497" y="211"/>
                      </a:lnTo>
                      <a:lnTo>
                        <a:pt x="500" y="211"/>
                      </a:lnTo>
                      <a:lnTo>
                        <a:pt x="503" y="210"/>
                      </a:lnTo>
                      <a:lnTo>
                        <a:pt x="505" y="209"/>
                      </a:lnTo>
                      <a:lnTo>
                        <a:pt x="507" y="207"/>
                      </a:lnTo>
                      <a:lnTo>
                        <a:pt x="509" y="205"/>
                      </a:lnTo>
                      <a:lnTo>
                        <a:pt x="510" y="202"/>
                      </a:lnTo>
                      <a:lnTo>
                        <a:pt x="512" y="199"/>
                      </a:lnTo>
                      <a:lnTo>
                        <a:pt x="512" y="196"/>
                      </a:lnTo>
                      <a:lnTo>
                        <a:pt x="512" y="193"/>
                      </a:lnTo>
                      <a:lnTo>
                        <a:pt x="510" y="190"/>
                      </a:lnTo>
                      <a:lnTo>
                        <a:pt x="509" y="188"/>
                      </a:lnTo>
                      <a:lnTo>
                        <a:pt x="507" y="186"/>
                      </a:lnTo>
                      <a:lnTo>
                        <a:pt x="505" y="183"/>
                      </a:lnTo>
                      <a:lnTo>
                        <a:pt x="503" y="182"/>
                      </a:lnTo>
                      <a:lnTo>
                        <a:pt x="500" y="181"/>
                      </a:lnTo>
                      <a:lnTo>
                        <a:pt x="497" y="181"/>
                      </a:lnTo>
                      <a:lnTo>
                        <a:pt x="331" y="181"/>
                      </a:lnTo>
                      <a:lnTo>
                        <a:pt x="331" y="121"/>
                      </a:lnTo>
                      <a:lnTo>
                        <a:pt x="557" y="121"/>
                      </a:lnTo>
                      <a:lnTo>
                        <a:pt x="560" y="120"/>
                      </a:lnTo>
                      <a:lnTo>
                        <a:pt x="563" y="120"/>
                      </a:lnTo>
                      <a:lnTo>
                        <a:pt x="565" y="118"/>
                      </a:lnTo>
                      <a:lnTo>
                        <a:pt x="567" y="117"/>
                      </a:lnTo>
                      <a:lnTo>
                        <a:pt x="569" y="115"/>
                      </a:lnTo>
                      <a:lnTo>
                        <a:pt x="571" y="112"/>
                      </a:lnTo>
                      <a:lnTo>
                        <a:pt x="572" y="109"/>
                      </a:lnTo>
                      <a:lnTo>
                        <a:pt x="572" y="106"/>
                      </a:lnTo>
                      <a:lnTo>
                        <a:pt x="572" y="103"/>
                      </a:lnTo>
                      <a:lnTo>
                        <a:pt x="571" y="100"/>
                      </a:lnTo>
                      <a:lnTo>
                        <a:pt x="569" y="98"/>
                      </a:lnTo>
                      <a:lnTo>
                        <a:pt x="567" y="95"/>
                      </a:lnTo>
                      <a:lnTo>
                        <a:pt x="565" y="93"/>
                      </a:lnTo>
                      <a:lnTo>
                        <a:pt x="563" y="92"/>
                      </a:lnTo>
                      <a:lnTo>
                        <a:pt x="560" y="91"/>
                      </a:lnTo>
                      <a:lnTo>
                        <a:pt x="557" y="91"/>
                      </a:lnTo>
                      <a:lnTo>
                        <a:pt x="331" y="91"/>
                      </a:lnTo>
                      <a:lnTo>
                        <a:pt x="331" y="31"/>
                      </a:lnTo>
                      <a:lnTo>
                        <a:pt x="693" y="31"/>
                      </a:lnTo>
                      <a:lnTo>
                        <a:pt x="693" y="873"/>
                      </a:lnTo>
                      <a:close/>
                      <a:moveTo>
                        <a:pt x="512" y="873"/>
                      </a:moveTo>
                      <a:lnTo>
                        <a:pt x="512" y="783"/>
                      </a:lnTo>
                      <a:lnTo>
                        <a:pt x="602" y="783"/>
                      </a:lnTo>
                      <a:lnTo>
                        <a:pt x="602" y="873"/>
                      </a:lnTo>
                      <a:lnTo>
                        <a:pt x="512" y="873"/>
                      </a:lnTo>
                      <a:close/>
                      <a:moveTo>
                        <a:pt x="120" y="873"/>
                      </a:moveTo>
                      <a:lnTo>
                        <a:pt x="120" y="783"/>
                      </a:lnTo>
                      <a:lnTo>
                        <a:pt x="210" y="783"/>
                      </a:lnTo>
                      <a:lnTo>
                        <a:pt x="210" y="873"/>
                      </a:lnTo>
                      <a:lnTo>
                        <a:pt x="120" y="873"/>
                      </a:lnTo>
                      <a:close/>
                      <a:moveTo>
                        <a:pt x="30" y="633"/>
                      </a:moveTo>
                      <a:lnTo>
                        <a:pt x="105" y="633"/>
                      </a:lnTo>
                      <a:lnTo>
                        <a:pt x="108" y="633"/>
                      </a:lnTo>
                      <a:lnTo>
                        <a:pt x="112" y="632"/>
                      </a:lnTo>
                      <a:lnTo>
                        <a:pt x="114" y="630"/>
                      </a:lnTo>
                      <a:lnTo>
                        <a:pt x="116" y="629"/>
                      </a:lnTo>
                      <a:lnTo>
                        <a:pt x="118" y="627"/>
                      </a:lnTo>
                      <a:lnTo>
                        <a:pt x="119" y="623"/>
                      </a:lnTo>
                      <a:lnTo>
                        <a:pt x="120" y="621"/>
                      </a:lnTo>
                      <a:lnTo>
                        <a:pt x="120" y="618"/>
                      </a:lnTo>
                      <a:lnTo>
                        <a:pt x="120" y="615"/>
                      </a:lnTo>
                      <a:lnTo>
                        <a:pt x="119" y="611"/>
                      </a:lnTo>
                      <a:lnTo>
                        <a:pt x="118" y="609"/>
                      </a:lnTo>
                      <a:lnTo>
                        <a:pt x="116" y="607"/>
                      </a:lnTo>
                      <a:lnTo>
                        <a:pt x="114" y="605"/>
                      </a:lnTo>
                      <a:lnTo>
                        <a:pt x="112" y="604"/>
                      </a:lnTo>
                      <a:lnTo>
                        <a:pt x="108" y="603"/>
                      </a:lnTo>
                      <a:lnTo>
                        <a:pt x="105" y="603"/>
                      </a:lnTo>
                      <a:lnTo>
                        <a:pt x="30" y="603"/>
                      </a:lnTo>
                      <a:lnTo>
                        <a:pt x="30" y="543"/>
                      </a:lnTo>
                      <a:lnTo>
                        <a:pt x="165" y="543"/>
                      </a:lnTo>
                      <a:lnTo>
                        <a:pt x="168" y="542"/>
                      </a:lnTo>
                      <a:lnTo>
                        <a:pt x="172" y="542"/>
                      </a:lnTo>
                      <a:lnTo>
                        <a:pt x="174" y="540"/>
                      </a:lnTo>
                      <a:lnTo>
                        <a:pt x="176" y="539"/>
                      </a:lnTo>
                      <a:lnTo>
                        <a:pt x="178" y="536"/>
                      </a:lnTo>
                      <a:lnTo>
                        <a:pt x="179" y="533"/>
                      </a:lnTo>
                      <a:lnTo>
                        <a:pt x="180" y="531"/>
                      </a:lnTo>
                      <a:lnTo>
                        <a:pt x="180" y="528"/>
                      </a:lnTo>
                      <a:lnTo>
                        <a:pt x="180" y="525"/>
                      </a:lnTo>
                      <a:lnTo>
                        <a:pt x="179" y="521"/>
                      </a:lnTo>
                      <a:lnTo>
                        <a:pt x="178" y="519"/>
                      </a:lnTo>
                      <a:lnTo>
                        <a:pt x="176" y="517"/>
                      </a:lnTo>
                      <a:lnTo>
                        <a:pt x="174" y="515"/>
                      </a:lnTo>
                      <a:lnTo>
                        <a:pt x="172" y="514"/>
                      </a:lnTo>
                      <a:lnTo>
                        <a:pt x="168" y="513"/>
                      </a:lnTo>
                      <a:lnTo>
                        <a:pt x="165" y="513"/>
                      </a:lnTo>
                      <a:lnTo>
                        <a:pt x="30" y="513"/>
                      </a:lnTo>
                      <a:lnTo>
                        <a:pt x="30" y="452"/>
                      </a:lnTo>
                      <a:lnTo>
                        <a:pt x="195" y="452"/>
                      </a:lnTo>
                      <a:lnTo>
                        <a:pt x="198" y="452"/>
                      </a:lnTo>
                      <a:lnTo>
                        <a:pt x="202" y="451"/>
                      </a:lnTo>
                      <a:lnTo>
                        <a:pt x="204" y="449"/>
                      </a:lnTo>
                      <a:lnTo>
                        <a:pt x="206" y="447"/>
                      </a:lnTo>
                      <a:lnTo>
                        <a:pt x="208" y="445"/>
                      </a:lnTo>
                      <a:lnTo>
                        <a:pt x="209" y="443"/>
                      </a:lnTo>
                      <a:lnTo>
                        <a:pt x="210" y="440"/>
                      </a:lnTo>
                      <a:lnTo>
                        <a:pt x="210" y="438"/>
                      </a:lnTo>
                      <a:lnTo>
                        <a:pt x="210" y="434"/>
                      </a:lnTo>
                      <a:lnTo>
                        <a:pt x="209" y="431"/>
                      </a:lnTo>
                      <a:lnTo>
                        <a:pt x="208" y="429"/>
                      </a:lnTo>
                      <a:lnTo>
                        <a:pt x="206" y="427"/>
                      </a:lnTo>
                      <a:lnTo>
                        <a:pt x="204" y="425"/>
                      </a:lnTo>
                      <a:lnTo>
                        <a:pt x="202" y="424"/>
                      </a:lnTo>
                      <a:lnTo>
                        <a:pt x="198" y="423"/>
                      </a:lnTo>
                      <a:lnTo>
                        <a:pt x="195" y="422"/>
                      </a:lnTo>
                      <a:lnTo>
                        <a:pt x="30" y="422"/>
                      </a:lnTo>
                      <a:lnTo>
                        <a:pt x="30" y="361"/>
                      </a:lnTo>
                      <a:lnTo>
                        <a:pt x="391" y="361"/>
                      </a:lnTo>
                      <a:lnTo>
                        <a:pt x="391" y="873"/>
                      </a:lnTo>
                      <a:lnTo>
                        <a:pt x="241" y="873"/>
                      </a:lnTo>
                      <a:lnTo>
                        <a:pt x="241" y="768"/>
                      </a:lnTo>
                      <a:lnTo>
                        <a:pt x="240" y="765"/>
                      </a:lnTo>
                      <a:lnTo>
                        <a:pt x="239" y="763"/>
                      </a:lnTo>
                      <a:lnTo>
                        <a:pt x="238" y="760"/>
                      </a:lnTo>
                      <a:lnTo>
                        <a:pt x="236" y="757"/>
                      </a:lnTo>
                      <a:lnTo>
                        <a:pt x="234" y="756"/>
                      </a:lnTo>
                      <a:lnTo>
                        <a:pt x="232" y="754"/>
                      </a:lnTo>
                      <a:lnTo>
                        <a:pt x="228" y="754"/>
                      </a:lnTo>
                      <a:lnTo>
                        <a:pt x="225" y="753"/>
                      </a:lnTo>
                      <a:lnTo>
                        <a:pt x="105" y="753"/>
                      </a:lnTo>
                      <a:lnTo>
                        <a:pt x="102" y="753"/>
                      </a:lnTo>
                      <a:lnTo>
                        <a:pt x="100" y="754"/>
                      </a:lnTo>
                      <a:lnTo>
                        <a:pt x="97" y="756"/>
                      </a:lnTo>
                      <a:lnTo>
                        <a:pt x="94" y="757"/>
                      </a:lnTo>
                      <a:lnTo>
                        <a:pt x="93" y="760"/>
                      </a:lnTo>
                      <a:lnTo>
                        <a:pt x="91" y="763"/>
                      </a:lnTo>
                      <a:lnTo>
                        <a:pt x="90" y="765"/>
                      </a:lnTo>
                      <a:lnTo>
                        <a:pt x="90" y="768"/>
                      </a:lnTo>
                      <a:lnTo>
                        <a:pt x="90" y="873"/>
                      </a:lnTo>
                      <a:lnTo>
                        <a:pt x="30" y="873"/>
                      </a:lnTo>
                      <a:lnTo>
                        <a:pt x="30" y="633"/>
                      </a:lnTo>
                      <a:close/>
                      <a:moveTo>
                        <a:pt x="708" y="0"/>
                      </a:moveTo>
                      <a:lnTo>
                        <a:pt x="316" y="0"/>
                      </a:lnTo>
                      <a:lnTo>
                        <a:pt x="313" y="1"/>
                      </a:lnTo>
                      <a:lnTo>
                        <a:pt x="310" y="2"/>
                      </a:lnTo>
                      <a:lnTo>
                        <a:pt x="308" y="3"/>
                      </a:lnTo>
                      <a:lnTo>
                        <a:pt x="306" y="5"/>
                      </a:lnTo>
                      <a:lnTo>
                        <a:pt x="304" y="7"/>
                      </a:lnTo>
                      <a:lnTo>
                        <a:pt x="302" y="10"/>
                      </a:lnTo>
                      <a:lnTo>
                        <a:pt x="301" y="13"/>
                      </a:lnTo>
                      <a:lnTo>
                        <a:pt x="301" y="16"/>
                      </a:lnTo>
                      <a:lnTo>
                        <a:pt x="301" y="331"/>
                      </a:lnTo>
                      <a:lnTo>
                        <a:pt x="15" y="331"/>
                      </a:lnTo>
                      <a:lnTo>
                        <a:pt x="12" y="331"/>
                      </a:lnTo>
                      <a:lnTo>
                        <a:pt x="10" y="333"/>
                      </a:lnTo>
                      <a:lnTo>
                        <a:pt x="6" y="335"/>
                      </a:lnTo>
                      <a:lnTo>
                        <a:pt x="4" y="336"/>
                      </a:lnTo>
                      <a:lnTo>
                        <a:pt x="2" y="338"/>
                      </a:lnTo>
                      <a:lnTo>
                        <a:pt x="1" y="341"/>
                      </a:lnTo>
                      <a:lnTo>
                        <a:pt x="0" y="343"/>
                      </a:lnTo>
                      <a:lnTo>
                        <a:pt x="0" y="346"/>
                      </a:lnTo>
                      <a:lnTo>
                        <a:pt x="0" y="888"/>
                      </a:lnTo>
                      <a:lnTo>
                        <a:pt x="0" y="892"/>
                      </a:lnTo>
                      <a:lnTo>
                        <a:pt x="1" y="895"/>
                      </a:lnTo>
                      <a:lnTo>
                        <a:pt x="2" y="897"/>
                      </a:lnTo>
                      <a:lnTo>
                        <a:pt x="4" y="899"/>
                      </a:lnTo>
                      <a:lnTo>
                        <a:pt x="6" y="901"/>
                      </a:lnTo>
                      <a:lnTo>
                        <a:pt x="10" y="902"/>
                      </a:lnTo>
                      <a:lnTo>
                        <a:pt x="12" y="903"/>
                      </a:lnTo>
                      <a:lnTo>
                        <a:pt x="15" y="904"/>
                      </a:lnTo>
                      <a:lnTo>
                        <a:pt x="105" y="903"/>
                      </a:lnTo>
                      <a:lnTo>
                        <a:pt x="225" y="903"/>
                      </a:lnTo>
                      <a:lnTo>
                        <a:pt x="406" y="903"/>
                      </a:lnTo>
                      <a:lnTo>
                        <a:pt x="497" y="903"/>
                      </a:lnTo>
                      <a:lnTo>
                        <a:pt x="617" y="903"/>
                      </a:lnTo>
                      <a:lnTo>
                        <a:pt x="708" y="903"/>
                      </a:lnTo>
                      <a:lnTo>
                        <a:pt x="710" y="903"/>
                      </a:lnTo>
                      <a:lnTo>
                        <a:pt x="713" y="902"/>
                      </a:lnTo>
                      <a:lnTo>
                        <a:pt x="715" y="901"/>
                      </a:lnTo>
                      <a:lnTo>
                        <a:pt x="719" y="899"/>
                      </a:lnTo>
                      <a:lnTo>
                        <a:pt x="720" y="897"/>
                      </a:lnTo>
                      <a:lnTo>
                        <a:pt x="722" y="895"/>
                      </a:lnTo>
                      <a:lnTo>
                        <a:pt x="722" y="892"/>
                      </a:lnTo>
                      <a:lnTo>
                        <a:pt x="723" y="889"/>
                      </a:lnTo>
                      <a:lnTo>
                        <a:pt x="723" y="15"/>
                      </a:lnTo>
                      <a:lnTo>
                        <a:pt x="722" y="13"/>
                      </a:lnTo>
                      <a:lnTo>
                        <a:pt x="722" y="10"/>
                      </a:lnTo>
                      <a:lnTo>
                        <a:pt x="720" y="7"/>
                      </a:lnTo>
                      <a:lnTo>
                        <a:pt x="719" y="5"/>
                      </a:lnTo>
                      <a:lnTo>
                        <a:pt x="715" y="3"/>
                      </a:lnTo>
                      <a:lnTo>
                        <a:pt x="713" y="2"/>
                      </a:lnTo>
                      <a:lnTo>
                        <a:pt x="710" y="1"/>
                      </a:lnTo>
                      <a:lnTo>
                        <a:pt x="708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3BABFCB0-EDE5-C4B4-D9B2-9ABA7EF6E39D}"/>
                    </a:ext>
                  </a:extLst>
                </p:cNvPr>
                <p:cNvGrpSpPr/>
                <p:nvPr/>
              </p:nvGrpSpPr>
              <p:grpSpPr>
                <a:xfrm flipH="1">
                  <a:off x="6508397" y="2165087"/>
                  <a:ext cx="487662" cy="490228"/>
                  <a:chOff x="1547813" y="3240088"/>
                  <a:chExt cx="301626" cy="303213"/>
                </a:xfrm>
                <a:solidFill>
                  <a:schemeClr val="bg1"/>
                </a:solidFill>
              </p:grpSpPr>
              <p:sp>
                <p:nvSpPr>
                  <p:cNvPr id="50" name="Freeform 61">
                    <a:extLst>
                      <a:ext uri="{FF2B5EF4-FFF2-40B4-BE49-F238E27FC236}">
                        <a16:creationId xmlns:a16="http://schemas.microsoft.com/office/drawing/2014/main" id="{D7A3DA04-BC70-D8A7-FF84-953FD08AFA3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611313" y="3392488"/>
                    <a:ext cx="85725" cy="87313"/>
                  </a:xfrm>
                  <a:custGeom>
                    <a:avLst/>
                    <a:gdLst>
                      <a:gd name="T0" fmla="*/ 92 w 218"/>
                      <a:gd name="T1" fmla="*/ 191 h 219"/>
                      <a:gd name="T2" fmla="*/ 70 w 218"/>
                      <a:gd name="T3" fmla="*/ 183 h 219"/>
                      <a:gd name="T4" fmla="*/ 50 w 218"/>
                      <a:gd name="T5" fmla="*/ 168 h 219"/>
                      <a:gd name="T6" fmla="*/ 35 w 218"/>
                      <a:gd name="T7" fmla="*/ 149 h 219"/>
                      <a:gd name="T8" fmla="*/ 27 w 218"/>
                      <a:gd name="T9" fmla="*/ 125 h 219"/>
                      <a:gd name="T10" fmla="*/ 26 w 218"/>
                      <a:gd name="T11" fmla="*/ 101 h 219"/>
                      <a:gd name="T12" fmla="*/ 32 w 218"/>
                      <a:gd name="T13" fmla="*/ 77 h 219"/>
                      <a:gd name="T14" fmla="*/ 45 w 218"/>
                      <a:gd name="T15" fmla="*/ 56 h 219"/>
                      <a:gd name="T16" fmla="*/ 62 w 218"/>
                      <a:gd name="T17" fmla="*/ 40 h 219"/>
                      <a:gd name="T18" fmla="*/ 85 w 218"/>
                      <a:gd name="T19" fmla="*/ 29 h 219"/>
                      <a:gd name="T20" fmla="*/ 109 w 218"/>
                      <a:gd name="T21" fmla="*/ 26 h 219"/>
                      <a:gd name="T22" fmla="*/ 134 w 218"/>
                      <a:gd name="T23" fmla="*/ 29 h 219"/>
                      <a:gd name="T24" fmla="*/ 155 w 218"/>
                      <a:gd name="T25" fmla="*/ 40 h 219"/>
                      <a:gd name="T26" fmla="*/ 174 w 218"/>
                      <a:gd name="T27" fmla="*/ 56 h 219"/>
                      <a:gd name="T28" fmla="*/ 186 w 218"/>
                      <a:gd name="T29" fmla="*/ 77 h 219"/>
                      <a:gd name="T30" fmla="*/ 192 w 218"/>
                      <a:gd name="T31" fmla="*/ 101 h 219"/>
                      <a:gd name="T32" fmla="*/ 191 w 218"/>
                      <a:gd name="T33" fmla="*/ 125 h 219"/>
                      <a:gd name="T34" fmla="*/ 182 w 218"/>
                      <a:gd name="T35" fmla="*/ 149 h 219"/>
                      <a:gd name="T36" fmla="*/ 168 w 218"/>
                      <a:gd name="T37" fmla="*/ 168 h 219"/>
                      <a:gd name="T38" fmla="*/ 149 w 218"/>
                      <a:gd name="T39" fmla="*/ 183 h 219"/>
                      <a:gd name="T40" fmla="*/ 125 w 218"/>
                      <a:gd name="T41" fmla="*/ 191 h 219"/>
                      <a:gd name="T42" fmla="*/ 109 w 218"/>
                      <a:gd name="T43" fmla="*/ 0 h 219"/>
                      <a:gd name="T44" fmla="*/ 77 w 218"/>
                      <a:gd name="T45" fmla="*/ 4 h 219"/>
                      <a:gd name="T46" fmla="*/ 48 w 218"/>
                      <a:gd name="T47" fmla="*/ 18 h 219"/>
                      <a:gd name="T48" fmla="*/ 25 w 218"/>
                      <a:gd name="T49" fmla="*/ 40 h 219"/>
                      <a:gd name="T50" fmla="*/ 8 w 218"/>
                      <a:gd name="T51" fmla="*/ 66 h 219"/>
                      <a:gd name="T52" fmla="*/ 1 w 218"/>
                      <a:gd name="T53" fmla="*/ 98 h 219"/>
                      <a:gd name="T54" fmla="*/ 2 w 218"/>
                      <a:gd name="T55" fmla="*/ 131 h 219"/>
                      <a:gd name="T56" fmla="*/ 13 w 218"/>
                      <a:gd name="T57" fmla="*/ 161 h 219"/>
                      <a:gd name="T58" fmla="*/ 32 w 218"/>
                      <a:gd name="T59" fmla="*/ 187 h 219"/>
                      <a:gd name="T60" fmla="*/ 57 w 218"/>
                      <a:gd name="T61" fmla="*/ 205 h 219"/>
                      <a:gd name="T62" fmla="*/ 87 w 218"/>
                      <a:gd name="T63" fmla="*/ 217 h 219"/>
                      <a:gd name="T64" fmla="*/ 120 w 218"/>
                      <a:gd name="T65" fmla="*/ 218 h 219"/>
                      <a:gd name="T66" fmla="*/ 151 w 218"/>
                      <a:gd name="T67" fmla="*/ 210 h 219"/>
                      <a:gd name="T68" fmla="*/ 178 w 218"/>
                      <a:gd name="T69" fmla="*/ 193 h 219"/>
                      <a:gd name="T70" fmla="*/ 200 w 218"/>
                      <a:gd name="T71" fmla="*/ 171 h 219"/>
                      <a:gd name="T72" fmla="*/ 213 w 218"/>
                      <a:gd name="T73" fmla="*/ 142 h 219"/>
                      <a:gd name="T74" fmla="*/ 218 w 218"/>
                      <a:gd name="T75" fmla="*/ 109 h 219"/>
                      <a:gd name="T76" fmla="*/ 213 w 218"/>
                      <a:gd name="T77" fmla="*/ 77 h 219"/>
                      <a:gd name="T78" fmla="*/ 200 w 218"/>
                      <a:gd name="T79" fmla="*/ 48 h 219"/>
                      <a:gd name="T80" fmla="*/ 178 w 218"/>
                      <a:gd name="T81" fmla="*/ 25 h 219"/>
                      <a:gd name="T82" fmla="*/ 151 w 218"/>
                      <a:gd name="T83" fmla="*/ 8 h 219"/>
                      <a:gd name="T84" fmla="*/ 120 w 218"/>
                      <a:gd name="T85" fmla="*/ 0 h 2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218" h="219">
                        <a:moveTo>
                          <a:pt x="109" y="193"/>
                        </a:moveTo>
                        <a:lnTo>
                          <a:pt x="101" y="193"/>
                        </a:lnTo>
                        <a:lnTo>
                          <a:pt x="92" y="191"/>
                        </a:lnTo>
                        <a:lnTo>
                          <a:pt x="85" y="190"/>
                        </a:lnTo>
                        <a:lnTo>
                          <a:pt x="76" y="187"/>
                        </a:lnTo>
                        <a:lnTo>
                          <a:pt x="70" y="183"/>
                        </a:lnTo>
                        <a:lnTo>
                          <a:pt x="62" y="179"/>
                        </a:lnTo>
                        <a:lnTo>
                          <a:pt x="56" y="174"/>
                        </a:lnTo>
                        <a:lnTo>
                          <a:pt x="50" y="168"/>
                        </a:lnTo>
                        <a:lnTo>
                          <a:pt x="45" y="162"/>
                        </a:lnTo>
                        <a:lnTo>
                          <a:pt x="40" y="156"/>
                        </a:lnTo>
                        <a:lnTo>
                          <a:pt x="35" y="149"/>
                        </a:lnTo>
                        <a:lnTo>
                          <a:pt x="32" y="142"/>
                        </a:lnTo>
                        <a:lnTo>
                          <a:pt x="29" y="134"/>
                        </a:lnTo>
                        <a:lnTo>
                          <a:pt x="27" y="125"/>
                        </a:lnTo>
                        <a:lnTo>
                          <a:pt x="26" y="118"/>
                        </a:lnTo>
                        <a:lnTo>
                          <a:pt x="26" y="109"/>
                        </a:lnTo>
                        <a:lnTo>
                          <a:pt x="26" y="101"/>
                        </a:lnTo>
                        <a:lnTo>
                          <a:pt x="27" y="92"/>
                        </a:lnTo>
                        <a:lnTo>
                          <a:pt x="29" y="85"/>
                        </a:lnTo>
                        <a:lnTo>
                          <a:pt x="32" y="77"/>
                        </a:lnTo>
                        <a:lnTo>
                          <a:pt x="35" y="70"/>
                        </a:lnTo>
                        <a:lnTo>
                          <a:pt x="40" y="62"/>
                        </a:lnTo>
                        <a:lnTo>
                          <a:pt x="45" y="56"/>
                        </a:lnTo>
                        <a:lnTo>
                          <a:pt x="50" y="50"/>
                        </a:lnTo>
                        <a:lnTo>
                          <a:pt x="56" y="45"/>
                        </a:lnTo>
                        <a:lnTo>
                          <a:pt x="62" y="40"/>
                        </a:lnTo>
                        <a:lnTo>
                          <a:pt x="70" y="35"/>
                        </a:lnTo>
                        <a:lnTo>
                          <a:pt x="76" y="32"/>
                        </a:lnTo>
                        <a:lnTo>
                          <a:pt x="85" y="29"/>
                        </a:lnTo>
                        <a:lnTo>
                          <a:pt x="92" y="27"/>
                        </a:lnTo>
                        <a:lnTo>
                          <a:pt x="101" y="26"/>
                        </a:lnTo>
                        <a:lnTo>
                          <a:pt x="109" y="26"/>
                        </a:lnTo>
                        <a:lnTo>
                          <a:pt x="118" y="26"/>
                        </a:lnTo>
                        <a:lnTo>
                          <a:pt x="125" y="27"/>
                        </a:lnTo>
                        <a:lnTo>
                          <a:pt x="134" y="29"/>
                        </a:lnTo>
                        <a:lnTo>
                          <a:pt x="142" y="32"/>
                        </a:lnTo>
                        <a:lnTo>
                          <a:pt x="149" y="35"/>
                        </a:lnTo>
                        <a:lnTo>
                          <a:pt x="155" y="40"/>
                        </a:lnTo>
                        <a:lnTo>
                          <a:pt x="162" y="45"/>
                        </a:lnTo>
                        <a:lnTo>
                          <a:pt x="168" y="50"/>
                        </a:lnTo>
                        <a:lnTo>
                          <a:pt x="174" y="56"/>
                        </a:lnTo>
                        <a:lnTo>
                          <a:pt x="178" y="62"/>
                        </a:lnTo>
                        <a:lnTo>
                          <a:pt x="182" y="70"/>
                        </a:lnTo>
                        <a:lnTo>
                          <a:pt x="186" y="77"/>
                        </a:lnTo>
                        <a:lnTo>
                          <a:pt x="189" y="85"/>
                        </a:lnTo>
                        <a:lnTo>
                          <a:pt x="191" y="92"/>
                        </a:lnTo>
                        <a:lnTo>
                          <a:pt x="192" y="101"/>
                        </a:lnTo>
                        <a:lnTo>
                          <a:pt x="193" y="109"/>
                        </a:lnTo>
                        <a:lnTo>
                          <a:pt x="192" y="118"/>
                        </a:lnTo>
                        <a:lnTo>
                          <a:pt x="191" y="125"/>
                        </a:lnTo>
                        <a:lnTo>
                          <a:pt x="189" y="134"/>
                        </a:lnTo>
                        <a:lnTo>
                          <a:pt x="186" y="142"/>
                        </a:lnTo>
                        <a:lnTo>
                          <a:pt x="182" y="149"/>
                        </a:lnTo>
                        <a:lnTo>
                          <a:pt x="178" y="156"/>
                        </a:lnTo>
                        <a:lnTo>
                          <a:pt x="174" y="162"/>
                        </a:lnTo>
                        <a:lnTo>
                          <a:pt x="168" y="168"/>
                        </a:lnTo>
                        <a:lnTo>
                          <a:pt x="162" y="174"/>
                        </a:lnTo>
                        <a:lnTo>
                          <a:pt x="155" y="179"/>
                        </a:lnTo>
                        <a:lnTo>
                          <a:pt x="149" y="183"/>
                        </a:lnTo>
                        <a:lnTo>
                          <a:pt x="142" y="187"/>
                        </a:lnTo>
                        <a:lnTo>
                          <a:pt x="134" y="190"/>
                        </a:lnTo>
                        <a:lnTo>
                          <a:pt x="125" y="191"/>
                        </a:lnTo>
                        <a:lnTo>
                          <a:pt x="118" y="193"/>
                        </a:lnTo>
                        <a:lnTo>
                          <a:pt x="109" y="193"/>
                        </a:lnTo>
                        <a:close/>
                        <a:moveTo>
                          <a:pt x="109" y="0"/>
                        </a:moveTo>
                        <a:lnTo>
                          <a:pt x="98" y="0"/>
                        </a:lnTo>
                        <a:lnTo>
                          <a:pt x="87" y="2"/>
                        </a:lnTo>
                        <a:lnTo>
                          <a:pt x="77" y="4"/>
                        </a:lnTo>
                        <a:lnTo>
                          <a:pt x="66" y="8"/>
                        </a:lnTo>
                        <a:lnTo>
                          <a:pt x="57" y="13"/>
                        </a:lnTo>
                        <a:lnTo>
                          <a:pt x="48" y="18"/>
                        </a:lnTo>
                        <a:lnTo>
                          <a:pt x="40" y="25"/>
                        </a:lnTo>
                        <a:lnTo>
                          <a:pt x="32" y="32"/>
                        </a:lnTo>
                        <a:lnTo>
                          <a:pt x="25" y="40"/>
                        </a:lnTo>
                        <a:lnTo>
                          <a:pt x="19" y="48"/>
                        </a:lnTo>
                        <a:lnTo>
                          <a:pt x="13" y="57"/>
                        </a:lnTo>
                        <a:lnTo>
                          <a:pt x="8" y="66"/>
                        </a:lnTo>
                        <a:lnTo>
                          <a:pt x="5" y="77"/>
                        </a:lnTo>
                        <a:lnTo>
                          <a:pt x="2" y="87"/>
                        </a:lnTo>
                        <a:lnTo>
                          <a:pt x="1" y="98"/>
                        </a:lnTo>
                        <a:lnTo>
                          <a:pt x="0" y="109"/>
                        </a:lnTo>
                        <a:lnTo>
                          <a:pt x="1" y="120"/>
                        </a:lnTo>
                        <a:lnTo>
                          <a:pt x="2" y="131"/>
                        </a:lnTo>
                        <a:lnTo>
                          <a:pt x="5" y="142"/>
                        </a:lnTo>
                        <a:lnTo>
                          <a:pt x="8" y="151"/>
                        </a:lnTo>
                        <a:lnTo>
                          <a:pt x="13" y="161"/>
                        </a:lnTo>
                        <a:lnTo>
                          <a:pt x="19" y="171"/>
                        </a:lnTo>
                        <a:lnTo>
                          <a:pt x="25" y="178"/>
                        </a:lnTo>
                        <a:lnTo>
                          <a:pt x="32" y="187"/>
                        </a:lnTo>
                        <a:lnTo>
                          <a:pt x="40" y="193"/>
                        </a:lnTo>
                        <a:lnTo>
                          <a:pt x="48" y="200"/>
                        </a:lnTo>
                        <a:lnTo>
                          <a:pt x="57" y="205"/>
                        </a:lnTo>
                        <a:lnTo>
                          <a:pt x="66" y="210"/>
                        </a:lnTo>
                        <a:lnTo>
                          <a:pt x="77" y="214"/>
                        </a:lnTo>
                        <a:lnTo>
                          <a:pt x="87" y="217"/>
                        </a:lnTo>
                        <a:lnTo>
                          <a:pt x="98" y="218"/>
                        </a:lnTo>
                        <a:lnTo>
                          <a:pt x="109" y="219"/>
                        </a:lnTo>
                        <a:lnTo>
                          <a:pt x="120" y="218"/>
                        </a:lnTo>
                        <a:lnTo>
                          <a:pt x="131" y="217"/>
                        </a:lnTo>
                        <a:lnTo>
                          <a:pt x="142" y="214"/>
                        </a:lnTo>
                        <a:lnTo>
                          <a:pt x="151" y="210"/>
                        </a:lnTo>
                        <a:lnTo>
                          <a:pt x="161" y="205"/>
                        </a:lnTo>
                        <a:lnTo>
                          <a:pt x="169" y="200"/>
                        </a:lnTo>
                        <a:lnTo>
                          <a:pt x="178" y="193"/>
                        </a:lnTo>
                        <a:lnTo>
                          <a:pt x="187" y="187"/>
                        </a:lnTo>
                        <a:lnTo>
                          <a:pt x="193" y="178"/>
                        </a:lnTo>
                        <a:lnTo>
                          <a:pt x="200" y="171"/>
                        </a:lnTo>
                        <a:lnTo>
                          <a:pt x="205" y="161"/>
                        </a:lnTo>
                        <a:lnTo>
                          <a:pt x="209" y="151"/>
                        </a:lnTo>
                        <a:lnTo>
                          <a:pt x="213" y="142"/>
                        </a:lnTo>
                        <a:lnTo>
                          <a:pt x="216" y="131"/>
                        </a:lnTo>
                        <a:lnTo>
                          <a:pt x="218" y="120"/>
                        </a:lnTo>
                        <a:lnTo>
                          <a:pt x="218" y="109"/>
                        </a:lnTo>
                        <a:lnTo>
                          <a:pt x="218" y="98"/>
                        </a:lnTo>
                        <a:lnTo>
                          <a:pt x="216" y="87"/>
                        </a:lnTo>
                        <a:lnTo>
                          <a:pt x="213" y="77"/>
                        </a:lnTo>
                        <a:lnTo>
                          <a:pt x="209" y="66"/>
                        </a:lnTo>
                        <a:lnTo>
                          <a:pt x="205" y="57"/>
                        </a:lnTo>
                        <a:lnTo>
                          <a:pt x="200" y="48"/>
                        </a:lnTo>
                        <a:lnTo>
                          <a:pt x="193" y="40"/>
                        </a:lnTo>
                        <a:lnTo>
                          <a:pt x="187" y="32"/>
                        </a:lnTo>
                        <a:lnTo>
                          <a:pt x="178" y="25"/>
                        </a:lnTo>
                        <a:lnTo>
                          <a:pt x="169" y="18"/>
                        </a:lnTo>
                        <a:lnTo>
                          <a:pt x="161" y="13"/>
                        </a:lnTo>
                        <a:lnTo>
                          <a:pt x="151" y="8"/>
                        </a:lnTo>
                        <a:lnTo>
                          <a:pt x="142" y="4"/>
                        </a:lnTo>
                        <a:lnTo>
                          <a:pt x="131" y="2"/>
                        </a:lnTo>
                        <a:lnTo>
                          <a:pt x="120" y="0"/>
                        </a:lnTo>
                        <a:lnTo>
                          <a:pt x="109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62">
                    <a:extLst>
                      <a:ext uri="{FF2B5EF4-FFF2-40B4-BE49-F238E27FC236}">
                        <a16:creationId xmlns:a16="http://schemas.microsoft.com/office/drawing/2014/main" id="{A13978AE-8C8D-9929-FCB3-CC93F1420B6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763713" y="3278188"/>
                    <a:ext cx="49213" cy="47625"/>
                  </a:xfrm>
                  <a:custGeom>
                    <a:avLst/>
                    <a:gdLst>
                      <a:gd name="T0" fmla="*/ 54 w 122"/>
                      <a:gd name="T1" fmla="*/ 96 h 121"/>
                      <a:gd name="T2" fmla="*/ 41 w 122"/>
                      <a:gd name="T3" fmla="*/ 90 h 121"/>
                      <a:gd name="T4" fmla="*/ 31 w 122"/>
                      <a:gd name="T5" fmla="*/ 81 h 121"/>
                      <a:gd name="T6" fmla="*/ 26 w 122"/>
                      <a:gd name="T7" fmla="*/ 68 h 121"/>
                      <a:gd name="T8" fmla="*/ 26 w 122"/>
                      <a:gd name="T9" fmla="*/ 54 h 121"/>
                      <a:gd name="T10" fmla="*/ 31 w 122"/>
                      <a:gd name="T11" fmla="*/ 41 h 121"/>
                      <a:gd name="T12" fmla="*/ 41 w 122"/>
                      <a:gd name="T13" fmla="*/ 31 h 121"/>
                      <a:gd name="T14" fmla="*/ 54 w 122"/>
                      <a:gd name="T15" fmla="*/ 26 h 121"/>
                      <a:gd name="T16" fmla="*/ 68 w 122"/>
                      <a:gd name="T17" fmla="*/ 26 h 121"/>
                      <a:gd name="T18" fmla="*/ 81 w 122"/>
                      <a:gd name="T19" fmla="*/ 31 h 121"/>
                      <a:gd name="T20" fmla="*/ 90 w 122"/>
                      <a:gd name="T21" fmla="*/ 41 h 121"/>
                      <a:gd name="T22" fmla="*/ 96 w 122"/>
                      <a:gd name="T23" fmla="*/ 54 h 121"/>
                      <a:gd name="T24" fmla="*/ 96 w 122"/>
                      <a:gd name="T25" fmla="*/ 68 h 121"/>
                      <a:gd name="T26" fmla="*/ 90 w 122"/>
                      <a:gd name="T27" fmla="*/ 81 h 121"/>
                      <a:gd name="T28" fmla="*/ 81 w 122"/>
                      <a:gd name="T29" fmla="*/ 90 h 121"/>
                      <a:gd name="T30" fmla="*/ 68 w 122"/>
                      <a:gd name="T31" fmla="*/ 96 h 121"/>
                      <a:gd name="T32" fmla="*/ 61 w 122"/>
                      <a:gd name="T33" fmla="*/ 0 h 121"/>
                      <a:gd name="T34" fmla="*/ 49 w 122"/>
                      <a:gd name="T35" fmla="*/ 1 h 121"/>
                      <a:gd name="T36" fmla="*/ 38 w 122"/>
                      <a:gd name="T37" fmla="*/ 4 h 121"/>
                      <a:gd name="T38" fmla="*/ 27 w 122"/>
                      <a:gd name="T39" fmla="*/ 11 h 121"/>
                      <a:gd name="T40" fmla="*/ 19 w 122"/>
                      <a:gd name="T41" fmla="*/ 18 h 121"/>
                      <a:gd name="T42" fmla="*/ 11 w 122"/>
                      <a:gd name="T43" fmla="*/ 27 h 121"/>
                      <a:gd name="T44" fmla="*/ 5 w 122"/>
                      <a:gd name="T45" fmla="*/ 38 h 121"/>
                      <a:gd name="T46" fmla="*/ 1 w 122"/>
                      <a:gd name="T47" fmla="*/ 48 h 121"/>
                      <a:gd name="T48" fmla="*/ 0 w 122"/>
                      <a:gd name="T49" fmla="*/ 61 h 121"/>
                      <a:gd name="T50" fmla="*/ 1 w 122"/>
                      <a:gd name="T51" fmla="*/ 73 h 121"/>
                      <a:gd name="T52" fmla="*/ 5 w 122"/>
                      <a:gd name="T53" fmla="*/ 85 h 121"/>
                      <a:gd name="T54" fmla="*/ 11 w 122"/>
                      <a:gd name="T55" fmla="*/ 96 h 121"/>
                      <a:gd name="T56" fmla="*/ 19 w 122"/>
                      <a:gd name="T57" fmla="*/ 104 h 121"/>
                      <a:gd name="T58" fmla="*/ 27 w 122"/>
                      <a:gd name="T59" fmla="*/ 112 h 121"/>
                      <a:gd name="T60" fmla="*/ 38 w 122"/>
                      <a:gd name="T61" fmla="*/ 117 h 121"/>
                      <a:gd name="T62" fmla="*/ 49 w 122"/>
                      <a:gd name="T63" fmla="*/ 120 h 121"/>
                      <a:gd name="T64" fmla="*/ 61 w 122"/>
                      <a:gd name="T65" fmla="*/ 121 h 121"/>
                      <a:gd name="T66" fmla="*/ 73 w 122"/>
                      <a:gd name="T67" fmla="*/ 120 h 121"/>
                      <a:gd name="T68" fmla="*/ 85 w 122"/>
                      <a:gd name="T69" fmla="*/ 117 h 121"/>
                      <a:gd name="T70" fmla="*/ 95 w 122"/>
                      <a:gd name="T71" fmla="*/ 112 h 121"/>
                      <a:gd name="T72" fmla="*/ 104 w 122"/>
                      <a:gd name="T73" fmla="*/ 104 h 121"/>
                      <a:gd name="T74" fmla="*/ 112 w 122"/>
                      <a:gd name="T75" fmla="*/ 96 h 121"/>
                      <a:gd name="T76" fmla="*/ 117 w 122"/>
                      <a:gd name="T77" fmla="*/ 85 h 121"/>
                      <a:gd name="T78" fmla="*/ 121 w 122"/>
                      <a:gd name="T79" fmla="*/ 73 h 121"/>
                      <a:gd name="T80" fmla="*/ 122 w 122"/>
                      <a:gd name="T81" fmla="*/ 61 h 121"/>
                      <a:gd name="T82" fmla="*/ 121 w 122"/>
                      <a:gd name="T83" fmla="*/ 48 h 121"/>
                      <a:gd name="T84" fmla="*/ 117 w 122"/>
                      <a:gd name="T85" fmla="*/ 38 h 121"/>
                      <a:gd name="T86" fmla="*/ 112 w 122"/>
                      <a:gd name="T87" fmla="*/ 27 h 121"/>
                      <a:gd name="T88" fmla="*/ 104 w 122"/>
                      <a:gd name="T89" fmla="*/ 18 h 121"/>
                      <a:gd name="T90" fmla="*/ 95 w 122"/>
                      <a:gd name="T91" fmla="*/ 11 h 121"/>
                      <a:gd name="T92" fmla="*/ 85 w 122"/>
                      <a:gd name="T93" fmla="*/ 4 h 121"/>
                      <a:gd name="T94" fmla="*/ 73 w 122"/>
                      <a:gd name="T95" fmla="*/ 1 h 121"/>
                      <a:gd name="T96" fmla="*/ 61 w 122"/>
                      <a:gd name="T97" fmla="*/ 0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122" h="121">
                        <a:moveTo>
                          <a:pt x="61" y="97"/>
                        </a:moveTo>
                        <a:lnTo>
                          <a:pt x="54" y="96"/>
                        </a:lnTo>
                        <a:lnTo>
                          <a:pt x="47" y="93"/>
                        </a:lnTo>
                        <a:lnTo>
                          <a:pt x="41" y="90"/>
                        </a:lnTo>
                        <a:lnTo>
                          <a:pt x="36" y="86"/>
                        </a:lnTo>
                        <a:lnTo>
                          <a:pt x="31" y="81"/>
                        </a:lnTo>
                        <a:lnTo>
                          <a:pt x="28" y="75"/>
                        </a:lnTo>
                        <a:lnTo>
                          <a:pt x="26" y="68"/>
                        </a:lnTo>
                        <a:lnTo>
                          <a:pt x="26" y="61"/>
                        </a:lnTo>
                        <a:lnTo>
                          <a:pt x="26" y="54"/>
                        </a:lnTo>
                        <a:lnTo>
                          <a:pt x="28" y="47"/>
                        </a:lnTo>
                        <a:lnTo>
                          <a:pt x="31" y="41"/>
                        </a:lnTo>
                        <a:lnTo>
                          <a:pt x="36" y="35"/>
                        </a:lnTo>
                        <a:lnTo>
                          <a:pt x="41" y="31"/>
                        </a:lnTo>
                        <a:lnTo>
                          <a:pt x="47" y="28"/>
                        </a:lnTo>
                        <a:lnTo>
                          <a:pt x="54" y="26"/>
                        </a:lnTo>
                        <a:lnTo>
                          <a:pt x="61" y="25"/>
                        </a:lnTo>
                        <a:lnTo>
                          <a:pt x="68" y="26"/>
                        </a:lnTo>
                        <a:lnTo>
                          <a:pt x="75" y="28"/>
                        </a:lnTo>
                        <a:lnTo>
                          <a:pt x="81" y="31"/>
                        </a:lnTo>
                        <a:lnTo>
                          <a:pt x="86" y="35"/>
                        </a:lnTo>
                        <a:lnTo>
                          <a:pt x="90" y="41"/>
                        </a:lnTo>
                        <a:lnTo>
                          <a:pt x="94" y="47"/>
                        </a:lnTo>
                        <a:lnTo>
                          <a:pt x="96" y="54"/>
                        </a:lnTo>
                        <a:lnTo>
                          <a:pt x="97" y="61"/>
                        </a:lnTo>
                        <a:lnTo>
                          <a:pt x="96" y="68"/>
                        </a:lnTo>
                        <a:lnTo>
                          <a:pt x="94" y="75"/>
                        </a:lnTo>
                        <a:lnTo>
                          <a:pt x="90" y="81"/>
                        </a:lnTo>
                        <a:lnTo>
                          <a:pt x="86" y="86"/>
                        </a:lnTo>
                        <a:lnTo>
                          <a:pt x="81" y="90"/>
                        </a:lnTo>
                        <a:lnTo>
                          <a:pt x="75" y="93"/>
                        </a:lnTo>
                        <a:lnTo>
                          <a:pt x="68" y="96"/>
                        </a:lnTo>
                        <a:lnTo>
                          <a:pt x="61" y="97"/>
                        </a:lnTo>
                        <a:close/>
                        <a:moveTo>
                          <a:pt x="61" y="0"/>
                        </a:moveTo>
                        <a:lnTo>
                          <a:pt x="55" y="0"/>
                        </a:lnTo>
                        <a:lnTo>
                          <a:pt x="49" y="1"/>
                        </a:lnTo>
                        <a:lnTo>
                          <a:pt x="43" y="2"/>
                        </a:lnTo>
                        <a:lnTo>
                          <a:pt x="38" y="4"/>
                        </a:lnTo>
                        <a:lnTo>
                          <a:pt x="32" y="8"/>
                        </a:lnTo>
                        <a:lnTo>
                          <a:pt x="27" y="11"/>
                        </a:lnTo>
                        <a:lnTo>
                          <a:pt x="23" y="14"/>
                        </a:lnTo>
                        <a:lnTo>
                          <a:pt x="19" y="18"/>
                        </a:lnTo>
                        <a:lnTo>
                          <a:pt x="14" y="23"/>
                        </a:lnTo>
                        <a:lnTo>
                          <a:pt x="11" y="27"/>
                        </a:lnTo>
                        <a:lnTo>
                          <a:pt x="8" y="32"/>
                        </a:lnTo>
                        <a:lnTo>
                          <a:pt x="5" y="38"/>
                        </a:lnTo>
                        <a:lnTo>
                          <a:pt x="3" y="43"/>
                        </a:lnTo>
                        <a:lnTo>
                          <a:pt x="1" y="48"/>
                        </a:lnTo>
                        <a:lnTo>
                          <a:pt x="0" y="55"/>
                        </a:lnTo>
                        <a:lnTo>
                          <a:pt x="0" y="61"/>
                        </a:lnTo>
                        <a:lnTo>
                          <a:pt x="0" y="67"/>
                        </a:lnTo>
                        <a:lnTo>
                          <a:pt x="1" y="73"/>
                        </a:lnTo>
                        <a:lnTo>
                          <a:pt x="3" y="79"/>
                        </a:lnTo>
                        <a:lnTo>
                          <a:pt x="5" y="85"/>
                        </a:lnTo>
                        <a:lnTo>
                          <a:pt x="8" y="90"/>
                        </a:lnTo>
                        <a:lnTo>
                          <a:pt x="11" y="96"/>
                        </a:lnTo>
                        <a:lnTo>
                          <a:pt x="14" y="100"/>
                        </a:lnTo>
                        <a:lnTo>
                          <a:pt x="19" y="104"/>
                        </a:lnTo>
                        <a:lnTo>
                          <a:pt x="23" y="108"/>
                        </a:lnTo>
                        <a:lnTo>
                          <a:pt x="27" y="112"/>
                        </a:lnTo>
                        <a:lnTo>
                          <a:pt x="32" y="115"/>
                        </a:lnTo>
                        <a:lnTo>
                          <a:pt x="38" y="117"/>
                        </a:lnTo>
                        <a:lnTo>
                          <a:pt x="43" y="119"/>
                        </a:lnTo>
                        <a:lnTo>
                          <a:pt x="49" y="120"/>
                        </a:lnTo>
                        <a:lnTo>
                          <a:pt x="55" y="121"/>
                        </a:lnTo>
                        <a:lnTo>
                          <a:pt x="61" y="121"/>
                        </a:lnTo>
                        <a:lnTo>
                          <a:pt x="68" y="121"/>
                        </a:lnTo>
                        <a:lnTo>
                          <a:pt x="73" y="120"/>
                        </a:lnTo>
                        <a:lnTo>
                          <a:pt x="80" y="119"/>
                        </a:lnTo>
                        <a:lnTo>
                          <a:pt x="85" y="117"/>
                        </a:lnTo>
                        <a:lnTo>
                          <a:pt x="90" y="115"/>
                        </a:lnTo>
                        <a:lnTo>
                          <a:pt x="95" y="112"/>
                        </a:lnTo>
                        <a:lnTo>
                          <a:pt x="100" y="108"/>
                        </a:lnTo>
                        <a:lnTo>
                          <a:pt x="104" y="104"/>
                        </a:lnTo>
                        <a:lnTo>
                          <a:pt x="108" y="100"/>
                        </a:lnTo>
                        <a:lnTo>
                          <a:pt x="112" y="96"/>
                        </a:lnTo>
                        <a:lnTo>
                          <a:pt x="115" y="90"/>
                        </a:lnTo>
                        <a:lnTo>
                          <a:pt x="117" y="85"/>
                        </a:lnTo>
                        <a:lnTo>
                          <a:pt x="119" y="79"/>
                        </a:lnTo>
                        <a:lnTo>
                          <a:pt x="121" y="73"/>
                        </a:lnTo>
                        <a:lnTo>
                          <a:pt x="122" y="67"/>
                        </a:lnTo>
                        <a:lnTo>
                          <a:pt x="122" y="61"/>
                        </a:lnTo>
                        <a:lnTo>
                          <a:pt x="122" y="55"/>
                        </a:lnTo>
                        <a:lnTo>
                          <a:pt x="121" y="48"/>
                        </a:lnTo>
                        <a:lnTo>
                          <a:pt x="119" y="43"/>
                        </a:lnTo>
                        <a:lnTo>
                          <a:pt x="117" y="38"/>
                        </a:lnTo>
                        <a:lnTo>
                          <a:pt x="115" y="32"/>
                        </a:lnTo>
                        <a:lnTo>
                          <a:pt x="112" y="27"/>
                        </a:lnTo>
                        <a:lnTo>
                          <a:pt x="108" y="23"/>
                        </a:lnTo>
                        <a:lnTo>
                          <a:pt x="104" y="18"/>
                        </a:lnTo>
                        <a:lnTo>
                          <a:pt x="100" y="14"/>
                        </a:lnTo>
                        <a:lnTo>
                          <a:pt x="95" y="11"/>
                        </a:lnTo>
                        <a:lnTo>
                          <a:pt x="90" y="8"/>
                        </a:lnTo>
                        <a:lnTo>
                          <a:pt x="85" y="4"/>
                        </a:lnTo>
                        <a:lnTo>
                          <a:pt x="80" y="2"/>
                        </a:lnTo>
                        <a:lnTo>
                          <a:pt x="73" y="1"/>
                        </a:lnTo>
                        <a:lnTo>
                          <a:pt x="68" y="0"/>
                        </a:lnTo>
                        <a:lnTo>
                          <a:pt x="6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63">
                    <a:extLst>
                      <a:ext uri="{FF2B5EF4-FFF2-40B4-BE49-F238E27FC236}">
                        <a16:creationId xmlns:a16="http://schemas.microsoft.com/office/drawing/2014/main" id="{EDCC301E-D4B4-E03E-0F55-617FDAF6E97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547813" y="3330576"/>
                    <a:ext cx="212725" cy="212725"/>
                  </a:xfrm>
                  <a:custGeom>
                    <a:avLst/>
                    <a:gdLst>
                      <a:gd name="T0" fmla="*/ 407 w 535"/>
                      <a:gd name="T1" fmla="*/ 408 h 536"/>
                      <a:gd name="T2" fmla="*/ 367 w 535"/>
                      <a:gd name="T3" fmla="*/ 436 h 536"/>
                      <a:gd name="T4" fmla="*/ 330 w 535"/>
                      <a:gd name="T5" fmla="*/ 452 h 536"/>
                      <a:gd name="T6" fmla="*/ 321 w 535"/>
                      <a:gd name="T7" fmla="*/ 465 h 536"/>
                      <a:gd name="T8" fmla="*/ 217 w 535"/>
                      <a:gd name="T9" fmla="*/ 461 h 536"/>
                      <a:gd name="T10" fmla="*/ 199 w 535"/>
                      <a:gd name="T11" fmla="*/ 449 h 536"/>
                      <a:gd name="T12" fmla="*/ 163 w 535"/>
                      <a:gd name="T13" fmla="*/ 432 h 536"/>
                      <a:gd name="T14" fmla="*/ 134 w 535"/>
                      <a:gd name="T15" fmla="*/ 409 h 536"/>
                      <a:gd name="T16" fmla="*/ 82 w 535"/>
                      <a:gd name="T17" fmla="*/ 433 h 536"/>
                      <a:gd name="T18" fmla="*/ 75 w 535"/>
                      <a:gd name="T19" fmla="*/ 316 h 536"/>
                      <a:gd name="T20" fmla="*/ 72 w 535"/>
                      <a:gd name="T21" fmla="*/ 287 h 536"/>
                      <a:gd name="T22" fmla="*/ 72 w 535"/>
                      <a:gd name="T23" fmla="*/ 246 h 536"/>
                      <a:gd name="T24" fmla="*/ 75 w 535"/>
                      <a:gd name="T25" fmla="*/ 217 h 536"/>
                      <a:gd name="T26" fmla="*/ 82 w 535"/>
                      <a:gd name="T27" fmla="*/ 99 h 536"/>
                      <a:gd name="T28" fmla="*/ 134 w 535"/>
                      <a:gd name="T29" fmla="*/ 124 h 536"/>
                      <a:gd name="T30" fmla="*/ 163 w 535"/>
                      <a:gd name="T31" fmla="*/ 101 h 536"/>
                      <a:gd name="T32" fmla="*/ 199 w 535"/>
                      <a:gd name="T33" fmla="*/ 84 h 536"/>
                      <a:gd name="T34" fmla="*/ 217 w 535"/>
                      <a:gd name="T35" fmla="*/ 72 h 536"/>
                      <a:gd name="T36" fmla="*/ 321 w 535"/>
                      <a:gd name="T37" fmla="*/ 68 h 536"/>
                      <a:gd name="T38" fmla="*/ 330 w 535"/>
                      <a:gd name="T39" fmla="*/ 81 h 536"/>
                      <a:gd name="T40" fmla="*/ 367 w 535"/>
                      <a:gd name="T41" fmla="*/ 97 h 536"/>
                      <a:gd name="T42" fmla="*/ 407 w 535"/>
                      <a:gd name="T43" fmla="*/ 124 h 536"/>
                      <a:gd name="T44" fmla="*/ 505 w 535"/>
                      <a:gd name="T45" fmla="*/ 188 h 536"/>
                      <a:gd name="T46" fmla="*/ 458 w 535"/>
                      <a:gd name="T47" fmla="*/ 221 h 536"/>
                      <a:gd name="T48" fmla="*/ 463 w 535"/>
                      <a:gd name="T49" fmla="*/ 256 h 536"/>
                      <a:gd name="T50" fmla="*/ 461 w 535"/>
                      <a:gd name="T51" fmla="*/ 297 h 536"/>
                      <a:gd name="T52" fmla="*/ 462 w 535"/>
                      <a:gd name="T53" fmla="*/ 319 h 536"/>
                      <a:gd name="T54" fmla="*/ 528 w 535"/>
                      <a:gd name="T55" fmla="*/ 329 h 536"/>
                      <a:gd name="T56" fmla="*/ 489 w 535"/>
                      <a:gd name="T57" fmla="*/ 276 h 536"/>
                      <a:gd name="T58" fmla="*/ 486 w 535"/>
                      <a:gd name="T59" fmla="*/ 238 h 536"/>
                      <a:gd name="T60" fmla="*/ 534 w 535"/>
                      <a:gd name="T61" fmla="*/ 197 h 536"/>
                      <a:gd name="T62" fmla="*/ 467 w 535"/>
                      <a:gd name="T63" fmla="*/ 74 h 536"/>
                      <a:gd name="T64" fmla="*/ 455 w 535"/>
                      <a:gd name="T65" fmla="*/ 70 h 536"/>
                      <a:gd name="T66" fmla="*/ 380 w 535"/>
                      <a:gd name="T67" fmla="*/ 74 h 536"/>
                      <a:gd name="T68" fmla="*/ 346 w 535"/>
                      <a:gd name="T69" fmla="*/ 8 h 536"/>
                      <a:gd name="T70" fmla="*/ 205 w 535"/>
                      <a:gd name="T71" fmla="*/ 0 h 536"/>
                      <a:gd name="T72" fmla="*/ 192 w 535"/>
                      <a:gd name="T73" fmla="*/ 13 h 536"/>
                      <a:gd name="T74" fmla="*/ 143 w 535"/>
                      <a:gd name="T75" fmla="*/ 84 h 536"/>
                      <a:gd name="T76" fmla="*/ 74 w 535"/>
                      <a:gd name="T77" fmla="*/ 70 h 536"/>
                      <a:gd name="T78" fmla="*/ 0 w 535"/>
                      <a:gd name="T79" fmla="*/ 191 h 536"/>
                      <a:gd name="T80" fmla="*/ 49 w 535"/>
                      <a:gd name="T81" fmla="*/ 229 h 536"/>
                      <a:gd name="T82" fmla="*/ 46 w 535"/>
                      <a:gd name="T83" fmla="*/ 266 h 536"/>
                      <a:gd name="T84" fmla="*/ 48 w 535"/>
                      <a:gd name="T85" fmla="*/ 303 h 536"/>
                      <a:gd name="T86" fmla="*/ 0 w 535"/>
                      <a:gd name="T87" fmla="*/ 340 h 536"/>
                      <a:gd name="T88" fmla="*/ 73 w 535"/>
                      <a:gd name="T89" fmla="*/ 463 h 536"/>
                      <a:gd name="T90" fmla="*/ 143 w 535"/>
                      <a:gd name="T91" fmla="*/ 449 h 536"/>
                      <a:gd name="T92" fmla="*/ 192 w 535"/>
                      <a:gd name="T93" fmla="*/ 523 h 536"/>
                      <a:gd name="T94" fmla="*/ 205 w 535"/>
                      <a:gd name="T95" fmla="*/ 536 h 536"/>
                      <a:gd name="T96" fmla="*/ 346 w 535"/>
                      <a:gd name="T97" fmla="*/ 528 h 536"/>
                      <a:gd name="T98" fmla="*/ 364 w 535"/>
                      <a:gd name="T99" fmla="*/ 467 h 536"/>
                      <a:gd name="T100" fmla="*/ 409 w 535"/>
                      <a:gd name="T101" fmla="*/ 437 h 536"/>
                      <a:gd name="T102" fmla="*/ 458 w 535"/>
                      <a:gd name="T103" fmla="*/ 463 h 536"/>
                      <a:gd name="T104" fmla="*/ 467 w 535"/>
                      <a:gd name="T105" fmla="*/ 459 h 536"/>
                      <a:gd name="T106" fmla="*/ 535 w 535"/>
                      <a:gd name="T107" fmla="*/ 335 h 5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535" h="536">
                        <a:moveTo>
                          <a:pt x="453" y="433"/>
                        </a:moveTo>
                        <a:lnTo>
                          <a:pt x="414" y="410"/>
                        </a:lnTo>
                        <a:lnTo>
                          <a:pt x="410" y="409"/>
                        </a:lnTo>
                        <a:lnTo>
                          <a:pt x="407" y="408"/>
                        </a:lnTo>
                        <a:lnTo>
                          <a:pt x="403" y="409"/>
                        </a:lnTo>
                        <a:lnTo>
                          <a:pt x="399" y="411"/>
                        </a:lnTo>
                        <a:lnTo>
                          <a:pt x="383" y="424"/>
                        </a:lnTo>
                        <a:lnTo>
                          <a:pt x="367" y="436"/>
                        </a:lnTo>
                        <a:lnTo>
                          <a:pt x="359" y="441"/>
                        </a:lnTo>
                        <a:lnTo>
                          <a:pt x="350" y="446"/>
                        </a:lnTo>
                        <a:lnTo>
                          <a:pt x="340" y="449"/>
                        </a:lnTo>
                        <a:lnTo>
                          <a:pt x="330" y="452"/>
                        </a:lnTo>
                        <a:lnTo>
                          <a:pt x="326" y="454"/>
                        </a:lnTo>
                        <a:lnTo>
                          <a:pt x="323" y="457"/>
                        </a:lnTo>
                        <a:lnTo>
                          <a:pt x="321" y="461"/>
                        </a:lnTo>
                        <a:lnTo>
                          <a:pt x="321" y="465"/>
                        </a:lnTo>
                        <a:lnTo>
                          <a:pt x="321" y="511"/>
                        </a:lnTo>
                        <a:lnTo>
                          <a:pt x="218" y="511"/>
                        </a:lnTo>
                        <a:lnTo>
                          <a:pt x="218" y="465"/>
                        </a:lnTo>
                        <a:lnTo>
                          <a:pt x="217" y="461"/>
                        </a:lnTo>
                        <a:lnTo>
                          <a:pt x="216" y="457"/>
                        </a:lnTo>
                        <a:lnTo>
                          <a:pt x="213" y="454"/>
                        </a:lnTo>
                        <a:lnTo>
                          <a:pt x="208" y="452"/>
                        </a:lnTo>
                        <a:lnTo>
                          <a:pt x="199" y="449"/>
                        </a:lnTo>
                        <a:lnTo>
                          <a:pt x="189" y="446"/>
                        </a:lnTo>
                        <a:lnTo>
                          <a:pt x="180" y="441"/>
                        </a:lnTo>
                        <a:lnTo>
                          <a:pt x="172" y="437"/>
                        </a:lnTo>
                        <a:lnTo>
                          <a:pt x="163" y="432"/>
                        </a:lnTo>
                        <a:lnTo>
                          <a:pt x="155" y="425"/>
                        </a:lnTo>
                        <a:lnTo>
                          <a:pt x="146" y="419"/>
                        </a:lnTo>
                        <a:lnTo>
                          <a:pt x="137" y="411"/>
                        </a:lnTo>
                        <a:lnTo>
                          <a:pt x="134" y="409"/>
                        </a:lnTo>
                        <a:lnTo>
                          <a:pt x="130" y="408"/>
                        </a:lnTo>
                        <a:lnTo>
                          <a:pt x="126" y="409"/>
                        </a:lnTo>
                        <a:lnTo>
                          <a:pt x="122" y="410"/>
                        </a:lnTo>
                        <a:lnTo>
                          <a:pt x="82" y="433"/>
                        </a:lnTo>
                        <a:lnTo>
                          <a:pt x="30" y="344"/>
                        </a:lnTo>
                        <a:lnTo>
                          <a:pt x="70" y="321"/>
                        </a:lnTo>
                        <a:lnTo>
                          <a:pt x="73" y="319"/>
                        </a:lnTo>
                        <a:lnTo>
                          <a:pt x="75" y="316"/>
                        </a:lnTo>
                        <a:lnTo>
                          <a:pt x="75" y="311"/>
                        </a:lnTo>
                        <a:lnTo>
                          <a:pt x="75" y="307"/>
                        </a:lnTo>
                        <a:lnTo>
                          <a:pt x="74" y="297"/>
                        </a:lnTo>
                        <a:lnTo>
                          <a:pt x="72" y="287"/>
                        </a:lnTo>
                        <a:lnTo>
                          <a:pt x="72" y="277"/>
                        </a:lnTo>
                        <a:lnTo>
                          <a:pt x="71" y="266"/>
                        </a:lnTo>
                        <a:lnTo>
                          <a:pt x="72" y="257"/>
                        </a:lnTo>
                        <a:lnTo>
                          <a:pt x="72" y="246"/>
                        </a:lnTo>
                        <a:lnTo>
                          <a:pt x="74" y="236"/>
                        </a:lnTo>
                        <a:lnTo>
                          <a:pt x="75" y="226"/>
                        </a:lnTo>
                        <a:lnTo>
                          <a:pt x="76" y="221"/>
                        </a:lnTo>
                        <a:lnTo>
                          <a:pt x="75" y="217"/>
                        </a:lnTo>
                        <a:lnTo>
                          <a:pt x="73" y="214"/>
                        </a:lnTo>
                        <a:lnTo>
                          <a:pt x="70" y="212"/>
                        </a:lnTo>
                        <a:lnTo>
                          <a:pt x="30" y="188"/>
                        </a:lnTo>
                        <a:lnTo>
                          <a:pt x="82" y="99"/>
                        </a:lnTo>
                        <a:lnTo>
                          <a:pt x="122" y="122"/>
                        </a:lnTo>
                        <a:lnTo>
                          <a:pt x="126" y="124"/>
                        </a:lnTo>
                        <a:lnTo>
                          <a:pt x="130" y="124"/>
                        </a:lnTo>
                        <a:lnTo>
                          <a:pt x="134" y="124"/>
                        </a:lnTo>
                        <a:lnTo>
                          <a:pt x="137" y="121"/>
                        </a:lnTo>
                        <a:lnTo>
                          <a:pt x="146" y="114"/>
                        </a:lnTo>
                        <a:lnTo>
                          <a:pt x="155" y="106"/>
                        </a:lnTo>
                        <a:lnTo>
                          <a:pt x="163" y="101"/>
                        </a:lnTo>
                        <a:lnTo>
                          <a:pt x="172" y="96"/>
                        </a:lnTo>
                        <a:lnTo>
                          <a:pt x="180" y="91"/>
                        </a:lnTo>
                        <a:lnTo>
                          <a:pt x="189" y="87"/>
                        </a:lnTo>
                        <a:lnTo>
                          <a:pt x="199" y="84"/>
                        </a:lnTo>
                        <a:lnTo>
                          <a:pt x="208" y="81"/>
                        </a:lnTo>
                        <a:lnTo>
                          <a:pt x="213" y="78"/>
                        </a:lnTo>
                        <a:lnTo>
                          <a:pt x="215" y="76"/>
                        </a:lnTo>
                        <a:lnTo>
                          <a:pt x="217" y="72"/>
                        </a:lnTo>
                        <a:lnTo>
                          <a:pt x="218" y="68"/>
                        </a:lnTo>
                        <a:lnTo>
                          <a:pt x="218" y="26"/>
                        </a:lnTo>
                        <a:lnTo>
                          <a:pt x="321" y="26"/>
                        </a:lnTo>
                        <a:lnTo>
                          <a:pt x="321" y="68"/>
                        </a:lnTo>
                        <a:lnTo>
                          <a:pt x="321" y="72"/>
                        </a:lnTo>
                        <a:lnTo>
                          <a:pt x="323" y="76"/>
                        </a:lnTo>
                        <a:lnTo>
                          <a:pt x="326" y="78"/>
                        </a:lnTo>
                        <a:lnTo>
                          <a:pt x="330" y="81"/>
                        </a:lnTo>
                        <a:lnTo>
                          <a:pt x="340" y="84"/>
                        </a:lnTo>
                        <a:lnTo>
                          <a:pt x="350" y="87"/>
                        </a:lnTo>
                        <a:lnTo>
                          <a:pt x="360" y="91"/>
                        </a:lnTo>
                        <a:lnTo>
                          <a:pt x="367" y="97"/>
                        </a:lnTo>
                        <a:lnTo>
                          <a:pt x="383" y="107"/>
                        </a:lnTo>
                        <a:lnTo>
                          <a:pt x="399" y="121"/>
                        </a:lnTo>
                        <a:lnTo>
                          <a:pt x="403" y="124"/>
                        </a:lnTo>
                        <a:lnTo>
                          <a:pt x="407" y="124"/>
                        </a:lnTo>
                        <a:lnTo>
                          <a:pt x="410" y="124"/>
                        </a:lnTo>
                        <a:lnTo>
                          <a:pt x="414" y="122"/>
                        </a:lnTo>
                        <a:lnTo>
                          <a:pt x="453" y="99"/>
                        </a:lnTo>
                        <a:lnTo>
                          <a:pt x="505" y="188"/>
                        </a:lnTo>
                        <a:lnTo>
                          <a:pt x="465" y="212"/>
                        </a:lnTo>
                        <a:lnTo>
                          <a:pt x="462" y="214"/>
                        </a:lnTo>
                        <a:lnTo>
                          <a:pt x="460" y="217"/>
                        </a:lnTo>
                        <a:lnTo>
                          <a:pt x="458" y="221"/>
                        </a:lnTo>
                        <a:lnTo>
                          <a:pt x="458" y="226"/>
                        </a:lnTo>
                        <a:lnTo>
                          <a:pt x="461" y="235"/>
                        </a:lnTo>
                        <a:lnTo>
                          <a:pt x="462" y="246"/>
                        </a:lnTo>
                        <a:lnTo>
                          <a:pt x="463" y="256"/>
                        </a:lnTo>
                        <a:lnTo>
                          <a:pt x="463" y="266"/>
                        </a:lnTo>
                        <a:lnTo>
                          <a:pt x="463" y="277"/>
                        </a:lnTo>
                        <a:lnTo>
                          <a:pt x="462" y="287"/>
                        </a:lnTo>
                        <a:lnTo>
                          <a:pt x="461" y="297"/>
                        </a:lnTo>
                        <a:lnTo>
                          <a:pt x="458" y="307"/>
                        </a:lnTo>
                        <a:lnTo>
                          <a:pt x="458" y="311"/>
                        </a:lnTo>
                        <a:lnTo>
                          <a:pt x="460" y="316"/>
                        </a:lnTo>
                        <a:lnTo>
                          <a:pt x="462" y="319"/>
                        </a:lnTo>
                        <a:lnTo>
                          <a:pt x="465" y="321"/>
                        </a:lnTo>
                        <a:lnTo>
                          <a:pt x="505" y="344"/>
                        </a:lnTo>
                        <a:lnTo>
                          <a:pt x="453" y="433"/>
                        </a:lnTo>
                        <a:close/>
                        <a:moveTo>
                          <a:pt x="528" y="329"/>
                        </a:moveTo>
                        <a:lnTo>
                          <a:pt x="485" y="303"/>
                        </a:lnTo>
                        <a:lnTo>
                          <a:pt x="486" y="294"/>
                        </a:lnTo>
                        <a:lnTo>
                          <a:pt x="487" y="285"/>
                        </a:lnTo>
                        <a:lnTo>
                          <a:pt x="489" y="276"/>
                        </a:lnTo>
                        <a:lnTo>
                          <a:pt x="489" y="266"/>
                        </a:lnTo>
                        <a:lnTo>
                          <a:pt x="489" y="257"/>
                        </a:lnTo>
                        <a:lnTo>
                          <a:pt x="487" y="248"/>
                        </a:lnTo>
                        <a:lnTo>
                          <a:pt x="486" y="238"/>
                        </a:lnTo>
                        <a:lnTo>
                          <a:pt x="485" y="229"/>
                        </a:lnTo>
                        <a:lnTo>
                          <a:pt x="528" y="205"/>
                        </a:lnTo>
                        <a:lnTo>
                          <a:pt x="531" y="202"/>
                        </a:lnTo>
                        <a:lnTo>
                          <a:pt x="534" y="197"/>
                        </a:lnTo>
                        <a:lnTo>
                          <a:pt x="535" y="192"/>
                        </a:lnTo>
                        <a:lnTo>
                          <a:pt x="533" y="187"/>
                        </a:lnTo>
                        <a:lnTo>
                          <a:pt x="468" y="76"/>
                        </a:lnTo>
                        <a:lnTo>
                          <a:pt x="467" y="74"/>
                        </a:lnTo>
                        <a:lnTo>
                          <a:pt x="465" y="72"/>
                        </a:lnTo>
                        <a:lnTo>
                          <a:pt x="463" y="71"/>
                        </a:lnTo>
                        <a:lnTo>
                          <a:pt x="461" y="70"/>
                        </a:lnTo>
                        <a:lnTo>
                          <a:pt x="455" y="70"/>
                        </a:lnTo>
                        <a:lnTo>
                          <a:pt x="451" y="71"/>
                        </a:lnTo>
                        <a:lnTo>
                          <a:pt x="409" y="96"/>
                        </a:lnTo>
                        <a:lnTo>
                          <a:pt x="395" y="85"/>
                        </a:lnTo>
                        <a:lnTo>
                          <a:pt x="380" y="74"/>
                        </a:lnTo>
                        <a:lnTo>
                          <a:pt x="364" y="66"/>
                        </a:lnTo>
                        <a:lnTo>
                          <a:pt x="347" y="59"/>
                        </a:lnTo>
                        <a:lnTo>
                          <a:pt x="347" y="13"/>
                        </a:lnTo>
                        <a:lnTo>
                          <a:pt x="346" y="8"/>
                        </a:lnTo>
                        <a:lnTo>
                          <a:pt x="342" y="4"/>
                        </a:lnTo>
                        <a:lnTo>
                          <a:pt x="338" y="1"/>
                        </a:lnTo>
                        <a:lnTo>
                          <a:pt x="334" y="0"/>
                        </a:lnTo>
                        <a:lnTo>
                          <a:pt x="205" y="0"/>
                        </a:lnTo>
                        <a:lnTo>
                          <a:pt x="200" y="1"/>
                        </a:lnTo>
                        <a:lnTo>
                          <a:pt x="196" y="4"/>
                        </a:lnTo>
                        <a:lnTo>
                          <a:pt x="193" y="8"/>
                        </a:lnTo>
                        <a:lnTo>
                          <a:pt x="192" y="13"/>
                        </a:lnTo>
                        <a:lnTo>
                          <a:pt x="192" y="59"/>
                        </a:lnTo>
                        <a:lnTo>
                          <a:pt x="175" y="66"/>
                        </a:lnTo>
                        <a:lnTo>
                          <a:pt x="159" y="73"/>
                        </a:lnTo>
                        <a:lnTo>
                          <a:pt x="143" y="84"/>
                        </a:lnTo>
                        <a:lnTo>
                          <a:pt x="127" y="96"/>
                        </a:lnTo>
                        <a:lnTo>
                          <a:pt x="84" y="71"/>
                        </a:lnTo>
                        <a:lnTo>
                          <a:pt x="78" y="70"/>
                        </a:lnTo>
                        <a:lnTo>
                          <a:pt x="74" y="70"/>
                        </a:lnTo>
                        <a:lnTo>
                          <a:pt x="70" y="72"/>
                        </a:lnTo>
                        <a:lnTo>
                          <a:pt x="67" y="76"/>
                        </a:lnTo>
                        <a:lnTo>
                          <a:pt x="2" y="187"/>
                        </a:lnTo>
                        <a:lnTo>
                          <a:pt x="0" y="191"/>
                        </a:lnTo>
                        <a:lnTo>
                          <a:pt x="0" y="197"/>
                        </a:lnTo>
                        <a:lnTo>
                          <a:pt x="2" y="201"/>
                        </a:lnTo>
                        <a:lnTo>
                          <a:pt x="6" y="205"/>
                        </a:lnTo>
                        <a:lnTo>
                          <a:pt x="49" y="229"/>
                        </a:lnTo>
                        <a:lnTo>
                          <a:pt x="47" y="238"/>
                        </a:lnTo>
                        <a:lnTo>
                          <a:pt x="46" y="248"/>
                        </a:lnTo>
                        <a:lnTo>
                          <a:pt x="46" y="257"/>
                        </a:lnTo>
                        <a:lnTo>
                          <a:pt x="46" y="266"/>
                        </a:lnTo>
                        <a:lnTo>
                          <a:pt x="46" y="276"/>
                        </a:lnTo>
                        <a:lnTo>
                          <a:pt x="46" y="285"/>
                        </a:lnTo>
                        <a:lnTo>
                          <a:pt x="47" y="294"/>
                        </a:lnTo>
                        <a:lnTo>
                          <a:pt x="48" y="303"/>
                        </a:lnTo>
                        <a:lnTo>
                          <a:pt x="6" y="329"/>
                        </a:lnTo>
                        <a:lnTo>
                          <a:pt x="2" y="332"/>
                        </a:lnTo>
                        <a:lnTo>
                          <a:pt x="0" y="335"/>
                        </a:lnTo>
                        <a:lnTo>
                          <a:pt x="0" y="340"/>
                        </a:lnTo>
                        <a:lnTo>
                          <a:pt x="1" y="345"/>
                        </a:lnTo>
                        <a:lnTo>
                          <a:pt x="65" y="457"/>
                        </a:lnTo>
                        <a:lnTo>
                          <a:pt x="69" y="461"/>
                        </a:lnTo>
                        <a:lnTo>
                          <a:pt x="73" y="463"/>
                        </a:lnTo>
                        <a:lnTo>
                          <a:pt x="78" y="463"/>
                        </a:lnTo>
                        <a:lnTo>
                          <a:pt x="83" y="461"/>
                        </a:lnTo>
                        <a:lnTo>
                          <a:pt x="127" y="437"/>
                        </a:lnTo>
                        <a:lnTo>
                          <a:pt x="143" y="449"/>
                        </a:lnTo>
                        <a:lnTo>
                          <a:pt x="159" y="459"/>
                        </a:lnTo>
                        <a:lnTo>
                          <a:pt x="175" y="467"/>
                        </a:lnTo>
                        <a:lnTo>
                          <a:pt x="192" y="474"/>
                        </a:lnTo>
                        <a:lnTo>
                          <a:pt x="192" y="523"/>
                        </a:lnTo>
                        <a:lnTo>
                          <a:pt x="193" y="528"/>
                        </a:lnTo>
                        <a:lnTo>
                          <a:pt x="196" y="533"/>
                        </a:lnTo>
                        <a:lnTo>
                          <a:pt x="200" y="535"/>
                        </a:lnTo>
                        <a:lnTo>
                          <a:pt x="205" y="536"/>
                        </a:lnTo>
                        <a:lnTo>
                          <a:pt x="334" y="536"/>
                        </a:lnTo>
                        <a:lnTo>
                          <a:pt x="338" y="535"/>
                        </a:lnTo>
                        <a:lnTo>
                          <a:pt x="342" y="533"/>
                        </a:lnTo>
                        <a:lnTo>
                          <a:pt x="346" y="528"/>
                        </a:lnTo>
                        <a:lnTo>
                          <a:pt x="347" y="523"/>
                        </a:lnTo>
                        <a:lnTo>
                          <a:pt x="347" y="474"/>
                        </a:lnTo>
                        <a:lnTo>
                          <a:pt x="355" y="470"/>
                        </a:lnTo>
                        <a:lnTo>
                          <a:pt x="364" y="467"/>
                        </a:lnTo>
                        <a:lnTo>
                          <a:pt x="373" y="463"/>
                        </a:lnTo>
                        <a:lnTo>
                          <a:pt x="380" y="459"/>
                        </a:lnTo>
                        <a:lnTo>
                          <a:pt x="395" y="449"/>
                        </a:lnTo>
                        <a:lnTo>
                          <a:pt x="409" y="437"/>
                        </a:lnTo>
                        <a:lnTo>
                          <a:pt x="452" y="461"/>
                        </a:lnTo>
                        <a:lnTo>
                          <a:pt x="454" y="463"/>
                        </a:lnTo>
                        <a:lnTo>
                          <a:pt x="456" y="463"/>
                        </a:lnTo>
                        <a:lnTo>
                          <a:pt x="458" y="463"/>
                        </a:lnTo>
                        <a:lnTo>
                          <a:pt x="462" y="462"/>
                        </a:lnTo>
                        <a:lnTo>
                          <a:pt x="464" y="462"/>
                        </a:lnTo>
                        <a:lnTo>
                          <a:pt x="466" y="461"/>
                        </a:lnTo>
                        <a:lnTo>
                          <a:pt x="467" y="459"/>
                        </a:lnTo>
                        <a:lnTo>
                          <a:pt x="469" y="457"/>
                        </a:lnTo>
                        <a:lnTo>
                          <a:pt x="533" y="345"/>
                        </a:lnTo>
                        <a:lnTo>
                          <a:pt x="535" y="340"/>
                        </a:lnTo>
                        <a:lnTo>
                          <a:pt x="535" y="335"/>
                        </a:lnTo>
                        <a:lnTo>
                          <a:pt x="533" y="332"/>
                        </a:lnTo>
                        <a:lnTo>
                          <a:pt x="528" y="32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3" name="Freeform 64">
                    <a:extLst>
                      <a:ext uri="{FF2B5EF4-FFF2-40B4-BE49-F238E27FC236}">
                        <a16:creationId xmlns:a16="http://schemas.microsoft.com/office/drawing/2014/main" id="{395839D5-7D79-1E5F-286A-FF19DE1B868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727201" y="3240088"/>
                    <a:ext cx="122238" cy="125413"/>
                  </a:xfrm>
                  <a:custGeom>
                    <a:avLst/>
                    <a:gdLst>
                      <a:gd name="T0" fmla="*/ 235 w 308"/>
                      <a:gd name="T1" fmla="*/ 227 h 315"/>
                      <a:gd name="T2" fmla="*/ 223 w 308"/>
                      <a:gd name="T3" fmla="*/ 229 h 315"/>
                      <a:gd name="T4" fmla="*/ 195 w 308"/>
                      <a:gd name="T5" fmla="*/ 248 h 315"/>
                      <a:gd name="T6" fmla="*/ 178 w 308"/>
                      <a:gd name="T7" fmla="*/ 257 h 315"/>
                      <a:gd name="T8" fmla="*/ 176 w 308"/>
                      <a:gd name="T9" fmla="*/ 289 h 315"/>
                      <a:gd name="T10" fmla="*/ 136 w 308"/>
                      <a:gd name="T11" fmla="*/ 260 h 315"/>
                      <a:gd name="T12" fmla="*/ 129 w 308"/>
                      <a:gd name="T13" fmla="*/ 253 h 315"/>
                      <a:gd name="T14" fmla="*/ 95 w 308"/>
                      <a:gd name="T15" fmla="*/ 237 h 315"/>
                      <a:gd name="T16" fmla="*/ 79 w 308"/>
                      <a:gd name="T17" fmla="*/ 226 h 315"/>
                      <a:gd name="T18" fmla="*/ 50 w 308"/>
                      <a:gd name="T19" fmla="*/ 240 h 315"/>
                      <a:gd name="T20" fmla="*/ 55 w 308"/>
                      <a:gd name="T21" fmla="*/ 192 h 315"/>
                      <a:gd name="T22" fmla="*/ 58 w 308"/>
                      <a:gd name="T23" fmla="*/ 180 h 315"/>
                      <a:gd name="T24" fmla="*/ 56 w 308"/>
                      <a:gd name="T25" fmla="*/ 145 h 315"/>
                      <a:gd name="T26" fmla="*/ 57 w 308"/>
                      <a:gd name="T27" fmla="*/ 126 h 315"/>
                      <a:gd name="T28" fmla="*/ 31 w 308"/>
                      <a:gd name="T29" fmla="*/ 108 h 315"/>
                      <a:gd name="T30" fmla="*/ 76 w 308"/>
                      <a:gd name="T31" fmla="*/ 87 h 315"/>
                      <a:gd name="T32" fmla="*/ 87 w 308"/>
                      <a:gd name="T33" fmla="*/ 84 h 315"/>
                      <a:gd name="T34" fmla="*/ 117 w 308"/>
                      <a:gd name="T35" fmla="*/ 66 h 315"/>
                      <a:gd name="T36" fmla="*/ 135 w 308"/>
                      <a:gd name="T37" fmla="*/ 57 h 315"/>
                      <a:gd name="T38" fmla="*/ 137 w 308"/>
                      <a:gd name="T39" fmla="*/ 25 h 315"/>
                      <a:gd name="T40" fmla="*/ 176 w 308"/>
                      <a:gd name="T41" fmla="*/ 53 h 315"/>
                      <a:gd name="T42" fmla="*/ 185 w 308"/>
                      <a:gd name="T43" fmla="*/ 62 h 315"/>
                      <a:gd name="T44" fmla="*/ 215 w 308"/>
                      <a:gd name="T45" fmla="*/ 77 h 315"/>
                      <a:gd name="T46" fmla="*/ 231 w 308"/>
                      <a:gd name="T47" fmla="*/ 88 h 315"/>
                      <a:gd name="T48" fmla="*/ 259 w 308"/>
                      <a:gd name="T49" fmla="*/ 76 h 315"/>
                      <a:gd name="T50" fmla="*/ 254 w 308"/>
                      <a:gd name="T51" fmla="*/ 123 h 315"/>
                      <a:gd name="T52" fmla="*/ 251 w 308"/>
                      <a:gd name="T53" fmla="*/ 134 h 315"/>
                      <a:gd name="T54" fmla="*/ 253 w 308"/>
                      <a:gd name="T55" fmla="*/ 169 h 315"/>
                      <a:gd name="T56" fmla="*/ 252 w 308"/>
                      <a:gd name="T57" fmla="*/ 188 h 315"/>
                      <a:gd name="T58" fmla="*/ 278 w 308"/>
                      <a:gd name="T59" fmla="*/ 207 h 315"/>
                      <a:gd name="T60" fmla="*/ 278 w 308"/>
                      <a:gd name="T61" fmla="*/ 178 h 315"/>
                      <a:gd name="T62" fmla="*/ 279 w 308"/>
                      <a:gd name="T63" fmla="*/ 148 h 315"/>
                      <a:gd name="T64" fmla="*/ 304 w 308"/>
                      <a:gd name="T65" fmla="*/ 123 h 315"/>
                      <a:gd name="T66" fmla="*/ 308 w 308"/>
                      <a:gd name="T67" fmla="*/ 116 h 315"/>
                      <a:gd name="T68" fmla="*/ 275 w 308"/>
                      <a:gd name="T69" fmla="*/ 51 h 315"/>
                      <a:gd name="T70" fmla="*/ 269 w 308"/>
                      <a:gd name="T71" fmla="*/ 46 h 315"/>
                      <a:gd name="T72" fmla="*/ 256 w 308"/>
                      <a:gd name="T73" fmla="*/ 46 h 315"/>
                      <a:gd name="T74" fmla="*/ 218 w 308"/>
                      <a:gd name="T75" fmla="*/ 49 h 315"/>
                      <a:gd name="T76" fmla="*/ 202 w 308"/>
                      <a:gd name="T77" fmla="*/ 13 h 315"/>
                      <a:gd name="T78" fmla="*/ 193 w 308"/>
                      <a:gd name="T79" fmla="*/ 2 h 315"/>
                      <a:gd name="T80" fmla="*/ 119 w 308"/>
                      <a:gd name="T81" fmla="*/ 2 h 315"/>
                      <a:gd name="T82" fmla="*/ 112 w 308"/>
                      <a:gd name="T83" fmla="*/ 13 h 315"/>
                      <a:gd name="T84" fmla="*/ 93 w 308"/>
                      <a:gd name="T85" fmla="*/ 50 h 315"/>
                      <a:gd name="T86" fmla="*/ 52 w 308"/>
                      <a:gd name="T87" fmla="*/ 46 h 315"/>
                      <a:gd name="T88" fmla="*/ 37 w 308"/>
                      <a:gd name="T89" fmla="*/ 47 h 315"/>
                      <a:gd name="T90" fmla="*/ 1 w 308"/>
                      <a:gd name="T91" fmla="*/ 111 h 315"/>
                      <a:gd name="T92" fmla="*/ 3 w 308"/>
                      <a:gd name="T93" fmla="*/ 121 h 315"/>
                      <a:gd name="T94" fmla="*/ 31 w 308"/>
                      <a:gd name="T95" fmla="*/ 138 h 315"/>
                      <a:gd name="T96" fmla="*/ 30 w 308"/>
                      <a:gd name="T97" fmla="*/ 167 h 315"/>
                      <a:gd name="T98" fmla="*/ 4 w 308"/>
                      <a:gd name="T99" fmla="*/ 193 h 315"/>
                      <a:gd name="T100" fmla="*/ 1 w 308"/>
                      <a:gd name="T101" fmla="*/ 199 h 315"/>
                      <a:gd name="T102" fmla="*/ 34 w 308"/>
                      <a:gd name="T103" fmla="*/ 263 h 315"/>
                      <a:gd name="T104" fmla="*/ 46 w 308"/>
                      <a:gd name="T105" fmla="*/ 270 h 315"/>
                      <a:gd name="T106" fmla="*/ 85 w 308"/>
                      <a:gd name="T107" fmla="*/ 259 h 315"/>
                      <a:gd name="T108" fmla="*/ 112 w 308"/>
                      <a:gd name="T109" fmla="*/ 274 h 315"/>
                      <a:gd name="T110" fmla="*/ 116 w 308"/>
                      <a:gd name="T111" fmla="*/ 311 h 315"/>
                      <a:gd name="T112" fmla="*/ 189 w 308"/>
                      <a:gd name="T113" fmla="*/ 315 h 315"/>
                      <a:gd name="T114" fmla="*/ 201 w 308"/>
                      <a:gd name="T115" fmla="*/ 306 h 315"/>
                      <a:gd name="T116" fmla="*/ 210 w 308"/>
                      <a:gd name="T117" fmla="*/ 270 h 315"/>
                      <a:gd name="T118" fmla="*/ 234 w 308"/>
                      <a:gd name="T119" fmla="*/ 255 h 315"/>
                      <a:gd name="T120" fmla="*/ 267 w 308"/>
                      <a:gd name="T121" fmla="*/ 270 h 315"/>
                      <a:gd name="T122" fmla="*/ 307 w 308"/>
                      <a:gd name="T123" fmla="*/ 208 h 315"/>
                      <a:gd name="T124" fmla="*/ 306 w 308"/>
                      <a:gd name="T125" fmla="*/ 194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308" h="315">
                        <a:moveTo>
                          <a:pt x="260" y="240"/>
                        </a:moveTo>
                        <a:lnTo>
                          <a:pt x="239" y="228"/>
                        </a:lnTo>
                        <a:lnTo>
                          <a:pt x="235" y="227"/>
                        </a:lnTo>
                        <a:lnTo>
                          <a:pt x="231" y="226"/>
                        </a:lnTo>
                        <a:lnTo>
                          <a:pt x="227" y="227"/>
                        </a:lnTo>
                        <a:lnTo>
                          <a:pt x="223" y="229"/>
                        </a:lnTo>
                        <a:lnTo>
                          <a:pt x="215" y="237"/>
                        </a:lnTo>
                        <a:lnTo>
                          <a:pt x="205" y="243"/>
                        </a:lnTo>
                        <a:lnTo>
                          <a:pt x="195" y="248"/>
                        </a:lnTo>
                        <a:lnTo>
                          <a:pt x="185" y="253"/>
                        </a:lnTo>
                        <a:lnTo>
                          <a:pt x="181" y="255"/>
                        </a:lnTo>
                        <a:lnTo>
                          <a:pt x="178" y="257"/>
                        </a:lnTo>
                        <a:lnTo>
                          <a:pt x="177" y="260"/>
                        </a:lnTo>
                        <a:lnTo>
                          <a:pt x="176" y="265"/>
                        </a:lnTo>
                        <a:lnTo>
                          <a:pt x="176" y="289"/>
                        </a:lnTo>
                        <a:lnTo>
                          <a:pt x="137" y="289"/>
                        </a:lnTo>
                        <a:lnTo>
                          <a:pt x="137" y="265"/>
                        </a:lnTo>
                        <a:lnTo>
                          <a:pt x="136" y="260"/>
                        </a:lnTo>
                        <a:lnTo>
                          <a:pt x="135" y="257"/>
                        </a:lnTo>
                        <a:lnTo>
                          <a:pt x="132" y="255"/>
                        </a:lnTo>
                        <a:lnTo>
                          <a:pt x="129" y="253"/>
                        </a:lnTo>
                        <a:lnTo>
                          <a:pt x="117" y="248"/>
                        </a:lnTo>
                        <a:lnTo>
                          <a:pt x="105" y="243"/>
                        </a:lnTo>
                        <a:lnTo>
                          <a:pt x="95" y="237"/>
                        </a:lnTo>
                        <a:lnTo>
                          <a:pt x="87" y="229"/>
                        </a:lnTo>
                        <a:lnTo>
                          <a:pt x="84" y="227"/>
                        </a:lnTo>
                        <a:lnTo>
                          <a:pt x="79" y="226"/>
                        </a:lnTo>
                        <a:lnTo>
                          <a:pt x="76" y="227"/>
                        </a:lnTo>
                        <a:lnTo>
                          <a:pt x="72" y="228"/>
                        </a:lnTo>
                        <a:lnTo>
                          <a:pt x="50" y="240"/>
                        </a:lnTo>
                        <a:lnTo>
                          <a:pt x="30" y="207"/>
                        </a:lnTo>
                        <a:lnTo>
                          <a:pt x="51" y="194"/>
                        </a:lnTo>
                        <a:lnTo>
                          <a:pt x="55" y="192"/>
                        </a:lnTo>
                        <a:lnTo>
                          <a:pt x="57" y="188"/>
                        </a:lnTo>
                        <a:lnTo>
                          <a:pt x="58" y="184"/>
                        </a:lnTo>
                        <a:lnTo>
                          <a:pt x="58" y="180"/>
                        </a:lnTo>
                        <a:lnTo>
                          <a:pt x="56" y="168"/>
                        </a:lnTo>
                        <a:lnTo>
                          <a:pt x="55" y="157"/>
                        </a:lnTo>
                        <a:lnTo>
                          <a:pt x="56" y="145"/>
                        </a:lnTo>
                        <a:lnTo>
                          <a:pt x="58" y="134"/>
                        </a:lnTo>
                        <a:lnTo>
                          <a:pt x="58" y="130"/>
                        </a:lnTo>
                        <a:lnTo>
                          <a:pt x="57" y="126"/>
                        </a:lnTo>
                        <a:lnTo>
                          <a:pt x="55" y="123"/>
                        </a:lnTo>
                        <a:lnTo>
                          <a:pt x="51" y="120"/>
                        </a:lnTo>
                        <a:lnTo>
                          <a:pt x="31" y="108"/>
                        </a:lnTo>
                        <a:lnTo>
                          <a:pt x="50" y="73"/>
                        </a:lnTo>
                        <a:lnTo>
                          <a:pt x="72" y="86"/>
                        </a:lnTo>
                        <a:lnTo>
                          <a:pt x="76" y="87"/>
                        </a:lnTo>
                        <a:lnTo>
                          <a:pt x="79" y="87"/>
                        </a:lnTo>
                        <a:lnTo>
                          <a:pt x="84" y="86"/>
                        </a:lnTo>
                        <a:lnTo>
                          <a:pt x="87" y="84"/>
                        </a:lnTo>
                        <a:lnTo>
                          <a:pt x="95" y="78"/>
                        </a:lnTo>
                        <a:lnTo>
                          <a:pt x="105" y="71"/>
                        </a:lnTo>
                        <a:lnTo>
                          <a:pt x="117" y="66"/>
                        </a:lnTo>
                        <a:lnTo>
                          <a:pt x="129" y="62"/>
                        </a:lnTo>
                        <a:lnTo>
                          <a:pt x="132" y="59"/>
                        </a:lnTo>
                        <a:lnTo>
                          <a:pt x="135" y="57"/>
                        </a:lnTo>
                        <a:lnTo>
                          <a:pt x="136" y="53"/>
                        </a:lnTo>
                        <a:lnTo>
                          <a:pt x="137" y="50"/>
                        </a:lnTo>
                        <a:lnTo>
                          <a:pt x="137" y="25"/>
                        </a:lnTo>
                        <a:lnTo>
                          <a:pt x="176" y="25"/>
                        </a:lnTo>
                        <a:lnTo>
                          <a:pt x="176" y="50"/>
                        </a:lnTo>
                        <a:lnTo>
                          <a:pt x="176" y="53"/>
                        </a:lnTo>
                        <a:lnTo>
                          <a:pt x="178" y="57"/>
                        </a:lnTo>
                        <a:lnTo>
                          <a:pt x="181" y="59"/>
                        </a:lnTo>
                        <a:lnTo>
                          <a:pt x="185" y="62"/>
                        </a:lnTo>
                        <a:lnTo>
                          <a:pt x="195" y="66"/>
                        </a:lnTo>
                        <a:lnTo>
                          <a:pt x="205" y="71"/>
                        </a:lnTo>
                        <a:lnTo>
                          <a:pt x="215" y="77"/>
                        </a:lnTo>
                        <a:lnTo>
                          <a:pt x="223" y="84"/>
                        </a:lnTo>
                        <a:lnTo>
                          <a:pt x="227" y="87"/>
                        </a:lnTo>
                        <a:lnTo>
                          <a:pt x="231" y="88"/>
                        </a:lnTo>
                        <a:lnTo>
                          <a:pt x="235" y="88"/>
                        </a:lnTo>
                        <a:lnTo>
                          <a:pt x="239" y="86"/>
                        </a:lnTo>
                        <a:lnTo>
                          <a:pt x="259" y="76"/>
                        </a:lnTo>
                        <a:lnTo>
                          <a:pt x="278" y="108"/>
                        </a:lnTo>
                        <a:lnTo>
                          <a:pt x="258" y="120"/>
                        </a:lnTo>
                        <a:lnTo>
                          <a:pt x="254" y="123"/>
                        </a:lnTo>
                        <a:lnTo>
                          <a:pt x="252" y="126"/>
                        </a:lnTo>
                        <a:lnTo>
                          <a:pt x="251" y="130"/>
                        </a:lnTo>
                        <a:lnTo>
                          <a:pt x="251" y="134"/>
                        </a:lnTo>
                        <a:lnTo>
                          <a:pt x="253" y="145"/>
                        </a:lnTo>
                        <a:lnTo>
                          <a:pt x="254" y="157"/>
                        </a:lnTo>
                        <a:lnTo>
                          <a:pt x="253" y="169"/>
                        </a:lnTo>
                        <a:lnTo>
                          <a:pt x="251" y="180"/>
                        </a:lnTo>
                        <a:lnTo>
                          <a:pt x="251" y="184"/>
                        </a:lnTo>
                        <a:lnTo>
                          <a:pt x="252" y="188"/>
                        </a:lnTo>
                        <a:lnTo>
                          <a:pt x="254" y="192"/>
                        </a:lnTo>
                        <a:lnTo>
                          <a:pt x="258" y="194"/>
                        </a:lnTo>
                        <a:lnTo>
                          <a:pt x="278" y="207"/>
                        </a:lnTo>
                        <a:lnTo>
                          <a:pt x="260" y="240"/>
                        </a:lnTo>
                        <a:close/>
                        <a:moveTo>
                          <a:pt x="302" y="192"/>
                        </a:moveTo>
                        <a:lnTo>
                          <a:pt x="278" y="178"/>
                        </a:lnTo>
                        <a:lnTo>
                          <a:pt x="279" y="167"/>
                        </a:lnTo>
                        <a:lnTo>
                          <a:pt x="279" y="157"/>
                        </a:lnTo>
                        <a:lnTo>
                          <a:pt x="279" y="148"/>
                        </a:lnTo>
                        <a:lnTo>
                          <a:pt x="278" y="138"/>
                        </a:lnTo>
                        <a:lnTo>
                          <a:pt x="302" y="124"/>
                        </a:lnTo>
                        <a:lnTo>
                          <a:pt x="304" y="123"/>
                        </a:lnTo>
                        <a:lnTo>
                          <a:pt x="306" y="121"/>
                        </a:lnTo>
                        <a:lnTo>
                          <a:pt x="307" y="119"/>
                        </a:lnTo>
                        <a:lnTo>
                          <a:pt x="308" y="116"/>
                        </a:lnTo>
                        <a:lnTo>
                          <a:pt x="308" y="111"/>
                        </a:lnTo>
                        <a:lnTo>
                          <a:pt x="306" y="106"/>
                        </a:lnTo>
                        <a:lnTo>
                          <a:pt x="275" y="51"/>
                        </a:lnTo>
                        <a:lnTo>
                          <a:pt x="273" y="49"/>
                        </a:lnTo>
                        <a:lnTo>
                          <a:pt x="271" y="47"/>
                        </a:lnTo>
                        <a:lnTo>
                          <a:pt x="269" y="46"/>
                        </a:lnTo>
                        <a:lnTo>
                          <a:pt x="266" y="44"/>
                        </a:lnTo>
                        <a:lnTo>
                          <a:pt x="262" y="44"/>
                        </a:lnTo>
                        <a:lnTo>
                          <a:pt x="256" y="46"/>
                        </a:lnTo>
                        <a:lnTo>
                          <a:pt x="234" y="59"/>
                        </a:lnTo>
                        <a:lnTo>
                          <a:pt x="226" y="54"/>
                        </a:lnTo>
                        <a:lnTo>
                          <a:pt x="218" y="49"/>
                        </a:lnTo>
                        <a:lnTo>
                          <a:pt x="210" y="44"/>
                        </a:lnTo>
                        <a:lnTo>
                          <a:pt x="202" y="41"/>
                        </a:lnTo>
                        <a:lnTo>
                          <a:pt x="202" y="13"/>
                        </a:lnTo>
                        <a:lnTo>
                          <a:pt x="201" y="8"/>
                        </a:lnTo>
                        <a:lnTo>
                          <a:pt x="197" y="4"/>
                        </a:lnTo>
                        <a:lnTo>
                          <a:pt x="193" y="2"/>
                        </a:lnTo>
                        <a:lnTo>
                          <a:pt x="189" y="0"/>
                        </a:lnTo>
                        <a:lnTo>
                          <a:pt x="124" y="0"/>
                        </a:lnTo>
                        <a:lnTo>
                          <a:pt x="119" y="2"/>
                        </a:lnTo>
                        <a:lnTo>
                          <a:pt x="116" y="4"/>
                        </a:lnTo>
                        <a:lnTo>
                          <a:pt x="113" y="8"/>
                        </a:lnTo>
                        <a:lnTo>
                          <a:pt x="112" y="13"/>
                        </a:lnTo>
                        <a:lnTo>
                          <a:pt x="112" y="41"/>
                        </a:lnTo>
                        <a:lnTo>
                          <a:pt x="102" y="44"/>
                        </a:lnTo>
                        <a:lnTo>
                          <a:pt x="93" y="50"/>
                        </a:lnTo>
                        <a:lnTo>
                          <a:pt x="85" y="54"/>
                        </a:lnTo>
                        <a:lnTo>
                          <a:pt x="77" y="59"/>
                        </a:lnTo>
                        <a:lnTo>
                          <a:pt x="52" y="46"/>
                        </a:lnTo>
                        <a:lnTo>
                          <a:pt x="47" y="44"/>
                        </a:lnTo>
                        <a:lnTo>
                          <a:pt x="43" y="44"/>
                        </a:lnTo>
                        <a:lnTo>
                          <a:pt x="37" y="47"/>
                        </a:lnTo>
                        <a:lnTo>
                          <a:pt x="34" y="51"/>
                        </a:lnTo>
                        <a:lnTo>
                          <a:pt x="2" y="106"/>
                        </a:lnTo>
                        <a:lnTo>
                          <a:pt x="1" y="111"/>
                        </a:lnTo>
                        <a:lnTo>
                          <a:pt x="1" y="116"/>
                        </a:lnTo>
                        <a:lnTo>
                          <a:pt x="2" y="119"/>
                        </a:lnTo>
                        <a:lnTo>
                          <a:pt x="3" y="121"/>
                        </a:lnTo>
                        <a:lnTo>
                          <a:pt x="5" y="123"/>
                        </a:lnTo>
                        <a:lnTo>
                          <a:pt x="7" y="124"/>
                        </a:lnTo>
                        <a:lnTo>
                          <a:pt x="31" y="138"/>
                        </a:lnTo>
                        <a:lnTo>
                          <a:pt x="30" y="148"/>
                        </a:lnTo>
                        <a:lnTo>
                          <a:pt x="29" y="157"/>
                        </a:lnTo>
                        <a:lnTo>
                          <a:pt x="30" y="167"/>
                        </a:lnTo>
                        <a:lnTo>
                          <a:pt x="31" y="178"/>
                        </a:lnTo>
                        <a:lnTo>
                          <a:pt x="6" y="192"/>
                        </a:lnTo>
                        <a:lnTo>
                          <a:pt x="4" y="193"/>
                        </a:lnTo>
                        <a:lnTo>
                          <a:pt x="3" y="194"/>
                        </a:lnTo>
                        <a:lnTo>
                          <a:pt x="2" y="196"/>
                        </a:lnTo>
                        <a:lnTo>
                          <a:pt x="1" y="199"/>
                        </a:lnTo>
                        <a:lnTo>
                          <a:pt x="0" y="203"/>
                        </a:lnTo>
                        <a:lnTo>
                          <a:pt x="2" y="208"/>
                        </a:lnTo>
                        <a:lnTo>
                          <a:pt x="34" y="263"/>
                        </a:lnTo>
                        <a:lnTo>
                          <a:pt x="37" y="268"/>
                        </a:lnTo>
                        <a:lnTo>
                          <a:pt x="42" y="270"/>
                        </a:lnTo>
                        <a:lnTo>
                          <a:pt x="46" y="270"/>
                        </a:lnTo>
                        <a:lnTo>
                          <a:pt x="51" y="269"/>
                        </a:lnTo>
                        <a:lnTo>
                          <a:pt x="77" y="254"/>
                        </a:lnTo>
                        <a:lnTo>
                          <a:pt x="85" y="259"/>
                        </a:lnTo>
                        <a:lnTo>
                          <a:pt x="93" y="266"/>
                        </a:lnTo>
                        <a:lnTo>
                          <a:pt x="102" y="270"/>
                        </a:lnTo>
                        <a:lnTo>
                          <a:pt x="112" y="274"/>
                        </a:lnTo>
                        <a:lnTo>
                          <a:pt x="112" y="302"/>
                        </a:lnTo>
                        <a:lnTo>
                          <a:pt x="113" y="306"/>
                        </a:lnTo>
                        <a:lnTo>
                          <a:pt x="116" y="311"/>
                        </a:lnTo>
                        <a:lnTo>
                          <a:pt x="119" y="314"/>
                        </a:lnTo>
                        <a:lnTo>
                          <a:pt x="124" y="315"/>
                        </a:lnTo>
                        <a:lnTo>
                          <a:pt x="189" y="315"/>
                        </a:lnTo>
                        <a:lnTo>
                          <a:pt x="193" y="314"/>
                        </a:lnTo>
                        <a:lnTo>
                          <a:pt x="197" y="311"/>
                        </a:lnTo>
                        <a:lnTo>
                          <a:pt x="201" y="306"/>
                        </a:lnTo>
                        <a:lnTo>
                          <a:pt x="202" y="302"/>
                        </a:lnTo>
                        <a:lnTo>
                          <a:pt x="202" y="274"/>
                        </a:lnTo>
                        <a:lnTo>
                          <a:pt x="210" y="270"/>
                        </a:lnTo>
                        <a:lnTo>
                          <a:pt x="218" y="266"/>
                        </a:lnTo>
                        <a:lnTo>
                          <a:pt x="226" y="260"/>
                        </a:lnTo>
                        <a:lnTo>
                          <a:pt x="234" y="255"/>
                        </a:lnTo>
                        <a:lnTo>
                          <a:pt x="258" y="268"/>
                        </a:lnTo>
                        <a:lnTo>
                          <a:pt x="262" y="270"/>
                        </a:lnTo>
                        <a:lnTo>
                          <a:pt x="267" y="270"/>
                        </a:lnTo>
                        <a:lnTo>
                          <a:pt x="271" y="268"/>
                        </a:lnTo>
                        <a:lnTo>
                          <a:pt x="275" y="263"/>
                        </a:lnTo>
                        <a:lnTo>
                          <a:pt x="307" y="208"/>
                        </a:lnTo>
                        <a:lnTo>
                          <a:pt x="308" y="202"/>
                        </a:lnTo>
                        <a:lnTo>
                          <a:pt x="308" y="198"/>
                        </a:lnTo>
                        <a:lnTo>
                          <a:pt x="306" y="194"/>
                        </a:lnTo>
                        <a:lnTo>
                          <a:pt x="302" y="19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794BDE8A-8864-F624-50E9-401E04EB93E3}"/>
                    </a:ext>
                  </a:extLst>
                </p:cNvPr>
                <p:cNvGrpSpPr/>
                <p:nvPr/>
              </p:nvGrpSpPr>
              <p:grpSpPr>
                <a:xfrm flipH="1">
                  <a:off x="7533051" y="4373271"/>
                  <a:ext cx="493396" cy="493396"/>
                  <a:chOff x="8736013" y="1925638"/>
                  <a:chExt cx="287338" cy="287338"/>
                </a:xfrm>
                <a:solidFill>
                  <a:schemeClr val="bg1"/>
                </a:solidFill>
              </p:grpSpPr>
              <p:sp>
                <p:nvSpPr>
                  <p:cNvPr id="55" name="Freeform 97">
                    <a:extLst>
                      <a:ext uri="{FF2B5EF4-FFF2-40B4-BE49-F238E27FC236}">
                        <a16:creationId xmlns:a16="http://schemas.microsoft.com/office/drawing/2014/main" id="{36E28406-CF32-6980-BCEA-5469312EF88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736013" y="1925638"/>
                    <a:ext cx="287338" cy="287338"/>
                  </a:xfrm>
                  <a:custGeom>
                    <a:avLst/>
                    <a:gdLst>
                      <a:gd name="T0" fmla="*/ 481 w 902"/>
                      <a:gd name="T1" fmla="*/ 863 h 902"/>
                      <a:gd name="T2" fmla="*/ 872 w 902"/>
                      <a:gd name="T3" fmla="*/ 219 h 902"/>
                      <a:gd name="T4" fmla="*/ 30 w 902"/>
                      <a:gd name="T5" fmla="*/ 219 h 902"/>
                      <a:gd name="T6" fmla="*/ 451 w 902"/>
                      <a:gd name="T7" fmla="*/ 864 h 902"/>
                      <a:gd name="T8" fmla="*/ 30 w 902"/>
                      <a:gd name="T9" fmla="*/ 219 h 902"/>
                      <a:gd name="T10" fmla="*/ 54 w 902"/>
                      <a:gd name="T11" fmla="*/ 197 h 902"/>
                      <a:gd name="T12" fmla="*/ 648 w 902"/>
                      <a:gd name="T13" fmla="*/ 290 h 902"/>
                      <a:gd name="T14" fmla="*/ 466 w 902"/>
                      <a:gd name="T15" fmla="*/ 32 h 902"/>
                      <a:gd name="T16" fmla="*/ 683 w 902"/>
                      <a:gd name="T17" fmla="*/ 274 h 902"/>
                      <a:gd name="T18" fmla="*/ 466 w 902"/>
                      <a:gd name="T19" fmla="*/ 32 h 902"/>
                      <a:gd name="T20" fmla="*/ 902 w 902"/>
                      <a:gd name="T21" fmla="*/ 195 h 902"/>
                      <a:gd name="T22" fmla="*/ 901 w 902"/>
                      <a:gd name="T23" fmla="*/ 191 h 902"/>
                      <a:gd name="T24" fmla="*/ 901 w 902"/>
                      <a:gd name="T25" fmla="*/ 190 h 902"/>
                      <a:gd name="T26" fmla="*/ 898 w 902"/>
                      <a:gd name="T27" fmla="*/ 186 h 902"/>
                      <a:gd name="T28" fmla="*/ 898 w 902"/>
                      <a:gd name="T29" fmla="*/ 185 h 902"/>
                      <a:gd name="T30" fmla="*/ 896 w 902"/>
                      <a:gd name="T31" fmla="*/ 184 h 902"/>
                      <a:gd name="T32" fmla="*/ 893 w 902"/>
                      <a:gd name="T33" fmla="*/ 183 h 902"/>
                      <a:gd name="T34" fmla="*/ 892 w 902"/>
                      <a:gd name="T35" fmla="*/ 182 h 902"/>
                      <a:gd name="T36" fmla="*/ 469 w 902"/>
                      <a:gd name="T37" fmla="*/ 0 h 902"/>
                      <a:gd name="T38" fmla="*/ 463 w 902"/>
                      <a:gd name="T39" fmla="*/ 0 h 902"/>
                      <a:gd name="T40" fmla="*/ 10 w 902"/>
                      <a:gd name="T41" fmla="*/ 182 h 902"/>
                      <a:gd name="T42" fmla="*/ 9 w 902"/>
                      <a:gd name="T43" fmla="*/ 183 h 902"/>
                      <a:gd name="T44" fmla="*/ 6 w 902"/>
                      <a:gd name="T45" fmla="*/ 184 h 902"/>
                      <a:gd name="T46" fmla="*/ 4 w 902"/>
                      <a:gd name="T47" fmla="*/ 185 h 902"/>
                      <a:gd name="T48" fmla="*/ 4 w 902"/>
                      <a:gd name="T49" fmla="*/ 186 h 902"/>
                      <a:gd name="T50" fmla="*/ 1 w 902"/>
                      <a:gd name="T51" fmla="*/ 189 h 902"/>
                      <a:gd name="T52" fmla="*/ 1 w 902"/>
                      <a:gd name="T53" fmla="*/ 190 h 902"/>
                      <a:gd name="T54" fmla="*/ 0 w 902"/>
                      <a:gd name="T55" fmla="*/ 195 h 902"/>
                      <a:gd name="T56" fmla="*/ 0 w 902"/>
                      <a:gd name="T57" fmla="*/ 195 h 902"/>
                      <a:gd name="T58" fmla="*/ 0 w 902"/>
                      <a:gd name="T59" fmla="*/ 195 h 902"/>
                      <a:gd name="T60" fmla="*/ 0 w 902"/>
                      <a:gd name="T61" fmla="*/ 681 h 902"/>
                      <a:gd name="T62" fmla="*/ 5 w 902"/>
                      <a:gd name="T63" fmla="*/ 688 h 902"/>
                      <a:gd name="T64" fmla="*/ 460 w 902"/>
                      <a:gd name="T65" fmla="*/ 901 h 902"/>
                      <a:gd name="T66" fmla="*/ 461 w 902"/>
                      <a:gd name="T67" fmla="*/ 901 h 902"/>
                      <a:gd name="T68" fmla="*/ 466 w 902"/>
                      <a:gd name="T69" fmla="*/ 902 h 902"/>
                      <a:gd name="T70" fmla="*/ 472 w 902"/>
                      <a:gd name="T71" fmla="*/ 901 h 902"/>
                      <a:gd name="T72" fmla="*/ 472 w 902"/>
                      <a:gd name="T73" fmla="*/ 900 h 902"/>
                      <a:gd name="T74" fmla="*/ 897 w 902"/>
                      <a:gd name="T75" fmla="*/ 688 h 902"/>
                      <a:gd name="T76" fmla="*/ 901 w 902"/>
                      <a:gd name="T77" fmla="*/ 681 h 902"/>
                      <a:gd name="T78" fmla="*/ 902 w 902"/>
                      <a:gd name="T79" fmla="*/ 195 h 902"/>
                      <a:gd name="T80" fmla="*/ 902 w 902"/>
                      <a:gd name="T81" fmla="*/ 195 h 9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902" h="902">
                        <a:moveTo>
                          <a:pt x="872" y="668"/>
                        </a:moveTo>
                        <a:lnTo>
                          <a:pt x="481" y="863"/>
                        </a:lnTo>
                        <a:lnTo>
                          <a:pt x="481" y="401"/>
                        </a:lnTo>
                        <a:lnTo>
                          <a:pt x="872" y="219"/>
                        </a:lnTo>
                        <a:lnTo>
                          <a:pt x="872" y="668"/>
                        </a:lnTo>
                        <a:close/>
                        <a:moveTo>
                          <a:pt x="30" y="219"/>
                        </a:moveTo>
                        <a:lnTo>
                          <a:pt x="451" y="401"/>
                        </a:lnTo>
                        <a:lnTo>
                          <a:pt x="451" y="864"/>
                        </a:lnTo>
                        <a:lnTo>
                          <a:pt x="30" y="667"/>
                        </a:lnTo>
                        <a:lnTo>
                          <a:pt x="30" y="219"/>
                        </a:lnTo>
                        <a:close/>
                        <a:moveTo>
                          <a:pt x="466" y="374"/>
                        </a:moveTo>
                        <a:lnTo>
                          <a:pt x="54" y="197"/>
                        </a:lnTo>
                        <a:lnTo>
                          <a:pt x="266" y="112"/>
                        </a:lnTo>
                        <a:lnTo>
                          <a:pt x="648" y="290"/>
                        </a:lnTo>
                        <a:lnTo>
                          <a:pt x="466" y="374"/>
                        </a:lnTo>
                        <a:close/>
                        <a:moveTo>
                          <a:pt x="466" y="32"/>
                        </a:moveTo>
                        <a:lnTo>
                          <a:pt x="851" y="197"/>
                        </a:lnTo>
                        <a:lnTo>
                          <a:pt x="683" y="274"/>
                        </a:lnTo>
                        <a:lnTo>
                          <a:pt x="304" y="97"/>
                        </a:lnTo>
                        <a:lnTo>
                          <a:pt x="466" y="32"/>
                        </a:lnTo>
                        <a:close/>
                        <a:moveTo>
                          <a:pt x="902" y="195"/>
                        </a:moveTo>
                        <a:lnTo>
                          <a:pt x="902" y="195"/>
                        </a:lnTo>
                        <a:lnTo>
                          <a:pt x="902" y="193"/>
                        </a:lnTo>
                        <a:lnTo>
                          <a:pt x="901" y="191"/>
                        </a:lnTo>
                        <a:lnTo>
                          <a:pt x="901" y="190"/>
                        </a:lnTo>
                        <a:lnTo>
                          <a:pt x="901" y="190"/>
                        </a:lnTo>
                        <a:lnTo>
                          <a:pt x="900" y="188"/>
                        </a:lnTo>
                        <a:lnTo>
                          <a:pt x="898" y="186"/>
                        </a:lnTo>
                        <a:lnTo>
                          <a:pt x="898" y="186"/>
                        </a:lnTo>
                        <a:lnTo>
                          <a:pt x="898" y="185"/>
                        </a:lnTo>
                        <a:lnTo>
                          <a:pt x="897" y="184"/>
                        </a:lnTo>
                        <a:lnTo>
                          <a:pt x="896" y="184"/>
                        </a:lnTo>
                        <a:lnTo>
                          <a:pt x="895" y="183"/>
                        </a:lnTo>
                        <a:lnTo>
                          <a:pt x="893" y="183"/>
                        </a:lnTo>
                        <a:lnTo>
                          <a:pt x="893" y="183"/>
                        </a:lnTo>
                        <a:lnTo>
                          <a:pt x="892" y="182"/>
                        </a:lnTo>
                        <a:lnTo>
                          <a:pt x="471" y="2"/>
                        </a:lnTo>
                        <a:lnTo>
                          <a:pt x="469" y="0"/>
                        </a:lnTo>
                        <a:lnTo>
                          <a:pt x="466" y="0"/>
                        </a:lnTo>
                        <a:lnTo>
                          <a:pt x="463" y="0"/>
                        </a:lnTo>
                        <a:lnTo>
                          <a:pt x="461" y="2"/>
                        </a:lnTo>
                        <a:lnTo>
                          <a:pt x="10" y="182"/>
                        </a:lnTo>
                        <a:lnTo>
                          <a:pt x="9" y="182"/>
                        </a:lnTo>
                        <a:lnTo>
                          <a:pt x="9" y="183"/>
                        </a:lnTo>
                        <a:lnTo>
                          <a:pt x="8" y="183"/>
                        </a:lnTo>
                        <a:lnTo>
                          <a:pt x="6" y="184"/>
                        </a:lnTo>
                        <a:lnTo>
                          <a:pt x="5" y="184"/>
                        </a:lnTo>
                        <a:lnTo>
                          <a:pt x="4" y="185"/>
                        </a:lnTo>
                        <a:lnTo>
                          <a:pt x="4" y="185"/>
                        </a:lnTo>
                        <a:lnTo>
                          <a:pt x="4" y="186"/>
                        </a:lnTo>
                        <a:lnTo>
                          <a:pt x="2" y="187"/>
                        </a:lnTo>
                        <a:lnTo>
                          <a:pt x="1" y="189"/>
                        </a:lnTo>
                        <a:lnTo>
                          <a:pt x="1" y="190"/>
                        </a:lnTo>
                        <a:lnTo>
                          <a:pt x="1" y="190"/>
                        </a:lnTo>
                        <a:lnTo>
                          <a:pt x="0" y="192"/>
                        </a:lnTo>
                        <a:lnTo>
                          <a:pt x="0" y="195"/>
                        </a:lnTo>
                        <a:lnTo>
                          <a:pt x="0" y="195"/>
                        </a:lnTo>
                        <a:lnTo>
                          <a:pt x="0" y="195"/>
                        </a:lnTo>
                        <a:lnTo>
                          <a:pt x="0" y="195"/>
                        </a:lnTo>
                        <a:lnTo>
                          <a:pt x="0" y="195"/>
                        </a:lnTo>
                        <a:lnTo>
                          <a:pt x="0" y="676"/>
                        </a:lnTo>
                        <a:lnTo>
                          <a:pt x="0" y="681"/>
                        </a:lnTo>
                        <a:lnTo>
                          <a:pt x="2" y="685"/>
                        </a:lnTo>
                        <a:lnTo>
                          <a:pt x="5" y="688"/>
                        </a:lnTo>
                        <a:lnTo>
                          <a:pt x="9" y="690"/>
                        </a:lnTo>
                        <a:lnTo>
                          <a:pt x="460" y="901"/>
                        </a:lnTo>
                        <a:lnTo>
                          <a:pt x="460" y="901"/>
                        </a:lnTo>
                        <a:lnTo>
                          <a:pt x="461" y="901"/>
                        </a:lnTo>
                        <a:lnTo>
                          <a:pt x="463" y="902"/>
                        </a:lnTo>
                        <a:lnTo>
                          <a:pt x="466" y="902"/>
                        </a:lnTo>
                        <a:lnTo>
                          <a:pt x="469" y="902"/>
                        </a:lnTo>
                        <a:lnTo>
                          <a:pt x="472" y="901"/>
                        </a:lnTo>
                        <a:lnTo>
                          <a:pt x="472" y="901"/>
                        </a:lnTo>
                        <a:lnTo>
                          <a:pt x="472" y="900"/>
                        </a:lnTo>
                        <a:lnTo>
                          <a:pt x="893" y="690"/>
                        </a:lnTo>
                        <a:lnTo>
                          <a:pt x="897" y="688"/>
                        </a:lnTo>
                        <a:lnTo>
                          <a:pt x="900" y="685"/>
                        </a:lnTo>
                        <a:lnTo>
                          <a:pt x="901" y="681"/>
                        </a:lnTo>
                        <a:lnTo>
                          <a:pt x="902" y="676"/>
                        </a:lnTo>
                        <a:lnTo>
                          <a:pt x="902" y="195"/>
                        </a:lnTo>
                        <a:lnTo>
                          <a:pt x="902" y="195"/>
                        </a:lnTo>
                        <a:lnTo>
                          <a:pt x="902" y="19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98">
                    <a:extLst>
                      <a:ext uri="{FF2B5EF4-FFF2-40B4-BE49-F238E27FC236}">
                        <a16:creationId xmlns:a16="http://schemas.microsoft.com/office/drawing/2014/main" id="{ADD9F878-CF83-E478-C236-B5E513D2F1F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774113" y="2041525"/>
                    <a:ext cx="77788" cy="100013"/>
                  </a:xfrm>
                  <a:custGeom>
                    <a:avLst/>
                    <a:gdLst>
                      <a:gd name="T0" fmla="*/ 211 w 241"/>
                      <a:gd name="T1" fmla="*/ 278 h 315"/>
                      <a:gd name="T2" fmla="*/ 30 w 241"/>
                      <a:gd name="T3" fmla="*/ 201 h 315"/>
                      <a:gd name="T4" fmla="*/ 30 w 241"/>
                      <a:gd name="T5" fmla="*/ 38 h 315"/>
                      <a:gd name="T6" fmla="*/ 211 w 241"/>
                      <a:gd name="T7" fmla="*/ 115 h 315"/>
                      <a:gd name="T8" fmla="*/ 211 w 241"/>
                      <a:gd name="T9" fmla="*/ 278 h 315"/>
                      <a:gd name="T10" fmla="*/ 231 w 241"/>
                      <a:gd name="T11" fmla="*/ 92 h 315"/>
                      <a:gd name="T12" fmla="*/ 21 w 241"/>
                      <a:gd name="T13" fmla="*/ 2 h 315"/>
                      <a:gd name="T14" fmla="*/ 17 w 241"/>
                      <a:gd name="T15" fmla="*/ 0 h 315"/>
                      <a:gd name="T16" fmla="*/ 14 w 241"/>
                      <a:gd name="T17" fmla="*/ 0 h 315"/>
                      <a:gd name="T18" fmla="*/ 11 w 241"/>
                      <a:gd name="T19" fmla="*/ 0 h 315"/>
                      <a:gd name="T20" fmla="*/ 6 w 241"/>
                      <a:gd name="T21" fmla="*/ 3 h 315"/>
                      <a:gd name="T22" fmla="*/ 4 w 241"/>
                      <a:gd name="T23" fmla="*/ 5 h 315"/>
                      <a:gd name="T24" fmla="*/ 2 w 241"/>
                      <a:gd name="T25" fmla="*/ 8 h 315"/>
                      <a:gd name="T26" fmla="*/ 1 w 241"/>
                      <a:gd name="T27" fmla="*/ 11 h 315"/>
                      <a:gd name="T28" fmla="*/ 0 w 241"/>
                      <a:gd name="T29" fmla="*/ 15 h 315"/>
                      <a:gd name="T30" fmla="*/ 0 w 241"/>
                      <a:gd name="T31" fmla="*/ 210 h 315"/>
                      <a:gd name="T32" fmla="*/ 1 w 241"/>
                      <a:gd name="T33" fmla="*/ 215 h 315"/>
                      <a:gd name="T34" fmla="*/ 2 w 241"/>
                      <a:gd name="T35" fmla="*/ 219 h 315"/>
                      <a:gd name="T36" fmla="*/ 5 w 241"/>
                      <a:gd name="T37" fmla="*/ 222 h 315"/>
                      <a:gd name="T38" fmla="*/ 10 w 241"/>
                      <a:gd name="T39" fmla="*/ 224 h 315"/>
                      <a:gd name="T40" fmla="*/ 220 w 241"/>
                      <a:gd name="T41" fmla="*/ 314 h 315"/>
                      <a:gd name="T42" fmla="*/ 223 w 241"/>
                      <a:gd name="T43" fmla="*/ 315 h 315"/>
                      <a:gd name="T44" fmla="*/ 226 w 241"/>
                      <a:gd name="T45" fmla="*/ 315 h 315"/>
                      <a:gd name="T46" fmla="*/ 230 w 241"/>
                      <a:gd name="T47" fmla="*/ 315 h 315"/>
                      <a:gd name="T48" fmla="*/ 234 w 241"/>
                      <a:gd name="T49" fmla="*/ 313 h 315"/>
                      <a:gd name="T50" fmla="*/ 237 w 241"/>
                      <a:gd name="T51" fmla="*/ 311 h 315"/>
                      <a:gd name="T52" fmla="*/ 239 w 241"/>
                      <a:gd name="T53" fmla="*/ 308 h 315"/>
                      <a:gd name="T54" fmla="*/ 240 w 241"/>
                      <a:gd name="T55" fmla="*/ 305 h 315"/>
                      <a:gd name="T56" fmla="*/ 241 w 241"/>
                      <a:gd name="T57" fmla="*/ 300 h 315"/>
                      <a:gd name="T58" fmla="*/ 241 w 241"/>
                      <a:gd name="T59" fmla="*/ 105 h 315"/>
                      <a:gd name="T60" fmla="*/ 240 w 241"/>
                      <a:gd name="T61" fmla="*/ 101 h 315"/>
                      <a:gd name="T62" fmla="*/ 238 w 241"/>
                      <a:gd name="T63" fmla="*/ 97 h 315"/>
                      <a:gd name="T64" fmla="*/ 236 w 241"/>
                      <a:gd name="T65" fmla="*/ 94 h 315"/>
                      <a:gd name="T66" fmla="*/ 231 w 241"/>
                      <a:gd name="T67" fmla="*/ 92 h 315"/>
                      <a:gd name="T68" fmla="*/ 231 w 241"/>
                      <a:gd name="T69" fmla="*/ 92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241" h="315">
                        <a:moveTo>
                          <a:pt x="211" y="278"/>
                        </a:moveTo>
                        <a:lnTo>
                          <a:pt x="30" y="201"/>
                        </a:lnTo>
                        <a:lnTo>
                          <a:pt x="30" y="38"/>
                        </a:lnTo>
                        <a:lnTo>
                          <a:pt x="211" y="115"/>
                        </a:lnTo>
                        <a:lnTo>
                          <a:pt x="211" y="278"/>
                        </a:lnTo>
                        <a:close/>
                        <a:moveTo>
                          <a:pt x="231" y="92"/>
                        </a:moveTo>
                        <a:lnTo>
                          <a:pt x="21" y="2"/>
                        </a:lnTo>
                        <a:lnTo>
                          <a:pt x="17" y="0"/>
                        </a:lnTo>
                        <a:lnTo>
                          <a:pt x="14" y="0"/>
                        </a:lnTo>
                        <a:lnTo>
                          <a:pt x="11" y="0"/>
                        </a:lnTo>
                        <a:lnTo>
                          <a:pt x="6" y="3"/>
                        </a:lnTo>
                        <a:lnTo>
                          <a:pt x="4" y="5"/>
                        </a:lnTo>
                        <a:lnTo>
                          <a:pt x="2" y="8"/>
                        </a:lnTo>
                        <a:lnTo>
                          <a:pt x="1" y="11"/>
                        </a:lnTo>
                        <a:lnTo>
                          <a:pt x="0" y="15"/>
                        </a:lnTo>
                        <a:lnTo>
                          <a:pt x="0" y="210"/>
                        </a:lnTo>
                        <a:lnTo>
                          <a:pt x="1" y="215"/>
                        </a:lnTo>
                        <a:lnTo>
                          <a:pt x="2" y="219"/>
                        </a:lnTo>
                        <a:lnTo>
                          <a:pt x="5" y="222"/>
                        </a:lnTo>
                        <a:lnTo>
                          <a:pt x="10" y="224"/>
                        </a:lnTo>
                        <a:lnTo>
                          <a:pt x="220" y="314"/>
                        </a:lnTo>
                        <a:lnTo>
                          <a:pt x="223" y="315"/>
                        </a:lnTo>
                        <a:lnTo>
                          <a:pt x="226" y="315"/>
                        </a:lnTo>
                        <a:lnTo>
                          <a:pt x="230" y="315"/>
                        </a:lnTo>
                        <a:lnTo>
                          <a:pt x="234" y="313"/>
                        </a:lnTo>
                        <a:lnTo>
                          <a:pt x="237" y="311"/>
                        </a:lnTo>
                        <a:lnTo>
                          <a:pt x="239" y="308"/>
                        </a:lnTo>
                        <a:lnTo>
                          <a:pt x="240" y="305"/>
                        </a:lnTo>
                        <a:lnTo>
                          <a:pt x="241" y="300"/>
                        </a:lnTo>
                        <a:lnTo>
                          <a:pt x="241" y="105"/>
                        </a:lnTo>
                        <a:lnTo>
                          <a:pt x="240" y="101"/>
                        </a:lnTo>
                        <a:lnTo>
                          <a:pt x="238" y="97"/>
                        </a:lnTo>
                        <a:lnTo>
                          <a:pt x="236" y="94"/>
                        </a:lnTo>
                        <a:lnTo>
                          <a:pt x="231" y="92"/>
                        </a:lnTo>
                        <a:lnTo>
                          <a:pt x="231" y="9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46E2E4E6-1DBF-0188-F6DF-027F50810B22}"/>
                    </a:ext>
                  </a:extLst>
                </p:cNvPr>
                <p:cNvGrpSpPr/>
                <p:nvPr/>
              </p:nvGrpSpPr>
              <p:grpSpPr>
                <a:xfrm flipH="1">
                  <a:off x="5294377" y="5323196"/>
                  <a:ext cx="493396" cy="427974"/>
                  <a:chOff x="8736013" y="2536825"/>
                  <a:chExt cx="287338" cy="249238"/>
                </a:xfrm>
                <a:solidFill>
                  <a:schemeClr val="bg1"/>
                </a:solidFill>
              </p:grpSpPr>
              <p:sp>
                <p:nvSpPr>
                  <p:cNvPr id="58" name="Freeform 219">
                    <a:extLst>
                      <a:ext uri="{FF2B5EF4-FFF2-40B4-BE49-F238E27FC236}">
                        <a16:creationId xmlns:a16="http://schemas.microsoft.com/office/drawing/2014/main" id="{F60FA9E3-F7A7-3EA2-8E34-ED8311D8BC5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793163" y="2632075"/>
                    <a:ext cx="230188" cy="153988"/>
                  </a:xfrm>
                  <a:custGeom>
                    <a:avLst/>
                    <a:gdLst>
                      <a:gd name="T0" fmla="*/ 621 w 722"/>
                      <a:gd name="T1" fmla="*/ 368 h 481"/>
                      <a:gd name="T2" fmla="*/ 588 w 722"/>
                      <a:gd name="T3" fmla="*/ 338 h 481"/>
                      <a:gd name="T4" fmla="*/ 557 w 722"/>
                      <a:gd name="T5" fmla="*/ 331 h 481"/>
                      <a:gd name="T6" fmla="*/ 525 w 722"/>
                      <a:gd name="T7" fmla="*/ 338 h 481"/>
                      <a:gd name="T8" fmla="*/ 493 w 722"/>
                      <a:gd name="T9" fmla="*/ 368 h 481"/>
                      <a:gd name="T10" fmla="*/ 451 w 722"/>
                      <a:gd name="T11" fmla="*/ 391 h 481"/>
                      <a:gd name="T12" fmla="*/ 557 w 722"/>
                      <a:gd name="T13" fmla="*/ 451 h 481"/>
                      <a:gd name="T14" fmla="*/ 520 w 722"/>
                      <a:gd name="T15" fmla="*/ 432 h 481"/>
                      <a:gd name="T16" fmla="*/ 515 w 722"/>
                      <a:gd name="T17" fmla="*/ 389 h 481"/>
                      <a:gd name="T18" fmla="*/ 547 w 722"/>
                      <a:gd name="T19" fmla="*/ 362 h 481"/>
                      <a:gd name="T20" fmla="*/ 588 w 722"/>
                      <a:gd name="T21" fmla="*/ 374 h 481"/>
                      <a:gd name="T22" fmla="*/ 601 w 722"/>
                      <a:gd name="T23" fmla="*/ 415 h 481"/>
                      <a:gd name="T24" fmla="*/ 574 w 722"/>
                      <a:gd name="T25" fmla="*/ 448 h 481"/>
                      <a:gd name="T26" fmla="*/ 451 w 722"/>
                      <a:gd name="T27" fmla="*/ 241 h 481"/>
                      <a:gd name="T28" fmla="*/ 163 w 722"/>
                      <a:gd name="T29" fmla="*/ 448 h 481"/>
                      <a:gd name="T30" fmla="*/ 136 w 722"/>
                      <a:gd name="T31" fmla="*/ 415 h 481"/>
                      <a:gd name="T32" fmla="*/ 149 w 722"/>
                      <a:gd name="T33" fmla="*/ 374 h 481"/>
                      <a:gd name="T34" fmla="*/ 190 w 722"/>
                      <a:gd name="T35" fmla="*/ 362 h 481"/>
                      <a:gd name="T36" fmla="*/ 222 w 722"/>
                      <a:gd name="T37" fmla="*/ 389 h 481"/>
                      <a:gd name="T38" fmla="*/ 219 w 722"/>
                      <a:gd name="T39" fmla="*/ 431 h 481"/>
                      <a:gd name="T40" fmla="*/ 181 w 722"/>
                      <a:gd name="T41" fmla="*/ 451 h 481"/>
                      <a:gd name="T42" fmla="*/ 565 w 722"/>
                      <a:gd name="T43" fmla="*/ 94 h 481"/>
                      <a:gd name="T44" fmla="*/ 451 w 722"/>
                      <a:gd name="T45" fmla="*/ 15 h 481"/>
                      <a:gd name="T46" fmla="*/ 445 w 722"/>
                      <a:gd name="T47" fmla="*/ 3 h 481"/>
                      <a:gd name="T48" fmla="*/ 253 w 722"/>
                      <a:gd name="T49" fmla="*/ 0 h 481"/>
                      <a:gd name="T50" fmla="*/ 242 w 722"/>
                      <a:gd name="T51" fmla="*/ 10 h 481"/>
                      <a:gd name="T52" fmla="*/ 243 w 722"/>
                      <a:gd name="T53" fmla="*/ 24 h 481"/>
                      <a:gd name="T54" fmla="*/ 256 w 722"/>
                      <a:gd name="T55" fmla="*/ 30 h 481"/>
                      <a:gd name="T56" fmla="*/ 251 w 722"/>
                      <a:gd name="T57" fmla="*/ 378 h 481"/>
                      <a:gd name="T58" fmla="*/ 224 w 722"/>
                      <a:gd name="T59" fmla="*/ 344 h 481"/>
                      <a:gd name="T60" fmla="*/ 194 w 722"/>
                      <a:gd name="T61" fmla="*/ 332 h 481"/>
                      <a:gd name="T62" fmla="*/ 161 w 722"/>
                      <a:gd name="T63" fmla="*/ 334 h 481"/>
                      <a:gd name="T64" fmla="*/ 133 w 722"/>
                      <a:gd name="T65" fmla="*/ 349 h 481"/>
                      <a:gd name="T66" fmla="*/ 108 w 722"/>
                      <a:gd name="T67" fmla="*/ 385 h 481"/>
                      <a:gd name="T68" fmla="*/ 29 w 722"/>
                      <a:gd name="T69" fmla="*/ 115 h 481"/>
                      <a:gd name="T70" fmla="*/ 18 w 722"/>
                      <a:gd name="T71" fmla="*/ 106 h 481"/>
                      <a:gd name="T72" fmla="*/ 4 w 722"/>
                      <a:gd name="T73" fmla="*/ 110 h 481"/>
                      <a:gd name="T74" fmla="*/ 0 w 722"/>
                      <a:gd name="T75" fmla="*/ 406 h 481"/>
                      <a:gd name="T76" fmla="*/ 6 w 722"/>
                      <a:gd name="T77" fmla="*/ 419 h 481"/>
                      <a:gd name="T78" fmla="*/ 108 w 722"/>
                      <a:gd name="T79" fmla="*/ 428 h 481"/>
                      <a:gd name="T80" fmla="*/ 133 w 722"/>
                      <a:gd name="T81" fmla="*/ 464 h 481"/>
                      <a:gd name="T82" fmla="*/ 161 w 722"/>
                      <a:gd name="T83" fmla="*/ 479 h 481"/>
                      <a:gd name="T84" fmla="*/ 194 w 722"/>
                      <a:gd name="T85" fmla="*/ 480 h 481"/>
                      <a:gd name="T86" fmla="*/ 224 w 722"/>
                      <a:gd name="T87" fmla="*/ 468 h 481"/>
                      <a:gd name="T88" fmla="*/ 251 w 722"/>
                      <a:gd name="T89" fmla="*/ 434 h 481"/>
                      <a:gd name="T90" fmla="*/ 484 w 722"/>
                      <a:gd name="T91" fmla="*/ 428 h 481"/>
                      <a:gd name="T92" fmla="*/ 509 w 722"/>
                      <a:gd name="T93" fmla="*/ 464 h 481"/>
                      <a:gd name="T94" fmla="*/ 537 w 722"/>
                      <a:gd name="T95" fmla="*/ 479 h 481"/>
                      <a:gd name="T96" fmla="*/ 570 w 722"/>
                      <a:gd name="T97" fmla="*/ 480 h 481"/>
                      <a:gd name="T98" fmla="*/ 599 w 722"/>
                      <a:gd name="T99" fmla="*/ 468 h 481"/>
                      <a:gd name="T100" fmla="*/ 627 w 722"/>
                      <a:gd name="T101" fmla="*/ 434 h 481"/>
                      <a:gd name="T102" fmla="*/ 712 w 722"/>
                      <a:gd name="T103" fmla="*/ 420 h 481"/>
                      <a:gd name="T104" fmla="*/ 722 w 722"/>
                      <a:gd name="T105" fmla="*/ 410 h 481"/>
                      <a:gd name="T106" fmla="*/ 721 w 722"/>
                      <a:gd name="T107" fmla="*/ 250 h 4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722" h="481">
                        <a:moveTo>
                          <a:pt x="630" y="391"/>
                        </a:moveTo>
                        <a:lnTo>
                          <a:pt x="629" y="385"/>
                        </a:lnTo>
                        <a:lnTo>
                          <a:pt x="627" y="378"/>
                        </a:lnTo>
                        <a:lnTo>
                          <a:pt x="623" y="373"/>
                        </a:lnTo>
                        <a:lnTo>
                          <a:pt x="621" y="368"/>
                        </a:lnTo>
                        <a:lnTo>
                          <a:pt x="614" y="357"/>
                        </a:lnTo>
                        <a:lnTo>
                          <a:pt x="604" y="349"/>
                        </a:lnTo>
                        <a:lnTo>
                          <a:pt x="599" y="344"/>
                        </a:lnTo>
                        <a:lnTo>
                          <a:pt x="593" y="341"/>
                        </a:lnTo>
                        <a:lnTo>
                          <a:pt x="588" y="338"/>
                        </a:lnTo>
                        <a:lnTo>
                          <a:pt x="583" y="336"/>
                        </a:lnTo>
                        <a:lnTo>
                          <a:pt x="576" y="334"/>
                        </a:lnTo>
                        <a:lnTo>
                          <a:pt x="570" y="332"/>
                        </a:lnTo>
                        <a:lnTo>
                          <a:pt x="563" y="331"/>
                        </a:lnTo>
                        <a:lnTo>
                          <a:pt x="557" y="331"/>
                        </a:lnTo>
                        <a:lnTo>
                          <a:pt x="550" y="331"/>
                        </a:lnTo>
                        <a:lnTo>
                          <a:pt x="543" y="332"/>
                        </a:lnTo>
                        <a:lnTo>
                          <a:pt x="537" y="334"/>
                        </a:lnTo>
                        <a:lnTo>
                          <a:pt x="530" y="336"/>
                        </a:lnTo>
                        <a:lnTo>
                          <a:pt x="525" y="338"/>
                        </a:lnTo>
                        <a:lnTo>
                          <a:pt x="520" y="341"/>
                        </a:lnTo>
                        <a:lnTo>
                          <a:pt x="514" y="344"/>
                        </a:lnTo>
                        <a:lnTo>
                          <a:pt x="509" y="349"/>
                        </a:lnTo>
                        <a:lnTo>
                          <a:pt x="499" y="357"/>
                        </a:lnTo>
                        <a:lnTo>
                          <a:pt x="493" y="368"/>
                        </a:lnTo>
                        <a:lnTo>
                          <a:pt x="490" y="373"/>
                        </a:lnTo>
                        <a:lnTo>
                          <a:pt x="486" y="378"/>
                        </a:lnTo>
                        <a:lnTo>
                          <a:pt x="484" y="385"/>
                        </a:lnTo>
                        <a:lnTo>
                          <a:pt x="483" y="391"/>
                        </a:lnTo>
                        <a:lnTo>
                          <a:pt x="451" y="391"/>
                        </a:lnTo>
                        <a:lnTo>
                          <a:pt x="451" y="271"/>
                        </a:lnTo>
                        <a:lnTo>
                          <a:pt x="692" y="271"/>
                        </a:lnTo>
                        <a:lnTo>
                          <a:pt x="692" y="391"/>
                        </a:lnTo>
                        <a:lnTo>
                          <a:pt x="630" y="391"/>
                        </a:lnTo>
                        <a:close/>
                        <a:moveTo>
                          <a:pt x="557" y="451"/>
                        </a:moveTo>
                        <a:lnTo>
                          <a:pt x="547" y="450"/>
                        </a:lnTo>
                        <a:lnTo>
                          <a:pt x="539" y="448"/>
                        </a:lnTo>
                        <a:lnTo>
                          <a:pt x="531" y="444"/>
                        </a:lnTo>
                        <a:lnTo>
                          <a:pt x="525" y="438"/>
                        </a:lnTo>
                        <a:lnTo>
                          <a:pt x="520" y="432"/>
                        </a:lnTo>
                        <a:lnTo>
                          <a:pt x="515" y="423"/>
                        </a:lnTo>
                        <a:lnTo>
                          <a:pt x="512" y="415"/>
                        </a:lnTo>
                        <a:lnTo>
                          <a:pt x="511" y="406"/>
                        </a:lnTo>
                        <a:lnTo>
                          <a:pt x="512" y="398"/>
                        </a:lnTo>
                        <a:lnTo>
                          <a:pt x="515" y="389"/>
                        </a:lnTo>
                        <a:lnTo>
                          <a:pt x="520" y="381"/>
                        </a:lnTo>
                        <a:lnTo>
                          <a:pt x="525" y="374"/>
                        </a:lnTo>
                        <a:lnTo>
                          <a:pt x="531" y="369"/>
                        </a:lnTo>
                        <a:lnTo>
                          <a:pt x="539" y="365"/>
                        </a:lnTo>
                        <a:lnTo>
                          <a:pt x="547" y="362"/>
                        </a:lnTo>
                        <a:lnTo>
                          <a:pt x="557" y="361"/>
                        </a:lnTo>
                        <a:lnTo>
                          <a:pt x="566" y="362"/>
                        </a:lnTo>
                        <a:lnTo>
                          <a:pt x="574" y="365"/>
                        </a:lnTo>
                        <a:lnTo>
                          <a:pt x="582" y="369"/>
                        </a:lnTo>
                        <a:lnTo>
                          <a:pt x="588" y="374"/>
                        </a:lnTo>
                        <a:lnTo>
                          <a:pt x="593" y="381"/>
                        </a:lnTo>
                        <a:lnTo>
                          <a:pt x="598" y="389"/>
                        </a:lnTo>
                        <a:lnTo>
                          <a:pt x="601" y="398"/>
                        </a:lnTo>
                        <a:lnTo>
                          <a:pt x="602" y="406"/>
                        </a:lnTo>
                        <a:lnTo>
                          <a:pt x="601" y="415"/>
                        </a:lnTo>
                        <a:lnTo>
                          <a:pt x="598" y="423"/>
                        </a:lnTo>
                        <a:lnTo>
                          <a:pt x="593" y="431"/>
                        </a:lnTo>
                        <a:lnTo>
                          <a:pt x="588" y="438"/>
                        </a:lnTo>
                        <a:lnTo>
                          <a:pt x="582" y="444"/>
                        </a:lnTo>
                        <a:lnTo>
                          <a:pt x="574" y="448"/>
                        </a:lnTo>
                        <a:lnTo>
                          <a:pt x="566" y="450"/>
                        </a:lnTo>
                        <a:lnTo>
                          <a:pt x="557" y="451"/>
                        </a:lnTo>
                        <a:close/>
                        <a:moveTo>
                          <a:pt x="551" y="120"/>
                        </a:moveTo>
                        <a:lnTo>
                          <a:pt x="671" y="241"/>
                        </a:lnTo>
                        <a:lnTo>
                          <a:pt x="451" y="241"/>
                        </a:lnTo>
                        <a:lnTo>
                          <a:pt x="451" y="120"/>
                        </a:lnTo>
                        <a:lnTo>
                          <a:pt x="551" y="120"/>
                        </a:lnTo>
                        <a:close/>
                        <a:moveTo>
                          <a:pt x="181" y="451"/>
                        </a:moveTo>
                        <a:lnTo>
                          <a:pt x="171" y="450"/>
                        </a:lnTo>
                        <a:lnTo>
                          <a:pt x="163" y="448"/>
                        </a:lnTo>
                        <a:lnTo>
                          <a:pt x="155" y="444"/>
                        </a:lnTo>
                        <a:lnTo>
                          <a:pt x="149" y="438"/>
                        </a:lnTo>
                        <a:lnTo>
                          <a:pt x="144" y="432"/>
                        </a:lnTo>
                        <a:lnTo>
                          <a:pt x="139" y="423"/>
                        </a:lnTo>
                        <a:lnTo>
                          <a:pt x="136" y="415"/>
                        </a:lnTo>
                        <a:lnTo>
                          <a:pt x="136" y="406"/>
                        </a:lnTo>
                        <a:lnTo>
                          <a:pt x="136" y="398"/>
                        </a:lnTo>
                        <a:lnTo>
                          <a:pt x="139" y="389"/>
                        </a:lnTo>
                        <a:lnTo>
                          <a:pt x="144" y="381"/>
                        </a:lnTo>
                        <a:lnTo>
                          <a:pt x="149" y="374"/>
                        </a:lnTo>
                        <a:lnTo>
                          <a:pt x="155" y="369"/>
                        </a:lnTo>
                        <a:lnTo>
                          <a:pt x="163" y="365"/>
                        </a:lnTo>
                        <a:lnTo>
                          <a:pt x="171" y="362"/>
                        </a:lnTo>
                        <a:lnTo>
                          <a:pt x="181" y="361"/>
                        </a:lnTo>
                        <a:lnTo>
                          <a:pt x="190" y="362"/>
                        </a:lnTo>
                        <a:lnTo>
                          <a:pt x="198" y="365"/>
                        </a:lnTo>
                        <a:lnTo>
                          <a:pt x="206" y="369"/>
                        </a:lnTo>
                        <a:lnTo>
                          <a:pt x="212" y="374"/>
                        </a:lnTo>
                        <a:lnTo>
                          <a:pt x="219" y="381"/>
                        </a:lnTo>
                        <a:lnTo>
                          <a:pt x="222" y="389"/>
                        </a:lnTo>
                        <a:lnTo>
                          <a:pt x="225" y="398"/>
                        </a:lnTo>
                        <a:lnTo>
                          <a:pt x="226" y="406"/>
                        </a:lnTo>
                        <a:lnTo>
                          <a:pt x="225" y="415"/>
                        </a:lnTo>
                        <a:lnTo>
                          <a:pt x="222" y="423"/>
                        </a:lnTo>
                        <a:lnTo>
                          <a:pt x="219" y="431"/>
                        </a:lnTo>
                        <a:lnTo>
                          <a:pt x="212" y="438"/>
                        </a:lnTo>
                        <a:lnTo>
                          <a:pt x="206" y="444"/>
                        </a:lnTo>
                        <a:lnTo>
                          <a:pt x="198" y="448"/>
                        </a:lnTo>
                        <a:lnTo>
                          <a:pt x="190" y="450"/>
                        </a:lnTo>
                        <a:lnTo>
                          <a:pt x="181" y="451"/>
                        </a:lnTo>
                        <a:close/>
                        <a:moveTo>
                          <a:pt x="721" y="250"/>
                        </a:moveTo>
                        <a:lnTo>
                          <a:pt x="720" y="248"/>
                        </a:lnTo>
                        <a:lnTo>
                          <a:pt x="718" y="246"/>
                        </a:lnTo>
                        <a:lnTo>
                          <a:pt x="568" y="95"/>
                        </a:lnTo>
                        <a:lnTo>
                          <a:pt x="565" y="94"/>
                        </a:lnTo>
                        <a:lnTo>
                          <a:pt x="562" y="91"/>
                        </a:lnTo>
                        <a:lnTo>
                          <a:pt x="559" y="91"/>
                        </a:lnTo>
                        <a:lnTo>
                          <a:pt x="557" y="90"/>
                        </a:lnTo>
                        <a:lnTo>
                          <a:pt x="451" y="90"/>
                        </a:lnTo>
                        <a:lnTo>
                          <a:pt x="451" y="15"/>
                        </a:lnTo>
                        <a:lnTo>
                          <a:pt x="451" y="12"/>
                        </a:lnTo>
                        <a:lnTo>
                          <a:pt x="450" y="10"/>
                        </a:lnTo>
                        <a:lnTo>
                          <a:pt x="449" y="7"/>
                        </a:lnTo>
                        <a:lnTo>
                          <a:pt x="447" y="5"/>
                        </a:lnTo>
                        <a:lnTo>
                          <a:pt x="445" y="3"/>
                        </a:lnTo>
                        <a:lnTo>
                          <a:pt x="442" y="1"/>
                        </a:lnTo>
                        <a:lnTo>
                          <a:pt x="439" y="0"/>
                        </a:lnTo>
                        <a:lnTo>
                          <a:pt x="436" y="0"/>
                        </a:lnTo>
                        <a:lnTo>
                          <a:pt x="256" y="0"/>
                        </a:lnTo>
                        <a:lnTo>
                          <a:pt x="253" y="0"/>
                        </a:lnTo>
                        <a:lnTo>
                          <a:pt x="250" y="1"/>
                        </a:lnTo>
                        <a:lnTo>
                          <a:pt x="247" y="3"/>
                        </a:lnTo>
                        <a:lnTo>
                          <a:pt x="245" y="5"/>
                        </a:lnTo>
                        <a:lnTo>
                          <a:pt x="243" y="7"/>
                        </a:lnTo>
                        <a:lnTo>
                          <a:pt x="242" y="10"/>
                        </a:lnTo>
                        <a:lnTo>
                          <a:pt x="241" y="12"/>
                        </a:lnTo>
                        <a:lnTo>
                          <a:pt x="241" y="15"/>
                        </a:lnTo>
                        <a:lnTo>
                          <a:pt x="241" y="19"/>
                        </a:lnTo>
                        <a:lnTo>
                          <a:pt x="242" y="22"/>
                        </a:lnTo>
                        <a:lnTo>
                          <a:pt x="243" y="24"/>
                        </a:lnTo>
                        <a:lnTo>
                          <a:pt x="245" y="26"/>
                        </a:lnTo>
                        <a:lnTo>
                          <a:pt x="247" y="28"/>
                        </a:lnTo>
                        <a:lnTo>
                          <a:pt x="250" y="29"/>
                        </a:lnTo>
                        <a:lnTo>
                          <a:pt x="253" y="30"/>
                        </a:lnTo>
                        <a:lnTo>
                          <a:pt x="256" y="30"/>
                        </a:lnTo>
                        <a:lnTo>
                          <a:pt x="421" y="30"/>
                        </a:lnTo>
                        <a:lnTo>
                          <a:pt x="421" y="391"/>
                        </a:lnTo>
                        <a:lnTo>
                          <a:pt x="254" y="391"/>
                        </a:lnTo>
                        <a:lnTo>
                          <a:pt x="253" y="385"/>
                        </a:lnTo>
                        <a:lnTo>
                          <a:pt x="251" y="378"/>
                        </a:lnTo>
                        <a:lnTo>
                          <a:pt x="249" y="373"/>
                        </a:lnTo>
                        <a:lnTo>
                          <a:pt x="245" y="368"/>
                        </a:lnTo>
                        <a:lnTo>
                          <a:pt x="238" y="357"/>
                        </a:lnTo>
                        <a:lnTo>
                          <a:pt x="228" y="349"/>
                        </a:lnTo>
                        <a:lnTo>
                          <a:pt x="224" y="344"/>
                        </a:lnTo>
                        <a:lnTo>
                          <a:pt x="219" y="341"/>
                        </a:lnTo>
                        <a:lnTo>
                          <a:pt x="212" y="338"/>
                        </a:lnTo>
                        <a:lnTo>
                          <a:pt x="207" y="336"/>
                        </a:lnTo>
                        <a:lnTo>
                          <a:pt x="200" y="334"/>
                        </a:lnTo>
                        <a:lnTo>
                          <a:pt x="194" y="332"/>
                        </a:lnTo>
                        <a:lnTo>
                          <a:pt x="187" y="331"/>
                        </a:lnTo>
                        <a:lnTo>
                          <a:pt x="181" y="331"/>
                        </a:lnTo>
                        <a:lnTo>
                          <a:pt x="174" y="331"/>
                        </a:lnTo>
                        <a:lnTo>
                          <a:pt x="167" y="332"/>
                        </a:lnTo>
                        <a:lnTo>
                          <a:pt x="161" y="334"/>
                        </a:lnTo>
                        <a:lnTo>
                          <a:pt x="155" y="336"/>
                        </a:lnTo>
                        <a:lnTo>
                          <a:pt x="149" y="338"/>
                        </a:lnTo>
                        <a:lnTo>
                          <a:pt x="144" y="341"/>
                        </a:lnTo>
                        <a:lnTo>
                          <a:pt x="138" y="344"/>
                        </a:lnTo>
                        <a:lnTo>
                          <a:pt x="133" y="349"/>
                        </a:lnTo>
                        <a:lnTo>
                          <a:pt x="124" y="357"/>
                        </a:lnTo>
                        <a:lnTo>
                          <a:pt x="117" y="368"/>
                        </a:lnTo>
                        <a:lnTo>
                          <a:pt x="114" y="373"/>
                        </a:lnTo>
                        <a:lnTo>
                          <a:pt x="110" y="378"/>
                        </a:lnTo>
                        <a:lnTo>
                          <a:pt x="108" y="385"/>
                        </a:lnTo>
                        <a:lnTo>
                          <a:pt x="107" y="391"/>
                        </a:lnTo>
                        <a:lnTo>
                          <a:pt x="30" y="391"/>
                        </a:lnTo>
                        <a:lnTo>
                          <a:pt x="30" y="120"/>
                        </a:lnTo>
                        <a:lnTo>
                          <a:pt x="30" y="117"/>
                        </a:lnTo>
                        <a:lnTo>
                          <a:pt x="29" y="115"/>
                        </a:lnTo>
                        <a:lnTo>
                          <a:pt x="28" y="112"/>
                        </a:lnTo>
                        <a:lnTo>
                          <a:pt x="26" y="110"/>
                        </a:lnTo>
                        <a:lnTo>
                          <a:pt x="24" y="109"/>
                        </a:lnTo>
                        <a:lnTo>
                          <a:pt x="21" y="106"/>
                        </a:lnTo>
                        <a:lnTo>
                          <a:pt x="18" y="106"/>
                        </a:lnTo>
                        <a:lnTo>
                          <a:pt x="15" y="105"/>
                        </a:lnTo>
                        <a:lnTo>
                          <a:pt x="12" y="106"/>
                        </a:lnTo>
                        <a:lnTo>
                          <a:pt x="10" y="106"/>
                        </a:lnTo>
                        <a:lnTo>
                          <a:pt x="6" y="109"/>
                        </a:lnTo>
                        <a:lnTo>
                          <a:pt x="4" y="110"/>
                        </a:lnTo>
                        <a:lnTo>
                          <a:pt x="3" y="112"/>
                        </a:lnTo>
                        <a:lnTo>
                          <a:pt x="1" y="115"/>
                        </a:lnTo>
                        <a:lnTo>
                          <a:pt x="1" y="117"/>
                        </a:lnTo>
                        <a:lnTo>
                          <a:pt x="0" y="120"/>
                        </a:lnTo>
                        <a:lnTo>
                          <a:pt x="0" y="406"/>
                        </a:lnTo>
                        <a:lnTo>
                          <a:pt x="1" y="410"/>
                        </a:lnTo>
                        <a:lnTo>
                          <a:pt x="1" y="412"/>
                        </a:lnTo>
                        <a:lnTo>
                          <a:pt x="3" y="415"/>
                        </a:lnTo>
                        <a:lnTo>
                          <a:pt x="4" y="417"/>
                        </a:lnTo>
                        <a:lnTo>
                          <a:pt x="6" y="419"/>
                        </a:lnTo>
                        <a:lnTo>
                          <a:pt x="10" y="420"/>
                        </a:lnTo>
                        <a:lnTo>
                          <a:pt x="12" y="421"/>
                        </a:lnTo>
                        <a:lnTo>
                          <a:pt x="15" y="421"/>
                        </a:lnTo>
                        <a:lnTo>
                          <a:pt x="107" y="421"/>
                        </a:lnTo>
                        <a:lnTo>
                          <a:pt x="108" y="428"/>
                        </a:lnTo>
                        <a:lnTo>
                          <a:pt x="110" y="434"/>
                        </a:lnTo>
                        <a:lnTo>
                          <a:pt x="114" y="440"/>
                        </a:lnTo>
                        <a:lnTo>
                          <a:pt x="117" y="445"/>
                        </a:lnTo>
                        <a:lnTo>
                          <a:pt x="124" y="456"/>
                        </a:lnTo>
                        <a:lnTo>
                          <a:pt x="133" y="464"/>
                        </a:lnTo>
                        <a:lnTo>
                          <a:pt x="138" y="468"/>
                        </a:lnTo>
                        <a:lnTo>
                          <a:pt x="144" y="472"/>
                        </a:lnTo>
                        <a:lnTo>
                          <a:pt x="149" y="475"/>
                        </a:lnTo>
                        <a:lnTo>
                          <a:pt x="155" y="477"/>
                        </a:lnTo>
                        <a:lnTo>
                          <a:pt x="161" y="479"/>
                        </a:lnTo>
                        <a:lnTo>
                          <a:pt x="167" y="480"/>
                        </a:lnTo>
                        <a:lnTo>
                          <a:pt x="174" y="481"/>
                        </a:lnTo>
                        <a:lnTo>
                          <a:pt x="181" y="481"/>
                        </a:lnTo>
                        <a:lnTo>
                          <a:pt x="187" y="481"/>
                        </a:lnTo>
                        <a:lnTo>
                          <a:pt x="194" y="480"/>
                        </a:lnTo>
                        <a:lnTo>
                          <a:pt x="200" y="479"/>
                        </a:lnTo>
                        <a:lnTo>
                          <a:pt x="207" y="477"/>
                        </a:lnTo>
                        <a:lnTo>
                          <a:pt x="212" y="475"/>
                        </a:lnTo>
                        <a:lnTo>
                          <a:pt x="219" y="472"/>
                        </a:lnTo>
                        <a:lnTo>
                          <a:pt x="224" y="468"/>
                        </a:lnTo>
                        <a:lnTo>
                          <a:pt x="228" y="464"/>
                        </a:lnTo>
                        <a:lnTo>
                          <a:pt x="238" y="456"/>
                        </a:lnTo>
                        <a:lnTo>
                          <a:pt x="245" y="445"/>
                        </a:lnTo>
                        <a:lnTo>
                          <a:pt x="249" y="440"/>
                        </a:lnTo>
                        <a:lnTo>
                          <a:pt x="251" y="434"/>
                        </a:lnTo>
                        <a:lnTo>
                          <a:pt x="253" y="428"/>
                        </a:lnTo>
                        <a:lnTo>
                          <a:pt x="254" y="421"/>
                        </a:lnTo>
                        <a:lnTo>
                          <a:pt x="436" y="421"/>
                        </a:lnTo>
                        <a:lnTo>
                          <a:pt x="483" y="421"/>
                        </a:lnTo>
                        <a:lnTo>
                          <a:pt x="484" y="428"/>
                        </a:lnTo>
                        <a:lnTo>
                          <a:pt x="486" y="434"/>
                        </a:lnTo>
                        <a:lnTo>
                          <a:pt x="490" y="440"/>
                        </a:lnTo>
                        <a:lnTo>
                          <a:pt x="493" y="445"/>
                        </a:lnTo>
                        <a:lnTo>
                          <a:pt x="499" y="456"/>
                        </a:lnTo>
                        <a:lnTo>
                          <a:pt x="509" y="464"/>
                        </a:lnTo>
                        <a:lnTo>
                          <a:pt x="514" y="468"/>
                        </a:lnTo>
                        <a:lnTo>
                          <a:pt x="520" y="472"/>
                        </a:lnTo>
                        <a:lnTo>
                          <a:pt x="525" y="475"/>
                        </a:lnTo>
                        <a:lnTo>
                          <a:pt x="530" y="477"/>
                        </a:lnTo>
                        <a:lnTo>
                          <a:pt x="537" y="479"/>
                        </a:lnTo>
                        <a:lnTo>
                          <a:pt x="543" y="480"/>
                        </a:lnTo>
                        <a:lnTo>
                          <a:pt x="550" y="481"/>
                        </a:lnTo>
                        <a:lnTo>
                          <a:pt x="557" y="481"/>
                        </a:lnTo>
                        <a:lnTo>
                          <a:pt x="563" y="481"/>
                        </a:lnTo>
                        <a:lnTo>
                          <a:pt x="570" y="480"/>
                        </a:lnTo>
                        <a:lnTo>
                          <a:pt x="576" y="479"/>
                        </a:lnTo>
                        <a:lnTo>
                          <a:pt x="583" y="477"/>
                        </a:lnTo>
                        <a:lnTo>
                          <a:pt x="588" y="475"/>
                        </a:lnTo>
                        <a:lnTo>
                          <a:pt x="593" y="472"/>
                        </a:lnTo>
                        <a:lnTo>
                          <a:pt x="599" y="468"/>
                        </a:lnTo>
                        <a:lnTo>
                          <a:pt x="604" y="464"/>
                        </a:lnTo>
                        <a:lnTo>
                          <a:pt x="614" y="456"/>
                        </a:lnTo>
                        <a:lnTo>
                          <a:pt x="621" y="445"/>
                        </a:lnTo>
                        <a:lnTo>
                          <a:pt x="623" y="440"/>
                        </a:lnTo>
                        <a:lnTo>
                          <a:pt x="627" y="434"/>
                        </a:lnTo>
                        <a:lnTo>
                          <a:pt x="629" y="428"/>
                        </a:lnTo>
                        <a:lnTo>
                          <a:pt x="630" y="421"/>
                        </a:lnTo>
                        <a:lnTo>
                          <a:pt x="707" y="421"/>
                        </a:lnTo>
                        <a:lnTo>
                          <a:pt x="710" y="421"/>
                        </a:lnTo>
                        <a:lnTo>
                          <a:pt x="712" y="420"/>
                        </a:lnTo>
                        <a:lnTo>
                          <a:pt x="716" y="419"/>
                        </a:lnTo>
                        <a:lnTo>
                          <a:pt x="718" y="417"/>
                        </a:lnTo>
                        <a:lnTo>
                          <a:pt x="720" y="415"/>
                        </a:lnTo>
                        <a:lnTo>
                          <a:pt x="721" y="412"/>
                        </a:lnTo>
                        <a:lnTo>
                          <a:pt x="722" y="410"/>
                        </a:lnTo>
                        <a:lnTo>
                          <a:pt x="722" y="406"/>
                        </a:lnTo>
                        <a:lnTo>
                          <a:pt x="722" y="256"/>
                        </a:lnTo>
                        <a:lnTo>
                          <a:pt x="722" y="253"/>
                        </a:lnTo>
                        <a:lnTo>
                          <a:pt x="721" y="250"/>
                        </a:lnTo>
                        <a:lnTo>
                          <a:pt x="721" y="25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220">
                    <a:extLst>
                      <a:ext uri="{FF2B5EF4-FFF2-40B4-BE49-F238E27FC236}">
                        <a16:creationId xmlns:a16="http://schemas.microsoft.com/office/drawing/2014/main" id="{E77B72BF-7E60-0A19-1101-C310860978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93163" y="2565400"/>
                    <a:ext cx="28575" cy="38100"/>
                  </a:xfrm>
                  <a:custGeom>
                    <a:avLst/>
                    <a:gdLst>
                      <a:gd name="T0" fmla="*/ 15 w 90"/>
                      <a:gd name="T1" fmla="*/ 120 h 120"/>
                      <a:gd name="T2" fmla="*/ 75 w 90"/>
                      <a:gd name="T3" fmla="*/ 120 h 120"/>
                      <a:gd name="T4" fmla="*/ 78 w 90"/>
                      <a:gd name="T5" fmla="*/ 120 h 120"/>
                      <a:gd name="T6" fmla="*/ 81 w 90"/>
                      <a:gd name="T7" fmla="*/ 119 h 120"/>
                      <a:gd name="T8" fmla="*/ 84 w 90"/>
                      <a:gd name="T9" fmla="*/ 117 h 120"/>
                      <a:gd name="T10" fmla="*/ 86 w 90"/>
                      <a:gd name="T11" fmla="*/ 116 h 120"/>
                      <a:gd name="T12" fmla="*/ 88 w 90"/>
                      <a:gd name="T13" fmla="*/ 114 h 120"/>
                      <a:gd name="T14" fmla="*/ 89 w 90"/>
                      <a:gd name="T15" fmla="*/ 111 h 120"/>
                      <a:gd name="T16" fmla="*/ 90 w 90"/>
                      <a:gd name="T17" fmla="*/ 109 h 120"/>
                      <a:gd name="T18" fmla="*/ 90 w 90"/>
                      <a:gd name="T19" fmla="*/ 105 h 120"/>
                      <a:gd name="T20" fmla="*/ 90 w 90"/>
                      <a:gd name="T21" fmla="*/ 102 h 120"/>
                      <a:gd name="T22" fmla="*/ 89 w 90"/>
                      <a:gd name="T23" fmla="*/ 99 h 120"/>
                      <a:gd name="T24" fmla="*/ 88 w 90"/>
                      <a:gd name="T25" fmla="*/ 97 h 120"/>
                      <a:gd name="T26" fmla="*/ 86 w 90"/>
                      <a:gd name="T27" fmla="*/ 95 h 120"/>
                      <a:gd name="T28" fmla="*/ 84 w 90"/>
                      <a:gd name="T29" fmla="*/ 93 h 120"/>
                      <a:gd name="T30" fmla="*/ 81 w 90"/>
                      <a:gd name="T31" fmla="*/ 91 h 120"/>
                      <a:gd name="T32" fmla="*/ 78 w 90"/>
                      <a:gd name="T33" fmla="*/ 90 h 120"/>
                      <a:gd name="T34" fmla="*/ 75 w 90"/>
                      <a:gd name="T35" fmla="*/ 90 h 120"/>
                      <a:gd name="T36" fmla="*/ 30 w 90"/>
                      <a:gd name="T37" fmla="*/ 90 h 120"/>
                      <a:gd name="T38" fmla="*/ 30 w 90"/>
                      <a:gd name="T39" fmla="*/ 15 h 120"/>
                      <a:gd name="T40" fmla="*/ 30 w 90"/>
                      <a:gd name="T41" fmla="*/ 12 h 120"/>
                      <a:gd name="T42" fmla="*/ 29 w 90"/>
                      <a:gd name="T43" fmla="*/ 9 h 120"/>
                      <a:gd name="T44" fmla="*/ 28 w 90"/>
                      <a:gd name="T45" fmla="*/ 7 h 120"/>
                      <a:gd name="T46" fmla="*/ 26 w 90"/>
                      <a:gd name="T47" fmla="*/ 5 h 120"/>
                      <a:gd name="T48" fmla="*/ 24 w 90"/>
                      <a:gd name="T49" fmla="*/ 3 h 120"/>
                      <a:gd name="T50" fmla="*/ 21 w 90"/>
                      <a:gd name="T51" fmla="*/ 1 h 120"/>
                      <a:gd name="T52" fmla="*/ 18 w 90"/>
                      <a:gd name="T53" fmla="*/ 0 h 120"/>
                      <a:gd name="T54" fmla="*/ 15 w 90"/>
                      <a:gd name="T55" fmla="*/ 0 h 120"/>
                      <a:gd name="T56" fmla="*/ 12 w 90"/>
                      <a:gd name="T57" fmla="*/ 0 h 120"/>
                      <a:gd name="T58" fmla="*/ 10 w 90"/>
                      <a:gd name="T59" fmla="*/ 1 h 120"/>
                      <a:gd name="T60" fmla="*/ 6 w 90"/>
                      <a:gd name="T61" fmla="*/ 3 h 120"/>
                      <a:gd name="T62" fmla="*/ 4 w 90"/>
                      <a:gd name="T63" fmla="*/ 5 h 120"/>
                      <a:gd name="T64" fmla="*/ 3 w 90"/>
                      <a:gd name="T65" fmla="*/ 7 h 120"/>
                      <a:gd name="T66" fmla="*/ 1 w 90"/>
                      <a:gd name="T67" fmla="*/ 9 h 120"/>
                      <a:gd name="T68" fmla="*/ 1 w 90"/>
                      <a:gd name="T69" fmla="*/ 12 h 120"/>
                      <a:gd name="T70" fmla="*/ 0 w 90"/>
                      <a:gd name="T71" fmla="*/ 15 h 120"/>
                      <a:gd name="T72" fmla="*/ 0 w 90"/>
                      <a:gd name="T73" fmla="*/ 105 h 120"/>
                      <a:gd name="T74" fmla="*/ 1 w 90"/>
                      <a:gd name="T75" fmla="*/ 109 h 120"/>
                      <a:gd name="T76" fmla="*/ 1 w 90"/>
                      <a:gd name="T77" fmla="*/ 111 h 120"/>
                      <a:gd name="T78" fmla="*/ 3 w 90"/>
                      <a:gd name="T79" fmla="*/ 114 h 120"/>
                      <a:gd name="T80" fmla="*/ 4 w 90"/>
                      <a:gd name="T81" fmla="*/ 116 h 120"/>
                      <a:gd name="T82" fmla="*/ 6 w 90"/>
                      <a:gd name="T83" fmla="*/ 117 h 120"/>
                      <a:gd name="T84" fmla="*/ 10 w 90"/>
                      <a:gd name="T85" fmla="*/ 119 h 120"/>
                      <a:gd name="T86" fmla="*/ 13 w 90"/>
                      <a:gd name="T87" fmla="*/ 120 h 120"/>
                      <a:gd name="T88" fmla="*/ 15 w 90"/>
                      <a:gd name="T89" fmla="*/ 120 h 1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90" h="120">
                        <a:moveTo>
                          <a:pt x="15" y="120"/>
                        </a:moveTo>
                        <a:lnTo>
                          <a:pt x="75" y="120"/>
                        </a:lnTo>
                        <a:lnTo>
                          <a:pt x="78" y="120"/>
                        </a:lnTo>
                        <a:lnTo>
                          <a:pt x="81" y="119"/>
                        </a:lnTo>
                        <a:lnTo>
                          <a:pt x="84" y="117"/>
                        </a:lnTo>
                        <a:lnTo>
                          <a:pt x="86" y="116"/>
                        </a:lnTo>
                        <a:lnTo>
                          <a:pt x="88" y="114"/>
                        </a:lnTo>
                        <a:lnTo>
                          <a:pt x="89" y="111"/>
                        </a:lnTo>
                        <a:lnTo>
                          <a:pt x="90" y="109"/>
                        </a:lnTo>
                        <a:lnTo>
                          <a:pt x="90" y="105"/>
                        </a:lnTo>
                        <a:lnTo>
                          <a:pt x="90" y="102"/>
                        </a:lnTo>
                        <a:lnTo>
                          <a:pt x="89" y="99"/>
                        </a:lnTo>
                        <a:lnTo>
                          <a:pt x="88" y="97"/>
                        </a:lnTo>
                        <a:lnTo>
                          <a:pt x="86" y="95"/>
                        </a:lnTo>
                        <a:lnTo>
                          <a:pt x="84" y="93"/>
                        </a:lnTo>
                        <a:lnTo>
                          <a:pt x="81" y="91"/>
                        </a:lnTo>
                        <a:lnTo>
                          <a:pt x="78" y="90"/>
                        </a:lnTo>
                        <a:lnTo>
                          <a:pt x="75" y="90"/>
                        </a:lnTo>
                        <a:lnTo>
                          <a:pt x="30" y="90"/>
                        </a:lnTo>
                        <a:lnTo>
                          <a:pt x="30" y="15"/>
                        </a:lnTo>
                        <a:lnTo>
                          <a:pt x="30" y="12"/>
                        </a:lnTo>
                        <a:lnTo>
                          <a:pt x="29" y="9"/>
                        </a:lnTo>
                        <a:lnTo>
                          <a:pt x="28" y="7"/>
                        </a:lnTo>
                        <a:lnTo>
                          <a:pt x="26" y="5"/>
                        </a:lnTo>
                        <a:lnTo>
                          <a:pt x="24" y="3"/>
                        </a:lnTo>
                        <a:lnTo>
                          <a:pt x="21" y="1"/>
                        </a:lnTo>
                        <a:lnTo>
                          <a:pt x="18" y="0"/>
                        </a:lnTo>
                        <a:lnTo>
                          <a:pt x="15" y="0"/>
                        </a:lnTo>
                        <a:lnTo>
                          <a:pt x="12" y="0"/>
                        </a:lnTo>
                        <a:lnTo>
                          <a:pt x="10" y="1"/>
                        </a:lnTo>
                        <a:lnTo>
                          <a:pt x="6" y="3"/>
                        </a:lnTo>
                        <a:lnTo>
                          <a:pt x="4" y="5"/>
                        </a:lnTo>
                        <a:lnTo>
                          <a:pt x="3" y="7"/>
                        </a:lnTo>
                        <a:lnTo>
                          <a:pt x="1" y="9"/>
                        </a:lnTo>
                        <a:lnTo>
                          <a:pt x="1" y="12"/>
                        </a:lnTo>
                        <a:lnTo>
                          <a:pt x="0" y="15"/>
                        </a:lnTo>
                        <a:lnTo>
                          <a:pt x="0" y="105"/>
                        </a:lnTo>
                        <a:lnTo>
                          <a:pt x="1" y="109"/>
                        </a:lnTo>
                        <a:lnTo>
                          <a:pt x="1" y="111"/>
                        </a:lnTo>
                        <a:lnTo>
                          <a:pt x="3" y="114"/>
                        </a:lnTo>
                        <a:lnTo>
                          <a:pt x="4" y="116"/>
                        </a:lnTo>
                        <a:lnTo>
                          <a:pt x="6" y="117"/>
                        </a:lnTo>
                        <a:lnTo>
                          <a:pt x="10" y="119"/>
                        </a:lnTo>
                        <a:lnTo>
                          <a:pt x="13" y="120"/>
                        </a:lnTo>
                        <a:lnTo>
                          <a:pt x="15" y="12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221">
                    <a:extLst>
                      <a:ext uri="{FF2B5EF4-FFF2-40B4-BE49-F238E27FC236}">
                        <a16:creationId xmlns:a16="http://schemas.microsoft.com/office/drawing/2014/main" id="{5196B8B8-B9C7-3194-6CAE-DC6CEE263A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36013" y="2698750"/>
                    <a:ext cx="47625" cy="11113"/>
                  </a:xfrm>
                  <a:custGeom>
                    <a:avLst/>
                    <a:gdLst>
                      <a:gd name="T0" fmla="*/ 135 w 150"/>
                      <a:gd name="T1" fmla="*/ 0 h 31"/>
                      <a:gd name="T2" fmla="*/ 15 w 150"/>
                      <a:gd name="T3" fmla="*/ 0 h 31"/>
                      <a:gd name="T4" fmla="*/ 12 w 150"/>
                      <a:gd name="T5" fmla="*/ 1 h 31"/>
                      <a:gd name="T6" fmla="*/ 9 w 150"/>
                      <a:gd name="T7" fmla="*/ 2 h 31"/>
                      <a:gd name="T8" fmla="*/ 6 w 150"/>
                      <a:gd name="T9" fmla="*/ 4 h 31"/>
                      <a:gd name="T10" fmla="*/ 4 w 150"/>
                      <a:gd name="T11" fmla="*/ 6 h 31"/>
                      <a:gd name="T12" fmla="*/ 2 w 150"/>
                      <a:gd name="T13" fmla="*/ 8 h 31"/>
                      <a:gd name="T14" fmla="*/ 1 w 150"/>
                      <a:gd name="T15" fmla="*/ 10 h 31"/>
                      <a:gd name="T16" fmla="*/ 0 w 150"/>
                      <a:gd name="T17" fmla="*/ 13 h 31"/>
                      <a:gd name="T18" fmla="*/ 0 w 150"/>
                      <a:gd name="T19" fmla="*/ 16 h 31"/>
                      <a:gd name="T20" fmla="*/ 0 w 150"/>
                      <a:gd name="T21" fmla="*/ 19 h 31"/>
                      <a:gd name="T22" fmla="*/ 1 w 150"/>
                      <a:gd name="T23" fmla="*/ 22 h 31"/>
                      <a:gd name="T24" fmla="*/ 2 w 150"/>
                      <a:gd name="T25" fmla="*/ 24 h 31"/>
                      <a:gd name="T26" fmla="*/ 4 w 150"/>
                      <a:gd name="T27" fmla="*/ 26 h 31"/>
                      <a:gd name="T28" fmla="*/ 6 w 150"/>
                      <a:gd name="T29" fmla="*/ 28 h 31"/>
                      <a:gd name="T30" fmla="*/ 9 w 150"/>
                      <a:gd name="T31" fmla="*/ 29 h 31"/>
                      <a:gd name="T32" fmla="*/ 12 w 150"/>
                      <a:gd name="T33" fmla="*/ 30 h 31"/>
                      <a:gd name="T34" fmla="*/ 15 w 150"/>
                      <a:gd name="T35" fmla="*/ 31 h 31"/>
                      <a:gd name="T36" fmla="*/ 135 w 150"/>
                      <a:gd name="T37" fmla="*/ 31 h 31"/>
                      <a:gd name="T38" fmla="*/ 138 w 150"/>
                      <a:gd name="T39" fmla="*/ 30 h 31"/>
                      <a:gd name="T40" fmla="*/ 141 w 150"/>
                      <a:gd name="T41" fmla="*/ 29 h 31"/>
                      <a:gd name="T42" fmla="*/ 144 w 150"/>
                      <a:gd name="T43" fmla="*/ 28 h 31"/>
                      <a:gd name="T44" fmla="*/ 146 w 150"/>
                      <a:gd name="T45" fmla="*/ 26 h 31"/>
                      <a:gd name="T46" fmla="*/ 148 w 150"/>
                      <a:gd name="T47" fmla="*/ 24 h 31"/>
                      <a:gd name="T48" fmla="*/ 149 w 150"/>
                      <a:gd name="T49" fmla="*/ 22 h 31"/>
                      <a:gd name="T50" fmla="*/ 150 w 150"/>
                      <a:gd name="T51" fmla="*/ 19 h 31"/>
                      <a:gd name="T52" fmla="*/ 150 w 150"/>
                      <a:gd name="T53" fmla="*/ 16 h 31"/>
                      <a:gd name="T54" fmla="*/ 150 w 150"/>
                      <a:gd name="T55" fmla="*/ 13 h 31"/>
                      <a:gd name="T56" fmla="*/ 149 w 150"/>
                      <a:gd name="T57" fmla="*/ 10 h 31"/>
                      <a:gd name="T58" fmla="*/ 148 w 150"/>
                      <a:gd name="T59" fmla="*/ 8 h 31"/>
                      <a:gd name="T60" fmla="*/ 146 w 150"/>
                      <a:gd name="T61" fmla="*/ 6 h 31"/>
                      <a:gd name="T62" fmla="*/ 144 w 150"/>
                      <a:gd name="T63" fmla="*/ 4 h 31"/>
                      <a:gd name="T64" fmla="*/ 141 w 150"/>
                      <a:gd name="T65" fmla="*/ 2 h 31"/>
                      <a:gd name="T66" fmla="*/ 138 w 150"/>
                      <a:gd name="T67" fmla="*/ 1 h 31"/>
                      <a:gd name="T68" fmla="*/ 135 w 150"/>
                      <a:gd name="T69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150" h="31">
                        <a:moveTo>
                          <a:pt x="135" y="0"/>
                        </a:move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9" y="2"/>
                        </a:lnTo>
                        <a:lnTo>
                          <a:pt x="6" y="4"/>
                        </a:lnTo>
                        <a:lnTo>
                          <a:pt x="4" y="6"/>
                        </a:lnTo>
                        <a:lnTo>
                          <a:pt x="2" y="8"/>
                        </a:lnTo>
                        <a:lnTo>
                          <a:pt x="1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0" y="19"/>
                        </a:lnTo>
                        <a:lnTo>
                          <a:pt x="1" y="22"/>
                        </a:lnTo>
                        <a:lnTo>
                          <a:pt x="2" y="24"/>
                        </a:lnTo>
                        <a:lnTo>
                          <a:pt x="4" y="26"/>
                        </a:lnTo>
                        <a:lnTo>
                          <a:pt x="6" y="28"/>
                        </a:lnTo>
                        <a:lnTo>
                          <a:pt x="9" y="29"/>
                        </a:lnTo>
                        <a:lnTo>
                          <a:pt x="12" y="30"/>
                        </a:lnTo>
                        <a:lnTo>
                          <a:pt x="15" y="31"/>
                        </a:lnTo>
                        <a:lnTo>
                          <a:pt x="135" y="31"/>
                        </a:lnTo>
                        <a:lnTo>
                          <a:pt x="138" y="30"/>
                        </a:lnTo>
                        <a:lnTo>
                          <a:pt x="141" y="29"/>
                        </a:lnTo>
                        <a:lnTo>
                          <a:pt x="144" y="28"/>
                        </a:lnTo>
                        <a:lnTo>
                          <a:pt x="146" y="26"/>
                        </a:lnTo>
                        <a:lnTo>
                          <a:pt x="148" y="24"/>
                        </a:lnTo>
                        <a:lnTo>
                          <a:pt x="149" y="22"/>
                        </a:lnTo>
                        <a:lnTo>
                          <a:pt x="150" y="19"/>
                        </a:lnTo>
                        <a:lnTo>
                          <a:pt x="150" y="16"/>
                        </a:lnTo>
                        <a:lnTo>
                          <a:pt x="150" y="13"/>
                        </a:lnTo>
                        <a:lnTo>
                          <a:pt x="149" y="10"/>
                        </a:lnTo>
                        <a:lnTo>
                          <a:pt x="148" y="8"/>
                        </a:lnTo>
                        <a:lnTo>
                          <a:pt x="146" y="6"/>
                        </a:lnTo>
                        <a:lnTo>
                          <a:pt x="144" y="4"/>
                        </a:lnTo>
                        <a:lnTo>
                          <a:pt x="141" y="2"/>
                        </a:lnTo>
                        <a:lnTo>
                          <a:pt x="138" y="1"/>
                        </a:lnTo>
                        <a:lnTo>
                          <a:pt x="13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1" name="Freeform 222">
                    <a:extLst>
                      <a:ext uri="{FF2B5EF4-FFF2-40B4-BE49-F238E27FC236}">
                        <a16:creationId xmlns:a16="http://schemas.microsoft.com/office/drawing/2014/main" id="{29AC5742-014B-7BD5-9F24-95D7CBA4AB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55063" y="2719388"/>
                    <a:ext cx="28575" cy="9525"/>
                  </a:xfrm>
                  <a:custGeom>
                    <a:avLst/>
                    <a:gdLst>
                      <a:gd name="T0" fmla="*/ 75 w 90"/>
                      <a:gd name="T1" fmla="*/ 0 h 30"/>
                      <a:gd name="T2" fmla="*/ 15 w 90"/>
                      <a:gd name="T3" fmla="*/ 0 h 30"/>
                      <a:gd name="T4" fmla="*/ 12 w 90"/>
                      <a:gd name="T5" fmla="*/ 0 h 30"/>
                      <a:gd name="T6" fmla="*/ 10 w 90"/>
                      <a:gd name="T7" fmla="*/ 1 h 30"/>
                      <a:gd name="T8" fmla="*/ 6 w 90"/>
                      <a:gd name="T9" fmla="*/ 3 h 30"/>
                      <a:gd name="T10" fmla="*/ 4 w 90"/>
                      <a:gd name="T11" fmla="*/ 5 h 30"/>
                      <a:gd name="T12" fmla="*/ 2 w 90"/>
                      <a:gd name="T13" fmla="*/ 7 h 30"/>
                      <a:gd name="T14" fmla="*/ 1 w 90"/>
                      <a:gd name="T15" fmla="*/ 9 h 30"/>
                      <a:gd name="T16" fmla="*/ 0 w 90"/>
                      <a:gd name="T17" fmla="*/ 12 h 30"/>
                      <a:gd name="T18" fmla="*/ 0 w 90"/>
                      <a:gd name="T19" fmla="*/ 15 h 30"/>
                      <a:gd name="T20" fmla="*/ 0 w 90"/>
                      <a:gd name="T21" fmla="*/ 19 h 30"/>
                      <a:gd name="T22" fmla="*/ 1 w 90"/>
                      <a:gd name="T23" fmla="*/ 21 h 30"/>
                      <a:gd name="T24" fmla="*/ 2 w 90"/>
                      <a:gd name="T25" fmla="*/ 24 h 30"/>
                      <a:gd name="T26" fmla="*/ 4 w 90"/>
                      <a:gd name="T27" fmla="*/ 26 h 30"/>
                      <a:gd name="T28" fmla="*/ 6 w 90"/>
                      <a:gd name="T29" fmla="*/ 27 h 30"/>
                      <a:gd name="T30" fmla="*/ 10 w 90"/>
                      <a:gd name="T31" fmla="*/ 29 h 30"/>
                      <a:gd name="T32" fmla="*/ 12 w 90"/>
                      <a:gd name="T33" fmla="*/ 29 h 30"/>
                      <a:gd name="T34" fmla="*/ 15 w 90"/>
                      <a:gd name="T35" fmla="*/ 30 h 30"/>
                      <a:gd name="T36" fmla="*/ 75 w 90"/>
                      <a:gd name="T37" fmla="*/ 30 h 30"/>
                      <a:gd name="T38" fmla="*/ 78 w 90"/>
                      <a:gd name="T39" fmla="*/ 29 h 30"/>
                      <a:gd name="T40" fmla="*/ 81 w 90"/>
                      <a:gd name="T41" fmla="*/ 29 h 30"/>
                      <a:gd name="T42" fmla="*/ 84 w 90"/>
                      <a:gd name="T43" fmla="*/ 27 h 30"/>
                      <a:gd name="T44" fmla="*/ 86 w 90"/>
                      <a:gd name="T45" fmla="*/ 26 h 30"/>
                      <a:gd name="T46" fmla="*/ 88 w 90"/>
                      <a:gd name="T47" fmla="*/ 24 h 30"/>
                      <a:gd name="T48" fmla="*/ 89 w 90"/>
                      <a:gd name="T49" fmla="*/ 21 h 30"/>
                      <a:gd name="T50" fmla="*/ 90 w 90"/>
                      <a:gd name="T51" fmla="*/ 19 h 30"/>
                      <a:gd name="T52" fmla="*/ 90 w 90"/>
                      <a:gd name="T53" fmla="*/ 15 h 30"/>
                      <a:gd name="T54" fmla="*/ 90 w 90"/>
                      <a:gd name="T55" fmla="*/ 12 h 30"/>
                      <a:gd name="T56" fmla="*/ 89 w 90"/>
                      <a:gd name="T57" fmla="*/ 9 h 30"/>
                      <a:gd name="T58" fmla="*/ 88 w 90"/>
                      <a:gd name="T59" fmla="*/ 7 h 30"/>
                      <a:gd name="T60" fmla="*/ 86 w 90"/>
                      <a:gd name="T61" fmla="*/ 5 h 30"/>
                      <a:gd name="T62" fmla="*/ 84 w 90"/>
                      <a:gd name="T63" fmla="*/ 3 h 30"/>
                      <a:gd name="T64" fmla="*/ 81 w 90"/>
                      <a:gd name="T65" fmla="*/ 1 h 30"/>
                      <a:gd name="T66" fmla="*/ 78 w 90"/>
                      <a:gd name="T67" fmla="*/ 0 h 30"/>
                      <a:gd name="T68" fmla="*/ 75 w 90"/>
                      <a:gd name="T69" fmla="*/ 0 h 30"/>
                      <a:gd name="T70" fmla="*/ 75 w 90"/>
                      <a:gd name="T71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90" h="30">
                        <a:moveTo>
                          <a:pt x="75" y="0"/>
                        </a:moveTo>
                        <a:lnTo>
                          <a:pt x="15" y="0"/>
                        </a:lnTo>
                        <a:lnTo>
                          <a:pt x="12" y="0"/>
                        </a:lnTo>
                        <a:lnTo>
                          <a:pt x="10" y="1"/>
                        </a:lnTo>
                        <a:lnTo>
                          <a:pt x="6" y="3"/>
                        </a:lnTo>
                        <a:lnTo>
                          <a:pt x="4" y="5"/>
                        </a:lnTo>
                        <a:lnTo>
                          <a:pt x="2" y="7"/>
                        </a:lnTo>
                        <a:lnTo>
                          <a:pt x="1" y="9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0" y="19"/>
                        </a:lnTo>
                        <a:lnTo>
                          <a:pt x="1" y="21"/>
                        </a:lnTo>
                        <a:lnTo>
                          <a:pt x="2" y="24"/>
                        </a:lnTo>
                        <a:lnTo>
                          <a:pt x="4" y="26"/>
                        </a:lnTo>
                        <a:lnTo>
                          <a:pt x="6" y="27"/>
                        </a:lnTo>
                        <a:lnTo>
                          <a:pt x="10" y="29"/>
                        </a:lnTo>
                        <a:lnTo>
                          <a:pt x="12" y="29"/>
                        </a:lnTo>
                        <a:lnTo>
                          <a:pt x="15" y="30"/>
                        </a:lnTo>
                        <a:lnTo>
                          <a:pt x="75" y="30"/>
                        </a:lnTo>
                        <a:lnTo>
                          <a:pt x="78" y="29"/>
                        </a:lnTo>
                        <a:lnTo>
                          <a:pt x="81" y="29"/>
                        </a:lnTo>
                        <a:lnTo>
                          <a:pt x="84" y="27"/>
                        </a:lnTo>
                        <a:lnTo>
                          <a:pt x="86" y="26"/>
                        </a:lnTo>
                        <a:lnTo>
                          <a:pt x="88" y="24"/>
                        </a:lnTo>
                        <a:lnTo>
                          <a:pt x="89" y="21"/>
                        </a:lnTo>
                        <a:lnTo>
                          <a:pt x="90" y="19"/>
                        </a:lnTo>
                        <a:lnTo>
                          <a:pt x="90" y="15"/>
                        </a:lnTo>
                        <a:lnTo>
                          <a:pt x="90" y="12"/>
                        </a:lnTo>
                        <a:lnTo>
                          <a:pt x="89" y="9"/>
                        </a:lnTo>
                        <a:lnTo>
                          <a:pt x="88" y="7"/>
                        </a:lnTo>
                        <a:lnTo>
                          <a:pt x="86" y="5"/>
                        </a:lnTo>
                        <a:lnTo>
                          <a:pt x="84" y="3"/>
                        </a:lnTo>
                        <a:lnTo>
                          <a:pt x="81" y="1"/>
                        </a:lnTo>
                        <a:lnTo>
                          <a:pt x="78" y="0"/>
                        </a:lnTo>
                        <a:lnTo>
                          <a:pt x="75" y="0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223">
                    <a:extLst>
                      <a:ext uri="{FF2B5EF4-FFF2-40B4-BE49-F238E27FC236}">
                        <a16:creationId xmlns:a16="http://schemas.microsoft.com/office/drawing/2014/main" id="{A373CAA7-B8F9-A30D-1A74-DB6DBFEC72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64588" y="2738438"/>
                    <a:ext cx="19050" cy="9525"/>
                  </a:xfrm>
                  <a:custGeom>
                    <a:avLst/>
                    <a:gdLst>
                      <a:gd name="T0" fmla="*/ 45 w 60"/>
                      <a:gd name="T1" fmla="*/ 0 h 30"/>
                      <a:gd name="T2" fmla="*/ 15 w 60"/>
                      <a:gd name="T3" fmla="*/ 0 h 30"/>
                      <a:gd name="T4" fmla="*/ 12 w 60"/>
                      <a:gd name="T5" fmla="*/ 0 h 30"/>
                      <a:gd name="T6" fmla="*/ 10 w 60"/>
                      <a:gd name="T7" fmla="*/ 1 h 30"/>
                      <a:gd name="T8" fmla="*/ 6 w 60"/>
                      <a:gd name="T9" fmla="*/ 3 h 30"/>
                      <a:gd name="T10" fmla="*/ 4 w 60"/>
                      <a:gd name="T11" fmla="*/ 5 h 30"/>
                      <a:gd name="T12" fmla="*/ 2 w 60"/>
                      <a:gd name="T13" fmla="*/ 7 h 30"/>
                      <a:gd name="T14" fmla="*/ 1 w 60"/>
                      <a:gd name="T15" fmla="*/ 9 h 30"/>
                      <a:gd name="T16" fmla="*/ 0 w 60"/>
                      <a:gd name="T17" fmla="*/ 12 h 30"/>
                      <a:gd name="T18" fmla="*/ 0 w 60"/>
                      <a:gd name="T19" fmla="*/ 15 h 30"/>
                      <a:gd name="T20" fmla="*/ 0 w 60"/>
                      <a:gd name="T21" fmla="*/ 19 h 30"/>
                      <a:gd name="T22" fmla="*/ 1 w 60"/>
                      <a:gd name="T23" fmla="*/ 21 h 30"/>
                      <a:gd name="T24" fmla="*/ 2 w 60"/>
                      <a:gd name="T25" fmla="*/ 24 h 30"/>
                      <a:gd name="T26" fmla="*/ 4 w 60"/>
                      <a:gd name="T27" fmla="*/ 26 h 30"/>
                      <a:gd name="T28" fmla="*/ 6 w 60"/>
                      <a:gd name="T29" fmla="*/ 27 h 30"/>
                      <a:gd name="T30" fmla="*/ 10 w 60"/>
                      <a:gd name="T31" fmla="*/ 29 h 30"/>
                      <a:gd name="T32" fmla="*/ 12 w 60"/>
                      <a:gd name="T33" fmla="*/ 30 h 30"/>
                      <a:gd name="T34" fmla="*/ 15 w 60"/>
                      <a:gd name="T35" fmla="*/ 30 h 30"/>
                      <a:gd name="T36" fmla="*/ 45 w 60"/>
                      <a:gd name="T37" fmla="*/ 30 h 30"/>
                      <a:gd name="T38" fmla="*/ 48 w 60"/>
                      <a:gd name="T39" fmla="*/ 30 h 30"/>
                      <a:gd name="T40" fmla="*/ 51 w 60"/>
                      <a:gd name="T41" fmla="*/ 29 h 30"/>
                      <a:gd name="T42" fmla="*/ 54 w 60"/>
                      <a:gd name="T43" fmla="*/ 27 h 30"/>
                      <a:gd name="T44" fmla="*/ 56 w 60"/>
                      <a:gd name="T45" fmla="*/ 26 h 30"/>
                      <a:gd name="T46" fmla="*/ 58 w 60"/>
                      <a:gd name="T47" fmla="*/ 24 h 30"/>
                      <a:gd name="T48" fmla="*/ 59 w 60"/>
                      <a:gd name="T49" fmla="*/ 21 h 30"/>
                      <a:gd name="T50" fmla="*/ 60 w 60"/>
                      <a:gd name="T51" fmla="*/ 19 h 30"/>
                      <a:gd name="T52" fmla="*/ 60 w 60"/>
                      <a:gd name="T53" fmla="*/ 15 h 30"/>
                      <a:gd name="T54" fmla="*/ 60 w 60"/>
                      <a:gd name="T55" fmla="*/ 12 h 30"/>
                      <a:gd name="T56" fmla="*/ 59 w 60"/>
                      <a:gd name="T57" fmla="*/ 9 h 30"/>
                      <a:gd name="T58" fmla="*/ 58 w 60"/>
                      <a:gd name="T59" fmla="*/ 7 h 30"/>
                      <a:gd name="T60" fmla="*/ 56 w 60"/>
                      <a:gd name="T61" fmla="*/ 5 h 30"/>
                      <a:gd name="T62" fmla="*/ 54 w 60"/>
                      <a:gd name="T63" fmla="*/ 3 h 30"/>
                      <a:gd name="T64" fmla="*/ 51 w 60"/>
                      <a:gd name="T65" fmla="*/ 1 h 30"/>
                      <a:gd name="T66" fmla="*/ 48 w 60"/>
                      <a:gd name="T67" fmla="*/ 0 h 30"/>
                      <a:gd name="T68" fmla="*/ 45 w 60"/>
                      <a:gd name="T69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60" h="30">
                        <a:moveTo>
                          <a:pt x="45" y="0"/>
                        </a:moveTo>
                        <a:lnTo>
                          <a:pt x="15" y="0"/>
                        </a:lnTo>
                        <a:lnTo>
                          <a:pt x="12" y="0"/>
                        </a:lnTo>
                        <a:lnTo>
                          <a:pt x="10" y="1"/>
                        </a:lnTo>
                        <a:lnTo>
                          <a:pt x="6" y="3"/>
                        </a:lnTo>
                        <a:lnTo>
                          <a:pt x="4" y="5"/>
                        </a:lnTo>
                        <a:lnTo>
                          <a:pt x="2" y="7"/>
                        </a:lnTo>
                        <a:lnTo>
                          <a:pt x="1" y="9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0" y="19"/>
                        </a:lnTo>
                        <a:lnTo>
                          <a:pt x="1" y="21"/>
                        </a:lnTo>
                        <a:lnTo>
                          <a:pt x="2" y="24"/>
                        </a:lnTo>
                        <a:lnTo>
                          <a:pt x="4" y="26"/>
                        </a:lnTo>
                        <a:lnTo>
                          <a:pt x="6" y="27"/>
                        </a:lnTo>
                        <a:lnTo>
                          <a:pt x="10" y="29"/>
                        </a:lnTo>
                        <a:lnTo>
                          <a:pt x="12" y="30"/>
                        </a:lnTo>
                        <a:lnTo>
                          <a:pt x="15" y="30"/>
                        </a:lnTo>
                        <a:lnTo>
                          <a:pt x="45" y="30"/>
                        </a:lnTo>
                        <a:lnTo>
                          <a:pt x="48" y="30"/>
                        </a:lnTo>
                        <a:lnTo>
                          <a:pt x="51" y="29"/>
                        </a:lnTo>
                        <a:lnTo>
                          <a:pt x="54" y="27"/>
                        </a:lnTo>
                        <a:lnTo>
                          <a:pt x="56" y="26"/>
                        </a:lnTo>
                        <a:lnTo>
                          <a:pt x="58" y="24"/>
                        </a:lnTo>
                        <a:lnTo>
                          <a:pt x="59" y="21"/>
                        </a:lnTo>
                        <a:lnTo>
                          <a:pt x="60" y="19"/>
                        </a:lnTo>
                        <a:lnTo>
                          <a:pt x="60" y="15"/>
                        </a:lnTo>
                        <a:lnTo>
                          <a:pt x="60" y="12"/>
                        </a:lnTo>
                        <a:lnTo>
                          <a:pt x="59" y="9"/>
                        </a:lnTo>
                        <a:lnTo>
                          <a:pt x="58" y="7"/>
                        </a:lnTo>
                        <a:lnTo>
                          <a:pt x="56" y="5"/>
                        </a:lnTo>
                        <a:lnTo>
                          <a:pt x="54" y="3"/>
                        </a:lnTo>
                        <a:lnTo>
                          <a:pt x="51" y="1"/>
                        </a:lnTo>
                        <a:lnTo>
                          <a:pt x="48" y="0"/>
                        </a:lnTo>
                        <a:lnTo>
                          <a:pt x="4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224">
                    <a:extLst>
                      <a:ext uri="{FF2B5EF4-FFF2-40B4-BE49-F238E27FC236}">
                        <a16:creationId xmlns:a16="http://schemas.microsoft.com/office/drawing/2014/main" id="{630B9E4A-F2D4-A191-7BBB-1D0A056E85A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740775" y="2536825"/>
                    <a:ext cx="115888" cy="114300"/>
                  </a:xfrm>
                  <a:custGeom>
                    <a:avLst/>
                    <a:gdLst>
                      <a:gd name="T0" fmla="*/ 211 w 361"/>
                      <a:gd name="T1" fmla="*/ 34 h 361"/>
                      <a:gd name="T2" fmla="*/ 252 w 361"/>
                      <a:gd name="T3" fmla="*/ 49 h 361"/>
                      <a:gd name="T4" fmla="*/ 286 w 361"/>
                      <a:gd name="T5" fmla="*/ 75 h 361"/>
                      <a:gd name="T6" fmla="*/ 313 w 361"/>
                      <a:gd name="T7" fmla="*/ 110 h 361"/>
                      <a:gd name="T8" fmla="*/ 328 w 361"/>
                      <a:gd name="T9" fmla="*/ 151 h 361"/>
                      <a:gd name="T10" fmla="*/ 330 w 361"/>
                      <a:gd name="T11" fmla="*/ 196 h 361"/>
                      <a:gd name="T12" fmla="*/ 319 w 361"/>
                      <a:gd name="T13" fmla="*/ 239 h 361"/>
                      <a:gd name="T14" fmla="*/ 297 w 361"/>
                      <a:gd name="T15" fmla="*/ 277 h 361"/>
                      <a:gd name="T16" fmla="*/ 265 w 361"/>
                      <a:gd name="T17" fmla="*/ 306 h 361"/>
                      <a:gd name="T18" fmla="*/ 225 w 361"/>
                      <a:gd name="T19" fmla="*/ 325 h 361"/>
                      <a:gd name="T20" fmla="*/ 180 w 361"/>
                      <a:gd name="T21" fmla="*/ 331 h 361"/>
                      <a:gd name="T22" fmla="*/ 136 w 361"/>
                      <a:gd name="T23" fmla="*/ 325 h 361"/>
                      <a:gd name="T24" fmla="*/ 96 w 361"/>
                      <a:gd name="T25" fmla="*/ 306 h 361"/>
                      <a:gd name="T26" fmla="*/ 64 w 361"/>
                      <a:gd name="T27" fmla="*/ 277 h 361"/>
                      <a:gd name="T28" fmla="*/ 42 w 361"/>
                      <a:gd name="T29" fmla="*/ 239 h 361"/>
                      <a:gd name="T30" fmla="*/ 31 w 361"/>
                      <a:gd name="T31" fmla="*/ 196 h 361"/>
                      <a:gd name="T32" fmla="*/ 33 w 361"/>
                      <a:gd name="T33" fmla="*/ 151 h 361"/>
                      <a:gd name="T34" fmla="*/ 48 w 361"/>
                      <a:gd name="T35" fmla="*/ 110 h 361"/>
                      <a:gd name="T36" fmla="*/ 74 w 361"/>
                      <a:gd name="T37" fmla="*/ 75 h 361"/>
                      <a:gd name="T38" fmla="*/ 108 w 361"/>
                      <a:gd name="T39" fmla="*/ 49 h 361"/>
                      <a:gd name="T40" fmla="*/ 150 w 361"/>
                      <a:gd name="T41" fmla="*/ 34 h 361"/>
                      <a:gd name="T42" fmla="*/ 180 w 361"/>
                      <a:gd name="T43" fmla="*/ 30 h 361"/>
                      <a:gd name="T44" fmla="*/ 216 w 361"/>
                      <a:gd name="T45" fmla="*/ 358 h 361"/>
                      <a:gd name="T46" fmla="*/ 267 w 361"/>
                      <a:gd name="T47" fmla="*/ 340 h 361"/>
                      <a:gd name="T48" fmla="*/ 307 w 361"/>
                      <a:gd name="T49" fmla="*/ 309 h 361"/>
                      <a:gd name="T50" fmla="*/ 339 w 361"/>
                      <a:gd name="T51" fmla="*/ 267 h 361"/>
                      <a:gd name="T52" fmla="*/ 357 w 361"/>
                      <a:gd name="T53" fmla="*/ 218 h 361"/>
                      <a:gd name="T54" fmla="*/ 360 w 361"/>
                      <a:gd name="T55" fmla="*/ 163 h 361"/>
                      <a:gd name="T56" fmla="*/ 346 w 361"/>
                      <a:gd name="T57" fmla="*/ 111 h 361"/>
                      <a:gd name="T58" fmla="*/ 319 w 361"/>
                      <a:gd name="T59" fmla="*/ 67 h 361"/>
                      <a:gd name="T60" fmla="*/ 281 w 361"/>
                      <a:gd name="T61" fmla="*/ 31 h 361"/>
                      <a:gd name="T62" fmla="*/ 234 w 361"/>
                      <a:gd name="T63" fmla="*/ 9 h 361"/>
                      <a:gd name="T64" fmla="*/ 180 w 361"/>
                      <a:gd name="T65" fmla="*/ 0 h 361"/>
                      <a:gd name="T66" fmla="*/ 126 w 361"/>
                      <a:gd name="T67" fmla="*/ 9 h 361"/>
                      <a:gd name="T68" fmla="*/ 79 w 361"/>
                      <a:gd name="T69" fmla="*/ 31 h 361"/>
                      <a:gd name="T70" fmla="*/ 41 w 361"/>
                      <a:gd name="T71" fmla="*/ 67 h 361"/>
                      <a:gd name="T72" fmla="*/ 14 w 361"/>
                      <a:gd name="T73" fmla="*/ 111 h 361"/>
                      <a:gd name="T74" fmla="*/ 1 w 361"/>
                      <a:gd name="T75" fmla="*/ 163 h 361"/>
                      <a:gd name="T76" fmla="*/ 3 w 361"/>
                      <a:gd name="T77" fmla="*/ 218 h 361"/>
                      <a:gd name="T78" fmla="*/ 21 w 361"/>
                      <a:gd name="T79" fmla="*/ 267 h 361"/>
                      <a:gd name="T80" fmla="*/ 53 w 361"/>
                      <a:gd name="T81" fmla="*/ 309 h 361"/>
                      <a:gd name="T82" fmla="*/ 94 w 361"/>
                      <a:gd name="T83" fmla="*/ 340 h 361"/>
                      <a:gd name="T84" fmla="*/ 144 w 361"/>
                      <a:gd name="T85" fmla="*/ 358 h 3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361" h="361">
                        <a:moveTo>
                          <a:pt x="180" y="30"/>
                        </a:moveTo>
                        <a:lnTo>
                          <a:pt x="196" y="31"/>
                        </a:lnTo>
                        <a:lnTo>
                          <a:pt x="211" y="34"/>
                        </a:lnTo>
                        <a:lnTo>
                          <a:pt x="225" y="38"/>
                        </a:lnTo>
                        <a:lnTo>
                          <a:pt x="239" y="42"/>
                        </a:lnTo>
                        <a:lnTo>
                          <a:pt x="252" y="49"/>
                        </a:lnTo>
                        <a:lnTo>
                          <a:pt x="265" y="56"/>
                        </a:lnTo>
                        <a:lnTo>
                          <a:pt x="276" y="65"/>
                        </a:lnTo>
                        <a:lnTo>
                          <a:pt x="286" y="75"/>
                        </a:lnTo>
                        <a:lnTo>
                          <a:pt x="297" y="85"/>
                        </a:lnTo>
                        <a:lnTo>
                          <a:pt x="305" y="97"/>
                        </a:lnTo>
                        <a:lnTo>
                          <a:pt x="313" y="110"/>
                        </a:lnTo>
                        <a:lnTo>
                          <a:pt x="319" y="122"/>
                        </a:lnTo>
                        <a:lnTo>
                          <a:pt x="324" y="136"/>
                        </a:lnTo>
                        <a:lnTo>
                          <a:pt x="328" y="151"/>
                        </a:lnTo>
                        <a:lnTo>
                          <a:pt x="330" y="165"/>
                        </a:lnTo>
                        <a:lnTo>
                          <a:pt x="331" y="181"/>
                        </a:lnTo>
                        <a:lnTo>
                          <a:pt x="330" y="196"/>
                        </a:lnTo>
                        <a:lnTo>
                          <a:pt x="328" y="211"/>
                        </a:lnTo>
                        <a:lnTo>
                          <a:pt x="324" y="225"/>
                        </a:lnTo>
                        <a:lnTo>
                          <a:pt x="319" y="239"/>
                        </a:lnTo>
                        <a:lnTo>
                          <a:pt x="313" y="253"/>
                        </a:lnTo>
                        <a:lnTo>
                          <a:pt x="305" y="265"/>
                        </a:lnTo>
                        <a:lnTo>
                          <a:pt x="297" y="277"/>
                        </a:lnTo>
                        <a:lnTo>
                          <a:pt x="286" y="287"/>
                        </a:lnTo>
                        <a:lnTo>
                          <a:pt x="276" y="297"/>
                        </a:lnTo>
                        <a:lnTo>
                          <a:pt x="265" y="306"/>
                        </a:lnTo>
                        <a:lnTo>
                          <a:pt x="252" y="313"/>
                        </a:lnTo>
                        <a:lnTo>
                          <a:pt x="239" y="320"/>
                        </a:lnTo>
                        <a:lnTo>
                          <a:pt x="225" y="325"/>
                        </a:lnTo>
                        <a:lnTo>
                          <a:pt x="211" y="328"/>
                        </a:lnTo>
                        <a:lnTo>
                          <a:pt x="196" y="330"/>
                        </a:lnTo>
                        <a:lnTo>
                          <a:pt x="180" y="331"/>
                        </a:lnTo>
                        <a:lnTo>
                          <a:pt x="165" y="330"/>
                        </a:lnTo>
                        <a:lnTo>
                          <a:pt x="150" y="328"/>
                        </a:lnTo>
                        <a:lnTo>
                          <a:pt x="136" y="325"/>
                        </a:lnTo>
                        <a:lnTo>
                          <a:pt x="122" y="320"/>
                        </a:lnTo>
                        <a:lnTo>
                          <a:pt x="108" y="313"/>
                        </a:lnTo>
                        <a:lnTo>
                          <a:pt x="96" y="306"/>
                        </a:lnTo>
                        <a:lnTo>
                          <a:pt x="85" y="297"/>
                        </a:lnTo>
                        <a:lnTo>
                          <a:pt x="74" y="287"/>
                        </a:lnTo>
                        <a:lnTo>
                          <a:pt x="64" y="277"/>
                        </a:lnTo>
                        <a:lnTo>
                          <a:pt x="56" y="265"/>
                        </a:lnTo>
                        <a:lnTo>
                          <a:pt x="48" y="253"/>
                        </a:lnTo>
                        <a:lnTo>
                          <a:pt x="42" y="239"/>
                        </a:lnTo>
                        <a:lnTo>
                          <a:pt x="36" y="225"/>
                        </a:lnTo>
                        <a:lnTo>
                          <a:pt x="33" y="211"/>
                        </a:lnTo>
                        <a:lnTo>
                          <a:pt x="31" y="196"/>
                        </a:lnTo>
                        <a:lnTo>
                          <a:pt x="30" y="181"/>
                        </a:lnTo>
                        <a:lnTo>
                          <a:pt x="31" y="165"/>
                        </a:lnTo>
                        <a:lnTo>
                          <a:pt x="33" y="151"/>
                        </a:lnTo>
                        <a:lnTo>
                          <a:pt x="36" y="136"/>
                        </a:lnTo>
                        <a:lnTo>
                          <a:pt x="42" y="122"/>
                        </a:lnTo>
                        <a:lnTo>
                          <a:pt x="48" y="110"/>
                        </a:lnTo>
                        <a:lnTo>
                          <a:pt x="56" y="97"/>
                        </a:lnTo>
                        <a:lnTo>
                          <a:pt x="64" y="86"/>
                        </a:lnTo>
                        <a:lnTo>
                          <a:pt x="74" y="75"/>
                        </a:lnTo>
                        <a:lnTo>
                          <a:pt x="85" y="65"/>
                        </a:lnTo>
                        <a:lnTo>
                          <a:pt x="96" y="56"/>
                        </a:lnTo>
                        <a:lnTo>
                          <a:pt x="108" y="49"/>
                        </a:lnTo>
                        <a:lnTo>
                          <a:pt x="122" y="42"/>
                        </a:lnTo>
                        <a:lnTo>
                          <a:pt x="136" y="38"/>
                        </a:lnTo>
                        <a:lnTo>
                          <a:pt x="150" y="34"/>
                        </a:lnTo>
                        <a:lnTo>
                          <a:pt x="165" y="31"/>
                        </a:lnTo>
                        <a:lnTo>
                          <a:pt x="180" y="30"/>
                        </a:lnTo>
                        <a:lnTo>
                          <a:pt x="180" y="30"/>
                        </a:lnTo>
                        <a:close/>
                        <a:moveTo>
                          <a:pt x="180" y="361"/>
                        </a:moveTo>
                        <a:lnTo>
                          <a:pt x="199" y="360"/>
                        </a:lnTo>
                        <a:lnTo>
                          <a:pt x="216" y="358"/>
                        </a:lnTo>
                        <a:lnTo>
                          <a:pt x="234" y="354"/>
                        </a:lnTo>
                        <a:lnTo>
                          <a:pt x="251" y="347"/>
                        </a:lnTo>
                        <a:lnTo>
                          <a:pt x="267" y="340"/>
                        </a:lnTo>
                        <a:lnTo>
                          <a:pt x="281" y="330"/>
                        </a:lnTo>
                        <a:lnTo>
                          <a:pt x="295" y="321"/>
                        </a:lnTo>
                        <a:lnTo>
                          <a:pt x="307" y="309"/>
                        </a:lnTo>
                        <a:lnTo>
                          <a:pt x="319" y="296"/>
                        </a:lnTo>
                        <a:lnTo>
                          <a:pt x="330" y="282"/>
                        </a:lnTo>
                        <a:lnTo>
                          <a:pt x="339" y="267"/>
                        </a:lnTo>
                        <a:lnTo>
                          <a:pt x="346" y="251"/>
                        </a:lnTo>
                        <a:lnTo>
                          <a:pt x="352" y="235"/>
                        </a:lnTo>
                        <a:lnTo>
                          <a:pt x="357" y="218"/>
                        </a:lnTo>
                        <a:lnTo>
                          <a:pt x="360" y="200"/>
                        </a:lnTo>
                        <a:lnTo>
                          <a:pt x="361" y="181"/>
                        </a:lnTo>
                        <a:lnTo>
                          <a:pt x="360" y="163"/>
                        </a:lnTo>
                        <a:lnTo>
                          <a:pt x="357" y="145"/>
                        </a:lnTo>
                        <a:lnTo>
                          <a:pt x="352" y="128"/>
                        </a:lnTo>
                        <a:lnTo>
                          <a:pt x="346" y="111"/>
                        </a:lnTo>
                        <a:lnTo>
                          <a:pt x="339" y="96"/>
                        </a:lnTo>
                        <a:lnTo>
                          <a:pt x="330" y="81"/>
                        </a:lnTo>
                        <a:lnTo>
                          <a:pt x="319" y="67"/>
                        </a:lnTo>
                        <a:lnTo>
                          <a:pt x="307" y="54"/>
                        </a:lnTo>
                        <a:lnTo>
                          <a:pt x="295" y="42"/>
                        </a:lnTo>
                        <a:lnTo>
                          <a:pt x="281" y="31"/>
                        </a:lnTo>
                        <a:lnTo>
                          <a:pt x="267" y="23"/>
                        </a:lnTo>
                        <a:lnTo>
                          <a:pt x="251" y="15"/>
                        </a:lnTo>
                        <a:lnTo>
                          <a:pt x="234" y="9"/>
                        </a:lnTo>
                        <a:lnTo>
                          <a:pt x="216" y="5"/>
                        </a:lnTo>
                        <a:lnTo>
                          <a:pt x="199" y="1"/>
                        </a:lnTo>
                        <a:lnTo>
                          <a:pt x="180" y="0"/>
                        </a:lnTo>
                        <a:lnTo>
                          <a:pt x="162" y="1"/>
                        </a:lnTo>
                        <a:lnTo>
                          <a:pt x="144" y="5"/>
                        </a:lnTo>
                        <a:lnTo>
                          <a:pt x="126" y="9"/>
                        </a:lnTo>
                        <a:lnTo>
                          <a:pt x="110" y="15"/>
                        </a:lnTo>
                        <a:lnTo>
                          <a:pt x="94" y="23"/>
                        </a:lnTo>
                        <a:lnTo>
                          <a:pt x="79" y="31"/>
                        </a:lnTo>
                        <a:lnTo>
                          <a:pt x="65" y="42"/>
                        </a:lnTo>
                        <a:lnTo>
                          <a:pt x="53" y="54"/>
                        </a:lnTo>
                        <a:lnTo>
                          <a:pt x="41" y="67"/>
                        </a:lnTo>
                        <a:lnTo>
                          <a:pt x="31" y="81"/>
                        </a:lnTo>
                        <a:lnTo>
                          <a:pt x="21" y="96"/>
                        </a:lnTo>
                        <a:lnTo>
                          <a:pt x="14" y="111"/>
                        </a:lnTo>
                        <a:lnTo>
                          <a:pt x="8" y="128"/>
                        </a:lnTo>
                        <a:lnTo>
                          <a:pt x="3" y="145"/>
                        </a:lnTo>
                        <a:lnTo>
                          <a:pt x="1" y="163"/>
                        </a:lnTo>
                        <a:lnTo>
                          <a:pt x="0" y="181"/>
                        </a:lnTo>
                        <a:lnTo>
                          <a:pt x="1" y="200"/>
                        </a:lnTo>
                        <a:lnTo>
                          <a:pt x="3" y="218"/>
                        </a:lnTo>
                        <a:lnTo>
                          <a:pt x="8" y="235"/>
                        </a:lnTo>
                        <a:lnTo>
                          <a:pt x="14" y="251"/>
                        </a:lnTo>
                        <a:lnTo>
                          <a:pt x="21" y="267"/>
                        </a:lnTo>
                        <a:lnTo>
                          <a:pt x="31" y="282"/>
                        </a:lnTo>
                        <a:lnTo>
                          <a:pt x="41" y="296"/>
                        </a:lnTo>
                        <a:lnTo>
                          <a:pt x="53" y="309"/>
                        </a:lnTo>
                        <a:lnTo>
                          <a:pt x="65" y="321"/>
                        </a:lnTo>
                        <a:lnTo>
                          <a:pt x="79" y="330"/>
                        </a:lnTo>
                        <a:lnTo>
                          <a:pt x="94" y="340"/>
                        </a:lnTo>
                        <a:lnTo>
                          <a:pt x="110" y="347"/>
                        </a:lnTo>
                        <a:lnTo>
                          <a:pt x="126" y="354"/>
                        </a:lnTo>
                        <a:lnTo>
                          <a:pt x="144" y="358"/>
                        </a:lnTo>
                        <a:lnTo>
                          <a:pt x="162" y="360"/>
                        </a:lnTo>
                        <a:lnTo>
                          <a:pt x="180" y="3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20C07C3-19D2-2EF0-01FB-D37918831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470" y="3322799"/>
            <a:ext cx="1023861" cy="10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74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3C636B97-A952-66D5-2E5C-EC9C71FFD035}"/>
              </a:ext>
            </a:extLst>
          </p:cNvPr>
          <p:cNvGrpSpPr/>
          <p:nvPr/>
        </p:nvGrpSpPr>
        <p:grpSpPr>
          <a:xfrm>
            <a:off x="571500" y="1608717"/>
            <a:ext cx="11049000" cy="4615926"/>
            <a:chOff x="571500" y="1608717"/>
            <a:chExt cx="11049000" cy="4615926"/>
          </a:xfrm>
        </p:grpSpPr>
        <p:sp>
          <p:nvSpPr>
            <p:cNvPr id="3" name="Google Shape;1780;p42">
              <a:extLst>
                <a:ext uri="{FF2B5EF4-FFF2-40B4-BE49-F238E27FC236}">
                  <a16:creationId xmlns:a16="http://schemas.microsoft.com/office/drawing/2014/main" id="{0144C11F-D880-2467-A1E9-5892484EE181}"/>
                </a:ext>
              </a:extLst>
            </p:cNvPr>
            <p:cNvSpPr/>
            <p:nvPr/>
          </p:nvSpPr>
          <p:spPr>
            <a:xfrm>
              <a:off x="1983475" y="1608717"/>
              <a:ext cx="2304847" cy="4615926"/>
            </a:xfrm>
            <a:custGeom>
              <a:avLst/>
              <a:gdLst/>
              <a:ahLst/>
              <a:cxnLst/>
              <a:rect l="l" t="t" r="r" b="b"/>
              <a:pathLst>
                <a:path w="28839" h="57756" extrusionOk="0">
                  <a:moveTo>
                    <a:pt x="1" y="1"/>
                  </a:moveTo>
                  <a:lnTo>
                    <a:pt x="1" y="57756"/>
                  </a:lnTo>
                  <a:cubicBezTo>
                    <a:pt x="2575" y="57756"/>
                    <a:pt x="5031" y="57399"/>
                    <a:pt x="7408" y="56766"/>
                  </a:cubicBezTo>
                  <a:cubicBezTo>
                    <a:pt x="9904" y="56132"/>
                    <a:pt x="12162" y="55142"/>
                    <a:pt x="14340" y="53914"/>
                  </a:cubicBezTo>
                  <a:cubicBezTo>
                    <a:pt x="16519" y="52646"/>
                    <a:pt x="18500" y="51141"/>
                    <a:pt x="20282" y="49358"/>
                  </a:cubicBezTo>
                  <a:cubicBezTo>
                    <a:pt x="22065" y="47576"/>
                    <a:pt x="23610" y="45595"/>
                    <a:pt x="24877" y="43416"/>
                  </a:cubicBezTo>
                  <a:cubicBezTo>
                    <a:pt x="26145" y="41277"/>
                    <a:pt x="27135" y="38940"/>
                    <a:pt x="27808" y="36484"/>
                  </a:cubicBezTo>
                  <a:cubicBezTo>
                    <a:pt x="28442" y="34107"/>
                    <a:pt x="28799" y="31612"/>
                    <a:pt x="28838" y="28997"/>
                  </a:cubicBezTo>
                  <a:lnTo>
                    <a:pt x="28838" y="28839"/>
                  </a:lnTo>
                  <a:cubicBezTo>
                    <a:pt x="28838" y="26304"/>
                    <a:pt x="28522" y="23887"/>
                    <a:pt x="27888" y="21511"/>
                  </a:cubicBezTo>
                  <a:cubicBezTo>
                    <a:pt x="27254" y="19015"/>
                    <a:pt x="26264" y="16717"/>
                    <a:pt x="25036" y="14539"/>
                  </a:cubicBezTo>
                  <a:cubicBezTo>
                    <a:pt x="23808" y="12360"/>
                    <a:pt x="22223" y="10300"/>
                    <a:pt x="20480" y="8518"/>
                  </a:cubicBezTo>
                  <a:cubicBezTo>
                    <a:pt x="18698" y="6735"/>
                    <a:pt x="16717" y="5151"/>
                    <a:pt x="14499" y="3923"/>
                  </a:cubicBezTo>
                  <a:cubicBezTo>
                    <a:pt x="12320" y="2695"/>
                    <a:pt x="9983" y="1704"/>
                    <a:pt x="7527" y="991"/>
                  </a:cubicBezTo>
                  <a:cubicBezTo>
                    <a:pt x="5150" y="357"/>
                    <a:pt x="2615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81;p42">
              <a:extLst>
                <a:ext uri="{FF2B5EF4-FFF2-40B4-BE49-F238E27FC236}">
                  <a16:creationId xmlns:a16="http://schemas.microsoft.com/office/drawing/2014/main" id="{E42020CC-79FC-5242-3029-34FE85E8DDA8}"/>
                </a:ext>
              </a:extLst>
            </p:cNvPr>
            <p:cNvSpPr/>
            <p:nvPr/>
          </p:nvSpPr>
          <p:spPr>
            <a:xfrm>
              <a:off x="4911963" y="5005803"/>
              <a:ext cx="3026613" cy="1070144"/>
            </a:xfrm>
            <a:custGeom>
              <a:avLst/>
              <a:gdLst/>
              <a:ahLst/>
              <a:cxnLst/>
              <a:rect l="l" t="t" r="r" b="b"/>
              <a:pathLst>
                <a:path w="37870" h="13390" extrusionOk="0">
                  <a:moveTo>
                    <a:pt x="4001" y="0"/>
                  </a:moveTo>
                  <a:lnTo>
                    <a:pt x="0" y="6695"/>
                  </a:lnTo>
                  <a:lnTo>
                    <a:pt x="4001" y="13389"/>
                  </a:lnTo>
                  <a:lnTo>
                    <a:pt x="31175" y="13389"/>
                  </a:lnTo>
                  <a:cubicBezTo>
                    <a:pt x="34859" y="13389"/>
                    <a:pt x="37869" y="10418"/>
                    <a:pt x="37869" y="6695"/>
                  </a:cubicBezTo>
                  <a:cubicBezTo>
                    <a:pt x="37869" y="3011"/>
                    <a:pt x="34898" y="0"/>
                    <a:pt x="311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5" name="Google Shape;1782;p42">
              <a:extLst>
                <a:ext uri="{FF2B5EF4-FFF2-40B4-BE49-F238E27FC236}">
                  <a16:creationId xmlns:a16="http://schemas.microsoft.com/office/drawing/2014/main" id="{4524C720-C024-6453-AA44-F53BE389A297}"/>
                </a:ext>
              </a:extLst>
            </p:cNvPr>
            <p:cNvSpPr/>
            <p:nvPr/>
          </p:nvSpPr>
          <p:spPr>
            <a:xfrm>
              <a:off x="2768625" y="5449006"/>
              <a:ext cx="2532781" cy="183739"/>
            </a:xfrm>
            <a:custGeom>
              <a:avLst/>
              <a:gdLst/>
              <a:ahLst/>
              <a:cxnLst/>
              <a:rect l="l" t="t" r="r" b="b"/>
              <a:pathLst>
                <a:path w="31691" h="2299" extrusionOk="0">
                  <a:moveTo>
                    <a:pt x="1149" y="1"/>
                  </a:moveTo>
                  <a:cubicBezTo>
                    <a:pt x="515" y="1"/>
                    <a:pt x="1" y="555"/>
                    <a:pt x="1" y="1150"/>
                  </a:cubicBezTo>
                  <a:cubicBezTo>
                    <a:pt x="1" y="1783"/>
                    <a:pt x="555" y="2298"/>
                    <a:pt x="1149" y="2298"/>
                  </a:cubicBezTo>
                  <a:lnTo>
                    <a:pt x="30502" y="2298"/>
                  </a:lnTo>
                  <a:cubicBezTo>
                    <a:pt x="31175" y="2298"/>
                    <a:pt x="31651" y="1744"/>
                    <a:pt x="31651" y="1150"/>
                  </a:cubicBezTo>
                  <a:cubicBezTo>
                    <a:pt x="31690" y="555"/>
                    <a:pt x="31175" y="1"/>
                    <a:pt x="305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83;p42">
              <a:extLst>
                <a:ext uri="{FF2B5EF4-FFF2-40B4-BE49-F238E27FC236}">
                  <a16:creationId xmlns:a16="http://schemas.microsoft.com/office/drawing/2014/main" id="{52579FE5-2458-CD6E-87C5-02AF8FB851A2}"/>
                </a:ext>
              </a:extLst>
            </p:cNvPr>
            <p:cNvSpPr/>
            <p:nvPr/>
          </p:nvSpPr>
          <p:spPr>
            <a:xfrm>
              <a:off x="10965067" y="3538393"/>
              <a:ext cx="655433" cy="655433"/>
            </a:xfrm>
            <a:custGeom>
              <a:avLst/>
              <a:gdLst/>
              <a:ahLst/>
              <a:cxnLst/>
              <a:rect l="l" t="t" r="r" b="b"/>
              <a:pathLst>
                <a:path w="8201" h="8201" extrusionOk="0">
                  <a:moveTo>
                    <a:pt x="4120" y="2377"/>
                  </a:moveTo>
                  <a:cubicBezTo>
                    <a:pt x="5071" y="2377"/>
                    <a:pt x="5863" y="3130"/>
                    <a:pt x="5863" y="4120"/>
                  </a:cubicBezTo>
                  <a:cubicBezTo>
                    <a:pt x="5863" y="5031"/>
                    <a:pt x="5071" y="5823"/>
                    <a:pt x="4120" y="5823"/>
                  </a:cubicBezTo>
                  <a:cubicBezTo>
                    <a:pt x="3170" y="5823"/>
                    <a:pt x="2377" y="5110"/>
                    <a:pt x="2377" y="4120"/>
                  </a:cubicBezTo>
                  <a:cubicBezTo>
                    <a:pt x="2377" y="3169"/>
                    <a:pt x="3130" y="2377"/>
                    <a:pt x="4120" y="2377"/>
                  </a:cubicBezTo>
                  <a:close/>
                  <a:moveTo>
                    <a:pt x="3368" y="0"/>
                  </a:moveTo>
                  <a:lnTo>
                    <a:pt x="3368" y="951"/>
                  </a:lnTo>
                  <a:cubicBezTo>
                    <a:pt x="3011" y="1030"/>
                    <a:pt x="2694" y="1109"/>
                    <a:pt x="2377" y="1347"/>
                  </a:cubicBezTo>
                  <a:lnTo>
                    <a:pt x="1704" y="634"/>
                  </a:lnTo>
                  <a:lnTo>
                    <a:pt x="634" y="1664"/>
                  </a:lnTo>
                  <a:lnTo>
                    <a:pt x="1348" y="2377"/>
                  </a:lnTo>
                  <a:cubicBezTo>
                    <a:pt x="1149" y="2654"/>
                    <a:pt x="1031" y="3011"/>
                    <a:pt x="951" y="3367"/>
                  </a:cubicBezTo>
                  <a:lnTo>
                    <a:pt x="1" y="3367"/>
                  </a:lnTo>
                  <a:lnTo>
                    <a:pt x="1" y="4833"/>
                  </a:lnTo>
                  <a:lnTo>
                    <a:pt x="951" y="4833"/>
                  </a:lnTo>
                  <a:cubicBezTo>
                    <a:pt x="1031" y="5190"/>
                    <a:pt x="1149" y="5546"/>
                    <a:pt x="1348" y="5823"/>
                  </a:cubicBezTo>
                  <a:lnTo>
                    <a:pt x="634" y="6536"/>
                  </a:lnTo>
                  <a:lnTo>
                    <a:pt x="1704" y="7566"/>
                  </a:lnTo>
                  <a:lnTo>
                    <a:pt x="2377" y="6893"/>
                  </a:lnTo>
                  <a:cubicBezTo>
                    <a:pt x="2694" y="7091"/>
                    <a:pt x="3011" y="7170"/>
                    <a:pt x="3368" y="7289"/>
                  </a:cubicBezTo>
                  <a:lnTo>
                    <a:pt x="3368" y="8200"/>
                  </a:lnTo>
                  <a:lnTo>
                    <a:pt x="4833" y="8200"/>
                  </a:lnTo>
                  <a:lnTo>
                    <a:pt x="4833" y="7289"/>
                  </a:lnTo>
                  <a:cubicBezTo>
                    <a:pt x="5190" y="7170"/>
                    <a:pt x="5546" y="7091"/>
                    <a:pt x="5824" y="6893"/>
                  </a:cubicBezTo>
                  <a:lnTo>
                    <a:pt x="6537" y="7566"/>
                  </a:lnTo>
                  <a:lnTo>
                    <a:pt x="7567" y="6536"/>
                  </a:lnTo>
                  <a:lnTo>
                    <a:pt x="6893" y="5823"/>
                  </a:lnTo>
                  <a:cubicBezTo>
                    <a:pt x="7091" y="5546"/>
                    <a:pt x="7171" y="5190"/>
                    <a:pt x="7289" y="4833"/>
                  </a:cubicBezTo>
                  <a:lnTo>
                    <a:pt x="8200" y="4833"/>
                  </a:lnTo>
                  <a:lnTo>
                    <a:pt x="8200" y="3367"/>
                  </a:lnTo>
                  <a:lnTo>
                    <a:pt x="7289" y="3367"/>
                  </a:lnTo>
                  <a:cubicBezTo>
                    <a:pt x="7171" y="3011"/>
                    <a:pt x="7091" y="2654"/>
                    <a:pt x="6893" y="2377"/>
                  </a:cubicBezTo>
                  <a:lnTo>
                    <a:pt x="7567" y="1664"/>
                  </a:lnTo>
                  <a:lnTo>
                    <a:pt x="6537" y="634"/>
                  </a:lnTo>
                  <a:lnTo>
                    <a:pt x="5824" y="1347"/>
                  </a:lnTo>
                  <a:cubicBezTo>
                    <a:pt x="5546" y="1149"/>
                    <a:pt x="5190" y="1030"/>
                    <a:pt x="4833" y="951"/>
                  </a:cubicBezTo>
                  <a:lnTo>
                    <a:pt x="48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84;p42">
              <a:extLst>
                <a:ext uri="{FF2B5EF4-FFF2-40B4-BE49-F238E27FC236}">
                  <a16:creationId xmlns:a16="http://schemas.microsoft.com/office/drawing/2014/main" id="{D81AE519-C481-FAB8-14E4-892F3EBD1657}"/>
                </a:ext>
              </a:extLst>
            </p:cNvPr>
            <p:cNvSpPr/>
            <p:nvPr/>
          </p:nvSpPr>
          <p:spPr>
            <a:xfrm>
              <a:off x="4911963" y="1754415"/>
              <a:ext cx="3026613" cy="1066947"/>
            </a:xfrm>
            <a:custGeom>
              <a:avLst/>
              <a:gdLst/>
              <a:ahLst/>
              <a:cxnLst/>
              <a:rect l="l" t="t" r="r" b="b"/>
              <a:pathLst>
                <a:path w="37870" h="13350" extrusionOk="0">
                  <a:moveTo>
                    <a:pt x="4001" y="0"/>
                  </a:moveTo>
                  <a:lnTo>
                    <a:pt x="0" y="6655"/>
                  </a:lnTo>
                  <a:lnTo>
                    <a:pt x="4001" y="13350"/>
                  </a:lnTo>
                  <a:lnTo>
                    <a:pt x="31175" y="13350"/>
                  </a:lnTo>
                  <a:cubicBezTo>
                    <a:pt x="34859" y="13350"/>
                    <a:pt x="37869" y="10379"/>
                    <a:pt x="37869" y="6655"/>
                  </a:cubicBezTo>
                  <a:cubicBezTo>
                    <a:pt x="37869" y="3011"/>
                    <a:pt x="34898" y="0"/>
                    <a:pt x="311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85;p42">
              <a:extLst>
                <a:ext uri="{FF2B5EF4-FFF2-40B4-BE49-F238E27FC236}">
                  <a16:creationId xmlns:a16="http://schemas.microsoft.com/office/drawing/2014/main" id="{85C7D1F4-EFF4-BECB-3924-DE8F18F4B2E1}"/>
                </a:ext>
              </a:extLst>
            </p:cNvPr>
            <p:cNvSpPr/>
            <p:nvPr/>
          </p:nvSpPr>
          <p:spPr>
            <a:xfrm>
              <a:off x="2768625" y="2196019"/>
              <a:ext cx="2532781" cy="183739"/>
            </a:xfrm>
            <a:custGeom>
              <a:avLst/>
              <a:gdLst/>
              <a:ahLst/>
              <a:cxnLst/>
              <a:rect l="l" t="t" r="r" b="b"/>
              <a:pathLst>
                <a:path w="31691" h="2299" extrusionOk="0">
                  <a:moveTo>
                    <a:pt x="1149" y="1"/>
                  </a:moveTo>
                  <a:cubicBezTo>
                    <a:pt x="515" y="1"/>
                    <a:pt x="1" y="555"/>
                    <a:pt x="1" y="1149"/>
                  </a:cubicBezTo>
                  <a:cubicBezTo>
                    <a:pt x="1" y="1783"/>
                    <a:pt x="555" y="2298"/>
                    <a:pt x="1149" y="2298"/>
                  </a:cubicBezTo>
                  <a:lnTo>
                    <a:pt x="30502" y="2298"/>
                  </a:lnTo>
                  <a:cubicBezTo>
                    <a:pt x="31175" y="2298"/>
                    <a:pt x="31651" y="1744"/>
                    <a:pt x="31651" y="1149"/>
                  </a:cubicBezTo>
                  <a:cubicBezTo>
                    <a:pt x="31690" y="555"/>
                    <a:pt x="31175" y="1"/>
                    <a:pt x="305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86;p42">
              <a:extLst>
                <a:ext uri="{FF2B5EF4-FFF2-40B4-BE49-F238E27FC236}">
                  <a16:creationId xmlns:a16="http://schemas.microsoft.com/office/drawing/2014/main" id="{2DFAE447-5654-B579-E149-57796515C680}"/>
                </a:ext>
              </a:extLst>
            </p:cNvPr>
            <p:cNvSpPr/>
            <p:nvPr/>
          </p:nvSpPr>
          <p:spPr>
            <a:xfrm>
              <a:off x="4911963" y="3331037"/>
              <a:ext cx="3026613" cy="1070144"/>
            </a:xfrm>
            <a:custGeom>
              <a:avLst/>
              <a:gdLst/>
              <a:ahLst/>
              <a:cxnLst/>
              <a:rect l="l" t="t" r="r" b="b"/>
              <a:pathLst>
                <a:path w="37870" h="13390" extrusionOk="0">
                  <a:moveTo>
                    <a:pt x="4001" y="0"/>
                  </a:moveTo>
                  <a:lnTo>
                    <a:pt x="0" y="6695"/>
                  </a:lnTo>
                  <a:lnTo>
                    <a:pt x="4001" y="13389"/>
                  </a:lnTo>
                  <a:lnTo>
                    <a:pt x="31175" y="13389"/>
                  </a:lnTo>
                  <a:cubicBezTo>
                    <a:pt x="34859" y="13389"/>
                    <a:pt x="37869" y="10418"/>
                    <a:pt x="37869" y="6695"/>
                  </a:cubicBezTo>
                  <a:cubicBezTo>
                    <a:pt x="37869" y="3050"/>
                    <a:pt x="34898" y="0"/>
                    <a:pt x="3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87;p42">
              <a:extLst>
                <a:ext uri="{FF2B5EF4-FFF2-40B4-BE49-F238E27FC236}">
                  <a16:creationId xmlns:a16="http://schemas.microsoft.com/office/drawing/2014/main" id="{86A513DE-B647-81CB-6F2A-9D9C6EDBE5A8}"/>
                </a:ext>
              </a:extLst>
            </p:cNvPr>
            <p:cNvSpPr/>
            <p:nvPr/>
          </p:nvSpPr>
          <p:spPr>
            <a:xfrm>
              <a:off x="2768625" y="3775838"/>
              <a:ext cx="2532781" cy="180542"/>
            </a:xfrm>
            <a:custGeom>
              <a:avLst/>
              <a:gdLst/>
              <a:ahLst/>
              <a:cxnLst/>
              <a:rect l="l" t="t" r="r" b="b"/>
              <a:pathLst>
                <a:path w="31691" h="2259" extrusionOk="0">
                  <a:moveTo>
                    <a:pt x="1149" y="0"/>
                  </a:moveTo>
                  <a:cubicBezTo>
                    <a:pt x="515" y="0"/>
                    <a:pt x="1" y="515"/>
                    <a:pt x="1" y="1109"/>
                  </a:cubicBezTo>
                  <a:cubicBezTo>
                    <a:pt x="1" y="1783"/>
                    <a:pt x="555" y="2258"/>
                    <a:pt x="1149" y="2258"/>
                  </a:cubicBezTo>
                  <a:lnTo>
                    <a:pt x="30502" y="2258"/>
                  </a:lnTo>
                  <a:cubicBezTo>
                    <a:pt x="31175" y="2258"/>
                    <a:pt x="31651" y="1703"/>
                    <a:pt x="31651" y="1109"/>
                  </a:cubicBezTo>
                  <a:cubicBezTo>
                    <a:pt x="31690" y="515"/>
                    <a:pt x="31175" y="0"/>
                    <a:pt x="30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788;p42">
              <a:extLst>
                <a:ext uri="{FF2B5EF4-FFF2-40B4-BE49-F238E27FC236}">
                  <a16:creationId xmlns:a16="http://schemas.microsoft.com/office/drawing/2014/main" id="{E0B57EF2-2AB1-6FE4-9B67-1CB2426BE689}"/>
                </a:ext>
              </a:extLst>
            </p:cNvPr>
            <p:cNvGrpSpPr/>
            <p:nvPr/>
          </p:nvGrpSpPr>
          <p:grpSpPr>
            <a:xfrm>
              <a:off x="10972979" y="1993418"/>
              <a:ext cx="639610" cy="588940"/>
              <a:chOff x="8205701" y="2812425"/>
              <a:chExt cx="476399" cy="438659"/>
            </a:xfrm>
          </p:grpSpPr>
          <p:sp>
            <p:nvSpPr>
              <p:cNvPr id="28" name="Google Shape;1789;p42">
                <a:extLst>
                  <a:ext uri="{FF2B5EF4-FFF2-40B4-BE49-F238E27FC236}">
                    <a16:creationId xmlns:a16="http://schemas.microsoft.com/office/drawing/2014/main" id="{4F822F30-8B1A-194A-2BA6-8D111BED8E95}"/>
                  </a:ext>
                </a:extLst>
              </p:cNvPr>
              <p:cNvSpPr/>
              <p:nvPr/>
            </p:nvSpPr>
            <p:spPr>
              <a:xfrm>
                <a:off x="8267015" y="2930291"/>
                <a:ext cx="356094" cy="320794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5389" extrusionOk="0">
                    <a:moveTo>
                      <a:pt x="2971" y="1"/>
                    </a:moveTo>
                    <a:lnTo>
                      <a:pt x="0" y="1268"/>
                    </a:lnTo>
                    <a:lnTo>
                      <a:pt x="0" y="5388"/>
                    </a:lnTo>
                    <a:lnTo>
                      <a:pt x="1387" y="5388"/>
                    </a:lnTo>
                    <a:lnTo>
                      <a:pt x="1387" y="3645"/>
                    </a:lnTo>
                    <a:lnTo>
                      <a:pt x="2971" y="2972"/>
                    </a:lnTo>
                    <a:lnTo>
                      <a:pt x="4556" y="3645"/>
                    </a:lnTo>
                    <a:lnTo>
                      <a:pt x="4556" y="5388"/>
                    </a:lnTo>
                    <a:lnTo>
                      <a:pt x="5982" y="5388"/>
                    </a:lnTo>
                    <a:lnTo>
                      <a:pt x="5982" y="1268"/>
                    </a:lnTo>
                    <a:lnTo>
                      <a:pt x="29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790;p42">
                <a:extLst>
                  <a:ext uri="{FF2B5EF4-FFF2-40B4-BE49-F238E27FC236}">
                    <a16:creationId xmlns:a16="http://schemas.microsoft.com/office/drawing/2014/main" id="{E05A56F4-EE56-8FD2-2D0C-925B68242874}"/>
                  </a:ext>
                </a:extLst>
              </p:cNvPr>
              <p:cNvSpPr/>
              <p:nvPr/>
            </p:nvSpPr>
            <p:spPr>
              <a:xfrm>
                <a:off x="8205701" y="2812425"/>
                <a:ext cx="476399" cy="174535"/>
              </a:xfrm>
              <a:custGeom>
                <a:avLst/>
                <a:gdLst/>
                <a:ahLst/>
                <a:cxnLst/>
                <a:rect l="l" t="t" r="r" b="b"/>
                <a:pathLst>
                  <a:path w="8003" h="2932" extrusionOk="0">
                    <a:moveTo>
                      <a:pt x="4001" y="0"/>
                    </a:moveTo>
                    <a:lnTo>
                      <a:pt x="1" y="1664"/>
                    </a:lnTo>
                    <a:lnTo>
                      <a:pt x="1" y="2931"/>
                    </a:lnTo>
                    <a:lnTo>
                      <a:pt x="4001" y="1228"/>
                    </a:lnTo>
                    <a:lnTo>
                      <a:pt x="8002" y="2931"/>
                    </a:lnTo>
                    <a:lnTo>
                      <a:pt x="8002" y="1664"/>
                    </a:lnTo>
                    <a:lnTo>
                      <a:pt x="400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1791;p42">
              <a:extLst>
                <a:ext uri="{FF2B5EF4-FFF2-40B4-BE49-F238E27FC236}">
                  <a16:creationId xmlns:a16="http://schemas.microsoft.com/office/drawing/2014/main" id="{E46D3686-226C-019B-B263-C3B48E871298}"/>
                </a:ext>
              </a:extLst>
            </p:cNvPr>
            <p:cNvSpPr/>
            <p:nvPr/>
          </p:nvSpPr>
          <p:spPr>
            <a:xfrm>
              <a:off x="1983475" y="3932531"/>
              <a:ext cx="1715987" cy="1975571"/>
            </a:xfrm>
            <a:custGeom>
              <a:avLst/>
              <a:gdLst/>
              <a:ahLst/>
              <a:cxnLst/>
              <a:rect l="l" t="t" r="r" b="b"/>
              <a:pathLst>
                <a:path w="21471" h="24719" extrusionOk="0">
                  <a:moveTo>
                    <a:pt x="1" y="1"/>
                  </a:moveTo>
                  <a:lnTo>
                    <a:pt x="1" y="2140"/>
                  </a:lnTo>
                  <a:lnTo>
                    <a:pt x="1" y="24719"/>
                  </a:lnTo>
                  <a:cubicBezTo>
                    <a:pt x="2219" y="24719"/>
                    <a:pt x="4318" y="24441"/>
                    <a:pt x="6378" y="23887"/>
                  </a:cubicBezTo>
                  <a:cubicBezTo>
                    <a:pt x="8517" y="23332"/>
                    <a:pt x="10498" y="22500"/>
                    <a:pt x="12360" y="21391"/>
                  </a:cubicBezTo>
                  <a:cubicBezTo>
                    <a:pt x="14261" y="20322"/>
                    <a:pt x="15964" y="18975"/>
                    <a:pt x="17509" y="17509"/>
                  </a:cubicBezTo>
                  <a:cubicBezTo>
                    <a:pt x="19054" y="15964"/>
                    <a:pt x="20401" y="14261"/>
                    <a:pt x="21471" y="1239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92;p42">
              <a:extLst>
                <a:ext uri="{FF2B5EF4-FFF2-40B4-BE49-F238E27FC236}">
                  <a16:creationId xmlns:a16="http://schemas.microsoft.com/office/drawing/2014/main" id="{A6D31E2F-A9BF-E97B-411D-961836DA4DB2}"/>
                </a:ext>
              </a:extLst>
            </p:cNvPr>
            <p:cNvSpPr/>
            <p:nvPr/>
          </p:nvSpPr>
          <p:spPr>
            <a:xfrm>
              <a:off x="1983475" y="2935263"/>
              <a:ext cx="1988278" cy="1988278"/>
            </a:xfrm>
            <a:custGeom>
              <a:avLst/>
              <a:gdLst/>
              <a:ahLst/>
              <a:cxnLst/>
              <a:rect l="l" t="t" r="r" b="b"/>
              <a:pathLst>
                <a:path w="24878" h="24878" extrusionOk="0">
                  <a:moveTo>
                    <a:pt x="21589" y="1"/>
                  </a:moveTo>
                  <a:lnTo>
                    <a:pt x="1" y="12479"/>
                  </a:lnTo>
                  <a:lnTo>
                    <a:pt x="21471" y="24877"/>
                  </a:lnTo>
                  <a:cubicBezTo>
                    <a:pt x="22580" y="23055"/>
                    <a:pt x="23412" y="20995"/>
                    <a:pt x="24006" y="18856"/>
                  </a:cubicBezTo>
                  <a:cubicBezTo>
                    <a:pt x="24560" y="16836"/>
                    <a:pt x="24838" y="14657"/>
                    <a:pt x="24877" y="12439"/>
                  </a:cubicBezTo>
                  <a:lnTo>
                    <a:pt x="24877" y="12280"/>
                  </a:lnTo>
                  <a:cubicBezTo>
                    <a:pt x="24877" y="10181"/>
                    <a:pt x="24600" y="8042"/>
                    <a:pt x="24045" y="6061"/>
                  </a:cubicBezTo>
                  <a:cubicBezTo>
                    <a:pt x="23491" y="3922"/>
                    <a:pt x="22659" y="1902"/>
                    <a:pt x="215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93;p42">
              <a:extLst>
                <a:ext uri="{FF2B5EF4-FFF2-40B4-BE49-F238E27FC236}">
                  <a16:creationId xmlns:a16="http://schemas.microsoft.com/office/drawing/2014/main" id="{2B619288-4874-B9D3-216F-728301F90AEF}"/>
                </a:ext>
              </a:extLst>
            </p:cNvPr>
            <p:cNvSpPr/>
            <p:nvPr/>
          </p:nvSpPr>
          <p:spPr>
            <a:xfrm>
              <a:off x="1980358" y="1931682"/>
              <a:ext cx="1728614" cy="1997709"/>
            </a:xfrm>
            <a:custGeom>
              <a:avLst/>
              <a:gdLst/>
              <a:ahLst/>
              <a:cxnLst/>
              <a:rect l="l" t="t" r="r" b="b"/>
              <a:pathLst>
                <a:path w="21629" h="24996" extrusionOk="0">
                  <a:moveTo>
                    <a:pt x="0" y="0"/>
                  </a:moveTo>
                  <a:lnTo>
                    <a:pt x="0" y="24996"/>
                  </a:lnTo>
                  <a:lnTo>
                    <a:pt x="21628" y="12518"/>
                  </a:lnTo>
                  <a:cubicBezTo>
                    <a:pt x="20559" y="10696"/>
                    <a:pt x="19252" y="8913"/>
                    <a:pt x="17707" y="7368"/>
                  </a:cubicBezTo>
                  <a:cubicBezTo>
                    <a:pt x="16162" y="5823"/>
                    <a:pt x="14419" y="4477"/>
                    <a:pt x="12557" y="3367"/>
                  </a:cubicBezTo>
                  <a:cubicBezTo>
                    <a:pt x="10656" y="2258"/>
                    <a:pt x="8636" y="1426"/>
                    <a:pt x="6496" y="832"/>
                  </a:cubicBezTo>
                  <a:cubicBezTo>
                    <a:pt x="4437" y="278"/>
                    <a:pt x="2298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94;p42">
              <a:extLst>
                <a:ext uri="{FF2B5EF4-FFF2-40B4-BE49-F238E27FC236}">
                  <a16:creationId xmlns:a16="http://schemas.microsoft.com/office/drawing/2014/main" id="{A6ADF554-D65F-C178-558F-28D1BC32881C}"/>
                </a:ext>
              </a:extLst>
            </p:cNvPr>
            <p:cNvSpPr/>
            <p:nvPr/>
          </p:nvSpPr>
          <p:spPr>
            <a:xfrm>
              <a:off x="571500" y="2634517"/>
              <a:ext cx="2909530" cy="2653063"/>
            </a:xfrm>
            <a:custGeom>
              <a:avLst/>
              <a:gdLst/>
              <a:ahLst/>
              <a:cxnLst/>
              <a:rect l="l" t="t" r="r" b="b"/>
              <a:pathLst>
                <a:path w="36405" h="33196" extrusionOk="0">
                  <a:moveTo>
                    <a:pt x="18207" y="0"/>
                  </a:moveTo>
                  <a:cubicBezTo>
                    <a:pt x="13964" y="0"/>
                    <a:pt x="9725" y="1625"/>
                    <a:pt x="6497" y="4873"/>
                  </a:cubicBezTo>
                  <a:cubicBezTo>
                    <a:pt x="1" y="11330"/>
                    <a:pt x="1" y="21827"/>
                    <a:pt x="6497" y="28323"/>
                  </a:cubicBezTo>
                  <a:cubicBezTo>
                    <a:pt x="9725" y="31572"/>
                    <a:pt x="13964" y="33196"/>
                    <a:pt x="18207" y="33196"/>
                  </a:cubicBezTo>
                  <a:cubicBezTo>
                    <a:pt x="22451" y="33196"/>
                    <a:pt x="26699" y="31572"/>
                    <a:pt x="29947" y="28323"/>
                  </a:cubicBezTo>
                  <a:cubicBezTo>
                    <a:pt x="36404" y="21827"/>
                    <a:pt x="36404" y="11330"/>
                    <a:pt x="29947" y="4873"/>
                  </a:cubicBezTo>
                  <a:cubicBezTo>
                    <a:pt x="26699" y="1625"/>
                    <a:pt x="22451" y="0"/>
                    <a:pt x="182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96;p42">
              <a:extLst>
                <a:ext uri="{FF2B5EF4-FFF2-40B4-BE49-F238E27FC236}">
                  <a16:creationId xmlns:a16="http://schemas.microsoft.com/office/drawing/2014/main" id="{1B3FC6CE-4E63-DBF5-A37B-3B66696E239A}"/>
                </a:ext>
              </a:extLst>
            </p:cNvPr>
            <p:cNvSpPr txBox="1"/>
            <p:nvPr/>
          </p:nvSpPr>
          <p:spPr>
            <a:xfrm>
              <a:off x="5415752" y="1775958"/>
              <a:ext cx="2225346" cy="1023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r>
                <a:rPr lang="en-ID" sz="2000" b="1" dirty="0">
                  <a:solidFill>
                    <a:schemeClr val="bg1"/>
                  </a:solidFill>
                  <a:latin typeface="Lora" pitchFamily="2" charset="0"/>
                </a:rPr>
                <a:t>Procurement</a:t>
              </a:r>
            </a:p>
          </p:txBody>
        </p:sp>
        <p:sp>
          <p:nvSpPr>
            <p:cNvPr id="18" name="Google Shape;1797;p42">
              <a:extLst>
                <a:ext uri="{FF2B5EF4-FFF2-40B4-BE49-F238E27FC236}">
                  <a16:creationId xmlns:a16="http://schemas.microsoft.com/office/drawing/2014/main" id="{3CD9F819-155F-7602-0B2B-E09B9F2B1CA1}"/>
                </a:ext>
              </a:extLst>
            </p:cNvPr>
            <p:cNvSpPr txBox="1"/>
            <p:nvPr/>
          </p:nvSpPr>
          <p:spPr>
            <a:xfrm>
              <a:off x="5415752" y="3354179"/>
              <a:ext cx="2225346" cy="1023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r>
                <a:rPr lang="en-ID" sz="2000" b="1" dirty="0">
                  <a:solidFill>
                    <a:schemeClr val="bg1"/>
                  </a:solidFill>
                  <a:latin typeface="Lora" pitchFamily="2" charset="0"/>
                </a:rPr>
                <a:t>Manufacturing</a:t>
              </a:r>
            </a:p>
          </p:txBody>
        </p:sp>
        <p:sp>
          <p:nvSpPr>
            <p:cNvPr id="19" name="Google Shape;1798;p42">
              <a:extLst>
                <a:ext uri="{FF2B5EF4-FFF2-40B4-BE49-F238E27FC236}">
                  <a16:creationId xmlns:a16="http://schemas.microsoft.com/office/drawing/2014/main" id="{E536270D-56CD-8076-B8D6-FEBA50D508DD}"/>
                </a:ext>
              </a:extLst>
            </p:cNvPr>
            <p:cNvSpPr txBox="1"/>
            <p:nvPr/>
          </p:nvSpPr>
          <p:spPr>
            <a:xfrm>
              <a:off x="5415752" y="5028945"/>
              <a:ext cx="2225346" cy="1023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r>
                <a:rPr lang="en-ID" sz="2000" b="1" dirty="0">
                  <a:solidFill>
                    <a:schemeClr val="bg1"/>
                  </a:solidFill>
                  <a:latin typeface="Lora" pitchFamily="2" charset="0"/>
                </a:rPr>
                <a:t>Transportation</a:t>
              </a:r>
            </a:p>
          </p:txBody>
        </p:sp>
        <p:sp>
          <p:nvSpPr>
            <p:cNvPr id="20" name="Google Shape;1799;p42">
              <a:extLst>
                <a:ext uri="{FF2B5EF4-FFF2-40B4-BE49-F238E27FC236}">
                  <a16:creationId xmlns:a16="http://schemas.microsoft.com/office/drawing/2014/main" id="{2ADD9ACA-1B43-46FB-FD90-0F130B05FB3A}"/>
                </a:ext>
              </a:extLst>
            </p:cNvPr>
            <p:cNvSpPr txBox="1"/>
            <p:nvPr/>
          </p:nvSpPr>
          <p:spPr>
            <a:xfrm>
              <a:off x="8231423" y="2061140"/>
              <a:ext cx="2444077" cy="453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21" name="Google Shape;1800;p42">
              <a:extLst>
                <a:ext uri="{FF2B5EF4-FFF2-40B4-BE49-F238E27FC236}">
                  <a16:creationId xmlns:a16="http://schemas.microsoft.com/office/drawing/2014/main" id="{39157816-0235-5EB8-E4CC-8741CC826D9A}"/>
                </a:ext>
              </a:extLst>
            </p:cNvPr>
            <p:cNvSpPr txBox="1"/>
            <p:nvPr/>
          </p:nvSpPr>
          <p:spPr>
            <a:xfrm>
              <a:off x="8231433" y="3639361"/>
              <a:ext cx="2444077" cy="453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22" name="Google Shape;1801;p42">
              <a:extLst>
                <a:ext uri="{FF2B5EF4-FFF2-40B4-BE49-F238E27FC236}">
                  <a16:creationId xmlns:a16="http://schemas.microsoft.com/office/drawing/2014/main" id="{1C32AA91-7F03-C844-D74A-FE95E400CC24}"/>
                </a:ext>
              </a:extLst>
            </p:cNvPr>
            <p:cNvSpPr txBox="1"/>
            <p:nvPr/>
          </p:nvSpPr>
          <p:spPr>
            <a:xfrm>
              <a:off x="8231434" y="5314127"/>
              <a:ext cx="2447742" cy="453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23" name="Google Shape;1803;p42">
              <a:extLst>
                <a:ext uri="{FF2B5EF4-FFF2-40B4-BE49-F238E27FC236}">
                  <a16:creationId xmlns:a16="http://schemas.microsoft.com/office/drawing/2014/main" id="{63F1A690-971D-DE4D-5F44-A94FB7440F97}"/>
                </a:ext>
              </a:extLst>
            </p:cNvPr>
            <p:cNvGrpSpPr/>
            <p:nvPr/>
          </p:nvGrpSpPr>
          <p:grpSpPr>
            <a:xfrm>
              <a:off x="10969382" y="5219745"/>
              <a:ext cx="646485" cy="642260"/>
              <a:chOff x="3863900" y="4993625"/>
              <a:chExt cx="482050" cy="478900"/>
            </a:xfrm>
            <a:solidFill>
              <a:schemeClr val="accent2"/>
            </a:solidFill>
          </p:grpSpPr>
          <p:sp>
            <p:nvSpPr>
              <p:cNvPr id="24" name="Google Shape;1804;p42">
                <a:extLst>
                  <a:ext uri="{FF2B5EF4-FFF2-40B4-BE49-F238E27FC236}">
                    <a16:creationId xmlns:a16="http://schemas.microsoft.com/office/drawing/2014/main" id="{7B19D276-4D8F-91F3-5B36-2C3B5E29736C}"/>
                  </a:ext>
                </a:extLst>
              </p:cNvPr>
              <p:cNvSpPr/>
              <p:nvPr/>
            </p:nvSpPr>
            <p:spPr>
              <a:xfrm>
                <a:off x="3877525" y="5058825"/>
                <a:ext cx="315450" cy="164750"/>
              </a:xfrm>
              <a:custGeom>
                <a:avLst/>
                <a:gdLst/>
                <a:ahLst/>
                <a:cxnLst/>
                <a:rect l="l" t="t" r="r" b="b"/>
                <a:pathLst>
                  <a:path w="12618" h="6590" extrusionOk="0">
                    <a:moveTo>
                      <a:pt x="3647" y="1"/>
                    </a:moveTo>
                    <a:lnTo>
                      <a:pt x="169" y="1846"/>
                    </a:lnTo>
                    <a:cubicBezTo>
                      <a:pt x="109" y="1877"/>
                      <a:pt x="51" y="1913"/>
                      <a:pt x="0" y="1952"/>
                    </a:cubicBezTo>
                    <a:lnTo>
                      <a:pt x="8892" y="6589"/>
                    </a:lnTo>
                    <a:lnTo>
                      <a:pt x="12617" y="4746"/>
                    </a:lnTo>
                    <a:lnTo>
                      <a:pt x="364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" name="Google Shape;1805;p42">
                <a:extLst>
                  <a:ext uri="{FF2B5EF4-FFF2-40B4-BE49-F238E27FC236}">
                    <a16:creationId xmlns:a16="http://schemas.microsoft.com/office/drawing/2014/main" id="{3CB30D1F-5B6A-9982-23E9-A0C8091C2D02}"/>
                  </a:ext>
                </a:extLst>
              </p:cNvPr>
              <p:cNvSpPr/>
              <p:nvPr/>
            </p:nvSpPr>
            <p:spPr>
              <a:xfrm>
                <a:off x="4113750" y="5133350"/>
                <a:ext cx="232200" cy="339175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3567" extrusionOk="0">
                    <a:moveTo>
                      <a:pt x="9284" y="1"/>
                    </a:moveTo>
                    <a:lnTo>
                      <a:pt x="4836" y="2202"/>
                    </a:lnTo>
                    <a:lnTo>
                      <a:pt x="4836" y="4680"/>
                    </a:lnTo>
                    <a:cubicBezTo>
                      <a:pt x="4836" y="4993"/>
                      <a:pt x="4584" y="5246"/>
                      <a:pt x="4270" y="5246"/>
                    </a:cubicBezTo>
                    <a:cubicBezTo>
                      <a:pt x="3957" y="5246"/>
                      <a:pt x="3707" y="4993"/>
                      <a:pt x="3707" y="4680"/>
                    </a:cubicBezTo>
                    <a:lnTo>
                      <a:pt x="3707" y="2762"/>
                    </a:lnTo>
                    <a:lnTo>
                      <a:pt x="0" y="4593"/>
                    </a:lnTo>
                    <a:lnTo>
                      <a:pt x="0" y="13566"/>
                    </a:lnTo>
                    <a:cubicBezTo>
                      <a:pt x="12" y="13560"/>
                      <a:pt x="24" y="13557"/>
                      <a:pt x="37" y="13551"/>
                    </a:cubicBezTo>
                    <a:lnTo>
                      <a:pt x="8552" y="9236"/>
                    </a:lnTo>
                    <a:cubicBezTo>
                      <a:pt x="9004" y="9010"/>
                      <a:pt x="9287" y="8550"/>
                      <a:pt x="9287" y="8047"/>
                    </a:cubicBezTo>
                    <a:lnTo>
                      <a:pt x="9287" y="52"/>
                    </a:lnTo>
                    <a:cubicBezTo>
                      <a:pt x="9287" y="34"/>
                      <a:pt x="9287" y="19"/>
                      <a:pt x="92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" name="Google Shape;1806;p42">
                <a:extLst>
                  <a:ext uri="{FF2B5EF4-FFF2-40B4-BE49-F238E27FC236}">
                    <a16:creationId xmlns:a16="http://schemas.microsoft.com/office/drawing/2014/main" id="{025BA8C0-1195-C32B-C8E2-F1625693A08F}"/>
                  </a:ext>
                </a:extLst>
              </p:cNvPr>
              <p:cNvSpPr/>
              <p:nvPr/>
            </p:nvSpPr>
            <p:spPr>
              <a:xfrm>
                <a:off x="3998800" y="4993625"/>
                <a:ext cx="334125" cy="168500"/>
              </a:xfrm>
              <a:custGeom>
                <a:avLst/>
                <a:gdLst/>
                <a:ahLst/>
                <a:cxnLst/>
                <a:rect l="l" t="t" r="r" b="b"/>
                <a:pathLst>
                  <a:path w="13365" h="6740" extrusionOk="0">
                    <a:moveTo>
                      <a:pt x="4045" y="1"/>
                    </a:moveTo>
                    <a:cubicBezTo>
                      <a:pt x="3833" y="1"/>
                      <a:pt x="3623" y="51"/>
                      <a:pt x="3430" y="151"/>
                    </a:cubicBezTo>
                    <a:lnTo>
                      <a:pt x="0" y="1970"/>
                    </a:lnTo>
                    <a:lnTo>
                      <a:pt x="9013" y="6740"/>
                    </a:lnTo>
                    <a:lnTo>
                      <a:pt x="13364" y="4587"/>
                    </a:lnTo>
                    <a:cubicBezTo>
                      <a:pt x="13298" y="4536"/>
                      <a:pt x="13226" y="4491"/>
                      <a:pt x="13150" y="4454"/>
                    </a:cubicBezTo>
                    <a:lnTo>
                      <a:pt x="4638" y="139"/>
                    </a:lnTo>
                    <a:lnTo>
                      <a:pt x="4635" y="139"/>
                    </a:lnTo>
                    <a:cubicBezTo>
                      <a:pt x="4448" y="47"/>
                      <a:pt x="4246" y="1"/>
                      <a:pt x="404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" name="Google Shape;1807;p42">
                <a:extLst>
                  <a:ext uri="{FF2B5EF4-FFF2-40B4-BE49-F238E27FC236}">
                    <a16:creationId xmlns:a16="http://schemas.microsoft.com/office/drawing/2014/main" id="{DB7ACA79-D1A4-233A-BC7B-E5A68AC7D1D4}"/>
                  </a:ext>
                </a:extLst>
              </p:cNvPr>
              <p:cNvSpPr/>
              <p:nvPr/>
            </p:nvSpPr>
            <p:spPr>
              <a:xfrm>
                <a:off x="3863900" y="5132450"/>
                <a:ext cx="221650" cy="339925"/>
              </a:xfrm>
              <a:custGeom>
                <a:avLst/>
                <a:gdLst/>
                <a:ahLst/>
                <a:cxnLst/>
                <a:rect l="l" t="t" r="r" b="b"/>
                <a:pathLst>
                  <a:path w="8866" h="13597" extrusionOk="0">
                    <a:moveTo>
                      <a:pt x="6" y="1"/>
                    </a:moveTo>
                    <a:cubicBezTo>
                      <a:pt x="3" y="25"/>
                      <a:pt x="0" y="52"/>
                      <a:pt x="0" y="76"/>
                    </a:cubicBezTo>
                    <a:lnTo>
                      <a:pt x="0" y="8095"/>
                    </a:lnTo>
                    <a:cubicBezTo>
                      <a:pt x="0" y="8589"/>
                      <a:pt x="274" y="9043"/>
                      <a:pt x="714" y="9269"/>
                    </a:cubicBezTo>
                    <a:lnTo>
                      <a:pt x="8820" y="13572"/>
                    </a:lnTo>
                    <a:lnTo>
                      <a:pt x="8826" y="13575"/>
                    </a:lnTo>
                    <a:lnTo>
                      <a:pt x="8865" y="13596"/>
                    </a:lnTo>
                    <a:lnTo>
                      <a:pt x="8865" y="4620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3CC61A7A-215D-FF2F-0FAD-E79F61830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707" y="3394960"/>
            <a:ext cx="1023861" cy="10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97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925EE40-6026-15D5-5590-D9DA3F34C6EC}"/>
              </a:ext>
            </a:extLst>
          </p:cNvPr>
          <p:cNvGrpSpPr/>
          <p:nvPr/>
        </p:nvGrpSpPr>
        <p:grpSpPr>
          <a:xfrm>
            <a:off x="562013" y="1443990"/>
            <a:ext cx="11114692" cy="5033010"/>
            <a:chOff x="562013" y="1565910"/>
            <a:chExt cx="11114692" cy="5033010"/>
          </a:xfrm>
        </p:grpSpPr>
        <p:cxnSp>
          <p:nvCxnSpPr>
            <p:cNvPr id="2" name="Google Shape;486;p23">
              <a:extLst>
                <a:ext uri="{FF2B5EF4-FFF2-40B4-BE49-F238E27FC236}">
                  <a16:creationId xmlns:a16="http://schemas.microsoft.com/office/drawing/2014/main" id="{35CA236E-6AE2-8893-F4C1-9C24BC6BDED0}"/>
                </a:ext>
              </a:extLst>
            </p:cNvPr>
            <p:cNvCxnSpPr>
              <a:endCxn id="8" idx="1"/>
            </p:cNvCxnSpPr>
            <p:nvPr/>
          </p:nvCxnSpPr>
          <p:spPr>
            <a:xfrm rot="5400000" flipH="1" flipV="1">
              <a:off x="6791578" y="3418208"/>
              <a:ext cx="2016294" cy="472612"/>
            </a:xfrm>
            <a:prstGeom prst="bentConnector2">
              <a:avLst/>
            </a:pr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" name="Google Shape;488;p23">
              <a:extLst>
                <a:ext uri="{FF2B5EF4-FFF2-40B4-BE49-F238E27FC236}">
                  <a16:creationId xmlns:a16="http://schemas.microsoft.com/office/drawing/2014/main" id="{4A3CFDA4-A4A2-BBC4-EA85-20E086A1E508}"/>
                </a:ext>
              </a:extLst>
            </p:cNvPr>
            <p:cNvCxnSpPr>
              <a:stCxn id="11" idx="1"/>
            </p:cNvCxnSpPr>
            <p:nvPr/>
          </p:nvCxnSpPr>
          <p:spPr>
            <a:xfrm rot="10800000" flipV="1">
              <a:off x="3000724" y="2646399"/>
              <a:ext cx="516158" cy="2020688"/>
            </a:xfrm>
            <a:prstGeom prst="bentConnector2">
              <a:avLst/>
            </a:pr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Google Shape;490;p23">
              <a:extLst>
                <a:ext uri="{FF2B5EF4-FFF2-40B4-BE49-F238E27FC236}">
                  <a16:creationId xmlns:a16="http://schemas.microsoft.com/office/drawing/2014/main" id="{ABE30E93-C358-CCBA-EF7D-C8A7140F92F3}"/>
                </a:ext>
              </a:extLst>
            </p:cNvPr>
            <p:cNvCxnSpPr>
              <a:stCxn id="21" idx="1"/>
            </p:cNvCxnSpPr>
            <p:nvPr/>
          </p:nvCxnSpPr>
          <p:spPr>
            <a:xfrm rot="10800000">
              <a:off x="4751116" y="3498201"/>
              <a:ext cx="412286" cy="2003507"/>
            </a:xfrm>
            <a:prstGeom prst="bentConnector2">
              <a:avLst/>
            </a:pr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Google Shape;492;p23">
              <a:extLst>
                <a:ext uri="{FF2B5EF4-FFF2-40B4-BE49-F238E27FC236}">
                  <a16:creationId xmlns:a16="http://schemas.microsoft.com/office/drawing/2014/main" id="{B02F68EF-54FB-F2A9-D908-69794C337CB2}"/>
                </a:ext>
              </a:extLst>
            </p:cNvPr>
            <p:cNvCxnSpPr/>
            <p:nvPr/>
          </p:nvCxnSpPr>
          <p:spPr>
            <a:xfrm flipH="1">
              <a:off x="962449" y="2783596"/>
              <a:ext cx="12784" cy="1737840"/>
            </a:xfrm>
            <a:prstGeom prst="straightConnector1">
              <a:avLst/>
            </a:pr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493;p23">
              <a:extLst>
                <a:ext uri="{FF2B5EF4-FFF2-40B4-BE49-F238E27FC236}">
                  <a16:creationId xmlns:a16="http://schemas.microsoft.com/office/drawing/2014/main" id="{C9CC2188-F1DD-214C-AB3B-B2B179B16B7F}"/>
                </a:ext>
              </a:extLst>
            </p:cNvPr>
            <p:cNvCxnSpPr>
              <a:endCxn id="33" idx="1"/>
            </p:cNvCxnSpPr>
            <p:nvPr/>
          </p:nvCxnSpPr>
          <p:spPr>
            <a:xfrm rot="16200000" flipH="1">
              <a:off x="8493462" y="4402650"/>
              <a:ext cx="1787778" cy="443848"/>
            </a:xfrm>
            <a:prstGeom prst="bentConnector2">
              <a:avLst/>
            </a:pr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495;p23">
              <a:extLst>
                <a:ext uri="{FF2B5EF4-FFF2-40B4-BE49-F238E27FC236}">
                  <a16:creationId xmlns:a16="http://schemas.microsoft.com/office/drawing/2014/main" id="{35F77AA5-8CC6-F3DC-23BE-22B622F24788}"/>
                </a:ext>
              </a:extLst>
            </p:cNvPr>
            <p:cNvSpPr/>
            <p:nvPr/>
          </p:nvSpPr>
          <p:spPr>
            <a:xfrm>
              <a:off x="8721336" y="3887915"/>
              <a:ext cx="799007" cy="4042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97;p23">
              <a:extLst>
                <a:ext uri="{FF2B5EF4-FFF2-40B4-BE49-F238E27FC236}">
                  <a16:creationId xmlns:a16="http://schemas.microsoft.com/office/drawing/2014/main" id="{EE283314-2965-210E-495B-541AB831B50E}"/>
                </a:ext>
              </a:extLst>
            </p:cNvPr>
            <p:cNvSpPr/>
            <p:nvPr/>
          </p:nvSpPr>
          <p:spPr>
            <a:xfrm>
              <a:off x="3466868" y="1581955"/>
              <a:ext cx="3640274" cy="216091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99;p23">
              <a:extLst>
                <a:ext uri="{FF2B5EF4-FFF2-40B4-BE49-F238E27FC236}">
                  <a16:creationId xmlns:a16="http://schemas.microsoft.com/office/drawing/2014/main" id="{CC35A6ED-D8AE-1E4E-08A7-0FA88B062F12}"/>
                </a:ext>
              </a:extLst>
            </p:cNvPr>
            <p:cNvSpPr/>
            <p:nvPr/>
          </p:nvSpPr>
          <p:spPr>
            <a:xfrm>
              <a:off x="667515" y="4437263"/>
              <a:ext cx="3640274" cy="216091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06;p23">
              <a:extLst>
                <a:ext uri="{FF2B5EF4-FFF2-40B4-BE49-F238E27FC236}">
                  <a16:creationId xmlns:a16="http://schemas.microsoft.com/office/drawing/2014/main" id="{2C18E642-65ED-7DED-B146-49EA499C6E13}"/>
                </a:ext>
              </a:extLst>
            </p:cNvPr>
            <p:cNvSpPr/>
            <p:nvPr/>
          </p:nvSpPr>
          <p:spPr>
            <a:xfrm>
              <a:off x="5113388" y="4437263"/>
              <a:ext cx="3640274" cy="216091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357A0268-6C36-3FEE-7780-A923CA4B7E32}"/>
                </a:ext>
              </a:extLst>
            </p:cNvPr>
            <p:cNvGrpSpPr/>
            <p:nvPr/>
          </p:nvGrpSpPr>
          <p:grpSpPr>
            <a:xfrm>
              <a:off x="9609275" y="4438006"/>
              <a:ext cx="2067430" cy="2160914"/>
              <a:chOff x="9609275" y="4438006"/>
              <a:chExt cx="2067430" cy="2160914"/>
            </a:xfrm>
          </p:grpSpPr>
          <p:sp>
            <p:nvSpPr>
              <p:cNvPr id="33" name="Google Shape;494;p23">
                <a:extLst>
                  <a:ext uri="{FF2B5EF4-FFF2-40B4-BE49-F238E27FC236}">
                    <a16:creationId xmlns:a16="http://schemas.microsoft.com/office/drawing/2014/main" id="{6C40F282-05FC-BBB0-E8D7-8A1F9B6391AD}"/>
                  </a:ext>
                </a:extLst>
              </p:cNvPr>
              <p:cNvSpPr/>
              <p:nvPr/>
            </p:nvSpPr>
            <p:spPr>
              <a:xfrm>
                <a:off x="9609275" y="4438006"/>
                <a:ext cx="2067430" cy="2160914"/>
              </a:xfrm>
              <a:prstGeom prst="rect">
                <a:avLst/>
              </a:prstGeom>
              <a:solidFill>
                <a:schemeClr val="accent3">
                  <a:alpha val="71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6" name="Google Shape;560;p23">
                <a:extLst>
                  <a:ext uri="{FF2B5EF4-FFF2-40B4-BE49-F238E27FC236}">
                    <a16:creationId xmlns:a16="http://schemas.microsoft.com/office/drawing/2014/main" id="{E6EA8592-21FC-72AA-1DAF-E7A78B672577}"/>
                  </a:ext>
                </a:extLst>
              </p:cNvPr>
              <p:cNvGrpSpPr/>
              <p:nvPr/>
            </p:nvGrpSpPr>
            <p:grpSpPr>
              <a:xfrm>
                <a:off x="10194074" y="5071576"/>
                <a:ext cx="897832" cy="893774"/>
                <a:chOff x="-9961625" y="4048175"/>
                <a:chExt cx="357600" cy="355825"/>
              </a:xfrm>
              <a:solidFill>
                <a:schemeClr val="bg1"/>
              </a:solidFill>
            </p:grpSpPr>
            <p:sp>
              <p:nvSpPr>
                <p:cNvPr id="77" name="Google Shape;561;p23">
                  <a:extLst>
                    <a:ext uri="{FF2B5EF4-FFF2-40B4-BE49-F238E27FC236}">
                      <a16:creationId xmlns:a16="http://schemas.microsoft.com/office/drawing/2014/main" id="{88E4423D-CD3E-F2A6-2490-8FF5F7DE9CB6}"/>
                    </a:ext>
                  </a:extLst>
                </p:cNvPr>
                <p:cNvSpPr/>
                <p:nvPr/>
              </p:nvSpPr>
              <p:spPr>
                <a:xfrm>
                  <a:off x="-9958475" y="4048175"/>
                  <a:ext cx="64625" cy="6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2506" extrusionOk="0">
                      <a:moveTo>
                        <a:pt x="442" y="0"/>
                      </a:moveTo>
                      <a:cubicBezTo>
                        <a:pt x="339" y="0"/>
                        <a:pt x="237" y="40"/>
                        <a:pt x="158" y="119"/>
                      </a:cubicBezTo>
                      <a:cubicBezTo>
                        <a:pt x="1" y="339"/>
                        <a:pt x="1" y="560"/>
                        <a:pt x="158" y="717"/>
                      </a:cubicBezTo>
                      <a:lnTo>
                        <a:pt x="1828" y="2387"/>
                      </a:lnTo>
                      <a:cubicBezTo>
                        <a:pt x="1923" y="2466"/>
                        <a:pt x="2033" y="2505"/>
                        <a:pt x="2139" y="2505"/>
                      </a:cubicBezTo>
                      <a:cubicBezTo>
                        <a:pt x="2246" y="2505"/>
                        <a:pt x="2348" y="2466"/>
                        <a:pt x="2427" y="2387"/>
                      </a:cubicBezTo>
                      <a:cubicBezTo>
                        <a:pt x="2584" y="2229"/>
                        <a:pt x="2584" y="1946"/>
                        <a:pt x="2427" y="1788"/>
                      </a:cubicBezTo>
                      <a:lnTo>
                        <a:pt x="725" y="119"/>
                      </a:lnTo>
                      <a:cubicBezTo>
                        <a:pt x="647" y="40"/>
                        <a:pt x="544" y="0"/>
                        <a:pt x="4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562;p23">
                  <a:extLst>
                    <a:ext uri="{FF2B5EF4-FFF2-40B4-BE49-F238E27FC236}">
                      <a16:creationId xmlns:a16="http://schemas.microsoft.com/office/drawing/2014/main" id="{600064F5-6CD3-4920-D893-7CE6CFFEF89C}"/>
                    </a:ext>
                  </a:extLst>
                </p:cNvPr>
                <p:cNvSpPr/>
                <p:nvPr/>
              </p:nvSpPr>
              <p:spPr>
                <a:xfrm>
                  <a:off x="-9873400" y="4048775"/>
                  <a:ext cx="21275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2521" extrusionOk="0">
                      <a:moveTo>
                        <a:pt x="410" y="0"/>
                      </a:moveTo>
                      <a:cubicBezTo>
                        <a:pt x="189" y="0"/>
                        <a:pt x="0" y="189"/>
                        <a:pt x="0" y="410"/>
                      </a:cubicBezTo>
                      <a:lnTo>
                        <a:pt x="0" y="2079"/>
                      </a:lnTo>
                      <a:cubicBezTo>
                        <a:pt x="0" y="2300"/>
                        <a:pt x="221" y="2520"/>
                        <a:pt x="410" y="2520"/>
                      </a:cubicBezTo>
                      <a:cubicBezTo>
                        <a:pt x="630" y="2520"/>
                        <a:pt x="851" y="2300"/>
                        <a:pt x="851" y="2079"/>
                      </a:cubicBezTo>
                      <a:lnTo>
                        <a:pt x="851" y="410"/>
                      </a:lnTo>
                      <a:cubicBezTo>
                        <a:pt x="851" y="189"/>
                        <a:pt x="630" y="0"/>
                        <a:pt x="4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563;p23">
                  <a:extLst>
                    <a:ext uri="{FF2B5EF4-FFF2-40B4-BE49-F238E27FC236}">
                      <a16:creationId xmlns:a16="http://schemas.microsoft.com/office/drawing/2014/main" id="{8E54786E-32E6-0DBE-610E-13DFE80F7F13}"/>
                    </a:ext>
                  </a:extLst>
                </p:cNvPr>
                <p:cNvSpPr/>
                <p:nvPr/>
              </p:nvSpPr>
              <p:spPr>
                <a:xfrm>
                  <a:off x="-9957675" y="4133050"/>
                  <a:ext cx="63025" cy="1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788" extrusionOk="0">
                      <a:moveTo>
                        <a:pt x="441" y="0"/>
                      </a:moveTo>
                      <a:cubicBezTo>
                        <a:pt x="189" y="0"/>
                        <a:pt x="0" y="189"/>
                        <a:pt x="0" y="410"/>
                      </a:cubicBezTo>
                      <a:cubicBezTo>
                        <a:pt x="0" y="599"/>
                        <a:pt x="189" y="788"/>
                        <a:pt x="441" y="788"/>
                      </a:cubicBezTo>
                      <a:lnTo>
                        <a:pt x="2111" y="788"/>
                      </a:lnTo>
                      <a:cubicBezTo>
                        <a:pt x="2363" y="788"/>
                        <a:pt x="2521" y="599"/>
                        <a:pt x="2521" y="410"/>
                      </a:cubicBezTo>
                      <a:cubicBezTo>
                        <a:pt x="2521" y="158"/>
                        <a:pt x="2332" y="0"/>
                        <a:pt x="21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564;p23">
                  <a:extLst>
                    <a:ext uri="{FF2B5EF4-FFF2-40B4-BE49-F238E27FC236}">
                      <a16:creationId xmlns:a16="http://schemas.microsoft.com/office/drawing/2014/main" id="{4CE0CE46-0A60-65FE-245F-C68D3C44BD2A}"/>
                    </a:ext>
                  </a:extLst>
                </p:cNvPr>
                <p:cNvSpPr/>
                <p:nvPr/>
              </p:nvSpPr>
              <p:spPr>
                <a:xfrm>
                  <a:off x="-9961625" y="4132250"/>
                  <a:ext cx="253650" cy="2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6" h="10870" extrusionOk="0">
                      <a:moveTo>
                        <a:pt x="5357" y="1"/>
                      </a:moveTo>
                      <a:cubicBezTo>
                        <a:pt x="5010" y="1"/>
                        <a:pt x="4727" y="253"/>
                        <a:pt x="4727" y="631"/>
                      </a:cubicBezTo>
                      <a:lnTo>
                        <a:pt x="4727" y="5388"/>
                      </a:lnTo>
                      <a:cubicBezTo>
                        <a:pt x="4727" y="5640"/>
                        <a:pt x="4537" y="5797"/>
                        <a:pt x="4317" y="5797"/>
                      </a:cubicBezTo>
                      <a:cubicBezTo>
                        <a:pt x="4128" y="5797"/>
                        <a:pt x="3907" y="5577"/>
                        <a:pt x="3907" y="5388"/>
                      </a:cubicBezTo>
                      <a:lnTo>
                        <a:pt x="3907" y="1450"/>
                      </a:lnTo>
                      <a:cubicBezTo>
                        <a:pt x="3907" y="1103"/>
                        <a:pt x="3624" y="820"/>
                        <a:pt x="3277" y="820"/>
                      </a:cubicBezTo>
                      <a:cubicBezTo>
                        <a:pt x="2931" y="820"/>
                        <a:pt x="2647" y="1103"/>
                        <a:pt x="2647" y="1450"/>
                      </a:cubicBezTo>
                      <a:lnTo>
                        <a:pt x="2647" y="7940"/>
                      </a:lnTo>
                      <a:lnTo>
                        <a:pt x="1576" y="6900"/>
                      </a:lnTo>
                      <a:cubicBezTo>
                        <a:pt x="1416" y="6740"/>
                        <a:pt x="1176" y="6640"/>
                        <a:pt x="935" y="6640"/>
                      </a:cubicBezTo>
                      <a:cubicBezTo>
                        <a:pt x="748" y="6640"/>
                        <a:pt x="561" y="6700"/>
                        <a:pt x="410" y="6837"/>
                      </a:cubicBezTo>
                      <a:cubicBezTo>
                        <a:pt x="95" y="7121"/>
                        <a:pt x="1" y="7625"/>
                        <a:pt x="284" y="7971"/>
                      </a:cubicBezTo>
                      <a:lnTo>
                        <a:pt x="1734" y="10208"/>
                      </a:lnTo>
                      <a:cubicBezTo>
                        <a:pt x="2049" y="10618"/>
                        <a:pt x="2521" y="10870"/>
                        <a:pt x="3088" y="10870"/>
                      </a:cubicBezTo>
                      <a:lnTo>
                        <a:pt x="8035" y="10870"/>
                      </a:lnTo>
                      <a:cubicBezTo>
                        <a:pt x="9169" y="10870"/>
                        <a:pt x="10114" y="9925"/>
                        <a:pt x="10114" y="8759"/>
                      </a:cubicBezTo>
                      <a:lnTo>
                        <a:pt x="10114" y="4002"/>
                      </a:lnTo>
                      <a:cubicBezTo>
                        <a:pt x="10145" y="3592"/>
                        <a:pt x="9893" y="3309"/>
                        <a:pt x="9515" y="3309"/>
                      </a:cubicBezTo>
                      <a:cubicBezTo>
                        <a:pt x="9169" y="3309"/>
                        <a:pt x="8885" y="3592"/>
                        <a:pt x="8885" y="3939"/>
                      </a:cubicBezTo>
                      <a:lnTo>
                        <a:pt x="8885" y="5388"/>
                      </a:lnTo>
                      <a:cubicBezTo>
                        <a:pt x="8885" y="5640"/>
                        <a:pt x="8696" y="5797"/>
                        <a:pt x="8507" y="5797"/>
                      </a:cubicBezTo>
                      <a:cubicBezTo>
                        <a:pt x="8255" y="5797"/>
                        <a:pt x="8066" y="5577"/>
                        <a:pt x="8066" y="5388"/>
                      </a:cubicBezTo>
                      <a:lnTo>
                        <a:pt x="8066" y="1450"/>
                      </a:lnTo>
                      <a:cubicBezTo>
                        <a:pt x="8066" y="1103"/>
                        <a:pt x="7782" y="820"/>
                        <a:pt x="7436" y="820"/>
                      </a:cubicBezTo>
                      <a:cubicBezTo>
                        <a:pt x="7089" y="820"/>
                        <a:pt x="6806" y="1103"/>
                        <a:pt x="6806" y="1450"/>
                      </a:cubicBezTo>
                      <a:lnTo>
                        <a:pt x="6806" y="5388"/>
                      </a:lnTo>
                      <a:cubicBezTo>
                        <a:pt x="6806" y="5640"/>
                        <a:pt x="6617" y="5797"/>
                        <a:pt x="6428" y="5797"/>
                      </a:cubicBezTo>
                      <a:cubicBezTo>
                        <a:pt x="6176" y="5797"/>
                        <a:pt x="5987" y="5577"/>
                        <a:pt x="5987" y="5388"/>
                      </a:cubicBezTo>
                      <a:lnTo>
                        <a:pt x="5987" y="631"/>
                      </a:lnTo>
                      <a:cubicBezTo>
                        <a:pt x="5987" y="284"/>
                        <a:pt x="5703" y="1"/>
                        <a:pt x="5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565;p23">
                  <a:extLst>
                    <a:ext uri="{FF2B5EF4-FFF2-40B4-BE49-F238E27FC236}">
                      <a16:creationId xmlns:a16="http://schemas.microsoft.com/office/drawing/2014/main" id="{4880E5FD-77D1-1805-48BF-94DD89C126C9}"/>
                    </a:ext>
                  </a:extLst>
                </p:cNvPr>
                <p:cNvSpPr/>
                <p:nvPr/>
              </p:nvSpPr>
              <p:spPr>
                <a:xfrm>
                  <a:off x="-9791500" y="4069250"/>
                  <a:ext cx="3155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" h="2647" extrusionOk="0">
                      <a:moveTo>
                        <a:pt x="631" y="0"/>
                      </a:moveTo>
                      <a:cubicBezTo>
                        <a:pt x="284" y="0"/>
                        <a:pt x="1" y="252"/>
                        <a:pt x="1" y="630"/>
                      </a:cubicBezTo>
                      <a:lnTo>
                        <a:pt x="1" y="2647"/>
                      </a:lnTo>
                      <a:cubicBezTo>
                        <a:pt x="190" y="2552"/>
                        <a:pt x="410" y="2489"/>
                        <a:pt x="631" y="2489"/>
                      </a:cubicBezTo>
                      <a:cubicBezTo>
                        <a:pt x="883" y="2521"/>
                        <a:pt x="1072" y="2552"/>
                        <a:pt x="1261" y="2647"/>
                      </a:cubicBezTo>
                      <a:lnTo>
                        <a:pt x="1261" y="630"/>
                      </a:lnTo>
                      <a:cubicBezTo>
                        <a:pt x="1261" y="284"/>
                        <a:pt x="977" y="0"/>
                        <a:pt x="6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566;p23">
                  <a:extLst>
                    <a:ext uri="{FF2B5EF4-FFF2-40B4-BE49-F238E27FC236}">
                      <a16:creationId xmlns:a16="http://schemas.microsoft.com/office/drawing/2014/main" id="{B51044CC-136A-2211-F4D9-916A94F8333D}"/>
                    </a:ext>
                  </a:extLst>
                </p:cNvPr>
                <p:cNvSpPr/>
                <p:nvPr/>
              </p:nvSpPr>
              <p:spPr>
                <a:xfrm>
                  <a:off x="-9740300" y="4049550"/>
                  <a:ext cx="136275" cy="2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10744" extrusionOk="0">
                      <a:moveTo>
                        <a:pt x="631" y="1"/>
                      </a:moveTo>
                      <a:cubicBezTo>
                        <a:pt x="284" y="1"/>
                        <a:pt x="1" y="253"/>
                        <a:pt x="1" y="631"/>
                      </a:cubicBezTo>
                      <a:lnTo>
                        <a:pt x="1" y="5955"/>
                      </a:lnTo>
                      <a:cubicBezTo>
                        <a:pt x="190" y="5860"/>
                        <a:pt x="410" y="5797"/>
                        <a:pt x="631" y="5797"/>
                      </a:cubicBezTo>
                      <a:cubicBezTo>
                        <a:pt x="1418" y="5797"/>
                        <a:pt x="2080" y="6428"/>
                        <a:pt x="2080" y="7247"/>
                      </a:cubicBezTo>
                      <a:lnTo>
                        <a:pt x="2080" y="10744"/>
                      </a:lnTo>
                      <a:lnTo>
                        <a:pt x="3309" y="10744"/>
                      </a:lnTo>
                      <a:cubicBezTo>
                        <a:pt x="4443" y="10744"/>
                        <a:pt x="5388" y="9799"/>
                        <a:pt x="5388" y="8664"/>
                      </a:cubicBezTo>
                      <a:lnTo>
                        <a:pt x="5388" y="3876"/>
                      </a:lnTo>
                      <a:cubicBezTo>
                        <a:pt x="5451" y="3592"/>
                        <a:pt x="5167" y="3309"/>
                        <a:pt x="4821" y="3309"/>
                      </a:cubicBezTo>
                      <a:cubicBezTo>
                        <a:pt x="4443" y="3309"/>
                        <a:pt x="4191" y="3592"/>
                        <a:pt x="4191" y="3939"/>
                      </a:cubicBezTo>
                      <a:lnTo>
                        <a:pt x="4191" y="5388"/>
                      </a:lnTo>
                      <a:cubicBezTo>
                        <a:pt x="4191" y="5640"/>
                        <a:pt x="3970" y="5797"/>
                        <a:pt x="3781" y="5797"/>
                      </a:cubicBezTo>
                      <a:cubicBezTo>
                        <a:pt x="3561" y="5797"/>
                        <a:pt x="3340" y="5577"/>
                        <a:pt x="3340" y="5388"/>
                      </a:cubicBezTo>
                      <a:lnTo>
                        <a:pt x="3340" y="1450"/>
                      </a:lnTo>
                      <a:cubicBezTo>
                        <a:pt x="3340" y="1103"/>
                        <a:pt x="3088" y="820"/>
                        <a:pt x="2710" y="820"/>
                      </a:cubicBezTo>
                      <a:cubicBezTo>
                        <a:pt x="2364" y="820"/>
                        <a:pt x="2080" y="1103"/>
                        <a:pt x="2080" y="1450"/>
                      </a:cubicBezTo>
                      <a:lnTo>
                        <a:pt x="2080" y="5388"/>
                      </a:lnTo>
                      <a:cubicBezTo>
                        <a:pt x="2080" y="5640"/>
                        <a:pt x="1891" y="5797"/>
                        <a:pt x="1702" y="5797"/>
                      </a:cubicBezTo>
                      <a:cubicBezTo>
                        <a:pt x="1450" y="5797"/>
                        <a:pt x="1261" y="5577"/>
                        <a:pt x="1261" y="5388"/>
                      </a:cubicBezTo>
                      <a:lnTo>
                        <a:pt x="1261" y="631"/>
                      </a:lnTo>
                      <a:cubicBezTo>
                        <a:pt x="1261" y="284"/>
                        <a:pt x="977" y="1"/>
                        <a:pt x="6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1" name="Google Shape;577;p23">
              <a:extLst>
                <a:ext uri="{FF2B5EF4-FFF2-40B4-BE49-F238E27FC236}">
                  <a16:creationId xmlns:a16="http://schemas.microsoft.com/office/drawing/2014/main" id="{C0EA678D-805C-DAEF-B42B-1BF48427C3D1}"/>
                </a:ext>
              </a:extLst>
            </p:cNvPr>
            <p:cNvSpPr/>
            <p:nvPr/>
          </p:nvSpPr>
          <p:spPr>
            <a:xfrm rot="10800000">
              <a:off x="8956838" y="3954633"/>
              <a:ext cx="327992" cy="270863"/>
            </a:xfrm>
            <a:prstGeom prst="triangle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578;p23">
              <a:extLst>
                <a:ext uri="{FF2B5EF4-FFF2-40B4-BE49-F238E27FC236}">
                  <a16:creationId xmlns:a16="http://schemas.microsoft.com/office/drawing/2014/main" id="{34E91C90-DEC6-8532-CAC2-235F5221F6BC}"/>
                </a:ext>
              </a:extLst>
            </p:cNvPr>
            <p:cNvSpPr/>
            <p:nvPr/>
          </p:nvSpPr>
          <p:spPr>
            <a:xfrm>
              <a:off x="4311086" y="3887915"/>
              <a:ext cx="799007" cy="4042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579;p23">
              <a:extLst>
                <a:ext uri="{FF2B5EF4-FFF2-40B4-BE49-F238E27FC236}">
                  <a16:creationId xmlns:a16="http://schemas.microsoft.com/office/drawing/2014/main" id="{89256E0B-241B-94B1-D0DD-24C443C263F1}"/>
                </a:ext>
              </a:extLst>
            </p:cNvPr>
            <p:cNvSpPr/>
            <p:nvPr/>
          </p:nvSpPr>
          <p:spPr>
            <a:xfrm rot="10800000">
              <a:off x="4546588" y="3954633"/>
              <a:ext cx="327992" cy="270863"/>
            </a:xfrm>
            <a:prstGeom prst="triangle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580;p23">
              <a:extLst>
                <a:ext uri="{FF2B5EF4-FFF2-40B4-BE49-F238E27FC236}">
                  <a16:creationId xmlns:a16="http://schemas.microsoft.com/office/drawing/2014/main" id="{60769FF5-3FE3-0C47-2A54-260121C5B0E1}"/>
                </a:ext>
              </a:extLst>
            </p:cNvPr>
            <p:cNvSpPr/>
            <p:nvPr/>
          </p:nvSpPr>
          <p:spPr>
            <a:xfrm rot="10800000">
              <a:off x="2554303" y="3887915"/>
              <a:ext cx="799007" cy="4042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581;p23">
              <a:extLst>
                <a:ext uri="{FF2B5EF4-FFF2-40B4-BE49-F238E27FC236}">
                  <a16:creationId xmlns:a16="http://schemas.microsoft.com/office/drawing/2014/main" id="{EE3ECDB7-9963-54A8-2492-07AB290E648E}"/>
                </a:ext>
              </a:extLst>
            </p:cNvPr>
            <p:cNvSpPr/>
            <p:nvPr/>
          </p:nvSpPr>
          <p:spPr>
            <a:xfrm>
              <a:off x="2789815" y="3954633"/>
              <a:ext cx="327992" cy="270863"/>
            </a:xfrm>
            <a:prstGeom prst="triangle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582;p23">
              <a:extLst>
                <a:ext uri="{FF2B5EF4-FFF2-40B4-BE49-F238E27FC236}">
                  <a16:creationId xmlns:a16="http://schemas.microsoft.com/office/drawing/2014/main" id="{D0BCA1F1-4E9D-DF38-E6F9-9F0214E5596A}"/>
                </a:ext>
              </a:extLst>
            </p:cNvPr>
            <p:cNvSpPr/>
            <p:nvPr/>
          </p:nvSpPr>
          <p:spPr>
            <a:xfrm rot="10800000">
              <a:off x="7110439" y="3887915"/>
              <a:ext cx="799007" cy="4042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583;p23">
              <a:extLst>
                <a:ext uri="{FF2B5EF4-FFF2-40B4-BE49-F238E27FC236}">
                  <a16:creationId xmlns:a16="http://schemas.microsoft.com/office/drawing/2014/main" id="{FF672063-B29B-3AF7-AC32-992FAB6C6577}"/>
                </a:ext>
              </a:extLst>
            </p:cNvPr>
            <p:cNvSpPr/>
            <p:nvPr/>
          </p:nvSpPr>
          <p:spPr>
            <a:xfrm>
              <a:off x="7345951" y="3954633"/>
              <a:ext cx="327992" cy="270863"/>
            </a:xfrm>
            <a:prstGeom prst="triangle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584;p23">
              <a:extLst>
                <a:ext uri="{FF2B5EF4-FFF2-40B4-BE49-F238E27FC236}">
                  <a16:creationId xmlns:a16="http://schemas.microsoft.com/office/drawing/2014/main" id="{ECA93D27-65C4-F9F5-10DC-18F6C7A68F56}"/>
                </a:ext>
              </a:extLst>
            </p:cNvPr>
            <p:cNvSpPr/>
            <p:nvPr/>
          </p:nvSpPr>
          <p:spPr>
            <a:xfrm>
              <a:off x="562013" y="3887915"/>
              <a:ext cx="799007" cy="4042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585;p23">
              <a:extLst>
                <a:ext uri="{FF2B5EF4-FFF2-40B4-BE49-F238E27FC236}">
                  <a16:creationId xmlns:a16="http://schemas.microsoft.com/office/drawing/2014/main" id="{5542EE93-4314-408C-67DE-F73CA20FAF38}"/>
                </a:ext>
              </a:extLst>
            </p:cNvPr>
            <p:cNvSpPr/>
            <p:nvPr/>
          </p:nvSpPr>
          <p:spPr>
            <a:xfrm rot="10800000">
              <a:off x="797515" y="3954633"/>
              <a:ext cx="327992" cy="270863"/>
            </a:xfrm>
            <a:prstGeom prst="triangle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2654BCA-4A0C-7298-7568-E85131881E52}"/>
                </a:ext>
              </a:extLst>
            </p:cNvPr>
            <p:cNvGrpSpPr/>
            <p:nvPr/>
          </p:nvGrpSpPr>
          <p:grpSpPr>
            <a:xfrm>
              <a:off x="8036031" y="1565910"/>
              <a:ext cx="3640275" cy="2160914"/>
              <a:chOff x="8036031" y="1565910"/>
              <a:chExt cx="3640275" cy="2160914"/>
            </a:xfrm>
          </p:grpSpPr>
          <p:sp>
            <p:nvSpPr>
              <p:cNvPr id="8" name="Google Shape;487;p23">
                <a:extLst>
                  <a:ext uri="{FF2B5EF4-FFF2-40B4-BE49-F238E27FC236}">
                    <a16:creationId xmlns:a16="http://schemas.microsoft.com/office/drawing/2014/main" id="{70D84DE2-0686-13AA-FC24-1B8CAA7B931C}"/>
                  </a:ext>
                </a:extLst>
              </p:cNvPr>
              <p:cNvSpPr/>
              <p:nvPr/>
            </p:nvSpPr>
            <p:spPr>
              <a:xfrm>
                <a:off x="8036031" y="1565910"/>
                <a:ext cx="3640275" cy="2160914"/>
              </a:xfrm>
              <a:prstGeom prst="rect">
                <a:avLst/>
              </a:prstGeom>
              <a:solidFill>
                <a:schemeClr val="accent2">
                  <a:alpha val="71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6F1F3386-8223-F819-94E5-D01E47E2F04B}"/>
                  </a:ext>
                </a:extLst>
              </p:cNvPr>
              <p:cNvGrpSpPr/>
              <p:nvPr/>
            </p:nvGrpSpPr>
            <p:grpSpPr>
              <a:xfrm>
                <a:off x="8292577" y="2147188"/>
                <a:ext cx="3127182" cy="998359"/>
                <a:chOff x="8090787" y="2147188"/>
                <a:chExt cx="3127182" cy="998359"/>
              </a:xfrm>
            </p:grpSpPr>
            <p:sp>
              <p:nvSpPr>
                <p:cNvPr id="25" name="Google Shape;510;p23">
                  <a:extLst>
                    <a:ext uri="{FF2B5EF4-FFF2-40B4-BE49-F238E27FC236}">
                      <a16:creationId xmlns:a16="http://schemas.microsoft.com/office/drawing/2014/main" id="{CD7AE1F0-FB79-E449-321F-90112102182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090787" y="2147188"/>
                  <a:ext cx="2364034" cy="998359"/>
                </a:xfrm>
                <a:prstGeom prst="rect">
                  <a:avLst/>
                </a:prstGeom>
              </p:spPr>
              <p:txBody>
                <a:bodyPr spcFirstLastPara="1" wrap="square" lIns="91425" tIns="91425" rIns="91425" bIns="91425" anchor="t" anchorCtr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spcBef>
                      <a:spcPts val="600"/>
                    </a:spcBef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600" dirty="0">
                    <a:solidFill>
                      <a:schemeClr val="bg1"/>
                    </a:solidFill>
                    <a:latin typeface="Lora" pitchFamily="2" charset="0"/>
                    <a:cs typeface="Arial" pitchFamily="34" charset="0"/>
                  </a:endParaRPr>
                </a:p>
                <a:p>
                  <a:pPr marL="0" indent="0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endParaRPr lang="en-US" sz="1600" dirty="0">
                    <a:solidFill>
                      <a:schemeClr val="bg1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  <p:grpSp>
              <p:nvGrpSpPr>
                <p:cNvPr id="102" name="Google Shape;518;p23">
                  <a:extLst>
                    <a:ext uri="{FF2B5EF4-FFF2-40B4-BE49-F238E27FC236}">
                      <a16:creationId xmlns:a16="http://schemas.microsoft.com/office/drawing/2014/main" id="{F0E79354-6C55-1CB6-DC9C-16307BB3E7B9}"/>
                    </a:ext>
                  </a:extLst>
                </p:cNvPr>
                <p:cNvGrpSpPr/>
                <p:nvPr/>
              </p:nvGrpSpPr>
              <p:grpSpPr>
                <a:xfrm>
                  <a:off x="10509576" y="2301355"/>
                  <a:ext cx="708393" cy="690024"/>
                  <a:chOff x="7756600" y="1426993"/>
                  <a:chExt cx="708393" cy="690024"/>
                </a:xfrm>
                <a:solidFill>
                  <a:schemeClr val="bg1"/>
                </a:solidFill>
              </p:grpSpPr>
              <p:grpSp>
                <p:nvGrpSpPr>
                  <p:cNvPr id="103" name="Google Shape;519;p23">
                    <a:extLst>
                      <a:ext uri="{FF2B5EF4-FFF2-40B4-BE49-F238E27FC236}">
                        <a16:creationId xmlns:a16="http://schemas.microsoft.com/office/drawing/2014/main" id="{EAB7E258-988E-0D49-5DC2-1BAA7E12C966}"/>
                      </a:ext>
                    </a:extLst>
                  </p:cNvPr>
                  <p:cNvGrpSpPr/>
                  <p:nvPr/>
                </p:nvGrpSpPr>
                <p:grpSpPr>
                  <a:xfrm>
                    <a:off x="7756600" y="1426993"/>
                    <a:ext cx="686472" cy="690024"/>
                    <a:chOff x="-45673275" y="3937700"/>
                    <a:chExt cx="299325" cy="300900"/>
                  </a:xfrm>
                  <a:grpFill/>
                </p:grpSpPr>
                <p:sp>
                  <p:nvSpPr>
                    <p:cNvPr id="111" name="Google Shape;520;p23">
                      <a:extLst>
                        <a:ext uri="{FF2B5EF4-FFF2-40B4-BE49-F238E27FC236}">
                          <a16:creationId xmlns:a16="http://schemas.microsoft.com/office/drawing/2014/main" id="{459354B3-B95F-D3B1-CFA9-3AAC42B4A6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73275" y="3937700"/>
                      <a:ext cx="285925" cy="135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37" h="5420" extrusionOk="0">
                          <a:moveTo>
                            <a:pt x="11437" y="1"/>
                          </a:moveTo>
                          <a:lnTo>
                            <a:pt x="221" y="3435"/>
                          </a:lnTo>
                          <a:cubicBezTo>
                            <a:pt x="63" y="3466"/>
                            <a:pt x="0" y="3624"/>
                            <a:pt x="0" y="3781"/>
                          </a:cubicBezTo>
                          <a:cubicBezTo>
                            <a:pt x="0" y="3939"/>
                            <a:pt x="95" y="4065"/>
                            <a:pt x="221" y="4159"/>
                          </a:cubicBezTo>
                          <a:lnTo>
                            <a:pt x="4348" y="5420"/>
                          </a:lnTo>
                          <a:lnTo>
                            <a:pt x="11405" y="64"/>
                          </a:lnTo>
                          <a:lnTo>
                            <a:pt x="11437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" name="Google Shape;521;p23">
                      <a:extLst>
                        <a:ext uri="{FF2B5EF4-FFF2-40B4-BE49-F238E27FC236}">
                          <a16:creationId xmlns:a16="http://schemas.microsoft.com/office/drawing/2014/main" id="{8F233BBA-C1B1-6ECF-2BEB-D74A226E09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577975" y="3990475"/>
                      <a:ext cx="151250" cy="150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50" h="6037" extrusionOk="0">
                          <a:moveTo>
                            <a:pt x="6049" y="1"/>
                          </a:moveTo>
                          <a:lnTo>
                            <a:pt x="536" y="4159"/>
                          </a:lnTo>
                          <a:lnTo>
                            <a:pt x="32" y="5577"/>
                          </a:lnTo>
                          <a:cubicBezTo>
                            <a:pt x="0" y="5703"/>
                            <a:pt x="32" y="5861"/>
                            <a:pt x="126" y="5955"/>
                          </a:cubicBezTo>
                          <a:cubicBezTo>
                            <a:pt x="186" y="6015"/>
                            <a:pt x="259" y="6037"/>
                            <a:pt x="336" y="6037"/>
                          </a:cubicBezTo>
                          <a:cubicBezTo>
                            <a:pt x="381" y="6037"/>
                            <a:pt x="427" y="6030"/>
                            <a:pt x="473" y="6018"/>
                          </a:cubicBezTo>
                          <a:lnTo>
                            <a:pt x="1891" y="5514"/>
                          </a:lnTo>
                          <a:lnTo>
                            <a:pt x="6049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" name="Google Shape;522;p23">
                      <a:extLst>
                        <a:ext uri="{FF2B5EF4-FFF2-40B4-BE49-F238E27FC236}">
                          <a16:creationId xmlns:a16="http://schemas.microsoft.com/office/drawing/2014/main" id="{830CBA28-34CB-1456-3F0B-95EBA31AC5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509450" y="3951100"/>
                      <a:ext cx="135500" cy="28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20" h="11469" extrusionOk="0">
                          <a:moveTo>
                            <a:pt x="5419" y="0"/>
                          </a:moveTo>
                          <a:lnTo>
                            <a:pt x="5356" y="32"/>
                          </a:lnTo>
                          <a:lnTo>
                            <a:pt x="0" y="7089"/>
                          </a:lnTo>
                          <a:lnTo>
                            <a:pt x="1261" y="11216"/>
                          </a:lnTo>
                          <a:cubicBezTo>
                            <a:pt x="1324" y="11374"/>
                            <a:pt x="1481" y="11468"/>
                            <a:pt x="1639" y="11468"/>
                          </a:cubicBezTo>
                          <a:cubicBezTo>
                            <a:pt x="1796" y="11468"/>
                            <a:pt x="1891" y="11342"/>
                            <a:pt x="1985" y="11216"/>
                          </a:cubicBezTo>
                          <a:lnTo>
                            <a:pt x="5419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" name="Google Shape;523;p23">
                      <a:extLst>
                        <a:ext uri="{FF2B5EF4-FFF2-40B4-BE49-F238E27FC236}">
                          <a16:creationId xmlns:a16="http://schemas.microsoft.com/office/drawing/2014/main" id="{42119993-5D61-A739-D2E0-CCBF2E9CC7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70925" y="4114125"/>
                      <a:ext cx="72500" cy="70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0" h="2813" extrusionOk="0">
                          <a:moveTo>
                            <a:pt x="2521" y="1"/>
                          </a:moveTo>
                          <a:cubicBezTo>
                            <a:pt x="2435" y="1"/>
                            <a:pt x="2348" y="32"/>
                            <a:pt x="2269" y="95"/>
                          </a:cubicBezTo>
                          <a:lnTo>
                            <a:pt x="127" y="2206"/>
                          </a:lnTo>
                          <a:cubicBezTo>
                            <a:pt x="1" y="2332"/>
                            <a:pt x="1" y="2553"/>
                            <a:pt x="127" y="2742"/>
                          </a:cubicBezTo>
                          <a:cubicBezTo>
                            <a:pt x="190" y="2789"/>
                            <a:pt x="277" y="2813"/>
                            <a:pt x="371" y="2813"/>
                          </a:cubicBezTo>
                          <a:cubicBezTo>
                            <a:pt x="466" y="2813"/>
                            <a:pt x="568" y="2789"/>
                            <a:pt x="662" y="2742"/>
                          </a:cubicBezTo>
                          <a:lnTo>
                            <a:pt x="2773" y="600"/>
                          </a:lnTo>
                          <a:cubicBezTo>
                            <a:pt x="2899" y="473"/>
                            <a:pt x="2899" y="253"/>
                            <a:pt x="2773" y="95"/>
                          </a:cubicBezTo>
                          <a:cubicBezTo>
                            <a:pt x="2695" y="32"/>
                            <a:pt x="2608" y="1"/>
                            <a:pt x="2521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5" name="Google Shape;524;p23">
                      <a:extLst>
                        <a:ext uri="{FF2B5EF4-FFF2-40B4-BE49-F238E27FC236}">
                          <a16:creationId xmlns:a16="http://schemas.microsoft.com/office/drawing/2014/main" id="{C7D7EBB7-4291-F40F-866F-7670178E21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20500" y="4163550"/>
                      <a:ext cx="70900" cy="71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36" h="2845" extrusionOk="0">
                          <a:moveTo>
                            <a:pt x="2489" y="1"/>
                          </a:moveTo>
                          <a:cubicBezTo>
                            <a:pt x="2395" y="1"/>
                            <a:pt x="2300" y="24"/>
                            <a:pt x="2237" y="72"/>
                          </a:cubicBezTo>
                          <a:lnTo>
                            <a:pt x="126" y="2214"/>
                          </a:lnTo>
                          <a:cubicBezTo>
                            <a:pt x="0" y="2340"/>
                            <a:pt x="0" y="2561"/>
                            <a:pt x="126" y="2718"/>
                          </a:cubicBezTo>
                          <a:cubicBezTo>
                            <a:pt x="221" y="2781"/>
                            <a:pt x="284" y="2844"/>
                            <a:pt x="378" y="2844"/>
                          </a:cubicBezTo>
                          <a:cubicBezTo>
                            <a:pt x="441" y="2844"/>
                            <a:pt x="567" y="2781"/>
                            <a:pt x="599" y="2718"/>
                          </a:cubicBezTo>
                          <a:lnTo>
                            <a:pt x="2741" y="607"/>
                          </a:lnTo>
                          <a:cubicBezTo>
                            <a:pt x="2836" y="481"/>
                            <a:pt x="2836" y="229"/>
                            <a:pt x="2741" y="72"/>
                          </a:cubicBezTo>
                          <a:cubicBezTo>
                            <a:pt x="2678" y="24"/>
                            <a:pt x="2584" y="1"/>
                            <a:pt x="2489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6" name="Google Shape;525;p23">
                      <a:extLst>
                        <a:ext uri="{FF2B5EF4-FFF2-40B4-BE49-F238E27FC236}">
                          <a16:creationId xmlns:a16="http://schemas.microsoft.com/office/drawing/2014/main" id="{A707B1B5-876E-70C9-D6FE-F18571CFFA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73275" y="4159625"/>
                      <a:ext cx="79575" cy="78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83" h="3159" extrusionOk="0">
                          <a:moveTo>
                            <a:pt x="2816" y="0"/>
                          </a:moveTo>
                          <a:cubicBezTo>
                            <a:pt x="2726" y="0"/>
                            <a:pt x="2631" y="24"/>
                            <a:pt x="2552" y="71"/>
                          </a:cubicBezTo>
                          <a:lnTo>
                            <a:pt x="95" y="2529"/>
                          </a:lnTo>
                          <a:cubicBezTo>
                            <a:pt x="0" y="2655"/>
                            <a:pt x="0" y="2875"/>
                            <a:pt x="95" y="3033"/>
                          </a:cubicBezTo>
                          <a:cubicBezTo>
                            <a:pt x="189" y="3127"/>
                            <a:pt x="252" y="3159"/>
                            <a:pt x="347" y="3159"/>
                          </a:cubicBezTo>
                          <a:cubicBezTo>
                            <a:pt x="441" y="3159"/>
                            <a:pt x="536" y="3127"/>
                            <a:pt x="599" y="3033"/>
                          </a:cubicBezTo>
                          <a:lnTo>
                            <a:pt x="3025" y="607"/>
                          </a:lnTo>
                          <a:cubicBezTo>
                            <a:pt x="3182" y="449"/>
                            <a:pt x="3182" y="197"/>
                            <a:pt x="3056" y="71"/>
                          </a:cubicBezTo>
                          <a:cubicBezTo>
                            <a:pt x="2993" y="24"/>
                            <a:pt x="2907" y="0"/>
                            <a:pt x="2816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04" name="Google Shape;526;p23">
                    <a:extLst>
                      <a:ext uri="{FF2B5EF4-FFF2-40B4-BE49-F238E27FC236}">
                        <a16:creationId xmlns:a16="http://schemas.microsoft.com/office/drawing/2014/main" id="{FC2BA64A-7EC6-9FA4-5C09-17BB5ACEA116}"/>
                      </a:ext>
                    </a:extLst>
                  </p:cNvPr>
                  <p:cNvGrpSpPr/>
                  <p:nvPr/>
                </p:nvGrpSpPr>
                <p:grpSpPr>
                  <a:xfrm>
                    <a:off x="7778521" y="1426993"/>
                    <a:ext cx="686472" cy="690024"/>
                    <a:chOff x="-45673275" y="3937700"/>
                    <a:chExt cx="299325" cy="300900"/>
                  </a:xfrm>
                  <a:grpFill/>
                </p:grpSpPr>
                <p:sp>
                  <p:nvSpPr>
                    <p:cNvPr id="105" name="Google Shape;527;p23">
                      <a:extLst>
                        <a:ext uri="{FF2B5EF4-FFF2-40B4-BE49-F238E27FC236}">
                          <a16:creationId xmlns:a16="http://schemas.microsoft.com/office/drawing/2014/main" id="{23081B63-515E-8C89-CE81-5E402CCE90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73275" y="3937700"/>
                      <a:ext cx="285925" cy="135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37" h="5420" extrusionOk="0">
                          <a:moveTo>
                            <a:pt x="11437" y="1"/>
                          </a:moveTo>
                          <a:lnTo>
                            <a:pt x="221" y="3435"/>
                          </a:lnTo>
                          <a:cubicBezTo>
                            <a:pt x="63" y="3466"/>
                            <a:pt x="0" y="3624"/>
                            <a:pt x="0" y="3781"/>
                          </a:cubicBezTo>
                          <a:cubicBezTo>
                            <a:pt x="0" y="3939"/>
                            <a:pt x="95" y="4065"/>
                            <a:pt x="221" y="4159"/>
                          </a:cubicBezTo>
                          <a:lnTo>
                            <a:pt x="4348" y="5420"/>
                          </a:lnTo>
                          <a:lnTo>
                            <a:pt x="11405" y="64"/>
                          </a:lnTo>
                          <a:lnTo>
                            <a:pt x="11437" y="1"/>
                          </a:ln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6" name="Google Shape;528;p23">
                      <a:extLst>
                        <a:ext uri="{FF2B5EF4-FFF2-40B4-BE49-F238E27FC236}">
                          <a16:creationId xmlns:a16="http://schemas.microsoft.com/office/drawing/2014/main" id="{3F4797E0-778A-C06D-2964-8682414814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577975" y="3990475"/>
                      <a:ext cx="151250" cy="150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50" h="6037" extrusionOk="0">
                          <a:moveTo>
                            <a:pt x="6049" y="1"/>
                          </a:moveTo>
                          <a:lnTo>
                            <a:pt x="536" y="4159"/>
                          </a:lnTo>
                          <a:lnTo>
                            <a:pt x="32" y="5577"/>
                          </a:lnTo>
                          <a:cubicBezTo>
                            <a:pt x="0" y="5703"/>
                            <a:pt x="32" y="5861"/>
                            <a:pt x="126" y="5955"/>
                          </a:cubicBezTo>
                          <a:cubicBezTo>
                            <a:pt x="186" y="6015"/>
                            <a:pt x="259" y="6037"/>
                            <a:pt x="336" y="6037"/>
                          </a:cubicBezTo>
                          <a:cubicBezTo>
                            <a:pt x="381" y="6037"/>
                            <a:pt x="427" y="6030"/>
                            <a:pt x="473" y="6018"/>
                          </a:cubicBezTo>
                          <a:lnTo>
                            <a:pt x="1891" y="5514"/>
                          </a:lnTo>
                          <a:lnTo>
                            <a:pt x="6049" y="1"/>
                          </a:ln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7" name="Google Shape;529;p23">
                      <a:extLst>
                        <a:ext uri="{FF2B5EF4-FFF2-40B4-BE49-F238E27FC236}">
                          <a16:creationId xmlns:a16="http://schemas.microsoft.com/office/drawing/2014/main" id="{AF05674D-B462-5D75-6159-09DEC45F83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509450" y="3951100"/>
                      <a:ext cx="135500" cy="28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20" h="11469" extrusionOk="0">
                          <a:moveTo>
                            <a:pt x="5419" y="0"/>
                          </a:moveTo>
                          <a:lnTo>
                            <a:pt x="5356" y="32"/>
                          </a:lnTo>
                          <a:lnTo>
                            <a:pt x="0" y="7089"/>
                          </a:lnTo>
                          <a:lnTo>
                            <a:pt x="1261" y="11216"/>
                          </a:lnTo>
                          <a:cubicBezTo>
                            <a:pt x="1324" y="11374"/>
                            <a:pt x="1481" y="11468"/>
                            <a:pt x="1639" y="11468"/>
                          </a:cubicBezTo>
                          <a:cubicBezTo>
                            <a:pt x="1796" y="11468"/>
                            <a:pt x="1891" y="11342"/>
                            <a:pt x="1985" y="11216"/>
                          </a:cubicBezTo>
                          <a:lnTo>
                            <a:pt x="5419" y="0"/>
                          </a:ln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8" name="Google Shape;530;p23">
                      <a:extLst>
                        <a:ext uri="{FF2B5EF4-FFF2-40B4-BE49-F238E27FC236}">
                          <a16:creationId xmlns:a16="http://schemas.microsoft.com/office/drawing/2014/main" id="{26D4FED3-0822-F1C2-3C5B-258C9361F7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70925" y="4114125"/>
                      <a:ext cx="72500" cy="70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0" h="2813" extrusionOk="0">
                          <a:moveTo>
                            <a:pt x="2521" y="1"/>
                          </a:moveTo>
                          <a:cubicBezTo>
                            <a:pt x="2435" y="1"/>
                            <a:pt x="2348" y="32"/>
                            <a:pt x="2269" y="95"/>
                          </a:cubicBezTo>
                          <a:lnTo>
                            <a:pt x="127" y="2206"/>
                          </a:lnTo>
                          <a:cubicBezTo>
                            <a:pt x="1" y="2332"/>
                            <a:pt x="1" y="2553"/>
                            <a:pt x="127" y="2742"/>
                          </a:cubicBezTo>
                          <a:cubicBezTo>
                            <a:pt x="190" y="2789"/>
                            <a:pt x="277" y="2813"/>
                            <a:pt x="371" y="2813"/>
                          </a:cubicBezTo>
                          <a:cubicBezTo>
                            <a:pt x="466" y="2813"/>
                            <a:pt x="568" y="2789"/>
                            <a:pt x="662" y="2742"/>
                          </a:cubicBezTo>
                          <a:lnTo>
                            <a:pt x="2773" y="600"/>
                          </a:lnTo>
                          <a:cubicBezTo>
                            <a:pt x="2899" y="473"/>
                            <a:pt x="2899" y="253"/>
                            <a:pt x="2773" y="95"/>
                          </a:cubicBezTo>
                          <a:cubicBezTo>
                            <a:pt x="2695" y="32"/>
                            <a:pt x="2608" y="1"/>
                            <a:pt x="2521" y="1"/>
                          </a:cubicBez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" name="Google Shape;531;p23">
                      <a:extLst>
                        <a:ext uri="{FF2B5EF4-FFF2-40B4-BE49-F238E27FC236}">
                          <a16:creationId xmlns:a16="http://schemas.microsoft.com/office/drawing/2014/main" id="{0E91FE19-5168-1ED4-FBC5-07DBB03DD9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20500" y="4163550"/>
                      <a:ext cx="70900" cy="71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36" h="2845" extrusionOk="0">
                          <a:moveTo>
                            <a:pt x="2489" y="1"/>
                          </a:moveTo>
                          <a:cubicBezTo>
                            <a:pt x="2395" y="1"/>
                            <a:pt x="2300" y="24"/>
                            <a:pt x="2237" y="72"/>
                          </a:cubicBezTo>
                          <a:lnTo>
                            <a:pt x="126" y="2214"/>
                          </a:lnTo>
                          <a:cubicBezTo>
                            <a:pt x="0" y="2340"/>
                            <a:pt x="0" y="2561"/>
                            <a:pt x="126" y="2718"/>
                          </a:cubicBezTo>
                          <a:cubicBezTo>
                            <a:pt x="221" y="2781"/>
                            <a:pt x="284" y="2844"/>
                            <a:pt x="378" y="2844"/>
                          </a:cubicBezTo>
                          <a:cubicBezTo>
                            <a:pt x="441" y="2844"/>
                            <a:pt x="567" y="2781"/>
                            <a:pt x="599" y="2718"/>
                          </a:cubicBezTo>
                          <a:lnTo>
                            <a:pt x="2741" y="607"/>
                          </a:lnTo>
                          <a:cubicBezTo>
                            <a:pt x="2836" y="481"/>
                            <a:pt x="2836" y="229"/>
                            <a:pt x="2741" y="72"/>
                          </a:cubicBezTo>
                          <a:cubicBezTo>
                            <a:pt x="2678" y="24"/>
                            <a:pt x="2584" y="1"/>
                            <a:pt x="2489" y="1"/>
                          </a:cubicBez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" name="Google Shape;532;p23">
                      <a:extLst>
                        <a:ext uri="{FF2B5EF4-FFF2-40B4-BE49-F238E27FC236}">
                          <a16:creationId xmlns:a16="http://schemas.microsoft.com/office/drawing/2014/main" id="{1D63FEEF-1443-CDBA-B882-B94FC7115E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5673275" y="4159625"/>
                      <a:ext cx="79575" cy="78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83" h="3159" extrusionOk="0">
                          <a:moveTo>
                            <a:pt x="2816" y="0"/>
                          </a:moveTo>
                          <a:cubicBezTo>
                            <a:pt x="2726" y="0"/>
                            <a:pt x="2631" y="24"/>
                            <a:pt x="2552" y="71"/>
                          </a:cubicBezTo>
                          <a:lnTo>
                            <a:pt x="95" y="2529"/>
                          </a:lnTo>
                          <a:cubicBezTo>
                            <a:pt x="0" y="2655"/>
                            <a:pt x="0" y="2875"/>
                            <a:pt x="95" y="3033"/>
                          </a:cubicBezTo>
                          <a:cubicBezTo>
                            <a:pt x="189" y="3127"/>
                            <a:pt x="252" y="3159"/>
                            <a:pt x="347" y="3159"/>
                          </a:cubicBezTo>
                          <a:cubicBezTo>
                            <a:pt x="441" y="3159"/>
                            <a:pt x="536" y="3127"/>
                            <a:pt x="599" y="3033"/>
                          </a:cubicBezTo>
                          <a:lnTo>
                            <a:pt x="3025" y="607"/>
                          </a:lnTo>
                          <a:cubicBezTo>
                            <a:pt x="3182" y="449"/>
                            <a:pt x="3182" y="197"/>
                            <a:pt x="3056" y="71"/>
                          </a:cubicBezTo>
                          <a:cubicBezTo>
                            <a:pt x="2993" y="24"/>
                            <a:pt x="2907" y="0"/>
                            <a:pt x="2816" y="0"/>
                          </a:cubicBez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E54A0E4E-DFDB-5F19-F5C3-3CFD02D72C34}"/>
                </a:ext>
              </a:extLst>
            </p:cNvPr>
            <p:cNvGrpSpPr/>
            <p:nvPr/>
          </p:nvGrpSpPr>
          <p:grpSpPr>
            <a:xfrm>
              <a:off x="717529" y="4421250"/>
              <a:ext cx="3640274" cy="2160914"/>
              <a:chOff x="717529" y="4421250"/>
              <a:chExt cx="3640274" cy="2160914"/>
            </a:xfrm>
          </p:grpSpPr>
          <p:sp>
            <p:nvSpPr>
              <p:cNvPr id="14" name="Google Shape;500;p23">
                <a:extLst>
                  <a:ext uri="{FF2B5EF4-FFF2-40B4-BE49-F238E27FC236}">
                    <a16:creationId xmlns:a16="http://schemas.microsoft.com/office/drawing/2014/main" id="{87547FE6-1E62-1058-4C2B-28D94C634FB2}"/>
                  </a:ext>
                </a:extLst>
              </p:cNvPr>
              <p:cNvSpPr/>
              <p:nvPr/>
            </p:nvSpPr>
            <p:spPr>
              <a:xfrm>
                <a:off x="717529" y="4421250"/>
                <a:ext cx="3640274" cy="2160914"/>
              </a:xfrm>
              <a:prstGeom prst="rect">
                <a:avLst/>
              </a:prstGeom>
              <a:solidFill>
                <a:schemeClr val="accent6">
                  <a:alpha val="71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9C079FCD-19D0-1329-7387-8F1DFA1FBDC9}"/>
                  </a:ext>
                </a:extLst>
              </p:cNvPr>
              <p:cNvGrpSpPr/>
              <p:nvPr/>
            </p:nvGrpSpPr>
            <p:grpSpPr>
              <a:xfrm>
                <a:off x="951756" y="5002528"/>
                <a:ext cx="3171821" cy="998359"/>
                <a:chOff x="772284" y="5002528"/>
                <a:chExt cx="3171821" cy="998359"/>
              </a:xfrm>
            </p:grpSpPr>
            <p:sp>
              <p:nvSpPr>
                <p:cNvPr id="16" name="Google Shape;502;p23">
                  <a:extLst>
                    <a:ext uri="{FF2B5EF4-FFF2-40B4-BE49-F238E27FC236}">
                      <a16:creationId xmlns:a16="http://schemas.microsoft.com/office/drawing/2014/main" id="{102D6650-CCEA-41A7-1DBE-D9B97131195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72284" y="5002528"/>
                  <a:ext cx="2367967" cy="998359"/>
                </a:xfrm>
                <a:prstGeom prst="rect">
                  <a:avLst/>
                </a:prstGeom>
              </p:spPr>
              <p:txBody>
                <a:bodyPr spcFirstLastPara="1" wrap="square" lIns="91425" tIns="91425" rIns="91425" bIns="91425" anchor="t" anchorCtr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spcBef>
                      <a:spcPts val="600"/>
                    </a:spcBef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600" dirty="0">
                    <a:solidFill>
                      <a:schemeClr val="bg1"/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grpSp>
              <p:nvGrpSpPr>
                <p:cNvPr id="118" name="Google Shape;534;p23">
                  <a:extLst>
                    <a:ext uri="{FF2B5EF4-FFF2-40B4-BE49-F238E27FC236}">
                      <a16:creationId xmlns:a16="http://schemas.microsoft.com/office/drawing/2014/main" id="{20A18483-70B5-0BC6-6075-A0900E5F4198}"/>
                    </a:ext>
                  </a:extLst>
                </p:cNvPr>
                <p:cNvGrpSpPr/>
                <p:nvPr/>
              </p:nvGrpSpPr>
              <p:grpSpPr>
                <a:xfrm>
                  <a:off x="3185700" y="5136089"/>
                  <a:ext cx="758400" cy="765337"/>
                  <a:chOff x="-45673275" y="3199325"/>
                  <a:chExt cx="299325" cy="302075"/>
                </a:xfrm>
                <a:solidFill>
                  <a:schemeClr val="bg1"/>
                </a:solidFill>
              </p:grpSpPr>
              <p:sp>
                <p:nvSpPr>
                  <p:cNvPr id="123" name="Google Shape;535;p23">
                    <a:extLst>
                      <a:ext uri="{FF2B5EF4-FFF2-40B4-BE49-F238E27FC236}">
                        <a16:creationId xmlns:a16="http://schemas.microsoft.com/office/drawing/2014/main" id="{BFD35C63-D291-F529-3881-7C27A5E664F6}"/>
                      </a:ext>
                    </a:extLst>
                  </p:cNvPr>
                  <p:cNvSpPr/>
                  <p:nvPr/>
                </p:nvSpPr>
                <p:spPr>
                  <a:xfrm>
                    <a:off x="-45672500" y="3199325"/>
                    <a:ext cx="298550" cy="19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42" h="7767" extrusionOk="0">
                        <a:moveTo>
                          <a:pt x="5947" y="0"/>
                        </a:moveTo>
                        <a:cubicBezTo>
                          <a:pt x="5884" y="0"/>
                          <a:pt x="5829" y="16"/>
                          <a:pt x="5798" y="47"/>
                        </a:cubicBezTo>
                        <a:lnTo>
                          <a:pt x="158" y="3607"/>
                        </a:lnTo>
                        <a:cubicBezTo>
                          <a:pt x="32" y="3670"/>
                          <a:pt x="1" y="3765"/>
                          <a:pt x="1" y="3922"/>
                        </a:cubicBezTo>
                        <a:cubicBezTo>
                          <a:pt x="1" y="4017"/>
                          <a:pt x="64" y="4143"/>
                          <a:pt x="158" y="4237"/>
                        </a:cubicBezTo>
                        <a:lnTo>
                          <a:pt x="5735" y="7735"/>
                        </a:lnTo>
                        <a:cubicBezTo>
                          <a:pt x="5798" y="7766"/>
                          <a:pt x="5861" y="7766"/>
                          <a:pt x="5955" y="7766"/>
                        </a:cubicBezTo>
                        <a:cubicBezTo>
                          <a:pt x="6018" y="7766"/>
                          <a:pt x="6050" y="7766"/>
                          <a:pt x="6144" y="7735"/>
                        </a:cubicBezTo>
                        <a:lnTo>
                          <a:pt x="11784" y="4237"/>
                        </a:lnTo>
                        <a:cubicBezTo>
                          <a:pt x="11878" y="4143"/>
                          <a:pt x="11941" y="4080"/>
                          <a:pt x="11941" y="3922"/>
                        </a:cubicBezTo>
                        <a:cubicBezTo>
                          <a:pt x="11941" y="3796"/>
                          <a:pt x="11847" y="3670"/>
                          <a:pt x="11784" y="3607"/>
                        </a:cubicBezTo>
                        <a:lnTo>
                          <a:pt x="6144" y="47"/>
                        </a:lnTo>
                        <a:cubicBezTo>
                          <a:pt x="6081" y="16"/>
                          <a:pt x="6010" y="0"/>
                          <a:pt x="5947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536;p23">
                    <a:extLst>
                      <a:ext uri="{FF2B5EF4-FFF2-40B4-BE49-F238E27FC236}">
                        <a16:creationId xmlns:a16="http://schemas.microsoft.com/office/drawing/2014/main" id="{3629D0EF-BCBA-C6B6-4AF0-F69E7A0A1BFB}"/>
                      </a:ext>
                    </a:extLst>
                  </p:cNvPr>
                  <p:cNvSpPr/>
                  <p:nvPr/>
                </p:nvSpPr>
                <p:spPr>
                  <a:xfrm>
                    <a:off x="-45673275" y="3387150"/>
                    <a:ext cx="299325" cy="11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73" h="4570" extrusionOk="0">
                        <a:moveTo>
                          <a:pt x="693" y="1"/>
                        </a:moveTo>
                        <a:lnTo>
                          <a:pt x="158" y="348"/>
                        </a:lnTo>
                        <a:cubicBezTo>
                          <a:pt x="32" y="411"/>
                          <a:pt x="0" y="505"/>
                          <a:pt x="0" y="663"/>
                        </a:cubicBezTo>
                        <a:cubicBezTo>
                          <a:pt x="0" y="789"/>
                          <a:pt x="63" y="883"/>
                          <a:pt x="158" y="978"/>
                        </a:cubicBezTo>
                        <a:lnTo>
                          <a:pt x="5797" y="4506"/>
                        </a:lnTo>
                        <a:cubicBezTo>
                          <a:pt x="5829" y="4569"/>
                          <a:pt x="5892" y="4569"/>
                          <a:pt x="5986" y="4569"/>
                        </a:cubicBezTo>
                        <a:cubicBezTo>
                          <a:pt x="6049" y="4569"/>
                          <a:pt x="6112" y="4569"/>
                          <a:pt x="6175" y="4506"/>
                        </a:cubicBezTo>
                        <a:lnTo>
                          <a:pt x="11815" y="978"/>
                        </a:lnTo>
                        <a:cubicBezTo>
                          <a:pt x="11941" y="883"/>
                          <a:pt x="11972" y="820"/>
                          <a:pt x="11972" y="663"/>
                        </a:cubicBezTo>
                        <a:cubicBezTo>
                          <a:pt x="11972" y="537"/>
                          <a:pt x="11878" y="411"/>
                          <a:pt x="11815" y="348"/>
                        </a:cubicBezTo>
                        <a:lnTo>
                          <a:pt x="11248" y="1"/>
                        </a:lnTo>
                        <a:lnTo>
                          <a:pt x="6175" y="3151"/>
                        </a:lnTo>
                        <a:cubicBezTo>
                          <a:pt x="6144" y="3183"/>
                          <a:pt x="6049" y="3183"/>
                          <a:pt x="5986" y="3183"/>
                        </a:cubicBezTo>
                        <a:cubicBezTo>
                          <a:pt x="5892" y="3183"/>
                          <a:pt x="5860" y="3183"/>
                          <a:pt x="5797" y="3151"/>
                        </a:cubicBezTo>
                        <a:lnTo>
                          <a:pt x="693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537;p23">
                    <a:extLst>
                      <a:ext uri="{FF2B5EF4-FFF2-40B4-BE49-F238E27FC236}">
                        <a16:creationId xmlns:a16="http://schemas.microsoft.com/office/drawing/2014/main" id="{2963FEA7-DE8F-3B8B-579F-54344BCE2C14}"/>
                      </a:ext>
                    </a:extLst>
                  </p:cNvPr>
                  <p:cNvSpPr/>
                  <p:nvPr/>
                </p:nvSpPr>
                <p:spPr>
                  <a:xfrm>
                    <a:off x="-45673275" y="3334400"/>
                    <a:ext cx="299325" cy="113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73" h="4537" extrusionOk="0">
                        <a:moveTo>
                          <a:pt x="693" y="0"/>
                        </a:moveTo>
                        <a:lnTo>
                          <a:pt x="158" y="378"/>
                        </a:lnTo>
                        <a:cubicBezTo>
                          <a:pt x="32" y="441"/>
                          <a:pt x="0" y="536"/>
                          <a:pt x="0" y="693"/>
                        </a:cubicBezTo>
                        <a:cubicBezTo>
                          <a:pt x="0" y="851"/>
                          <a:pt x="63" y="914"/>
                          <a:pt x="158" y="1008"/>
                        </a:cubicBezTo>
                        <a:lnTo>
                          <a:pt x="5797" y="4505"/>
                        </a:lnTo>
                        <a:cubicBezTo>
                          <a:pt x="5829" y="4537"/>
                          <a:pt x="5892" y="4537"/>
                          <a:pt x="5986" y="4537"/>
                        </a:cubicBezTo>
                        <a:cubicBezTo>
                          <a:pt x="6049" y="4537"/>
                          <a:pt x="6112" y="4537"/>
                          <a:pt x="6175" y="4505"/>
                        </a:cubicBezTo>
                        <a:lnTo>
                          <a:pt x="11815" y="1008"/>
                        </a:lnTo>
                        <a:cubicBezTo>
                          <a:pt x="11941" y="914"/>
                          <a:pt x="11972" y="851"/>
                          <a:pt x="11972" y="693"/>
                        </a:cubicBezTo>
                        <a:cubicBezTo>
                          <a:pt x="11972" y="536"/>
                          <a:pt x="11878" y="441"/>
                          <a:pt x="11815" y="378"/>
                        </a:cubicBezTo>
                        <a:lnTo>
                          <a:pt x="11248" y="0"/>
                        </a:lnTo>
                        <a:lnTo>
                          <a:pt x="6175" y="3214"/>
                        </a:lnTo>
                        <a:cubicBezTo>
                          <a:pt x="6144" y="3245"/>
                          <a:pt x="6049" y="3245"/>
                          <a:pt x="5986" y="3245"/>
                        </a:cubicBezTo>
                        <a:cubicBezTo>
                          <a:pt x="5892" y="3245"/>
                          <a:pt x="5860" y="3245"/>
                          <a:pt x="5797" y="3214"/>
                        </a:cubicBezTo>
                        <a:lnTo>
                          <a:pt x="693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9" name="Google Shape;538;p23">
                  <a:extLst>
                    <a:ext uri="{FF2B5EF4-FFF2-40B4-BE49-F238E27FC236}">
                      <a16:creationId xmlns:a16="http://schemas.microsoft.com/office/drawing/2014/main" id="{857697F1-16F0-FBD3-68FC-B219D4B73157}"/>
                    </a:ext>
                  </a:extLst>
                </p:cNvPr>
                <p:cNvGrpSpPr/>
                <p:nvPr/>
              </p:nvGrpSpPr>
              <p:grpSpPr>
                <a:xfrm>
                  <a:off x="3185705" y="5101989"/>
                  <a:ext cx="758400" cy="765337"/>
                  <a:chOff x="-45673275" y="3199325"/>
                  <a:chExt cx="299325" cy="302075"/>
                </a:xfrm>
                <a:solidFill>
                  <a:schemeClr val="bg1"/>
                </a:solidFill>
              </p:grpSpPr>
              <p:sp>
                <p:nvSpPr>
                  <p:cNvPr id="120" name="Google Shape;539;p23">
                    <a:extLst>
                      <a:ext uri="{FF2B5EF4-FFF2-40B4-BE49-F238E27FC236}">
                        <a16:creationId xmlns:a16="http://schemas.microsoft.com/office/drawing/2014/main" id="{D1A8D3CE-AC18-77AD-1883-F0E54C93D44D}"/>
                      </a:ext>
                    </a:extLst>
                  </p:cNvPr>
                  <p:cNvSpPr/>
                  <p:nvPr/>
                </p:nvSpPr>
                <p:spPr>
                  <a:xfrm>
                    <a:off x="-45672500" y="3199325"/>
                    <a:ext cx="298550" cy="19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42" h="7767" extrusionOk="0">
                        <a:moveTo>
                          <a:pt x="5947" y="0"/>
                        </a:moveTo>
                        <a:cubicBezTo>
                          <a:pt x="5884" y="0"/>
                          <a:pt x="5829" y="16"/>
                          <a:pt x="5798" y="47"/>
                        </a:cubicBezTo>
                        <a:lnTo>
                          <a:pt x="158" y="3607"/>
                        </a:lnTo>
                        <a:cubicBezTo>
                          <a:pt x="32" y="3670"/>
                          <a:pt x="1" y="3765"/>
                          <a:pt x="1" y="3922"/>
                        </a:cubicBezTo>
                        <a:cubicBezTo>
                          <a:pt x="1" y="4017"/>
                          <a:pt x="64" y="4143"/>
                          <a:pt x="158" y="4237"/>
                        </a:cubicBezTo>
                        <a:lnTo>
                          <a:pt x="5735" y="7735"/>
                        </a:lnTo>
                        <a:cubicBezTo>
                          <a:pt x="5798" y="7766"/>
                          <a:pt x="5861" y="7766"/>
                          <a:pt x="5955" y="7766"/>
                        </a:cubicBezTo>
                        <a:cubicBezTo>
                          <a:pt x="6018" y="7766"/>
                          <a:pt x="6050" y="7766"/>
                          <a:pt x="6144" y="7735"/>
                        </a:cubicBezTo>
                        <a:lnTo>
                          <a:pt x="11784" y="4237"/>
                        </a:lnTo>
                        <a:cubicBezTo>
                          <a:pt x="11878" y="4143"/>
                          <a:pt x="11941" y="4080"/>
                          <a:pt x="11941" y="3922"/>
                        </a:cubicBezTo>
                        <a:cubicBezTo>
                          <a:pt x="11941" y="3796"/>
                          <a:pt x="11847" y="3670"/>
                          <a:pt x="11784" y="3607"/>
                        </a:cubicBezTo>
                        <a:lnTo>
                          <a:pt x="6144" y="47"/>
                        </a:lnTo>
                        <a:cubicBezTo>
                          <a:pt x="6081" y="16"/>
                          <a:pt x="6010" y="0"/>
                          <a:pt x="5947" y="0"/>
                        </a:cubicBez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540;p23">
                    <a:extLst>
                      <a:ext uri="{FF2B5EF4-FFF2-40B4-BE49-F238E27FC236}">
                        <a16:creationId xmlns:a16="http://schemas.microsoft.com/office/drawing/2014/main" id="{A78A9F9B-EEB7-E273-A26F-796408CF7226}"/>
                      </a:ext>
                    </a:extLst>
                  </p:cNvPr>
                  <p:cNvSpPr/>
                  <p:nvPr/>
                </p:nvSpPr>
                <p:spPr>
                  <a:xfrm>
                    <a:off x="-45673275" y="3387150"/>
                    <a:ext cx="299325" cy="11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73" h="4570" extrusionOk="0">
                        <a:moveTo>
                          <a:pt x="693" y="1"/>
                        </a:moveTo>
                        <a:lnTo>
                          <a:pt x="158" y="348"/>
                        </a:lnTo>
                        <a:cubicBezTo>
                          <a:pt x="32" y="411"/>
                          <a:pt x="0" y="505"/>
                          <a:pt x="0" y="663"/>
                        </a:cubicBezTo>
                        <a:cubicBezTo>
                          <a:pt x="0" y="789"/>
                          <a:pt x="63" y="883"/>
                          <a:pt x="158" y="978"/>
                        </a:cubicBezTo>
                        <a:lnTo>
                          <a:pt x="5797" y="4506"/>
                        </a:lnTo>
                        <a:cubicBezTo>
                          <a:pt x="5829" y="4569"/>
                          <a:pt x="5892" y="4569"/>
                          <a:pt x="5986" y="4569"/>
                        </a:cubicBezTo>
                        <a:cubicBezTo>
                          <a:pt x="6049" y="4569"/>
                          <a:pt x="6112" y="4569"/>
                          <a:pt x="6175" y="4506"/>
                        </a:cubicBezTo>
                        <a:lnTo>
                          <a:pt x="11815" y="978"/>
                        </a:lnTo>
                        <a:cubicBezTo>
                          <a:pt x="11941" y="883"/>
                          <a:pt x="11972" y="820"/>
                          <a:pt x="11972" y="663"/>
                        </a:cubicBezTo>
                        <a:cubicBezTo>
                          <a:pt x="11972" y="537"/>
                          <a:pt x="11878" y="411"/>
                          <a:pt x="11815" y="348"/>
                        </a:cubicBezTo>
                        <a:lnTo>
                          <a:pt x="11248" y="1"/>
                        </a:lnTo>
                        <a:lnTo>
                          <a:pt x="6175" y="3151"/>
                        </a:lnTo>
                        <a:cubicBezTo>
                          <a:pt x="6144" y="3183"/>
                          <a:pt x="6049" y="3183"/>
                          <a:pt x="5986" y="3183"/>
                        </a:cubicBezTo>
                        <a:cubicBezTo>
                          <a:pt x="5892" y="3183"/>
                          <a:pt x="5860" y="3183"/>
                          <a:pt x="5797" y="3151"/>
                        </a:cubicBezTo>
                        <a:lnTo>
                          <a:pt x="693" y="1"/>
                        </a:ln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541;p23">
                    <a:extLst>
                      <a:ext uri="{FF2B5EF4-FFF2-40B4-BE49-F238E27FC236}">
                        <a16:creationId xmlns:a16="http://schemas.microsoft.com/office/drawing/2014/main" id="{69846E4D-0D6A-0CE3-168E-9A03E74E4B9C}"/>
                      </a:ext>
                    </a:extLst>
                  </p:cNvPr>
                  <p:cNvSpPr/>
                  <p:nvPr/>
                </p:nvSpPr>
                <p:spPr>
                  <a:xfrm>
                    <a:off x="-45673275" y="3334400"/>
                    <a:ext cx="299325" cy="113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73" h="4537" extrusionOk="0">
                        <a:moveTo>
                          <a:pt x="693" y="0"/>
                        </a:moveTo>
                        <a:lnTo>
                          <a:pt x="158" y="378"/>
                        </a:lnTo>
                        <a:cubicBezTo>
                          <a:pt x="32" y="441"/>
                          <a:pt x="0" y="536"/>
                          <a:pt x="0" y="693"/>
                        </a:cubicBezTo>
                        <a:cubicBezTo>
                          <a:pt x="0" y="851"/>
                          <a:pt x="63" y="914"/>
                          <a:pt x="158" y="1008"/>
                        </a:cubicBezTo>
                        <a:lnTo>
                          <a:pt x="5797" y="4505"/>
                        </a:lnTo>
                        <a:cubicBezTo>
                          <a:pt x="5829" y="4537"/>
                          <a:pt x="5892" y="4537"/>
                          <a:pt x="5986" y="4537"/>
                        </a:cubicBezTo>
                        <a:cubicBezTo>
                          <a:pt x="6049" y="4537"/>
                          <a:pt x="6112" y="4537"/>
                          <a:pt x="6175" y="4505"/>
                        </a:cubicBezTo>
                        <a:lnTo>
                          <a:pt x="11815" y="1008"/>
                        </a:lnTo>
                        <a:cubicBezTo>
                          <a:pt x="11941" y="914"/>
                          <a:pt x="11972" y="851"/>
                          <a:pt x="11972" y="693"/>
                        </a:cubicBezTo>
                        <a:cubicBezTo>
                          <a:pt x="11972" y="536"/>
                          <a:pt x="11878" y="441"/>
                          <a:pt x="11815" y="378"/>
                        </a:cubicBezTo>
                        <a:lnTo>
                          <a:pt x="11248" y="0"/>
                        </a:lnTo>
                        <a:lnTo>
                          <a:pt x="6175" y="3214"/>
                        </a:lnTo>
                        <a:cubicBezTo>
                          <a:pt x="6144" y="3245"/>
                          <a:pt x="6049" y="3245"/>
                          <a:pt x="5986" y="3245"/>
                        </a:cubicBezTo>
                        <a:cubicBezTo>
                          <a:pt x="5892" y="3245"/>
                          <a:pt x="5860" y="3245"/>
                          <a:pt x="5797" y="3214"/>
                        </a:cubicBezTo>
                        <a:lnTo>
                          <a:pt x="693" y="0"/>
                        </a:ln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F6D42BFD-9E33-626C-9E2B-607A095F625E}"/>
                </a:ext>
              </a:extLst>
            </p:cNvPr>
            <p:cNvGrpSpPr/>
            <p:nvPr/>
          </p:nvGrpSpPr>
          <p:grpSpPr>
            <a:xfrm>
              <a:off x="3516882" y="1565942"/>
              <a:ext cx="3640274" cy="2160914"/>
              <a:chOff x="3516882" y="1565942"/>
              <a:chExt cx="3640274" cy="2160914"/>
            </a:xfrm>
          </p:grpSpPr>
          <p:sp>
            <p:nvSpPr>
              <p:cNvPr id="11" name="Google Shape;489;p23">
                <a:extLst>
                  <a:ext uri="{FF2B5EF4-FFF2-40B4-BE49-F238E27FC236}">
                    <a16:creationId xmlns:a16="http://schemas.microsoft.com/office/drawing/2014/main" id="{9BF7D017-96C8-1069-4C75-2E63826C02C5}"/>
                  </a:ext>
                </a:extLst>
              </p:cNvPr>
              <p:cNvSpPr/>
              <p:nvPr/>
            </p:nvSpPr>
            <p:spPr>
              <a:xfrm>
                <a:off x="3516882" y="1565942"/>
                <a:ext cx="3640274" cy="2160914"/>
              </a:xfrm>
              <a:prstGeom prst="rect">
                <a:avLst/>
              </a:prstGeom>
              <a:solidFill>
                <a:schemeClr val="accent1">
                  <a:alpha val="71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E5B79BD9-EADD-88D2-03FA-AC860DE498C9}"/>
                  </a:ext>
                </a:extLst>
              </p:cNvPr>
              <p:cNvGrpSpPr/>
              <p:nvPr/>
            </p:nvGrpSpPr>
            <p:grpSpPr>
              <a:xfrm>
                <a:off x="3683345" y="2148219"/>
                <a:ext cx="3307348" cy="996361"/>
                <a:chOff x="3571637" y="2148219"/>
                <a:chExt cx="3307348" cy="996361"/>
              </a:xfrm>
            </p:grpSpPr>
            <p:sp>
              <p:nvSpPr>
                <p:cNvPr id="18" name="Google Shape;504;p23">
                  <a:extLst>
                    <a:ext uri="{FF2B5EF4-FFF2-40B4-BE49-F238E27FC236}">
                      <a16:creationId xmlns:a16="http://schemas.microsoft.com/office/drawing/2014/main" id="{B5B14C52-B557-BB0B-5664-33AE1D6BE1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71637" y="2148219"/>
                  <a:ext cx="2367967" cy="996361"/>
                </a:xfrm>
                <a:prstGeom prst="rect">
                  <a:avLst/>
                </a:prstGeom>
              </p:spPr>
              <p:txBody>
                <a:bodyPr spcFirstLastPara="1" wrap="square" lIns="91425" tIns="91425" rIns="91425" bIns="91425" anchor="t" anchorCtr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spcBef>
                      <a:spcPts val="600"/>
                    </a:spcBef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600" dirty="0">
                    <a:solidFill>
                      <a:schemeClr val="bg1"/>
                    </a:solidFill>
                    <a:latin typeface="Lora" pitchFamily="2" charset="0"/>
                    <a:cs typeface="Arial" pitchFamily="34" charset="0"/>
                  </a:endParaRPr>
                </a:p>
                <a:p>
                  <a:pPr marL="0" indent="0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endParaRPr lang="en-US" sz="1600" dirty="0">
                    <a:solidFill>
                      <a:schemeClr val="bg1"/>
                    </a:solidFill>
                    <a:latin typeface="Fira Sans"/>
                    <a:ea typeface="Fira Sans"/>
                    <a:cs typeface="Fira Sans"/>
                    <a:sym typeface="Fira Sans"/>
                  </a:endParaRPr>
                </a:p>
              </p:txBody>
            </p:sp>
            <p:grpSp>
              <p:nvGrpSpPr>
                <p:cNvPr id="126" name="Google Shape;542;p23">
                  <a:extLst>
                    <a:ext uri="{FF2B5EF4-FFF2-40B4-BE49-F238E27FC236}">
                      <a16:creationId xmlns:a16="http://schemas.microsoft.com/office/drawing/2014/main" id="{2C82C02A-1B3C-E249-DF11-3B9418E34A4A}"/>
                    </a:ext>
                  </a:extLst>
                </p:cNvPr>
                <p:cNvGrpSpPr/>
                <p:nvPr/>
              </p:nvGrpSpPr>
              <p:grpSpPr>
                <a:xfrm>
                  <a:off x="6163497" y="2262514"/>
                  <a:ext cx="715488" cy="767705"/>
                  <a:chOff x="4285659" y="1397834"/>
                  <a:chExt cx="715488" cy="767705"/>
                </a:xfrm>
                <a:solidFill>
                  <a:schemeClr val="bg1"/>
                </a:solidFill>
              </p:grpSpPr>
              <p:grpSp>
                <p:nvGrpSpPr>
                  <p:cNvPr id="127" name="Google Shape;543;p23">
                    <a:extLst>
                      <a:ext uri="{FF2B5EF4-FFF2-40B4-BE49-F238E27FC236}">
                        <a16:creationId xmlns:a16="http://schemas.microsoft.com/office/drawing/2014/main" id="{6E58783D-2E4D-BEF2-077B-28C8C275E4CE}"/>
                      </a:ext>
                    </a:extLst>
                  </p:cNvPr>
                  <p:cNvGrpSpPr/>
                  <p:nvPr/>
                </p:nvGrpSpPr>
                <p:grpSpPr>
                  <a:xfrm>
                    <a:off x="4285659" y="1417196"/>
                    <a:ext cx="686592" cy="748342"/>
                    <a:chOff x="-49027775" y="3183175"/>
                    <a:chExt cx="299325" cy="299325"/>
                  </a:xfrm>
                  <a:grpFill/>
                </p:grpSpPr>
                <p:sp>
                  <p:nvSpPr>
                    <p:cNvPr id="133" name="Google Shape;544;p23">
                      <a:extLst>
                        <a:ext uri="{FF2B5EF4-FFF2-40B4-BE49-F238E27FC236}">
                          <a16:creationId xmlns:a16="http://schemas.microsoft.com/office/drawing/2014/main" id="{5C0C6C16-C36A-FFDC-55CC-3AD127A436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8870250" y="3183175"/>
                      <a:ext cx="141800" cy="185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72" h="7436" extrusionOk="0">
                          <a:moveTo>
                            <a:pt x="1" y="0"/>
                          </a:moveTo>
                          <a:lnTo>
                            <a:pt x="1" y="1796"/>
                          </a:lnTo>
                          <a:lnTo>
                            <a:pt x="32" y="1796"/>
                          </a:lnTo>
                          <a:cubicBezTo>
                            <a:pt x="158" y="1765"/>
                            <a:pt x="284" y="1765"/>
                            <a:pt x="379" y="1765"/>
                          </a:cubicBezTo>
                          <a:cubicBezTo>
                            <a:pt x="1166" y="1765"/>
                            <a:pt x="1828" y="2395"/>
                            <a:pt x="1828" y="3182"/>
                          </a:cubicBezTo>
                          <a:cubicBezTo>
                            <a:pt x="1828" y="3970"/>
                            <a:pt x="1166" y="4600"/>
                            <a:pt x="379" y="4600"/>
                          </a:cubicBezTo>
                          <a:cubicBezTo>
                            <a:pt x="284" y="4600"/>
                            <a:pt x="158" y="4600"/>
                            <a:pt x="32" y="4568"/>
                          </a:cubicBezTo>
                          <a:lnTo>
                            <a:pt x="32" y="5671"/>
                          </a:lnTo>
                          <a:lnTo>
                            <a:pt x="1702" y="5671"/>
                          </a:lnTo>
                          <a:cubicBezTo>
                            <a:pt x="2017" y="5671"/>
                            <a:pt x="2175" y="6018"/>
                            <a:pt x="1954" y="6270"/>
                          </a:cubicBezTo>
                          <a:cubicBezTo>
                            <a:pt x="1860" y="6364"/>
                            <a:pt x="1765" y="6585"/>
                            <a:pt x="1765" y="6742"/>
                          </a:cubicBezTo>
                          <a:cubicBezTo>
                            <a:pt x="1765" y="7120"/>
                            <a:pt x="2080" y="7435"/>
                            <a:pt x="2490" y="7435"/>
                          </a:cubicBezTo>
                          <a:cubicBezTo>
                            <a:pt x="2868" y="7435"/>
                            <a:pt x="3183" y="7120"/>
                            <a:pt x="3183" y="6742"/>
                          </a:cubicBezTo>
                          <a:cubicBezTo>
                            <a:pt x="3183" y="6585"/>
                            <a:pt x="3120" y="6364"/>
                            <a:pt x="2994" y="6270"/>
                          </a:cubicBezTo>
                          <a:cubicBezTo>
                            <a:pt x="2805" y="6018"/>
                            <a:pt x="2962" y="5671"/>
                            <a:pt x="3277" y="5671"/>
                          </a:cubicBezTo>
                          <a:lnTo>
                            <a:pt x="5672" y="5671"/>
                          </a:lnTo>
                          <a:lnTo>
                            <a:pt x="5672" y="1765"/>
                          </a:lnTo>
                          <a:cubicBezTo>
                            <a:pt x="5672" y="788"/>
                            <a:pt x="4884" y="0"/>
                            <a:pt x="3907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4" name="Google Shape;545;p23">
                      <a:extLst>
                        <a:ext uri="{FF2B5EF4-FFF2-40B4-BE49-F238E27FC236}">
                          <a16:creationId xmlns:a16="http://schemas.microsoft.com/office/drawing/2014/main" id="{51C6F3E1-112E-193C-7FD8-4C55EC993D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027775" y="3183175"/>
                      <a:ext cx="185900" cy="141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436" h="5672" extrusionOk="0">
                          <a:moveTo>
                            <a:pt x="1765" y="0"/>
                          </a:moveTo>
                          <a:cubicBezTo>
                            <a:pt x="788" y="0"/>
                            <a:pt x="1" y="788"/>
                            <a:pt x="1" y="1765"/>
                          </a:cubicBezTo>
                          <a:lnTo>
                            <a:pt x="1" y="5671"/>
                          </a:lnTo>
                          <a:lnTo>
                            <a:pt x="1828" y="5671"/>
                          </a:lnTo>
                          <a:lnTo>
                            <a:pt x="1828" y="5640"/>
                          </a:lnTo>
                          <a:cubicBezTo>
                            <a:pt x="1765" y="5514"/>
                            <a:pt x="1765" y="5388"/>
                            <a:pt x="1765" y="5262"/>
                          </a:cubicBezTo>
                          <a:cubicBezTo>
                            <a:pt x="1765" y="4474"/>
                            <a:pt x="2395" y="3844"/>
                            <a:pt x="3183" y="3844"/>
                          </a:cubicBezTo>
                          <a:cubicBezTo>
                            <a:pt x="3970" y="3844"/>
                            <a:pt x="4600" y="4474"/>
                            <a:pt x="4600" y="5262"/>
                          </a:cubicBezTo>
                          <a:cubicBezTo>
                            <a:pt x="4600" y="5388"/>
                            <a:pt x="4569" y="5514"/>
                            <a:pt x="4569" y="5640"/>
                          </a:cubicBezTo>
                          <a:lnTo>
                            <a:pt x="5672" y="5640"/>
                          </a:lnTo>
                          <a:lnTo>
                            <a:pt x="5672" y="3970"/>
                          </a:lnTo>
                          <a:cubicBezTo>
                            <a:pt x="5672" y="3748"/>
                            <a:pt x="5843" y="3605"/>
                            <a:pt x="6032" y="3605"/>
                          </a:cubicBezTo>
                          <a:cubicBezTo>
                            <a:pt x="6112" y="3605"/>
                            <a:pt x="6195" y="3630"/>
                            <a:pt x="6270" y="3686"/>
                          </a:cubicBezTo>
                          <a:cubicBezTo>
                            <a:pt x="6396" y="3812"/>
                            <a:pt x="6585" y="3907"/>
                            <a:pt x="6743" y="3907"/>
                          </a:cubicBezTo>
                          <a:cubicBezTo>
                            <a:pt x="7121" y="3907"/>
                            <a:pt x="7436" y="3592"/>
                            <a:pt x="7436" y="3182"/>
                          </a:cubicBezTo>
                          <a:cubicBezTo>
                            <a:pt x="7436" y="2804"/>
                            <a:pt x="7121" y="2489"/>
                            <a:pt x="6743" y="2489"/>
                          </a:cubicBezTo>
                          <a:cubicBezTo>
                            <a:pt x="6585" y="2489"/>
                            <a:pt x="6396" y="2552"/>
                            <a:pt x="6270" y="2678"/>
                          </a:cubicBezTo>
                          <a:cubicBezTo>
                            <a:pt x="6195" y="2734"/>
                            <a:pt x="6112" y="2760"/>
                            <a:pt x="6032" y="2760"/>
                          </a:cubicBezTo>
                          <a:cubicBezTo>
                            <a:pt x="5843" y="2760"/>
                            <a:pt x="5672" y="2616"/>
                            <a:pt x="5672" y="2395"/>
                          </a:cubicBezTo>
                          <a:lnTo>
                            <a:pt x="5672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5" name="Google Shape;546;p23">
                      <a:extLst>
                        <a:ext uri="{FF2B5EF4-FFF2-40B4-BE49-F238E27FC236}">
                          <a16:creationId xmlns:a16="http://schemas.microsoft.com/office/drawing/2014/main" id="{677A5D44-F401-637F-BC59-D93B196DA2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027775" y="3295800"/>
                      <a:ext cx="141800" cy="186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72" h="7468" extrusionOk="0">
                          <a:moveTo>
                            <a:pt x="3183" y="0"/>
                          </a:moveTo>
                          <a:cubicBezTo>
                            <a:pt x="2805" y="0"/>
                            <a:pt x="2490" y="315"/>
                            <a:pt x="2490" y="725"/>
                          </a:cubicBezTo>
                          <a:cubicBezTo>
                            <a:pt x="2490" y="883"/>
                            <a:pt x="2553" y="1072"/>
                            <a:pt x="2679" y="1198"/>
                          </a:cubicBezTo>
                          <a:cubicBezTo>
                            <a:pt x="2868" y="1418"/>
                            <a:pt x="2710" y="1796"/>
                            <a:pt x="2395" y="1796"/>
                          </a:cubicBezTo>
                          <a:lnTo>
                            <a:pt x="1" y="1796"/>
                          </a:lnTo>
                          <a:lnTo>
                            <a:pt x="1" y="5671"/>
                          </a:lnTo>
                          <a:cubicBezTo>
                            <a:pt x="1" y="6679"/>
                            <a:pt x="788" y="7467"/>
                            <a:pt x="1765" y="7467"/>
                          </a:cubicBezTo>
                          <a:lnTo>
                            <a:pt x="5672" y="7467"/>
                          </a:lnTo>
                          <a:lnTo>
                            <a:pt x="5672" y="5640"/>
                          </a:lnTo>
                          <a:lnTo>
                            <a:pt x="5640" y="5640"/>
                          </a:lnTo>
                          <a:cubicBezTo>
                            <a:pt x="5514" y="5703"/>
                            <a:pt x="5388" y="5703"/>
                            <a:pt x="5294" y="5703"/>
                          </a:cubicBezTo>
                          <a:cubicBezTo>
                            <a:pt x="4506" y="5703"/>
                            <a:pt x="3844" y="5041"/>
                            <a:pt x="3844" y="4254"/>
                          </a:cubicBezTo>
                          <a:cubicBezTo>
                            <a:pt x="3844" y="3466"/>
                            <a:pt x="4506" y="2867"/>
                            <a:pt x="5294" y="2867"/>
                          </a:cubicBezTo>
                          <a:cubicBezTo>
                            <a:pt x="5388" y="2867"/>
                            <a:pt x="5514" y="2867"/>
                            <a:pt x="5640" y="2899"/>
                          </a:cubicBezTo>
                          <a:lnTo>
                            <a:pt x="5640" y="1796"/>
                          </a:lnTo>
                          <a:lnTo>
                            <a:pt x="3970" y="1796"/>
                          </a:lnTo>
                          <a:cubicBezTo>
                            <a:pt x="3655" y="1796"/>
                            <a:pt x="3498" y="1418"/>
                            <a:pt x="3718" y="1198"/>
                          </a:cubicBezTo>
                          <a:cubicBezTo>
                            <a:pt x="3813" y="1072"/>
                            <a:pt x="3907" y="883"/>
                            <a:pt x="3907" y="725"/>
                          </a:cubicBezTo>
                          <a:cubicBezTo>
                            <a:pt x="3907" y="315"/>
                            <a:pt x="3592" y="0"/>
                            <a:pt x="3183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" name="Google Shape;547;p23">
                      <a:extLst>
                        <a:ext uri="{FF2B5EF4-FFF2-40B4-BE49-F238E27FC236}">
                          <a16:creationId xmlns:a16="http://schemas.microsoft.com/office/drawing/2014/main" id="{6EFCD64A-7F0B-82F6-BBD0-4D72B7917C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8914350" y="3340700"/>
                      <a:ext cx="185900" cy="141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436" h="5672" extrusionOk="0">
                          <a:moveTo>
                            <a:pt x="5608" y="0"/>
                          </a:moveTo>
                          <a:lnTo>
                            <a:pt x="5608" y="32"/>
                          </a:lnTo>
                          <a:cubicBezTo>
                            <a:pt x="5671" y="158"/>
                            <a:pt x="5671" y="284"/>
                            <a:pt x="5671" y="378"/>
                          </a:cubicBezTo>
                          <a:cubicBezTo>
                            <a:pt x="5671" y="1166"/>
                            <a:pt x="5041" y="1796"/>
                            <a:pt x="4254" y="1796"/>
                          </a:cubicBezTo>
                          <a:cubicBezTo>
                            <a:pt x="3466" y="1796"/>
                            <a:pt x="2836" y="1166"/>
                            <a:pt x="2836" y="378"/>
                          </a:cubicBezTo>
                          <a:cubicBezTo>
                            <a:pt x="2836" y="284"/>
                            <a:pt x="2867" y="158"/>
                            <a:pt x="2867" y="32"/>
                          </a:cubicBezTo>
                          <a:lnTo>
                            <a:pt x="1765" y="32"/>
                          </a:lnTo>
                          <a:lnTo>
                            <a:pt x="1765" y="1670"/>
                          </a:lnTo>
                          <a:cubicBezTo>
                            <a:pt x="1765" y="1907"/>
                            <a:pt x="1602" y="2041"/>
                            <a:pt x="1419" y="2041"/>
                          </a:cubicBezTo>
                          <a:cubicBezTo>
                            <a:pt x="1334" y="2041"/>
                            <a:pt x="1245" y="2013"/>
                            <a:pt x="1166" y="1954"/>
                          </a:cubicBezTo>
                          <a:cubicBezTo>
                            <a:pt x="1040" y="1827"/>
                            <a:pt x="851" y="1764"/>
                            <a:pt x="694" y="1764"/>
                          </a:cubicBezTo>
                          <a:cubicBezTo>
                            <a:pt x="315" y="1764"/>
                            <a:pt x="0" y="2080"/>
                            <a:pt x="0" y="2458"/>
                          </a:cubicBezTo>
                          <a:cubicBezTo>
                            <a:pt x="0" y="2867"/>
                            <a:pt x="315" y="3182"/>
                            <a:pt x="694" y="3182"/>
                          </a:cubicBezTo>
                          <a:cubicBezTo>
                            <a:pt x="851" y="3182"/>
                            <a:pt x="1040" y="3119"/>
                            <a:pt x="1166" y="2993"/>
                          </a:cubicBezTo>
                          <a:cubicBezTo>
                            <a:pt x="1247" y="2933"/>
                            <a:pt x="1337" y="2904"/>
                            <a:pt x="1423" y="2904"/>
                          </a:cubicBezTo>
                          <a:cubicBezTo>
                            <a:pt x="1605" y="2904"/>
                            <a:pt x="1765" y="3031"/>
                            <a:pt x="1765" y="3245"/>
                          </a:cubicBezTo>
                          <a:lnTo>
                            <a:pt x="1765" y="5671"/>
                          </a:lnTo>
                          <a:lnTo>
                            <a:pt x="5671" y="5671"/>
                          </a:lnTo>
                          <a:cubicBezTo>
                            <a:pt x="6648" y="5671"/>
                            <a:pt x="7436" y="4883"/>
                            <a:pt x="7436" y="3907"/>
                          </a:cubicBezTo>
                          <a:lnTo>
                            <a:pt x="7436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28" name="Google Shape;548;p23">
                    <a:extLst>
                      <a:ext uri="{FF2B5EF4-FFF2-40B4-BE49-F238E27FC236}">
                        <a16:creationId xmlns:a16="http://schemas.microsoft.com/office/drawing/2014/main" id="{416DEAB3-6203-D3CE-CA88-E59ADBE08E25}"/>
                      </a:ext>
                    </a:extLst>
                  </p:cNvPr>
                  <p:cNvGrpSpPr/>
                  <p:nvPr/>
                </p:nvGrpSpPr>
                <p:grpSpPr>
                  <a:xfrm>
                    <a:off x="4314555" y="1397834"/>
                    <a:ext cx="686592" cy="748342"/>
                    <a:chOff x="-49027775" y="3183175"/>
                    <a:chExt cx="299325" cy="299325"/>
                  </a:xfrm>
                  <a:grpFill/>
                </p:grpSpPr>
                <p:sp>
                  <p:nvSpPr>
                    <p:cNvPr id="129" name="Google Shape;549;p23">
                      <a:extLst>
                        <a:ext uri="{FF2B5EF4-FFF2-40B4-BE49-F238E27FC236}">
                          <a16:creationId xmlns:a16="http://schemas.microsoft.com/office/drawing/2014/main" id="{E7E00A3A-CB2E-6256-0393-3BA661668A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8870250" y="3183175"/>
                      <a:ext cx="141800" cy="185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72" h="7436" extrusionOk="0">
                          <a:moveTo>
                            <a:pt x="1" y="0"/>
                          </a:moveTo>
                          <a:lnTo>
                            <a:pt x="1" y="1796"/>
                          </a:lnTo>
                          <a:lnTo>
                            <a:pt x="32" y="1796"/>
                          </a:lnTo>
                          <a:cubicBezTo>
                            <a:pt x="158" y="1765"/>
                            <a:pt x="284" y="1765"/>
                            <a:pt x="379" y="1765"/>
                          </a:cubicBezTo>
                          <a:cubicBezTo>
                            <a:pt x="1166" y="1765"/>
                            <a:pt x="1828" y="2395"/>
                            <a:pt x="1828" y="3182"/>
                          </a:cubicBezTo>
                          <a:cubicBezTo>
                            <a:pt x="1828" y="3970"/>
                            <a:pt x="1166" y="4600"/>
                            <a:pt x="379" y="4600"/>
                          </a:cubicBezTo>
                          <a:cubicBezTo>
                            <a:pt x="284" y="4600"/>
                            <a:pt x="158" y="4600"/>
                            <a:pt x="32" y="4568"/>
                          </a:cubicBezTo>
                          <a:lnTo>
                            <a:pt x="32" y="5671"/>
                          </a:lnTo>
                          <a:lnTo>
                            <a:pt x="1702" y="5671"/>
                          </a:lnTo>
                          <a:cubicBezTo>
                            <a:pt x="2017" y="5671"/>
                            <a:pt x="2175" y="6018"/>
                            <a:pt x="1954" y="6270"/>
                          </a:cubicBezTo>
                          <a:cubicBezTo>
                            <a:pt x="1860" y="6364"/>
                            <a:pt x="1765" y="6585"/>
                            <a:pt x="1765" y="6742"/>
                          </a:cubicBezTo>
                          <a:cubicBezTo>
                            <a:pt x="1765" y="7120"/>
                            <a:pt x="2080" y="7435"/>
                            <a:pt x="2490" y="7435"/>
                          </a:cubicBezTo>
                          <a:cubicBezTo>
                            <a:pt x="2868" y="7435"/>
                            <a:pt x="3183" y="7120"/>
                            <a:pt x="3183" y="6742"/>
                          </a:cubicBezTo>
                          <a:cubicBezTo>
                            <a:pt x="3183" y="6585"/>
                            <a:pt x="3120" y="6364"/>
                            <a:pt x="2994" y="6270"/>
                          </a:cubicBezTo>
                          <a:cubicBezTo>
                            <a:pt x="2805" y="6018"/>
                            <a:pt x="2962" y="5671"/>
                            <a:pt x="3277" y="5671"/>
                          </a:cubicBezTo>
                          <a:lnTo>
                            <a:pt x="5672" y="5671"/>
                          </a:lnTo>
                          <a:lnTo>
                            <a:pt x="5672" y="1765"/>
                          </a:lnTo>
                          <a:cubicBezTo>
                            <a:pt x="5672" y="788"/>
                            <a:pt x="4884" y="0"/>
                            <a:pt x="3907" y="0"/>
                          </a:cubicBez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0" name="Google Shape;550;p23">
                      <a:extLst>
                        <a:ext uri="{FF2B5EF4-FFF2-40B4-BE49-F238E27FC236}">
                          <a16:creationId xmlns:a16="http://schemas.microsoft.com/office/drawing/2014/main" id="{2226B798-2837-0368-7492-4EC608FE24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027775" y="3183175"/>
                      <a:ext cx="185900" cy="141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436" h="5672" extrusionOk="0">
                          <a:moveTo>
                            <a:pt x="1765" y="0"/>
                          </a:moveTo>
                          <a:cubicBezTo>
                            <a:pt x="788" y="0"/>
                            <a:pt x="1" y="788"/>
                            <a:pt x="1" y="1765"/>
                          </a:cubicBezTo>
                          <a:lnTo>
                            <a:pt x="1" y="5671"/>
                          </a:lnTo>
                          <a:lnTo>
                            <a:pt x="1828" y="5671"/>
                          </a:lnTo>
                          <a:lnTo>
                            <a:pt x="1828" y="5640"/>
                          </a:lnTo>
                          <a:cubicBezTo>
                            <a:pt x="1765" y="5514"/>
                            <a:pt x="1765" y="5388"/>
                            <a:pt x="1765" y="5262"/>
                          </a:cubicBezTo>
                          <a:cubicBezTo>
                            <a:pt x="1765" y="4474"/>
                            <a:pt x="2395" y="3844"/>
                            <a:pt x="3183" y="3844"/>
                          </a:cubicBezTo>
                          <a:cubicBezTo>
                            <a:pt x="3970" y="3844"/>
                            <a:pt x="4600" y="4474"/>
                            <a:pt x="4600" y="5262"/>
                          </a:cubicBezTo>
                          <a:cubicBezTo>
                            <a:pt x="4600" y="5388"/>
                            <a:pt x="4569" y="5514"/>
                            <a:pt x="4569" y="5640"/>
                          </a:cubicBezTo>
                          <a:lnTo>
                            <a:pt x="5672" y="5640"/>
                          </a:lnTo>
                          <a:lnTo>
                            <a:pt x="5672" y="3970"/>
                          </a:lnTo>
                          <a:cubicBezTo>
                            <a:pt x="5672" y="3748"/>
                            <a:pt x="5843" y="3605"/>
                            <a:pt x="6032" y="3605"/>
                          </a:cubicBezTo>
                          <a:cubicBezTo>
                            <a:pt x="6112" y="3605"/>
                            <a:pt x="6195" y="3630"/>
                            <a:pt x="6270" y="3686"/>
                          </a:cubicBezTo>
                          <a:cubicBezTo>
                            <a:pt x="6396" y="3812"/>
                            <a:pt x="6585" y="3907"/>
                            <a:pt x="6743" y="3907"/>
                          </a:cubicBezTo>
                          <a:cubicBezTo>
                            <a:pt x="7121" y="3907"/>
                            <a:pt x="7436" y="3592"/>
                            <a:pt x="7436" y="3182"/>
                          </a:cubicBezTo>
                          <a:cubicBezTo>
                            <a:pt x="7436" y="2804"/>
                            <a:pt x="7121" y="2489"/>
                            <a:pt x="6743" y="2489"/>
                          </a:cubicBezTo>
                          <a:cubicBezTo>
                            <a:pt x="6585" y="2489"/>
                            <a:pt x="6396" y="2552"/>
                            <a:pt x="6270" y="2678"/>
                          </a:cubicBezTo>
                          <a:cubicBezTo>
                            <a:pt x="6195" y="2734"/>
                            <a:pt x="6112" y="2760"/>
                            <a:pt x="6032" y="2760"/>
                          </a:cubicBezTo>
                          <a:cubicBezTo>
                            <a:pt x="5843" y="2760"/>
                            <a:pt x="5672" y="2616"/>
                            <a:pt x="5672" y="2395"/>
                          </a:cubicBezTo>
                          <a:lnTo>
                            <a:pt x="5672" y="0"/>
                          </a:ln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1" name="Google Shape;551;p23">
                      <a:extLst>
                        <a:ext uri="{FF2B5EF4-FFF2-40B4-BE49-F238E27FC236}">
                          <a16:creationId xmlns:a16="http://schemas.microsoft.com/office/drawing/2014/main" id="{8977B301-D81F-AB5B-D9FA-B9CA89E7B0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027775" y="3295800"/>
                      <a:ext cx="141800" cy="186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72" h="7468" extrusionOk="0">
                          <a:moveTo>
                            <a:pt x="3183" y="0"/>
                          </a:moveTo>
                          <a:cubicBezTo>
                            <a:pt x="2805" y="0"/>
                            <a:pt x="2490" y="315"/>
                            <a:pt x="2490" y="725"/>
                          </a:cubicBezTo>
                          <a:cubicBezTo>
                            <a:pt x="2490" y="883"/>
                            <a:pt x="2553" y="1072"/>
                            <a:pt x="2679" y="1198"/>
                          </a:cubicBezTo>
                          <a:cubicBezTo>
                            <a:pt x="2868" y="1418"/>
                            <a:pt x="2710" y="1796"/>
                            <a:pt x="2395" y="1796"/>
                          </a:cubicBezTo>
                          <a:lnTo>
                            <a:pt x="1" y="1796"/>
                          </a:lnTo>
                          <a:lnTo>
                            <a:pt x="1" y="5671"/>
                          </a:lnTo>
                          <a:cubicBezTo>
                            <a:pt x="1" y="6679"/>
                            <a:pt x="788" y="7467"/>
                            <a:pt x="1765" y="7467"/>
                          </a:cubicBezTo>
                          <a:lnTo>
                            <a:pt x="5672" y="7467"/>
                          </a:lnTo>
                          <a:lnTo>
                            <a:pt x="5672" y="5640"/>
                          </a:lnTo>
                          <a:lnTo>
                            <a:pt x="5640" y="5640"/>
                          </a:lnTo>
                          <a:cubicBezTo>
                            <a:pt x="5514" y="5703"/>
                            <a:pt x="5388" y="5703"/>
                            <a:pt x="5294" y="5703"/>
                          </a:cubicBezTo>
                          <a:cubicBezTo>
                            <a:pt x="4506" y="5703"/>
                            <a:pt x="3844" y="5041"/>
                            <a:pt x="3844" y="4254"/>
                          </a:cubicBezTo>
                          <a:cubicBezTo>
                            <a:pt x="3844" y="3466"/>
                            <a:pt x="4506" y="2867"/>
                            <a:pt x="5294" y="2867"/>
                          </a:cubicBezTo>
                          <a:cubicBezTo>
                            <a:pt x="5388" y="2867"/>
                            <a:pt x="5514" y="2867"/>
                            <a:pt x="5640" y="2899"/>
                          </a:cubicBezTo>
                          <a:lnTo>
                            <a:pt x="5640" y="1796"/>
                          </a:lnTo>
                          <a:lnTo>
                            <a:pt x="3970" y="1796"/>
                          </a:lnTo>
                          <a:cubicBezTo>
                            <a:pt x="3655" y="1796"/>
                            <a:pt x="3498" y="1418"/>
                            <a:pt x="3718" y="1198"/>
                          </a:cubicBezTo>
                          <a:cubicBezTo>
                            <a:pt x="3813" y="1072"/>
                            <a:pt x="3907" y="883"/>
                            <a:pt x="3907" y="725"/>
                          </a:cubicBezTo>
                          <a:cubicBezTo>
                            <a:pt x="3907" y="315"/>
                            <a:pt x="3592" y="0"/>
                            <a:pt x="3183" y="0"/>
                          </a:cubicBez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2" name="Google Shape;552;p23">
                      <a:extLst>
                        <a:ext uri="{FF2B5EF4-FFF2-40B4-BE49-F238E27FC236}">
                          <a16:creationId xmlns:a16="http://schemas.microsoft.com/office/drawing/2014/main" id="{8BEFD0F2-FDB1-BC6B-52DE-B56A666F8A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8914350" y="3340700"/>
                      <a:ext cx="185900" cy="141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436" h="5672" extrusionOk="0">
                          <a:moveTo>
                            <a:pt x="5608" y="0"/>
                          </a:moveTo>
                          <a:lnTo>
                            <a:pt x="5608" y="32"/>
                          </a:lnTo>
                          <a:cubicBezTo>
                            <a:pt x="5671" y="158"/>
                            <a:pt x="5671" y="284"/>
                            <a:pt x="5671" y="378"/>
                          </a:cubicBezTo>
                          <a:cubicBezTo>
                            <a:pt x="5671" y="1166"/>
                            <a:pt x="5041" y="1796"/>
                            <a:pt x="4254" y="1796"/>
                          </a:cubicBezTo>
                          <a:cubicBezTo>
                            <a:pt x="3466" y="1796"/>
                            <a:pt x="2836" y="1166"/>
                            <a:pt x="2836" y="378"/>
                          </a:cubicBezTo>
                          <a:cubicBezTo>
                            <a:pt x="2836" y="284"/>
                            <a:pt x="2867" y="158"/>
                            <a:pt x="2867" y="32"/>
                          </a:cubicBezTo>
                          <a:lnTo>
                            <a:pt x="1765" y="32"/>
                          </a:lnTo>
                          <a:lnTo>
                            <a:pt x="1765" y="1670"/>
                          </a:lnTo>
                          <a:cubicBezTo>
                            <a:pt x="1765" y="1907"/>
                            <a:pt x="1602" y="2041"/>
                            <a:pt x="1419" y="2041"/>
                          </a:cubicBezTo>
                          <a:cubicBezTo>
                            <a:pt x="1334" y="2041"/>
                            <a:pt x="1245" y="2013"/>
                            <a:pt x="1166" y="1954"/>
                          </a:cubicBezTo>
                          <a:cubicBezTo>
                            <a:pt x="1040" y="1827"/>
                            <a:pt x="851" y="1764"/>
                            <a:pt x="694" y="1764"/>
                          </a:cubicBezTo>
                          <a:cubicBezTo>
                            <a:pt x="315" y="1764"/>
                            <a:pt x="0" y="2080"/>
                            <a:pt x="0" y="2458"/>
                          </a:cubicBezTo>
                          <a:cubicBezTo>
                            <a:pt x="0" y="2867"/>
                            <a:pt x="315" y="3182"/>
                            <a:pt x="694" y="3182"/>
                          </a:cubicBezTo>
                          <a:cubicBezTo>
                            <a:pt x="851" y="3182"/>
                            <a:pt x="1040" y="3119"/>
                            <a:pt x="1166" y="2993"/>
                          </a:cubicBezTo>
                          <a:cubicBezTo>
                            <a:pt x="1247" y="2933"/>
                            <a:pt x="1337" y="2904"/>
                            <a:pt x="1423" y="2904"/>
                          </a:cubicBezTo>
                          <a:cubicBezTo>
                            <a:pt x="1605" y="2904"/>
                            <a:pt x="1765" y="3031"/>
                            <a:pt x="1765" y="3245"/>
                          </a:cubicBezTo>
                          <a:lnTo>
                            <a:pt x="1765" y="5671"/>
                          </a:lnTo>
                          <a:lnTo>
                            <a:pt x="5671" y="5671"/>
                          </a:lnTo>
                          <a:cubicBezTo>
                            <a:pt x="6648" y="5671"/>
                            <a:pt x="7436" y="4883"/>
                            <a:pt x="7436" y="3907"/>
                          </a:cubicBezTo>
                          <a:lnTo>
                            <a:pt x="7436" y="0"/>
                          </a:lnTo>
                          <a:close/>
                        </a:path>
                      </a:pathLst>
                    </a:custGeom>
                    <a:grpFill/>
                    <a:ln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EEDFED00-926A-0AEC-92D8-56ED5161C91F}"/>
                </a:ext>
              </a:extLst>
            </p:cNvPr>
            <p:cNvGrpSpPr/>
            <p:nvPr/>
          </p:nvGrpSpPr>
          <p:grpSpPr>
            <a:xfrm>
              <a:off x="5163402" y="4421250"/>
              <a:ext cx="3640274" cy="2160914"/>
              <a:chOff x="5163402" y="4421250"/>
              <a:chExt cx="3640274" cy="2160914"/>
            </a:xfrm>
          </p:grpSpPr>
          <p:sp>
            <p:nvSpPr>
              <p:cNvPr id="21" name="Google Shape;491;p23">
                <a:extLst>
                  <a:ext uri="{FF2B5EF4-FFF2-40B4-BE49-F238E27FC236}">
                    <a16:creationId xmlns:a16="http://schemas.microsoft.com/office/drawing/2014/main" id="{575731AD-9A9E-E29C-B481-F7D5735A50DF}"/>
                  </a:ext>
                </a:extLst>
              </p:cNvPr>
              <p:cNvSpPr/>
              <p:nvPr/>
            </p:nvSpPr>
            <p:spPr>
              <a:xfrm>
                <a:off x="5163402" y="4421250"/>
                <a:ext cx="3640274" cy="2160914"/>
              </a:xfrm>
              <a:prstGeom prst="rect">
                <a:avLst/>
              </a:prstGeom>
              <a:solidFill>
                <a:schemeClr val="accent4">
                  <a:alpha val="71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5A3C0110-081C-40EA-B3B0-D58B43FAE373}"/>
                  </a:ext>
                </a:extLst>
              </p:cNvPr>
              <p:cNvGrpSpPr/>
              <p:nvPr/>
            </p:nvGrpSpPr>
            <p:grpSpPr>
              <a:xfrm>
                <a:off x="5359684" y="5003527"/>
                <a:ext cx="3247710" cy="996361"/>
                <a:chOff x="5218157" y="5003527"/>
                <a:chExt cx="3247710" cy="996361"/>
              </a:xfrm>
            </p:grpSpPr>
            <p:sp>
              <p:nvSpPr>
                <p:cNvPr id="23" name="Google Shape;508;p23">
                  <a:extLst>
                    <a:ext uri="{FF2B5EF4-FFF2-40B4-BE49-F238E27FC236}">
                      <a16:creationId xmlns:a16="http://schemas.microsoft.com/office/drawing/2014/main" id="{796AF641-E0B3-E6CD-0AA8-1455E07080E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18157" y="5003527"/>
                  <a:ext cx="2367967" cy="996361"/>
                </a:xfrm>
                <a:prstGeom prst="rect">
                  <a:avLst/>
                </a:prstGeom>
              </p:spPr>
              <p:txBody>
                <a:bodyPr spcFirstLastPara="1" wrap="square" lIns="91425" tIns="91425" rIns="91425" bIns="91425" anchor="t" anchorCtr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spcBef>
                      <a:spcPts val="600"/>
                    </a:spcBef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600" dirty="0">
                    <a:solidFill>
                      <a:schemeClr val="bg1"/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grpSp>
              <p:nvGrpSpPr>
                <p:cNvPr id="137" name="Google Shape;553;p23">
                  <a:extLst>
                    <a:ext uri="{FF2B5EF4-FFF2-40B4-BE49-F238E27FC236}">
                      <a16:creationId xmlns:a16="http://schemas.microsoft.com/office/drawing/2014/main" id="{C45217CE-D029-DE9D-A57B-C3E52B114754}"/>
                    </a:ext>
                  </a:extLst>
                </p:cNvPr>
                <p:cNvGrpSpPr/>
                <p:nvPr/>
              </p:nvGrpSpPr>
              <p:grpSpPr>
                <a:xfrm>
                  <a:off x="7780894" y="5153976"/>
                  <a:ext cx="684973" cy="695462"/>
                  <a:chOff x="-59400775" y="4084200"/>
                  <a:chExt cx="311125" cy="315875"/>
                </a:xfrm>
                <a:solidFill>
                  <a:schemeClr val="bg1"/>
                </a:solidFill>
              </p:grpSpPr>
              <p:sp>
                <p:nvSpPr>
                  <p:cNvPr id="138" name="Google Shape;554;p23">
                    <a:extLst>
                      <a:ext uri="{FF2B5EF4-FFF2-40B4-BE49-F238E27FC236}">
                        <a16:creationId xmlns:a16="http://schemas.microsoft.com/office/drawing/2014/main" id="{82BE0FFD-4E2C-E76A-3CFA-760E7C297E51}"/>
                      </a:ext>
                    </a:extLst>
                  </p:cNvPr>
                  <p:cNvSpPr/>
                  <p:nvPr/>
                </p:nvSpPr>
                <p:spPr>
                  <a:xfrm>
                    <a:off x="-59400775" y="4317350"/>
                    <a:ext cx="89800" cy="82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2" h="3309" extrusionOk="0">
                        <a:moveTo>
                          <a:pt x="1796" y="851"/>
                        </a:moveTo>
                        <a:cubicBezTo>
                          <a:pt x="2048" y="851"/>
                          <a:pt x="2237" y="1071"/>
                          <a:pt x="2237" y="1260"/>
                        </a:cubicBezTo>
                        <a:cubicBezTo>
                          <a:pt x="2237" y="1449"/>
                          <a:pt x="2048" y="1701"/>
                          <a:pt x="1796" y="1701"/>
                        </a:cubicBezTo>
                        <a:cubicBezTo>
                          <a:pt x="1576" y="1701"/>
                          <a:pt x="1418" y="1481"/>
                          <a:pt x="1418" y="1260"/>
                        </a:cubicBezTo>
                        <a:cubicBezTo>
                          <a:pt x="1418" y="1008"/>
                          <a:pt x="1576" y="851"/>
                          <a:pt x="1796" y="851"/>
                        </a:cubicBezTo>
                        <a:close/>
                        <a:moveTo>
                          <a:pt x="0" y="0"/>
                        </a:moveTo>
                        <a:lnTo>
                          <a:pt x="0" y="2079"/>
                        </a:lnTo>
                        <a:cubicBezTo>
                          <a:pt x="0" y="2741"/>
                          <a:pt x="536" y="3308"/>
                          <a:pt x="1229" y="3308"/>
                        </a:cubicBezTo>
                        <a:lnTo>
                          <a:pt x="2332" y="3308"/>
                        </a:lnTo>
                        <a:cubicBezTo>
                          <a:pt x="2993" y="3308"/>
                          <a:pt x="3592" y="2741"/>
                          <a:pt x="3592" y="2079"/>
                        </a:cubicBezTo>
                        <a:lnTo>
                          <a:pt x="3592" y="0"/>
                        </a:ln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" name="Google Shape;555;p23">
                    <a:extLst>
                      <a:ext uri="{FF2B5EF4-FFF2-40B4-BE49-F238E27FC236}">
                        <a16:creationId xmlns:a16="http://schemas.microsoft.com/office/drawing/2014/main" id="{57A9FFD5-BFAB-B3F2-4031-4887B27871F3}"/>
                      </a:ext>
                    </a:extLst>
                  </p:cNvPr>
                  <p:cNvSpPr/>
                  <p:nvPr/>
                </p:nvSpPr>
                <p:spPr>
                  <a:xfrm>
                    <a:off x="-59400000" y="4084200"/>
                    <a:ext cx="89825" cy="212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3" h="8508" extrusionOk="0">
                        <a:moveTo>
                          <a:pt x="1734" y="1607"/>
                        </a:moveTo>
                        <a:cubicBezTo>
                          <a:pt x="1923" y="1607"/>
                          <a:pt x="2175" y="1797"/>
                          <a:pt x="2175" y="2049"/>
                        </a:cubicBezTo>
                        <a:lnTo>
                          <a:pt x="2175" y="7278"/>
                        </a:lnTo>
                        <a:cubicBezTo>
                          <a:pt x="2175" y="7499"/>
                          <a:pt x="1986" y="7656"/>
                          <a:pt x="1734" y="7656"/>
                        </a:cubicBezTo>
                        <a:cubicBezTo>
                          <a:pt x="1513" y="7656"/>
                          <a:pt x="1356" y="7467"/>
                          <a:pt x="1356" y="7278"/>
                        </a:cubicBezTo>
                        <a:lnTo>
                          <a:pt x="1356" y="2049"/>
                        </a:lnTo>
                        <a:cubicBezTo>
                          <a:pt x="1356" y="1797"/>
                          <a:pt x="1545" y="1607"/>
                          <a:pt x="1734" y="1607"/>
                        </a:cubicBezTo>
                        <a:close/>
                        <a:moveTo>
                          <a:pt x="1230" y="1"/>
                        </a:moveTo>
                        <a:cubicBezTo>
                          <a:pt x="568" y="1"/>
                          <a:pt x="1" y="536"/>
                          <a:pt x="1" y="1198"/>
                        </a:cubicBezTo>
                        <a:lnTo>
                          <a:pt x="1" y="8507"/>
                        </a:lnTo>
                        <a:lnTo>
                          <a:pt x="3593" y="8507"/>
                        </a:lnTo>
                        <a:lnTo>
                          <a:pt x="3593" y="1198"/>
                        </a:lnTo>
                        <a:cubicBezTo>
                          <a:pt x="3561" y="536"/>
                          <a:pt x="2994" y="1"/>
                          <a:pt x="2332" y="1"/>
                        </a:cubicBez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" name="Google Shape;556;p23">
                    <a:extLst>
                      <a:ext uri="{FF2B5EF4-FFF2-40B4-BE49-F238E27FC236}">
                        <a16:creationId xmlns:a16="http://schemas.microsoft.com/office/drawing/2014/main" id="{B0CFE526-D194-5F3E-BA38-488F7F5CA888}"/>
                      </a:ext>
                    </a:extLst>
                  </p:cNvPr>
                  <p:cNvSpPr/>
                  <p:nvPr/>
                </p:nvSpPr>
                <p:spPr>
                  <a:xfrm>
                    <a:off x="-59290500" y="4317350"/>
                    <a:ext cx="89800" cy="82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2" h="3309" extrusionOk="0">
                        <a:moveTo>
                          <a:pt x="1796" y="851"/>
                        </a:moveTo>
                        <a:cubicBezTo>
                          <a:pt x="2048" y="851"/>
                          <a:pt x="2205" y="1071"/>
                          <a:pt x="2205" y="1260"/>
                        </a:cubicBezTo>
                        <a:cubicBezTo>
                          <a:pt x="2205" y="1449"/>
                          <a:pt x="2016" y="1701"/>
                          <a:pt x="1796" y="1701"/>
                        </a:cubicBezTo>
                        <a:cubicBezTo>
                          <a:pt x="1575" y="1701"/>
                          <a:pt x="1386" y="1481"/>
                          <a:pt x="1386" y="1260"/>
                        </a:cubicBezTo>
                        <a:cubicBezTo>
                          <a:pt x="1386" y="1008"/>
                          <a:pt x="1575" y="851"/>
                          <a:pt x="1796" y="851"/>
                        </a:cubicBezTo>
                        <a:close/>
                        <a:moveTo>
                          <a:pt x="0" y="0"/>
                        </a:moveTo>
                        <a:lnTo>
                          <a:pt x="0" y="2079"/>
                        </a:lnTo>
                        <a:cubicBezTo>
                          <a:pt x="0" y="2741"/>
                          <a:pt x="536" y="3308"/>
                          <a:pt x="1260" y="3308"/>
                        </a:cubicBezTo>
                        <a:lnTo>
                          <a:pt x="2363" y="3308"/>
                        </a:lnTo>
                        <a:cubicBezTo>
                          <a:pt x="3025" y="3308"/>
                          <a:pt x="3592" y="2741"/>
                          <a:pt x="3592" y="2079"/>
                        </a:cubicBezTo>
                        <a:lnTo>
                          <a:pt x="3592" y="0"/>
                        </a:ln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" name="Google Shape;557;p23">
                    <a:extLst>
                      <a:ext uri="{FF2B5EF4-FFF2-40B4-BE49-F238E27FC236}">
                        <a16:creationId xmlns:a16="http://schemas.microsoft.com/office/drawing/2014/main" id="{DAE695D4-A0A0-B19E-D4CC-2D67D83CEBA9}"/>
                      </a:ext>
                    </a:extLst>
                  </p:cNvPr>
                  <p:cNvSpPr/>
                  <p:nvPr/>
                </p:nvSpPr>
                <p:spPr>
                  <a:xfrm>
                    <a:off x="-59290500" y="4084200"/>
                    <a:ext cx="89800" cy="212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2" h="8508" extrusionOk="0">
                        <a:moveTo>
                          <a:pt x="1796" y="1607"/>
                        </a:moveTo>
                        <a:cubicBezTo>
                          <a:pt x="2048" y="1607"/>
                          <a:pt x="2205" y="1797"/>
                          <a:pt x="2205" y="2049"/>
                        </a:cubicBezTo>
                        <a:lnTo>
                          <a:pt x="2205" y="7278"/>
                        </a:lnTo>
                        <a:cubicBezTo>
                          <a:pt x="2205" y="7499"/>
                          <a:pt x="2016" y="7656"/>
                          <a:pt x="1796" y="7656"/>
                        </a:cubicBezTo>
                        <a:cubicBezTo>
                          <a:pt x="1607" y="7656"/>
                          <a:pt x="1386" y="7467"/>
                          <a:pt x="1386" y="7278"/>
                        </a:cubicBezTo>
                        <a:lnTo>
                          <a:pt x="1386" y="2049"/>
                        </a:lnTo>
                        <a:cubicBezTo>
                          <a:pt x="1386" y="1797"/>
                          <a:pt x="1575" y="1607"/>
                          <a:pt x="1796" y="1607"/>
                        </a:cubicBezTo>
                        <a:close/>
                        <a:moveTo>
                          <a:pt x="1260" y="1"/>
                        </a:moveTo>
                        <a:cubicBezTo>
                          <a:pt x="599" y="1"/>
                          <a:pt x="0" y="536"/>
                          <a:pt x="0" y="1198"/>
                        </a:cubicBezTo>
                        <a:lnTo>
                          <a:pt x="0" y="8507"/>
                        </a:lnTo>
                        <a:lnTo>
                          <a:pt x="3592" y="8507"/>
                        </a:lnTo>
                        <a:lnTo>
                          <a:pt x="3592" y="1198"/>
                        </a:lnTo>
                        <a:cubicBezTo>
                          <a:pt x="3592" y="536"/>
                          <a:pt x="3025" y="1"/>
                          <a:pt x="2363" y="1"/>
                        </a:cubicBez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" name="Google Shape;558;p23">
                    <a:extLst>
                      <a:ext uri="{FF2B5EF4-FFF2-40B4-BE49-F238E27FC236}">
                        <a16:creationId xmlns:a16="http://schemas.microsoft.com/office/drawing/2014/main" id="{B9CB0493-D78E-D0DA-8BC1-E48CACFB5C9A}"/>
                      </a:ext>
                    </a:extLst>
                  </p:cNvPr>
                  <p:cNvSpPr/>
                  <p:nvPr/>
                </p:nvSpPr>
                <p:spPr>
                  <a:xfrm>
                    <a:off x="-59181025" y="4317350"/>
                    <a:ext cx="89800" cy="82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2" h="3309" extrusionOk="0">
                        <a:moveTo>
                          <a:pt x="1828" y="851"/>
                        </a:moveTo>
                        <a:cubicBezTo>
                          <a:pt x="2080" y="851"/>
                          <a:pt x="2269" y="1071"/>
                          <a:pt x="2269" y="1260"/>
                        </a:cubicBezTo>
                        <a:cubicBezTo>
                          <a:pt x="2269" y="1449"/>
                          <a:pt x="2080" y="1701"/>
                          <a:pt x="1828" y="1701"/>
                        </a:cubicBezTo>
                        <a:cubicBezTo>
                          <a:pt x="1607" y="1701"/>
                          <a:pt x="1450" y="1481"/>
                          <a:pt x="1450" y="1260"/>
                        </a:cubicBezTo>
                        <a:cubicBezTo>
                          <a:pt x="1450" y="1008"/>
                          <a:pt x="1607" y="851"/>
                          <a:pt x="1828" y="851"/>
                        </a:cubicBezTo>
                        <a:close/>
                        <a:moveTo>
                          <a:pt x="0" y="0"/>
                        </a:moveTo>
                        <a:lnTo>
                          <a:pt x="0" y="2079"/>
                        </a:lnTo>
                        <a:lnTo>
                          <a:pt x="32" y="2079"/>
                        </a:lnTo>
                        <a:cubicBezTo>
                          <a:pt x="32" y="2741"/>
                          <a:pt x="567" y="3308"/>
                          <a:pt x="1261" y="3308"/>
                        </a:cubicBezTo>
                        <a:lnTo>
                          <a:pt x="2363" y="3308"/>
                        </a:lnTo>
                        <a:cubicBezTo>
                          <a:pt x="3025" y="3308"/>
                          <a:pt x="3592" y="2741"/>
                          <a:pt x="3592" y="2079"/>
                        </a:cubicBezTo>
                        <a:lnTo>
                          <a:pt x="3592" y="0"/>
                        </a:ln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" name="Google Shape;559;p23">
                    <a:extLst>
                      <a:ext uri="{FF2B5EF4-FFF2-40B4-BE49-F238E27FC236}">
                        <a16:creationId xmlns:a16="http://schemas.microsoft.com/office/drawing/2014/main" id="{3625ABC9-134C-B8A2-6E23-0C59DE9C3769}"/>
                      </a:ext>
                    </a:extLst>
                  </p:cNvPr>
                  <p:cNvSpPr/>
                  <p:nvPr/>
                </p:nvSpPr>
                <p:spPr>
                  <a:xfrm>
                    <a:off x="-59179450" y="4084200"/>
                    <a:ext cx="89800" cy="212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2" h="8508" extrusionOk="0">
                        <a:moveTo>
                          <a:pt x="1733" y="1607"/>
                        </a:moveTo>
                        <a:cubicBezTo>
                          <a:pt x="1922" y="1607"/>
                          <a:pt x="2174" y="1797"/>
                          <a:pt x="2174" y="2049"/>
                        </a:cubicBezTo>
                        <a:lnTo>
                          <a:pt x="2174" y="7278"/>
                        </a:lnTo>
                        <a:cubicBezTo>
                          <a:pt x="2174" y="7499"/>
                          <a:pt x="1985" y="7656"/>
                          <a:pt x="1733" y="7656"/>
                        </a:cubicBezTo>
                        <a:cubicBezTo>
                          <a:pt x="1513" y="7656"/>
                          <a:pt x="1355" y="7467"/>
                          <a:pt x="1355" y="7278"/>
                        </a:cubicBezTo>
                        <a:lnTo>
                          <a:pt x="1355" y="2049"/>
                        </a:lnTo>
                        <a:cubicBezTo>
                          <a:pt x="1355" y="1797"/>
                          <a:pt x="1544" y="1607"/>
                          <a:pt x="1733" y="1607"/>
                        </a:cubicBezTo>
                        <a:close/>
                        <a:moveTo>
                          <a:pt x="1229" y="1"/>
                        </a:moveTo>
                        <a:cubicBezTo>
                          <a:pt x="567" y="1"/>
                          <a:pt x="0" y="536"/>
                          <a:pt x="0" y="1198"/>
                        </a:cubicBezTo>
                        <a:lnTo>
                          <a:pt x="0" y="8507"/>
                        </a:lnTo>
                        <a:lnTo>
                          <a:pt x="3592" y="8507"/>
                        </a:lnTo>
                        <a:lnTo>
                          <a:pt x="3592" y="1198"/>
                        </a:lnTo>
                        <a:cubicBezTo>
                          <a:pt x="3560" y="536"/>
                          <a:pt x="2993" y="1"/>
                          <a:pt x="2332" y="1"/>
                        </a:cubicBezTo>
                        <a:close/>
                      </a:path>
                    </a:pathLst>
                  </a:custGeom>
                  <a:grp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1202D12-D0CC-5237-F93E-E00E4625D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87" y="1500586"/>
            <a:ext cx="1023861" cy="10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7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122E680-7072-289C-AC0D-EF8FFD2CE754}"/>
              </a:ext>
            </a:extLst>
          </p:cNvPr>
          <p:cNvGrpSpPr/>
          <p:nvPr/>
        </p:nvGrpSpPr>
        <p:grpSpPr>
          <a:xfrm>
            <a:off x="1100002" y="1492684"/>
            <a:ext cx="9991995" cy="5045275"/>
            <a:chOff x="452849" y="579025"/>
            <a:chExt cx="8233945" cy="4157580"/>
          </a:xfrm>
        </p:grpSpPr>
        <p:sp>
          <p:nvSpPr>
            <p:cNvPr id="3" name="Google Shape;1748;p41">
              <a:extLst>
                <a:ext uri="{FF2B5EF4-FFF2-40B4-BE49-F238E27FC236}">
                  <a16:creationId xmlns:a16="http://schemas.microsoft.com/office/drawing/2014/main" id="{83B248A9-DBBD-2E2F-6E30-845F497F3D0B}"/>
                </a:ext>
              </a:extLst>
            </p:cNvPr>
            <p:cNvSpPr/>
            <p:nvPr/>
          </p:nvSpPr>
          <p:spPr>
            <a:xfrm>
              <a:off x="544450" y="1110024"/>
              <a:ext cx="8142224" cy="3188936"/>
            </a:xfrm>
            <a:custGeom>
              <a:avLst/>
              <a:gdLst/>
              <a:ahLst/>
              <a:cxnLst/>
              <a:rect l="l" t="t" r="r" b="b"/>
              <a:pathLst>
                <a:path w="240645" h="106289" fill="none" extrusionOk="0">
                  <a:moveTo>
                    <a:pt x="0" y="106289"/>
                  </a:moveTo>
                  <a:lnTo>
                    <a:pt x="240644" y="0"/>
                  </a:lnTo>
                </a:path>
              </a:pathLst>
            </a:custGeom>
            <a:solidFill>
              <a:schemeClr val="bg1">
                <a:lumMod val="65000"/>
              </a:schemeClr>
            </a:solidFill>
            <a:ln w="28575" cap="rnd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" name="Google Shape;1749;p41">
              <a:extLst>
                <a:ext uri="{FF2B5EF4-FFF2-40B4-BE49-F238E27FC236}">
                  <a16:creationId xmlns:a16="http://schemas.microsoft.com/office/drawing/2014/main" id="{20920106-6941-E0F4-6E10-80A3BC97BB65}"/>
                </a:ext>
              </a:extLst>
            </p:cNvPr>
            <p:cNvSpPr/>
            <p:nvPr/>
          </p:nvSpPr>
          <p:spPr>
            <a:xfrm>
              <a:off x="8317343" y="1080931"/>
              <a:ext cx="369451" cy="313300"/>
            </a:xfrm>
            <a:custGeom>
              <a:avLst/>
              <a:gdLst/>
              <a:ahLst/>
              <a:cxnLst/>
              <a:rect l="l" t="t" r="r" b="b"/>
              <a:pathLst>
                <a:path w="10920" h="9261" fill="none" extrusionOk="0">
                  <a:moveTo>
                    <a:pt x="0" y="0"/>
                  </a:moveTo>
                  <a:lnTo>
                    <a:pt x="10920" y="892"/>
                  </a:lnTo>
                  <a:lnTo>
                    <a:pt x="4764" y="9260"/>
                  </a:lnTo>
                </a:path>
              </a:pathLst>
            </a:custGeom>
            <a:noFill/>
            <a:ln w="28575" cap="rnd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" name="Google Shape;1750;p41">
              <a:extLst>
                <a:ext uri="{FF2B5EF4-FFF2-40B4-BE49-F238E27FC236}">
                  <a16:creationId xmlns:a16="http://schemas.microsoft.com/office/drawing/2014/main" id="{1C077620-F8F2-E136-94EA-6AE5C3D58FDF}"/>
                </a:ext>
              </a:extLst>
            </p:cNvPr>
            <p:cNvSpPr/>
            <p:nvPr/>
          </p:nvSpPr>
          <p:spPr>
            <a:xfrm>
              <a:off x="452849" y="4176950"/>
              <a:ext cx="242717" cy="220661"/>
            </a:xfrm>
            <a:custGeom>
              <a:avLst/>
              <a:gdLst/>
              <a:ahLst/>
              <a:cxnLst/>
              <a:rect l="l" t="t" r="r" b="b"/>
              <a:pathLst>
                <a:path w="7566" h="6879" extrusionOk="0">
                  <a:moveTo>
                    <a:pt x="3800" y="1"/>
                  </a:moveTo>
                  <a:cubicBezTo>
                    <a:pt x="2232" y="1"/>
                    <a:pt x="814" y="1065"/>
                    <a:pt x="447" y="2642"/>
                  </a:cubicBezTo>
                  <a:cubicBezTo>
                    <a:pt x="0" y="4498"/>
                    <a:pt x="1142" y="6353"/>
                    <a:pt x="2998" y="6781"/>
                  </a:cubicBezTo>
                  <a:cubicBezTo>
                    <a:pt x="3270" y="6847"/>
                    <a:pt x="3541" y="6878"/>
                    <a:pt x="3807" y="6878"/>
                  </a:cubicBezTo>
                  <a:cubicBezTo>
                    <a:pt x="5362" y="6878"/>
                    <a:pt x="6757" y="5814"/>
                    <a:pt x="7138" y="4230"/>
                  </a:cubicBezTo>
                  <a:cubicBezTo>
                    <a:pt x="7566" y="2374"/>
                    <a:pt x="6424" y="537"/>
                    <a:pt x="4586" y="90"/>
                  </a:cubicBezTo>
                  <a:cubicBezTo>
                    <a:pt x="4323" y="30"/>
                    <a:pt x="4059" y="1"/>
                    <a:pt x="3800" y="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5350" cap="flat" cmpd="sng">
              <a:noFill/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6" name="Google Shape;1751;p41">
              <a:extLst>
                <a:ext uri="{FF2B5EF4-FFF2-40B4-BE49-F238E27FC236}">
                  <a16:creationId xmlns:a16="http://schemas.microsoft.com/office/drawing/2014/main" id="{7F3F44E8-ECCE-452C-56C9-DBE019AEEF76}"/>
                </a:ext>
              </a:extLst>
            </p:cNvPr>
            <p:cNvSpPr/>
            <p:nvPr/>
          </p:nvSpPr>
          <p:spPr>
            <a:xfrm rot="10800000" flipH="1">
              <a:off x="1212201" y="3205611"/>
              <a:ext cx="1036056" cy="1141382"/>
            </a:xfrm>
            <a:custGeom>
              <a:avLst/>
              <a:gdLst/>
              <a:ahLst/>
              <a:cxnLst/>
              <a:rect l="l" t="t" r="r" b="b"/>
              <a:pathLst>
                <a:path w="32296" h="35582" extrusionOk="0">
                  <a:moveTo>
                    <a:pt x="16059" y="0"/>
                  </a:moveTo>
                  <a:cubicBezTo>
                    <a:pt x="15828" y="0"/>
                    <a:pt x="15596" y="6"/>
                    <a:pt x="15363" y="16"/>
                  </a:cubicBezTo>
                  <a:cubicBezTo>
                    <a:pt x="9082" y="320"/>
                    <a:pt x="3658" y="4548"/>
                    <a:pt x="1820" y="10579"/>
                  </a:cubicBezTo>
                  <a:cubicBezTo>
                    <a:pt x="0" y="16610"/>
                    <a:pt x="2177" y="23140"/>
                    <a:pt x="7245" y="26887"/>
                  </a:cubicBezTo>
                  <a:cubicBezTo>
                    <a:pt x="9725" y="28743"/>
                    <a:pt x="11884" y="30991"/>
                    <a:pt x="13632" y="33543"/>
                  </a:cubicBezTo>
                  <a:lnTo>
                    <a:pt x="14471" y="34738"/>
                  </a:lnTo>
                  <a:cubicBezTo>
                    <a:pt x="14854" y="35300"/>
                    <a:pt x="15461" y="35581"/>
                    <a:pt x="16070" y="35581"/>
                  </a:cubicBezTo>
                  <a:cubicBezTo>
                    <a:pt x="16679" y="35581"/>
                    <a:pt x="17290" y="35300"/>
                    <a:pt x="17683" y="34738"/>
                  </a:cubicBezTo>
                  <a:lnTo>
                    <a:pt x="18575" y="33453"/>
                  </a:lnTo>
                  <a:cubicBezTo>
                    <a:pt x="20305" y="30938"/>
                    <a:pt x="22429" y="28725"/>
                    <a:pt x="24873" y="26905"/>
                  </a:cubicBezTo>
                  <a:cubicBezTo>
                    <a:pt x="30172" y="23015"/>
                    <a:pt x="32296" y="16110"/>
                    <a:pt x="30101" y="9919"/>
                  </a:cubicBezTo>
                  <a:cubicBezTo>
                    <a:pt x="28001" y="3947"/>
                    <a:pt x="22349" y="0"/>
                    <a:pt x="16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7" name="Google Shape;1752;p41">
              <a:extLst>
                <a:ext uri="{FF2B5EF4-FFF2-40B4-BE49-F238E27FC236}">
                  <a16:creationId xmlns:a16="http://schemas.microsoft.com/office/drawing/2014/main" id="{3812C321-F882-75E9-6D82-6C7B5E11606D}"/>
                </a:ext>
              </a:extLst>
            </p:cNvPr>
            <p:cNvSpPr/>
            <p:nvPr/>
          </p:nvSpPr>
          <p:spPr>
            <a:xfrm>
              <a:off x="1460628" y="3568568"/>
              <a:ext cx="534645" cy="576401"/>
            </a:xfrm>
            <a:custGeom>
              <a:avLst/>
              <a:gdLst/>
              <a:ahLst/>
              <a:cxnLst/>
              <a:rect l="l" t="t" r="r" b="b"/>
              <a:pathLst>
                <a:path w="16666" h="17969" extrusionOk="0">
                  <a:moveTo>
                    <a:pt x="8333" y="1"/>
                  </a:moveTo>
                  <a:cubicBezTo>
                    <a:pt x="3729" y="1"/>
                    <a:pt x="0" y="4015"/>
                    <a:pt x="0" y="8975"/>
                  </a:cubicBezTo>
                  <a:cubicBezTo>
                    <a:pt x="0" y="13936"/>
                    <a:pt x="3729" y="17968"/>
                    <a:pt x="8333" y="17968"/>
                  </a:cubicBezTo>
                  <a:cubicBezTo>
                    <a:pt x="12936" y="17968"/>
                    <a:pt x="16665" y="13936"/>
                    <a:pt x="16665" y="8975"/>
                  </a:cubicBezTo>
                  <a:cubicBezTo>
                    <a:pt x="16665" y="4015"/>
                    <a:pt x="12936" y="1"/>
                    <a:pt x="8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8" name="Google Shape;1753;p41">
              <a:extLst>
                <a:ext uri="{FF2B5EF4-FFF2-40B4-BE49-F238E27FC236}">
                  <a16:creationId xmlns:a16="http://schemas.microsoft.com/office/drawing/2014/main" id="{4885A768-E7D1-A3BE-08B8-177AB01A429C}"/>
                </a:ext>
              </a:extLst>
            </p:cNvPr>
            <p:cNvSpPr/>
            <p:nvPr/>
          </p:nvSpPr>
          <p:spPr>
            <a:xfrm>
              <a:off x="1423993" y="3568151"/>
              <a:ext cx="607339" cy="535181"/>
            </a:xfrm>
            <a:custGeom>
              <a:avLst/>
              <a:gdLst/>
              <a:ahLst/>
              <a:cxnLst/>
              <a:rect l="l" t="t" r="r" b="b"/>
              <a:pathLst>
                <a:path w="18932" h="16684" extrusionOk="0">
                  <a:moveTo>
                    <a:pt x="9480" y="1"/>
                  </a:moveTo>
                  <a:cubicBezTo>
                    <a:pt x="6204" y="1"/>
                    <a:pt x="3100" y="1946"/>
                    <a:pt x="1767" y="5152"/>
                  </a:cubicBezTo>
                  <a:cubicBezTo>
                    <a:pt x="0" y="9399"/>
                    <a:pt x="2034" y="14288"/>
                    <a:pt x="6281" y="16054"/>
                  </a:cubicBezTo>
                  <a:cubicBezTo>
                    <a:pt x="7323" y="16481"/>
                    <a:pt x="8402" y="16684"/>
                    <a:pt x="9462" y="16684"/>
                  </a:cubicBezTo>
                  <a:cubicBezTo>
                    <a:pt x="12741" y="16684"/>
                    <a:pt x="15848" y="14749"/>
                    <a:pt x="17183" y="11540"/>
                  </a:cubicBezTo>
                  <a:cubicBezTo>
                    <a:pt x="18931" y="7276"/>
                    <a:pt x="16915" y="2404"/>
                    <a:pt x="12669" y="638"/>
                  </a:cubicBezTo>
                  <a:cubicBezTo>
                    <a:pt x="11624" y="205"/>
                    <a:pt x="10543" y="1"/>
                    <a:pt x="94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9" name="Google Shape;1754;p41">
              <a:extLst>
                <a:ext uri="{FF2B5EF4-FFF2-40B4-BE49-F238E27FC236}">
                  <a16:creationId xmlns:a16="http://schemas.microsoft.com/office/drawing/2014/main" id="{ED53D33C-1076-1DEE-A08C-8614ADD149BA}"/>
                </a:ext>
              </a:extLst>
            </p:cNvPr>
            <p:cNvSpPr/>
            <p:nvPr/>
          </p:nvSpPr>
          <p:spPr>
            <a:xfrm>
              <a:off x="3087341" y="2529802"/>
              <a:ext cx="1036665" cy="1140965"/>
            </a:xfrm>
            <a:custGeom>
              <a:avLst/>
              <a:gdLst/>
              <a:ahLst/>
              <a:cxnLst/>
              <a:rect l="l" t="t" r="r" b="b"/>
              <a:pathLst>
                <a:path w="32315" h="35569" extrusionOk="0">
                  <a:moveTo>
                    <a:pt x="16075" y="1"/>
                  </a:moveTo>
                  <a:cubicBezTo>
                    <a:pt x="15845" y="1"/>
                    <a:pt x="15613" y="6"/>
                    <a:pt x="15381" y="17"/>
                  </a:cubicBezTo>
                  <a:lnTo>
                    <a:pt x="15364" y="17"/>
                  </a:lnTo>
                  <a:cubicBezTo>
                    <a:pt x="9083" y="320"/>
                    <a:pt x="3659" y="4549"/>
                    <a:pt x="1821" y="10580"/>
                  </a:cubicBezTo>
                  <a:cubicBezTo>
                    <a:pt x="1" y="16611"/>
                    <a:pt x="2178" y="23141"/>
                    <a:pt x="7245" y="26870"/>
                  </a:cubicBezTo>
                  <a:cubicBezTo>
                    <a:pt x="9725" y="28726"/>
                    <a:pt x="11884" y="30974"/>
                    <a:pt x="13633" y="33543"/>
                  </a:cubicBezTo>
                  <a:lnTo>
                    <a:pt x="14471" y="34739"/>
                  </a:lnTo>
                  <a:cubicBezTo>
                    <a:pt x="14855" y="35292"/>
                    <a:pt x="15462" y="35568"/>
                    <a:pt x="16071" y="35568"/>
                  </a:cubicBezTo>
                  <a:cubicBezTo>
                    <a:pt x="16679" y="35568"/>
                    <a:pt x="17291" y="35292"/>
                    <a:pt x="17683" y="34739"/>
                  </a:cubicBezTo>
                  <a:lnTo>
                    <a:pt x="18575" y="33454"/>
                  </a:lnTo>
                  <a:cubicBezTo>
                    <a:pt x="20306" y="30938"/>
                    <a:pt x="22447" y="28726"/>
                    <a:pt x="24891" y="26888"/>
                  </a:cubicBezTo>
                  <a:cubicBezTo>
                    <a:pt x="30191" y="22998"/>
                    <a:pt x="32314" y="16111"/>
                    <a:pt x="30119" y="9920"/>
                  </a:cubicBezTo>
                  <a:cubicBezTo>
                    <a:pt x="28003" y="3948"/>
                    <a:pt x="22350" y="1"/>
                    <a:pt x="160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0" name="Google Shape;1755;p41">
              <a:extLst>
                <a:ext uri="{FF2B5EF4-FFF2-40B4-BE49-F238E27FC236}">
                  <a16:creationId xmlns:a16="http://schemas.microsoft.com/office/drawing/2014/main" id="{FA934681-F708-E413-DAE1-D9A81069A7B8}"/>
                </a:ext>
              </a:extLst>
            </p:cNvPr>
            <p:cNvSpPr/>
            <p:nvPr/>
          </p:nvSpPr>
          <p:spPr>
            <a:xfrm>
              <a:off x="3335768" y="2739814"/>
              <a:ext cx="534645" cy="576946"/>
            </a:xfrm>
            <a:custGeom>
              <a:avLst/>
              <a:gdLst/>
              <a:ahLst/>
              <a:cxnLst/>
              <a:rect l="l" t="t" r="r" b="b"/>
              <a:pathLst>
                <a:path w="16666" h="17986" extrusionOk="0">
                  <a:moveTo>
                    <a:pt x="8333" y="0"/>
                  </a:moveTo>
                  <a:cubicBezTo>
                    <a:pt x="3730" y="0"/>
                    <a:pt x="1" y="4033"/>
                    <a:pt x="1" y="8993"/>
                  </a:cubicBezTo>
                  <a:cubicBezTo>
                    <a:pt x="1" y="13953"/>
                    <a:pt x="3730" y="17986"/>
                    <a:pt x="8333" y="17986"/>
                  </a:cubicBezTo>
                  <a:cubicBezTo>
                    <a:pt x="12937" y="17986"/>
                    <a:pt x="16666" y="13953"/>
                    <a:pt x="16666" y="8993"/>
                  </a:cubicBezTo>
                  <a:cubicBezTo>
                    <a:pt x="16666" y="4033"/>
                    <a:pt x="12937" y="0"/>
                    <a:pt x="8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1" name="Google Shape;1756;p41">
              <a:extLst>
                <a:ext uri="{FF2B5EF4-FFF2-40B4-BE49-F238E27FC236}">
                  <a16:creationId xmlns:a16="http://schemas.microsoft.com/office/drawing/2014/main" id="{4EEFF2EA-771C-AF92-6F26-2F3275D68E63}"/>
                </a:ext>
              </a:extLst>
            </p:cNvPr>
            <p:cNvSpPr/>
            <p:nvPr/>
          </p:nvSpPr>
          <p:spPr>
            <a:xfrm>
              <a:off x="3335768" y="2739814"/>
              <a:ext cx="534645" cy="535181"/>
            </a:xfrm>
            <a:custGeom>
              <a:avLst/>
              <a:gdLst/>
              <a:ahLst/>
              <a:cxnLst/>
              <a:rect l="l" t="t" r="r" b="b"/>
              <a:pathLst>
                <a:path w="16666" h="16684" extrusionOk="0">
                  <a:moveTo>
                    <a:pt x="8333" y="0"/>
                  </a:moveTo>
                  <a:cubicBezTo>
                    <a:pt x="3730" y="0"/>
                    <a:pt x="1" y="3730"/>
                    <a:pt x="1" y="8351"/>
                  </a:cubicBezTo>
                  <a:cubicBezTo>
                    <a:pt x="1" y="12954"/>
                    <a:pt x="3730" y="16683"/>
                    <a:pt x="8333" y="16683"/>
                  </a:cubicBezTo>
                  <a:cubicBezTo>
                    <a:pt x="12937" y="16683"/>
                    <a:pt x="16666" y="12954"/>
                    <a:pt x="16666" y="8351"/>
                  </a:cubicBezTo>
                  <a:cubicBezTo>
                    <a:pt x="16666" y="3730"/>
                    <a:pt x="12937" y="0"/>
                    <a:pt x="8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2" name="Google Shape;1757;p41">
              <a:extLst>
                <a:ext uri="{FF2B5EF4-FFF2-40B4-BE49-F238E27FC236}">
                  <a16:creationId xmlns:a16="http://schemas.microsoft.com/office/drawing/2014/main" id="{B1C7E8D1-4BF9-4311-51D7-4DDB6737DBA0}"/>
                </a:ext>
              </a:extLst>
            </p:cNvPr>
            <p:cNvSpPr/>
            <p:nvPr/>
          </p:nvSpPr>
          <p:spPr>
            <a:xfrm rot="10800000" flipH="1">
              <a:off x="4843968" y="1660278"/>
              <a:ext cx="1036056" cy="1141382"/>
            </a:xfrm>
            <a:custGeom>
              <a:avLst/>
              <a:gdLst/>
              <a:ahLst/>
              <a:cxnLst/>
              <a:rect l="l" t="t" r="r" b="b"/>
              <a:pathLst>
                <a:path w="32296" h="35582" extrusionOk="0">
                  <a:moveTo>
                    <a:pt x="16058" y="0"/>
                  </a:moveTo>
                  <a:cubicBezTo>
                    <a:pt x="15827" y="0"/>
                    <a:pt x="15595" y="5"/>
                    <a:pt x="15363" y="16"/>
                  </a:cubicBezTo>
                  <a:cubicBezTo>
                    <a:pt x="9064" y="320"/>
                    <a:pt x="3640" y="4548"/>
                    <a:pt x="1820" y="10579"/>
                  </a:cubicBezTo>
                  <a:cubicBezTo>
                    <a:pt x="0" y="16610"/>
                    <a:pt x="2159" y="23140"/>
                    <a:pt x="7244" y="26887"/>
                  </a:cubicBezTo>
                  <a:cubicBezTo>
                    <a:pt x="9707" y="28743"/>
                    <a:pt x="11866" y="30991"/>
                    <a:pt x="13614" y="33543"/>
                  </a:cubicBezTo>
                  <a:lnTo>
                    <a:pt x="14453" y="34738"/>
                  </a:lnTo>
                  <a:cubicBezTo>
                    <a:pt x="14845" y="35300"/>
                    <a:pt x="15456" y="35581"/>
                    <a:pt x="16067" y="35581"/>
                  </a:cubicBezTo>
                  <a:cubicBezTo>
                    <a:pt x="16679" y="35581"/>
                    <a:pt x="17290" y="35300"/>
                    <a:pt x="17682" y="34738"/>
                  </a:cubicBezTo>
                  <a:lnTo>
                    <a:pt x="18574" y="33453"/>
                  </a:lnTo>
                  <a:cubicBezTo>
                    <a:pt x="20305" y="30938"/>
                    <a:pt x="22428" y="28725"/>
                    <a:pt x="24873" y="26887"/>
                  </a:cubicBezTo>
                  <a:cubicBezTo>
                    <a:pt x="30172" y="23015"/>
                    <a:pt x="32295" y="16110"/>
                    <a:pt x="30101" y="9919"/>
                  </a:cubicBezTo>
                  <a:cubicBezTo>
                    <a:pt x="27984" y="3947"/>
                    <a:pt x="22348" y="0"/>
                    <a:pt x="160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3" name="Google Shape;1758;p41">
              <a:extLst>
                <a:ext uri="{FF2B5EF4-FFF2-40B4-BE49-F238E27FC236}">
                  <a16:creationId xmlns:a16="http://schemas.microsoft.com/office/drawing/2014/main" id="{0DC7A83C-25C4-4FB7-9089-DE02348AF867}"/>
                </a:ext>
              </a:extLst>
            </p:cNvPr>
            <p:cNvSpPr/>
            <p:nvPr/>
          </p:nvSpPr>
          <p:spPr>
            <a:xfrm>
              <a:off x="5091818" y="2022657"/>
              <a:ext cx="534645" cy="576946"/>
            </a:xfrm>
            <a:custGeom>
              <a:avLst/>
              <a:gdLst/>
              <a:ahLst/>
              <a:cxnLst/>
              <a:rect l="l" t="t" r="r" b="b"/>
              <a:pathLst>
                <a:path w="16666" h="17986" extrusionOk="0">
                  <a:moveTo>
                    <a:pt x="8333" y="1"/>
                  </a:moveTo>
                  <a:cubicBezTo>
                    <a:pt x="3729" y="1"/>
                    <a:pt x="0" y="4033"/>
                    <a:pt x="0" y="8993"/>
                  </a:cubicBezTo>
                  <a:cubicBezTo>
                    <a:pt x="0" y="13954"/>
                    <a:pt x="3729" y="17986"/>
                    <a:pt x="8333" y="17986"/>
                  </a:cubicBezTo>
                  <a:cubicBezTo>
                    <a:pt x="12936" y="17986"/>
                    <a:pt x="16665" y="13954"/>
                    <a:pt x="16665" y="8993"/>
                  </a:cubicBezTo>
                  <a:cubicBezTo>
                    <a:pt x="16665" y="4033"/>
                    <a:pt x="12936" y="1"/>
                    <a:pt x="8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4" name="Google Shape;1759;p41">
              <a:extLst>
                <a:ext uri="{FF2B5EF4-FFF2-40B4-BE49-F238E27FC236}">
                  <a16:creationId xmlns:a16="http://schemas.microsoft.com/office/drawing/2014/main" id="{6B60A0E7-5DF0-EF60-BB13-766AFBAE3416}"/>
                </a:ext>
              </a:extLst>
            </p:cNvPr>
            <p:cNvSpPr/>
            <p:nvPr/>
          </p:nvSpPr>
          <p:spPr>
            <a:xfrm>
              <a:off x="5091818" y="2023234"/>
              <a:ext cx="534645" cy="534604"/>
            </a:xfrm>
            <a:custGeom>
              <a:avLst/>
              <a:gdLst/>
              <a:ahLst/>
              <a:cxnLst/>
              <a:rect l="l" t="t" r="r" b="b"/>
              <a:pathLst>
                <a:path w="16666" h="16666" extrusionOk="0">
                  <a:moveTo>
                    <a:pt x="8333" y="0"/>
                  </a:moveTo>
                  <a:cubicBezTo>
                    <a:pt x="3729" y="0"/>
                    <a:pt x="0" y="3730"/>
                    <a:pt x="0" y="8333"/>
                  </a:cubicBezTo>
                  <a:cubicBezTo>
                    <a:pt x="0" y="12936"/>
                    <a:pt x="3729" y="16665"/>
                    <a:pt x="8333" y="16665"/>
                  </a:cubicBezTo>
                  <a:cubicBezTo>
                    <a:pt x="12936" y="16665"/>
                    <a:pt x="16665" y="12936"/>
                    <a:pt x="16665" y="8333"/>
                  </a:cubicBezTo>
                  <a:cubicBezTo>
                    <a:pt x="16665" y="3730"/>
                    <a:pt x="12936" y="0"/>
                    <a:pt x="8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5" name="Google Shape;1760;p41">
              <a:extLst>
                <a:ext uri="{FF2B5EF4-FFF2-40B4-BE49-F238E27FC236}">
                  <a16:creationId xmlns:a16="http://schemas.microsoft.com/office/drawing/2014/main" id="{C7258C87-2C86-53F9-4CCE-F672031C1720}"/>
                </a:ext>
              </a:extLst>
            </p:cNvPr>
            <p:cNvSpPr/>
            <p:nvPr/>
          </p:nvSpPr>
          <p:spPr>
            <a:xfrm>
              <a:off x="6751807" y="1184215"/>
              <a:ext cx="1035478" cy="1140836"/>
            </a:xfrm>
            <a:custGeom>
              <a:avLst/>
              <a:gdLst/>
              <a:ahLst/>
              <a:cxnLst/>
              <a:rect l="l" t="t" r="r" b="b"/>
              <a:pathLst>
                <a:path w="32278" h="35565" extrusionOk="0">
                  <a:moveTo>
                    <a:pt x="16057" y="1"/>
                  </a:moveTo>
                  <a:cubicBezTo>
                    <a:pt x="15827" y="1"/>
                    <a:pt x="15595" y="6"/>
                    <a:pt x="15363" y="17"/>
                  </a:cubicBezTo>
                  <a:cubicBezTo>
                    <a:pt x="9083" y="320"/>
                    <a:pt x="3658" y="4549"/>
                    <a:pt x="1838" y="10562"/>
                  </a:cubicBezTo>
                  <a:cubicBezTo>
                    <a:pt x="1" y="16593"/>
                    <a:pt x="2177" y="23123"/>
                    <a:pt x="7245" y="26870"/>
                  </a:cubicBezTo>
                  <a:cubicBezTo>
                    <a:pt x="9707" y="28726"/>
                    <a:pt x="11866" y="30974"/>
                    <a:pt x="13615" y="33525"/>
                  </a:cubicBezTo>
                  <a:lnTo>
                    <a:pt x="14453" y="34721"/>
                  </a:lnTo>
                  <a:cubicBezTo>
                    <a:pt x="14846" y="35283"/>
                    <a:pt x="15457" y="35564"/>
                    <a:pt x="16068" y="35564"/>
                  </a:cubicBezTo>
                  <a:cubicBezTo>
                    <a:pt x="16679" y="35564"/>
                    <a:pt x="17290" y="35283"/>
                    <a:pt x="17683" y="34721"/>
                  </a:cubicBezTo>
                  <a:lnTo>
                    <a:pt x="18575" y="33436"/>
                  </a:lnTo>
                  <a:cubicBezTo>
                    <a:pt x="20306" y="30920"/>
                    <a:pt x="22429" y="28708"/>
                    <a:pt x="24873" y="26888"/>
                  </a:cubicBezTo>
                  <a:cubicBezTo>
                    <a:pt x="30155" y="22998"/>
                    <a:pt x="32278" y="16111"/>
                    <a:pt x="30083" y="9920"/>
                  </a:cubicBezTo>
                  <a:cubicBezTo>
                    <a:pt x="27966" y="3948"/>
                    <a:pt x="22330" y="1"/>
                    <a:pt x="160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6" name="Google Shape;1761;p41">
              <a:extLst>
                <a:ext uri="{FF2B5EF4-FFF2-40B4-BE49-F238E27FC236}">
                  <a16:creationId xmlns:a16="http://schemas.microsoft.com/office/drawing/2014/main" id="{6E34BD99-C9D0-25E7-2BD3-6548D63801E5}"/>
                </a:ext>
              </a:extLst>
            </p:cNvPr>
            <p:cNvSpPr/>
            <p:nvPr/>
          </p:nvSpPr>
          <p:spPr>
            <a:xfrm>
              <a:off x="6999657" y="1394227"/>
              <a:ext cx="535223" cy="576369"/>
            </a:xfrm>
            <a:custGeom>
              <a:avLst/>
              <a:gdLst/>
              <a:ahLst/>
              <a:cxnLst/>
              <a:rect l="l" t="t" r="r" b="b"/>
              <a:pathLst>
                <a:path w="16684" h="17968" extrusionOk="0">
                  <a:moveTo>
                    <a:pt x="8351" y="0"/>
                  </a:moveTo>
                  <a:cubicBezTo>
                    <a:pt x="3747" y="0"/>
                    <a:pt x="0" y="4015"/>
                    <a:pt x="0" y="8975"/>
                  </a:cubicBezTo>
                  <a:cubicBezTo>
                    <a:pt x="0" y="13953"/>
                    <a:pt x="3747" y="17968"/>
                    <a:pt x="8351" y="17968"/>
                  </a:cubicBezTo>
                  <a:cubicBezTo>
                    <a:pt x="12954" y="17968"/>
                    <a:pt x="16683" y="13953"/>
                    <a:pt x="16683" y="8975"/>
                  </a:cubicBezTo>
                  <a:cubicBezTo>
                    <a:pt x="16683" y="4015"/>
                    <a:pt x="12954" y="0"/>
                    <a:pt x="8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7" name="Google Shape;1762;p41">
              <a:extLst>
                <a:ext uri="{FF2B5EF4-FFF2-40B4-BE49-F238E27FC236}">
                  <a16:creationId xmlns:a16="http://schemas.microsoft.com/office/drawing/2014/main" id="{CBB6734C-A7D1-AA7A-A827-324CECD9A8F8}"/>
                </a:ext>
              </a:extLst>
            </p:cNvPr>
            <p:cNvSpPr/>
            <p:nvPr/>
          </p:nvSpPr>
          <p:spPr>
            <a:xfrm>
              <a:off x="6999657" y="1394227"/>
              <a:ext cx="535223" cy="534604"/>
            </a:xfrm>
            <a:custGeom>
              <a:avLst/>
              <a:gdLst/>
              <a:ahLst/>
              <a:cxnLst/>
              <a:rect l="l" t="t" r="r" b="b"/>
              <a:pathLst>
                <a:path w="16684" h="16666" extrusionOk="0">
                  <a:moveTo>
                    <a:pt x="8351" y="0"/>
                  </a:moveTo>
                  <a:cubicBezTo>
                    <a:pt x="3747" y="0"/>
                    <a:pt x="0" y="3730"/>
                    <a:pt x="0" y="8333"/>
                  </a:cubicBezTo>
                  <a:cubicBezTo>
                    <a:pt x="0" y="12936"/>
                    <a:pt x="3747" y="16665"/>
                    <a:pt x="8351" y="16665"/>
                  </a:cubicBezTo>
                  <a:cubicBezTo>
                    <a:pt x="12954" y="16665"/>
                    <a:pt x="16683" y="12936"/>
                    <a:pt x="16683" y="8333"/>
                  </a:cubicBezTo>
                  <a:cubicBezTo>
                    <a:pt x="16683" y="3730"/>
                    <a:pt x="12954" y="0"/>
                    <a:pt x="8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8" name="Google Shape;1763;p41">
              <a:extLst>
                <a:ext uri="{FF2B5EF4-FFF2-40B4-BE49-F238E27FC236}">
                  <a16:creationId xmlns:a16="http://schemas.microsoft.com/office/drawing/2014/main" id="{7CBBD05E-8F15-7475-3B28-E60FBA390795}"/>
                </a:ext>
              </a:extLst>
            </p:cNvPr>
            <p:cNvSpPr txBox="1"/>
            <p:nvPr/>
          </p:nvSpPr>
          <p:spPr>
            <a:xfrm>
              <a:off x="1464188" y="3676285"/>
              <a:ext cx="480900" cy="41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8925" rIns="0" bIns="0" anchor="t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01</a:t>
              </a:r>
              <a:endParaRPr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" name="Google Shape;1764;p41">
              <a:extLst>
                <a:ext uri="{FF2B5EF4-FFF2-40B4-BE49-F238E27FC236}">
                  <a16:creationId xmlns:a16="http://schemas.microsoft.com/office/drawing/2014/main" id="{500AFE7E-6511-67B0-1884-61B09C7C03C0}"/>
                </a:ext>
              </a:extLst>
            </p:cNvPr>
            <p:cNvSpPr txBox="1"/>
            <p:nvPr/>
          </p:nvSpPr>
          <p:spPr>
            <a:xfrm>
              <a:off x="977907" y="2086100"/>
              <a:ext cx="1504635" cy="37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ID" sz="1600" b="1" dirty="0">
                  <a:solidFill>
                    <a:schemeClr val="bg1"/>
                  </a:solidFill>
                  <a:latin typeface="Lora" pitchFamily="2" charset="0"/>
                </a:rPr>
                <a:t>Procurement</a:t>
              </a:r>
            </a:p>
          </p:txBody>
        </p:sp>
        <p:sp>
          <p:nvSpPr>
            <p:cNvPr id="20" name="Google Shape;1765;p41">
              <a:extLst>
                <a:ext uri="{FF2B5EF4-FFF2-40B4-BE49-F238E27FC236}">
                  <a16:creationId xmlns:a16="http://schemas.microsoft.com/office/drawing/2014/main" id="{E94BBDFD-EAC6-03B7-C821-39D6E410F57D}"/>
                </a:ext>
              </a:extLst>
            </p:cNvPr>
            <p:cNvSpPr txBox="1"/>
            <p:nvPr/>
          </p:nvSpPr>
          <p:spPr>
            <a:xfrm>
              <a:off x="3305302" y="2847959"/>
              <a:ext cx="554700" cy="41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8925" rIns="0" bIns="0" anchor="t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02</a:t>
              </a:r>
              <a:endParaRPr sz="2600" b="1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" name="Google Shape;1766;p41">
              <a:extLst>
                <a:ext uri="{FF2B5EF4-FFF2-40B4-BE49-F238E27FC236}">
                  <a16:creationId xmlns:a16="http://schemas.microsoft.com/office/drawing/2014/main" id="{7C80E543-63BA-0CD9-BA51-68F9CBB09D53}"/>
                </a:ext>
              </a:extLst>
            </p:cNvPr>
            <p:cNvSpPr txBox="1"/>
            <p:nvPr/>
          </p:nvSpPr>
          <p:spPr>
            <a:xfrm>
              <a:off x="2850784" y="3894825"/>
              <a:ext cx="1504635" cy="378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ID" sz="1600" b="1" dirty="0">
                  <a:solidFill>
                    <a:schemeClr val="bg1"/>
                  </a:solidFill>
                  <a:latin typeface="Lora" pitchFamily="2" charset="0"/>
                </a:rPr>
                <a:t>Manufacturing</a:t>
              </a:r>
            </a:p>
          </p:txBody>
        </p:sp>
        <p:sp>
          <p:nvSpPr>
            <p:cNvPr id="22" name="Google Shape;1767;p41">
              <a:extLst>
                <a:ext uri="{FF2B5EF4-FFF2-40B4-BE49-F238E27FC236}">
                  <a16:creationId xmlns:a16="http://schemas.microsoft.com/office/drawing/2014/main" id="{04287E02-86A0-377E-6019-2A9FC0096F8F}"/>
                </a:ext>
              </a:extLst>
            </p:cNvPr>
            <p:cNvSpPr txBox="1"/>
            <p:nvPr/>
          </p:nvSpPr>
          <p:spPr>
            <a:xfrm>
              <a:off x="5068477" y="2131095"/>
              <a:ext cx="554700" cy="41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8925" rIns="0" bIns="0" anchor="t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03</a:t>
              </a:r>
              <a:endParaRPr sz="2600" b="1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" name="Google Shape;1768;p41">
              <a:extLst>
                <a:ext uri="{FF2B5EF4-FFF2-40B4-BE49-F238E27FC236}">
                  <a16:creationId xmlns:a16="http://schemas.microsoft.com/office/drawing/2014/main" id="{08C7C8A2-1467-1FDC-B1E9-4303288E754F}"/>
                </a:ext>
              </a:extLst>
            </p:cNvPr>
            <p:cNvSpPr txBox="1"/>
            <p:nvPr/>
          </p:nvSpPr>
          <p:spPr>
            <a:xfrm>
              <a:off x="4606833" y="579025"/>
              <a:ext cx="1504635" cy="37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ID" sz="1600" b="1" dirty="0">
                  <a:solidFill>
                    <a:schemeClr val="bg1"/>
                  </a:solidFill>
                  <a:latin typeface="Lora" pitchFamily="2" charset="0"/>
                </a:rPr>
                <a:t>Warehousing</a:t>
              </a:r>
            </a:p>
          </p:txBody>
        </p:sp>
        <p:sp>
          <p:nvSpPr>
            <p:cNvPr id="24" name="Google Shape;1769;p41">
              <a:extLst>
                <a:ext uri="{FF2B5EF4-FFF2-40B4-BE49-F238E27FC236}">
                  <a16:creationId xmlns:a16="http://schemas.microsoft.com/office/drawing/2014/main" id="{C58C1551-E042-A71A-A2E4-A44739B6123A}"/>
                </a:ext>
              </a:extLst>
            </p:cNvPr>
            <p:cNvSpPr txBox="1"/>
            <p:nvPr/>
          </p:nvSpPr>
          <p:spPr>
            <a:xfrm>
              <a:off x="6978528" y="1497121"/>
              <a:ext cx="554700" cy="41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8925" rIns="0" bIns="0" anchor="t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04</a:t>
              </a:r>
              <a:endParaRPr sz="2600" b="1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5" name="Google Shape;1770;p41">
              <a:extLst>
                <a:ext uri="{FF2B5EF4-FFF2-40B4-BE49-F238E27FC236}">
                  <a16:creationId xmlns:a16="http://schemas.microsoft.com/office/drawing/2014/main" id="{7A298B34-4AA1-EB37-311F-A17EAA0CDDD8}"/>
                </a:ext>
              </a:extLst>
            </p:cNvPr>
            <p:cNvSpPr txBox="1"/>
            <p:nvPr/>
          </p:nvSpPr>
          <p:spPr>
            <a:xfrm>
              <a:off x="850674" y="2575683"/>
              <a:ext cx="1759099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26" name="Google Shape;1771;p41">
              <a:extLst>
                <a:ext uri="{FF2B5EF4-FFF2-40B4-BE49-F238E27FC236}">
                  <a16:creationId xmlns:a16="http://schemas.microsoft.com/office/drawing/2014/main" id="{71E26263-15D5-5EF5-1863-5C8D27E42C77}"/>
                </a:ext>
              </a:extLst>
            </p:cNvPr>
            <p:cNvSpPr txBox="1"/>
            <p:nvPr/>
          </p:nvSpPr>
          <p:spPr>
            <a:xfrm>
              <a:off x="4523999" y="1068725"/>
              <a:ext cx="16704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27" name="Google Shape;1772;p41">
              <a:extLst>
                <a:ext uri="{FF2B5EF4-FFF2-40B4-BE49-F238E27FC236}">
                  <a16:creationId xmlns:a16="http://schemas.microsoft.com/office/drawing/2014/main" id="{6EC70612-EE63-B5BA-D82F-24CD96A011E6}"/>
                </a:ext>
              </a:extLst>
            </p:cNvPr>
            <p:cNvSpPr txBox="1"/>
            <p:nvPr/>
          </p:nvSpPr>
          <p:spPr>
            <a:xfrm>
              <a:off x="2723187" y="4391905"/>
              <a:ext cx="1759825" cy="3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28" name="Google Shape;1773;p41">
              <a:extLst>
                <a:ext uri="{FF2B5EF4-FFF2-40B4-BE49-F238E27FC236}">
                  <a16:creationId xmlns:a16="http://schemas.microsoft.com/office/drawing/2014/main" id="{AC9359D2-25ED-3C3F-86DE-7C6257B5A62E}"/>
                </a:ext>
              </a:extLst>
            </p:cNvPr>
            <p:cNvSpPr txBox="1"/>
            <p:nvPr/>
          </p:nvSpPr>
          <p:spPr>
            <a:xfrm>
              <a:off x="6430306" y="3037575"/>
              <a:ext cx="169719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29" name="Google Shape;1775;p41">
              <a:extLst>
                <a:ext uri="{FF2B5EF4-FFF2-40B4-BE49-F238E27FC236}">
                  <a16:creationId xmlns:a16="http://schemas.microsoft.com/office/drawing/2014/main" id="{165809D0-321F-28C5-A647-E16078B3671C}"/>
                </a:ext>
              </a:extLst>
            </p:cNvPr>
            <p:cNvSpPr txBox="1"/>
            <p:nvPr/>
          </p:nvSpPr>
          <p:spPr>
            <a:xfrm>
              <a:off x="6481614" y="2572250"/>
              <a:ext cx="1504635" cy="37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ID" sz="1600" b="1" dirty="0">
                  <a:solidFill>
                    <a:schemeClr val="bg1"/>
                  </a:solidFill>
                  <a:latin typeface="Lora" pitchFamily="2" charset="0"/>
                </a:rPr>
                <a:t>Transportation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687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64968D70-36EC-8787-B729-1B37398920EA}"/>
              </a:ext>
            </a:extLst>
          </p:cNvPr>
          <p:cNvGrpSpPr/>
          <p:nvPr/>
        </p:nvGrpSpPr>
        <p:grpSpPr>
          <a:xfrm>
            <a:off x="308792" y="1598639"/>
            <a:ext cx="11574416" cy="4684660"/>
            <a:chOff x="308792" y="1446239"/>
            <a:chExt cx="11574416" cy="468466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649AB50-62C2-56D7-BE80-ADE8BF42D4A9}"/>
                </a:ext>
              </a:extLst>
            </p:cNvPr>
            <p:cNvSpPr/>
            <p:nvPr/>
          </p:nvSpPr>
          <p:spPr>
            <a:xfrm>
              <a:off x="308792" y="1674949"/>
              <a:ext cx="11574416" cy="3167064"/>
            </a:xfrm>
            <a:custGeom>
              <a:avLst/>
              <a:gdLst>
                <a:gd name="connsiteX0" fmla="*/ 1464320 w 10515600"/>
                <a:gd name="connsiteY0" fmla="*/ 260103 h 2877344"/>
                <a:gd name="connsiteX1" fmla="*/ 309695 w 10515600"/>
                <a:gd name="connsiteY1" fmla="*/ 1201150 h 2877344"/>
                <a:gd name="connsiteX2" fmla="*/ 285750 w 10515600"/>
                <a:gd name="connsiteY2" fmla="*/ 1438673 h 2877344"/>
                <a:gd name="connsiteX3" fmla="*/ 285750 w 10515600"/>
                <a:gd name="connsiteY3" fmla="*/ 1438672 h 2877344"/>
                <a:gd name="connsiteX4" fmla="*/ 285750 w 10515600"/>
                <a:gd name="connsiteY4" fmla="*/ 1438673 h 2877344"/>
                <a:gd name="connsiteX5" fmla="*/ 285750 w 10515600"/>
                <a:gd name="connsiteY5" fmla="*/ 1438673 h 2877344"/>
                <a:gd name="connsiteX6" fmla="*/ 309695 w 10515600"/>
                <a:gd name="connsiteY6" fmla="*/ 1676195 h 2877344"/>
                <a:gd name="connsiteX7" fmla="*/ 1464320 w 10515600"/>
                <a:gd name="connsiteY7" fmla="*/ 2617242 h 2877344"/>
                <a:gd name="connsiteX8" fmla="*/ 9070330 w 10515600"/>
                <a:gd name="connsiteY8" fmla="*/ 2617243 h 2877344"/>
                <a:gd name="connsiteX9" fmla="*/ 10248900 w 10515600"/>
                <a:gd name="connsiteY9" fmla="*/ 1438673 h 2877344"/>
                <a:gd name="connsiteX10" fmla="*/ 10248901 w 10515600"/>
                <a:gd name="connsiteY10" fmla="*/ 1438673 h 2877344"/>
                <a:gd name="connsiteX11" fmla="*/ 9070331 w 10515600"/>
                <a:gd name="connsiteY11" fmla="*/ 260103 h 2877344"/>
                <a:gd name="connsiteX12" fmla="*/ 1438672 w 10515600"/>
                <a:gd name="connsiteY12" fmla="*/ 0 h 2877344"/>
                <a:gd name="connsiteX13" fmla="*/ 9076928 w 10515600"/>
                <a:gd name="connsiteY13" fmla="*/ 0 h 2877344"/>
                <a:gd name="connsiteX14" fmla="*/ 10515600 w 10515600"/>
                <a:gd name="connsiteY14" fmla="*/ 1438672 h 2877344"/>
                <a:gd name="connsiteX15" fmla="*/ 9076928 w 10515600"/>
                <a:gd name="connsiteY15" fmla="*/ 2877344 h 2877344"/>
                <a:gd name="connsiteX16" fmla="*/ 1438672 w 10515600"/>
                <a:gd name="connsiteY16" fmla="*/ 2877344 h 2877344"/>
                <a:gd name="connsiteX17" fmla="*/ 0 w 10515600"/>
                <a:gd name="connsiteY17" fmla="*/ 1438672 h 2877344"/>
                <a:gd name="connsiteX18" fmla="*/ 1438672 w 10515600"/>
                <a:gd name="connsiteY18" fmla="*/ 0 h 2877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515600" h="2877344">
                  <a:moveTo>
                    <a:pt x="1464320" y="260103"/>
                  </a:moveTo>
                  <a:cubicBezTo>
                    <a:pt x="894777" y="260103"/>
                    <a:pt x="419592" y="664096"/>
                    <a:pt x="309695" y="1201150"/>
                  </a:cubicBezTo>
                  <a:lnTo>
                    <a:pt x="285750" y="1438673"/>
                  </a:lnTo>
                  <a:lnTo>
                    <a:pt x="285750" y="1438672"/>
                  </a:lnTo>
                  <a:lnTo>
                    <a:pt x="285750" y="1438673"/>
                  </a:lnTo>
                  <a:lnTo>
                    <a:pt x="285750" y="1438673"/>
                  </a:lnTo>
                  <a:lnTo>
                    <a:pt x="309695" y="1676195"/>
                  </a:lnTo>
                  <a:cubicBezTo>
                    <a:pt x="419592" y="2213250"/>
                    <a:pt x="894777" y="2617242"/>
                    <a:pt x="1464320" y="2617242"/>
                  </a:cubicBezTo>
                  <a:lnTo>
                    <a:pt x="9070330" y="2617243"/>
                  </a:lnTo>
                  <a:cubicBezTo>
                    <a:pt x="9721236" y="2617243"/>
                    <a:pt x="10248900" y="2089579"/>
                    <a:pt x="10248900" y="1438673"/>
                  </a:cubicBezTo>
                  <a:lnTo>
                    <a:pt x="10248901" y="1438673"/>
                  </a:lnTo>
                  <a:cubicBezTo>
                    <a:pt x="10248901" y="787767"/>
                    <a:pt x="9721237" y="260103"/>
                    <a:pt x="9070331" y="260103"/>
                  </a:cubicBezTo>
                  <a:close/>
                  <a:moveTo>
                    <a:pt x="1438672" y="0"/>
                  </a:moveTo>
                  <a:lnTo>
                    <a:pt x="9076928" y="0"/>
                  </a:lnTo>
                  <a:cubicBezTo>
                    <a:pt x="9871485" y="0"/>
                    <a:pt x="10515600" y="644115"/>
                    <a:pt x="10515600" y="1438672"/>
                  </a:cubicBezTo>
                  <a:cubicBezTo>
                    <a:pt x="10515600" y="2233229"/>
                    <a:pt x="9871485" y="2877344"/>
                    <a:pt x="9076928" y="2877344"/>
                  </a:cubicBezTo>
                  <a:lnTo>
                    <a:pt x="1438672" y="2877344"/>
                  </a:lnTo>
                  <a:cubicBezTo>
                    <a:pt x="644115" y="2877344"/>
                    <a:pt x="0" y="2233229"/>
                    <a:pt x="0" y="1438672"/>
                  </a:cubicBezTo>
                  <a:cubicBezTo>
                    <a:pt x="0" y="644115"/>
                    <a:pt x="644115" y="0"/>
                    <a:pt x="143867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Lora" pitchFamily="2" charset="0"/>
              </a:endParaRPr>
            </a:p>
          </p:txBody>
        </p:sp>
        <p:sp>
          <p:nvSpPr>
            <p:cNvPr id="4" name="Freeform 97">
              <a:extLst>
                <a:ext uri="{FF2B5EF4-FFF2-40B4-BE49-F238E27FC236}">
                  <a16:creationId xmlns:a16="http://schemas.microsoft.com/office/drawing/2014/main" id="{A19895AF-D2D1-9078-B1EC-6E0E2A1E50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1609" y="3907810"/>
              <a:ext cx="1604882" cy="1604882"/>
            </a:xfrm>
            <a:custGeom>
              <a:avLst/>
              <a:gdLst>
                <a:gd name="T0" fmla="*/ 677 w 714"/>
                <a:gd name="T1" fmla="*/ 212 h 715"/>
                <a:gd name="T2" fmla="*/ 626 w 714"/>
                <a:gd name="T3" fmla="*/ 179 h 715"/>
                <a:gd name="T4" fmla="*/ 573 w 714"/>
                <a:gd name="T5" fmla="*/ 139 h 715"/>
                <a:gd name="T6" fmla="*/ 553 w 714"/>
                <a:gd name="T7" fmla="*/ 94 h 715"/>
                <a:gd name="T8" fmla="*/ 516 w 714"/>
                <a:gd name="T9" fmla="*/ 53 h 715"/>
                <a:gd name="T10" fmla="*/ 421 w 714"/>
                <a:gd name="T11" fmla="*/ 60 h 715"/>
                <a:gd name="T12" fmla="*/ 429 w 714"/>
                <a:gd name="T13" fmla="*/ 26 h 715"/>
                <a:gd name="T14" fmla="*/ 22 w 714"/>
                <a:gd name="T15" fmla="*/ 436 h 715"/>
                <a:gd name="T16" fmla="*/ 39 w 714"/>
                <a:gd name="T17" fmla="*/ 451 h 715"/>
                <a:gd name="T18" fmla="*/ 60 w 714"/>
                <a:gd name="T19" fmla="*/ 465 h 715"/>
                <a:gd name="T20" fmla="*/ 108 w 714"/>
                <a:gd name="T21" fmla="*/ 446 h 715"/>
                <a:gd name="T22" fmla="*/ 102 w 714"/>
                <a:gd name="T23" fmla="*/ 508 h 715"/>
                <a:gd name="T24" fmla="*/ 146 w 714"/>
                <a:gd name="T25" fmla="*/ 552 h 715"/>
                <a:gd name="T26" fmla="*/ 190 w 714"/>
                <a:gd name="T27" fmla="*/ 596 h 715"/>
                <a:gd name="T28" fmla="*/ 214 w 714"/>
                <a:gd name="T29" fmla="*/ 647 h 715"/>
                <a:gd name="T30" fmla="*/ 296 w 714"/>
                <a:gd name="T31" fmla="*/ 709 h 715"/>
                <a:gd name="T32" fmla="*/ 684 w 714"/>
                <a:gd name="T33" fmla="*/ 227 h 715"/>
                <a:gd name="T34" fmla="*/ 434 w 714"/>
                <a:gd name="T35" fmla="*/ 24 h 715"/>
                <a:gd name="T36" fmla="*/ 9 w 714"/>
                <a:gd name="T37" fmla="*/ 371 h 715"/>
                <a:gd name="T38" fmla="*/ 37 w 714"/>
                <a:gd name="T39" fmla="*/ 344 h 715"/>
                <a:gd name="T40" fmla="*/ 45 w 714"/>
                <a:gd name="T41" fmla="*/ 192 h 715"/>
                <a:gd name="T42" fmla="*/ 64 w 714"/>
                <a:gd name="T43" fmla="*/ 419 h 715"/>
                <a:gd name="T44" fmla="*/ 84 w 714"/>
                <a:gd name="T45" fmla="*/ 332 h 715"/>
                <a:gd name="T46" fmla="*/ 87 w 714"/>
                <a:gd name="T47" fmla="*/ 502 h 715"/>
                <a:gd name="T48" fmla="*/ 234 w 714"/>
                <a:gd name="T49" fmla="*/ 679 h 715"/>
                <a:gd name="T50" fmla="*/ 287 w 714"/>
                <a:gd name="T51" fmla="*/ 641 h 715"/>
                <a:gd name="T52" fmla="*/ 303 w 714"/>
                <a:gd name="T53" fmla="*/ 67 h 715"/>
                <a:gd name="T54" fmla="*/ 270 w 714"/>
                <a:gd name="T55" fmla="*/ 571 h 715"/>
                <a:gd name="T56" fmla="*/ 246 w 714"/>
                <a:gd name="T57" fmla="*/ 640 h 715"/>
                <a:gd name="T58" fmla="*/ 249 w 714"/>
                <a:gd name="T59" fmla="*/ 640 h 715"/>
                <a:gd name="T60" fmla="*/ 227 w 714"/>
                <a:gd name="T61" fmla="*/ 527 h 715"/>
                <a:gd name="T62" fmla="*/ 209 w 714"/>
                <a:gd name="T63" fmla="*/ 468 h 715"/>
                <a:gd name="T64" fmla="*/ 178 w 714"/>
                <a:gd name="T65" fmla="*/ 383 h 715"/>
                <a:gd name="T66" fmla="*/ 165 w 714"/>
                <a:gd name="T67" fmla="*/ 345 h 715"/>
                <a:gd name="T68" fmla="*/ 156 w 714"/>
                <a:gd name="T69" fmla="*/ 435 h 715"/>
                <a:gd name="T70" fmla="*/ 132 w 714"/>
                <a:gd name="T71" fmla="*/ 280 h 715"/>
                <a:gd name="T72" fmla="*/ 123 w 714"/>
                <a:gd name="T73" fmla="*/ 474 h 715"/>
                <a:gd name="T74" fmla="*/ 154 w 714"/>
                <a:gd name="T75" fmla="*/ 484 h 715"/>
                <a:gd name="T76" fmla="*/ 189 w 714"/>
                <a:gd name="T77" fmla="*/ 398 h 715"/>
                <a:gd name="T78" fmla="*/ 235 w 714"/>
                <a:gd name="T79" fmla="*/ 592 h 715"/>
                <a:gd name="T80" fmla="*/ 277 w 714"/>
                <a:gd name="T81" fmla="*/ 700 h 715"/>
                <a:gd name="T82" fmla="*/ 335 w 714"/>
                <a:gd name="T83" fmla="*/ 131 h 715"/>
                <a:gd name="T84" fmla="*/ 522 w 714"/>
                <a:gd name="T85" fmla="*/ 181 h 715"/>
                <a:gd name="T86" fmla="*/ 480 w 714"/>
                <a:gd name="T87" fmla="*/ 95 h 715"/>
                <a:gd name="T88" fmla="*/ 502 w 714"/>
                <a:gd name="T89" fmla="*/ 132 h 715"/>
                <a:gd name="T90" fmla="*/ 509 w 714"/>
                <a:gd name="T91" fmla="*/ 36 h 715"/>
                <a:gd name="T92" fmla="*/ 462 w 714"/>
                <a:gd name="T93" fmla="*/ 49 h 715"/>
                <a:gd name="T94" fmla="*/ 406 w 714"/>
                <a:gd name="T95" fmla="*/ 125 h 715"/>
                <a:gd name="T96" fmla="*/ 372 w 714"/>
                <a:gd name="T97" fmla="*/ 610 h 715"/>
                <a:gd name="T98" fmla="*/ 398 w 714"/>
                <a:gd name="T99" fmla="*/ 679 h 715"/>
                <a:gd name="T100" fmla="*/ 454 w 714"/>
                <a:gd name="T101" fmla="*/ 644 h 715"/>
                <a:gd name="T102" fmla="*/ 469 w 714"/>
                <a:gd name="T103" fmla="*/ 168 h 715"/>
                <a:gd name="T104" fmla="*/ 522 w 714"/>
                <a:gd name="T105" fmla="*/ 285 h 715"/>
                <a:gd name="T106" fmla="*/ 585 w 714"/>
                <a:gd name="T107" fmla="*/ 213 h 715"/>
                <a:gd name="T108" fmla="*/ 544 w 714"/>
                <a:gd name="T109" fmla="*/ 168 h 715"/>
                <a:gd name="T110" fmla="*/ 573 w 714"/>
                <a:gd name="T111" fmla="*/ 236 h 715"/>
                <a:gd name="T112" fmla="*/ 595 w 714"/>
                <a:gd name="T113" fmla="*/ 470 h 715"/>
                <a:gd name="T114" fmla="*/ 651 w 714"/>
                <a:gd name="T115" fmla="*/ 272 h 715"/>
                <a:gd name="T116" fmla="*/ 630 w 714"/>
                <a:gd name="T117" fmla="*/ 261 h 715"/>
                <a:gd name="T118" fmla="*/ 615 w 714"/>
                <a:gd name="T119" fmla="*/ 194 h 715"/>
                <a:gd name="T120" fmla="*/ 625 w 714"/>
                <a:gd name="T121" fmla="*/ 381 h 715"/>
                <a:gd name="T122" fmla="*/ 658 w 714"/>
                <a:gd name="T123" fmla="*/ 277 h 715"/>
                <a:gd name="T124" fmla="*/ 686 w 714"/>
                <a:gd name="T125" fmla="*/ 342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4" h="715">
                  <a:moveTo>
                    <a:pt x="710" y="304"/>
                  </a:moveTo>
                  <a:cubicBezTo>
                    <a:pt x="710" y="305"/>
                    <a:pt x="710" y="305"/>
                    <a:pt x="709" y="305"/>
                  </a:cubicBezTo>
                  <a:cubicBezTo>
                    <a:pt x="709" y="304"/>
                    <a:pt x="710" y="303"/>
                    <a:pt x="710" y="303"/>
                  </a:cubicBezTo>
                  <a:cubicBezTo>
                    <a:pt x="710" y="303"/>
                    <a:pt x="710" y="303"/>
                    <a:pt x="710" y="303"/>
                  </a:cubicBezTo>
                  <a:cubicBezTo>
                    <a:pt x="709" y="297"/>
                    <a:pt x="708" y="292"/>
                    <a:pt x="707" y="286"/>
                  </a:cubicBezTo>
                  <a:cubicBezTo>
                    <a:pt x="707" y="287"/>
                    <a:pt x="707" y="288"/>
                    <a:pt x="706" y="290"/>
                  </a:cubicBezTo>
                  <a:cubicBezTo>
                    <a:pt x="706" y="289"/>
                    <a:pt x="707" y="289"/>
                    <a:pt x="707" y="289"/>
                  </a:cubicBezTo>
                  <a:cubicBezTo>
                    <a:pt x="707" y="290"/>
                    <a:pt x="706" y="290"/>
                    <a:pt x="706" y="290"/>
                  </a:cubicBezTo>
                  <a:cubicBezTo>
                    <a:pt x="706" y="292"/>
                    <a:pt x="706" y="294"/>
                    <a:pt x="705" y="295"/>
                  </a:cubicBezTo>
                  <a:cubicBezTo>
                    <a:pt x="703" y="298"/>
                    <a:pt x="703" y="301"/>
                    <a:pt x="703" y="301"/>
                  </a:cubicBezTo>
                  <a:cubicBezTo>
                    <a:pt x="702" y="302"/>
                    <a:pt x="700" y="300"/>
                    <a:pt x="699" y="300"/>
                  </a:cubicBezTo>
                  <a:cubicBezTo>
                    <a:pt x="697" y="301"/>
                    <a:pt x="697" y="303"/>
                    <a:pt x="696" y="300"/>
                  </a:cubicBezTo>
                  <a:cubicBezTo>
                    <a:pt x="696" y="299"/>
                    <a:pt x="696" y="301"/>
                    <a:pt x="695" y="298"/>
                  </a:cubicBezTo>
                  <a:cubicBezTo>
                    <a:pt x="695" y="297"/>
                    <a:pt x="697" y="291"/>
                    <a:pt x="700" y="292"/>
                  </a:cubicBezTo>
                  <a:cubicBezTo>
                    <a:pt x="701" y="293"/>
                    <a:pt x="702" y="295"/>
                    <a:pt x="703" y="292"/>
                  </a:cubicBezTo>
                  <a:cubicBezTo>
                    <a:pt x="703" y="291"/>
                    <a:pt x="703" y="290"/>
                    <a:pt x="703" y="289"/>
                  </a:cubicBezTo>
                  <a:cubicBezTo>
                    <a:pt x="703" y="287"/>
                    <a:pt x="705" y="284"/>
                    <a:pt x="706" y="282"/>
                  </a:cubicBezTo>
                  <a:cubicBezTo>
                    <a:pt x="705" y="276"/>
                    <a:pt x="704" y="270"/>
                    <a:pt x="702" y="264"/>
                  </a:cubicBezTo>
                  <a:cubicBezTo>
                    <a:pt x="701" y="268"/>
                    <a:pt x="695" y="273"/>
                    <a:pt x="691" y="270"/>
                  </a:cubicBezTo>
                  <a:cubicBezTo>
                    <a:pt x="691" y="271"/>
                    <a:pt x="691" y="270"/>
                    <a:pt x="690" y="270"/>
                  </a:cubicBezTo>
                  <a:cubicBezTo>
                    <a:pt x="690" y="270"/>
                    <a:pt x="690" y="270"/>
                    <a:pt x="690" y="270"/>
                  </a:cubicBezTo>
                  <a:cubicBezTo>
                    <a:pt x="690" y="271"/>
                    <a:pt x="690" y="270"/>
                    <a:pt x="690" y="270"/>
                  </a:cubicBezTo>
                  <a:cubicBezTo>
                    <a:pt x="690" y="270"/>
                    <a:pt x="690" y="270"/>
                    <a:pt x="690" y="269"/>
                  </a:cubicBezTo>
                  <a:cubicBezTo>
                    <a:pt x="689" y="270"/>
                    <a:pt x="688" y="271"/>
                    <a:pt x="688" y="271"/>
                  </a:cubicBezTo>
                  <a:cubicBezTo>
                    <a:pt x="686" y="270"/>
                    <a:pt x="686" y="273"/>
                    <a:pt x="685" y="274"/>
                  </a:cubicBezTo>
                  <a:cubicBezTo>
                    <a:pt x="684" y="274"/>
                    <a:pt x="682" y="273"/>
                    <a:pt x="682" y="275"/>
                  </a:cubicBezTo>
                  <a:cubicBezTo>
                    <a:pt x="681" y="270"/>
                    <a:pt x="674" y="279"/>
                    <a:pt x="674" y="281"/>
                  </a:cubicBezTo>
                  <a:cubicBezTo>
                    <a:pt x="675" y="280"/>
                    <a:pt x="681" y="280"/>
                    <a:pt x="680" y="280"/>
                  </a:cubicBezTo>
                  <a:cubicBezTo>
                    <a:pt x="680" y="280"/>
                    <a:pt x="681" y="280"/>
                    <a:pt x="681" y="280"/>
                  </a:cubicBezTo>
                  <a:cubicBezTo>
                    <a:pt x="681" y="280"/>
                    <a:pt x="681" y="280"/>
                    <a:pt x="681" y="280"/>
                  </a:cubicBezTo>
                  <a:cubicBezTo>
                    <a:pt x="681" y="279"/>
                    <a:pt x="682" y="278"/>
                    <a:pt x="682" y="279"/>
                  </a:cubicBezTo>
                  <a:cubicBezTo>
                    <a:pt x="684" y="280"/>
                    <a:pt x="681" y="280"/>
                    <a:pt x="681" y="281"/>
                  </a:cubicBezTo>
                  <a:cubicBezTo>
                    <a:pt x="681" y="282"/>
                    <a:pt x="681" y="282"/>
                    <a:pt x="681" y="282"/>
                  </a:cubicBezTo>
                  <a:cubicBezTo>
                    <a:pt x="682" y="282"/>
                    <a:pt x="683" y="282"/>
                    <a:pt x="683" y="284"/>
                  </a:cubicBezTo>
                  <a:cubicBezTo>
                    <a:pt x="683" y="284"/>
                    <a:pt x="683" y="284"/>
                    <a:pt x="683" y="284"/>
                  </a:cubicBezTo>
                  <a:cubicBezTo>
                    <a:pt x="683" y="284"/>
                    <a:pt x="684" y="285"/>
                    <a:pt x="684" y="286"/>
                  </a:cubicBezTo>
                  <a:cubicBezTo>
                    <a:pt x="684" y="286"/>
                    <a:pt x="681" y="289"/>
                    <a:pt x="681" y="290"/>
                  </a:cubicBezTo>
                  <a:cubicBezTo>
                    <a:pt x="680" y="290"/>
                    <a:pt x="679" y="295"/>
                    <a:pt x="678" y="295"/>
                  </a:cubicBezTo>
                  <a:cubicBezTo>
                    <a:pt x="676" y="295"/>
                    <a:pt x="679" y="293"/>
                    <a:pt x="677" y="292"/>
                  </a:cubicBezTo>
                  <a:cubicBezTo>
                    <a:pt x="677" y="291"/>
                    <a:pt x="675" y="293"/>
                    <a:pt x="674" y="293"/>
                  </a:cubicBezTo>
                  <a:cubicBezTo>
                    <a:pt x="673" y="292"/>
                    <a:pt x="674" y="291"/>
                    <a:pt x="673" y="290"/>
                  </a:cubicBezTo>
                  <a:cubicBezTo>
                    <a:pt x="673" y="290"/>
                    <a:pt x="671" y="292"/>
                    <a:pt x="670" y="290"/>
                  </a:cubicBezTo>
                  <a:cubicBezTo>
                    <a:pt x="669" y="288"/>
                    <a:pt x="672" y="289"/>
                    <a:pt x="672" y="288"/>
                  </a:cubicBezTo>
                  <a:cubicBezTo>
                    <a:pt x="672" y="287"/>
                    <a:pt x="671" y="287"/>
                    <a:pt x="671" y="287"/>
                  </a:cubicBezTo>
                  <a:cubicBezTo>
                    <a:pt x="671" y="286"/>
                    <a:pt x="672" y="285"/>
                    <a:pt x="672" y="283"/>
                  </a:cubicBezTo>
                  <a:cubicBezTo>
                    <a:pt x="672" y="283"/>
                    <a:pt x="672" y="282"/>
                    <a:pt x="672" y="282"/>
                  </a:cubicBezTo>
                  <a:cubicBezTo>
                    <a:pt x="673" y="279"/>
                    <a:pt x="678" y="276"/>
                    <a:pt x="677" y="271"/>
                  </a:cubicBezTo>
                  <a:cubicBezTo>
                    <a:pt x="676" y="270"/>
                    <a:pt x="675" y="271"/>
                    <a:pt x="674" y="272"/>
                  </a:cubicBezTo>
                  <a:cubicBezTo>
                    <a:pt x="675" y="269"/>
                    <a:pt x="676" y="260"/>
                    <a:pt x="681" y="259"/>
                  </a:cubicBezTo>
                  <a:cubicBezTo>
                    <a:pt x="681" y="259"/>
                    <a:pt x="684" y="259"/>
                    <a:pt x="685" y="259"/>
                  </a:cubicBezTo>
                  <a:cubicBezTo>
                    <a:pt x="685" y="259"/>
                    <a:pt x="686" y="260"/>
                    <a:pt x="687" y="261"/>
                  </a:cubicBezTo>
                  <a:cubicBezTo>
                    <a:pt x="687" y="261"/>
                    <a:pt x="687" y="261"/>
                    <a:pt x="688" y="261"/>
                  </a:cubicBezTo>
                  <a:cubicBezTo>
                    <a:pt x="688" y="261"/>
                    <a:pt x="688" y="261"/>
                    <a:pt x="688" y="261"/>
                  </a:cubicBezTo>
                  <a:cubicBezTo>
                    <a:pt x="688" y="262"/>
                    <a:pt x="688" y="262"/>
                    <a:pt x="689" y="262"/>
                  </a:cubicBezTo>
                  <a:cubicBezTo>
                    <a:pt x="690" y="261"/>
                    <a:pt x="691" y="259"/>
                    <a:pt x="692" y="258"/>
                  </a:cubicBezTo>
                  <a:cubicBezTo>
                    <a:pt x="691" y="257"/>
                    <a:pt x="690" y="258"/>
                    <a:pt x="689" y="259"/>
                  </a:cubicBezTo>
                  <a:cubicBezTo>
                    <a:pt x="689" y="258"/>
                    <a:pt x="689" y="258"/>
                    <a:pt x="689" y="258"/>
                  </a:cubicBezTo>
                  <a:cubicBezTo>
                    <a:pt x="688" y="258"/>
                    <a:pt x="687" y="258"/>
                    <a:pt x="687" y="257"/>
                  </a:cubicBezTo>
                  <a:cubicBezTo>
                    <a:pt x="686" y="256"/>
                    <a:pt x="688" y="256"/>
                    <a:pt x="688" y="256"/>
                  </a:cubicBezTo>
                  <a:cubicBezTo>
                    <a:pt x="689" y="254"/>
                    <a:pt x="687" y="255"/>
                    <a:pt x="688" y="253"/>
                  </a:cubicBezTo>
                  <a:cubicBezTo>
                    <a:pt x="689" y="252"/>
                    <a:pt x="692" y="252"/>
                    <a:pt x="692" y="251"/>
                  </a:cubicBezTo>
                  <a:cubicBezTo>
                    <a:pt x="692" y="251"/>
                    <a:pt x="692" y="250"/>
                    <a:pt x="692" y="250"/>
                  </a:cubicBezTo>
                  <a:cubicBezTo>
                    <a:pt x="692" y="250"/>
                    <a:pt x="691" y="249"/>
                    <a:pt x="691" y="249"/>
                  </a:cubicBezTo>
                  <a:cubicBezTo>
                    <a:pt x="691" y="249"/>
                    <a:pt x="692" y="247"/>
                    <a:pt x="691" y="246"/>
                  </a:cubicBezTo>
                  <a:cubicBezTo>
                    <a:pt x="690" y="245"/>
                    <a:pt x="690" y="246"/>
                    <a:pt x="690" y="246"/>
                  </a:cubicBezTo>
                  <a:cubicBezTo>
                    <a:pt x="689" y="246"/>
                    <a:pt x="688" y="242"/>
                    <a:pt x="688" y="242"/>
                  </a:cubicBezTo>
                  <a:cubicBezTo>
                    <a:pt x="689" y="240"/>
                    <a:pt x="691" y="242"/>
                    <a:pt x="693" y="241"/>
                  </a:cubicBezTo>
                  <a:cubicBezTo>
                    <a:pt x="692" y="241"/>
                    <a:pt x="693" y="239"/>
                    <a:pt x="694" y="239"/>
                  </a:cubicBezTo>
                  <a:cubicBezTo>
                    <a:pt x="693" y="235"/>
                    <a:pt x="691" y="231"/>
                    <a:pt x="690" y="227"/>
                  </a:cubicBezTo>
                  <a:cubicBezTo>
                    <a:pt x="690" y="227"/>
                    <a:pt x="689" y="227"/>
                    <a:pt x="689" y="227"/>
                  </a:cubicBezTo>
                  <a:cubicBezTo>
                    <a:pt x="688" y="227"/>
                    <a:pt x="689" y="225"/>
                    <a:pt x="688" y="224"/>
                  </a:cubicBezTo>
                  <a:cubicBezTo>
                    <a:pt x="688" y="223"/>
                    <a:pt x="688" y="223"/>
                    <a:pt x="688" y="223"/>
                  </a:cubicBezTo>
                  <a:cubicBezTo>
                    <a:pt x="688" y="222"/>
                    <a:pt x="688" y="222"/>
                    <a:pt x="688" y="221"/>
                  </a:cubicBezTo>
                  <a:cubicBezTo>
                    <a:pt x="685" y="222"/>
                    <a:pt x="682" y="222"/>
                    <a:pt x="681" y="222"/>
                  </a:cubicBezTo>
                  <a:cubicBezTo>
                    <a:pt x="679" y="222"/>
                    <a:pt x="680" y="219"/>
                    <a:pt x="678" y="220"/>
                  </a:cubicBezTo>
                  <a:cubicBezTo>
                    <a:pt x="680" y="218"/>
                    <a:pt x="676" y="218"/>
                    <a:pt x="676" y="216"/>
                  </a:cubicBezTo>
                  <a:cubicBezTo>
                    <a:pt x="675" y="215"/>
                    <a:pt x="677" y="215"/>
                    <a:pt x="677" y="215"/>
                  </a:cubicBezTo>
                  <a:cubicBezTo>
                    <a:pt x="678" y="214"/>
                    <a:pt x="676" y="213"/>
                    <a:pt x="677" y="212"/>
                  </a:cubicBezTo>
                  <a:cubicBezTo>
                    <a:pt x="677" y="212"/>
                    <a:pt x="677" y="212"/>
                    <a:pt x="677" y="212"/>
                  </a:cubicBezTo>
                  <a:cubicBezTo>
                    <a:pt x="676" y="212"/>
                    <a:pt x="675" y="210"/>
                    <a:pt x="675" y="209"/>
                  </a:cubicBezTo>
                  <a:cubicBezTo>
                    <a:pt x="674" y="209"/>
                    <a:pt x="674" y="209"/>
                    <a:pt x="673" y="209"/>
                  </a:cubicBezTo>
                  <a:cubicBezTo>
                    <a:pt x="674" y="210"/>
                    <a:pt x="674" y="210"/>
                    <a:pt x="674" y="211"/>
                  </a:cubicBezTo>
                  <a:cubicBezTo>
                    <a:pt x="674" y="212"/>
                    <a:pt x="674" y="212"/>
                    <a:pt x="673" y="213"/>
                  </a:cubicBezTo>
                  <a:cubicBezTo>
                    <a:pt x="673" y="214"/>
                    <a:pt x="673" y="214"/>
                    <a:pt x="673" y="215"/>
                  </a:cubicBezTo>
                  <a:cubicBezTo>
                    <a:pt x="673" y="215"/>
                    <a:pt x="673" y="215"/>
                    <a:pt x="673" y="215"/>
                  </a:cubicBezTo>
                  <a:cubicBezTo>
                    <a:pt x="673" y="215"/>
                    <a:pt x="672" y="216"/>
                    <a:pt x="672" y="216"/>
                  </a:cubicBezTo>
                  <a:cubicBezTo>
                    <a:pt x="671" y="217"/>
                    <a:pt x="669" y="218"/>
                    <a:pt x="669" y="220"/>
                  </a:cubicBezTo>
                  <a:cubicBezTo>
                    <a:pt x="670" y="217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7" y="219"/>
                  </a:cubicBezTo>
                  <a:cubicBezTo>
                    <a:pt x="668" y="220"/>
                    <a:pt x="668" y="224"/>
                    <a:pt x="667" y="225"/>
                  </a:cubicBezTo>
                  <a:cubicBezTo>
                    <a:pt x="667" y="225"/>
                    <a:pt x="667" y="224"/>
                    <a:pt x="666" y="224"/>
                  </a:cubicBezTo>
                  <a:cubicBezTo>
                    <a:pt x="665" y="225"/>
                    <a:pt x="663" y="228"/>
                    <a:pt x="660" y="228"/>
                  </a:cubicBezTo>
                  <a:cubicBezTo>
                    <a:pt x="661" y="226"/>
                    <a:pt x="663" y="226"/>
                    <a:pt x="663" y="225"/>
                  </a:cubicBezTo>
                  <a:cubicBezTo>
                    <a:pt x="663" y="224"/>
                    <a:pt x="662" y="225"/>
                    <a:pt x="661" y="224"/>
                  </a:cubicBezTo>
                  <a:cubicBezTo>
                    <a:pt x="660" y="223"/>
                    <a:pt x="662" y="219"/>
                    <a:pt x="665" y="218"/>
                  </a:cubicBezTo>
                  <a:cubicBezTo>
                    <a:pt x="665" y="217"/>
                    <a:pt x="665" y="216"/>
                    <a:pt x="665" y="216"/>
                  </a:cubicBezTo>
                  <a:cubicBezTo>
                    <a:pt x="665" y="215"/>
                    <a:pt x="664" y="215"/>
                    <a:pt x="664" y="215"/>
                  </a:cubicBezTo>
                  <a:cubicBezTo>
                    <a:pt x="663" y="217"/>
                    <a:pt x="661" y="218"/>
                    <a:pt x="660" y="220"/>
                  </a:cubicBezTo>
                  <a:cubicBezTo>
                    <a:pt x="660" y="221"/>
                    <a:pt x="661" y="222"/>
                    <a:pt x="660" y="223"/>
                  </a:cubicBezTo>
                  <a:cubicBezTo>
                    <a:pt x="660" y="223"/>
                    <a:pt x="659" y="224"/>
                    <a:pt x="659" y="225"/>
                  </a:cubicBezTo>
                  <a:cubicBezTo>
                    <a:pt x="659" y="226"/>
                    <a:pt x="661" y="225"/>
                    <a:pt x="660" y="226"/>
                  </a:cubicBezTo>
                  <a:cubicBezTo>
                    <a:pt x="660" y="227"/>
                    <a:pt x="659" y="228"/>
                    <a:pt x="659" y="227"/>
                  </a:cubicBezTo>
                  <a:cubicBezTo>
                    <a:pt x="658" y="227"/>
                    <a:pt x="658" y="225"/>
                    <a:pt x="657" y="224"/>
                  </a:cubicBezTo>
                  <a:cubicBezTo>
                    <a:pt x="657" y="223"/>
                    <a:pt x="656" y="224"/>
                    <a:pt x="655" y="223"/>
                  </a:cubicBezTo>
                  <a:cubicBezTo>
                    <a:pt x="653" y="223"/>
                    <a:pt x="653" y="221"/>
                    <a:pt x="650" y="224"/>
                  </a:cubicBezTo>
                  <a:cubicBezTo>
                    <a:pt x="653" y="220"/>
                    <a:pt x="649" y="222"/>
                    <a:pt x="648" y="221"/>
                  </a:cubicBezTo>
                  <a:cubicBezTo>
                    <a:pt x="648" y="222"/>
                    <a:pt x="647" y="215"/>
                    <a:pt x="647" y="215"/>
                  </a:cubicBezTo>
                  <a:cubicBezTo>
                    <a:pt x="647" y="214"/>
                    <a:pt x="648" y="211"/>
                    <a:pt x="648" y="209"/>
                  </a:cubicBezTo>
                  <a:cubicBezTo>
                    <a:pt x="648" y="210"/>
                    <a:pt x="648" y="210"/>
                    <a:pt x="647" y="210"/>
                  </a:cubicBezTo>
                  <a:cubicBezTo>
                    <a:pt x="647" y="210"/>
                    <a:pt x="647" y="209"/>
                    <a:pt x="648" y="208"/>
                  </a:cubicBezTo>
                  <a:cubicBezTo>
                    <a:pt x="648" y="208"/>
                    <a:pt x="648" y="208"/>
                    <a:pt x="648" y="208"/>
                  </a:cubicBezTo>
                  <a:cubicBezTo>
                    <a:pt x="647" y="208"/>
                    <a:pt x="647" y="209"/>
                    <a:pt x="647" y="209"/>
                  </a:cubicBezTo>
                  <a:cubicBezTo>
                    <a:pt x="647" y="209"/>
                    <a:pt x="647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4" y="211"/>
                    <a:pt x="639" y="212"/>
                    <a:pt x="635" y="212"/>
                  </a:cubicBezTo>
                  <a:cubicBezTo>
                    <a:pt x="635" y="213"/>
                    <a:pt x="635" y="214"/>
                    <a:pt x="635" y="214"/>
                  </a:cubicBezTo>
                  <a:cubicBezTo>
                    <a:pt x="634" y="214"/>
                    <a:pt x="634" y="213"/>
                    <a:pt x="634" y="212"/>
                  </a:cubicBezTo>
                  <a:cubicBezTo>
                    <a:pt x="633" y="212"/>
                    <a:pt x="633" y="212"/>
                    <a:pt x="633" y="212"/>
                  </a:cubicBezTo>
                  <a:cubicBezTo>
                    <a:pt x="633" y="211"/>
                    <a:pt x="633" y="210"/>
                    <a:pt x="635" y="210"/>
                  </a:cubicBezTo>
                  <a:cubicBezTo>
                    <a:pt x="634" y="210"/>
                    <a:pt x="634" y="209"/>
                    <a:pt x="634" y="209"/>
                  </a:cubicBezTo>
                  <a:cubicBezTo>
                    <a:pt x="633" y="208"/>
                    <a:pt x="634" y="207"/>
                    <a:pt x="635" y="206"/>
                  </a:cubicBezTo>
                  <a:cubicBezTo>
                    <a:pt x="634" y="205"/>
                    <a:pt x="634" y="204"/>
                    <a:pt x="635" y="203"/>
                  </a:cubicBezTo>
                  <a:cubicBezTo>
                    <a:pt x="636" y="203"/>
                    <a:pt x="636" y="203"/>
                    <a:pt x="637" y="203"/>
                  </a:cubicBezTo>
                  <a:cubicBezTo>
                    <a:pt x="637" y="202"/>
                    <a:pt x="636" y="202"/>
                    <a:pt x="635" y="203"/>
                  </a:cubicBezTo>
                  <a:cubicBezTo>
                    <a:pt x="634" y="203"/>
                    <a:pt x="632" y="206"/>
                    <a:pt x="632" y="206"/>
                  </a:cubicBezTo>
                  <a:cubicBezTo>
                    <a:pt x="632" y="207"/>
                    <a:pt x="632" y="207"/>
                    <a:pt x="633" y="207"/>
                  </a:cubicBezTo>
                  <a:cubicBezTo>
                    <a:pt x="629" y="209"/>
                    <a:pt x="629" y="201"/>
                    <a:pt x="631" y="201"/>
                  </a:cubicBezTo>
                  <a:cubicBezTo>
                    <a:pt x="631" y="201"/>
                    <a:pt x="632" y="203"/>
                    <a:pt x="632" y="203"/>
                  </a:cubicBezTo>
                  <a:cubicBezTo>
                    <a:pt x="633" y="203"/>
                    <a:pt x="636" y="199"/>
                    <a:pt x="638" y="198"/>
                  </a:cubicBezTo>
                  <a:cubicBezTo>
                    <a:pt x="638" y="198"/>
                    <a:pt x="638" y="197"/>
                    <a:pt x="639" y="197"/>
                  </a:cubicBezTo>
                  <a:cubicBezTo>
                    <a:pt x="639" y="196"/>
                    <a:pt x="637" y="195"/>
                    <a:pt x="637" y="194"/>
                  </a:cubicBezTo>
                  <a:cubicBezTo>
                    <a:pt x="637" y="193"/>
                    <a:pt x="639" y="193"/>
                    <a:pt x="639" y="193"/>
                  </a:cubicBezTo>
                  <a:cubicBezTo>
                    <a:pt x="639" y="192"/>
                    <a:pt x="640" y="189"/>
                    <a:pt x="639" y="189"/>
                  </a:cubicBezTo>
                  <a:cubicBezTo>
                    <a:pt x="639" y="188"/>
                    <a:pt x="637" y="189"/>
                    <a:pt x="638" y="190"/>
                  </a:cubicBezTo>
                  <a:cubicBezTo>
                    <a:pt x="638" y="190"/>
                    <a:pt x="636" y="188"/>
                    <a:pt x="637" y="187"/>
                  </a:cubicBezTo>
                  <a:cubicBezTo>
                    <a:pt x="637" y="187"/>
                    <a:pt x="637" y="187"/>
                    <a:pt x="637" y="187"/>
                  </a:cubicBezTo>
                  <a:cubicBezTo>
                    <a:pt x="637" y="186"/>
                    <a:pt x="637" y="186"/>
                    <a:pt x="636" y="186"/>
                  </a:cubicBezTo>
                  <a:cubicBezTo>
                    <a:pt x="636" y="187"/>
                    <a:pt x="636" y="188"/>
                    <a:pt x="636" y="188"/>
                  </a:cubicBezTo>
                  <a:cubicBezTo>
                    <a:pt x="636" y="188"/>
                    <a:pt x="636" y="188"/>
                    <a:pt x="637" y="188"/>
                  </a:cubicBezTo>
                  <a:cubicBezTo>
                    <a:pt x="637" y="189"/>
                    <a:pt x="637" y="189"/>
                    <a:pt x="636" y="189"/>
                  </a:cubicBezTo>
                  <a:cubicBezTo>
                    <a:pt x="637" y="190"/>
                    <a:pt x="636" y="191"/>
                    <a:pt x="635" y="190"/>
                  </a:cubicBezTo>
                  <a:cubicBezTo>
                    <a:pt x="635" y="190"/>
                    <a:pt x="635" y="190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4" y="190"/>
                    <a:pt x="633" y="190"/>
                    <a:pt x="632" y="189"/>
                  </a:cubicBezTo>
                  <a:cubicBezTo>
                    <a:pt x="631" y="188"/>
                    <a:pt x="631" y="186"/>
                    <a:pt x="632" y="185"/>
                  </a:cubicBezTo>
                  <a:cubicBezTo>
                    <a:pt x="632" y="185"/>
                    <a:pt x="632" y="185"/>
                    <a:pt x="631" y="185"/>
                  </a:cubicBezTo>
                  <a:cubicBezTo>
                    <a:pt x="630" y="186"/>
                    <a:pt x="632" y="185"/>
                    <a:pt x="631" y="184"/>
                  </a:cubicBezTo>
                  <a:cubicBezTo>
                    <a:pt x="630" y="184"/>
                    <a:pt x="630" y="185"/>
                    <a:pt x="630" y="185"/>
                  </a:cubicBezTo>
                  <a:cubicBezTo>
                    <a:pt x="629" y="185"/>
                    <a:pt x="630" y="185"/>
                    <a:pt x="630" y="185"/>
                  </a:cubicBezTo>
                  <a:cubicBezTo>
                    <a:pt x="629" y="185"/>
                    <a:pt x="629" y="186"/>
                    <a:pt x="628" y="185"/>
                  </a:cubicBezTo>
                  <a:cubicBezTo>
                    <a:pt x="625" y="185"/>
                    <a:pt x="628" y="181"/>
                    <a:pt x="626" y="179"/>
                  </a:cubicBezTo>
                  <a:cubicBezTo>
                    <a:pt x="625" y="180"/>
                    <a:pt x="624" y="180"/>
                    <a:pt x="624" y="180"/>
                  </a:cubicBezTo>
                  <a:cubicBezTo>
                    <a:pt x="623" y="181"/>
                    <a:pt x="623" y="182"/>
                    <a:pt x="623" y="183"/>
                  </a:cubicBezTo>
                  <a:cubicBezTo>
                    <a:pt x="624" y="184"/>
                    <a:pt x="625" y="185"/>
                    <a:pt x="624" y="186"/>
                  </a:cubicBezTo>
                  <a:cubicBezTo>
                    <a:pt x="624" y="191"/>
                    <a:pt x="618" y="190"/>
                    <a:pt x="617" y="188"/>
                  </a:cubicBezTo>
                  <a:cubicBezTo>
                    <a:pt x="616" y="188"/>
                    <a:pt x="615" y="188"/>
                    <a:pt x="615" y="189"/>
                  </a:cubicBezTo>
                  <a:cubicBezTo>
                    <a:pt x="615" y="189"/>
                    <a:pt x="616" y="188"/>
                    <a:pt x="615" y="188"/>
                  </a:cubicBezTo>
                  <a:cubicBezTo>
                    <a:pt x="614" y="189"/>
                    <a:pt x="612" y="190"/>
                    <a:pt x="610" y="190"/>
                  </a:cubicBezTo>
                  <a:cubicBezTo>
                    <a:pt x="609" y="191"/>
                    <a:pt x="607" y="191"/>
                    <a:pt x="607" y="191"/>
                  </a:cubicBezTo>
                  <a:cubicBezTo>
                    <a:pt x="607" y="190"/>
                    <a:pt x="608" y="190"/>
                    <a:pt x="609" y="189"/>
                  </a:cubicBezTo>
                  <a:cubicBezTo>
                    <a:pt x="609" y="189"/>
                    <a:pt x="608" y="189"/>
                    <a:pt x="608" y="189"/>
                  </a:cubicBezTo>
                  <a:cubicBezTo>
                    <a:pt x="608" y="188"/>
                    <a:pt x="607" y="187"/>
                    <a:pt x="607" y="186"/>
                  </a:cubicBezTo>
                  <a:cubicBezTo>
                    <a:pt x="606" y="186"/>
                    <a:pt x="604" y="186"/>
                    <a:pt x="605" y="183"/>
                  </a:cubicBezTo>
                  <a:cubicBezTo>
                    <a:pt x="606" y="181"/>
                    <a:pt x="605" y="180"/>
                    <a:pt x="605" y="179"/>
                  </a:cubicBezTo>
                  <a:cubicBezTo>
                    <a:pt x="605" y="179"/>
                    <a:pt x="606" y="178"/>
                    <a:pt x="605" y="177"/>
                  </a:cubicBezTo>
                  <a:cubicBezTo>
                    <a:pt x="604" y="179"/>
                    <a:pt x="603" y="181"/>
                    <a:pt x="601" y="183"/>
                  </a:cubicBezTo>
                  <a:cubicBezTo>
                    <a:pt x="604" y="184"/>
                    <a:pt x="606" y="186"/>
                    <a:pt x="602" y="189"/>
                  </a:cubicBezTo>
                  <a:cubicBezTo>
                    <a:pt x="602" y="189"/>
                    <a:pt x="601" y="189"/>
                    <a:pt x="600" y="190"/>
                  </a:cubicBezTo>
                  <a:cubicBezTo>
                    <a:pt x="602" y="190"/>
                    <a:pt x="602" y="194"/>
                    <a:pt x="599" y="193"/>
                  </a:cubicBezTo>
                  <a:cubicBezTo>
                    <a:pt x="598" y="192"/>
                    <a:pt x="599" y="191"/>
                    <a:pt x="599" y="191"/>
                  </a:cubicBezTo>
                  <a:cubicBezTo>
                    <a:pt x="600" y="190"/>
                    <a:pt x="600" y="190"/>
                    <a:pt x="600" y="190"/>
                  </a:cubicBezTo>
                  <a:cubicBezTo>
                    <a:pt x="598" y="190"/>
                    <a:pt x="596" y="191"/>
                    <a:pt x="595" y="192"/>
                  </a:cubicBezTo>
                  <a:cubicBezTo>
                    <a:pt x="593" y="194"/>
                    <a:pt x="594" y="195"/>
                    <a:pt x="592" y="194"/>
                  </a:cubicBezTo>
                  <a:cubicBezTo>
                    <a:pt x="592" y="193"/>
                    <a:pt x="591" y="192"/>
                    <a:pt x="590" y="193"/>
                  </a:cubicBezTo>
                  <a:cubicBezTo>
                    <a:pt x="590" y="193"/>
                    <a:pt x="587" y="198"/>
                    <a:pt x="587" y="195"/>
                  </a:cubicBezTo>
                  <a:cubicBezTo>
                    <a:pt x="587" y="194"/>
                    <a:pt x="588" y="194"/>
                    <a:pt x="588" y="194"/>
                  </a:cubicBezTo>
                  <a:cubicBezTo>
                    <a:pt x="587" y="193"/>
                    <a:pt x="584" y="194"/>
                    <a:pt x="583" y="193"/>
                  </a:cubicBezTo>
                  <a:cubicBezTo>
                    <a:pt x="583" y="192"/>
                    <a:pt x="587" y="190"/>
                    <a:pt x="584" y="189"/>
                  </a:cubicBezTo>
                  <a:cubicBezTo>
                    <a:pt x="583" y="188"/>
                    <a:pt x="583" y="188"/>
                    <a:pt x="583" y="188"/>
                  </a:cubicBezTo>
                  <a:cubicBezTo>
                    <a:pt x="583" y="188"/>
                    <a:pt x="583" y="188"/>
                    <a:pt x="583" y="187"/>
                  </a:cubicBezTo>
                  <a:cubicBezTo>
                    <a:pt x="584" y="186"/>
                    <a:pt x="584" y="185"/>
                    <a:pt x="583" y="185"/>
                  </a:cubicBezTo>
                  <a:cubicBezTo>
                    <a:pt x="582" y="186"/>
                    <a:pt x="581" y="186"/>
                    <a:pt x="580" y="185"/>
                  </a:cubicBezTo>
                  <a:cubicBezTo>
                    <a:pt x="580" y="184"/>
                    <a:pt x="581" y="184"/>
                    <a:pt x="581" y="183"/>
                  </a:cubicBezTo>
                  <a:cubicBezTo>
                    <a:pt x="582" y="183"/>
                    <a:pt x="582" y="183"/>
                    <a:pt x="582" y="183"/>
                  </a:cubicBezTo>
                  <a:cubicBezTo>
                    <a:pt x="581" y="182"/>
                    <a:pt x="580" y="182"/>
                    <a:pt x="579" y="182"/>
                  </a:cubicBezTo>
                  <a:cubicBezTo>
                    <a:pt x="578" y="181"/>
                    <a:pt x="580" y="179"/>
                    <a:pt x="580" y="178"/>
                  </a:cubicBezTo>
                  <a:cubicBezTo>
                    <a:pt x="578" y="176"/>
                    <a:pt x="577" y="179"/>
                    <a:pt x="574" y="179"/>
                  </a:cubicBezTo>
                  <a:cubicBezTo>
                    <a:pt x="574" y="179"/>
                    <a:pt x="572" y="177"/>
                    <a:pt x="570" y="179"/>
                  </a:cubicBezTo>
                  <a:cubicBezTo>
                    <a:pt x="569" y="180"/>
                    <a:pt x="571" y="182"/>
                    <a:pt x="568" y="184"/>
                  </a:cubicBezTo>
                  <a:cubicBezTo>
                    <a:pt x="567" y="184"/>
                    <a:pt x="562" y="186"/>
                    <a:pt x="562" y="185"/>
                  </a:cubicBezTo>
                  <a:cubicBezTo>
                    <a:pt x="561" y="184"/>
                    <a:pt x="563" y="184"/>
                    <a:pt x="563" y="184"/>
                  </a:cubicBezTo>
                  <a:cubicBezTo>
                    <a:pt x="564" y="182"/>
                    <a:pt x="562" y="180"/>
                    <a:pt x="562" y="181"/>
                  </a:cubicBezTo>
                  <a:cubicBezTo>
                    <a:pt x="563" y="179"/>
                    <a:pt x="565" y="179"/>
                    <a:pt x="565" y="178"/>
                  </a:cubicBezTo>
                  <a:cubicBezTo>
                    <a:pt x="565" y="178"/>
                    <a:pt x="565" y="178"/>
                    <a:pt x="564" y="178"/>
                  </a:cubicBezTo>
                  <a:cubicBezTo>
                    <a:pt x="564" y="177"/>
                    <a:pt x="565" y="177"/>
                    <a:pt x="565" y="177"/>
                  </a:cubicBezTo>
                  <a:cubicBezTo>
                    <a:pt x="565" y="176"/>
                    <a:pt x="564" y="174"/>
                    <a:pt x="565" y="173"/>
                  </a:cubicBezTo>
                  <a:cubicBezTo>
                    <a:pt x="565" y="173"/>
                    <a:pt x="565" y="173"/>
                    <a:pt x="565" y="173"/>
                  </a:cubicBezTo>
                  <a:cubicBezTo>
                    <a:pt x="565" y="173"/>
                    <a:pt x="565" y="172"/>
                    <a:pt x="565" y="172"/>
                  </a:cubicBezTo>
                  <a:cubicBezTo>
                    <a:pt x="564" y="172"/>
                    <a:pt x="564" y="171"/>
                    <a:pt x="566" y="170"/>
                  </a:cubicBezTo>
                  <a:cubicBezTo>
                    <a:pt x="566" y="170"/>
                    <a:pt x="566" y="170"/>
                    <a:pt x="566" y="170"/>
                  </a:cubicBezTo>
                  <a:cubicBezTo>
                    <a:pt x="566" y="170"/>
                    <a:pt x="565" y="170"/>
                    <a:pt x="565" y="170"/>
                  </a:cubicBezTo>
                  <a:cubicBezTo>
                    <a:pt x="564" y="170"/>
                    <a:pt x="563" y="170"/>
                    <a:pt x="563" y="169"/>
                  </a:cubicBezTo>
                  <a:cubicBezTo>
                    <a:pt x="562" y="169"/>
                    <a:pt x="562" y="169"/>
                    <a:pt x="562" y="169"/>
                  </a:cubicBezTo>
                  <a:cubicBezTo>
                    <a:pt x="562" y="169"/>
                    <a:pt x="562" y="168"/>
                    <a:pt x="563" y="167"/>
                  </a:cubicBezTo>
                  <a:cubicBezTo>
                    <a:pt x="563" y="167"/>
                    <a:pt x="563" y="166"/>
                    <a:pt x="562" y="166"/>
                  </a:cubicBezTo>
                  <a:cubicBezTo>
                    <a:pt x="563" y="165"/>
                    <a:pt x="566" y="165"/>
                    <a:pt x="568" y="164"/>
                  </a:cubicBezTo>
                  <a:cubicBezTo>
                    <a:pt x="567" y="165"/>
                    <a:pt x="568" y="167"/>
                    <a:pt x="569" y="165"/>
                  </a:cubicBezTo>
                  <a:cubicBezTo>
                    <a:pt x="571" y="164"/>
                    <a:pt x="569" y="164"/>
                    <a:pt x="569" y="164"/>
                  </a:cubicBezTo>
                  <a:cubicBezTo>
                    <a:pt x="569" y="164"/>
                    <a:pt x="570" y="163"/>
                    <a:pt x="569" y="162"/>
                  </a:cubicBezTo>
                  <a:cubicBezTo>
                    <a:pt x="569" y="162"/>
                    <a:pt x="569" y="162"/>
                    <a:pt x="569" y="162"/>
                  </a:cubicBezTo>
                  <a:cubicBezTo>
                    <a:pt x="567" y="163"/>
                    <a:pt x="565" y="164"/>
                    <a:pt x="563" y="163"/>
                  </a:cubicBezTo>
                  <a:cubicBezTo>
                    <a:pt x="563" y="163"/>
                    <a:pt x="563" y="163"/>
                    <a:pt x="563" y="164"/>
                  </a:cubicBezTo>
                  <a:cubicBezTo>
                    <a:pt x="563" y="164"/>
                    <a:pt x="564" y="164"/>
                    <a:pt x="564" y="164"/>
                  </a:cubicBezTo>
                  <a:cubicBezTo>
                    <a:pt x="563" y="165"/>
                    <a:pt x="563" y="164"/>
                    <a:pt x="563" y="163"/>
                  </a:cubicBezTo>
                  <a:cubicBezTo>
                    <a:pt x="562" y="163"/>
                    <a:pt x="562" y="162"/>
                    <a:pt x="562" y="161"/>
                  </a:cubicBezTo>
                  <a:cubicBezTo>
                    <a:pt x="562" y="160"/>
                    <a:pt x="564" y="158"/>
                    <a:pt x="567" y="158"/>
                  </a:cubicBezTo>
                  <a:cubicBezTo>
                    <a:pt x="566" y="157"/>
                    <a:pt x="565" y="156"/>
                    <a:pt x="566" y="155"/>
                  </a:cubicBezTo>
                  <a:cubicBezTo>
                    <a:pt x="566" y="153"/>
                    <a:pt x="570" y="153"/>
                    <a:pt x="569" y="152"/>
                  </a:cubicBezTo>
                  <a:cubicBezTo>
                    <a:pt x="570" y="152"/>
                    <a:pt x="572" y="151"/>
                    <a:pt x="574" y="151"/>
                  </a:cubicBezTo>
                  <a:cubicBezTo>
                    <a:pt x="576" y="153"/>
                    <a:pt x="575" y="153"/>
                    <a:pt x="579" y="152"/>
                  </a:cubicBezTo>
                  <a:cubicBezTo>
                    <a:pt x="579" y="152"/>
                    <a:pt x="580" y="151"/>
                    <a:pt x="581" y="151"/>
                  </a:cubicBezTo>
                  <a:cubicBezTo>
                    <a:pt x="584" y="150"/>
                    <a:pt x="583" y="150"/>
                    <a:pt x="582" y="148"/>
                  </a:cubicBezTo>
                  <a:cubicBezTo>
                    <a:pt x="584" y="150"/>
                    <a:pt x="583" y="148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0" y="147"/>
                    <a:pt x="580" y="147"/>
                  </a:cubicBezTo>
                  <a:cubicBezTo>
                    <a:pt x="580" y="147"/>
                    <a:pt x="579" y="149"/>
                    <a:pt x="578" y="148"/>
                  </a:cubicBezTo>
                  <a:cubicBezTo>
                    <a:pt x="577" y="147"/>
                    <a:pt x="581" y="144"/>
                    <a:pt x="577" y="144"/>
                  </a:cubicBezTo>
                  <a:cubicBezTo>
                    <a:pt x="583" y="142"/>
                    <a:pt x="575" y="140"/>
                    <a:pt x="573" y="139"/>
                  </a:cubicBezTo>
                  <a:cubicBezTo>
                    <a:pt x="572" y="138"/>
                    <a:pt x="571" y="137"/>
                    <a:pt x="570" y="135"/>
                  </a:cubicBezTo>
                  <a:cubicBezTo>
                    <a:pt x="570" y="135"/>
                    <a:pt x="569" y="134"/>
                    <a:pt x="569" y="134"/>
                  </a:cubicBezTo>
                  <a:cubicBezTo>
                    <a:pt x="569" y="134"/>
                    <a:pt x="569" y="134"/>
                    <a:pt x="569" y="133"/>
                  </a:cubicBezTo>
                  <a:cubicBezTo>
                    <a:pt x="569" y="133"/>
                    <a:pt x="568" y="132"/>
                    <a:pt x="568" y="132"/>
                  </a:cubicBezTo>
                  <a:cubicBezTo>
                    <a:pt x="567" y="132"/>
                    <a:pt x="567" y="132"/>
                    <a:pt x="567" y="132"/>
                  </a:cubicBezTo>
                  <a:cubicBezTo>
                    <a:pt x="567" y="132"/>
                    <a:pt x="566" y="133"/>
                    <a:pt x="566" y="133"/>
                  </a:cubicBezTo>
                  <a:cubicBezTo>
                    <a:pt x="566" y="134"/>
                    <a:pt x="564" y="135"/>
                    <a:pt x="563" y="135"/>
                  </a:cubicBezTo>
                  <a:cubicBezTo>
                    <a:pt x="562" y="135"/>
                    <a:pt x="561" y="134"/>
                    <a:pt x="561" y="133"/>
                  </a:cubicBezTo>
                  <a:cubicBezTo>
                    <a:pt x="560" y="134"/>
                    <a:pt x="559" y="134"/>
                    <a:pt x="558" y="134"/>
                  </a:cubicBezTo>
                  <a:cubicBezTo>
                    <a:pt x="557" y="134"/>
                    <a:pt x="559" y="133"/>
                    <a:pt x="560" y="133"/>
                  </a:cubicBezTo>
                  <a:cubicBezTo>
                    <a:pt x="560" y="132"/>
                    <a:pt x="560" y="131"/>
                    <a:pt x="561" y="131"/>
                  </a:cubicBezTo>
                  <a:cubicBezTo>
                    <a:pt x="560" y="131"/>
                    <a:pt x="558" y="131"/>
                    <a:pt x="557" y="131"/>
                  </a:cubicBezTo>
                  <a:cubicBezTo>
                    <a:pt x="557" y="131"/>
                    <a:pt x="557" y="131"/>
                    <a:pt x="557" y="131"/>
                  </a:cubicBezTo>
                  <a:cubicBezTo>
                    <a:pt x="558" y="131"/>
                    <a:pt x="559" y="131"/>
                    <a:pt x="559" y="132"/>
                  </a:cubicBezTo>
                  <a:cubicBezTo>
                    <a:pt x="558" y="132"/>
                    <a:pt x="557" y="132"/>
                    <a:pt x="556" y="132"/>
                  </a:cubicBezTo>
                  <a:cubicBezTo>
                    <a:pt x="555" y="132"/>
                    <a:pt x="555" y="132"/>
                    <a:pt x="555" y="133"/>
                  </a:cubicBezTo>
                  <a:cubicBezTo>
                    <a:pt x="556" y="133"/>
                    <a:pt x="555" y="135"/>
                    <a:pt x="554" y="134"/>
                  </a:cubicBezTo>
                  <a:cubicBezTo>
                    <a:pt x="553" y="135"/>
                    <a:pt x="552" y="135"/>
                    <a:pt x="552" y="135"/>
                  </a:cubicBezTo>
                  <a:cubicBezTo>
                    <a:pt x="552" y="134"/>
                    <a:pt x="552" y="134"/>
                    <a:pt x="553" y="133"/>
                  </a:cubicBezTo>
                  <a:cubicBezTo>
                    <a:pt x="552" y="133"/>
                    <a:pt x="551" y="131"/>
                    <a:pt x="553" y="132"/>
                  </a:cubicBezTo>
                  <a:cubicBezTo>
                    <a:pt x="553" y="132"/>
                    <a:pt x="553" y="132"/>
                    <a:pt x="553" y="132"/>
                  </a:cubicBezTo>
                  <a:cubicBezTo>
                    <a:pt x="553" y="133"/>
                    <a:pt x="553" y="133"/>
                    <a:pt x="553" y="133"/>
                  </a:cubicBezTo>
                  <a:cubicBezTo>
                    <a:pt x="554" y="133"/>
                    <a:pt x="554" y="132"/>
                    <a:pt x="554" y="132"/>
                  </a:cubicBezTo>
                  <a:cubicBezTo>
                    <a:pt x="553" y="132"/>
                    <a:pt x="552" y="131"/>
                    <a:pt x="552" y="131"/>
                  </a:cubicBezTo>
                  <a:cubicBezTo>
                    <a:pt x="552" y="131"/>
                    <a:pt x="553" y="131"/>
                    <a:pt x="555" y="131"/>
                  </a:cubicBezTo>
                  <a:cubicBezTo>
                    <a:pt x="554" y="130"/>
                    <a:pt x="554" y="130"/>
                    <a:pt x="554" y="130"/>
                  </a:cubicBezTo>
                  <a:cubicBezTo>
                    <a:pt x="553" y="130"/>
                    <a:pt x="552" y="131"/>
                    <a:pt x="552" y="131"/>
                  </a:cubicBezTo>
                  <a:cubicBezTo>
                    <a:pt x="551" y="130"/>
                    <a:pt x="550" y="127"/>
                    <a:pt x="548" y="129"/>
                  </a:cubicBezTo>
                  <a:cubicBezTo>
                    <a:pt x="548" y="130"/>
                    <a:pt x="549" y="131"/>
                    <a:pt x="549" y="130"/>
                  </a:cubicBezTo>
                  <a:cubicBezTo>
                    <a:pt x="549" y="131"/>
                    <a:pt x="549" y="131"/>
                    <a:pt x="549" y="131"/>
                  </a:cubicBezTo>
                  <a:cubicBezTo>
                    <a:pt x="549" y="131"/>
                    <a:pt x="549" y="131"/>
                    <a:pt x="550" y="131"/>
                  </a:cubicBezTo>
                  <a:cubicBezTo>
                    <a:pt x="551" y="131"/>
                    <a:pt x="549" y="133"/>
                    <a:pt x="549" y="132"/>
                  </a:cubicBezTo>
                  <a:cubicBezTo>
                    <a:pt x="549" y="132"/>
                    <a:pt x="549" y="132"/>
                    <a:pt x="549" y="132"/>
                  </a:cubicBezTo>
                  <a:cubicBezTo>
                    <a:pt x="548" y="133"/>
                    <a:pt x="544" y="131"/>
                    <a:pt x="543" y="131"/>
                  </a:cubicBezTo>
                  <a:cubicBezTo>
                    <a:pt x="545" y="130"/>
                    <a:pt x="543" y="130"/>
                    <a:pt x="542" y="129"/>
                  </a:cubicBezTo>
                  <a:cubicBezTo>
                    <a:pt x="540" y="130"/>
                    <a:pt x="539" y="131"/>
                    <a:pt x="537" y="132"/>
                  </a:cubicBezTo>
                  <a:cubicBezTo>
                    <a:pt x="538" y="130"/>
                    <a:pt x="540" y="129"/>
                    <a:pt x="542" y="129"/>
                  </a:cubicBezTo>
                  <a:cubicBezTo>
                    <a:pt x="541" y="128"/>
                    <a:pt x="541" y="127"/>
                    <a:pt x="541" y="127"/>
                  </a:cubicBezTo>
                  <a:cubicBezTo>
                    <a:pt x="542" y="125"/>
                    <a:pt x="546" y="126"/>
                    <a:pt x="546" y="124"/>
                  </a:cubicBezTo>
                  <a:cubicBezTo>
                    <a:pt x="547" y="123"/>
                    <a:pt x="545" y="124"/>
                    <a:pt x="545" y="124"/>
                  </a:cubicBezTo>
                  <a:cubicBezTo>
                    <a:pt x="546" y="122"/>
                    <a:pt x="547" y="121"/>
                    <a:pt x="545" y="120"/>
                  </a:cubicBezTo>
                  <a:cubicBezTo>
                    <a:pt x="545" y="120"/>
                    <a:pt x="540" y="120"/>
                    <a:pt x="538" y="120"/>
                  </a:cubicBezTo>
                  <a:cubicBezTo>
                    <a:pt x="536" y="120"/>
                    <a:pt x="534" y="121"/>
                    <a:pt x="531" y="119"/>
                  </a:cubicBezTo>
                  <a:cubicBezTo>
                    <a:pt x="534" y="119"/>
                    <a:pt x="535" y="117"/>
                    <a:pt x="537" y="117"/>
                  </a:cubicBezTo>
                  <a:cubicBezTo>
                    <a:pt x="537" y="117"/>
                    <a:pt x="537" y="116"/>
                    <a:pt x="537" y="116"/>
                  </a:cubicBezTo>
                  <a:cubicBezTo>
                    <a:pt x="537" y="116"/>
                    <a:pt x="537" y="117"/>
                    <a:pt x="537" y="117"/>
                  </a:cubicBezTo>
                  <a:cubicBezTo>
                    <a:pt x="538" y="116"/>
                    <a:pt x="538" y="116"/>
                    <a:pt x="539" y="116"/>
                  </a:cubicBezTo>
                  <a:cubicBezTo>
                    <a:pt x="542" y="115"/>
                    <a:pt x="545" y="118"/>
                    <a:pt x="548" y="117"/>
                  </a:cubicBezTo>
                  <a:cubicBezTo>
                    <a:pt x="548" y="117"/>
                    <a:pt x="551" y="114"/>
                    <a:pt x="552" y="114"/>
                  </a:cubicBezTo>
                  <a:cubicBezTo>
                    <a:pt x="553" y="114"/>
                    <a:pt x="554" y="115"/>
                    <a:pt x="554" y="114"/>
                  </a:cubicBezTo>
                  <a:cubicBezTo>
                    <a:pt x="553" y="114"/>
                    <a:pt x="553" y="113"/>
                    <a:pt x="553" y="113"/>
                  </a:cubicBezTo>
                  <a:cubicBezTo>
                    <a:pt x="553" y="113"/>
                    <a:pt x="552" y="113"/>
                    <a:pt x="552" y="113"/>
                  </a:cubicBezTo>
                  <a:cubicBezTo>
                    <a:pt x="552" y="114"/>
                    <a:pt x="551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8" y="114"/>
                    <a:pt x="547" y="114"/>
                    <a:pt x="547" y="114"/>
                  </a:cubicBezTo>
                  <a:cubicBezTo>
                    <a:pt x="547" y="114"/>
                    <a:pt x="547" y="113"/>
                    <a:pt x="547" y="113"/>
                  </a:cubicBezTo>
                  <a:cubicBezTo>
                    <a:pt x="547" y="112"/>
                    <a:pt x="548" y="111"/>
                    <a:pt x="549" y="110"/>
                  </a:cubicBezTo>
                  <a:cubicBezTo>
                    <a:pt x="550" y="110"/>
                    <a:pt x="552" y="111"/>
                    <a:pt x="552" y="112"/>
                  </a:cubicBezTo>
                  <a:cubicBezTo>
                    <a:pt x="552" y="112"/>
                    <a:pt x="552" y="112"/>
                    <a:pt x="553" y="112"/>
                  </a:cubicBezTo>
                  <a:cubicBezTo>
                    <a:pt x="552" y="111"/>
                    <a:pt x="554" y="110"/>
                    <a:pt x="555" y="111"/>
                  </a:cubicBezTo>
                  <a:cubicBezTo>
                    <a:pt x="555" y="110"/>
                    <a:pt x="555" y="110"/>
                    <a:pt x="554" y="109"/>
                  </a:cubicBezTo>
                  <a:cubicBezTo>
                    <a:pt x="554" y="110"/>
                    <a:pt x="554" y="110"/>
                    <a:pt x="554" y="110"/>
                  </a:cubicBezTo>
                  <a:cubicBezTo>
                    <a:pt x="554" y="110"/>
                    <a:pt x="554" y="109"/>
                    <a:pt x="554" y="109"/>
                  </a:cubicBezTo>
                  <a:cubicBezTo>
                    <a:pt x="553" y="108"/>
                    <a:pt x="550" y="108"/>
                    <a:pt x="549" y="107"/>
                  </a:cubicBezTo>
                  <a:cubicBezTo>
                    <a:pt x="550" y="106"/>
                    <a:pt x="551" y="106"/>
                    <a:pt x="550" y="105"/>
                  </a:cubicBezTo>
                  <a:cubicBezTo>
                    <a:pt x="549" y="106"/>
                    <a:pt x="546" y="106"/>
                    <a:pt x="548" y="104"/>
                  </a:cubicBezTo>
                  <a:cubicBezTo>
                    <a:pt x="548" y="104"/>
                    <a:pt x="548" y="104"/>
                    <a:pt x="548" y="104"/>
                  </a:cubicBezTo>
                  <a:cubicBezTo>
                    <a:pt x="548" y="104"/>
                    <a:pt x="547" y="103"/>
                    <a:pt x="547" y="103"/>
                  </a:cubicBezTo>
                  <a:cubicBezTo>
                    <a:pt x="545" y="104"/>
                    <a:pt x="543" y="105"/>
                    <a:pt x="541" y="106"/>
                  </a:cubicBezTo>
                  <a:cubicBezTo>
                    <a:pt x="537" y="107"/>
                    <a:pt x="541" y="104"/>
                    <a:pt x="543" y="103"/>
                  </a:cubicBezTo>
                  <a:cubicBezTo>
                    <a:pt x="544" y="103"/>
                    <a:pt x="546" y="102"/>
                    <a:pt x="548" y="101"/>
                  </a:cubicBezTo>
                  <a:cubicBezTo>
                    <a:pt x="548" y="101"/>
                    <a:pt x="548" y="101"/>
                    <a:pt x="548" y="100"/>
                  </a:cubicBezTo>
                  <a:cubicBezTo>
                    <a:pt x="549" y="100"/>
                    <a:pt x="549" y="100"/>
                    <a:pt x="550" y="100"/>
                  </a:cubicBezTo>
                  <a:cubicBezTo>
                    <a:pt x="552" y="99"/>
                    <a:pt x="553" y="99"/>
                    <a:pt x="554" y="98"/>
                  </a:cubicBezTo>
                  <a:cubicBezTo>
                    <a:pt x="555" y="97"/>
                    <a:pt x="555" y="95"/>
                    <a:pt x="555" y="94"/>
                  </a:cubicBezTo>
                  <a:cubicBezTo>
                    <a:pt x="554" y="95"/>
                    <a:pt x="554" y="94"/>
                    <a:pt x="553" y="94"/>
                  </a:cubicBezTo>
                  <a:cubicBezTo>
                    <a:pt x="553" y="94"/>
                    <a:pt x="553" y="94"/>
                    <a:pt x="553" y="94"/>
                  </a:cubicBezTo>
                  <a:cubicBezTo>
                    <a:pt x="553" y="94"/>
                    <a:pt x="553" y="94"/>
                    <a:pt x="552" y="94"/>
                  </a:cubicBezTo>
                  <a:cubicBezTo>
                    <a:pt x="552" y="94"/>
                    <a:pt x="550" y="93"/>
                    <a:pt x="550" y="93"/>
                  </a:cubicBezTo>
                  <a:cubicBezTo>
                    <a:pt x="550" y="93"/>
                    <a:pt x="550" y="93"/>
                    <a:pt x="550" y="92"/>
                  </a:cubicBezTo>
                  <a:cubicBezTo>
                    <a:pt x="549" y="91"/>
                    <a:pt x="551" y="90"/>
                    <a:pt x="552" y="90"/>
                  </a:cubicBezTo>
                  <a:cubicBezTo>
                    <a:pt x="552" y="89"/>
                    <a:pt x="552" y="89"/>
                    <a:pt x="553" y="88"/>
                  </a:cubicBezTo>
                  <a:cubicBezTo>
                    <a:pt x="553" y="88"/>
                    <a:pt x="553" y="88"/>
                    <a:pt x="553" y="88"/>
                  </a:cubicBezTo>
                  <a:cubicBezTo>
                    <a:pt x="552" y="87"/>
                    <a:pt x="550" y="87"/>
                    <a:pt x="549" y="87"/>
                  </a:cubicBezTo>
                  <a:cubicBezTo>
                    <a:pt x="548" y="87"/>
                    <a:pt x="546" y="87"/>
                    <a:pt x="546" y="86"/>
                  </a:cubicBezTo>
                  <a:cubicBezTo>
                    <a:pt x="545" y="86"/>
                    <a:pt x="544" y="85"/>
                    <a:pt x="544" y="84"/>
                  </a:cubicBezTo>
                  <a:cubicBezTo>
                    <a:pt x="543" y="85"/>
                    <a:pt x="542" y="85"/>
                    <a:pt x="542" y="84"/>
                  </a:cubicBezTo>
                  <a:cubicBezTo>
                    <a:pt x="541" y="84"/>
                    <a:pt x="540" y="82"/>
                    <a:pt x="542" y="81"/>
                  </a:cubicBezTo>
                  <a:cubicBezTo>
                    <a:pt x="542" y="81"/>
                    <a:pt x="542" y="81"/>
                    <a:pt x="542" y="81"/>
                  </a:cubicBezTo>
                  <a:cubicBezTo>
                    <a:pt x="541" y="80"/>
                    <a:pt x="542" y="80"/>
                    <a:pt x="542" y="79"/>
                  </a:cubicBezTo>
                  <a:cubicBezTo>
                    <a:pt x="541" y="80"/>
                    <a:pt x="540" y="80"/>
                    <a:pt x="539" y="80"/>
                  </a:cubicBezTo>
                  <a:cubicBezTo>
                    <a:pt x="539" y="80"/>
                    <a:pt x="538" y="81"/>
                    <a:pt x="539" y="82"/>
                  </a:cubicBezTo>
                  <a:cubicBezTo>
                    <a:pt x="538" y="82"/>
                    <a:pt x="536" y="83"/>
                    <a:pt x="535" y="84"/>
                  </a:cubicBezTo>
                  <a:cubicBezTo>
                    <a:pt x="534" y="85"/>
                    <a:pt x="533" y="85"/>
                    <a:pt x="532" y="86"/>
                  </a:cubicBezTo>
                  <a:cubicBezTo>
                    <a:pt x="532" y="86"/>
                    <a:pt x="532" y="87"/>
                    <a:pt x="532" y="87"/>
                  </a:cubicBezTo>
                  <a:cubicBezTo>
                    <a:pt x="531" y="87"/>
                    <a:pt x="530" y="86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8" y="87"/>
                  </a:cubicBezTo>
                  <a:cubicBezTo>
                    <a:pt x="527" y="87"/>
                    <a:pt x="527" y="88"/>
                    <a:pt x="526" y="88"/>
                  </a:cubicBezTo>
                  <a:cubicBezTo>
                    <a:pt x="526" y="88"/>
                    <a:pt x="526" y="87"/>
                    <a:pt x="526" y="87"/>
                  </a:cubicBezTo>
                  <a:cubicBezTo>
                    <a:pt x="525" y="85"/>
                    <a:pt x="521" y="83"/>
                    <a:pt x="520" y="81"/>
                  </a:cubicBezTo>
                  <a:cubicBezTo>
                    <a:pt x="520" y="79"/>
                    <a:pt x="524" y="78"/>
                    <a:pt x="525" y="76"/>
                  </a:cubicBezTo>
                  <a:cubicBezTo>
                    <a:pt x="526" y="76"/>
                    <a:pt x="524" y="74"/>
                    <a:pt x="525" y="74"/>
                  </a:cubicBezTo>
                  <a:cubicBezTo>
                    <a:pt x="526" y="73"/>
                    <a:pt x="526" y="75"/>
                    <a:pt x="527" y="75"/>
                  </a:cubicBezTo>
                  <a:cubicBezTo>
                    <a:pt x="528" y="76"/>
                    <a:pt x="533" y="76"/>
                    <a:pt x="535" y="76"/>
                  </a:cubicBezTo>
                  <a:cubicBezTo>
                    <a:pt x="536" y="76"/>
                    <a:pt x="537" y="76"/>
                    <a:pt x="538" y="77"/>
                  </a:cubicBezTo>
                  <a:cubicBezTo>
                    <a:pt x="539" y="75"/>
                    <a:pt x="543" y="75"/>
                    <a:pt x="543" y="74"/>
                  </a:cubicBezTo>
                  <a:cubicBezTo>
                    <a:pt x="544" y="74"/>
                    <a:pt x="542" y="74"/>
                    <a:pt x="542" y="73"/>
                  </a:cubicBezTo>
                  <a:cubicBezTo>
                    <a:pt x="543" y="73"/>
                    <a:pt x="544" y="73"/>
                    <a:pt x="545" y="74"/>
                  </a:cubicBezTo>
                  <a:cubicBezTo>
                    <a:pt x="547" y="73"/>
                    <a:pt x="550" y="72"/>
                    <a:pt x="553" y="72"/>
                  </a:cubicBezTo>
                  <a:cubicBezTo>
                    <a:pt x="552" y="71"/>
                    <a:pt x="552" y="70"/>
                    <a:pt x="551" y="70"/>
                  </a:cubicBezTo>
                  <a:cubicBezTo>
                    <a:pt x="551" y="70"/>
                    <a:pt x="550" y="71"/>
                    <a:pt x="550" y="71"/>
                  </a:cubicBezTo>
                  <a:cubicBezTo>
                    <a:pt x="550" y="71"/>
                    <a:pt x="547" y="70"/>
                    <a:pt x="545" y="69"/>
                  </a:cubicBezTo>
                  <a:cubicBezTo>
                    <a:pt x="544" y="69"/>
                    <a:pt x="543" y="69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2" y="67"/>
                    <a:pt x="543" y="66"/>
                    <a:pt x="542" y="66"/>
                  </a:cubicBezTo>
                  <a:cubicBezTo>
                    <a:pt x="540" y="64"/>
                    <a:pt x="537" y="66"/>
                    <a:pt x="535" y="66"/>
                  </a:cubicBezTo>
                  <a:cubicBezTo>
                    <a:pt x="535" y="66"/>
                    <a:pt x="534" y="65"/>
                    <a:pt x="534" y="65"/>
                  </a:cubicBezTo>
                  <a:cubicBezTo>
                    <a:pt x="534" y="65"/>
                    <a:pt x="534" y="65"/>
                    <a:pt x="534" y="65"/>
                  </a:cubicBezTo>
                  <a:cubicBezTo>
                    <a:pt x="534" y="67"/>
                    <a:pt x="529" y="69"/>
                    <a:pt x="528" y="68"/>
                  </a:cubicBezTo>
                  <a:cubicBezTo>
                    <a:pt x="527" y="66"/>
                    <a:pt x="528" y="64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2"/>
                    <a:pt x="529" y="62"/>
                  </a:cubicBezTo>
                  <a:cubicBezTo>
                    <a:pt x="529" y="62"/>
                    <a:pt x="529" y="62"/>
                    <a:pt x="529" y="62"/>
                  </a:cubicBezTo>
                  <a:cubicBezTo>
                    <a:pt x="528" y="62"/>
                    <a:pt x="527" y="63"/>
                    <a:pt x="526" y="63"/>
                  </a:cubicBezTo>
                  <a:cubicBezTo>
                    <a:pt x="526" y="63"/>
                    <a:pt x="526" y="63"/>
                    <a:pt x="526" y="63"/>
                  </a:cubicBezTo>
                  <a:cubicBezTo>
                    <a:pt x="526" y="64"/>
                    <a:pt x="526" y="64"/>
                    <a:pt x="526" y="65"/>
                  </a:cubicBezTo>
                  <a:cubicBezTo>
                    <a:pt x="525" y="66"/>
                    <a:pt x="522" y="66"/>
                    <a:pt x="520" y="68"/>
                  </a:cubicBezTo>
                  <a:cubicBezTo>
                    <a:pt x="519" y="69"/>
                    <a:pt x="517" y="72"/>
                    <a:pt x="515" y="72"/>
                  </a:cubicBezTo>
                  <a:cubicBezTo>
                    <a:pt x="514" y="71"/>
                    <a:pt x="514" y="70"/>
                    <a:pt x="513" y="70"/>
                  </a:cubicBezTo>
                  <a:cubicBezTo>
                    <a:pt x="513" y="69"/>
                    <a:pt x="513" y="70"/>
                    <a:pt x="512" y="70"/>
                  </a:cubicBezTo>
                  <a:cubicBezTo>
                    <a:pt x="511" y="71"/>
                    <a:pt x="510" y="70"/>
                    <a:pt x="510" y="69"/>
                  </a:cubicBezTo>
                  <a:cubicBezTo>
                    <a:pt x="509" y="69"/>
                    <a:pt x="508" y="69"/>
                    <a:pt x="508" y="68"/>
                  </a:cubicBezTo>
                  <a:cubicBezTo>
                    <a:pt x="508" y="68"/>
                    <a:pt x="509" y="67"/>
                    <a:pt x="510" y="66"/>
                  </a:cubicBezTo>
                  <a:cubicBezTo>
                    <a:pt x="510" y="65"/>
                    <a:pt x="511" y="65"/>
                    <a:pt x="512" y="66"/>
                  </a:cubicBezTo>
                  <a:cubicBezTo>
                    <a:pt x="513" y="67"/>
                    <a:pt x="513" y="66"/>
                    <a:pt x="513" y="65"/>
                  </a:cubicBezTo>
                  <a:cubicBezTo>
                    <a:pt x="512" y="64"/>
                    <a:pt x="511" y="64"/>
                    <a:pt x="511" y="63"/>
                  </a:cubicBezTo>
                  <a:cubicBezTo>
                    <a:pt x="511" y="63"/>
                    <a:pt x="511" y="62"/>
                    <a:pt x="513" y="61"/>
                  </a:cubicBezTo>
                  <a:cubicBezTo>
                    <a:pt x="511" y="61"/>
                    <a:pt x="510" y="60"/>
                    <a:pt x="509" y="59"/>
                  </a:cubicBezTo>
                  <a:cubicBezTo>
                    <a:pt x="509" y="59"/>
                    <a:pt x="510" y="56"/>
                    <a:pt x="511" y="55"/>
                  </a:cubicBezTo>
                  <a:cubicBezTo>
                    <a:pt x="512" y="54"/>
                    <a:pt x="515" y="54"/>
                    <a:pt x="515" y="53"/>
                  </a:cubicBezTo>
                  <a:cubicBezTo>
                    <a:pt x="515" y="53"/>
                    <a:pt x="514" y="53"/>
                    <a:pt x="514" y="53"/>
                  </a:cubicBezTo>
                  <a:cubicBezTo>
                    <a:pt x="514" y="53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2" y="54"/>
                    <a:pt x="511" y="55"/>
                    <a:pt x="510" y="54"/>
                  </a:cubicBezTo>
                  <a:cubicBezTo>
                    <a:pt x="510" y="54"/>
                    <a:pt x="510" y="53"/>
                    <a:pt x="510" y="53"/>
                  </a:cubicBezTo>
                  <a:cubicBezTo>
                    <a:pt x="510" y="53"/>
                    <a:pt x="510" y="53"/>
                    <a:pt x="510" y="53"/>
                  </a:cubicBezTo>
                  <a:cubicBezTo>
                    <a:pt x="510" y="53"/>
                    <a:pt x="510" y="52"/>
                    <a:pt x="510" y="52"/>
                  </a:cubicBezTo>
                  <a:cubicBezTo>
                    <a:pt x="510" y="52"/>
                    <a:pt x="510" y="52"/>
                    <a:pt x="510" y="52"/>
                  </a:cubicBezTo>
                  <a:cubicBezTo>
                    <a:pt x="511" y="51"/>
                    <a:pt x="513" y="51"/>
                    <a:pt x="513" y="52"/>
                  </a:cubicBezTo>
                  <a:cubicBezTo>
                    <a:pt x="515" y="52"/>
                    <a:pt x="517" y="52"/>
                    <a:pt x="516" y="53"/>
                  </a:cubicBezTo>
                  <a:cubicBezTo>
                    <a:pt x="516" y="53"/>
                    <a:pt x="515" y="54"/>
                    <a:pt x="515" y="54"/>
                  </a:cubicBezTo>
                  <a:cubicBezTo>
                    <a:pt x="516" y="54"/>
                    <a:pt x="517" y="54"/>
                    <a:pt x="517" y="54"/>
                  </a:cubicBezTo>
                  <a:cubicBezTo>
                    <a:pt x="518" y="54"/>
                    <a:pt x="519" y="55"/>
                    <a:pt x="520" y="55"/>
                  </a:cubicBezTo>
                  <a:cubicBezTo>
                    <a:pt x="521" y="55"/>
                    <a:pt x="522" y="55"/>
                    <a:pt x="522" y="56"/>
                  </a:cubicBezTo>
                  <a:cubicBezTo>
                    <a:pt x="522" y="57"/>
                    <a:pt x="522" y="57"/>
                    <a:pt x="521" y="57"/>
                  </a:cubicBezTo>
                  <a:cubicBezTo>
                    <a:pt x="521" y="57"/>
                    <a:pt x="521" y="58"/>
                    <a:pt x="521" y="58"/>
                  </a:cubicBezTo>
                  <a:cubicBezTo>
                    <a:pt x="522" y="57"/>
                    <a:pt x="523" y="57"/>
                    <a:pt x="525" y="58"/>
                  </a:cubicBezTo>
                  <a:cubicBezTo>
                    <a:pt x="525" y="59"/>
                    <a:pt x="524" y="59"/>
                    <a:pt x="524" y="59"/>
                  </a:cubicBezTo>
                  <a:cubicBezTo>
                    <a:pt x="525" y="59"/>
                    <a:pt x="526" y="58"/>
                    <a:pt x="528" y="58"/>
                  </a:cubicBezTo>
                  <a:cubicBezTo>
                    <a:pt x="528" y="58"/>
                    <a:pt x="528" y="57"/>
                    <a:pt x="528" y="57"/>
                  </a:cubicBezTo>
                  <a:cubicBezTo>
                    <a:pt x="528" y="57"/>
                    <a:pt x="527" y="57"/>
                    <a:pt x="527" y="56"/>
                  </a:cubicBezTo>
                  <a:cubicBezTo>
                    <a:pt x="527" y="54"/>
                    <a:pt x="532" y="55"/>
                    <a:pt x="530" y="57"/>
                  </a:cubicBezTo>
                  <a:cubicBezTo>
                    <a:pt x="530" y="57"/>
                    <a:pt x="530" y="57"/>
                    <a:pt x="530" y="57"/>
                  </a:cubicBezTo>
                  <a:cubicBezTo>
                    <a:pt x="531" y="56"/>
                    <a:pt x="533" y="55"/>
                    <a:pt x="533" y="55"/>
                  </a:cubicBezTo>
                  <a:cubicBezTo>
                    <a:pt x="532" y="54"/>
                    <a:pt x="530" y="55"/>
                    <a:pt x="529" y="54"/>
                  </a:cubicBezTo>
                  <a:cubicBezTo>
                    <a:pt x="529" y="53"/>
                    <a:pt x="532" y="51"/>
                    <a:pt x="532" y="51"/>
                  </a:cubicBezTo>
                  <a:cubicBezTo>
                    <a:pt x="532" y="51"/>
                    <a:pt x="532" y="50"/>
                    <a:pt x="532" y="50"/>
                  </a:cubicBezTo>
                  <a:cubicBezTo>
                    <a:pt x="530" y="52"/>
                    <a:pt x="527" y="52"/>
                    <a:pt x="525" y="52"/>
                  </a:cubicBezTo>
                  <a:cubicBezTo>
                    <a:pt x="523" y="51"/>
                    <a:pt x="522" y="48"/>
                    <a:pt x="521" y="48"/>
                  </a:cubicBezTo>
                  <a:cubicBezTo>
                    <a:pt x="520" y="48"/>
                    <a:pt x="518" y="48"/>
                    <a:pt x="516" y="49"/>
                  </a:cubicBezTo>
                  <a:cubicBezTo>
                    <a:pt x="517" y="48"/>
                    <a:pt x="518" y="48"/>
                    <a:pt x="519" y="47"/>
                  </a:cubicBezTo>
                  <a:cubicBezTo>
                    <a:pt x="519" y="47"/>
                    <a:pt x="520" y="47"/>
                    <a:pt x="520" y="47"/>
                  </a:cubicBezTo>
                  <a:cubicBezTo>
                    <a:pt x="521" y="46"/>
                    <a:pt x="521" y="46"/>
                    <a:pt x="521" y="45"/>
                  </a:cubicBezTo>
                  <a:cubicBezTo>
                    <a:pt x="520" y="45"/>
                    <a:pt x="520" y="45"/>
                    <a:pt x="519" y="45"/>
                  </a:cubicBezTo>
                  <a:cubicBezTo>
                    <a:pt x="519" y="44"/>
                    <a:pt x="520" y="44"/>
                    <a:pt x="521" y="44"/>
                  </a:cubicBezTo>
                  <a:cubicBezTo>
                    <a:pt x="521" y="44"/>
                    <a:pt x="521" y="44"/>
                    <a:pt x="521" y="44"/>
                  </a:cubicBezTo>
                  <a:cubicBezTo>
                    <a:pt x="521" y="43"/>
                    <a:pt x="521" y="41"/>
                    <a:pt x="521" y="40"/>
                  </a:cubicBezTo>
                  <a:cubicBezTo>
                    <a:pt x="521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39"/>
                  </a:cubicBezTo>
                  <a:cubicBezTo>
                    <a:pt x="520" y="39"/>
                    <a:pt x="520" y="39"/>
                    <a:pt x="520" y="39"/>
                  </a:cubicBezTo>
                  <a:cubicBezTo>
                    <a:pt x="510" y="34"/>
                    <a:pt x="501" y="30"/>
                    <a:pt x="491" y="26"/>
                  </a:cubicBezTo>
                  <a:cubicBezTo>
                    <a:pt x="491" y="26"/>
                    <a:pt x="489" y="27"/>
                    <a:pt x="489" y="27"/>
                  </a:cubicBezTo>
                  <a:cubicBezTo>
                    <a:pt x="489" y="26"/>
                    <a:pt x="489" y="26"/>
                    <a:pt x="490" y="26"/>
                  </a:cubicBezTo>
                  <a:cubicBezTo>
                    <a:pt x="487" y="24"/>
                    <a:pt x="483" y="23"/>
                    <a:pt x="480" y="22"/>
                  </a:cubicBezTo>
                  <a:cubicBezTo>
                    <a:pt x="480" y="22"/>
                    <a:pt x="480" y="22"/>
                    <a:pt x="480" y="22"/>
                  </a:cubicBezTo>
                  <a:cubicBezTo>
                    <a:pt x="478" y="22"/>
                    <a:pt x="476" y="25"/>
                    <a:pt x="474" y="25"/>
                  </a:cubicBezTo>
                  <a:cubicBezTo>
                    <a:pt x="472" y="25"/>
                    <a:pt x="473" y="25"/>
                    <a:pt x="471" y="25"/>
                  </a:cubicBezTo>
                  <a:cubicBezTo>
                    <a:pt x="471" y="25"/>
                    <a:pt x="469" y="26"/>
                    <a:pt x="468" y="27"/>
                  </a:cubicBezTo>
                  <a:cubicBezTo>
                    <a:pt x="467" y="27"/>
                    <a:pt x="464" y="29"/>
                    <a:pt x="464" y="29"/>
                  </a:cubicBezTo>
                  <a:cubicBezTo>
                    <a:pt x="462" y="30"/>
                    <a:pt x="464" y="30"/>
                    <a:pt x="462" y="30"/>
                  </a:cubicBezTo>
                  <a:cubicBezTo>
                    <a:pt x="461" y="30"/>
                    <a:pt x="461" y="30"/>
                    <a:pt x="460" y="30"/>
                  </a:cubicBezTo>
                  <a:cubicBezTo>
                    <a:pt x="461" y="30"/>
                    <a:pt x="461" y="30"/>
                    <a:pt x="461" y="30"/>
                  </a:cubicBezTo>
                  <a:cubicBezTo>
                    <a:pt x="462" y="31"/>
                    <a:pt x="459" y="32"/>
                    <a:pt x="459" y="31"/>
                  </a:cubicBezTo>
                  <a:cubicBezTo>
                    <a:pt x="459" y="31"/>
                    <a:pt x="458" y="32"/>
                    <a:pt x="458" y="32"/>
                  </a:cubicBezTo>
                  <a:cubicBezTo>
                    <a:pt x="458" y="32"/>
                    <a:pt x="458" y="33"/>
                    <a:pt x="458" y="33"/>
                  </a:cubicBezTo>
                  <a:cubicBezTo>
                    <a:pt x="461" y="34"/>
                    <a:pt x="463" y="32"/>
                    <a:pt x="461" y="36"/>
                  </a:cubicBezTo>
                  <a:cubicBezTo>
                    <a:pt x="461" y="37"/>
                    <a:pt x="462" y="37"/>
                    <a:pt x="461" y="37"/>
                  </a:cubicBezTo>
                  <a:cubicBezTo>
                    <a:pt x="460" y="39"/>
                    <a:pt x="459" y="37"/>
                    <a:pt x="459" y="36"/>
                  </a:cubicBezTo>
                  <a:cubicBezTo>
                    <a:pt x="458" y="37"/>
                    <a:pt x="458" y="38"/>
                    <a:pt x="460" y="39"/>
                  </a:cubicBezTo>
                  <a:cubicBezTo>
                    <a:pt x="460" y="39"/>
                    <a:pt x="457" y="39"/>
                    <a:pt x="456" y="39"/>
                  </a:cubicBezTo>
                  <a:cubicBezTo>
                    <a:pt x="456" y="39"/>
                    <a:pt x="454" y="36"/>
                    <a:pt x="453" y="35"/>
                  </a:cubicBezTo>
                  <a:cubicBezTo>
                    <a:pt x="452" y="35"/>
                    <a:pt x="451" y="36"/>
                    <a:pt x="451" y="36"/>
                  </a:cubicBezTo>
                  <a:cubicBezTo>
                    <a:pt x="449" y="37"/>
                    <a:pt x="446" y="38"/>
                    <a:pt x="444" y="39"/>
                  </a:cubicBezTo>
                  <a:cubicBezTo>
                    <a:pt x="443" y="40"/>
                    <a:pt x="443" y="40"/>
                    <a:pt x="442" y="40"/>
                  </a:cubicBezTo>
                  <a:cubicBezTo>
                    <a:pt x="441" y="40"/>
                    <a:pt x="440" y="41"/>
                    <a:pt x="439" y="41"/>
                  </a:cubicBezTo>
                  <a:cubicBezTo>
                    <a:pt x="437" y="42"/>
                    <a:pt x="435" y="43"/>
                    <a:pt x="432" y="44"/>
                  </a:cubicBezTo>
                  <a:cubicBezTo>
                    <a:pt x="433" y="44"/>
                    <a:pt x="433" y="44"/>
                    <a:pt x="433" y="44"/>
                  </a:cubicBezTo>
                  <a:cubicBezTo>
                    <a:pt x="433" y="44"/>
                    <a:pt x="433" y="44"/>
                    <a:pt x="432" y="44"/>
                  </a:cubicBezTo>
                  <a:cubicBezTo>
                    <a:pt x="432" y="44"/>
                    <a:pt x="431" y="44"/>
                    <a:pt x="431" y="44"/>
                  </a:cubicBezTo>
                  <a:cubicBezTo>
                    <a:pt x="430" y="44"/>
                    <a:pt x="427" y="45"/>
                    <a:pt x="427" y="46"/>
                  </a:cubicBezTo>
                  <a:cubicBezTo>
                    <a:pt x="427" y="46"/>
                    <a:pt x="433" y="44"/>
                    <a:pt x="432" y="48"/>
                  </a:cubicBezTo>
                  <a:cubicBezTo>
                    <a:pt x="432" y="49"/>
                    <a:pt x="431" y="49"/>
                    <a:pt x="431" y="49"/>
                  </a:cubicBezTo>
                  <a:cubicBezTo>
                    <a:pt x="435" y="49"/>
                    <a:pt x="440" y="49"/>
                    <a:pt x="444" y="50"/>
                  </a:cubicBezTo>
                  <a:cubicBezTo>
                    <a:pt x="444" y="47"/>
                    <a:pt x="436" y="48"/>
                    <a:pt x="436" y="45"/>
                  </a:cubicBezTo>
                  <a:cubicBezTo>
                    <a:pt x="436" y="42"/>
                    <a:pt x="442" y="45"/>
                    <a:pt x="444" y="43"/>
                  </a:cubicBezTo>
                  <a:cubicBezTo>
                    <a:pt x="445" y="43"/>
                    <a:pt x="444" y="42"/>
                    <a:pt x="445" y="42"/>
                  </a:cubicBezTo>
                  <a:cubicBezTo>
                    <a:pt x="446" y="42"/>
                    <a:pt x="449" y="43"/>
                    <a:pt x="448" y="41"/>
                  </a:cubicBezTo>
                  <a:cubicBezTo>
                    <a:pt x="448" y="38"/>
                    <a:pt x="459" y="43"/>
                    <a:pt x="460" y="46"/>
                  </a:cubicBezTo>
                  <a:cubicBezTo>
                    <a:pt x="460" y="48"/>
                    <a:pt x="459" y="52"/>
                    <a:pt x="458" y="52"/>
                  </a:cubicBezTo>
                  <a:cubicBezTo>
                    <a:pt x="458" y="53"/>
                    <a:pt x="452" y="54"/>
                    <a:pt x="452" y="54"/>
                  </a:cubicBezTo>
                  <a:cubicBezTo>
                    <a:pt x="451" y="53"/>
                    <a:pt x="449" y="53"/>
                    <a:pt x="448" y="53"/>
                  </a:cubicBezTo>
                  <a:cubicBezTo>
                    <a:pt x="449" y="53"/>
                    <a:pt x="449" y="53"/>
                    <a:pt x="449" y="54"/>
                  </a:cubicBezTo>
                  <a:cubicBezTo>
                    <a:pt x="450" y="55"/>
                    <a:pt x="450" y="57"/>
                    <a:pt x="450" y="58"/>
                  </a:cubicBezTo>
                  <a:cubicBezTo>
                    <a:pt x="447" y="62"/>
                    <a:pt x="436" y="61"/>
                    <a:pt x="432" y="59"/>
                  </a:cubicBezTo>
                  <a:cubicBezTo>
                    <a:pt x="432" y="60"/>
                    <a:pt x="432" y="61"/>
                    <a:pt x="432" y="62"/>
                  </a:cubicBezTo>
                  <a:cubicBezTo>
                    <a:pt x="431" y="65"/>
                    <a:pt x="423" y="63"/>
                    <a:pt x="423" y="60"/>
                  </a:cubicBezTo>
                  <a:cubicBezTo>
                    <a:pt x="423" y="61"/>
                    <a:pt x="421" y="60"/>
                    <a:pt x="421" y="60"/>
                  </a:cubicBezTo>
                  <a:cubicBezTo>
                    <a:pt x="421" y="59"/>
                    <a:pt x="423" y="59"/>
                    <a:pt x="423" y="60"/>
                  </a:cubicBezTo>
                  <a:cubicBezTo>
                    <a:pt x="424" y="58"/>
                    <a:pt x="427" y="58"/>
                    <a:pt x="429" y="58"/>
                  </a:cubicBezTo>
                  <a:cubicBezTo>
                    <a:pt x="430" y="58"/>
                    <a:pt x="431" y="57"/>
                    <a:pt x="432" y="55"/>
                  </a:cubicBezTo>
                  <a:cubicBezTo>
                    <a:pt x="432" y="55"/>
                    <a:pt x="432" y="53"/>
                    <a:pt x="432" y="54"/>
                  </a:cubicBezTo>
                  <a:cubicBezTo>
                    <a:pt x="432" y="53"/>
                    <a:pt x="434" y="52"/>
                    <a:pt x="435" y="52"/>
                  </a:cubicBezTo>
                  <a:cubicBezTo>
                    <a:pt x="435" y="50"/>
                    <a:pt x="431" y="50"/>
                    <a:pt x="429" y="50"/>
                  </a:cubicBezTo>
                  <a:cubicBezTo>
                    <a:pt x="427" y="50"/>
                    <a:pt x="423" y="49"/>
                    <a:pt x="422" y="48"/>
                  </a:cubicBezTo>
                  <a:cubicBezTo>
                    <a:pt x="422" y="48"/>
                    <a:pt x="422" y="47"/>
                    <a:pt x="422" y="47"/>
                  </a:cubicBezTo>
                  <a:cubicBezTo>
                    <a:pt x="422" y="47"/>
                    <a:pt x="421" y="47"/>
                    <a:pt x="421" y="48"/>
                  </a:cubicBezTo>
                  <a:cubicBezTo>
                    <a:pt x="420" y="48"/>
                    <a:pt x="419" y="49"/>
                    <a:pt x="417" y="50"/>
                  </a:cubicBezTo>
                  <a:cubicBezTo>
                    <a:pt x="417" y="50"/>
                    <a:pt x="416" y="50"/>
                    <a:pt x="416" y="51"/>
                  </a:cubicBezTo>
                  <a:cubicBezTo>
                    <a:pt x="418" y="53"/>
                    <a:pt x="416" y="54"/>
                    <a:pt x="414" y="54"/>
                  </a:cubicBezTo>
                  <a:cubicBezTo>
                    <a:pt x="413" y="54"/>
                    <a:pt x="412" y="54"/>
                    <a:pt x="412" y="54"/>
                  </a:cubicBezTo>
                  <a:cubicBezTo>
                    <a:pt x="412" y="54"/>
                    <a:pt x="412" y="54"/>
                    <a:pt x="412" y="53"/>
                  </a:cubicBezTo>
                  <a:cubicBezTo>
                    <a:pt x="411" y="53"/>
                    <a:pt x="411" y="53"/>
                    <a:pt x="411" y="53"/>
                  </a:cubicBezTo>
                  <a:cubicBezTo>
                    <a:pt x="410" y="53"/>
                    <a:pt x="410" y="53"/>
                    <a:pt x="410" y="53"/>
                  </a:cubicBezTo>
                  <a:cubicBezTo>
                    <a:pt x="409" y="53"/>
                    <a:pt x="409" y="54"/>
                    <a:pt x="409" y="54"/>
                  </a:cubicBezTo>
                  <a:cubicBezTo>
                    <a:pt x="408" y="55"/>
                    <a:pt x="407" y="54"/>
                    <a:pt x="407" y="55"/>
                  </a:cubicBezTo>
                  <a:cubicBezTo>
                    <a:pt x="406" y="55"/>
                    <a:pt x="405" y="56"/>
                    <a:pt x="404" y="57"/>
                  </a:cubicBezTo>
                  <a:cubicBezTo>
                    <a:pt x="404" y="57"/>
                    <a:pt x="404" y="58"/>
                    <a:pt x="402" y="58"/>
                  </a:cubicBezTo>
                  <a:cubicBezTo>
                    <a:pt x="401" y="59"/>
                    <a:pt x="401" y="59"/>
                    <a:pt x="400" y="60"/>
                  </a:cubicBezTo>
                  <a:cubicBezTo>
                    <a:pt x="396" y="62"/>
                    <a:pt x="392" y="63"/>
                    <a:pt x="388" y="64"/>
                  </a:cubicBezTo>
                  <a:cubicBezTo>
                    <a:pt x="387" y="65"/>
                    <a:pt x="387" y="65"/>
                    <a:pt x="387" y="65"/>
                  </a:cubicBezTo>
                  <a:cubicBezTo>
                    <a:pt x="387" y="65"/>
                    <a:pt x="388" y="65"/>
                    <a:pt x="388" y="65"/>
                  </a:cubicBezTo>
                  <a:cubicBezTo>
                    <a:pt x="389" y="65"/>
                    <a:pt x="391" y="66"/>
                    <a:pt x="392" y="67"/>
                  </a:cubicBezTo>
                  <a:cubicBezTo>
                    <a:pt x="392" y="67"/>
                    <a:pt x="393" y="68"/>
                    <a:pt x="392" y="68"/>
                  </a:cubicBezTo>
                  <a:cubicBezTo>
                    <a:pt x="393" y="69"/>
                    <a:pt x="394" y="70"/>
                    <a:pt x="393" y="71"/>
                  </a:cubicBezTo>
                  <a:cubicBezTo>
                    <a:pt x="393" y="78"/>
                    <a:pt x="380" y="78"/>
                    <a:pt x="374" y="76"/>
                  </a:cubicBezTo>
                  <a:cubicBezTo>
                    <a:pt x="373" y="75"/>
                    <a:pt x="371" y="73"/>
                    <a:pt x="370" y="72"/>
                  </a:cubicBezTo>
                  <a:cubicBezTo>
                    <a:pt x="368" y="73"/>
                    <a:pt x="366" y="74"/>
                    <a:pt x="366" y="73"/>
                  </a:cubicBezTo>
                  <a:cubicBezTo>
                    <a:pt x="365" y="72"/>
                    <a:pt x="367" y="71"/>
                    <a:pt x="369" y="70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69"/>
                    <a:pt x="366" y="69"/>
                    <a:pt x="366" y="69"/>
                  </a:cubicBezTo>
                  <a:cubicBezTo>
                    <a:pt x="366" y="67"/>
                    <a:pt x="370" y="65"/>
                    <a:pt x="374" y="64"/>
                  </a:cubicBezTo>
                  <a:cubicBezTo>
                    <a:pt x="369" y="65"/>
                    <a:pt x="362" y="65"/>
                    <a:pt x="358" y="66"/>
                  </a:cubicBezTo>
                  <a:cubicBezTo>
                    <a:pt x="358" y="66"/>
                    <a:pt x="351" y="68"/>
                    <a:pt x="351" y="67"/>
                  </a:cubicBezTo>
                  <a:cubicBezTo>
                    <a:pt x="350" y="66"/>
                    <a:pt x="356" y="66"/>
                    <a:pt x="357" y="65"/>
                  </a:cubicBezTo>
                  <a:cubicBezTo>
                    <a:pt x="363" y="65"/>
                    <a:pt x="372" y="62"/>
                    <a:pt x="379" y="62"/>
                  </a:cubicBezTo>
                  <a:cubicBezTo>
                    <a:pt x="379" y="62"/>
                    <a:pt x="379" y="62"/>
                    <a:pt x="379" y="62"/>
                  </a:cubicBezTo>
                  <a:cubicBezTo>
                    <a:pt x="379" y="62"/>
                    <a:pt x="380" y="62"/>
                    <a:pt x="379" y="62"/>
                  </a:cubicBezTo>
                  <a:cubicBezTo>
                    <a:pt x="379" y="63"/>
                    <a:pt x="379" y="63"/>
                    <a:pt x="378" y="63"/>
                  </a:cubicBezTo>
                  <a:cubicBezTo>
                    <a:pt x="379" y="63"/>
                    <a:pt x="381" y="63"/>
                    <a:pt x="382" y="63"/>
                  </a:cubicBezTo>
                  <a:cubicBezTo>
                    <a:pt x="382" y="62"/>
                    <a:pt x="383" y="61"/>
                    <a:pt x="383" y="61"/>
                  </a:cubicBezTo>
                  <a:cubicBezTo>
                    <a:pt x="384" y="61"/>
                    <a:pt x="384" y="62"/>
                    <a:pt x="384" y="62"/>
                  </a:cubicBezTo>
                  <a:cubicBezTo>
                    <a:pt x="385" y="61"/>
                    <a:pt x="385" y="60"/>
                    <a:pt x="386" y="60"/>
                  </a:cubicBezTo>
                  <a:cubicBezTo>
                    <a:pt x="387" y="59"/>
                    <a:pt x="389" y="59"/>
                    <a:pt x="390" y="59"/>
                  </a:cubicBezTo>
                  <a:cubicBezTo>
                    <a:pt x="392" y="58"/>
                    <a:pt x="393" y="57"/>
                    <a:pt x="395" y="56"/>
                  </a:cubicBezTo>
                  <a:cubicBezTo>
                    <a:pt x="396" y="56"/>
                    <a:pt x="396" y="56"/>
                    <a:pt x="396" y="56"/>
                  </a:cubicBezTo>
                  <a:cubicBezTo>
                    <a:pt x="398" y="55"/>
                    <a:pt x="399" y="53"/>
                    <a:pt x="400" y="52"/>
                  </a:cubicBezTo>
                  <a:cubicBezTo>
                    <a:pt x="401" y="52"/>
                    <a:pt x="402" y="53"/>
                    <a:pt x="402" y="52"/>
                  </a:cubicBezTo>
                  <a:cubicBezTo>
                    <a:pt x="404" y="52"/>
                    <a:pt x="405" y="51"/>
                    <a:pt x="407" y="50"/>
                  </a:cubicBezTo>
                  <a:cubicBezTo>
                    <a:pt x="409" y="50"/>
                    <a:pt x="411" y="48"/>
                    <a:pt x="411" y="48"/>
                  </a:cubicBezTo>
                  <a:cubicBezTo>
                    <a:pt x="412" y="48"/>
                    <a:pt x="412" y="49"/>
                    <a:pt x="412" y="49"/>
                  </a:cubicBezTo>
                  <a:cubicBezTo>
                    <a:pt x="413" y="48"/>
                    <a:pt x="413" y="48"/>
                    <a:pt x="413" y="47"/>
                  </a:cubicBezTo>
                  <a:cubicBezTo>
                    <a:pt x="414" y="47"/>
                    <a:pt x="414" y="48"/>
                    <a:pt x="415" y="48"/>
                  </a:cubicBezTo>
                  <a:cubicBezTo>
                    <a:pt x="415" y="47"/>
                    <a:pt x="415" y="47"/>
                    <a:pt x="416" y="46"/>
                  </a:cubicBezTo>
                  <a:cubicBezTo>
                    <a:pt x="416" y="46"/>
                    <a:pt x="416" y="47"/>
                    <a:pt x="417" y="47"/>
                  </a:cubicBezTo>
                  <a:cubicBezTo>
                    <a:pt x="417" y="47"/>
                    <a:pt x="417" y="46"/>
                    <a:pt x="418" y="45"/>
                  </a:cubicBezTo>
                  <a:cubicBezTo>
                    <a:pt x="419" y="45"/>
                    <a:pt x="419" y="46"/>
                    <a:pt x="420" y="45"/>
                  </a:cubicBezTo>
                  <a:cubicBezTo>
                    <a:pt x="420" y="45"/>
                    <a:pt x="420" y="44"/>
                    <a:pt x="421" y="44"/>
                  </a:cubicBezTo>
                  <a:cubicBezTo>
                    <a:pt x="422" y="43"/>
                    <a:pt x="424" y="43"/>
                    <a:pt x="425" y="42"/>
                  </a:cubicBezTo>
                  <a:cubicBezTo>
                    <a:pt x="427" y="40"/>
                    <a:pt x="432" y="39"/>
                    <a:pt x="435" y="36"/>
                  </a:cubicBezTo>
                  <a:cubicBezTo>
                    <a:pt x="438" y="35"/>
                    <a:pt x="441" y="33"/>
                    <a:pt x="444" y="32"/>
                  </a:cubicBezTo>
                  <a:cubicBezTo>
                    <a:pt x="444" y="32"/>
                    <a:pt x="443" y="32"/>
                    <a:pt x="443" y="32"/>
                  </a:cubicBezTo>
                  <a:cubicBezTo>
                    <a:pt x="440" y="31"/>
                    <a:pt x="439" y="28"/>
                    <a:pt x="438" y="28"/>
                  </a:cubicBezTo>
                  <a:cubicBezTo>
                    <a:pt x="437" y="28"/>
                    <a:pt x="437" y="28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5" y="30"/>
                    <a:pt x="434" y="30"/>
                    <a:pt x="433" y="31"/>
                  </a:cubicBezTo>
                  <a:cubicBezTo>
                    <a:pt x="432" y="31"/>
                    <a:pt x="431" y="31"/>
                    <a:pt x="431" y="30"/>
                  </a:cubicBezTo>
                  <a:cubicBezTo>
                    <a:pt x="431" y="30"/>
                    <a:pt x="431" y="30"/>
                    <a:pt x="431" y="30"/>
                  </a:cubicBezTo>
                  <a:cubicBezTo>
                    <a:pt x="430" y="30"/>
                    <a:pt x="430" y="31"/>
                    <a:pt x="429" y="31"/>
                  </a:cubicBezTo>
                  <a:cubicBezTo>
                    <a:pt x="428" y="32"/>
                    <a:pt x="425" y="32"/>
                    <a:pt x="424" y="31"/>
                  </a:cubicBezTo>
                  <a:cubicBezTo>
                    <a:pt x="424" y="31"/>
                    <a:pt x="425" y="30"/>
                    <a:pt x="426" y="30"/>
                  </a:cubicBezTo>
                  <a:cubicBezTo>
                    <a:pt x="426" y="30"/>
                    <a:pt x="425" y="29"/>
                    <a:pt x="425" y="29"/>
                  </a:cubicBezTo>
                  <a:cubicBezTo>
                    <a:pt x="424" y="30"/>
                    <a:pt x="423" y="30"/>
                    <a:pt x="423" y="30"/>
                  </a:cubicBezTo>
                  <a:cubicBezTo>
                    <a:pt x="418" y="29"/>
                    <a:pt x="416" y="25"/>
                    <a:pt x="419" y="23"/>
                  </a:cubicBezTo>
                  <a:cubicBezTo>
                    <a:pt x="421" y="21"/>
                    <a:pt x="429" y="22"/>
                    <a:pt x="429" y="26"/>
                  </a:cubicBezTo>
                  <a:cubicBezTo>
                    <a:pt x="429" y="29"/>
                    <a:pt x="428" y="27"/>
                    <a:pt x="431" y="27"/>
                  </a:cubicBezTo>
                  <a:cubicBezTo>
                    <a:pt x="434" y="26"/>
                    <a:pt x="435" y="27"/>
                    <a:pt x="436" y="25"/>
                  </a:cubicBezTo>
                  <a:cubicBezTo>
                    <a:pt x="439" y="21"/>
                    <a:pt x="442" y="21"/>
                    <a:pt x="446" y="22"/>
                  </a:cubicBezTo>
                  <a:cubicBezTo>
                    <a:pt x="446" y="21"/>
                    <a:pt x="448" y="21"/>
                    <a:pt x="449" y="22"/>
                  </a:cubicBezTo>
                  <a:cubicBezTo>
                    <a:pt x="450" y="22"/>
                    <a:pt x="450" y="21"/>
                    <a:pt x="451" y="21"/>
                  </a:cubicBezTo>
                  <a:cubicBezTo>
                    <a:pt x="452" y="22"/>
                    <a:pt x="451" y="23"/>
                    <a:pt x="450" y="24"/>
                  </a:cubicBezTo>
                  <a:cubicBezTo>
                    <a:pt x="451" y="25"/>
                    <a:pt x="452" y="26"/>
                    <a:pt x="452" y="28"/>
                  </a:cubicBezTo>
                  <a:cubicBezTo>
                    <a:pt x="451" y="28"/>
                    <a:pt x="451" y="29"/>
                    <a:pt x="451" y="30"/>
                  </a:cubicBezTo>
                  <a:cubicBezTo>
                    <a:pt x="451" y="29"/>
                    <a:pt x="451" y="29"/>
                    <a:pt x="452" y="29"/>
                  </a:cubicBezTo>
                  <a:cubicBezTo>
                    <a:pt x="453" y="29"/>
                    <a:pt x="455" y="29"/>
                    <a:pt x="457" y="29"/>
                  </a:cubicBezTo>
                  <a:cubicBezTo>
                    <a:pt x="458" y="28"/>
                    <a:pt x="458" y="27"/>
                    <a:pt x="460" y="27"/>
                  </a:cubicBezTo>
                  <a:cubicBezTo>
                    <a:pt x="461" y="26"/>
                    <a:pt x="463" y="26"/>
                    <a:pt x="465" y="26"/>
                  </a:cubicBezTo>
                  <a:cubicBezTo>
                    <a:pt x="463" y="25"/>
                    <a:pt x="462" y="25"/>
                    <a:pt x="460" y="25"/>
                  </a:cubicBezTo>
                  <a:cubicBezTo>
                    <a:pt x="462" y="25"/>
                    <a:pt x="462" y="23"/>
                    <a:pt x="461" y="23"/>
                  </a:cubicBezTo>
                  <a:cubicBezTo>
                    <a:pt x="461" y="23"/>
                    <a:pt x="462" y="21"/>
                    <a:pt x="463" y="20"/>
                  </a:cubicBezTo>
                  <a:cubicBezTo>
                    <a:pt x="464" y="20"/>
                    <a:pt x="465" y="20"/>
                    <a:pt x="466" y="20"/>
                  </a:cubicBezTo>
                  <a:cubicBezTo>
                    <a:pt x="466" y="20"/>
                    <a:pt x="467" y="20"/>
                    <a:pt x="468" y="20"/>
                  </a:cubicBezTo>
                  <a:cubicBezTo>
                    <a:pt x="468" y="21"/>
                    <a:pt x="467" y="21"/>
                    <a:pt x="466" y="21"/>
                  </a:cubicBezTo>
                  <a:cubicBezTo>
                    <a:pt x="468" y="22"/>
                    <a:pt x="468" y="23"/>
                    <a:pt x="468" y="24"/>
                  </a:cubicBezTo>
                  <a:cubicBezTo>
                    <a:pt x="469" y="23"/>
                    <a:pt x="470" y="23"/>
                    <a:pt x="471" y="22"/>
                  </a:cubicBezTo>
                  <a:cubicBezTo>
                    <a:pt x="471" y="22"/>
                    <a:pt x="470" y="22"/>
                    <a:pt x="470" y="21"/>
                  </a:cubicBezTo>
                  <a:cubicBezTo>
                    <a:pt x="469" y="20"/>
                    <a:pt x="471" y="19"/>
                    <a:pt x="473" y="19"/>
                  </a:cubicBezTo>
                  <a:cubicBezTo>
                    <a:pt x="473" y="19"/>
                    <a:pt x="473" y="19"/>
                    <a:pt x="473" y="19"/>
                  </a:cubicBezTo>
                  <a:cubicBezTo>
                    <a:pt x="456" y="13"/>
                    <a:pt x="438" y="9"/>
                    <a:pt x="419" y="5"/>
                  </a:cubicBezTo>
                  <a:cubicBezTo>
                    <a:pt x="427" y="10"/>
                    <a:pt x="416" y="16"/>
                    <a:pt x="410" y="12"/>
                  </a:cubicBezTo>
                  <a:cubicBezTo>
                    <a:pt x="408" y="10"/>
                    <a:pt x="409" y="9"/>
                    <a:pt x="407" y="7"/>
                  </a:cubicBezTo>
                  <a:cubicBezTo>
                    <a:pt x="408" y="6"/>
                    <a:pt x="410" y="5"/>
                    <a:pt x="412" y="4"/>
                  </a:cubicBezTo>
                  <a:cubicBezTo>
                    <a:pt x="408" y="4"/>
                    <a:pt x="405" y="3"/>
                    <a:pt x="401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398" y="2"/>
                    <a:pt x="396" y="2"/>
                    <a:pt x="393" y="2"/>
                  </a:cubicBezTo>
                  <a:cubicBezTo>
                    <a:pt x="392" y="6"/>
                    <a:pt x="385" y="4"/>
                    <a:pt x="382" y="1"/>
                  </a:cubicBezTo>
                  <a:cubicBezTo>
                    <a:pt x="374" y="0"/>
                    <a:pt x="366" y="0"/>
                    <a:pt x="357" y="0"/>
                  </a:cubicBezTo>
                  <a:cubicBezTo>
                    <a:pt x="343" y="0"/>
                    <a:pt x="328" y="1"/>
                    <a:pt x="314" y="3"/>
                  </a:cubicBezTo>
                  <a:cubicBezTo>
                    <a:pt x="314" y="3"/>
                    <a:pt x="314" y="3"/>
                    <a:pt x="315" y="3"/>
                  </a:cubicBezTo>
                  <a:cubicBezTo>
                    <a:pt x="315" y="3"/>
                    <a:pt x="315" y="3"/>
                    <a:pt x="315" y="3"/>
                  </a:cubicBezTo>
                  <a:cubicBezTo>
                    <a:pt x="315" y="4"/>
                    <a:pt x="314" y="3"/>
                    <a:pt x="314" y="3"/>
                  </a:cubicBezTo>
                  <a:cubicBezTo>
                    <a:pt x="138" y="24"/>
                    <a:pt x="1" y="173"/>
                    <a:pt x="0" y="354"/>
                  </a:cubicBezTo>
                  <a:cubicBezTo>
                    <a:pt x="0" y="354"/>
                    <a:pt x="0" y="353"/>
                    <a:pt x="1" y="353"/>
                  </a:cubicBezTo>
                  <a:cubicBezTo>
                    <a:pt x="1" y="353"/>
                    <a:pt x="2" y="356"/>
                    <a:pt x="1" y="356"/>
                  </a:cubicBezTo>
                  <a:cubicBezTo>
                    <a:pt x="0" y="357"/>
                    <a:pt x="0" y="356"/>
                    <a:pt x="0" y="356"/>
                  </a:cubicBezTo>
                  <a:cubicBezTo>
                    <a:pt x="0" y="356"/>
                    <a:pt x="0" y="357"/>
                    <a:pt x="0" y="357"/>
                  </a:cubicBezTo>
                  <a:cubicBezTo>
                    <a:pt x="0" y="375"/>
                    <a:pt x="1" y="392"/>
                    <a:pt x="4" y="409"/>
                  </a:cubicBezTo>
                  <a:cubicBezTo>
                    <a:pt x="4" y="409"/>
                    <a:pt x="4" y="409"/>
                    <a:pt x="4" y="409"/>
                  </a:cubicBezTo>
                  <a:cubicBezTo>
                    <a:pt x="5" y="409"/>
                    <a:pt x="5" y="412"/>
                    <a:pt x="5" y="412"/>
                  </a:cubicBezTo>
                  <a:cubicBezTo>
                    <a:pt x="4" y="413"/>
                    <a:pt x="4" y="413"/>
                    <a:pt x="4" y="413"/>
                  </a:cubicBezTo>
                  <a:cubicBezTo>
                    <a:pt x="5" y="418"/>
                    <a:pt x="6" y="424"/>
                    <a:pt x="7" y="429"/>
                  </a:cubicBezTo>
                  <a:cubicBezTo>
                    <a:pt x="8" y="429"/>
                    <a:pt x="8" y="429"/>
                    <a:pt x="8" y="429"/>
                  </a:cubicBezTo>
                  <a:cubicBezTo>
                    <a:pt x="9" y="430"/>
                    <a:pt x="8" y="430"/>
                    <a:pt x="7" y="431"/>
                  </a:cubicBezTo>
                  <a:cubicBezTo>
                    <a:pt x="8" y="433"/>
                    <a:pt x="8" y="435"/>
                    <a:pt x="9" y="438"/>
                  </a:cubicBezTo>
                  <a:cubicBezTo>
                    <a:pt x="9" y="438"/>
                    <a:pt x="9" y="438"/>
                    <a:pt x="9" y="438"/>
                  </a:cubicBezTo>
                  <a:cubicBezTo>
                    <a:pt x="9" y="440"/>
                    <a:pt x="10" y="441"/>
                    <a:pt x="10" y="443"/>
                  </a:cubicBezTo>
                  <a:cubicBezTo>
                    <a:pt x="10" y="443"/>
                    <a:pt x="10" y="443"/>
                    <a:pt x="10" y="442"/>
                  </a:cubicBezTo>
                  <a:cubicBezTo>
                    <a:pt x="10" y="442"/>
                    <a:pt x="10" y="442"/>
                    <a:pt x="10" y="441"/>
                  </a:cubicBezTo>
                  <a:cubicBezTo>
                    <a:pt x="10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2" y="441"/>
                    <a:pt x="13" y="440"/>
                    <a:pt x="14" y="440"/>
                  </a:cubicBezTo>
                  <a:cubicBezTo>
                    <a:pt x="14" y="439"/>
                    <a:pt x="15" y="438"/>
                    <a:pt x="16" y="439"/>
                  </a:cubicBezTo>
                  <a:cubicBezTo>
                    <a:pt x="17" y="439"/>
                    <a:pt x="17" y="439"/>
                    <a:pt x="18" y="440"/>
                  </a:cubicBezTo>
                  <a:cubicBezTo>
                    <a:pt x="20" y="443"/>
                    <a:pt x="19" y="438"/>
                    <a:pt x="18" y="438"/>
                  </a:cubicBezTo>
                  <a:cubicBezTo>
                    <a:pt x="18" y="438"/>
                    <a:pt x="18" y="438"/>
                    <a:pt x="17" y="437"/>
                  </a:cubicBezTo>
                  <a:cubicBezTo>
                    <a:pt x="17" y="437"/>
                    <a:pt x="17" y="437"/>
                    <a:pt x="17" y="436"/>
                  </a:cubicBezTo>
                  <a:cubicBezTo>
                    <a:pt x="17" y="435"/>
                    <a:pt x="17" y="432"/>
                    <a:pt x="17" y="431"/>
                  </a:cubicBezTo>
                  <a:cubicBezTo>
                    <a:pt x="17" y="433"/>
                    <a:pt x="18" y="434"/>
                    <a:pt x="19" y="435"/>
                  </a:cubicBezTo>
                  <a:cubicBezTo>
                    <a:pt x="19" y="435"/>
                    <a:pt x="19" y="435"/>
                    <a:pt x="19" y="435"/>
                  </a:cubicBezTo>
                  <a:cubicBezTo>
                    <a:pt x="20" y="435"/>
                    <a:pt x="19" y="436"/>
                    <a:pt x="19" y="436"/>
                  </a:cubicBezTo>
                  <a:cubicBezTo>
                    <a:pt x="19" y="437"/>
                    <a:pt x="19" y="437"/>
                    <a:pt x="19" y="438"/>
                  </a:cubicBezTo>
                  <a:cubicBezTo>
                    <a:pt x="20" y="437"/>
                    <a:pt x="19" y="435"/>
                    <a:pt x="21" y="434"/>
                  </a:cubicBezTo>
                  <a:cubicBezTo>
                    <a:pt x="20" y="436"/>
                    <a:pt x="20" y="437"/>
                    <a:pt x="21" y="438"/>
                  </a:cubicBezTo>
                  <a:cubicBezTo>
                    <a:pt x="21" y="438"/>
                    <a:pt x="22" y="438"/>
                    <a:pt x="22" y="438"/>
                  </a:cubicBezTo>
                  <a:cubicBezTo>
                    <a:pt x="22" y="438"/>
                    <a:pt x="22" y="438"/>
                    <a:pt x="22" y="438"/>
                  </a:cubicBezTo>
                  <a:cubicBezTo>
                    <a:pt x="23" y="438"/>
                    <a:pt x="23" y="438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3" y="435"/>
                    <a:pt x="23" y="434"/>
                    <a:pt x="23" y="434"/>
                  </a:cubicBezTo>
                  <a:cubicBezTo>
                    <a:pt x="23" y="433"/>
                    <a:pt x="22" y="433"/>
                    <a:pt x="21" y="434"/>
                  </a:cubicBezTo>
                  <a:cubicBezTo>
                    <a:pt x="20" y="434"/>
                    <a:pt x="20" y="435"/>
                    <a:pt x="19" y="434"/>
                  </a:cubicBezTo>
                  <a:cubicBezTo>
                    <a:pt x="19" y="434"/>
                    <a:pt x="19" y="434"/>
                    <a:pt x="19" y="433"/>
                  </a:cubicBezTo>
                  <a:cubicBezTo>
                    <a:pt x="19" y="433"/>
                    <a:pt x="19" y="433"/>
                    <a:pt x="19" y="433"/>
                  </a:cubicBezTo>
                  <a:cubicBezTo>
                    <a:pt x="18" y="433"/>
                    <a:pt x="19" y="431"/>
                    <a:pt x="18" y="429"/>
                  </a:cubicBezTo>
                  <a:cubicBezTo>
                    <a:pt x="17" y="430"/>
                    <a:pt x="16" y="429"/>
                    <a:pt x="16" y="426"/>
                  </a:cubicBezTo>
                  <a:cubicBezTo>
                    <a:pt x="16" y="426"/>
                    <a:pt x="16" y="426"/>
                    <a:pt x="16" y="426"/>
                  </a:cubicBezTo>
                  <a:cubicBezTo>
                    <a:pt x="16" y="427"/>
                    <a:pt x="14" y="432"/>
                    <a:pt x="15" y="433"/>
                  </a:cubicBezTo>
                  <a:cubicBezTo>
                    <a:pt x="15" y="433"/>
                    <a:pt x="16" y="437"/>
                    <a:pt x="14" y="435"/>
                  </a:cubicBezTo>
                  <a:cubicBezTo>
                    <a:pt x="12" y="434"/>
                    <a:pt x="15" y="429"/>
                    <a:pt x="15" y="426"/>
                  </a:cubicBezTo>
                  <a:cubicBezTo>
                    <a:pt x="14" y="426"/>
                    <a:pt x="14" y="426"/>
                    <a:pt x="14" y="425"/>
                  </a:cubicBezTo>
                  <a:cubicBezTo>
                    <a:pt x="13" y="424"/>
                    <a:pt x="14" y="424"/>
                    <a:pt x="14" y="423"/>
                  </a:cubicBezTo>
                  <a:cubicBezTo>
                    <a:pt x="14" y="423"/>
                    <a:pt x="14" y="422"/>
                    <a:pt x="15" y="422"/>
                  </a:cubicBezTo>
                  <a:cubicBezTo>
                    <a:pt x="14" y="421"/>
                    <a:pt x="13" y="422"/>
                    <a:pt x="12" y="421"/>
                  </a:cubicBezTo>
                  <a:cubicBezTo>
                    <a:pt x="13" y="421"/>
                    <a:pt x="11" y="419"/>
                    <a:pt x="11" y="420"/>
                  </a:cubicBezTo>
                  <a:cubicBezTo>
                    <a:pt x="11" y="417"/>
                    <a:pt x="14" y="417"/>
                    <a:pt x="15" y="419"/>
                  </a:cubicBezTo>
                  <a:cubicBezTo>
                    <a:pt x="14" y="418"/>
                    <a:pt x="16" y="419"/>
                    <a:pt x="17" y="418"/>
                  </a:cubicBezTo>
                  <a:cubicBezTo>
                    <a:pt x="16" y="418"/>
                    <a:pt x="17" y="413"/>
                    <a:pt x="19" y="413"/>
                  </a:cubicBezTo>
                  <a:cubicBezTo>
                    <a:pt x="19" y="413"/>
                    <a:pt x="18" y="416"/>
                    <a:pt x="19" y="417"/>
                  </a:cubicBezTo>
                  <a:cubicBezTo>
                    <a:pt x="19" y="417"/>
                    <a:pt x="19" y="417"/>
                    <a:pt x="19" y="417"/>
                  </a:cubicBezTo>
                  <a:cubicBezTo>
                    <a:pt x="19" y="417"/>
                    <a:pt x="19" y="416"/>
                    <a:pt x="20" y="417"/>
                  </a:cubicBezTo>
                  <a:cubicBezTo>
                    <a:pt x="20" y="417"/>
                    <a:pt x="21" y="418"/>
                    <a:pt x="20" y="419"/>
                  </a:cubicBezTo>
                  <a:cubicBezTo>
                    <a:pt x="20" y="419"/>
                    <a:pt x="20" y="419"/>
                    <a:pt x="20" y="419"/>
                  </a:cubicBezTo>
                  <a:cubicBezTo>
                    <a:pt x="21" y="419"/>
                    <a:pt x="20" y="420"/>
                    <a:pt x="19" y="420"/>
                  </a:cubicBezTo>
                  <a:cubicBezTo>
                    <a:pt x="17" y="421"/>
                    <a:pt x="19" y="421"/>
                    <a:pt x="20" y="422"/>
                  </a:cubicBezTo>
                  <a:cubicBezTo>
                    <a:pt x="20" y="422"/>
                    <a:pt x="20" y="422"/>
                    <a:pt x="21" y="422"/>
                  </a:cubicBezTo>
                  <a:cubicBezTo>
                    <a:pt x="21" y="422"/>
                    <a:pt x="21" y="422"/>
                    <a:pt x="21" y="422"/>
                  </a:cubicBezTo>
                  <a:cubicBezTo>
                    <a:pt x="22" y="423"/>
                    <a:pt x="22" y="423"/>
                    <a:pt x="22" y="424"/>
                  </a:cubicBezTo>
                  <a:cubicBezTo>
                    <a:pt x="22" y="424"/>
                    <a:pt x="23" y="423"/>
                    <a:pt x="24" y="423"/>
                  </a:cubicBezTo>
                  <a:cubicBezTo>
                    <a:pt x="25" y="423"/>
                    <a:pt x="24" y="425"/>
                    <a:pt x="26" y="425"/>
                  </a:cubicBezTo>
                  <a:cubicBezTo>
                    <a:pt x="26" y="425"/>
                    <a:pt x="26" y="425"/>
                    <a:pt x="26" y="425"/>
                  </a:cubicBezTo>
                  <a:cubicBezTo>
                    <a:pt x="27" y="422"/>
                    <a:pt x="30" y="417"/>
                    <a:pt x="26" y="418"/>
                  </a:cubicBezTo>
                  <a:cubicBezTo>
                    <a:pt x="29" y="416"/>
                    <a:pt x="25" y="414"/>
                    <a:pt x="24" y="414"/>
                  </a:cubicBezTo>
                  <a:cubicBezTo>
                    <a:pt x="23" y="412"/>
                    <a:pt x="25" y="415"/>
                    <a:pt x="25" y="414"/>
                  </a:cubicBezTo>
                  <a:cubicBezTo>
                    <a:pt x="27" y="413"/>
                    <a:pt x="24" y="411"/>
                    <a:pt x="24" y="408"/>
                  </a:cubicBezTo>
                  <a:cubicBezTo>
                    <a:pt x="24" y="408"/>
                    <a:pt x="26" y="406"/>
                    <a:pt x="26" y="406"/>
                  </a:cubicBezTo>
                  <a:cubicBezTo>
                    <a:pt x="27" y="404"/>
                    <a:pt x="24" y="405"/>
                    <a:pt x="27" y="404"/>
                  </a:cubicBezTo>
                  <a:cubicBezTo>
                    <a:pt x="29" y="404"/>
                    <a:pt x="29" y="400"/>
                    <a:pt x="30" y="399"/>
                  </a:cubicBezTo>
                  <a:cubicBezTo>
                    <a:pt x="30" y="399"/>
                    <a:pt x="34" y="398"/>
                    <a:pt x="34" y="396"/>
                  </a:cubicBezTo>
                  <a:cubicBezTo>
                    <a:pt x="30" y="400"/>
                    <a:pt x="28" y="395"/>
                    <a:pt x="29" y="394"/>
                  </a:cubicBezTo>
                  <a:cubicBezTo>
                    <a:pt x="29" y="394"/>
                    <a:pt x="28" y="391"/>
                    <a:pt x="31" y="391"/>
                  </a:cubicBezTo>
                  <a:cubicBezTo>
                    <a:pt x="33" y="390"/>
                    <a:pt x="32" y="391"/>
                    <a:pt x="34" y="389"/>
                  </a:cubicBezTo>
                  <a:cubicBezTo>
                    <a:pt x="35" y="388"/>
                    <a:pt x="34" y="396"/>
                    <a:pt x="35" y="396"/>
                  </a:cubicBezTo>
                  <a:cubicBezTo>
                    <a:pt x="36" y="398"/>
                    <a:pt x="36" y="395"/>
                    <a:pt x="37" y="398"/>
                  </a:cubicBezTo>
                  <a:cubicBezTo>
                    <a:pt x="38" y="404"/>
                    <a:pt x="42" y="414"/>
                    <a:pt x="34" y="417"/>
                  </a:cubicBezTo>
                  <a:cubicBezTo>
                    <a:pt x="32" y="418"/>
                    <a:pt x="31" y="417"/>
                    <a:pt x="30" y="418"/>
                  </a:cubicBezTo>
                  <a:cubicBezTo>
                    <a:pt x="28" y="420"/>
                    <a:pt x="28" y="422"/>
                    <a:pt x="27" y="425"/>
                  </a:cubicBezTo>
                  <a:cubicBezTo>
                    <a:pt x="27" y="425"/>
                    <a:pt x="27" y="425"/>
                    <a:pt x="27" y="425"/>
                  </a:cubicBezTo>
                  <a:cubicBezTo>
                    <a:pt x="28" y="425"/>
                    <a:pt x="27" y="426"/>
                    <a:pt x="28" y="427"/>
                  </a:cubicBezTo>
                  <a:cubicBezTo>
                    <a:pt x="28" y="427"/>
                    <a:pt x="29" y="427"/>
                    <a:pt x="30" y="427"/>
                  </a:cubicBezTo>
                  <a:cubicBezTo>
                    <a:pt x="30" y="426"/>
                    <a:pt x="30" y="426"/>
                    <a:pt x="31" y="426"/>
                  </a:cubicBezTo>
                  <a:cubicBezTo>
                    <a:pt x="31" y="426"/>
                    <a:pt x="31" y="426"/>
                    <a:pt x="31" y="427"/>
                  </a:cubicBezTo>
                  <a:cubicBezTo>
                    <a:pt x="31" y="427"/>
                    <a:pt x="32" y="427"/>
                    <a:pt x="32" y="427"/>
                  </a:cubicBezTo>
                  <a:cubicBezTo>
                    <a:pt x="32" y="428"/>
                    <a:pt x="31" y="430"/>
                    <a:pt x="33" y="429"/>
                  </a:cubicBezTo>
                  <a:cubicBezTo>
                    <a:pt x="33" y="430"/>
                    <a:pt x="33" y="432"/>
                    <a:pt x="33" y="433"/>
                  </a:cubicBezTo>
                  <a:cubicBezTo>
                    <a:pt x="33" y="433"/>
                    <a:pt x="33" y="433"/>
                    <a:pt x="33" y="433"/>
                  </a:cubicBezTo>
                  <a:cubicBezTo>
                    <a:pt x="34" y="433"/>
                    <a:pt x="36" y="432"/>
                    <a:pt x="35" y="432"/>
                  </a:cubicBezTo>
                  <a:cubicBezTo>
                    <a:pt x="36" y="432"/>
                    <a:pt x="35" y="435"/>
                    <a:pt x="34" y="436"/>
                  </a:cubicBezTo>
                  <a:cubicBezTo>
                    <a:pt x="34" y="437"/>
                    <a:pt x="34" y="437"/>
                    <a:pt x="35" y="437"/>
                  </a:cubicBezTo>
                  <a:cubicBezTo>
                    <a:pt x="34" y="437"/>
                    <a:pt x="38" y="431"/>
                    <a:pt x="39" y="435"/>
                  </a:cubicBezTo>
                  <a:cubicBezTo>
                    <a:pt x="39" y="434"/>
                    <a:pt x="39" y="434"/>
                    <a:pt x="39" y="434"/>
                  </a:cubicBezTo>
                  <a:cubicBezTo>
                    <a:pt x="39" y="434"/>
                    <a:pt x="41" y="432"/>
                    <a:pt x="41" y="432"/>
                  </a:cubicBezTo>
                  <a:cubicBezTo>
                    <a:pt x="43" y="433"/>
                    <a:pt x="41" y="437"/>
                    <a:pt x="40" y="439"/>
                  </a:cubicBezTo>
                  <a:cubicBezTo>
                    <a:pt x="42" y="439"/>
                    <a:pt x="43" y="440"/>
                    <a:pt x="42" y="441"/>
                  </a:cubicBezTo>
                  <a:cubicBezTo>
                    <a:pt x="42" y="441"/>
                    <a:pt x="42" y="442"/>
                    <a:pt x="42" y="442"/>
                  </a:cubicBezTo>
                  <a:cubicBezTo>
                    <a:pt x="42" y="442"/>
                    <a:pt x="42" y="443"/>
                    <a:pt x="41" y="443"/>
                  </a:cubicBezTo>
                  <a:cubicBezTo>
                    <a:pt x="41" y="443"/>
                    <a:pt x="40" y="444"/>
                    <a:pt x="40" y="444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5"/>
                    <a:pt x="39" y="447"/>
                    <a:pt x="38" y="448"/>
                  </a:cubicBezTo>
                  <a:cubicBezTo>
                    <a:pt x="38" y="449"/>
                    <a:pt x="38" y="449"/>
                    <a:pt x="38" y="450"/>
                  </a:cubicBezTo>
                  <a:cubicBezTo>
                    <a:pt x="38" y="450"/>
                    <a:pt x="38" y="450"/>
                    <a:pt x="39" y="450"/>
                  </a:cubicBezTo>
                  <a:cubicBezTo>
                    <a:pt x="39" y="449"/>
                    <a:pt x="40" y="448"/>
                    <a:pt x="41" y="447"/>
                  </a:cubicBezTo>
                  <a:cubicBezTo>
                    <a:pt x="41" y="448"/>
                    <a:pt x="40" y="450"/>
                    <a:pt x="39" y="451"/>
                  </a:cubicBezTo>
                  <a:cubicBezTo>
                    <a:pt x="39" y="451"/>
                    <a:pt x="39" y="451"/>
                    <a:pt x="39" y="451"/>
                  </a:cubicBezTo>
                  <a:cubicBezTo>
                    <a:pt x="39" y="451"/>
                    <a:pt x="40" y="451"/>
                    <a:pt x="40" y="451"/>
                  </a:cubicBezTo>
                  <a:cubicBezTo>
                    <a:pt x="40" y="451"/>
                    <a:pt x="39" y="452"/>
                    <a:pt x="39" y="451"/>
                  </a:cubicBezTo>
                  <a:cubicBezTo>
                    <a:pt x="38" y="453"/>
                    <a:pt x="35" y="455"/>
                    <a:pt x="35" y="457"/>
                  </a:cubicBezTo>
                  <a:cubicBezTo>
                    <a:pt x="35" y="456"/>
                    <a:pt x="35" y="456"/>
                    <a:pt x="35" y="456"/>
                  </a:cubicBezTo>
                  <a:cubicBezTo>
                    <a:pt x="36" y="456"/>
                    <a:pt x="36" y="458"/>
                    <a:pt x="36" y="459"/>
                  </a:cubicBezTo>
                  <a:cubicBezTo>
                    <a:pt x="36" y="459"/>
                    <a:pt x="37" y="459"/>
                    <a:pt x="37" y="460"/>
                  </a:cubicBezTo>
                  <a:cubicBezTo>
                    <a:pt x="37" y="461"/>
                    <a:pt x="35" y="463"/>
                    <a:pt x="34" y="463"/>
                  </a:cubicBezTo>
                  <a:cubicBezTo>
                    <a:pt x="34" y="463"/>
                    <a:pt x="34" y="462"/>
                    <a:pt x="34" y="462"/>
                  </a:cubicBezTo>
                  <a:cubicBezTo>
                    <a:pt x="34" y="462"/>
                    <a:pt x="34" y="462"/>
                    <a:pt x="34" y="462"/>
                  </a:cubicBezTo>
                  <a:cubicBezTo>
                    <a:pt x="34" y="462"/>
                    <a:pt x="33" y="463"/>
                    <a:pt x="33" y="463"/>
                  </a:cubicBezTo>
                  <a:cubicBezTo>
                    <a:pt x="31" y="462"/>
                    <a:pt x="33" y="461"/>
                    <a:pt x="34" y="461"/>
                  </a:cubicBezTo>
                  <a:cubicBezTo>
                    <a:pt x="34" y="461"/>
                    <a:pt x="34" y="460"/>
                    <a:pt x="33" y="460"/>
                  </a:cubicBezTo>
                  <a:cubicBezTo>
                    <a:pt x="33" y="460"/>
                    <a:pt x="33" y="460"/>
                    <a:pt x="33" y="461"/>
                  </a:cubicBezTo>
                  <a:cubicBezTo>
                    <a:pt x="32" y="462"/>
                    <a:pt x="31" y="461"/>
                    <a:pt x="32" y="460"/>
                  </a:cubicBezTo>
                  <a:cubicBezTo>
                    <a:pt x="29" y="460"/>
                    <a:pt x="23" y="461"/>
                    <a:pt x="24" y="461"/>
                  </a:cubicBezTo>
                  <a:cubicBezTo>
                    <a:pt x="23" y="461"/>
                    <a:pt x="21" y="469"/>
                    <a:pt x="21" y="464"/>
                  </a:cubicBezTo>
                  <a:cubicBezTo>
                    <a:pt x="21" y="464"/>
                    <a:pt x="21" y="465"/>
                    <a:pt x="20" y="465"/>
                  </a:cubicBezTo>
                  <a:cubicBezTo>
                    <a:pt x="20" y="465"/>
                    <a:pt x="20" y="465"/>
                    <a:pt x="20" y="465"/>
                  </a:cubicBezTo>
                  <a:cubicBezTo>
                    <a:pt x="20" y="465"/>
                    <a:pt x="20" y="466"/>
                    <a:pt x="19" y="465"/>
                  </a:cubicBezTo>
                  <a:cubicBezTo>
                    <a:pt x="19" y="465"/>
                    <a:pt x="19" y="466"/>
                    <a:pt x="19" y="466"/>
                  </a:cubicBezTo>
                  <a:cubicBezTo>
                    <a:pt x="19" y="467"/>
                    <a:pt x="18" y="465"/>
                    <a:pt x="18" y="465"/>
                  </a:cubicBezTo>
                  <a:cubicBezTo>
                    <a:pt x="17" y="464"/>
                    <a:pt x="17" y="464"/>
                    <a:pt x="16" y="464"/>
                  </a:cubicBezTo>
                  <a:cubicBezTo>
                    <a:pt x="16" y="464"/>
                    <a:pt x="16" y="463"/>
                    <a:pt x="16" y="463"/>
                  </a:cubicBezTo>
                  <a:cubicBezTo>
                    <a:pt x="17" y="466"/>
                    <a:pt x="17" y="468"/>
                    <a:pt x="18" y="470"/>
                  </a:cubicBezTo>
                  <a:cubicBezTo>
                    <a:pt x="18" y="471"/>
                    <a:pt x="19" y="471"/>
                    <a:pt x="18" y="471"/>
                  </a:cubicBezTo>
                  <a:cubicBezTo>
                    <a:pt x="18" y="472"/>
                    <a:pt x="19" y="472"/>
                    <a:pt x="19" y="472"/>
                  </a:cubicBezTo>
                  <a:cubicBezTo>
                    <a:pt x="19" y="472"/>
                    <a:pt x="19" y="472"/>
                    <a:pt x="19" y="471"/>
                  </a:cubicBezTo>
                  <a:cubicBezTo>
                    <a:pt x="20" y="470"/>
                    <a:pt x="21" y="470"/>
                    <a:pt x="22" y="469"/>
                  </a:cubicBezTo>
                  <a:cubicBezTo>
                    <a:pt x="21" y="468"/>
                    <a:pt x="22" y="466"/>
                    <a:pt x="23" y="467"/>
                  </a:cubicBezTo>
                  <a:cubicBezTo>
                    <a:pt x="24" y="467"/>
                    <a:pt x="24" y="468"/>
                    <a:pt x="23" y="469"/>
                  </a:cubicBezTo>
                  <a:cubicBezTo>
                    <a:pt x="23" y="469"/>
                    <a:pt x="23" y="469"/>
                    <a:pt x="24" y="469"/>
                  </a:cubicBezTo>
                  <a:cubicBezTo>
                    <a:pt x="24" y="469"/>
                    <a:pt x="24" y="469"/>
                    <a:pt x="24" y="469"/>
                  </a:cubicBezTo>
                  <a:cubicBezTo>
                    <a:pt x="26" y="468"/>
                    <a:pt x="28" y="469"/>
                    <a:pt x="29" y="470"/>
                  </a:cubicBezTo>
                  <a:cubicBezTo>
                    <a:pt x="29" y="470"/>
                    <a:pt x="30" y="470"/>
                    <a:pt x="30" y="470"/>
                  </a:cubicBezTo>
                  <a:cubicBezTo>
                    <a:pt x="30" y="470"/>
                    <a:pt x="30" y="470"/>
                    <a:pt x="30" y="470"/>
                  </a:cubicBezTo>
                  <a:cubicBezTo>
                    <a:pt x="30" y="470"/>
                    <a:pt x="31" y="471"/>
                    <a:pt x="30" y="471"/>
                  </a:cubicBezTo>
                  <a:cubicBezTo>
                    <a:pt x="32" y="472"/>
                    <a:pt x="33" y="475"/>
                    <a:pt x="33" y="477"/>
                  </a:cubicBezTo>
                  <a:cubicBezTo>
                    <a:pt x="33" y="477"/>
                    <a:pt x="32" y="480"/>
                    <a:pt x="31" y="480"/>
                  </a:cubicBezTo>
                  <a:cubicBezTo>
                    <a:pt x="31" y="480"/>
                    <a:pt x="30" y="479"/>
                    <a:pt x="30" y="480"/>
                  </a:cubicBezTo>
                  <a:cubicBezTo>
                    <a:pt x="30" y="480"/>
                    <a:pt x="30" y="480"/>
                    <a:pt x="30" y="480"/>
                  </a:cubicBezTo>
                  <a:cubicBezTo>
                    <a:pt x="29" y="480"/>
                    <a:pt x="29" y="481"/>
                    <a:pt x="29" y="481"/>
                  </a:cubicBezTo>
                  <a:cubicBezTo>
                    <a:pt x="29" y="481"/>
                    <a:pt x="30" y="481"/>
                    <a:pt x="30" y="482"/>
                  </a:cubicBezTo>
                  <a:cubicBezTo>
                    <a:pt x="30" y="482"/>
                    <a:pt x="29" y="483"/>
                    <a:pt x="28" y="482"/>
                  </a:cubicBezTo>
                  <a:cubicBezTo>
                    <a:pt x="28" y="482"/>
                    <a:pt x="28" y="482"/>
                    <a:pt x="28" y="482"/>
                  </a:cubicBezTo>
                  <a:cubicBezTo>
                    <a:pt x="28" y="483"/>
                    <a:pt x="28" y="484"/>
                    <a:pt x="28" y="485"/>
                  </a:cubicBezTo>
                  <a:cubicBezTo>
                    <a:pt x="29" y="485"/>
                    <a:pt x="31" y="483"/>
                    <a:pt x="32" y="485"/>
                  </a:cubicBezTo>
                  <a:cubicBezTo>
                    <a:pt x="29" y="485"/>
                    <a:pt x="31" y="486"/>
                    <a:pt x="31" y="489"/>
                  </a:cubicBezTo>
                  <a:cubicBezTo>
                    <a:pt x="31" y="493"/>
                    <a:pt x="30" y="491"/>
                    <a:pt x="32" y="488"/>
                  </a:cubicBezTo>
                  <a:cubicBezTo>
                    <a:pt x="33" y="487"/>
                    <a:pt x="33" y="489"/>
                    <a:pt x="35" y="487"/>
                  </a:cubicBezTo>
                  <a:cubicBezTo>
                    <a:pt x="35" y="486"/>
                    <a:pt x="35" y="484"/>
                    <a:pt x="35" y="482"/>
                  </a:cubicBezTo>
                  <a:cubicBezTo>
                    <a:pt x="35" y="482"/>
                    <a:pt x="35" y="482"/>
                    <a:pt x="35" y="482"/>
                  </a:cubicBezTo>
                  <a:cubicBezTo>
                    <a:pt x="35" y="481"/>
                    <a:pt x="35" y="481"/>
                    <a:pt x="35" y="480"/>
                  </a:cubicBezTo>
                  <a:cubicBezTo>
                    <a:pt x="35" y="482"/>
                    <a:pt x="31" y="480"/>
                    <a:pt x="33" y="479"/>
                  </a:cubicBezTo>
                  <a:cubicBezTo>
                    <a:pt x="33" y="479"/>
                    <a:pt x="33" y="479"/>
                    <a:pt x="34" y="478"/>
                  </a:cubicBezTo>
                  <a:cubicBezTo>
                    <a:pt x="34" y="477"/>
                    <a:pt x="35" y="474"/>
                    <a:pt x="36" y="473"/>
                  </a:cubicBezTo>
                  <a:cubicBezTo>
                    <a:pt x="36" y="470"/>
                    <a:pt x="37" y="470"/>
                    <a:pt x="36" y="473"/>
                  </a:cubicBezTo>
                  <a:cubicBezTo>
                    <a:pt x="36" y="475"/>
                    <a:pt x="36" y="477"/>
                    <a:pt x="35" y="478"/>
                  </a:cubicBezTo>
                  <a:cubicBezTo>
                    <a:pt x="37" y="477"/>
                    <a:pt x="35" y="476"/>
                    <a:pt x="36" y="475"/>
                  </a:cubicBezTo>
                  <a:cubicBezTo>
                    <a:pt x="36" y="474"/>
                    <a:pt x="38" y="473"/>
                    <a:pt x="39" y="472"/>
                  </a:cubicBezTo>
                  <a:cubicBezTo>
                    <a:pt x="39" y="472"/>
                    <a:pt x="39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39" y="469"/>
                    <a:pt x="43" y="469"/>
                    <a:pt x="42" y="470"/>
                  </a:cubicBezTo>
                  <a:cubicBezTo>
                    <a:pt x="43" y="470"/>
                    <a:pt x="43" y="470"/>
                    <a:pt x="43" y="470"/>
                  </a:cubicBezTo>
                  <a:cubicBezTo>
                    <a:pt x="43" y="470"/>
                    <a:pt x="44" y="470"/>
                    <a:pt x="44" y="471"/>
                  </a:cubicBezTo>
                  <a:cubicBezTo>
                    <a:pt x="44" y="471"/>
                    <a:pt x="44" y="471"/>
                    <a:pt x="44" y="471"/>
                  </a:cubicBezTo>
                  <a:cubicBezTo>
                    <a:pt x="44" y="471"/>
                    <a:pt x="45" y="473"/>
                    <a:pt x="46" y="474"/>
                  </a:cubicBezTo>
                  <a:cubicBezTo>
                    <a:pt x="46" y="474"/>
                    <a:pt x="47" y="474"/>
                    <a:pt x="47" y="474"/>
                  </a:cubicBezTo>
                  <a:cubicBezTo>
                    <a:pt x="47" y="474"/>
                    <a:pt x="47" y="475"/>
                    <a:pt x="47" y="475"/>
                  </a:cubicBezTo>
                  <a:cubicBezTo>
                    <a:pt x="47" y="475"/>
                    <a:pt x="48" y="475"/>
                    <a:pt x="48" y="474"/>
                  </a:cubicBezTo>
                  <a:cubicBezTo>
                    <a:pt x="48" y="474"/>
                    <a:pt x="48" y="473"/>
                    <a:pt x="48" y="473"/>
                  </a:cubicBezTo>
                  <a:cubicBezTo>
                    <a:pt x="49" y="473"/>
                    <a:pt x="56" y="472"/>
                    <a:pt x="53" y="470"/>
                  </a:cubicBezTo>
                  <a:cubicBezTo>
                    <a:pt x="52" y="470"/>
                    <a:pt x="52" y="471"/>
                    <a:pt x="52" y="471"/>
                  </a:cubicBezTo>
                  <a:cubicBezTo>
                    <a:pt x="52" y="471"/>
                    <a:pt x="52" y="470"/>
                    <a:pt x="51" y="470"/>
                  </a:cubicBezTo>
                  <a:cubicBezTo>
                    <a:pt x="50" y="470"/>
                    <a:pt x="49" y="472"/>
                    <a:pt x="48" y="472"/>
                  </a:cubicBezTo>
                  <a:cubicBezTo>
                    <a:pt x="50" y="471"/>
                    <a:pt x="48" y="468"/>
                    <a:pt x="49" y="467"/>
                  </a:cubicBezTo>
                  <a:cubicBezTo>
                    <a:pt x="51" y="467"/>
                    <a:pt x="53" y="470"/>
                    <a:pt x="55" y="470"/>
                  </a:cubicBezTo>
                  <a:cubicBezTo>
                    <a:pt x="58" y="469"/>
                    <a:pt x="59" y="467"/>
                    <a:pt x="60" y="465"/>
                  </a:cubicBezTo>
                  <a:cubicBezTo>
                    <a:pt x="59" y="466"/>
                    <a:pt x="57" y="466"/>
                    <a:pt x="56" y="465"/>
                  </a:cubicBezTo>
                  <a:cubicBezTo>
                    <a:pt x="55" y="466"/>
                    <a:pt x="54" y="467"/>
                    <a:pt x="53" y="465"/>
                  </a:cubicBezTo>
                  <a:cubicBezTo>
                    <a:pt x="52" y="463"/>
                    <a:pt x="48" y="460"/>
                    <a:pt x="50" y="458"/>
                  </a:cubicBezTo>
                  <a:cubicBezTo>
                    <a:pt x="53" y="455"/>
                    <a:pt x="58" y="451"/>
                    <a:pt x="59" y="445"/>
                  </a:cubicBezTo>
                  <a:cubicBezTo>
                    <a:pt x="55" y="450"/>
                    <a:pt x="54" y="444"/>
                    <a:pt x="59" y="443"/>
                  </a:cubicBezTo>
                  <a:cubicBezTo>
                    <a:pt x="58" y="445"/>
                    <a:pt x="60" y="444"/>
                    <a:pt x="61" y="445"/>
                  </a:cubicBezTo>
                  <a:cubicBezTo>
                    <a:pt x="61" y="445"/>
                    <a:pt x="61" y="446"/>
                    <a:pt x="61" y="446"/>
                  </a:cubicBezTo>
                  <a:cubicBezTo>
                    <a:pt x="61" y="446"/>
                    <a:pt x="61" y="446"/>
                    <a:pt x="61" y="446"/>
                  </a:cubicBezTo>
                  <a:cubicBezTo>
                    <a:pt x="63" y="446"/>
                    <a:pt x="60" y="450"/>
                    <a:pt x="60" y="447"/>
                  </a:cubicBezTo>
                  <a:cubicBezTo>
                    <a:pt x="60" y="447"/>
                    <a:pt x="60" y="447"/>
                    <a:pt x="60" y="447"/>
                  </a:cubicBezTo>
                  <a:cubicBezTo>
                    <a:pt x="60" y="448"/>
                    <a:pt x="59" y="448"/>
                    <a:pt x="59" y="449"/>
                  </a:cubicBezTo>
                  <a:cubicBezTo>
                    <a:pt x="59" y="452"/>
                    <a:pt x="59" y="456"/>
                    <a:pt x="60" y="459"/>
                  </a:cubicBezTo>
                  <a:cubicBezTo>
                    <a:pt x="61" y="459"/>
                    <a:pt x="61" y="459"/>
                    <a:pt x="62" y="460"/>
                  </a:cubicBezTo>
                  <a:cubicBezTo>
                    <a:pt x="62" y="460"/>
                    <a:pt x="62" y="460"/>
                    <a:pt x="62" y="461"/>
                  </a:cubicBezTo>
                  <a:cubicBezTo>
                    <a:pt x="63" y="462"/>
                    <a:pt x="64" y="461"/>
                    <a:pt x="66" y="457"/>
                  </a:cubicBezTo>
                  <a:cubicBezTo>
                    <a:pt x="67" y="464"/>
                    <a:pt x="71" y="455"/>
                    <a:pt x="70" y="453"/>
                  </a:cubicBezTo>
                  <a:cubicBezTo>
                    <a:pt x="70" y="453"/>
                    <a:pt x="68" y="453"/>
                    <a:pt x="68" y="452"/>
                  </a:cubicBezTo>
                  <a:cubicBezTo>
                    <a:pt x="67" y="452"/>
                    <a:pt x="68" y="449"/>
                    <a:pt x="68" y="447"/>
                  </a:cubicBezTo>
                  <a:cubicBezTo>
                    <a:pt x="69" y="446"/>
                    <a:pt x="73" y="440"/>
                    <a:pt x="72" y="445"/>
                  </a:cubicBezTo>
                  <a:cubicBezTo>
                    <a:pt x="71" y="446"/>
                    <a:pt x="71" y="448"/>
                    <a:pt x="71" y="449"/>
                  </a:cubicBezTo>
                  <a:cubicBezTo>
                    <a:pt x="72" y="449"/>
                    <a:pt x="72" y="449"/>
                    <a:pt x="71" y="449"/>
                  </a:cubicBezTo>
                  <a:cubicBezTo>
                    <a:pt x="71" y="449"/>
                    <a:pt x="71" y="449"/>
                    <a:pt x="71" y="449"/>
                  </a:cubicBezTo>
                  <a:cubicBezTo>
                    <a:pt x="71" y="450"/>
                    <a:pt x="71" y="452"/>
                    <a:pt x="71" y="453"/>
                  </a:cubicBezTo>
                  <a:cubicBezTo>
                    <a:pt x="71" y="455"/>
                    <a:pt x="70" y="457"/>
                    <a:pt x="70" y="458"/>
                  </a:cubicBezTo>
                  <a:cubicBezTo>
                    <a:pt x="70" y="458"/>
                    <a:pt x="70" y="458"/>
                    <a:pt x="71" y="459"/>
                  </a:cubicBezTo>
                  <a:cubicBezTo>
                    <a:pt x="71" y="459"/>
                    <a:pt x="72" y="459"/>
                    <a:pt x="72" y="460"/>
                  </a:cubicBezTo>
                  <a:cubicBezTo>
                    <a:pt x="71" y="460"/>
                    <a:pt x="71" y="460"/>
                    <a:pt x="71" y="460"/>
                  </a:cubicBezTo>
                  <a:cubicBezTo>
                    <a:pt x="71" y="461"/>
                    <a:pt x="72" y="461"/>
                    <a:pt x="72" y="461"/>
                  </a:cubicBezTo>
                  <a:cubicBezTo>
                    <a:pt x="74" y="461"/>
                    <a:pt x="74" y="453"/>
                    <a:pt x="73" y="450"/>
                  </a:cubicBezTo>
                  <a:cubicBezTo>
                    <a:pt x="73" y="450"/>
                    <a:pt x="73" y="451"/>
                    <a:pt x="73" y="450"/>
                  </a:cubicBezTo>
                  <a:cubicBezTo>
                    <a:pt x="72" y="450"/>
                    <a:pt x="73" y="449"/>
                    <a:pt x="73" y="449"/>
                  </a:cubicBezTo>
                  <a:cubicBezTo>
                    <a:pt x="73" y="449"/>
                    <a:pt x="73" y="449"/>
                    <a:pt x="73" y="449"/>
                  </a:cubicBezTo>
                  <a:cubicBezTo>
                    <a:pt x="73" y="449"/>
                    <a:pt x="74" y="448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5"/>
                    <a:pt x="74" y="442"/>
                    <a:pt x="75" y="442"/>
                  </a:cubicBezTo>
                  <a:cubicBezTo>
                    <a:pt x="78" y="440"/>
                    <a:pt x="73" y="455"/>
                    <a:pt x="78" y="450"/>
                  </a:cubicBezTo>
                  <a:cubicBezTo>
                    <a:pt x="79" y="450"/>
                    <a:pt x="83" y="445"/>
                    <a:pt x="83" y="445"/>
                  </a:cubicBezTo>
                  <a:cubicBezTo>
                    <a:pt x="82" y="444"/>
                    <a:pt x="81" y="445"/>
                    <a:pt x="80" y="445"/>
                  </a:cubicBezTo>
                  <a:cubicBezTo>
                    <a:pt x="78" y="444"/>
                    <a:pt x="79" y="441"/>
                    <a:pt x="80" y="441"/>
                  </a:cubicBezTo>
                  <a:cubicBezTo>
                    <a:pt x="82" y="440"/>
                    <a:pt x="82" y="442"/>
                    <a:pt x="83" y="442"/>
                  </a:cubicBezTo>
                  <a:cubicBezTo>
                    <a:pt x="85" y="441"/>
                    <a:pt x="85" y="439"/>
                    <a:pt x="86" y="437"/>
                  </a:cubicBezTo>
                  <a:cubicBezTo>
                    <a:pt x="86" y="438"/>
                    <a:pt x="85" y="438"/>
                    <a:pt x="85" y="438"/>
                  </a:cubicBezTo>
                  <a:cubicBezTo>
                    <a:pt x="85" y="437"/>
                    <a:pt x="86" y="437"/>
                    <a:pt x="86" y="437"/>
                  </a:cubicBezTo>
                  <a:cubicBezTo>
                    <a:pt x="86" y="435"/>
                    <a:pt x="87" y="434"/>
                    <a:pt x="88" y="432"/>
                  </a:cubicBezTo>
                  <a:cubicBezTo>
                    <a:pt x="90" y="430"/>
                    <a:pt x="91" y="426"/>
                    <a:pt x="91" y="426"/>
                  </a:cubicBezTo>
                  <a:cubicBezTo>
                    <a:pt x="91" y="426"/>
                    <a:pt x="93" y="428"/>
                    <a:pt x="95" y="428"/>
                  </a:cubicBezTo>
                  <a:cubicBezTo>
                    <a:pt x="97" y="428"/>
                    <a:pt x="96" y="426"/>
                    <a:pt x="97" y="428"/>
                  </a:cubicBezTo>
                  <a:cubicBezTo>
                    <a:pt x="97" y="430"/>
                    <a:pt x="98" y="428"/>
                    <a:pt x="98" y="430"/>
                  </a:cubicBezTo>
                  <a:cubicBezTo>
                    <a:pt x="98" y="432"/>
                    <a:pt x="95" y="437"/>
                    <a:pt x="92" y="435"/>
                  </a:cubicBezTo>
                  <a:cubicBezTo>
                    <a:pt x="91" y="435"/>
                    <a:pt x="91" y="433"/>
                    <a:pt x="89" y="435"/>
                  </a:cubicBezTo>
                  <a:cubicBezTo>
                    <a:pt x="89" y="436"/>
                    <a:pt x="90" y="437"/>
                    <a:pt x="89" y="439"/>
                  </a:cubicBezTo>
                  <a:cubicBezTo>
                    <a:pt x="88" y="441"/>
                    <a:pt x="84" y="445"/>
                    <a:pt x="83" y="448"/>
                  </a:cubicBezTo>
                  <a:cubicBezTo>
                    <a:pt x="82" y="450"/>
                    <a:pt x="83" y="453"/>
                    <a:pt x="81" y="456"/>
                  </a:cubicBezTo>
                  <a:cubicBezTo>
                    <a:pt x="80" y="458"/>
                    <a:pt x="75" y="461"/>
                    <a:pt x="75" y="463"/>
                  </a:cubicBezTo>
                  <a:cubicBezTo>
                    <a:pt x="75" y="463"/>
                    <a:pt x="76" y="464"/>
                    <a:pt x="76" y="464"/>
                  </a:cubicBezTo>
                  <a:cubicBezTo>
                    <a:pt x="77" y="464"/>
                    <a:pt x="77" y="464"/>
                    <a:pt x="77" y="464"/>
                  </a:cubicBezTo>
                  <a:cubicBezTo>
                    <a:pt x="77" y="465"/>
                    <a:pt x="77" y="465"/>
                    <a:pt x="77" y="465"/>
                  </a:cubicBezTo>
                  <a:cubicBezTo>
                    <a:pt x="79" y="466"/>
                    <a:pt x="83" y="467"/>
                    <a:pt x="86" y="467"/>
                  </a:cubicBezTo>
                  <a:cubicBezTo>
                    <a:pt x="86" y="467"/>
                    <a:pt x="86" y="466"/>
                    <a:pt x="86" y="466"/>
                  </a:cubicBezTo>
                  <a:cubicBezTo>
                    <a:pt x="86" y="465"/>
                    <a:pt x="86" y="465"/>
                    <a:pt x="86" y="464"/>
                  </a:cubicBezTo>
                  <a:cubicBezTo>
                    <a:pt x="87" y="460"/>
                    <a:pt x="94" y="456"/>
                    <a:pt x="98" y="458"/>
                  </a:cubicBezTo>
                  <a:cubicBezTo>
                    <a:pt x="98" y="458"/>
                    <a:pt x="98" y="459"/>
                    <a:pt x="99" y="459"/>
                  </a:cubicBezTo>
                  <a:cubicBezTo>
                    <a:pt x="99" y="459"/>
                    <a:pt x="99" y="459"/>
                    <a:pt x="99" y="459"/>
                  </a:cubicBezTo>
                  <a:cubicBezTo>
                    <a:pt x="100" y="458"/>
                    <a:pt x="99" y="459"/>
                    <a:pt x="99" y="459"/>
                  </a:cubicBezTo>
                  <a:cubicBezTo>
                    <a:pt x="99" y="459"/>
                    <a:pt x="99" y="459"/>
                    <a:pt x="99" y="460"/>
                  </a:cubicBezTo>
                  <a:cubicBezTo>
                    <a:pt x="100" y="459"/>
                    <a:pt x="101" y="459"/>
                    <a:pt x="101" y="458"/>
                  </a:cubicBezTo>
                  <a:cubicBezTo>
                    <a:pt x="103" y="459"/>
                    <a:pt x="103" y="456"/>
                    <a:pt x="105" y="456"/>
                  </a:cubicBezTo>
                  <a:cubicBezTo>
                    <a:pt x="106" y="455"/>
                    <a:pt x="108" y="458"/>
                    <a:pt x="108" y="455"/>
                  </a:cubicBezTo>
                  <a:cubicBezTo>
                    <a:pt x="108" y="460"/>
                    <a:pt x="116" y="452"/>
                    <a:pt x="116" y="451"/>
                  </a:cubicBezTo>
                  <a:cubicBezTo>
                    <a:pt x="116" y="451"/>
                    <a:pt x="110" y="450"/>
                    <a:pt x="110" y="450"/>
                  </a:cubicBezTo>
                  <a:cubicBezTo>
                    <a:pt x="110" y="450"/>
                    <a:pt x="110" y="450"/>
                    <a:pt x="110" y="450"/>
                  </a:cubicBezTo>
                  <a:cubicBezTo>
                    <a:pt x="110" y="451"/>
                    <a:pt x="110" y="451"/>
                    <a:pt x="110" y="451"/>
                  </a:cubicBezTo>
                  <a:cubicBezTo>
                    <a:pt x="109" y="451"/>
                    <a:pt x="109" y="452"/>
                    <a:pt x="108" y="451"/>
                  </a:cubicBezTo>
                  <a:cubicBezTo>
                    <a:pt x="107" y="450"/>
                    <a:pt x="109" y="450"/>
                    <a:pt x="110" y="449"/>
                  </a:cubicBezTo>
                  <a:cubicBezTo>
                    <a:pt x="110" y="449"/>
                    <a:pt x="110" y="449"/>
                    <a:pt x="109" y="449"/>
                  </a:cubicBezTo>
                  <a:cubicBezTo>
                    <a:pt x="109" y="449"/>
                    <a:pt x="108" y="448"/>
                    <a:pt x="108" y="447"/>
                  </a:cubicBezTo>
                  <a:cubicBezTo>
                    <a:pt x="108" y="447"/>
                    <a:pt x="108" y="446"/>
                    <a:pt x="108" y="446"/>
                  </a:cubicBezTo>
                  <a:cubicBezTo>
                    <a:pt x="108" y="446"/>
                    <a:pt x="108" y="445"/>
                    <a:pt x="108" y="444"/>
                  </a:cubicBezTo>
                  <a:cubicBezTo>
                    <a:pt x="108" y="444"/>
                    <a:pt x="110" y="441"/>
                    <a:pt x="111" y="441"/>
                  </a:cubicBezTo>
                  <a:cubicBezTo>
                    <a:pt x="112" y="440"/>
                    <a:pt x="114" y="435"/>
                    <a:pt x="115" y="436"/>
                  </a:cubicBezTo>
                  <a:cubicBezTo>
                    <a:pt x="116" y="436"/>
                    <a:pt x="114" y="438"/>
                    <a:pt x="115" y="439"/>
                  </a:cubicBezTo>
                  <a:cubicBezTo>
                    <a:pt x="115" y="440"/>
                    <a:pt x="117" y="439"/>
                    <a:pt x="118" y="439"/>
                  </a:cubicBezTo>
                  <a:cubicBezTo>
                    <a:pt x="119" y="439"/>
                    <a:pt x="118" y="441"/>
                    <a:pt x="119" y="442"/>
                  </a:cubicBezTo>
                  <a:cubicBezTo>
                    <a:pt x="119" y="441"/>
                    <a:pt x="121" y="440"/>
                    <a:pt x="122" y="442"/>
                  </a:cubicBezTo>
                  <a:cubicBezTo>
                    <a:pt x="122" y="444"/>
                    <a:pt x="120" y="443"/>
                    <a:pt x="120" y="444"/>
                  </a:cubicBezTo>
                  <a:cubicBezTo>
                    <a:pt x="119" y="444"/>
                    <a:pt x="120" y="445"/>
                    <a:pt x="120" y="445"/>
                  </a:cubicBezTo>
                  <a:cubicBezTo>
                    <a:pt x="121" y="446"/>
                    <a:pt x="119" y="447"/>
                    <a:pt x="118" y="448"/>
                  </a:cubicBezTo>
                  <a:cubicBezTo>
                    <a:pt x="118" y="449"/>
                    <a:pt x="119" y="450"/>
                    <a:pt x="119" y="450"/>
                  </a:cubicBezTo>
                  <a:cubicBezTo>
                    <a:pt x="117" y="453"/>
                    <a:pt x="112" y="455"/>
                    <a:pt x="113" y="460"/>
                  </a:cubicBezTo>
                  <a:cubicBezTo>
                    <a:pt x="113" y="461"/>
                    <a:pt x="114" y="460"/>
                    <a:pt x="115" y="460"/>
                  </a:cubicBezTo>
                  <a:cubicBezTo>
                    <a:pt x="114" y="463"/>
                    <a:pt x="112" y="471"/>
                    <a:pt x="107" y="472"/>
                  </a:cubicBezTo>
                  <a:cubicBezTo>
                    <a:pt x="106" y="472"/>
                    <a:pt x="104" y="471"/>
                    <a:pt x="103" y="471"/>
                  </a:cubicBezTo>
                  <a:cubicBezTo>
                    <a:pt x="102" y="471"/>
                    <a:pt x="102" y="470"/>
                    <a:pt x="101" y="469"/>
                  </a:cubicBezTo>
                  <a:cubicBezTo>
                    <a:pt x="101" y="469"/>
                    <a:pt x="100" y="469"/>
                    <a:pt x="100" y="468"/>
                  </a:cubicBezTo>
                  <a:cubicBezTo>
                    <a:pt x="100" y="468"/>
                    <a:pt x="100" y="468"/>
                    <a:pt x="100" y="468"/>
                  </a:cubicBezTo>
                  <a:cubicBezTo>
                    <a:pt x="100" y="468"/>
                    <a:pt x="100" y="467"/>
                    <a:pt x="99" y="467"/>
                  </a:cubicBezTo>
                  <a:cubicBezTo>
                    <a:pt x="98" y="468"/>
                    <a:pt x="96" y="470"/>
                    <a:pt x="95" y="470"/>
                  </a:cubicBezTo>
                  <a:cubicBezTo>
                    <a:pt x="96" y="472"/>
                    <a:pt x="98" y="470"/>
                    <a:pt x="99" y="470"/>
                  </a:cubicBezTo>
                  <a:cubicBezTo>
                    <a:pt x="98" y="471"/>
                    <a:pt x="98" y="471"/>
                    <a:pt x="98" y="472"/>
                  </a:cubicBezTo>
                  <a:cubicBezTo>
                    <a:pt x="99" y="472"/>
                    <a:pt x="100" y="472"/>
                    <a:pt x="100" y="472"/>
                  </a:cubicBezTo>
                  <a:cubicBezTo>
                    <a:pt x="101" y="473"/>
                    <a:pt x="99" y="473"/>
                    <a:pt x="99" y="473"/>
                  </a:cubicBezTo>
                  <a:cubicBezTo>
                    <a:pt x="98" y="475"/>
                    <a:pt x="100" y="474"/>
                    <a:pt x="99" y="476"/>
                  </a:cubicBezTo>
                  <a:cubicBezTo>
                    <a:pt x="98" y="478"/>
                    <a:pt x="95" y="477"/>
                    <a:pt x="94" y="478"/>
                  </a:cubicBezTo>
                  <a:cubicBezTo>
                    <a:pt x="94" y="478"/>
                    <a:pt x="94" y="478"/>
                    <a:pt x="94" y="479"/>
                  </a:cubicBezTo>
                  <a:cubicBezTo>
                    <a:pt x="95" y="479"/>
                    <a:pt x="95" y="479"/>
                    <a:pt x="96" y="479"/>
                  </a:cubicBezTo>
                  <a:cubicBezTo>
                    <a:pt x="96" y="480"/>
                    <a:pt x="94" y="481"/>
                    <a:pt x="95" y="483"/>
                  </a:cubicBezTo>
                  <a:cubicBezTo>
                    <a:pt x="95" y="483"/>
                    <a:pt x="96" y="483"/>
                    <a:pt x="96" y="483"/>
                  </a:cubicBezTo>
                  <a:cubicBezTo>
                    <a:pt x="96" y="483"/>
                    <a:pt x="97" y="487"/>
                    <a:pt x="97" y="487"/>
                  </a:cubicBezTo>
                  <a:cubicBezTo>
                    <a:pt x="96" y="489"/>
                    <a:pt x="94" y="487"/>
                    <a:pt x="92" y="488"/>
                  </a:cubicBezTo>
                  <a:cubicBezTo>
                    <a:pt x="93" y="488"/>
                    <a:pt x="90" y="490"/>
                    <a:pt x="90" y="490"/>
                  </a:cubicBezTo>
                  <a:cubicBezTo>
                    <a:pt x="90" y="491"/>
                    <a:pt x="91" y="491"/>
                    <a:pt x="91" y="492"/>
                  </a:cubicBezTo>
                  <a:cubicBezTo>
                    <a:pt x="90" y="495"/>
                    <a:pt x="89" y="494"/>
                    <a:pt x="89" y="497"/>
                  </a:cubicBezTo>
                  <a:cubicBezTo>
                    <a:pt x="89" y="498"/>
                    <a:pt x="86" y="502"/>
                    <a:pt x="84" y="502"/>
                  </a:cubicBezTo>
                  <a:cubicBezTo>
                    <a:pt x="80" y="502"/>
                    <a:pt x="82" y="494"/>
                    <a:pt x="76" y="496"/>
                  </a:cubicBezTo>
                  <a:cubicBezTo>
                    <a:pt x="75" y="491"/>
                    <a:pt x="70" y="501"/>
                    <a:pt x="69" y="501"/>
                  </a:cubicBezTo>
                  <a:cubicBezTo>
                    <a:pt x="69" y="501"/>
                    <a:pt x="69" y="501"/>
                    <a:pt x="69" y="501"/>
                  </a:cubicBezTo>
                  <a:cubicBezTo>
                    <a:pt x="69" y="501"/>
                    <a:pt x="69" y="502"/>
                    <a:pt x="68" y="501"/>
                  </a:cubicBezTo>
                  <a:cubicBezTo>
                    <a:pt x="68" y="501"/>
                    <a:pt x="68" y="501"/>
                    <a:pt x="68" y="501"/>
                  </a:cubicBezTo>
                  <a:cubicBezTo>
                    <a:pt x="68" y="500"/>
                    <a:pt x="69" y="500"/>
                    <a:pt x="69" y="501"/>
                  </a:cubicBezTo>
                  <a:cubicBezTo>
                    <a:pt x="69" y="499"/>
                    <a:pt x="73" y="494"/>
                    <a:pt x="68" y="496"/>
                  </a:cubicBezTo>
                  <a:cubicBezTo>
                    <a:pt x="67" y="497"/>
                    <a:pt x="69" y="499"/>
                    <a:pt x="68" y="500"/>
                  </a:cubicBezTo>
                  <a:cubicBezTo>
                    <a:pt x="67" y="501"/>
                    <a:pt x="64" y="500"/>
                    <a:pt x="62" y="500"/>
                  </a:cubicBezTo>
                  <a:cubicBezTo>
                    <a:pt x="62" y="500"/>
                    <a:pt x="61" y="504"/>
                    <a:pt x="61" y="505"/>
                  </a:cubicBezTo>
                  <a:cubicBezTo>
                    <a:pt x="62" y="506"/>
                    <a:pt x="63" y="506"/>
                    <a:pt x="62" y="508"/>
                  </a:cubicBezTo>
                  <a:cubicBezTo>
                    <a:pt x="62" y="508"/>
                    <a:pt x="62" y="507"/>
                    <a:pt x="63" y="507"/>
                  </a:cubicBezTo>
                  <a:cubicBezTo>
                    <a:pt x="62" y="508"/>
                    <a:pt x="62" y="509"/>
                    <a:pt x="65" y="508"/>
                  </a:cubicBezTo>
                  <a:cubicBezTo>
                    <a:pt x="63" y="511"/>
                    <a:pt x="60" y="511"/>
                    <a:pt x="61" y="514"/>
                  </a:cubicBezTo>
                  <a:cubicBezTo>
                    <a:pt x="61" y="514"/>
                    <a:pt x="67" y="516"/>
                    <a:pt x="66" y="517"/>
                  </a:cubicBezTo>
                  <a:cubicBezTo>
                    <a:pt x="70" y="515"/>
                    <a:pt x="64" y="513"/>
                    <a:pt x="65" y="510"/>
                  </a:cubicBezTo>
                  <a:cubicBezTo>
                    <a:pt x="66" y="507"/>
                    <a:pt x="68" y="514"/>
                    <a:pt x="69" y="514"/>
                  </a:cubicBezTo>
                  <a:cubicBezTo>
                    <a:pt x="70" y="515"/>
                    <a:pt x="69" y="514"/>
                    <a:pt x="70" y="514"/>
                  </a:cubicBezTo>
                  <a:cubicBezTo>
                    <a:pt x="72" y="513"/>
                    <a:pt x="73" y="516"/>
                    <a:pt x="74" y="514"/>
                  </a:cubicBezTo>
                  <a:cubicBezTo>
                    <a:pt x="74" y="514"/>
                    <a:pt x="71" y="514"/>
                    <a:pt x="72" y="512"/>
                  </a:cubicBezTo>
                  <a:cubicBezTo>
                    <a:pt x="73" y="511"/>
                    <a:pt x="75" y="513"/>
                    <a:pt x="75" y="513"/>
                  </a:cubicBezTo>
                  <a:cubicBezTo>
                    <a:pt x="76" y="513"/>
                    <a:pt x="77" y="513"/>
                    <a:pt x="78" y="514"/>
                  </a:cubicBezTo>
                  <a:cubicBezTo>
                    <a:pt x="78" y="513"/>
                    <a:pt x="78" y="513"/>
                    <a:pt x="78" y="513"/>
                  </a:cubicBezTo>
                  <a:cubicBezTo>
                    <a:pt x="78" y="513"/>
                    <a:pt x="78" y="514"/>
                    <a:pt x="78" y="515"/>
                  </a:cubicBezTo>
                  <a:cubicBezTo>
                    <a:pt x="78" y="517"/>
                    <a:pt x="78" y="519"/>
                    <a:pt x="78" y="520"/>
                  </a:cubicBezTo>
                  <a:cubicBezTo>
                    <a:pt x="78" y="520"/>
                    <a:pt x="78" y="520"/>
                    <a:pt x="78" y="520"/>
                  </a:cubicBezTo>
                  <a:cubicBezTo>
                    <a:pt x="79" y="520"/>
                    <a:pt x="78" y="519"/>
                    <a:pt x="79" y="519"/>
                  </a:cubicBezTo>
                  <a:cubicBezTo>
                    <a:pt x="80" y="520"/>
                    <a:pt x="80" y="520"/>
                    <a:pt x="81" y="520"/>
                  </a:cubicBezTo>
                  <a:cubicBezTo>
                    <a:pt x="81" y="518"/>
                    <a:pt x="82" y="515"/>
                    <a:pt x="82" y="515"/>
                  </a:cubicBezTo>
                  <a:cubicBezTo>
                    <a:pt x="84" y="514"/>
                    <a:pt x="85" y="516"/>
                    <a:pt x="86" y="514"/>
                  </a:cubicBezTo>
                  <a:cubicBezTo>
                    <a:pt x="86" y="513"/>
                    <a:pt x="84" y="512"/>
                    <a:pt x="84" y="511"/>
                  </a:cubicBezTo>
                  <a:cubicBezTo>
                    <a:pt x="84" y="511"/>
                    <a:pt x="83" y="509"/>
                    <a:pt x="84" y="509"/>
                  </a:cubicBezTo>
                  <a:cubicBezTo>
                    <a:pt x="82" y="509"/>
                    <a:pt x="80" y="511"/>
                    <a:pt x="80" y="510"/>
                  </a:cubicBezTo>
                  <a:cubicBezTo>
                    <a:pt x="79" y="510"/>
                    <a:pt x="80" y="508"/>
                    <a:pt x="81" y="507"/>
                  </a:cubicBezTo>
                  <a:cubicBezTo>
                    <a:pt x="82" y="510"/>
                    <a:pt x="84" y="506"/>
                    <a:pt x="85" y="505"/>
                  </a:cubicBezTo>
                  <a:cubicBezTo>
                    <a:pt x="86" y="504"/>
                    <a:pt x="89" y="504"/>
                    <a:pt x="89" y="504"/>
                  </a:cubicBezTo>
                  <a:cubicBezTo>
                    <a:pt x="90" y="503"/>
                    <a:pt x="88" y="501"/>
                    <a:pt x="90" y="501"/>
                  </a:cubicBezTo>
                  <a:cubicBezTo>
                    <a:pt x="91" y="501"/>
                    <a:pt x="90" y="502"/>
                    <a:pt x="90" y="502"/>
                  </a:cubicBezTo>
                  <a:cubicBezTo>
                    <a:pt x="91" y="503"/>
                    <a:pt x="93" y="501"/>
                    <a:pt x="94" y="502"/>
                  </a:cubicBezTo>
                  <a:cubicBezTo>
                    <a:pt x="95" y="502"/>
                    <a:pt x="94" y="504"/>
                    <a:pt x="94" y="505"/>
                  </a:cubicBezTo>
                  <a:cubicBezTo>
                    <a:pt x="94" y="506"/>
                    <a:pt x="94" y="507"/>
                    <a:pt x="94" y="508"/>
                  </a:cubicBezTo>
                  <a:cubicBezTo>
                    <a:pt x="97" y="507"/>
                    <a:pt x="101" y="507"/>
                    <a:pt x="102" y="508"/>
                  </a:cubicBezTo>
                  <a:cubicBezTo>
                    <a:pt x="103" y="509"/>
                    <a:pt x="101" y="511"/>
                    <a:pt x="104" y="510"/>
                  </a:cubicBezTo>
                  <a:cubicBezTo>
                    <a:pt x="102" y="512"/>
                    <a:pt x="106" y="513"/>
                    <a:pt x="106" y="514"/>
                  </a:cubicBezTo>
                  <a:cubicBezTo>
                    <a:pt x="106" y="515"/>
                    <a:pt x="104" y="516"/>
                    <a:pt x="104" y="516"/>
                  </a:cubicBezTo>
                  <a:cubicBezTo>
                    <a:pt x="104" y="516"/>
                    <a:pt x="105" y="517"/>
                    <a:pt x="104" y="518"/>
                  </a:cubicBezTo>
                  <a:cubicBezTo>
                    <a:pt x="104" y="518"/>
                    <a:pt x="104" y="518"/>
                    <a:pt x="104" y="518"/>
                  </a:cubicBezTo>
                  <a:cubicBezTo>
                    <a:pt x="105" y="519"/>
                    <a:pt x="106" y="520"/>
                    <a:pt x="106" y="522"/>
                  </a:cubicBezTo>
                  <a:cubicBezTo>
                    <a:pt x="106" y="522"/>
                    <a:pt x="107" y="522"/>
                    <a:pt x="107" y="522"/>
                  </a:cubicBezTo>
                  <a:cubicBezTo>
                    <a:pt x="107" y="521"/>
                    <a:pt x="106" y="521"/>
                    <a:pt x="106" y="520"/>
                  </a:cubicBezTo>
                  <a:cubicBezTo>
                    <a:pt x="106" y="519"/>
                    <a:pt x="107" y="518"/>
                    <a:pt x="108" y="518"/>
                  </a:cubicBezTo>
                  <a:cubicBezTo>
                    <a:pt x="108" y="517"/>
                    <a:pt x="108" y="517"/>
                    <a:pt x="109" y="516"/>
                  </a:cubicBezTo>
                  <a:cubicBezTo>
                    <a:pt x="109" y="516"/>
                    <a:pt x="108" y="516"/>
                    <a:pt x="108" y="516"/>
                  </a:cubicBezTo>
                  <a:cubicBezTo>
                    <a:pt x="108" y="515"/>
                    <a:pt x="109" y="515"/>
                    <a:pt x="109" y="515"/>
                  </a:cubicBezTo>
                  <a:cubicBezTo>
                    <a:pt x="111" y="514"/>
                    <a:pt x="112" y="513"/>
                    <a:pt x="113" y="512"/>
                  </a:cubicBezTo>
                  <a:cubicBezTo>
                    <a:pt x="112" y="514"/>
                    <a:pt x="115" y="514"/>
                    <a:pt x="115" y="514"/>
                  </a:cubicBezTo>
                  <a:cubicBezTo>
                    <a:pt x="115" y="514"/>
                    <a:pt x="116" y="514"/>
                    <a:pt x="116" y="514"/>
                  </a:cubicBezTo>
                  <a:cubicBezTo>
                    <a:pt x="116" y="514"/>
                    <a:pt x="116" y="514"/>
                    <a:pt x="116" y="514"/>
                  </a:cubicBezTo>
                  <a:cubicBezTo>
                    <a:pt x="115" y="514"/>
                    <a:pt x="115" y="513"/>
                    <a:pt x="115" y="513"/>
                  </a:cubicBezTo>
                  <a:cubicBezTo>
                    <a:pt x="114" y="512"/>
                    <a:pt x="115" y="508"/>
                    <a:pt x="115" y="507"/>
                  </a:cubicBezTo>
                  <a:cubicBezTo>
                    <a:pt x="116" y="507"/>
                    <a:pt x="116" y="508"/>
                    <a:pt x="117" y="508"/>
                  </a:cubicBezTo>
                  <a:cubicBezTo>
                    <a:pt x="118" y="507"/>
                    <a:pt x="120" y="504"/>
                    <a:pt x="123" y="505"/>
                  </a:cubicBezTo>
                  <a:cubicBezTo>
                    <a:pt x="122" y="507"/>
                    <a:pt x="120" y="506"/>
                    <a:pt x="120" y="507"/>
                  </a:cubicBezTo>
                  <a:cubicBezTo>
                    <a:pt x="119" y="508"/>
                    <a:pt x="121" y="508"/>
                    <a:pt x="121" y="508"/>
                  </a:cubicBezTo>
                  <a:cubicBezTo>
                    <a:pt x="122" y="510"/>
                    <a:pt x="120" y="514"/>
                    <a:pt x="117" y="514"/>
                  </a:cubicBezTo>
                  <a:cubicBezTo>
                    <a:pt x="117" y="515"/>
                    <a:pt x="117" y="516"/>
                    <a:pt x="116" y="517"/>
                  </a:cubicBezTo>
                  <a:cubicBezTo>
                    <a:pt x="117" y="517"/>
                    <a:pt x="117" y="517"/>
                    <a:pt x="117" y="517"/>
                  </a:cubicBezTo>
                  <a:cubicBezTo>
                    <a:pt x="118" y="515"/>
                    <a:pt x="121" y="515"/>
                    <a:pt x="122" y="513"/>
                  </a:cubicBezTo>
                  <a:cubicBezTo>
                    <a:pt x="122" y="512"/>
                    <a:pt x="122" y="511"/>
                    <a:pt x="122" y="510"/>
                  </a:cubicBezTo>
                  <a:cubicBezTo>
                    <a:pt x="122" y="510"/>
                    <a:pt x="123" y="509"/>
                    <a:pt x="123" y="508"/>
                  </a:cubicBezTo>
                  <a:cubicBezTo>
                    <a:pt x="123" y="507"/>
                    <a:pt x="122" y="508"/>
                    <a:pt x="122" y="507"/>
                  </a:cubicBezTo>
                  <a:cubicBezTo>
                    <a:pt x="123" y="506"/>
                    <a:pt x="124" y="505"/>
                    <a:pt x="124" y="506"/>
                  </a:cubicBezTo>
                  <a:cubicBezTo>
                    <a:pt x="125" y="506"/>
                    <a:pt x="124" y="508"/>
                    <a:pt x="125" y="510"/>
                  </a:cubicBezTo>
                  <a:cubicBezTo>
                    <a:pt x="125" y="510"/>
                    <a:pt x="127" y="510"/>
                    <a:pt x="128" y="510"/>
                  </a:cubicBezTo>
                  <a:cubicBezTo>
                    <a:pt x="129" y="511"/>
                    <a:pt x="129" y="513"/>
                    <a:pt x="132" y="511"/>
                  </a:cubicBezTo>
                  <a:cubicBezTo>
                    <a:pt x="129" y="514"/>
                    <a:pt x="133" y="512"/>
                    <a:pt x="134" y="513"/>
                  </a:cubicBezTo>
                  <a:cubicBezTo>
                    <a:pt x="133" y="513"/>
                    <a:pt x="134" y="519"/>
                    <a:pt x="134" y="520"/>
                  </a:cubicBezTo>
                  <a:cubicBezTo>
                    <a:pt x="134" y="521"/>
                    <a:pt x="132" y="523"/>
                    <a:pt x="132" y="525"/>
                  </a:cubicBezTo>
                  <a:cubicBezTo>
                    <a:pt x="132" y="525"/>
                    <a:pt x="133" y="524"/>
                    <a:pt x="133" y="524"/>
                  </a:cubicBezTo>
                  <a:cubicBezTo>
                    <a:pt x="133" y="525"/>
                    <a:pt x="133" y="525"/>
                    <a:pt x="132" y="526"/>
                  </a:cubicBezTo>
                  <a:cubicBezTo>
                    <a:pt x="132" y="526"/>
                    <a:pt x="132" y="526"/>
                    <a:pt x="132" y="527"/>
                  </a:cubicBezTo>
                  <a:cubicBezTo>
                    <a:pt x="133" y="526"/>
                    <a:pt x="133" y="526"/>
                    <a:pt x="133" y="526"/>
                  </a:cubicBezTo>
                  <a:cubicBezTo>
                    <a:pt x="133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6" y="524"/>
                    <a:pt x="142" y="524"/>
                    <a:pt x="145" y="524"/>
                  </a:cubicBezTo>
                  <a:cubicBezTo>
                    <a:pt x="145" y="523"/>
                    <a:pt x="146" y="522"/>
                    <a:pt x="146" y="522"/>
                  </a:cubicBezTo>
                  <a:cubicBezTo>
                    <a:pt x="147" y="522"/>
                    <a:pt x="147" y="523"/>
                    <a:pt x="147" y="524"/>
                  </a:cubicBezTo>
                  <a:cubicBezTo>
                    <a:pt x="147" y="524"/>
                    <a:pt x="148" y="524"/>
                    <a:pt x="148" y="525"/>
                  </a:cubicBezTo>
                  <a:cubicBezTo>
                    <a:pt x="148" y="526"/>
                    <a:pt x="147" y="526"/>
                    <a:pt x="145" y="527"/>
                  </a:cubicBezTo>
                  <a:cubicBezTo>
                    <a:pt x="146" y="527"/>
                    <a:pt x="146" y="527"/>
                    <a:pt x="146" y="527"/>
                  </a:cubicBezTo>
                  <a:cubicBezTo>
                    <a:pt x="146" y="529"/>
                    <a:pt x="146" y="530"/>
                    <a:pt x="145" y="530"/>
                  </a:cubicBezTo>
                  <a:cubicBezTo>
                    <a:pt x="145" y="531"/>
                    <a:pt x="145" y="532"/>
                    <a:pt x="144" y="533"/>
                  </a:cubicBezTo>
                  <a:cubicBezTo>
                    <a:pt x="144" y="533"/>
                    <a:pt x="143" y="533"/>
                    <a:pt x="142" y="533"/>
                  </a:cubicBezTo>
                  <a:cubicBezTo>
                    <a:pt x="142" y="534"/>
                    <a:pt x="143" y="534"/>
                    <a:pt x="144" y="533"/>
                  </a:cubicBezTo>
                  <a:cubicBezTo>
                    <a:pt x="145" y="533"/>
                    <a:pt x="147" y="530"/>
                    <a:pt x="147" y="530"/>
                  </a:cubicBezTo>
                  <a:cubicBezTo>
                    <a:pt x="148" y="530"/>
                    <a:pt x="148" y="529"/>
                    <a:pt x="147" y="529"/>
                  </a:cubicBezTo>
                  <a:cubicBezTo>
                    <a:pt x="151" y="528"/>
                    <a:pt x="150" y="537"/>
                    <a:pt x="148" y="535"/>
                  </a:cubicBezTo>
                  <a:cubicBezTo>
                    <a:pt x="148" y="535"/>
                    <a:pt x="147" y="533"/>
                    <a:pt x="147" y="533"/>
                  </a:cubicBezTo>
                  <a:cubicBezTo>
                    <a:pt x="146" y="533"/>
                    <a:pt x="143" y="537"/>
                    <a:pt x="141" y="538"/>
                  </a:cubicBezTo>
                  <a:cubicBezTo>
                    <a:pt x="140" y="538"/>
                    <a:pt x="140" y="538"/>
                    <a:pt x="139" y="539"/>
                  </a:cubicBezTo>
                  <a:cubicBezTo>
                    <a:pt x="140" y="540"/>
                    <a:pt x="141" y="541"/>
                    <a:pt x="140" y="542"/>
                  </a:cubicBezTo>
                  <a:cubicBezTo>
                    <a:pt x="140" y="542"/>
                    <a:pt x="139" y="543"/>
                    <a:pt x="139" y="543"/>
                  </a:cubicBezTo>
                  <a:cubicBezTo>
                    <a:pt x="139" y="543"/>
                    <a:pt x="138" y="546"/>
                    <a:pt x="138" y="547"/>
                  </a:cubicBezTo>
                  <a:cubicBezTo>
                    <a:pt x="138" y="547"/>
                    <a:pt x="140" y="546"/>
                    <a:pt x="139" y="546"/>
                  </a:cubicBezTo>
                  <a:cubicBezTo>
                    <a:pt x="139" y="546"/>
                    <a:pt x="141" y="548"/>
                    <a:pt x="140" y="549"/>
                  </a:cubicBezTo>
                  <a:cubicBezTo>
                    <a:pt x="140" y="549"/>
                    <a:pt x="140" y="549"/>
                    <a:pt x="139" y="549"/>
                  </a:cubicBezTo>
                  <a:cubicBezTo>
                    <a:pt x="140" y="549"/>
                    <a:pt x="140" y="550"/>
                    <a:pt x="141" y="550"/>
                  </a:cubicBezTo>
                  <a:cubicBezTo>
                    <a:pt x="141" y="549"/>
                    <a:pt x="141" y="548"/>
                    <a:pt x="142" y="548"/>
                  </a:cubicBezTo>
                  <a:cubicBezTo>
                    <a:pt x="141" y="548"/>
                    <a:pt x="141" y="548"/>
                    <a:pt x="140" y="548"/>
                  </a:cubicBezTo>
                  <a:cubicBezTo>
                    <a:pt x="140" y="547"/>
                    <a:pt x="140" y="547"/>
                    <a:pt x="141" y="547"/>
                  </a:cubicBezTo>
                  <a:cubicBezTo>
                    <a:pt x="141" y="546"/>
                    <a:pt x="142" y="544"/>
                    <a:pt x="142" y="546"/>
                  </a:cubicBezTo>
                  <a:cubicBezTo>
                    <a:pt x="143" y="546"/>
                    <a:pt x="142" y="546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3" y="546"/>
                    <a:pt x="144" y="546"/>
                    <a:pt x="145" y="548"/>
                  </a:cubicBezTo>
                  <a:cubicBezTo>
                    <a:pt x="146" y="549"/>
                    <a:pt x="145" y="550"/>
                    <a:pt x="145" y="551"/>
                  </a:cubicBezTo>
                  <a:cubicBezTo>
                    <a:pt x="145" y="551"/>
                    <a:pt x="145" y="551"/>
                    <a:pt x="145" y="551"/>
                  </a:cubicBezTo>
                  <a:cubicBezTo>
                    <a:pt x="147" y="551"/>
                    <a:pt x="145" y="551"/>
                    <a:pt x="146" y="552"/>
                  </a:cubicBezTo>
                  <a:cubicBezTo>
                    <a:pt x="146" y="552"/>
                    <a:pt x="146" y="552"/>
                    <a:pt x="147" y="552"/>
                  </a:cubicBezTo>
                  <a:cubicBezTo>
                    <a:pt x="147" y="552"/>
                    <a:pt x="147" y="552"/>
                    <a:pt x="147" y="552"/>
                  </a:cubicBezTo>
                  <a:cubicBezTo>
                    <a:pt x="147" y="551"/>
                    <a:pt x="148" y="551"/>
                    <a:pt x="148" y="551"/>
                  </a:cubicBezTo>
                  <a:cubicBezTo>
                    <a:pt x="151" y="552"/>
                    <a:pt x="148" y="556"/>
                    <a:pt x="149" y="558"/>
                  </a:cubicBezTo>
                  <a:cubicBezTo>
                    <a:pt x="150" y="558"/>
                    <a:pt x="152" y="558"/>
                    <a:pt x="152" y="557"/>
                  </a:cubicBezTo>
                  <a:cubicBezTo>
                    <a:pt x="153" y="557"/>
                    <a:pt x="153" y="556"/>
                    <a:pt x="154" y="555"/>
                  </a:cubicBezTo>
                  <a:cubicBezTo>
                    <a:pt x="152" y="554"/>
                    <a:pt x="152" y="553"/>
                    <a:pt x="152" y="551"/>
                  </a:cubicBezTo>
                  <a:cubicBezTo>
                    <a:pt x="154" y="547"/>
                    <a:pt x="159" y="548"/>
                    <a:pt x="160" y="551"/>
                  </a:cubicBezTo>
                  <a:cubicBezTo>
                    <a:pt x="161" y="551"/>
                    <a:pt x="161" y="551"/>
                    <a:pt x="162" y="550"/>
                  </a:cubicBezTo>
                  <a:cubicBezTo>
                    <a:pt x="161" y="550"/>
                    <a:pt x="161" y="551"/>
                    <a:pt x="161" y="551"/>
                  </a:cubicBezTo>
                  <a:cubicBezTo>
                    <a:pt x="163" y="550"/>
                    <a:pt x="165" y="549"/>
                    <a:pt x="167" y="550"/>
                  </a:cubicBezTo>
                  <a:cubicBezTo>
                    <a:pt x="169" y="549"/>
                    <a:pt x="170" y="549"/>
                    <a:pt x="170" y="549"/>
                  </a:cubicBezTo>
                  <a:cubicBezTo>
                    <a:pt x="171" y="550"/>
                    <a:pt x="170" y="550"/>
                    <a:pt x="168" y="551"/>
                  </a:cubicBezTo>
                  <a:cubicBezTo>
                    <a:pt x="168" y="551"/>
                    <a:pt x="169" y="551"/>
                    <a:pt x="169" y="551"/>
                  </a:cubicBezTo>
                  <a:cubicBezTo>
                    <a:pt x="169" y="552"/>
                    <a:pt x="169" y="553"/>
                    <a:pt x="169" y="554"/>
                  </a:cubicBezTo>
                  <a:cubicBezTo>
                    <a:pt x="171" y="554"/>
                    <a:pt x="172" y="555"/>
                    <a:pt x="171" y="557"/>
                  </a:cubicBezTo>
                  <a:cubicBezTo>
                    <a:pt x="170" y="559"/>
                    <a:pt x="171" y="560"/>
                    <a:pt x="171" y="561"/>
                  </a:cubicBezTo>
                  <a:cubicBezTo>
                    <a:pt x="171" y="561"/>
                    <a:pt x="170" y="562"/>
                    <a:pt x="170" y="563"/>
                  </a:cubicBezTo>
                  <a:cubicBezTo>
                    <a:pt x="172" y="561"/>
                    <a:pt x="173" y="559"/>
                    <a:pt x="175" y="558"/>
                  </a:cubicBezTo>
                  <a:cubicBezTo>
                    <a:pt x="173" y="556"/>
                    <a:pt x="171" y="554"/>
                    <a:pt x="175" y="552"/>
                  </a:cubicBezTo>
                  <a:cubicBezTo>
                    <a:pt x="175" y="551"/>
                    <a:pt x="176" y="551"/>
                    <a:pt x="177" y="551"/>
                  </a:cubicBezTo>
                  <a:cubicBezTo>
                    <a:pt x="175" y="551"/>
                    <a:pt x="176" y="547"/>
                    <a:pt x="178" y="548"/>
                  </a:cubicBezTo>
                  <a:cubicBezTo>
                    <a:pt x="179" y="549"/>
                    <a:pt x="178" y="550"/>
                    <a:pt x="178" y="550"/>
                  </a:cubicBezTo>
                  <a:cubicBezTo>
                    <a:pt x="177" y="551"/>
                    <a:pt x="177" y="551"/>
                    <a:pt x="177" y="551"/>
                  </a:cubicBezTo>
                  <a:cubicBezTo>
                    <a:pt x="179" y="551"/>
                    <a:pt x="181" y="550"/>
                    <a:pt x="182" y="550"/>
                  </a:cubicBezTo>
                  <a:cubicBezTo>
                    <a:pt x="184" y="548"/>
                    <a:pt x="183" y="547"/>
                    <a:pt x="185" y="549"/>
                  </a:cubicBezTo>
                  <a:cubicBezTo>
                    <a:pt x="186" y="549"/>
                    <a:pt x="186" y="550"/>
                    <a:pt x="188" y="549"/>
                  </a:cubicBezTo>
                  <a:cubicBezTo>
                    <a:pt x="188" y="549"/>
                    <a:pt x="191" y="545"/>
                    <a:pt x="191" y="548"/>
                  </a:cubicBezTo>
                  <a:cubicBezTo>
                    <a:pt x="191" y="549"/>
                    <a:pt x="189" y="549"/>
                    <a:pt x="189" y="549"/>
                  </a:cubicBezTo>
                  <a:cubicBezTo>
                    <a:pt x="190" y="550"/>
                    <a:pt x="194" y="550"/>
                    <a:pt x="194" y="550"/>
                  </a:cubicBezTo>
                  <a:cubicBezTo>
                    <a:pt x="194" y="551"/>
                    <a:pt x="190" y="553"/>
                    <a:pt x="192" y="555"/>
                  </a:cubicBezTo>
                  <a:cubicBezTo>
                    <a:pt x="193" y="555"/>
                    <a:pt x="194" y="555"/>
                    <a:pt x="194" y="555"/>
                  </a:cubicBezTo>
                  <a:cubicBezTo>
                    <a:pt x="194" y="555"/>
                    <a:pt x="193" y="556"/>
                    <a:pt x="193" y="556"/>
                  </a:cubicBezTo>
                  <a:cubicBezTo>
                    <a:pt x="192" y="558"/>
                    <a:pt x="192" y="558"/>
                    <a:pt x="193" y="558"/>
                  </a:cubicBezTo>
                  <a:cubicBezTo>
                    <a:pt x="194" y="558"/>
                    <a:pt x="195" y="558"/>
                    <a:pt x="196" y="559"/>
                  </a:cubicBezTo>
                  <a:cubicBezTo>
                    <a:pt x="196" y="560"/>
                    <a:pt x="195" y="560"/>
                    <a:pt x="194" y="560"/>
                  </a:cubicBezTo>
                  <a:cubicBezTo>
                    <a:pt x="194" y="561"/>
                    <a:pt x="194" y="561"/>
                    <a:pt x="194" y="561"/>
                  </a:cubicBezTo>
                  <a:cubicBezTo>
                    <a:pt x="194" y="562"/>
                    <a:pt x="196" y="561"/>
                    <a:pt x="196" y="562"/>
                  </a:cubicBezTo>
                  <a:cubicBezTo>
                    <a:pt x="197" y="563"/>
                    <a:pt x="195" y="565"/>
                    <a:pt x="195" y="566"/>
                  </a:cubicBezTo>
                  <a:cubicBezTo>
                    <a:pt x="197" y="568"/>
                    <a:pt x="199" y="565"/>
                    <a:pt x="201" y="566"/>
                  </a:cubicBezTo>
                  <a:cubicBezTo>
                    <a:pt x="201" y="566"/>
                    <a:pt x="203" y="568"/>
                    <a:pt x="205" y="566"/>
                  </a:cubicBezTo>
                  <a:cubicBezTo>
                    <a:pt x="206" y="565"/>
                    <a:pt x="204" y="563"/>
                    <a:pt x="208" y="562"/>
                  </a:cubicBezTo>
                  <a:cubicBezTo>
                    <a:pt x="209" y="561"/>
                    <a:pt x="214" y="560"/>
                    <a:pt x="214" y="562"/>
                  </a:cubicBezTo>
                  <a:cubicBezTo>
                    <a:pt x="214" y="563"/>
                    <a:pt x="213" y="562"/>
                    <a:pt x="212" y="563"/>
                  </a:cubicBezTo>
                  <a:cubicBezTo>
                    <a:pt x="211" y="563"/>
                    <a:pt x="213" y="566"/>
                    <a:pt x="213" y="566"/>
                  </a:cubicBezTo>
                  <a:cubicBezTo>
                    <a:pt x="212" y="567"/>
                    <a:pt x="210" y="567"/>
                    <a:pt x="210" y="568"/>
                  </a:cubicBezTo>
                  <a:cubicBezTo>
                    <a:pt x="210" y="568"/>
                    <a:pt x="210" y="568"/>
                    <a:pt x="210" y="568"/>
                  </a:cubicBezTo>
                  <a:cubicBezTo>
                    <a:pt x="210" y="569"/>
                    <a:pt x="210" y="569"/>
                    <a:pt x="210" y="569"/>
                  </a:cubicBezTo>
                  <a:cubicBezTo>
                    <a:pt x="210" y="570"/>
                    <a:pt x="211" y="572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10" y="574"/>
                    <a:pt x="210" y="575"/>
                    <a:pt x="208" y="576"/>
                  </a:cubicBezTo>
                  <a:cubicBezTo>
                    <a:pt x="208" y="576"/>
                    <a:pt x="208" y="576"/>
                    <a:pt x="208" y="576"/>
                  </a:cubicBezTo>
                  <a:cubicBezTo>
                    <a:pt x="208" y="576"/>
                    <a:pt x="209" y="576"/>
                    <a:pt x="209" y="576"/>
                  </a:cubicBezTo>
                  <a:cubicBezTo>
                    <a:pt x="210" y="576"/>
                    <a:pt x="210" y="576"/>
                    <a:pt x="211" y="577"/>
                  </a:cubicBezTo>
                  <a:cubicBezTo>
                    <a:pt x="211" y="577"/>
                    <a:pt x="212" y="577"/>
                    <a:pt x="212" y="577"/>
                  </a:cubicBezTo>
                  <a:cubicBezTo>
                    <a:pt x="212" y="578"/>
                    <a:pt x="211" y="578"/>
                    <a:pt x="211" y="579"/>
                  </a:cubicBezTo>
                  <a:cubicBezTo>
                    <a:pt x="211" y="579"/>
                    <a:pt x="211" y="580"/>
                    <a:pt x="211" y="580"/>
                  </a:cubicBezTo>
                  <a:cubicBezTo>
                    <a:pt x="210" y="581"/>
                    <a:pt x="207" y="580"/>
                    <a:pt x="205" y="581"/>
                  </a:cubicBezTo>
                  <a:cubicBezTo>
                    <a:pt x="206" y="580"/>
                    <a:pt x="206" y="578"/>
                    <a:pt x="204" y="580"/>
                  </a:cubicBezTo>
                  <a:cubicBezTo>
                    <a:pt x="202" y="581"/>
                    <a:pt x="204" y="581"/>
                    <a:pt x="204" y="582"/>
                  </a:cubicBezTo>
                  <a:cubicBezTo>
                    <a:pt x="204" y="582"/>
                    <a:pt x="203" y="582"/>
                    <a:pt x="204" y="583"/>
                  </a:cubicBezTo>
                  <a:cubicBezTo>
                    <a:pt x="204" y="583"/>
                    <a:pt x="204" y="583"/>
                    <a:pt x="204" y="583"/>
                  </a:cubicBezTo>
                  <a:cubicBezTo>
                    <a:pt x="206" y="582"/>
                    <a:pt x="208" y="582"/>
                    <a:pt x="210" y="583"/>
                  </a:cubicBezTo>
                  <a:cubicBezTo>
                    <a:pt x="209" y="583"/>
                    <a:pt x="209" y="582"/>
                    <a:pt x="209" y="582"/>
                  </a:cubicBezTo>
                  <a:cubicBezTo>
                    <a:pt x="209" y="582"/>
                    <a:pt x="209" y="582"/>
                    <a:pt x="209" y="582"/>
                  </a:cubicBezTo>
                  <a:cubicBezTo>
                    <a:pt x="210" y="581"/>
                    <a:pt x="210" y="582"/>
                    <a:pt x="210" y="583"/>
                  </a:cubicBezTo>
                  <a:cubicBezTo>
                    <a:pt x="210" y="583"/>
                    <a:pt x="211" y="584"/>
                    <a:pt x="210" y="585"/>
                  </a:cubicBezTo>
                  <a:cubicBezTo>
                    <a:pt x="210" y="586"/>
                    <a:pt x="208" y="588"/>
                    <a:pt x="205" y="588"/>
                  </a:cubicBezTo>
                  <a:cubicBezTo>
                    <a:pt x="206" y="588"/>
                    <a:pt x="206" y="590"/>
                    <a:pt x="206" y="591"/>
                  </a:cubicBezTo>
                  <a:cubicBezTo>
                    <a:pt x="205" y="592"/>
                    <a:pt x="201" y="592"/>
                    <a:pt x="202" y="593"/>
                  </a:cubicBezTo>
                  <a:cubicBezTo>
                    <a:pt x="201" y="593"/>
                    <a:pt x="199" y="594"/>
                    <a:pt x="198" y="593"/>
                  </a:cubicBezTo>
                  <a:cubicBezTo>
                    <a:pt x="195" y="591"/>
                    <a:pt x="196" y="591"/>
                    <a:pt x="192" y="592"/>
                  </a:cubicBezTo>
                  <a:cubicBezTo>
                    <a:pt x="192" y="592"/>
                    <a:pt x="191" y="592"/>
                    <a:pt x="190" y="592"/>
                  </a:cubicBezTo>
                  <a:cubicBezTo>
                    <a:pt x="188" y="592"/>
                    <a:pt x="189" y="593"/>
                    <a:pt x="189" y="595"/>
                  </a:cubicBezTo>
                  <a:cubicBezTo>
                    <a:pt x="187" y="593"/>
                    <a:pt x="188" y="595"/>
                    <a:pt x="189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1" y="597"/>
                    <a:pt x="191" y="596"/>
                  </a:cubicBezTo>
                  <a:cubicBezTo>
                    <a:pt x="190" y="597"/>
                    <a:pt x="192" y="594"/>
                    <a:pt x="193" y="596"/>
                  </a:cubicBezTo>
                  <a:cubicBezTo>
                    <a:pt x="193" y="596"/>
                    <a:pt x="190" y="600"/>
                    <a:pt x="193" y="600"/>
                  </a:cubicBezTo>
                  <a:cubicBezTo>
                    <a:pt x="187" y="601"/>
                    <a:pt x="195" y="604"/>
                    <a:pt x="197" y="605"/>
                  </a:cubicBezTo>
                  <a:cubicBezTo>
                    <a:pt x="198" y="606"/>
                    <a:pt x="198" y="608"/>
                    <a:pt x="198" y="609"/>
                  </a:cubicBezTo>
                  <a:cubicBezTo>
                    <a:pt x="199" y="610"/>
                    <a:pt x="200" y="610"/>
                    <a:pt x="199" y="611"/>
                  </a:cubicBezTo>
                  <a:cubicBezTo>
                    <a:pt x="199" y="611"/>
                    <a:pt x="199" y="611"/>
                    <a:pt x="199" y="611"/>
                  </a:cubicBezTo>
                  <a:cubicBezTo>
                    <a:pt x="200" y="612"/>
                    <a:pt x="200" y="613"/>
                    <a:pt x="201" y="613"/>
                  </a:cubicBezTo>
                  <a:cubicBezTo>
                    <a:pt x="201" y="613"/>
                    <a:pt x="201" y="613"/>
                    <a:pt x="202" y="613"/>
                  </a:cubicBezTo>
                  <a:cubicBezTo>
                    <a:pt x="202" y="613"/>
                    <a:pt x="202" y="613"/>
                    <a:pt x="202" y="612"/>
                  </a:cubicBezTo>
                  <a:cubicBezTo>
                    <a:pt x="203" y="611"/>
                    <a:pt x="204" y="611"/>
                    <a:pt x="206" y="611"/>
                  </a:cubicBezTo>
                  <a:cubicBezTo>
                    <a:pt x="207" y="611"/>
                    <a:pt x="208" y="612"/>
                    <a:pt x="208" y="613"/>
                  </a:cubicBezTo>
                  <a:cubicBezTo>
                    <a:pt x="209" y="613"/>
                    <a:pt x="209" y="612"/>
                    <a:pt x="211" y="612"/>
                  </a:cubicBezTo>
                  <a:cubicBezTo>
                    <a:pt x="211" y="613"/>
                    <a:pt x="210" y="613"/>
                    <a:pt x="208" y="613"/>
                  </a:cubicBezTo>
                  <a:cubicBezTo>
                    <a:pt x="208" y="614"/>
                    <a:pt x="208" y="615"/>
                    <a:pt x="207" y="615"/>
                  </a:cubicBezTo>
                  <a:cubicBezTo>
                    <a:pt x="209" y="616"/>
                    <a:pt x="211" y="616"/>
                    <a:pt x="211" y="616"/>
                  </a:cubicBezTo>
                  <a:cubicBezTo>
                    <a:pt x="211" y="616"/>
                    <a:pt x="211" y="616"/>
                    <a:pt x="212" y="616"/>
                  </a:cubicBezTo>
                  <a:cubicBezTo>
                    <a:pt x="211" y="615"/>
                    <a:pt x="210" y="615"/>
                    <a:pt x="209" y="615"/>
                  </a:cubicBezTo>
                  <a:cubicBezTo>
                    <a:pt x="210" y="614"/>
                    <a:pt x="211" y="614"/>
                    <a:pt x="213" y="615"/>
                  </a:cubicBezTo>
                  <a:cubicBezTo>
                    <a:pt x="213" y="614"/>
                    <a:pt x="213" y="614"/>
                    <a:pt x="213" y="614"/>
                  </a:cubicBezTo>
                  <a:cubicBezTo>
                    <a:pt x="213" y="614"/>
                    <a:pt x="214" y="612"/>
                    <a:pt x="215" y="613"/>
                  </a:cubicBezTo>
                  <a:cubicBezTo>
                    <a:pt x="216" y="612"/>
                    <a:pt x="216" y="612"/>
                    <a:pt x="217" y="613"/>
                  </a:cubicBezTo>
                  <a:cubicBezTo>
                    <a:pt x="217" y="613"/>
                    <a:pt x="216" y="613"/>
                    <a:pt x="216" y="614"/>
                  </a:cubicBezTo>
                  <a:cubicBezTo>
                    <a:pt x="216" y="614"/>
                    <a:pt x="217" y="616"/>
                    <a:pt x="216" y="615"/>
                  </a:cubicBezTo>
                  <a:cubicBezTo>
                    <a:pt x="216" y="615"/>
                    <a:pt x="215" y="615"/>
                    <a:pt x="215" y="615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614"/>
                    <a:pt x="214" y="615"/>
                    <a:pt x="214" y="615"/>
                  </a:cubicBezTo>
                  <a:cubicBezTo>
                    <a:pt x="215" y="615"/>
                    <a:pt x="216" y="616"/>
                    <a:pt x="216" y="616"/>
                  </a:cubicBezTo>
                  <a:cubicBezTo>
                    <a:pt x="216" y="617"/>
                    <a:pt x="215" y="616"/>
                    <a:pt x="214" y="616"/>
                  </a:cubicBezTo>
                  <a:cubicBezTo>
                    <a:pt x="214" y="616"/>
                    <a:pt x="214" y="617"/>
                    <a:pt x="214" y="617"/>
                  </a:cubicBezTo>
                  <a:cubicBezTo>
                    <a:pt x="215" y="617"/>
                    <a:pt x="216" y="616"/>
                    <a:pt x="216" y="616"/>
                  </a:cubicBezTo>
                  <a:cubicBezTo>
                    <a:pt x="217" y="617"/>
                    <a:pt x="218" y="620"/>
                    <a:pt x="220" y="618"/>
                  </a:cubicBezTo>
                  <a:cubicBezTo>
                    <a:pt x="220" y="618"/>
                    <a:pt x="219" y="617"/>
                    <a:pt x="219" y="617"/>
                  </a:cubicBezTo>
                  <a:cubicBezTo>
                    <a:pt x="219" y="617"/>
                    <a:pt x="219" y="617"/>
                    <a:pt x="219" y="617"/>
                  </a:cubicBezTo>
                  <a:cubicBezTo>
                    <a:pt x="219" y="617"/>
                    <a:pt x="219" y="617"/>
                    <a:pt x="218" y="617"/>
                  </a:cubicBezTo>
                  <a:cubicBezTo>
                    <a:pt x="218" y="616"/>
                    <a:pt x="219" y="615"/>
                    <a:pt x="220" y="616"/>
                  </a:cubicBezTo>
                  <a:cubicBezTo>
                    <a:pt x="220" y="616"/>
                    <a:pt x="220" y="616"/>
                    <a:pt x="220" y="616"/>
                  </a:cubicBezTo>
                  <a:cubicBezTo>
                    <a:pt x="221" y="615"/>
                    <a:pt x="224" y="617"/>
                    <a:pt x="225" y="617"/>
                  </a:cubicBezTo>
                  <a:cubicBezTo>
                    <a:pt x="223" y="618"/>
                    <a:pt x="225" y="619"/>
                    <a:pt x="226" y="620"/>
                  </a:cubicBezTo>
                  <a:cubicBezTo>
                    <a:pt x="227" y="619"/>
                    <a:pt x="229" y="618"/>
                    <a:pt x="231" y="618"/>
                  </a:cubicBezTo>
                  <a:cubicBezTo>
                    <a:pt x="230" y="619"/>
                    <a:pt x="228" y="620"/>
                    <a:pt x="226" y="620"/>
                  </a:cubicBezTo>
                  <a:cubicBezTo>
                    <a:pt x="227" y="621"/>
                    <a:pt x="227" y="621"/>
                    <a:pt x="226" y="622"/>
                  </a:cubicBezTo>
                  <a:cubicBezTo>
                    <a:pt x="225" y="624"/>
                    <a:pt x="222" y="622"/>
                    <a:pt x="221" y="624"/>
                  </a:cubicBezTo>
                  <a:cubicBezTo>
                    <a:pt x="220" y="624"/>
                    <a:pt x="222" y="624"/>
                    <a:pt x="222" y="624"/>
                  </a:cubicBezTo>
                  <a:cubicBezTo>
                    <a:pt x="221" y="626"/>
                    <a:pt x="219" y="627"/>
                    <a:pt x="222" y="628"/>
                  </a:cubicBezTo>
                  <a:cubicBezTo>
                    <a:pt x="222" y="628"/>
                    <a:pt x="227" y="629"/>
                    <a:pt x="228" y="629"/>
                  </a:cubicBezTo>
                  <a:cubicBezTo>
                    <a:pt x="231" y="629"/>
                    <a:pt x="233" y="629"/>
                    <a:pt x="235" y="631"/>
                  </a:cubicBezTo>
                  <a:cubicBezTo>
                    <a:pt x="232" y="631"/>
                    <a:pt x="231" y="632"/>
                    <a:pt x="228" y="633"/>
                  </a:cubicBezTo>
                  <a:cubicBezTo>
                    <a:pt x="228" y="633"/>
                    <a:pt x="229" y="633"/>
                    <a:pt x="229" y="633"/>
                  </a:cubicBezTo>
                  <a:cubicBezTo>
                    <a:pt x="229" y="633"/>
                    <a:pt x="228" y="633"/>
                    <a:pt x="228" y="633"/>
                  </a:cubicBezTo>
                  <a:cubicBezTo>
                    <a:pt x="228" y="633"/>
                    <a:pt x="228" y="633"/>
                    <a:pt x="227" y="633"/>
                  </a:cubicBezTo>
                  <a:cubicBezTo>
                    <a:pt x="224" y="633"/>
                    <a:pt x="221" y="630"/>
                    <a:pt x="218" y="630"/>
                  </a:cubicBezTo>
                  <a:cubicBezTo>
                    <a:pt x="218" y="630"/>
                    <a:pt x="215" y="633"/>
                    <a:pt x="214" y="633"/>
                  </a:cubicBezTo>
                  <a:cubicBezTo>
                    <a:pt x="213" y="633"/>
                    <a:pt x="212" y="632"/>
                    <a:pt x="212" y="633"/>
                  </a:cubicBezTo>
                  <a:cubicBezTo>
                    <a:pt x="212" y="633"/>
                    <a:pt x="213" y="633"/>
                    <a:pt x="213" y="634"/>
                  </a:cubicBezTo>
                  <a:cubicBezTo>
                    <a:pt x="213" y="634"/>
                    <a:pt x="213" y="634"/>
                    <a:pt x="214" y="634"/>
                  </a:cubicBezTo>
                  <a:cubicBezTo>
                    <a:pt x="214" y="633"/>
                    <a:pt x="215" y="633"/>
                    <a:pt x="216" y="633"/>
                  </a:cubicBezTo>
                  <a:cubicBezTo>
                    <a:pt x="216" y="633"/>
                    <a:pt x="217" y="633"/>
                    <a:pt x="217" y="633"/>
                  </a:cubicBezTo>
                  <a:cubicBezTo>
                    <a:pt x="217" y="633"/>
                    <a:pt x="217" y="633"/>
                    <a:pt x="217" y="633"/>
                  </a:cubicBezTo>
                  <a:cubicBezTo>
                    <a:pt x="218" y="633"/>
                    <a:pt x="219" y="633"/>
                    <a:pt x="219" y="634"/>
                  </a:cubicBezTo>
                  <a:cubicBezTo>
                    <a:pt x="219" y="634"/>
                    <a:pt x="219" y="635"/>
                    <a:pt x="218" y="635"/>
                  </a:cubicBezTo>
                  <a:cubicBezTo>
                    <a:pt x="218" y="636"/>
                    <a:pt x="217" y="637"/>
                    <a:pt x="216" y="637"/>
                  </a:cubicBezTo>
                  <a:cubicBezTo>
                    <a:pt x="215" y="637"/>
                    <a:pt x="213" y="636"/>
                    <a:pt x="213" y="635"/>
                  </a:cubicBezTo>
                  <a:cubicBezTo>
                    <a:pt x="213" y="635"/>
                    <a:pt x="213" y="635"/>
                    <a:pt x="213" y="635"/>
                  </a:cubicBezTo>
                  <a:cubicBezTo>
                    <a:pt x="213" y="636"/>
                    <a:pt x="211" y="636"/>
                    <a:pt x="210" y="636"/>
                  </a:cubicBezTo>
                  <a:cubicBezTo>
                    <a:pt x="210" y="636"/>
                    <a:pt x="210" y="637"/>
                    <a:pt x="211" y="637"/>
                  </a:cubicBezTo>
                  <a:cubicBezTo>
                    <a:pt x="211" y="637"/>
                    <a:pt x="211" y="637"/>
                    <a:pt x="211" y="637"/>
                  </a:cubicBezTo>
                  <a:cubicBezTo>
                    <a:pt x="212" y="637"/>
                    <a:pt x="211" y="637"/>
                    <a:pt x="211" y="637"/>
                  </a:cubicBezTo>
                  <a:cubicBezTo>
                    <a:pt x="212" y="639"/>
                    <a:pt x="215" y="640"/>
                    <a:pt x="216" y="641"/>
                  </a:cubicBezTo>
                  <a:cubicBezTo>
                    <a:pt x="214" y="641"/>
                    <a:pt x="214" y="642"/>
                    <a:pt x="214" y="642"/>
                  </a:cubicBezTo>
                  <a:cubicBezTo>
                    <a:pt x="216" y="641"/>
                    <a:pt x="219" y="642"/>
                    <a:pt x="216" y="643"/>
                  </a:cubicBezTo>
                  <a:cubicBezTo>
                    <a:pt x="216" y="643"/>
                    <a:pt x="216" y="644"/>
                    <a:pt x="216" y="644"/>
                  </a:cubicBezTo>
                  <a:cubicBezTo>
                    <a:pt x="216" y="644"/>
                    <a:pt x="217" y="644"/>
                    <a:pt x="217" y="645"/>
                  </a:cubicBezTo>
                  <a:cubicBezTo>
                    <a:pt x="219" y="644"/>
                    <a:pt x="222" y="643"/>
                    <a:pt x="224" y="643"/>
                  </a:cubicBezTo>
                  <a:cubicBezTo>
                    <a:pt x="228" y="642"/>
                    <a:pt x="223" y="645"/>
                    <a:pt x="221" y="645"/>
                  </a:cubicBezTo>
                  <a:cubicBezTo>
                    <a:pt x="220" y="645"/>
                    <a:pt x="218" y="646"/>
                    <a:pt x="216" y="646"/>
                  </a:cubicBezTo>
                  <a:cubicBezTo>
                    <a:pt x="216" y="647"/>
                    <a:pt x="216" y="647"/>
                    <a:pt x="215" y="647"/>
                  </a:cubicBezTo>
                  <a:cubicBezTo>
                    <a:pt x="215" y="647"/>
                    <a:pt x="214" y="647"/>
                    <a:pt x="214" y="647"/>
                  </a:cubicBezTo>
                  <a:cubicBezTo>
                    <a:pt x="212" y="648"/>
                    <a:pt x="211" y="648"/>
                    <a:pt x="210" y="649"/>
                  </a:cubicBezTo>
                  <a:cubicBezTo>
                    <a:pt x="209" y="650"/>
                    <a:pt x="208" y="651"/>
                    <a:pt x="208" y="652"/>
                  </a:cubicBezTo>
                  <a:cubicBezTo>
                    <a:pt x="209" y="652"/>
                    <a:pt x="209" y="652"/>
                    <a:pt x="210" y="653"/>
                  </a:cubicBezTo>
                  <a:cubicBezTo>
                    <a:pt x="210" y="653"/>
                    <a:pt x="210" y="653"/>
                    <a:pt x="210" y="653"/>
                  </a:cubicBezTo>
                  <a:cubicBezTo>
                    <a:pt x="210" y="653"/>
                    <a:pt x="210" y="653"/>
                    <a:pt x="211" y="653"/>
                  </a:cubicBezTo>
                  <a:cubicBezTo>
                    <a:pt x="211" y="653"/>
                    <a:pt x="213" y="654"/>
                    <a:pt x="213" y="654"/>
                  </a:cubicBezTo>
                  <a:cubicBezTo>
                    <a:pt x="213" y="654"/>
                    <a:pt x="213" y="655"/>
                    <a:pt x="213" y="655"/>
                  </a:cubicBezTo>
                  <a:cubicBezTo>
                    <a:pt x="213" y="656"/>
                    <a:pt x="212" y="657"/>
                    <a:pt x="210" y="657"/>
                  </a:cubicBezTo>
                  <a:cubicBezTo>
                    <a:pt x="210" y="658"/>
                    <a:pt x="210" y="658"/>
                    <a:pt x="209" y="659"/>
                  </a:cubicBezTo>
                  <a:cubicBezTo>
                    <a:pt x="209" y="659"/>
                    <a:pt x="209" y="659"/>
                    <a:pt x="209" y="659"/>
                  </a:cubicBezTo>
                  <a:cubicBezTo>
                    <a:pt x="210" y="660"/>
                    <a:pt x="212" y="660"/>
                    <a:pt x="213" y="660"/>
                  </a:cubicBezTo>
                  <a:cubicBezTo>
                    <a:pt x="214" y="660"/>
                    <a:pt x="216" y="660"/>
                    <a:pt x="216" y="661"/>
                  </a:cubicBezTo>
                  <a:cubicBezTo>
                    <a:pt x="217" y="662"/>
                    <a:pt x="218" y="663"/>
                    <a:pt x="218" y="663"/>
                  </a:cubicBezTo>
                  <a:cubicBezTo>
                    <a:pt x="218" y="663"/>
                    <a:pt x="219" y="663"/>
                    <a:pt x="220" y="664"/>
                  </a:cubicBezTo>
                  <a:cubicBezTo>
                    <a:pt x="221" y="665"/>
                    <a:pt x="221" y="667"/>
                    <a:pt x="219" y="667"/>
                  </a:cubicBezTo>
                  <a:cubicBezTo>
                    <a:pt x="219" y="667"/>
                    <a:pt x="219" y="667"/>
                    <a:pt x="219" y="667"/>
                  </a:cubicBezTo>
                  <a:cubicBezTo>
                    <a:pt x="219" y="668"/>
                    <a:pt x="219" y="668"/>
                    <a:pt x="219" y="669"/>
                  </a:cubicBezTo>
                  <a:cubicBezTo>
                    <a:pt x="220" y="669"/>
                    <a:pt x="221" y="668"/>
                    <a:pt x="222" y="669"/>
                  </a:cubicBezTo>
                  <a:cubicBezTo>
                    <a:pt x="222" y="668"/>
                    <a:pt x="223" y="667"/>
                    <a:pt x="223" y="667"/>
                  </a:cubicBezTo>
                  <a:cubicBezTo>
                    <a:pt x="223" y="667"/>
                    <a:pt x="225" y="666"/>
                    <a:pt x="226" y="666"/>
                  </a:cubicBezTo>
                  <a:cubicBezTo>
                    <a:pt x="227" y="664"/>
                    <a:pt x="228" y="664"/>
                    <a:pt x="229" y="664"/>
                  </a:cubicBezTo>
                  <a:cubicBezTo>
                    <a:pt x="230" y="664"/>
                    <a:pt x="229" y="663"/>
                    <a:pt x="230" y="663"/>
                  </a:cubicBezTo>
                  <a:cubicBezTo>
                    <a:pt x="231" y="662"/>
                    <a:pt x="232" y="664"/>
                    <a:pt x="232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4" y="663"/>
                  </a:cubicBezTo>
                  <a:cubicBezTo>
                    <a:pt x="235" y="664"/>
                    <a:pt x="235" y="662"/>
                    <a:pt x="236" y="663"/>
                  </a:cubicBezTo>
                  <a:cubicBezTo>
                    <a:pt x="236" y="663"/>
                    <a:pt x="235" y="664"/>
                    <a:pt x="235" y="664"/>
                  </a:cubicBezTo>
                  <a:cubicBezTo>
                    <a:pt x="236" y="665"/>
                    <a:pt x="241" y="668"/>
                    <a:pt x="241" y="670"/>
                  </a:cubicBezTo>
                  <a:cubicBezTo>
                    <a:pt x="241" y="672"/>
                    <a:pt x="236" y="672"/>
                    <a:pt x="235" y="674"/>
                  </a:cubicBezTo>
                  <a:cubicBezTo>
                    <a:pt x="235" y="675"/>
                    <a:pt x="236" y="676"/>
                    <a:pt x="235" y="677"/>
                  </a:cubicBezTo>
                  <a:cubicBezTo>
                    <a:pt x="233" y="677"/>
                    <a:pt x="234" y="675"/>
                    <a:pt x="233" y="675"/>
                  </a:cubicBezTo>
                  <a:cubicBezTo>
                    <a:pt x="232" y="674"/>
                    <a:pt x="227" y="674"/>
                    <a:pt x="225" y="673"/>
                  </a:cubicBezTo>
                  <a:cubicBezTo>
                    <a:pt x="225" y="673"/>
                    <a:pt x="224" y="672"/>
                    <a:pt x="223" y="672"/>
                  </a:cubicBezTo>
                  <a:cubicBezTo>
                    <a:pt x="221" y="673"/>
                    <a:pt x="217" y="673"/>
                    <a:pt x="217" y="674"/>
                  </a:cubicBezTo>
                  <a:cubicBezTo>
                    <a:pt x="216" y="674"/>
                    <a:pt x="218" y="674"/>
                    <a:pt x="218" y="675"/>
                  </a:cubicBezTo>
                  <a:cubicBezTo>
                    <a:pt x="217" y="675"/>
                    <a:pt x="216" y="674"/>
                    <a:pt x="215" y="674"/>
                  </a:cubicBezTo>
                  <a:cubicBezTo>
                    <a:pt x="213" y="674"/>
                    <a:pt x="210" y="675"/>
                    <a:pt x="207" y="675"/>
                  </a:cubicBezTo>
                  <a:cubicBezTo>
                    <a:pt x="208" y="676"/>
                    <a:pt x="208" y="677"/>
                    <a:pt x="208" y="677"/>
                  </a:cubicBezTo>
                  <a:cubicBezTo>
                    <a:pt x="209" y="677"/>
                    <a:pt x="209" y="676"/>
                    <a:pt x="209" y="676"/>
                  </a:cubicBezTo>
                  <a:cubicBezTo>
                    <a:pt x="210" y="676"/>
                    <a:pt x="212" y="677"/>
                    <a:pt x="214" y="679"/>
                  </a:cubicBezTo>
                  <a:cubicBezTo>
                    <a:pt x="215" y="679"/>
                    <a:pt x="216" y="679"/>
                    <a:pt x="216" y="679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7" y="681"/>
                    <a:pt x="216" y="682"/>
                    <a:pt x="216" y="682"/>
                  </a:cubicBezTo>
                  <a:cubicBezTo>
                    <a:pt x="218" y="684"/>
                    <a:pt x="222" y="683"/>
                    <a:pt x="224" y="683"/>
                  </a:cubicBezTo>
                  <a:cubicBezTo>
                    <a:pt x="224" y="683"/>
                    <a:pt x="224" y="684"/>
                    <a:pt x="225" y="684"/>
                  </a:cubicBezTo>
                  <a:cubicBezTo>
                    <a:pt x="225" y="684"/>
                    <a:pt x="225" y="684"/>
                    <a:pt x="225" y="684"/>
                  </a:cubicBezTo>
                  <a:cubicBezTo>
                    <a:pt x="225" y="683"/>
                    <a:pt x="230" y="681"/>
                    <a:pt x="231" y="682"/>
                  </a:cubicBezTo>
                  <a:cubicBezTo>
                    <a:pt x="232" y="684"/>
                    <a:pt x="231" y="686"/>
                    <a:pt x="229" y="686"/>
                  </a:cubicBezTo>
                  <a:cubicBezTo>
                    <a:pt x="229" y="686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30" y="688"/>
                    <a:pt x="231" y="688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3" y="686"/>
                    <a:pt x="233" y="686"/>
                  </a:cubicBezTo>
                  <a:cubicBezTo>
                    <a:pt x="234" y="685"/>
                    <a:pt x="237" y="685"/>
                    <a:pt x="239" y="683"/>
                  </a:cubicBezTo>
                  <a:cubicBezTo>
                    <a:pt x="240" y="682"/>
                    <a:pt x="243" y="680"/>
                    <a:pt x="244" y="680"/>
                  </a:cubicBezTo>
                  <a:cubicBezTo>
                    <a:pt x="245" y="681"/>
                    <a:pt x="245" y="682"/>
                    <a:pt x="246" y="683"/>
                  </a:cubicBezTo>
                  <a:cubicBezTo>
                    <a:pt x="246" y="683"/>
                    <a:pt x="246" y="682"/>
                    <a:pt x="247" y="682"/>
                  </a:cubicBezTo>
                  <a:cubicBezTo>
                    <a:pt x="248" y="682"/>
                    <a:pt x="249" y="683"/>
                    <a:pt x="249" y="684"/>
                  </a:cubicBezTo>
                  <a:cubicBezTo>
                    <a:pt x="250" y="684"/>
                    <a:pt x="251" y="684"/>
                    <a:pt x="251" y="685"/>
                  </a:cubicBezTo>
                  <a:cubicBezTo>
                    <a:pt x="251" y="685"/>
                    <a:pt x="250" y="686"/>
                    <a:pt x="249" y="686"/>
                  </a:cubicBezTo>
                  <a:cubicBezTo>
                    <a:pt x="248" y="687"/>
                    <a:pt x="247" y="688"/>
                    <a:pt x="246" y="686"/>
                  </a:cubicBezTo>
                  <a:cubicBezTo>
                    <a:pt x="246" y="685"/>
                    <a:pt x="246" y="686"/>
                    <a:pt x="246" y="687"/>
                  </a:cubicBezTo>
                  <a:cubicBezTo>
                    <a:pt x="247" y="688"/>
                    <a:pt x="248" y="688"/>
                    <a:pt x="248" y="689"/>
                  </a:cubicBezTo>
                  <a:cubicBezTo>
                    <a:pt x="248" y="690"/>
                    <a:pt x="247" y="690"/>
                    <a:pt x="245" y="691"/>
                  </a:cubicBezTo>
                  <a:cubicBezTo>
                    <a:pt x="247" y="692"/>
                    <a:pt x="248" y="693"/>
                    <a:pt x="248" y="694"/>
                  </a:cubicBezTo>
                  <a:cubicBezTo>
                    <a:pt x="248" y="694"/>
                    <a:pt x="247" y="696"/>
                    <a:pt x="246" y="697"/>
                  </a:cubicBezTo>
                  <a:cubicBezTo>
                    <a:pt x="252" y="699"/>
                    <a:pt x="257" y="700"/>
                    <a:pt x="263" y="702"/>
                  </a:cubicBezTo>
                  <a:cubicBezTo>
                    <a:pt x="263" y="702"/>
                    <a:pt x="263" y="702"/>
                    <a:pt x="264" y="701"/>
                  </a:cubicBezTo>
                  <a:cubicBezTo>
                    <a:pt x="264" y="701"/>
                    <a:pt x="265" y="702"/>
                    <a:pt x="266" y="702"/>
                  </a:cubicBezTo>
                  <a:cubicBezTo>
                    <a:pt x="267" y="702"/>
                    <a:pt x="267" y="701"/>
                    <a:pt x="268" y="701"/>
                  </a:cubicBezTo>
                  <a:cubicBezTo>
                    <a:pt x="269" y="701"/>
                    <a:pt x="271" y="702"/>
                    <a:pt x="273" y="702"/>
                  </a:cubicBezTo>
                  <a:cubicBezTo>
                    <a:pt x="274" y="703"/>
                    <a:pt x="274" y="702"/>
                    <a:pt x="274" y="703"/>
                  </a:cubicBezTo>
                  <a:cubicBezTo>
                    <a:pt x="275" y="703"/>
                    <a:pt x="274" y="704"/>
                    <a:pt x="274" y="705"/>
                  </a:cubicBezTo>
                  <a:cubicBezTo>
                    <a:pt x="281" y="707"/>
                    <a:pt x="289" y="708"/>
                    <a:pt x="296" y="709"/>
                  </a:cubicBezTo>
                  <a:cubicBezTo>
                    <a:pt x="297" y="708"/>
                    <a:pt x="297" y="708"/>
                    <a:pt x="298" y="707"/>
                  </a:cubicBezTo>
                  <a:cubicBezTo>
                    <a:pt x="298" y="707"/>
                    <a:pt x="304" y="707"/>
                    <a:pt x="305" y="707"/>
                  </a:cubicBezTo>
                  <a:cubicBezTo>
                    <a:pt x="306" y="707"/>
                    <a:pt x="307" y="708"/>
                    <a:pt x="308" y="708"/>
                  </a:cubicBezTo>
                  <a:cubicBezTo>
                    <a:pt x="307" y="708"/>
                    <a:pt x="307" y="708"/>
                    <a:pt x="307" y="707"/>
                  </a:cubicBezTo>
                  <a:cubicBezTo>
                    <a:pt x="306" y="706"/>
                    <a:pt x="306" y="704"/>
                    <a:pt x="307" y="703"/>
                  </a:cubicBezTo>
                  <a:cubicBezTo>
                    <a:pt x="311" y="699"/>
                    <a:pt x="321" y="702"/>
                    <a:pt x="325" y="704"/>
                  </a:cubicBezTo>
                  <a:cubicBezTo>
                    <a:pt x="325" y="703"/>
                    <a:pt x="325" y="703"/>
                    <a:pt x="325" y="702"/>
                  </a:cubicBezTo>
                  <a:cubicBezTo>
                    <a:pt x="326" y="699"/>
                    <a:pt x="334" y="701"/>
                    <a:pt x="334" y="704"/>
                  </a:cubicBezTo>
                  <a:cubicBezTo>
                    <a:pt x="334" y="704"/>
                    <a:pt x="336" y="705"/>
                    <a:pt x="336" y="705"/>
                  </a:cubicBezTo>
                  <a:cubicBezTo>
                    <a:pt x="336" y="706"/>
                    <a:pt x="334" y="706"/>
                    <a:pt x="334" y="705"/>
                  </a:cubicBezTo>
                  <a:cubicBezTo>
                    <a:pt x="333" y="706"/>
                    <a:pt x="330" y="707"/>
                    <a:pt x="328" y="706"/>
                  </a:cubicBezTo>
                  <a:cubicBezTo>
                    <a:pt x="327" y="706"/>
                    <a:pt x="325" y="706"/>
                    <a:pt x="324" y="708"/>
                  </a:cubicBezTo>
                  <a:cubicBezTo>
                    <a:pt x="324" y="708"/>
                    <a:pt x="324" y="710"/>
                    <a:pt x="324" y="710"/>
                  </a:cubicBezTo>
                  <a:cubicBezTo>
                    <a:pt x="323" y="711"/>
                    <a:pt x="321" y="711"/>
                    <a:pt x="321" y="711"/>
                  </a:cubicBezTo>
                  <a:cubicBezTo>
                    <a:pt x="321" y="712"/>
                    <a:pt x="322" y="713"/>
                    <a:pt x="323" y="713"/>
                  </a:cubicBezTo>
                  <a:cubicBezTo>
                    <a:pt x="328" y="713"/>
                    <a:pt x="334" y="714"/>
                    <a:pt x="339" y="714"/>
                  </a:cubicBezTo>
                  <a:cubicBezTo>
                    <a:pt x="338" y="712"/>
                    <a:pt x="340" y="712"/>
                    <a:pt x="342" y="712"/>
                  </a:cubicBezTo>
                  <a:cubicBezTo>
                    <a:pt x="342" y="712"/>
                    <a:pt x="343" y="712"/>
                    <a:pt x="344" y="712"/>
                  </a:cubicBezTo>
                  <a:cubicBezTo>
                    <a:pt x="344" y="712"/>
                    <a:pt x="344" y="713"/>
                    <a:pt x="344" y="713"/>
                  </a:cubicBezTo>
                  <a:cubicBezTo>
                    <a:pt x="344" y="713"/>
                    <a:pt x="345" y="713"/>
                    <a:pt x="345" y="714"/>
                  </a:cubicBezTo>
                  <a:cubicBezTo>
                    <a:pt x="345" y="714"/>
                    <a:pt x="346" y="714"/>
                    <a:pt x="346" y="714"/>
                  </a:cubicBezTo>
                  <a:cubicBezTo>
                    <a:pt x="346" y="713"/>
                    <a:pt x="347" y="712"/>
                    <a:pt x="347" y="712"/>
                  </a:cubicBezTo>
                  <a:cubicBezTo>
                    <a:pt x="348" y="712"/>
                    <a:pt x="349" y="712"/>
                    <a:pt x="349" y="712"/>
                  </a:cubicBezTo>
                  <a:cubicBezTo>
                    <a:pt x="350" y="712"/>
                    <a:pt x="351" y="711"/>
                    <a:pt x="352" y="711"/>
                  </a:cubicBezTo>
                  <a:cubicBezTo>
                    <a:pt x="352" y="710"/>
                    <a:pt x="352" y="710"/>
                    <a:pt x="354" y="709"/>
                  </a:cubicBezTo>
                  <a:cubicBezTo>
                    <a:pt x="355" y="709"/>
                    <a:pt x="355" y="708"/>
                    <a:pt x="357" y="708"/>
                  </a:cubicBezTo>
                  <a:cubicBezTo>
                    <a:pt x="360" y="707"/>
                    <a:pt x="365" y="706"/>
                    <a:pt x="369" y="705"/>
                  </a:cubicBezTo>
                  <a:cubicBezTo>
                    <a:pt x="370" y="705"/>
                    <a:pt x="370" y="705"/>
                    <a:pt x="370" y="705"/>
                  </a:cubicBezTo>
                  <a:cubicBezTo>
                    <a:pt x="370" y="705"/>
                    <a:pt x="369" y="705"/>
                    <a:pt x="369" y="705"/>
                  </a:cubicBezTo>
                  <a:cubicBezTo>
                    <a:pt x="368" y="705"/>
                    <a:pt x="367" y="704"/>
                    <a:pt x="366" y="702"/>
                  </a:cubicBezTo>
                  <a:cubicBezTo>
                    <a:pt x="365" y="702"/>
                    <a:pt x="365" y="702"/>
                    <a:pt x="365" y="701"/>
                  </a:cubicBezTo>
                  <a:cubicBezTo>
                    <a:pt x="365" y="700"/>
                    <a:pt x="364" y="699"/>
                    <a:pt x="365" y="698"/>
                  </a:cubicBezTo>
                  <a:cubicBezTo>
                    <a:pt x="366" y="692"/>
                    <a:pt x="379" y="693"/>
                    <a:pt x="384" y="696"/>
                  </a:cubicBezTo>
                  <a:cubicBezTo>
                    <a:pt x="386" y="697"/>
                    <a:pt x="387" y="699"/>
                    <a:pt x="388" y="701"/>
                  </a:cubicBezTo>
                  <a:cubicBezTo>
                    <a:pt x="390" y="700"/>
                    <a:pt x="392" y="699"/>
                    <a:pt x="392" y="700"/>
                  </a:cubicBezTo>
                  <a:cubicBezTo>
                    <a:pt x="393" y="701"/>
                    <a:pt x="391" y="702"/>
                    <a:pt x="389" y="702"/>
                  </a:cubicBezTo>
                  <a:cubicBezTo>
                    <a:pt x="389" y="702"/>
                    <a:pt x="389" y="702"/>
                    <a:pt x="389" y="702"/>
                  </a:cubicBezTo>
                  <a:cubicBezTo>
                    <a:pt x="390" y="703"/>
                    <a:pt x="391" y="704"/>
                    <a:pt x="391" y="704"/>
                  </a:cubicBezTo>
                  <a:cubicBezTo>
                    <a:pt x="391" y="706"/>
                    <a:pt x="387" y="707"/>
                    <a:pt x="383" y="708"/>
                  </a:cubicBezTo>
                  <a:cubicBezTo>
                    <a:pt x="388" y="708"/>
                    <a:pt x="395" y="708"/>
                    <a:pt x="399" y="708"/>
                  </a:cubicBezTo>
                  <a:cubicBezTo>
                    <a:pt x="399" y="708"/>
                    <a:pt x="406" y="707"/>
                    <a:pt x="406" y="708"/>
                  </a:cubicBezTo>
                  <a:cubicBezTo>
                    <a:pt x="407" y="710"/>
                    <a:pt x="401" y="709"/>
                    <a:pt x="400" y="709"/>
                  </a:cubicBezTo>
                  <a:cubicBezTo>
                    <a:pt x="394" y="709"/>
                    <a:pt x="384" y="709"/>
                    <a:pt x="378" y="709"/>
                  </a:cubicBezTo>
                  <a:cubicBezTo>
                    <a:pt x="378" y="709"/>
                    <a:pt x="377" y="709"/>
                    <a:pt x="377" y="709"/>
                  </a:cubicBezTo>
                  <a:cubicBezTo>
                    <a:pt x="377" y="709"/>
                    <a:pt x="377" y="709"/>
                    <a:pt x="377" y="708"/>
                  </a:cubicBezTo>
                  <a:cubicBezTo>
                    <a:pt x="378" y="708"/>
                    <a:pt x="378" y="708"/>
                    <a:pt x="379" y="708"/>
                  </a:cubicBezTo>
                  <a:cubicBezTo>
                    <a:pt x="377" y="708"/>
                    <a:pt x="376" y="708"/>
                    <a:pt x="375" y="708"/>
                  </a:cubicBezTo>
                  <a:cubicBezTo>
                    <a:pt x="374" y="708"/>
                    <a:pt x="374" y="709"/>
                    <a:pt x="373" y="709"/>
                  </a:cubicBezTo>
                  <a:cubicBezTo>
                    <a:pt x="373" y="709"/>
                    <a:pt x="372" y="709"/>
                    <a:pt x="372" y="709"/>
                  </a:cubicBezTo>
                  <a:cubicBezTo>
                    <a:pt x="372" y="709"/>
                    <a:pt x="371" y="710"/>
                    <a:pt x="370" y="710"/>
                  </a:cubicBezTo>
                  <a:cubicBezTo>
                    <a:pt x="369" y="710"/>
                    <a:pt x="367" y="710"/>
                    <a:pt x="366" y="711"/>
                  </a:cubicBezTo>
                  <a:cubicBezTo>
                    <a:pt x="364" y="711"/>
                    <a:pt x="363" y="712"/>
                    <a:pt x="361" y="713"/>
                  </a:cubicBezTo>
                  <a:cubicBezTo>
                    <a:pt x="360" y="713"/>
                    <a:pt x="360" y="713"/>
                    <a:pt x="360" y="713"/>
                  </a:cubicBezTo>
                  <a:cubicBezTo>
                    <a:pt x="359" y="713"/>
                    <a:pt x="358" y="714"/>
                    <a:pt x="357" y="715"/>
                  </a:cubicBezTo>
                  <a:cubicBezTo>
                    <a:pt x="357" y="715"/>
                    <a:pt x="357" y="715"/>
                    <a:pt x="357" y="715"/>
                  </a:cubicBezTo>
                  <a:cubicBezTo>
                    <a:pt x="554" y="715"/>
                    <a:pt x="714" y="555"/>
                    <a:pt x="714" y="357"/>
                  </a:cubicBezTo>
                  <a:cubicBezTo>
                    <a:pt x="714" y="339"/>
                    <a:pt x="713" y="322"/>
                    <a:pt x="710" y="304"/>
                  </a:cubicBezTo>
                  <a:close/>
                  <a:moveTo>
                    <a:pt x="703" y="277"/>
                  </a:moveTo>
                  <a:cubicBezTo>
                    <a:pt x="704" y="277"/>
                    <a:pt x="703" y="279"/>
                    <a:pt x="702" y="279"/>
                  </a:cubicBezTo>
                  <a:cubicBezTo>
                    <a:pt x="702" y="278"/>
                    <a:pt x="703" y="278"/>
                    <a:pt x="703" y="277"/>
                  </a:cubicBezTo>
                  <a:close/>
                  <a:moveTo>
                    <a:pt x="702" y="292"/>
                  </a:moveTo>
                  <a:cubicBezTo>
                    <a:pt x="702" y="292"/>
                    <a:pt x="702" y="292"/>
                    <a:pt x="702" y="292"/>
                  </a:cubicBezTo>
                  <a:cubicBezTo>
                    <a:pt x="702" y="292"/>
                    <a:pt x="701" y="293"/>
                    <a:pt x="701" y="293"/>
                  </a:cubicBezTo>
                  <a:cubicBezTo>
                    <a:pt x="701" y="293"/>
                    <a:pt x="701" y="292"/>
                    <a:pt x="702" y="292"/>
                  </a:cubicBezTo>
                  <a:close/>
                  <a:moveTo>
                    <a:pt x="699" y="271"/>
                  </a:moveTo>
                  <a:cubicBezTo>
                    <a:pt x="697" y="274"/>
                    <a:pt x="700" y="270"/>
                    <a:pt x="699" y="271"/>
                  </a:cubicBezTo>
                  <a:close/>
                  <a:moveTo>
                    <a:pt x="681" y="279"/>
                  </a:moveTo>
                  <a:cubicBezTo>
                    <a:pt x="681" y="277"/>
                    <a:pt x="683" y="278"/>
                    <a:pt x="681" y="279"/>
                  </a:cubicBezTo>
                  <a:close/>
                  <a:moveTo>
                    <a:pt x="682" y="275"/>
                  </a:moveTo>
                  <a:cubicBezTo>
                    <a:pt x="683" y="276"/>
                    <a:pt x="681" y="277"/>
                    <a:pt x="682" y="275"/>
                  </a:cubicBezTo>
                  <a:close/>
                  <a:moveTo>
                    <a:pt x="686" y="247"/>
                  </a:moveTo>
                  <a:cubicBezTo>
                    <a:pt x="687" y="248"/>
                    <a:pt x="687" y="250"/>
                    <a:pt x="687" y="252"/>
                  </a:cubicBezTo>
                  <a:cubicBezTo>
                    <a:pt x="686" y="251"/>
                    <a:pt x="686" y="249"/>
                    <a:pt x="686" y="247"/>
                  </a:cubicBezTo>
                  <a:close/>
                  <a:moveTo>
                    <a:pt x="680" y="254"/>
                  </a:moveTo>
                  <a:cubicBezTo>
                    <a:pt x="680" y="255"/>
                    <a:pt x="681" y="252"/>
                    <a:pt x="680" y="254"/>
                  </a:cubicBezTo>
                  <a:close/>
                  <a:moveTo>
                    <a:pt x="684" y="227"/>
                  </a:moveTo>
                  <a:cubicBezTo>
                    <a:pt x="687" y="230"/>
                    <a:pt x="682" y="233"/>
                    <a:pt x="680" y="234"/>
                  </a:cubicBezTo>
                  <a:cubicBezTo>
                    <a:pt x="678" y="231"/>
                    <a:pt x="681" y="225"/>
                    <a:pt x="684" y="227"/>
                  </a:cubicBezTo>
                  <a:close/>
                  <a:moveTo>
                    <a:pt x="634" y="190"/>
                  </a:moveTo>
                  <a:cubicBezTo>
                    <a:pt x="634" y="190"/>
                    <a:pt x="634" y="191"/>
                    <a:pt x="634" y="191"/>
                  </a:cubicBezTo>
                  <a:cubicBezTo>
                    <a:pt x="635" y="194"/>
                    <a:pt x="630" y="192"/>
                    <a:pt x="634" y="190"/>
                  </a:cubicBezTo>
                  <a:close/>
                  <a:moveTo>
                    <a:pt x="574" y="146"/>
                  </a:moveTo>
                  <a:cubicBezTo>
                    <a:pt x="575" y="147"/>
                    <a:pt x="573" y="147"/>
                    <a:pt x="573" y="146"/>
                  </a:cubicBezTo>
                  <a:cubicBezTo>
                    <a:pt x="572" y="146"/>
                    <a:pt x="574" y="145"/>
                    <a:pt x="574" y="146"/>
                  </a:cubicBezTo>
                  <a:close/>
                  <a:moveTo>
                    <a:pt x="571" y="138"/>
                  </a:moveTo>
                  <a:cubicBezTo>
                    <a:pt x="571" y="138"/>
                    <a:pt x="571" y="138"/>
                    <a:pt x="571" y="138"/>
                  </a:cubicBezTo>
                  <a:cubicBezTo>
                    <a:pt x="572" y="140"/>
                    <a:pt x="569" y="137"/>
                    <a:pt x="571" y="138"/>
                  </a:cubicBezTo>
                  <a:close/>
                  <a:moveTo>
                    <a:pt x="566" y="136"/>
                  </a:moveTo>
                  <a:cubicBezTo>
                    <a:pt x="566" y="137"/>
                    <a:pt x="564" y="137"/>
                    <a:pt x="564" y="137"/>
                  </a:cubicBezTo>
                  <a:cubicBezTo>
                    <a:pt x="564" y="136"/>
                    <a:pt x="566" y="135"/>
                    <a:pt x="566" y="136"/>
                  </a:cubicBezTo>
                  <a:close/>
                  <a:moveTo>
                    <a:pt x="562" y="145"/>
                  </a:moveTo>
                  <a:cubicBezTo>
                    <a:pt x="563" y="146"/>
                    <a:pt x="562" y="146"/>
                    <a:pt x="562" y="146"/>
                  </a:cubicBezTo>
                  <a:cubicBezTo>
                    <a:pt x="561" y="145"/>
                    <a:pt x="562" y="145"/>
                    <a:pt x="562" y="145"/>
                  </a:cubicBezTo>
                  <a:close/>
                  <a:moveTo>
                    <a:pt x="549" y="88"/>
                  </a:moveTo>
                  <a:cubicBezTo>
                    <a:pt x="549" y="88"/>
                    <a:pt x="549" y="88"/>
                    <a:pt x="549" y="88"/>
                  </a:cubicBezTo>
                  <a:cubicBezTo>
                    <a:pt x="549" y="88"/>
                    <a:pt x="549" y="88"/>
                    <a:pt x="549" y="88"/>
                  </a:cubicBezTo>
                  <a:close/>
                  <a:moveTo>
                    <a:pt x="549" y="88"/>
                  </a:moveTo>
                  <a:cubicBezTo>
                    <a:pt x="549" y="88"/>
                    <a:pt x="548" y="88"/>
                    <a:pt x="549" y="88"/>
                  </a:cubicBezTo>
                  <a:close/>
                  <a:moveTo>
                    <a:pt x="549" y="90"/>
                  </a:moveTo>
                  <a:cubicBezTo>
                    <a:pt x="549" y="91"/>
                    <a:pt x="548" y="91"/>
                    <a:pt x="548" y="91"/>
                  </a:cubicBezTo>
                  <a:cubicBezTo>
                    <a:pt x="548" y="91"/>
                    <a:pt x="549" y="90"/>
                    <a:pt x="549" y="90"/>
                  </a:cubicBezTo>
                  <a:close/>
                  <a:moveTo>
                    <a:pt x="547" y="89"/>
                  </a:moveTo>
                  <a:cubicBezTo>
                    <a:pt x="546" y="89"/>
                    <a:pt x="546" y="90"/>
                    <a:pt x="545" y="90"/>
                  </a:cubicBezTo>
                  <a:cubicBezTo>
                    <a:pt x="546" y="90"/>
                    <a:pt x="544" y="88"/>
                    <a:pt x="544" y="88"/>
                  </a:cubicBezTo>
                  <a:cubicBezTo>
                    <a:pt x="545" y="87"/>
                    <a:pt x="547" y="87"/>
                    <a:pt x="547" y="89"/>
                  </a:cubicBezTo>
                  <a:close/>
                  <a:moveTo>
                    <a:pt x="540" y="94"/>
                  </a:moveTo>
                  <a:cubicBezTo>
                    <a:pt x="541" y="94"/>
                    <a:pt x="539" y="94"/>
                    <a:pt x="539" y="94"/>
                  </a:cubicBezTo>
                  <a:cubicBezTo>
                    <a:pt x="539" y="93"/>
                    <a:pt x="540" y="93"/>
                    <a:pt x="540" y="94"/>
                  </a:cubicBezTo>
                  <a:close/>
                  <a:moveTo>
                    <a:pt x="540" y="97"/>
                  </a:moveTo>
                  <a:cubicBezTo>
                    <a:pt x="540" y="96"/>
                    <a:pt x="538" y="98"/>
                    <a:pt x="539" y="97"/>
                  </a:cubicBezTo>
                  <a:cubicBezTo>
                    <a:pt x="539" y="96"/>
                    <a:pt x="542" y="93"/>
                    <a:pt x="544" y="93"/>
                  </a:cubicBezTo>
                  <a:cubicBezTo>
                    <a:pt x="546" y="93"/>
                    <a:pt x="549" y="94"/>
                    <a:pt x="548" y="96"/>
                  </a:cubicBezTo>
                  <a:cubicBezTo>
                    <a:pt x="548" y="98"/>
                    <a:pt x="544" y="100"/>
                    <a:pt x="542" y="100"/>
                  </a:cubicBezTo>
                  <a:cubicBezTo>
                    <a:pt x="541" y="100"/>
                    <a:pt x="540" y="99"/>
                    <a:pt x="540" y="99"/>
                  </a:cubicBezTo>
                  <a:cubicBezTo>
                    <a:pt x="539" y="99"/>
                    <a:pt x="538" y="101"/>
                    <a:pt x="538" y="99"/>
                  </a:cubicBezTo>
                  <a:cubicBezTo>
                    <a:pt x="538" y="99"/>
                    <a:pt x="540" y="97"/>
                    <a:pt x="540" y="97"/>
                  </a:cubicBezTo>
                  <a:close/>
                  <a:moveTo>
                    <a:pt x="535" y="95"/>
                  </a:moveTo>
                  <a:cubicBezTo>
                    <a:pt x="536" y="96"/>
                    <a:pt x="533" y="95"/>
                    <a:pt x="535" y="95"/>
                  </a:cubicBezTo>
                  <a:close/>
                  <a:moveTo>
                    <a:pt x="535" y="97"/>
                  </a:moveTo>
                  <a:cubicBezTo>
                    <a:pt x="535" y="97"/>
                    <a:pt x="535" y="96"/>
                    <a:pt x="535" y="96"/>
                  </a:cubicBezTo>
                  <a:cubicBezTo>
                    <a:pt x="535" y="97"/>
                    <a:pt x="536" y="97"/>
                    <a:pt x="535" y="97"/>
                  </a:cubicBezTo>
                  <a:close/>
                  <a:moveTo>
                    <a:pt x="534" y="111"/>
                  </a:moveTo>
                  <a:cubicBezTo>
                    <a:pt x="534" y="110"/>
                    <a:pt x="535" y="109"/>
                    <a:pt x="536" y="110"/>
                  </a:cubicBezTo>
                  <a:cubicBezTo>
                    <a:pt x="537" y="111"/>
                    <a:pt x="535" y="111"/>
                    <a:pt x="534" y="111"/>
                  </a:cubicBezTo>
                  <a:close/>
                  <a:moveTo>
                    <a:pt x="535" y="84"/>
                  </a:moveTo>
                  <a:cubicBezTo>
                    <a:pt x="538" y="83"/>
                    <a:pt x="536" y="88"/>
                    <a:pt x="534" y="87"/>
                  </a:cubicBezTo>
                  <a:cubicBezTo>
                    <a:pt x="532" y="86"/>
                    <a:pt x="534" y="85"/>
                    <a:pt x="535" y="84"/>
                  </a:cubicBezTo>
                  <a:close/>
                  <a:moveTo>
                    <a:pt x="545" y="73"/>
                  </a:moveTo>
                  <a:cubicBezTo>
                    <a:pt x="544" y="74"/>
                    <a:pt x="544" y="72"/>
                    <a:pt x="545" y="73"/>
                  </a:cubicBezTo>
                  <a:close/>
                  <a:moveTo>
                    <a:pt x="541" y="72"/>
                  </a:moveTo>
                  <a:cubicBezTo>
                    <a:pt x="540" y="73"/>
                    <a:pt x="539" y="73"/>
                    <a:pt x="537" y="73"/>
                  </a:cubicBezTo>
                  <a:cubicBezTo>
                    <a:pt x="539" y="73"/>
                    <a:pt x="539" y="71"/>
                    <a:pt x="541" y="72"/>
                  </a:cubicBezTo>
                  <a:close/>
                  <a:moveTo>
                    <a:pt x="534" y="73"/>
                  </a:moveTo>
                  <a:cubicBezTo>
                    <a:pt x="534" y="74"/>
                    <a:pt x="532" y="75"/>
                    <a:pt x="532" y="74"/>
                  </a:cubicBezTo>
                  <a:cubicBezTo>
                    <a:pt x="531" y="74"/>
                    <a:pt x="534" y="73"/>
                    <a:pt x="534" y="73"/>
                  </a:cubicBezTo>
                  <a:close/>
                  <a:moveTo>
                    <a:pt x="531" y="74"/>
                  </a:moveTo>
                  <a:cubicBezTo>
                    <a:pt x="532" y="75"/>
                    <a:pt x="530" y="74"/>
                    <a:pt x="530" y="74"/>
                  </a:cubicBezTo>
                  <a:cubicBezTo>
                    <a:pt x="529" y="73"/>
                    <a:pt x="531" y="73"/>
                    <a:pt x="531" y="74"/>
                  </a:cubicBezTo>
                  <a:close/>
                  <a:moveTo>
                    <a:pt x="458" y="41"/>
                  </a:moveTo>
                  <a:cubicBezTo>
                    <a:pt x="458" y="42"/>
                    <a:pt x="458" y="42"/>
                    <a:pt x="458" y="42"/>
                  </a:cubicBezTo>
                  <a:cubicBezTo>
                    <a:pt x="458" y="41"/>
                    <a:pt x="457" y="40"/>
                    <a:pt x="458" y="41"/>
                  </a:cubicBezTo>
                  <a:close/>
                  <a:moveTo>
                    <a:pt x="421" y="34"/>
                  </a:moveTo>
                  <a:cubicBezTo>
                    <a:pt x="420" y="34"/>
                    <a:pt x="420" y="33"/>
                    <a:pt x="421" y="34"/>
                  </a:cubicBezTo>
                  <a:close/>
                  <a:moveTo>
                    <a:pt x="421" y="29"/>
                  </a:moveTo>
                  <a:cubicBezTo>
                    <a:pt x="422" y="30"/>
                    <a:pt x="420" y="30"/>
                    <a:pt x="420" y="30"/>
                  </a:cubicBezTo>
                  <a:cubicBezTo>
                    <a:pt x="419" y="29"/>
                    <a:pt x="421" y="29"/>
                    <a:pt x="421" y="29"/>
                  </a:cubicBezTo>
                  <a:close/>
                  <a:moveTo>
                    <a:pt x="461" y="19"/>
                  </a:moveTo>
                  <a:cubicBezTo>
                    <a:pt x="461" y="20"/>
                    <a:pt x="458" y="20"/>
                    <a:pt x="458" y="19"/>
                  </a:cubicBezTo>
                  <a:cubicBezTo>
                    <a:pt x="457" y="18"/>
                    <a:pt x="461" y="17"/>
                    <a:pt x="461" y="19"/>
                  </a:cubicBezTo>
                  <a:close/>
                  <a:moveTo>
                    <a:pt x="456" y="20"/>
                  </a:moveTo>
                  <a:cubicBezTo>
                    <a:pt x="457" y="21"/>
                    <a:pt x="454" y="22"/>
                    <a:pt x="454" y="20"/>
                  </a:cubicBezTo>
                  <a:cubicBezTo>
                    <a:pt x="454" y="20"/>
                    <a:pt x="456" y="20"/>
                    <a:pt x="456" y="20"/>
                  </a:cubicBezTo>
                  <a:close/>
                  <a:moveTo>
                    <a:pt x="455" y="23"/>
                  </a:moveTo>
                  <a:cubicBezTo>
                    <a:pt x="456" y="24"/>
                    <a:pt x="453" y="23"/>
                    <a:pt x="453" y="23"/>
                  </a:cubicBezTo>
                  <a:cubicBezTo>
                    <a:pt x="453" y="22"/>
                    <a:pt x="455" y="22"/>
                    <a:pt x="455" y="23"/>
                  </a:cubicBezTo>
                  <a:close/>
                  <a:moveTo>
                    <a:pt x="434" y="24"/>
                  </a:moveTo>
                  <a:cubicBezTo>
                    <a:pt x="434" y="25"/>
                    <a:pt x="430" y="24"/>
                    <a:pt x="430" y="23"/>
                  </a:cubicBezTo>
                  <a:cubicBezTo>
                    <a:pt x="430" y="22"/>
                    <a:pt x="433" y="22"/>
                    <a:pt x="434" y="24"/>
                  </a:cubicBezTo>
                  <a:close/>
                  <a:moveTo>
                    <a:pt x="427" y="20"/>
                  </a:moveTo>
                  <a:cubicBezTo>
                    <a:pt x="427" y="21"/>
                    <a:pt x="425" y="20"/>
                    <a:pt x="425" y="20"/>
                  </a:cubicBezTo>
                  <a:cubicBezTo>
                    <a:pt x="425" y="20"/>
                    <a:pt x="427" y="19"/>
                    <a:pt x="427" y="20"/>
                  </a:cubicBezTo>
                  <a:close/>
                  <a:moveTo>
                    <a:pt x="418" y="41"/>
                  </a:moveTo>
                  <a:cubicBezTo>
                    <a:pt x="418" y="41"/>
                    <a:pt x="418" y="40"/>
                    <a:pt x="418" y="40"/>
                  </a:cubicBezTo>
                  <a:cubicBezTo>
                    <a:pt x="416" y="39"/>
                    <a:pt x="420" y="40"/>
                    <a:pt x="418" y="41"/>
                  </a:cubicBezTo>
                  <a:close/>
                  <a:moveTo>
                    <a:pt x="415" y="43"/>
                  </a:moveTo>
                  <a:cubicBezTo>
                    <a:pt x="416" y="44"/>
                    <a:pt x="414" y="44"/>
                    <a:pt x="414" y="44"/>
                  </a:cubicBezTo>
                  <a:cubicBezTo>
                    <a:pt x="414" y="44"/>
                    <a:pt x="414" y="43"/>
                    <a:pt x="415" y="43"/>
                  </a:cubicBezTo>
                  <a:close/>
                  <a:moveTo>
                    <a:pt x="388" y="45"/>
                  </a:moveTo>
                  <a:cubicBezTo>
                    <a:pt x="388" y="43"/>
                    <a:pt x="393" y="43"/>
                    <a:pt x="393" y="45"/>
                  </a:cubicBezTo>
                  <a:cubicBezTo>
                    <a:pt x="393" y="48"/>
                    <a:pt x="388" y="46"/>
                    <a:pt x="388" y="45"/>
                  </a:cubicBezTo>
                  <a:close/>
                  <a:moveTo>
                    <a:pt x="394" y="10"/>
                  </a:moveTo>
                  <a:cubicBezTo>
                    <a:pt x="394" y="11"/>
                    <a:pt x="393" y="11"/>
                    <a:pt x="392" y="11"/>
                  </a:cubicBezTo>
                  <a:cubicBezTo>
                    <a:pt x="393" y="10"/>
                    <a:pt x="394" y="10"/>
                    <a:pt x="394" y="10"/>
                  </a:cubicBezTo>
                  <a:close/>
                  <a:moveTo>
                    <a:pt x="389" y="10"/>
                  </a:moveTo>
                  <a:cubicBezTo>
                    <a:pt x="391" y="9"/>
                    <a:pt x="391" y="12"/>
                    <a:pt x="389" y="10"/>
                  </a:cubicBezTo>
                  <a:close/>
                  <a:moveTo>
                    <a:pt x="387" y="32"/>
                  </a:moveTo>
                  <a:cubicBezTo>
                    <a:pt x="393" y="30"/>
                    <a:pt x="399" y="30"/>
                    <a:pt x="404" y="30"/>
                  </a:cubicBezTo>
                  <a:cubicBezTo>
                    <a:pt x="399" y="31"/>
                    <a:pt x="391" y="32"/>
                    <a:pt x="384" y="33"/>
                  </a:cubicBezTo>
                  <a:cubicBezTo>
                    <a:pt x="379" y="35"/>
                    <a:pt x="386" y="32"/>
                    <a:pt x="387" y="32"/>
                  </a:cubicBezTo>
                  <a:close/>
                  <a:moveTo>
                    <a:pt x="380" y="25"/>
                  </a:moveTo>
                  <a:cubicBezTo>
                    <a:pt x="381" y="24"/>
                    <a:pt x="382" y="26"/>
                    <a:pt x="380" y="25"/>
                  </a:cubicBezTo>
                  <a:close/>
                  <a:moveTo>
                    <a:pt x="355" y="52"/>
                  </a:moveTo>
                  <a:cubicBezTo>
                    <a:pt x="355" y="51"/>
                    <a:pt x="357" y="50"/>
                    <a:pt x="357" y="51"/>
                  </a:cubicBezTo>
                  <a:cubicBezTo>
                    <a:pt x="358" y="53"/>
                    <a:pt x="356" y="52"/>
                    <a:pt x="355" y="52"/>
                  </a:cubicBezTo>
                  <a:close/>
                  <a:moveTo>
                    <a:pt x="375" y="42"/>
                  </a:move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lose/>
                  <a:moveTo>
                    <a:pt x="371" y="6"/>
                  </a:moveTo>
                  <a:cubicBezTo>
                    <a:pt x="372" y="5"/>
                    <a:pt x="373" y="7"/>
                    <a:pt x="371" y="6"/>
                  </a:cubicBezTo>
                  <a:close/>
                  <a:moveTo>
                    <a:pt x="367" y="52"/>
                  </a:moveTo>
                  <a:cubicBezTo>
                    <a:pt x="366" y="53"/>
                    <a:pt x="365" y="53"/>
                    <a:pt x="364" y="53"/>
                  </a:cubicBezTo>
                  <a:cubicBezTo>
                    <a:pt x="365" y="52"/>
                    <a:pt x="366" y="52"/>
                    <a:pt x="367" y="52"/>
                  </a:cubicBezTo>
                  <a:close/>
                  <a:moveTo>
                    <a:pt x="360" y="41"/>
                  </a:moveTo>
                  <a:cubicBezTo>
                    <a:pt x="358" y="42"/>
                    <a:pt x="354" y="43"/>
                    <a:pt x="351" y="41"/>
                  </a:cubicBezTo>
                  <a:cubicBezTo>
                    <a:pt x="351" y="40"/>
                    <a:pt x="360" y="41"/>
                    <a:pt x="360" y="41"/>
                  </a:cubicBezTo>
                  <a:close/>
                  <a:moveTo>
                    <a:pt x="2" y="391"/>
                  </a:moveTo>
                  <a:cubicBezTo>
                    <a:pt x="2" y="392"/>
                    <a:pt x="2" y="389"/>
                    <a:pt x="2" y="391"/>
                  </a:cubicBezTo>
                  <a:close/>
                  <a:moveTo>
                    <a:pt x="2" y="338"/>
                  </a:moveTo>
                  <a:cubicBezTo>
                    <a:pt x="1" y="339"/>
                    <a:pt x="1" y="336"/>
                    <a:pt x="2" y="337"/>
                  </a:cubicBezTo>
                  <a:cubicBezTo>
                    <a:pt x="2" y="337"/>
                    <a:pt x="2" y="337"/>
                    <a:pt x="2" y="338"/>
                  </a:cubicBezTo>
                  <a:close/>
                  <a:moveTo>
                    <a:pt x="6" y="411"/>
                  </a:moveTo>
                  <a:cubicBezTo>
                    <a:pt x="7" y="410"/>
                    <a:pt x="8" y="410"/>
                    <a:pt x="6" y="411"/>
                  </a:cubicBezTo>
                  <a:close/>
                  <a:moveTo>
                    <a:pt x="7" y="377"/>
                  </a:moveTo>
                  <a:cubicBezTo>
                    <a:pt x="8" y="377"/>
                    <a:pt x="8" y="378"/>
                    <a:pt x="7" y="379"/>
                  </a:cubicBezTo>
                  <a:cubicBezTo>
                    <a:pt x="6" y="380"/>
                    <a:pt x="7" y="377"/>
                    <a:pt x="7" y="377"/>
                  </a:cubicBezTo>
                  <a:close/>
                  <a:moveTo>
                    <a:pt x="7" y="415"/>
                  </a:moveTo>
                  <a:cubicBezTo>
                    <a:pt x="7" y="416"/>
                    <a:pt x="7" y="413"/>
                    <a:pt x="8" y="414"/>
                  </a:cubicBezTo>
                  <a:cubicBezTo>
                    <a:pt x="9" y="414"/>
                    <a:pt x="8" y="415"/>
                    <a:pt x="7" y="415"/>
                  </a:cubicBezTo>
                  <a:close/>
                  <a:moveTo>
                    <a:pt x="7" y="368"/>
                  </a:moveTo>
                  <a:cubicBezTo>
                    <a:pt x="6" y="367"/>
                    <a:pt x="7" y="364"/>
                    <a:pt x="8" y="363"/>
                  </a:cubicBezTo>
                  <a:cubicBezTo>
                    <a:pt x="8" y="365"/>
                    <a:pt x="7" y="366"/>
                    <a:pt x="7" y="368"/>
                  </a:cubicBezTo>
                  <a:close/>
                  <a:moveTo>
                    <a:pt x="13" y="438"/>
                  </a:moveTo>
                  <a:cubicBezTo>
                    <a:pt x="13" y="438"/>
                    <a:pt x="13" y="439"/>
                    <a:pt x="13" y="439"/>
                  </a:cubicBezTo>
                  <a:cubicBezTo>
                    <a:pt x="13" y="441"/>
                    <a:pt x="12" y="437"/>
                    <a:pt x="13" y="438"/>
                  </a:cubicBezTo>
                  <a:close/>
                  <a:moveTo>
                    <a:pt x="12" y="423"/>
                  </a:moveTo>
                  <a:cubicBezTo>
                    <a:pt x="13" y="423"/>
                    <a:pt x="11" y="425"/>
                    <a:pt x="12" y="423"/>
                  </a:cubicBezTo>
                  <a:close/>
                  <a:moveTo>
                    <a:pt x="15" y="295"/>
                  </a:moveTo>
                  <a:cubicBezTo>
                    <a:pt x="15" y="298"/>
                    <a:pt x="13" y="296"/>
                    <a:pt x="15" y="295"/>
                  </a:cubicBezTo>
                  <a:close/>
                  <a:moveTo>
                    <a:pt x="13" y="368"/>
                  </a:moveTo>
                  <a:cubicBezTo>
                    <a:pt x="14" y="368"/>
                    <a:pt x="13" y="369"/>
                    <a:pt x="13" y="369"/>
                  </a:cubicBezTo>
                  <a:cubicBezTo>
                    <a:pt x="12" y="370"/>
                    <a:pt x="12" y="367"/>
                    <a:pt x="13" y="368"/>
                  </a:cubicBezTo>
                  <a:close/>
                  <a:moveTo>
                    <a:pt x="12" y="352"/>
                  </a:moveTo>
                  <a:cubicBezTo>
                    <a:pt x="11" y="353"/>
                    <a:pt x="11" y="350"/>
                    <a:pt x="12" y="351"/>
                  </a:cubicBezTo>
                  <a:cubicBezTo>
                    <a:pt x="13" y="351"/>
                    <a:pt x="12" y="352"/>
                    <a:pt x="12" y="352"/>
                  </a:cubicBezTo>
                  <a:close/>
                  <a:moveTo>
                    <a:pt x="10" y="333"/>
                  </a:moveTo>
                  <a:cubicBezTo>
                    <a:pt x="12" y="332"/>
                    <a:pt x="14" y="337"/>
                    <a:pt x="12" y="338"/>
                  </a:cubicBezTo>
                  <a:cubicBezTo>
                    <a:pt x="9" y="339"/>
                    <a:pt x="9" y="334"/>
                    <a:pt x="10" y="333"/>
                  </a:cubicBezTo>
                  <a:close/>
                  <a:moveTo>
                    <a:pt x="10" y="355"/>
                  </a:moveTo>
                  <a:cubicBezTo>
                    <a:pt x="9" y="356"/>
                    <a:pt x="10" y="353"/>
                    <a:pt x="10" y="353"/>
                  </a:cubicBezTo>
                  <a:cubicBezTo>
                    <a:pt x="11" y="354"/>
                    <a:pt x="10" y="355"/>
                    <a:pt x="10" y="355"/>
                  </a:cubicBezTo>
                  <a:close/>
                  <a:moveTo>
                    <a:pt x="9" y="371"/>
                  </a:moveTo>
                  <a:cubicBezTo>
                    <a:pt x="8" y="372"/>
                    <a:pt x="8" y="369"/>
                    <a:pt x="9" y="370"/>
                  </a:cubicBezTo>
                  <a:cubicBezTo>
                    <a:pt x="9" y="370"/>
                    <a:pt x="9" y="371"/>
                    <a:pt x="9" y="371"/>
                  </a:cubicBezTo>
                  <a:close/>
                  <a:moveTo>
                    <a:pt x="9" y="359"/>
                  </a:moveTo>
                  <a:cubicBezTo>
                    <a:pt x="8" y="359"/>
                    <a:pt x="9" y="357"/>
                    <a:pt x="10" y="357"/>
                  </a:cubicBezTo>
                  <a:cubicBezTo>
                    <a:pt x="9" y="358"/>
                    <a:pt x="9" y="358"/>
                    <a:pt x="9" y="359"/>
                  </a:cubicBezTo>
                  <a:close/>
                  <a:moveTo>
                    <a:pt x="10" y="438"/>
                  </a:moveTo>
                  <a:cubicBezTo>
                    <a:pt x="9" y="439"/>
                    <a:pt x="10" y="436"/>
                    <a:pt x="11" y="436"/>
                  </a:cubicBezTo>
                  <a:cubicBezTo>
                    <a:pt x="12" y="437"/>
                    <a:pt x="11" y="437"/>
                    <a:pt x="10" y="438"/>
                  </a:cubicBezTo>
                  <a:close/>
                  <a:moveTo>
                    <a:pt x="10" y="424"/>
                  </a:moveTo>
                  <a:cubicBezTo>
                    <a:pt x="9" y="425"/>
                    <a:pt x="10" y="422"/>
                    <a:pt x="11" y="423"/>
                  </a:cubicBezTo>
                  <a:cubicBezTo>
                    <a:pt x="12" y="424"/>
                    <a:pt x="11" y="424"/>
                    <a:pt x="10" y="424"/>
                  </a:cubicBezTo>
                  <a:close/>
                  <a:moveTo>
                    <a:pt x="11" y="386"/>
                  </a:moveTo>
                  <a:cubicBezTo>
                    <a:pt x="10" y="386"/>
                    <a:pt x="10" y="387"/>
                    <a:pt x="10" y="385"/>
                  </a:cubicBezTo>
                  <a:cubicBezTo>
                    <a:pt x="10" y="383"/>
                    <a:pt x="14" y="374"/>
                    <a:pt x="14" y="374"/>
                  </a:cubicBezTo>
                  <a:cubicBezTo>
                    <a:pt x="16" y="374"/>
                    <a:pt x="13" y="377"/>
                    <a:pt x="13" y="378"/>
                  </a:cubicBezTo>
                  <a:cubicBezTo>
                    <a:pt x="12" y="381"/>
                    <a:pt x="14" y="385"/>
                    <a:pt x="11" y="386"/>
                  </a:cubicBezTo>
                  <a:close/>
                  <a:moveTo>
                    <a:pt x="14" y="394"/>
                  </a:moveTo>
                  <a:cubicBezTo>
                    <a:pt x="13" y="396"/>
                    <a:pt x="14" y="393"/>
                    <a:pt x="14" y="393"/>
                  </a:cubicBezTo>
                  <a:cubicBezTo>
                    <a:pt x="15" y="393"/>
                    <a:pt x="15" y="394"/>
                    <a:pt x="14" y="394"/>
                  </a:cubicBezTo>
                  <a:close/>
                  <a:moveTo>
                    <a:pt x="15" y="388"/>
                  </a:moveTo>
                  <a:cubicBezTo>
                    <a:pt x="14" y="388"/>
                    <a:pt x="15" y="387"/>
                    <a:pt x="15" y="387"/>
                  </a:cubicBezTo>
                  <a:cubicBezTo>
                    <a:pt x="15" y="387"/>
                    <a:pt x="15" y="388"/>
                    <a:pt x="15" y="388"/>
                  </a:cubicBezTo>
                  <a:close/>
                  <a:moveTo>
                    <a:pt x="15" y="300"/>
                  </a:moveTo>
                  <a:cubicBezTo>
                    <a:pt x="16" y="302"/>
                    <a:pt x="14" y="301"/>
                    <a:pt x="15" y="300"/>
                  </a:cubicBezTo>
                  <a:close/>
                  <a:moveTo>
                    <a:pt x="16" y="366"/>
                  </a:moveTo>
                  <a:cubicBezTo>
                    <a:pt x="15" y="367"/>
                    <a:pt x="17" y="364"/>
                    <a:pt x="16" y="366"/>
                  </a:cubicBezTo>
                  <a:close/>
                  <a:moveTo>
                    <a:pt x="17" y="380"/>
                  </a:moveTo>
                  <a:cubicBezTo>
                    <a:pt x="16" y="381"/>
                    <a:pt x="16" y="379"/>
                    <a:pt x="17" y="379"/>
                  </a:cubicBezTo>
                  <a:cubicBezTo>
                    <a:pt x="17" y="378"/>
                    <a:pt x="17" y="380"/>
                    <a:pt x="17" y="380"/>
                  </a:cubicBezTo>
                  <a:close/>
                  <a:moveTo>
                    <a:pt x="27" y="420"/>
                  </a:move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lose/>
                  <a:moveTo>
                    <a:pt x="23" y="346"/>
                  </a:moveTo>
                  <a:cubicBezTo>
                    <a:pt x="23" y="346"/>
                    <a:pt x="23" y="347"/>
                    <a:pt x="23" y="347"/>
                  </a:cubicBezTo>
                  <a:cubicBezTo>
                    <a:pt x="22" y="347"/>
                    <a:pt x="22" y="346"/>
                    <a:pt x="23" y="346"/>
                  </a:cubicBezTo>
                  <a:close/>
                  <a:moveTo>
                    <a:pt x="19" y="405"/>
                  </a:moveTo>
                  <a:cubicBezTo>
                    <a:pt x="19" y="405"/>
                    <a:pt x="18" y="404"/>
                    <a:pt x="18" y="404"/>
                  </a:cubicBezTo>
                  <a:cubicBezTo>
                    <a:pt x="18" y="404"/>
                    <a:pt x="20" y="404"/>
                    <a:pt x="19" y="405"/>
                  </a:cubicBezTo>
                  <a:close/>
                  <a:moveTo>
                    <a:pt x="20" y="406"/>
                  </a:moveTo>
                  <a:cubicBezTo>
                    <a:pt x="19" y="406"/>
                    <a:pt x="20" y="405"/>
                    <a:pt x="20" y="404"/>
                  </a:cubicBezTo>
                  <a:cubicBezTo>
                    <a:pt x="21" y="404"/>
                    <a:pt x="20" y="405"/>
                    <a:pt x="20" y="406"/>
                  </a:cubicBezTo>
                  <a:close/>
                  <a:moveTo>
                    <a:pt x="20" y="360"/>
                  </a:moveTo>
                  <a:cubicBezTo>
                    <a:pt x="19" y="359"/>
                    <a:pt x="21" y="359"/>
                    <a:pt x="20" y="360"/>
                  </a:cubicBezTo>
                  <a:close/>
                  <a:moveTo>
                    <a:pt x="22" y="268"/>
                  </a:moveTo>
                  <a:cubicBezTo>
                    <a:pt x="23" y="268"/>
                    <a:pt x="22" y="270"/>
                    <a:pt x="22" y="271"/>
                  </a:cubicBezTo>
                  <a:cubicBezTo>
                    <a:pt x="19" y="273"/>
                    <a:pt x="19" y="267"/>
                    <a:pt x="22" y="268"/>
                  </a:cubicBezTo>
                  <a:close/>
                  <a:moveTo>
                    <a:pt x="21" y="397"/>
                  </a:moveTo>
                  <a:cubicBezTo>
                    <a:pt x="21" y="396"/>
                    <a:pt x="22" y="397"/>
                    <a:pt x="22" y="398"/>
                  </a:cubicBezTo>
                  <a:cubicBezTo>
                    <a:pt x="21" y="399"/>
                    <a:pt x="20" y="397"/>
                    <a:pt x="21" y="397"/>
                  </a:cubicBezTo>
                  <a:close/>
                  <a:moveTo>
                    <a:pt x="21" y="415"/>
                  </a:moveTo>
                  <a:cubicBezTo>
                    <a:pt x="22" y="416"/>
                    <a:pt x="21" y="417"/>
                    <a:pt x="21" y="415"/>
                  </a:cubicBezTo>
                  <a:close/>
                  <a:moveTo>
                    <a:pt x="21" y="413"/>
                  </a:moveTo>
                  <a:cubicBezTo>
                    <a:pt x="21" y="413"/>
                    <a:pt x="23" y="413"/>
                    <a:pt x="23" y="413"/>
                  </a:cubicBezTo>
                  <a:cubicBezTo>
                    <a:pt x="23" y="414"/>
                    <a:pt x="20" y="414"/>
                    <a:pt x="21" y="413"/>
                  </a:cubicBezTo>
                  <a:close/>
                  <a:moveTo>
                    <a:pt x="24" y="367"/>
                  </a:moveTo>
                  <a:cubicBezTo>
                    <a:pt x="25" y="368"/>
                    <a:pt x="23" y="369"/>
                    <a:pt x="24" y="367"/>
                  </a:cubicBezTo>
                  <a:close/>
                  <a:moveTo>
                    <a:pt x="24" y="412"/>
                  </a:moveTo>
                  <a:cubicBezTo>
                    <a:pt x="24" y="413"/>
                    <a:pt x="24" y="410"/>
                    <a:pt x="24" y="412"/>
                  </a:cubicBezTo>
                  <a:close/>
                  <a:moveTo>
                    <a:pt x="25" y="401"/>
                  </a:moveTo>
                  <a:cubicBezTo>
                    <a:pt x="24" y="402"/>
                    <a:pt x="24" y="400"/>
                    <a:pt x="24" y="399"/>
                  </a:cubicBezTo>
                  <a:cubicBezTo>
                    <a:pt x="25" y="399"/>
                    <a:pt x="25" y="401"/>
                    <a:pt x="25" y="401"/>
                  </a:cubicBezTo>
                  <a:close/>
                  <a:moveTo>
                    <a:pt x="27" y="397"/>
                  </a:moveTo>
                  <a:cubicBezTo>
                    <a:pt x="27" y="398"/>
                    <a:pt x="28" y="396"/>
                    <a:pt x="27" y="397"/>
                  </a:cubicBezTo>
                  <a:close/>
                  <a:moveTo>
                    <a:pt x="25" y="343"/>
                  </a:moveTo>
                  <a:cubicBezTo>
                    <a:pt x="23" y="342"/>
                    <a:pt x="25" y="340"/>
                    <a:pt x="25" y="338"/>
                  </a:cubicBezTo>
                  <a:cubicBezTo>
                    <a:pt x="25" y="340"/>
                    <a:pt x="26" y="339"/>
                    <a:pt x="27" y="340"/>
                  </a:cubicBezTo>
                  <a:cubicBezTo>
                    <a:pt x="29" y="342"/>
                    <a:pt x="26" y="345"/>
                    <a:pt x="25" y="343"/>
                  </a:cubicBezTo>
                  <a:close/>
                  <a:moveTo>
                    <a:pt x="31" y="233"/>
                  </a:moveTo>
                  <a:cubicBezTo>
                    <a:pt x="30" y="234"/>
                    <a:pt x="30" y="231"/>
                    <a:pt x="30" y="231"/>
                  </a:cubicBezTo>
                  <a:cubicBezTo>
                    <a:pt x="32" y="231"/>
                    <a:pt x="31" y="233"/>
                    <a:pt x="31" y="233"/>
                  </a:cubicBezTo>
                  <a:close/>
                  <a:moveTo>
                    <a:pt x="33" y="290"/>
                  </a:moveTo>
                  <a:cubicBezTo>
                    <a:pt x="32" y="291"/>
                    <a:pt x="32" y="288"/>
                    <a:pt x="33" y="289"/>
                  </a:cubicBezTo>
                  <a:cubicBezTo>
                    <a:pt x="34" y="289"/>
                    <a:pt x="33" y="290"/>
                    <a:pt x="33" y="290"/>
                  </a:cubicBezTo>
                  <a:close/>
                  <a:moveTo>
                    <a:pt x="34" y="385"/>
                  </a:moveTo>
                  <a:cubicBezTo>
                    <a:pt x="33" y="386"/>
                    <a:pt x="34" y="383"/>
                    <a:pt x="35" y="383"/>
                  </a:cubicBezTo>
                  <a:cubicBezTo>
                    <a:pt x="35" y="384"/>
                    <a:pt x="34" y="385"/>
                    <a:pt x="34" y="385"/>
                  </a:cubicBezTo>
                  <a:close/>
                  <a:moveTo>
                    <a:pt x="36" y="305"/>
                  </a:moveTo>
                  <a:cubicBezTo>
                    <a:pt x="35" y="307"/>
                    <a:pt x="37" y="303"/>
                    <a:pt x="36" y="305"/>
                  </a:cubicBezTo>
                  <a:close/>
                  <a:moveTo>
                    <a:pt x="37" y="344"/>
                  </a:moveTo>
                  <a:cubicBezTo>
                    <a:pt x="37" y="344"/>
                    <a:pt x="38" y="344"/>
                    <a:pt x="38" y="344"/>
                  </a:cubicBezTo>
                  <a:cubicBezTo>
                    <a:pt x="38" y="345"/>
                    <a:pt x="37" y="345"/>
                    <a:pt x="37" y="344"/>
                  </a:cubicBezTo>
                  <a:close/>
                  <a:moveTo>
                    <a:pt x="29" y="469"/>
                  </a:moveTo>
                  <a:cubicBezTo>
                    <a:pt x="25" y="471"/>
                    <a:pt x="25" y="463"/>
                    <a:pt x="29" y="464"/>
                  </a:cubicBezTo>
                  <a:cubicBezTo>
                    <a:pt x="31" y="464"/>
                    <a:pt x="31" y="468"/>
                    <a:pt x="29" y="469"/>
                  </a:cubicBezTo>
                  <a:close/>
                  <a:moveTo>
                    <a:pt x="34" y="484"/>
                  </a:moveTo>
                  <a:cubicBezTo>
                    <a:pt x="34" y="485"/>
                    <a:pt x="34" y="485"/>
                    <a:pt x="33" y="485"/>
                  </a:cubicBezTo>
                  <a:cubicBezTo>
                    <a:pt x="32" y="486"/>
                    <a:pt x="33" y="483"/>
                    <a:pt x="34" y="484"/>
                  </a:cubicBezTo>
                  <a:close/>
                  <a:moveTo>
                    <a:pt x="36" y="466"/>
                  </a:moveTo>
                  <a:cubicBezTo>
                    <a:pt x="34" y="467"/>
                    <a:pt x="34" y="464"/>
                    <a:pt x="35" y="463"/>
                  </a:cubicBezTo>
                  <a:cubicBezTo>
                    <a:pt x="36" y="463"/>
                    <a:pt x="37" y="465"/>
                    <a:pt x="36" y="466"/>
                  </a:cubicBezTo>
                  <a:close/>
                  <a:moveTo>
                    <a:pt x="38" y="455"/>
                  </a:moveTo>
                  <a:cubicBezTo>
                    <a:pt x="38" y="455"/>
                    <a:pt x="38" y="456"/>
                    <a:pt x="38" y="456"/>
                  </a:cubicBezTo>
                  <a:cubicBezTo>
                    <a:pt x="37" y="458"/>
                    <a:pt x="36" y="454"/>
                    <a:pt x="38" y="455"/>
                  </a:cubicBezTo>
                  <a:close/>
                  <a:moveTo>
                    <a:pt x="38" y="461"/>
                  </a:moveTo>
                  <a:cubicBezTo>
                    <a:pt x="36" y="462"/>
                    <a:pt x="38" y="459"/>
                    <a:pt x="39" y="459"/>
                  </a:cubicBezTo>
                  <a:cubicBezTo>
                    <a:pt x="39" y="460"/>
                    <a:pt x="38" y="461"/>
                    <a:pt x="38" y="461"/>
                  </a:cubicBezTo>
                  <a:close/>
                  <a:moveTo>
                    <a:pt x="66" y="337"/>
                  </a:moveTo>
                  <a:cubicBezTo>
                    <a:pt x="66" y="337"/>
                    <a:pt x="66" y="338"/>
                    <a:pt x="66" y="338"/>
                  </a:cubicBezTo>
                  <a:cubicBezTo>
                    <a:pt x="65" y="339"/>
                    <a:pt x="65" y="336"/>
                    <a:pt x="66" y="337"/>
                  </a:cubicBezTo>
                  <a:close/>
                  <a:moveTo>
                    <a:pt x="66" y="380"/>
                  </a:moveTo>
                  <a:cubicBezTo>
                    <a:pt x="67" y="380"/>
                    <a:pt x="67" y="382"/>
                    <a:pt x="66" y="382"/>
                  </a:cubicBezTo>
                  <a:cubicBezTo>
                    <a:pt x="65" y="384"/>
                    <a:pt x="65" y="379"/>
                    <a:pt x="66" y="380"/>
                  </a:cubicBezTo>
                  <a:close/>
                  <a:moveTo>
                    <a:pt x="63" y="330"/>
                  </a:moveTo>
                  <a:cubicBezTo>
                    <a:pt x="62" y="331"/>
                    <a:pt x="64" y="329"/>
                    <a:pt x="63" y="330"/>
                  </a:cubicBezTo>
                  <a:close/>
                  <a:moveTo>
                    <a:pt x="64" y="346"/>
                  </a:moveTo>
                  <a:cubicBezTo>
                    <a:pt x="66" y="346"/>
                    <a:pt x="65" y="351"/>
                    <a:pt x="62" y="351"/>
                  </a:cubicBezTo>
                  <a:cubicBezTo>
                    <a:pt x="62" y="351"/>
                    <a:pt x="62" y="345"/>
                    <a:pt x="64" y="346"/>
                  </a:cubicBezTo>
                  <a:close/>
                  <a:moveTo>
                    <a:pt x="64" y="393"/>
                  </a:moveTo>
                  <a:cubicBezTo>
                    <a:pt x="64" y="392"/>
                    <a:pt x="65" y="394"/>
                    <a:pt x="64" y="393"/>
                  </a:cubicBezTo>
                  <a:close/>
                  <a:moveTo>
                    <a:pt x="61" y="364"/>
                  </a:moveTo>
                  <a:cubicBezTo>
                    <a:pt x="61" y="362"/>
                    <a:pt x="62" y="363"/>
                    <a:pt x="61" y="364"/>
                  </a:cubicBezTo>
                  <a:close/>
                  <a:moveTo>
                    <a:pt x="61" y="403"/>
                  </a:moveTo>
                  <a:cubicBezTo>
                    <a:pt x="61" y="403"/>
                    <a:pt x="61" y="403"/>
                    <a:pt x="62" y="403"/>
                  </a:cubicBezTo>
                  <a:cubicBezTo>
                    <a:pt x="63" y="402"/>
                    <a:pt x="61" y="403"/>
                    <a:pt x="61" y="403"/>
                  </a:cubicBezTo>
                  <a:close/>
                  <a:moveTo>
                    <a:pt x="61" y="365"/>
                  </a:moveTo>
                  <a:cubicBezTo>
                    <a:pt x="61" y="366"/>
                    <a:pt x="59" y="365"/>
                    <a:pt x="61" y="365"/>
                  </a:cubicBezTo>
                  <a:close/>
                  <a:moveTo>
                    <a:pt x="58" y="357"/>
                  </a:moveTo>
                  <a:cubicBezTo>
                    <a:pt x="59" y="357"/>
                    <a:pt x="58" y="359"/>
                    <a:pt x="58" y="359"/>
                  </a:cubicBezTo>
                  <a:cubicBezTo>
                    <a:pt x="56" y="361"/>
                    <a:pt x="55" y="356"/>
                    <a:pt x="58" y="357"/>
                  </a:cubicBezTo>
                  <a:close/>
                  <a:moveTo>
                    <a:pt x="56" y="405"/>
                  </a:moveTo>
                  <a:cubicBezTo>
                    <a:pt x="56" y="405"/>
                    <a:pt x="56" y="406"/>
                    <a:pt x="56" y="406"/>
                  </a:cubicBezTo>
                  <a:cubicBezTo>
                    <a:pt x="55" y="407"/>
                    <a:pt x="55" y="405"/>
                    <a:pt x="56" y="405"/>
                  </a:cubicBezTo>
                  <a:close/>
                  <a:moveTo>
                    <a:pt x="54" y="374"/>
                  </a:moveTo>
                  <a:cubicBezTo>
                    <a:pt x="55" y="374"/>
                    <a:pt x="55" y="375"/>
                    <a:pt x="54" y="375"/>
                  </a:cubicBezTo>
                  <a:cubicBezTo>
                    <a:pt x="53" y="376"/>
                    <a:pt x="53" y="374"/>
                    <a:pt x="54" y="374"/>
                  </a:cubicBezTo>
                  <a:close/>
                  <a:moveTo>
                    <a:pt x="49" y="398"/>
                  </a:moveTo>
                  <a:cubicBezTo>
                    <a:pt x="51" y="396"/>
                    <a:pt x="52" y="393"/>
                    <a:pt x="54" y="390"/>
                  </a:cubicBezTo>
                  <a:cubicBezTo>
                    <a:pt x="53" y="393"/>
                    <a:pt x="51" y="396"/>
                    <a:pt x="49" y="398"/>
                  </a:cubicBezTo>
                  <a:close/>
                  <a:moveTo>
                    <a:pt x="51" y="408"/>
                  </a:moveTo>
                  <a:cubicBezTo>
                    <a:pt x="50" y="407"/>
                    <a:pt x="52" y="406"/>
                    <a:pt x="52" y="407"/>
                  </a:cubicBezTo>
                  <a:cubicBezTo>
                    <a:pt x="54" y="408"/>
                    <a:pt x="52" y="410"/>
                    <a:pt x="51" y="408"/>
                  </a:cubicBezTo>
                  <a:close/>
                  <a:moveTo>
                    <a:pt x="46" y="404"/>
                  </a:moveTo>
                  <a:cubicBezTo>
                    <a:pt x="46" y="404"/>
                    <a:pt x="47" y="400"/>
                    <a:pt x="48" y="399"/>
                  </a:cubicBezTo>
                  <a:cubicBezTo>
                    <a:pt x="48" y="400"/>
                    <a:pt x="47" y="404"/>
                    <a:pt x="46" y="404"/>
                  </a:cubicBezTo>
                  <a:close/>
                  <a:moveTo>
                    <a:pt x="47" y="409"/>
                  </a:moveTo>
                  <a:cubicBezTo>
                    <a:pt x="48" y="408"/>
                    <a:pt x="47" y="410"/>
                    <a:pt x="47" y="409"/>
                  </a:cubicBezTo>
                  <a:close/>
                  <a:moveTo>
                    <a:pt x="48" y="392"/>
                  </a:moveTo>
                  <a:cubicBezTo>
                    <a:pt x="46" y="393"/>
                    <a:pt x="46" y="388"/>
                    <a:pt x="49" y="389"/>
                  </a:cubicBezTo>
                  <a:cubicBezTo>
                    <a:pt x="50" y="389"/>
                    <a:pt x="49" y="392"/>
                    <a:pt x="48" y="392"/>
                  </a:cubicBezTo>
                  <a:close/>
                  <a:moveTo>
                    <a:pt x="53" y="323"/>
                  </a:moveTo>
                  <a:cubicBezTo>
                    <a:pt x="54" y="323"/>
                    <a:pt x="54" y="325"/>
                    <a:pt x="53" y="325"/>
                  </a:cubicBezTo>
                  <a:cubicBezTo>
                    <a:pt x="52" y="326"/>
                    <a:pt x="52" y="323"/>
                    <a:pt x="53" y="323"/>
                  </a:cubicBezTo>
                  <a:close/>
                  <a:moveTo>
                    <a:pt x="50" y="354"/>
                  </a:moveTo>
                  <a:cubicBezTo>
                    <a:pt x="53" y="355"/>
                    <a:pt x="51" y="360"/>
                    <a:pt x="50" y="360"/>
                  </a:cubicBezTo>
                  <a:cubicBezTo>
                    <a:pt x="45" y="362"/>
                    <a:pt x="47" y="352"/>
                    <a:pt x="50" y="354"/>
                  </a:cubicBezTo>
                  <a:close/>
                  <a:moveTo>
                    <a:pt x="47" y="328"/>
                  </a:moveTo>
                  <a:cubicBezTo>
                    <a:pt x="47" y="328"/>
                    <a:pt x="48" y="328"/>
                    <a:pt x="48" y="327"/>
                  </a:cubicBezTo>
                  <a:cubicBezTo>
                    <a:pt x="49" y="327"/>
                    <a:pt x="49" y="328"/>
                    <a:pt x="47" y="328"/>
                  </a:cubicBezTo>
                  <a:close/>
                  <a:moveTo>
                    <a:pt x="48" y="267"/>
                  </a:moveTo>
                  <a:cubicBezTo>
                    <a:pt x="47" y="267"/>
                    <a:pt x="47" y="267"/>
                    <a:pt x="47" y="266"/>
                  </a:cubicBezTo>
                  <a:cubicBezTo>
                    <a:pt x="47" y="266"/>
                    <a:pt x="49" y="266"/>
                    <a:pt x="48" y="267"/>
                  </a:cubicBezTo>
                  <a:close/>
                  <a:moveTo>
                    <a:pt x="46" y="377"/>
                  </a:moveTo>
                  <a:cubicBezTo>
                    <a:pt x="45" y="378"/>
                    <a:pt x="45" y="376"/>
                    <a:pt x="46" y="376"/>
                  </a:cubicBezTo>
                  <a:cubicBezTo>
                    <a:pt x="47" y="376"/>
                    <a:pt x="46" y="377"/>
                    <a:pt x="46" y="377"/>
                  </a:cubicBezTo>
                  <a:close/>
                  <a:moveTo>
                    <a:pt x="45" y="192"/>
                  </a:moveTo>
                  <a:cubicBezTo>
                    <a:pt x="46" y="192"/>
                    <a:pt x="46" y="193"/>
                    <a:pt x="46" y="193"/>
                  </a:cubicBezTo>
                  <a:cubicBezTo>
                    <a:pt x="44" y="195"/>
                    <a:pt x="44" y="191"/>
                    <a:pt x="45" y="192"/>
                  </a:cubicBezTo>
                  <a:close/>
                  <a:moveTo>
                    <a:pt x="45" y="207"/>
                  </a:moveTo>
                  <a:cubicBezTo>
                    <a:pt x="46" y="207"/>
                    <a:pt x="45" y="208"/>
                    <a:pt x="45" y="209"/>
                  </a:cubicBezTo>
                  <a:cubicBezTo>
                    <a:pt x="44" y="210"/>
                    <a:pt x="44" y="207"/>
                    <a:pt x="45" y="207"/>
                  </a:cubicBezTo>
                  <a:close/>
                  <a:moveTo>
                    <a:pt x="44" y="360"/>
                  </a:moveTo>
                  <a:cubicBezTo>
                    <a:pt x="45" y="361"/>
                    <a:pt x="44" y="363"/>
                    <a:pt x="44" y="363"/>
                  </a:cubicBezTo>
                  <a:cubicBezTo>
                    <a:pt x="42" y="364"/>
                    <a:pt x="43" y="360"/>
                    <a:pt x="44" y="360"/>
                  </a:cubicBezTo>
                  <a:close/>
                  <a:moveTo>
                    <a:pt x="43" y="227"/>
                  </a:moveTo>
                  <a:cubicBezTo>
                    <a:pt x="43" y="227"/>
                    <a:pt x="43" y="228"/>
                    <a:pt x="43" y="228"/>
                  </a:cubicBezTo>
                  <a:cubicBezTo>
                    <a:pt x="42" y="229"/>
                    <a:pt x="43" y="226"/>
                    <a:pt x="43" y="227"/>
                  </a:cubicBezTo>
                  <a:close/>
                  <a:moveTo>
                    <a:pt x="40" y="322"/>
                  </a:moveTo>
                  <a:cubicBezTo>
                    <a:pt x="41" y="320"/>
                    <a:pt x="39" y="322"/>
                    <a:pt x="40" y="322"/>
                  </a:cubicBezTo>
                  <a:close/>
                  <a:moveTo>
                    <a:pt x="36" y="429"/>
                  </a:moveTo>
                  <a:cubicBezTo>
                    <a:pt x="35" y="431"/>
                    <a:pt x="35" y="428"/>
                    <a:pt x="36" y="428"/>
                  </a:cubicBezTo>
                  <a:cubicBezTo>
                    <a:pt x="36" y="429"/>
                    <a:pt x="36" y="429"/>
                    <a:pt x="36" y="429"/>
                  </a:cubicBezTo>
                  <a:close/>
                  <a:moveTo>
                    <a:pt x="35" y="428"/>
                  </a:moveTo>
                  <a:cubicBezTo>
                    <a:pt x="34" y="427"/>
                    <a:pt x="36" y="425"/>
                    <a:pt x="36" y="426"/>
                  </a:cubicBezTo>
                  <a:cubicBezTo>
                    <a:pt x="37" y="428"/>
                    <a:pt x="35" y="429"/>
                    <a:pt x="35" y="428"/>
                  </a:cubicBezTo>
                  <a:close/>
                  <a:moveTo>
                    <a:pt x="38" y="424"/>
                  </a:moveTo>
                  <a:cubicBezTo>
                    <a:pt x="35" y="427"/>
                    <a:pt x="33" y="418"/>
                    <a:pt x="37" y="417"/>
                  </a:cubicBezTo>
                  <a:cubicBezTo>
                    <a:pt x="35" y="420"/>
                    <a:pt x="39" y="419"/>
                    <a:pt x="39" y="420"/>
                  </a:cubicBezTo>
                  <a:cubicBezTo>
                    <a:pt x="39" y="421"/>
                    <a:pt x="39" y="423"/>
                    <a:pt x="38" y="424"/>
                  </a:cubicBezTo>
                  <a:close/>
                  <a:moveTo>
                    <a:pt x="40" y="358"/>
                  </a:moveTo>
                  <a:cubicBezTo>
                    <a:pt x="38" y="358"/>
                    <a:pt x="41" y="356"/>
                    <a:pt x="40" y="357"/>
                  </a:cubicBezTo>
                  <a:cubicBezTo>
                    <a:pt x="40" y="357"/>
                    <a:pt x="40" y="358"/>
                    <a:pt x="40" y="358"/>
                  </a:cubicBezTo>
                  <a:close/>
                  <a:moveTo>
                    <a:pt x="41" y="431"/>
                  </a:moveTo>
                  <a:cubicBezTo>
                    <a:pt x="42" y="430"/>
                    <a:pt x="43" y="432"/>
                    <a:pt x="41" y="431"/>
                  </a:cubicBezTo>
                  <a:close/>
                  <a:moveTo>
                    <a:pt x="42" y="382"/>
                  </a:moveTo>
                  <a:cubicBezTo>
                    <a:pt x="42" y="380"/>
                    <a:pt x="43" y="381"/>
                    <a:pt x="44" y="380"/>
                  </a:cubicBezTo>
                  <a:cubicBezTo>
                    <a:pt x="44" y="379"/>
                    <a:pt x="44" y="378"/>
                    <a:pt x="46" y="378"/>
                  </a:cubicBezTo>
                  <a:cubicBezTo>
                    <a:pt x="50" y="378"/>
                    <a:pt x="48" y="384"/>
                    <a:pt x="45" y="385"/>
                  </a:cubicBezTo>
                  <a:cubicBezTo>
                    <a:pt x="43" y="385"/>
                    <a:pt x="41" y="385"/>
                    <a:pt x="42" y="382"/>
                  </a:cubicBezTo>
                  <a:close/>
                  <a:moveTo>
                    <a:pt x="44" y="391"/>
                  </a:moveTo>
                  <a:cubicBezTo>
                    <a:pt x="43" y="392"/>
                    <a:pt x="45" y="389"/>
                    <a:pt x="44" y="391"/>
                  </a:cubicBezTo>
                  <a:close/>
                  <a:moveTo>
                    <a:pt x="42" y="449"/>
                  </a:moveTo>
                  <a:cubicBezTo>
                    <a:pt x="42" y="450"/>
                    <a:pt x="43" y="447"/>
                    <a:pt x="42" y="449"/>
                  </a:cubicBezTo>
                  <a:close/>
                  <a:moveTo>
                    <a:pt x="44" y="465"/>
                  </a:moveTo>
                  <a:cubicBezTo>
                    <a:pt x="45" y="464"/>
                    <a:pt x="43" y="466"/>
                    <a:pt x="44" y="465"/>
                  </a:cubicBezTo>
                  <a:close/>
                  <a:moveTo>
                    <a:pt x="45" y="462"/>
                  </a:moveTo>
                  <a:cubicBezTo>
                    <a:pt x="45" y="462"/>
                    <a:pt x="45" y="462"/>
                    <a:pt x="46" y="462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46" y="462"/>
                    <a:pt x="45" y="462"/>
                    <a:pt x="45" y="462"/>
                  </a:cubicBezTo>
                  <a:close/>
                  <a:moveTo>
                    <a:pt x="43" y="445"/>
                  </a:moveTo>
                  <a:cubicBezTo>
                    <a:pt x="43" y="443"/>
                    <a:pt x="45" y="441"/>
                    <a:pt x="47" y="439"/>
                  </a:cubicBezTo>
                  <a:cubicBezTo>
                    <a:pt x="47" y="442"/>
                    <a:pt x="44" y="443"/>
                    <a:pt x="43" y="445"/>
                  </a:cubicBezTo>
                  <a:close/>
                  <a:moveTo>
                    <a:pt x="46" y="434"/>
                  </a:moveTo>
                  <a:cubicBezTo>
                    <a:pt x="46" y="434"/>
                    <a:pt x="47" y="433"/>
                    <a:pt x="46" y="434"/>
                  </a:cubicBezTo>
                  <a:cubicBezTo>
                    <a:pt x="46" y="434"/>
                    <a:pt x="46" y="434"/>
                    <a:pt x="46" y="434"/>
                  </a:cubicBezTo>
                  <a:close/>
                  <a:moveTo>
                    <a:pt x="47" y="432"/>
                  </a:moveTo>
                  <a:cubicBezTo>
                    <a:pt x="48" y="430"/>
                    <a:pt x="50" y="431"/>
                    <a:pt x="47" y="432"/>
                  </a:cubicBezTo>
                  <a:close/>
                  <a:moveTo>
                    <a:pt x="50" y="418"/>
                  </a:moveTo>
                  <a:cubicBezTo>
                    <a:pt x="50" y="419"/>
                    <a:pt x="52" y="419"/>
                    <a:pt x="51" y="420"/>
                  </a:cubicBezTo>
                  <a:cubicBezTo>
                    <a:pt x="52" y="419"/>
                    <a:pt x="48" y="420"/>
                    <a:pt x="49" y="421"/>
                  </a:cubicBezTo>
                  <a:cubicBezTo>
                    <a:pt x="48" y="420"/>
                    <a:pt x="48" y="419"/>
                    <a:pt x="49" y="418"/>
                  </a:cubicBezTo>
                  <a:cubicBezTo>
                    <a:pt x="47" y="418"/>
                    <a:pt x="45" y="417"/>
                    <a:pt x="45" y="416"/>
                  </a:cubicBezTo>
                  <a:cubicBezTo>
                    <a:pt x="44" y="413"/>
                    <a:pt x="47" y="411"/>
                    <a:pt x="49" y="410"/>
                  </a:cubicBezTo>
                  <a:cubicBezTo>
                    <a:pt x="49" y="410"/>
                    <a:pt x="49" y="409"/>
                    <a:pt x="49" y="409"/>
                  </a:cubicBezTo>
                  <a:cubicBezTo>
                    <a:pt x="50" y="409"/>
                    <a:pt x="51" y="411"/>
                    <a:pt x="51" y="411"/>
                  </a:cubicBezTo>
                  <a:cubicBezTo>
                    <a:pt x="53" y="412"/>
                    <a:pt x="52" y="407"/>
                    <a:pt x="54" y="407"/>
                  </a:cubicBezTo>
                  <a:cubicBezTo>
                    <a:pt x="56" y="408"/>
                    <a:pt x="54" y="410"/>
                    <a:pt x="54" y="411"/>
                  </a:cubicBezTo>
                  <a:cubicBezTo>
                    <a:pt x="54" y="413"/>
                    <a:pt x="55" y="413"/>
                    <a:pt x="53" y="414"/>
                  </a:cubicBezTo>
                  <a:cubicBezTo>
                    <a:pt x="52" y="415"/>
                    <a:pt x="51" y="418"/>
                    <a:pt x="50" y="418"/>
                  </a:cubicBezTo>
                  <a:close/>
                  <a:moveTo>
                    <a:pt x="58" y="443"/>
                  </a:moveTo>
                  <a:cubicBezTo>
                    <a:pt x="57" y="444"/>
                    <a:pt x="57" y="442"/>
                    <a:pt x="58" y="441"/>
                  </a:cubicBezTo>
                  <a:cubicBezTo>
                    <a:pt x="59" y="441"/>
                    <a:pt x="58" y="442"/>
                    <a:pt x="58" y="443"/>
                  </a:cubicBezTo>
                  <a:close/>
                  <a:moveTo>
                    <a:pt x="59" y="440"/>
                  </a:moveTo>
                  <a:cubicBezTo>
                    <a:pt x="57" y="441"/>
                    <a:pt x="59" y="437"/>
                    <a:pt x="60" y="439"/>
                  </a:cubicBezTo>
                  <a:cubicBezTo>
                    <a:pt x="60" y="439"/>
                    <a:pt x="59" y="440"/>
                    <a:pt x="59" y="440"/>
                  </a:cubicBezTo>
                  <a:close/>
                  <a:moveTo>
                    <a:pt x="63" y="454"/>
                  </a:moveTo>
                  <a:cubicBezTo>
                    <a:pt x="64" y="455"/>
                    <a:pt x="62" y="456"/>
                    <a:pt x="63" y="454"/>
                  </a:cubicBezTo>
                  <a:close/>
                  <a:moveTo>
                    <a:pt x="60" y="436"/>
                  </a:moveTo>
                  <a:cubicBezTo>
                    <a:pt x="60" y="435"/>
                    <a:pt x="64" y="434"/>
                    <a:pt x="64" y="437"/>
                  </a:cubicBezTo>
                  <a:cubicBezTo>
                    <a:pt x="64" y="439"/>
                    <a:pt x="58" y="440"/>
                    <a:pt x="60" y="436"/>
                  </a:cubicBezTo>
                  <a:close/>
                  <a:moveTo>
                    <a:pt x="63" y="432"/>
                  </a:moveTo>
                  <a:cubicBezTo>
                    <a:pt x="62" y="431"/>
                    <a:pt x="64" y="430"/>
                    <a:pt x="63" y="432"/>
                  </a:cubicBezTo>
                  <a:close/>
                  <a:moveTo>
                    <a:pt x="64" y="427"/>
                  </a:moveTo>
                  <a:cubicBezTo>
                    <a:pt x="64" y="427"/>
                    <a:pt x="64" y="428"/>
                    <a:pt x="64" y="428"/>
                  </a:cubicBezTo>
                  <a:cubicBezTo>
                    <a:pt x="63" y="429"/>
                    <a:pt x="63" y="426"/>
                    <a:pt x="64" y="427"/>
                  </a:cubicBezTo>
                  <a:close/>
                  <a:moveTo>
                    <a:pt x="64" y="419"/>
                  </a:moveTo>
                  <a:cubicBezTo>
                    <a:pt x="62" y="420"/>
                    <a:pt x="59" y="423"/>
                    <a:pt x="58" y="424"/>
                  </a:cubicBezTo>
                  <a:cubicBezTo>
                    <a:pt x="57" y="426"/>
                    <a:pt x="56" y="428"/>
                    <a:pt x="54" y="429"/>
                  </a:cubicBezTo>
                  <a:cubicBezTo>
                    <a:pt x="57" y="423"/>
                    <a:pt x="63" y="418"/>
                    <a:pt x="66" y="413"/>
                  </a:cubicBezTo>
                  <a:cubicBezTo>
                    <a:pt x="69" y="409"/>
                    <a:pt x="65" y="417"/>
                    <a:pt x="64" y="419"/>
                  </a:cubicBezTo>
                  <a:close/>
                  <a:moveTo>
                    <a:pt x="66" y="423"/>
                  </a:moveTo>
                  <a:cubicBezTo>
                    <a:pt x="66" y="423"/>
                    <a:pt x="65" y="423"/>
                    <a:pt x="65" y="423"/>
                  </a:cubicBezTo>
                  <a:cubicBezTo>
                    <a:pt x="64" y="423"/>
                    <a:pt x="66" y="422"/>
                    <a:pt x="66" y="423"/>
                  </a:cubicBezTo>
                  <a:close/>
                  <a:moveTo>
                    <a:pt x="67" y="443"/>
                  </a:moveTo>
                  <a:cubicBezTo>
                    <a:pt x="67" y="443"/>
                    <a:pt x="67" y="443"/>
                    <a:pt x="67" y="443"/>
                  </a:cubicBezTo>
                  <a:cubicBezTo>
                    <a:pt x="67" y="441"/>
                    <a:pt x="69" y="445"/>
                    <a:pt x="67" y="443"/>
                  </a:cubicBezTo>
                  <a:close/>
                  <a:moveTo>
                    <a:pt x="67" y="430"/>
                  </a:moveTo>
                  <a:cubicBezTo>
                    <a:pt x="67" y="431"/>
                    <a:pt x="66" y="432"/>
                    <a:pt x="66" y="431"/>
                  </a:cubicBezTo>
                  <a:cubicBezTo>
                    <a:pt x="62" y="428"/>
                    <a:pt x="71" y="428"/>
                    <a:pt x="67" y="430"/>
                  </a:cubicBezTo>
                  <a:close/>
                  <a:moveTo>
                    <a:pt x="68" y="358"/>
                  </a:moveTo>
                  <a:cubicBezTo>
                    <a:pt x="65" y="360"/>
                    <a:pt x="65" y="354"/>
                    <a:pt x="67" y="355"/>
                  </a:cubicBezTo>
                  <a:cubicBezTo>
                    <a:pt x="69" y="355"/>
                    <a:pt x="68" y="357"/>
                    <a:pt x="68" y="358"/>
                  </a:cubicBezTo>
                  <a:close/>
                  <a:moveTo>
                    <a:pt x="80" y="396"/>
                  </a:moveTo>
                  <a:cubicBezTo>
                    <a:pt x="79" y="397"/>
                    <a:pt x="80" y="395"/>
                    <a:pt x="80" y="396"/>
                  </a:cubicBezTo>
                  <a:close/>
                  <a:moveTo>
                    <a:pt x="76" y="428"/>
                  </a:moveTo>
                  <a:cubicBezTo>
                    <a:pt x="76" y="428"/>
                    <a:pt x="76" y="428"/>
                    <a:pt x="76" y="428"/>
                  </a:cubicBezTo>
                  <a:cubicBezTo>
                    <a:pt x="77" y="427"/>
                    <a:pt x="76" y="428"/>
                    <a:pt x="76" y="428"/>
                  </a:cubicBezTo>
                  <a:close/>
                  <a:moveTo>
                    <a:pt x="76" y="353"/>
                  </a:moveTo>
                  <a:cubicBezTo>
                    <a:pt x="76" y="355"/>
                    <a:pt x="75" y="355"/>
                    <a:pt x="75" y="356"/>
                  </a:cubicBezTo>
                  <a:cubicBezTo>
                    <a:pt x="74" y="355"/>
                    <a:pt x="76" y="354"/>
                    <a:pt x="76" y="353"/>
                  </a:cubicBezTo>
                  <a:close/>
                  <a:moveTo>
                    <a:pt x="75" y="387"/>
                  </a:moveTo>
                  <a:cubicBezTo>
                    <a:pt x="74" y="387"/>
                    <a:pt x="77" y="386"/>
                    <a:pt x="75" y="387"/>
                  </a:cubicBezTo>
                  <a:close/>
                  <a:moveTo>
                    <a:pt x="73" y="290"/>
                  </a:moveTo>
                  <a:cubicBezTo>
                    <a:pt x="73" y="291"/>
                    <a:pt x="73" y="292"/>
                    <a:pt x="72" y="293"/>
                  </a:cubicBezTo>
                  <a:cubicBezTo>
                    <a:pt x="72" y="292"/>
                    <a:pt x="73" y="290"/>
                    <a:pt x="73" y="290"/>
                  </a:cubicBezTo>
                  <a:close/>
                  <a:moveTo>
                    <a:pt x="69" y="327"/>
                  </a:moveTo>
                  <a:cubicBezTo>
                    <a:pt x="69" y="326"/>
                    <a:pt x="71" y="325"/>
                    <a:pt x="72" y="324"/>
                  </a:cubicBezTo>
                  <a:cubicBezTo>
                    <a:pt x="72" y="326"/>
                    <a:pt x="70" y="326"/>
                    <a:pt x="69" y="327"/>
                  </a:cubicBezTo>
                  <a:close/>
                  <a:moveTo>
                    <a:pt x="72" y="428"/>
                  </a:moveTo>
                  <a:cubicBezTo>
                    <a:pt x="70" y="430"/>
                    <a:pt x="71" y="426"/>
                    <a:pt x="72" y="427"/>
                  </a:cubicBezTo>
                  <a:cubicBezTo>
                    <a:pt x="73" y="427"/>
                    <a:pt x="73" y="428"/>
                    <a:pt x="72" y="428"/>
                  </a:cubicBezTo>
                  <a:close/>
                  <a:moveTo>
                    <a:pt x="72" y="367"/>
                  </a:moveTo>
                  <a:cubicBezTo>
                    <a:pt x="72" y="367"/>
                    <a:pt x="72" y="368"/>
                    <a:pt x="72" y="368"/>
                  </a:cubicBezTo>
                  <a:cubicBezTo>
                    <a:pt x="71" y="369"/>
                    <a:pt x="71" y="366"/>
                    <a:pt x="72" y="367"/>
                  </a:cubicBezTo>
                  <a:close/>
                  <a:moveTo>
                    <a:pt x="73" y="356"/>
                  </a:moveTo>
                  <a:cubicBezTo>
                    <a:pt x="70" y="358"/>
                    <a:pt x="71" y="351"/>
                    <a:pt x="73" y="352"/>
                  </a:cubicBezTo>
                  <a:cubicBezTo>
                    <a:pt x="75" y="353"/>
                    <a:pt x="73" y="356"/>
                    <a:pt x="73" y="356"/>
                  </a:cubicBezTo>
                  <a:close/>
                  <a:moveTo>
                    <a:pt x="75" y="401"/>
                  </a:moveTo>
                  <a:cubicBezTo>
                    <a:pt x="73" y="402"/>
                    <a:pt x="73" y="397"/>
                    <a:pt x="75" y="398"/>
                  </a:cubicBezTo>
                  <a:cubicBezTo>
                    <a:pt x="76" y="399"/>
                    <a:pt x="76" y="400"/>
                    <a:pt x="75" y="401"/>
                  </a:cubicBezTo>
                  <a:close/>
                  <a:moveTo>
                    <a:pt x="76" y="434"/>
                  </a:moveTo>
                  <a:cubicBezTo>
                    <a:pt x="77" y="432"/>
                    <a:pt x="79" y="430"/>
                    <a:pt x="80" y="429"/>
                  </a:cubicBezTo>
                  <a:cubicBezTo>
                    <a:pt x="79" y="431"/>
                    <a:pt x="78" y="432"/>
                    <a:pt x="76" y="434"/>
                  </a:cubicBezTo>
                  <a:close/>
                  <a:moveTo>
                    <a:pt x="81" y="418"/>
                  </a:moveTo>
                  <a:cubicBezTo>
                    <a:pt x="80" y="418"/>
                    <a:pt x="82" y="417"/>
                    <a:pt x="81" y="418"/>
                  </a:cubicBezTo>
                  <a:close/>
                  <a:moveTo>
                    <a:pt x="81" y="339"/>
                  </a:moveTo>
                  <a:cubicBezTo>
                    <a:pt x="80" y="339"/>
                    <a:pt x="81" y="337"/>
                    <a:pt x="82" y="337"/>
                  </a:cubicBezTo>
                  <a:cubicBezTo>
                    <a:pt x="82" y="338"/>
                    <a:pt x="81" y="338"/>
                    <a:pt x="81" y="339"/>
                  </a:cubicBezTo>
                  <a:close/>
                  <a:moveTo>
                    <a:pt x="87" y="450"/>
                  </a:moveTo>
                  <a:cubicBezTo>
                    <a:pt x="87" y="450"/>
                    <a:pt x="88" y="449"/>
                    <a:pt x="89" y="449"/>
                  </a:cubicBezTo>
                  <a:cubicBezTo>
                    <a:pt x="89" y="449"/>
                    <a:pt x="88" y="450"/>
                    <a:pt x="87" y="450"/>
                  </a:cubicBezTo>
                  <a:close/>
                  <a:moveTo>
                    <a:pt x="90" y="457"/>
                  </a:moveTo>
                  <a:cubicBezTo>
                    <a:pt x="90" y="457"/>
                    <a:pt x="90" y="457"/>
                    <a:pt x="90" y="456"/>
                  </a:cubicBezTo>
                  <a:cubicBezTo>
                    <a:pt x="92" y="455"/>
                    <a:pt x="91" y="456"/>
                    <a:pt x="90" y="457"/>
                  </a:cubicBezTo>
                  <a:close/>
                  <a:moveTo>
                    <a:pt x="91" y="435"/>
                  </a:moveTo>
                  <a:cubicBezTo>
                    <a:pt x="89" y="437"/>
                    <a:pt x="92" y="434"/>
                    <a:pt x="91" y="435"/>
                  </a:cubicBezTo>
                  <a:close/>
                  <a:moveTo>
                    <a:pt x="109" y="452"/>
                  </a:moveTo>
                  <a:cubicBezTo>
                    <a:pt x="109" y="453"/>
                    <a:pt x="108" y="452"/>
                    <a:pt x="109" y="452"/>
                  </a:cubicBezTo>
                  <a:close/>
                  <a:moveTo>
                    <a:pt x="104" y="235"/>
                  </a:moveTo>
                  <a:cubicBezTo>
                    <a:pt x="103" y="236"/>
                    <a:pt x="105" y="234"/>
                    <a:pt x="104" y="235"/>
                  </a:cubicBezTo>
                  <a:close/>
                  <a:moveTo>
                    <a:pt x="100" y="336"/>
                  </a:moveTo>
                  <a:cubicBezTo>
                    <a:pt x="101" y="335"/>
                    <a:pt x="101" y="335"/>
                    <a:pt x="100" y="336"/>
                  </a:cubicBezTo>
                  <a:close/>
                  <a:moveTo>
                    <a:pt x="98" y="332"/>
                  </a:moveTo>
                  <a:cubicBezTo>
                    <a:pt x="97" y="331"/>
                    <a:pt x="100" y="331"/>
                    <a:pt x="98" y="332"/>
                  </a:cubicBezTo>
                  <a:close/>
                  <a:moveTo>
                    <a:pt x="96" y="215"/>
                  </a:moveTo>
                  <a:cubicBezTo>
                    <a:pt x="97" y="215"/>
                    <a:pt x="97" y="216"/>
                    <a:pt x="96" y="217"/>
                  </a:cubicBezTo>
                  <a:cubicBezTo>
                    <a:pt x="95" y="219"/>
                    <a:pt x="95" y="214"/>
                    <a:pt x="96" y="215"/>
                  </a:cubicBezTo>
                  <a:close/>
                  <a:moveTo>
                    <a:pt x="87" y="329"/>
                  </a:moveTo>
                  <a:cubicBezTo>
                    <a:pt x="87" y="330"/>
                    <a:pt x="86" y="330"/>
                    <a:pt x="86" y="331"/>
                  </a:cubicBezTo>
                  <a:cubicBezTo>
                    <a:pt x="85" y="331"/>
                    <a:pt x="86" y="329"/>
                    <a:pt x="87" y="329"/>
                  </a:cubicBezTo>
                  <a:close/>
                  <a:moveTo>
                    <a:pt x="85" y="293"/>
                  </a:moveTo>
                  <a:cubicBezTo>
                    <a:pt x="85" y="293"/>
                    <a:pt x="85" y="294"/>
                    <a:pt x="85" y="294"/>
                  </a:cubicBezTo>
                  <a:cubicBezTo>
                    <a:pt x="83" y="296"/>
                    <a:pt x="83" y="291"/>
                    <a:pt x="85" y="293"/>
                  </a:cubicBezTo>
                  <a:close/>
                  <a:moveTo>
                    <a:pt x="84" y="332"/>
                  </a:moveTo>
                  <a:cubicBezTo>
                    <a:pt x="86" y="333"/>
                    <a:pt x="84" y="335"/>
                    <a:pt x="82" y="336"/>
                  </a:cubicBezTo>
                  <a:cubicBezTo>
                    <a:pt x="83" y="334"/>
                    <a:pt x="85" y="333"/>
                    <a:pt x="84" y="332"/>
                  </a:cubicBezTo>
                  <a:close/>
                  <a:moveTo>
                    <a:pt x="83" y="441"/>
                  </a:moveTo>
                  <a:cubicBezTo>
                    <a:pt x="82" y="442"/>
                    <a:pt x="84" y="440"/>
                    <a:pt x="83" y="441"/>
                  </a:cubicBezTo>
                  <a:close/>
                  <a:moveTo>
                    <a:pt x="84" y="423"/>
                  </a:moveTo>
                  <a:cubicBezTo>
                    <a:pt x="83" y="424"/>
                    <a:pt x="84" y="421"/>
                    <a:pt x="85" y="422"/>
                  </a:cubicBezTo>
                  <a:cubicBezTo>
                    <a:pt x="86" y="422"/>
                    <a:pt x="85" y="423"/>
                    <a:pt x="84" y="423"/>
                  </a:cubicBezTo>
                  <a:close/>
                  <a:moveTo>
                    <a:pt x="88" y="356"/>
                  </a:moveTo>
                  <a:cubicBezTo>
                    <a:pt x="86" y="358"/>
                    <a:pt x="87" y="353"/>
                    <a:pt x="88" y="354"/>
                  </a:cubicBezTo>
                  <a:cubicBezTo>
                    <a:pt x="89" y="355"/>
                    <a:pt x="88" y="356"/>
                    <a:pt x="88" y="356"/>
                  </a:cubicBezTo>
                  <a:close/>
                  <a:moveTo>
                    <a:pt x="96" y="325"/>
                  </a:moveTo>
                  <a:cubicBezTo>
                    <a:pt x="96" y="326"/>
                    <a:pt x="95" y="326"/>
                    <a:pt x="94" y="328"/>
                  </a:cubicBezTo>
                  <a:cubicBezTo>
                    <a:pt x="92" y="330"/>
                    <a:pt x="89" y="335"/>
                    <a:pt x="87" y="340"/>
                  </a:cubicBezTo>
                  <a:cubicBezTo>
                    <a:pt x="85" y="344"/>
                    <a:pt x="85" y="347"/>
                    <a:pt x="83" y="350"/>
                  </a:cubicBezTo>
                  <a:cubicBezTo>
                    <a:pt x="83" y="350"/>
                    <a:pt x="82" y="350"/>
                    <a:pt x="82" y="350"/>
                  </a:cubicBezTo>
                  <a:cubicBezTo>
                    <a:pt x="81" y="350"/>
                    <a:pt x="84" y="344"/>
                    <a:pt x="85" y="342"/>
                  </a:cubicBezTo>
                  <a:cubicBezTo>
                    <a:pt x="86" y="339"/>
                    <a:pt x="87" y="337"/>
                    <a:pt x="89" y="334"/>
                  </a:cubicBezTo>
                  <a:cubicBezTo>
                    <a:pt x="90" y="332"/>
                    <a:pt x="93" y="329"/>
                    <a:pt x="93" y="326"/>
                  </a:cubicBezTo>
                  <a:cubicBezTo>
                    <a:pt x="93" y="326"/>
                    <a:pt x="92" y="325"/>
                    <a:pt x="92" y="324"/>
                  </a:cubicBezTo>
                  <a:cubicBezTo>
                    <a:pt x="92" y="320"/>
                    <a:pt x="99" y="320"/>
                    <a:pt x="96" y="325"/>
                  </a:cubicBezTo>
                  <a:close/>
                  <a:moveTo>
                    <a:pt x="96" y="227"/>
                  </a:moveTo>
                  <a:cubicBezTo>
                    <a:pt x="97" y="227"/>
                    <a:pt x="97" y="228"/>
                    <a:pt x="97" y="229"/>
                  </a:cubicBezTo>
                  <a:cubicBezTo>
                    <a:pt x="96" y="230"/>
                    <a:pt x="96" y="227"/>
                    <a:pt x="96" y="227"/>
                  </a:cubicBezTo>
                  <a:close/>
                  <a:moveTo>
                    <a:pt x="98" y="402"/>
                  </a:moveTo>
                  <a:cubicBezTo>
                    <a:pt x="98" y="402"/>
                    <a:pt x="98" y="402"/>
                    <a:pt x="97" y="402"/>
                  </a:cubicBezTo>
                  <a:cubicBezTo>
                    <a:pt x="95" y="401"/>
                    <a:pt x="100" y="400"/>
                    <a:pt x="98" y="402"/>
                  </a:cubicBezTo>
                  <a:close/>
                  <a:moveTo>
                    <a:pt x="99" y="416"/>
                  </a:moveTo>
                  <a:cubicBezTo>
                    <a:pt x="101" y="416"/>
                    <a:pt x="100" y="421"/>
                    <a:pt x="99" y="422"/>
                  </a:cubicBezTo>
                  <a:cubicBezTo>
                    <a:pt x="94" y="424"/>
                    <a:pt x="98" y="416"/>
                    <a:pt x="99" y="416"/>
                  </a:cubicBezTo>
                  <a:close/>
                  <a:moveTo>
                    <a:pt x="101" y="433"/>
                  </a:moveTo>
                  <a:cubicBezTo>
                    <a:pt x="103" y="434"/>
                    <a:pt x="100" y="438"/>
                    <a:pt x="100" y="439"/>
                  </a:cubicBezTo>
                  <a:cubicBezTo>
                    <a:pt x="94" y="441"/>
                    <a:pt x="98" y="431"/>
                    <a:pt x="101" y="433"/>
                  </a:cubicBezTo>
                  <a:close/>
                  <a:moveTo>
                    <a:pt x="100" y="444"/>
                  </a:moveTo>
                  <a:cubicBezTo>
                    <a:pt x="101" y="443"/>
                    <a:pt x="99" y="445"/>
                    <a:pt x="100" y="444"/>
                  </a:cubicBezTo>
                  <a:close/>
                  <a:moveTo>
                    <a:pt x="102" y="444"/>
                  </a:moveTo>
                  <a:cubicBezTo>
                    <a:pt x="102" y="445"/>
                    <a:pt x="101" y="445"/>
                    <a:pt x="101" y="445"/>
                  </a:cubicBezTo>
                  <a:cubicBezTo>
                    <a:pt x="99" y="443"/>
                    <a:pt x="104" y="442"/>
                    <a:pt x="102" y="444"/>
                  </a:cubicBezTo>
                  <a:close/>
                  <a:moveTo>
                    <a:pt x="102" y="431"/>
                  </a:moveTo>
                  <a:cubicBezTo>
                    <a:pt x="100" y="432"/>
                    <a:pt x="100" y="428"/>
                    <a:pt x="102" y="429"/>
                  </a:cubicBezTo>
                  <a:cubicBezTo>
                    <a:pt x="103" y="429"/>
                    <a:pt x="103" y="430"/>
                    <a:pt x="102" y="431"/>
                  </a:cubicBezTo>
                  <a:close/>
                  <a:moveTo>
                    <a:pt x="103" y="445"/>
                  </a:moveTo>
                  <a:cubicBezTo>
                    <a:pt x="102" y="447"/>
                    <a:pt x="105" y="444"/>
                    <a:pt x="103" y="445"/>
                  </a:cubicBezTo>
                  <a:close/>
                  <a:moveTo>
                    <a:pt x="104" y="399"/>
                  </a:moveTo>
                  <a:cubicBezTo>
                    <a:pt x="103" y="399"/>
                    <a:pt x="103" y="397"/>
                    <a:pt x="104" y="398"/>
                  </a:cubicBezTo>
                  <a:cubicBezTo>
                    <a:pt x="104" y="398"/>
                    <a:pt x="104" y="399"/>
                    <a:pt x="104" y="399"/>
                  </a:cubicBezTo>
                  <a:close/>
                  <a:moveTo>
                    <a:pt x="104" y="288"/>
                  </a:moveTo>
                  <a:cubicBezTo>
                    <a:pt x="103" y="290"/>
                    <a:pt x="105" y="287"/>
                    <a:pt x="104" y="288"/>
                  </a:cubicBezTo>
                  <a:close/>
                  <a:moveTo>
                    <a:pt x="105" y="307"/>
                  </a:moveTo>
                  <a:cubicBezTo>
                    <a:pt x="104" y="306"/>
                    <a:pt x="106" y="303"/>
                    <a:pt x="107" y="302"/>
                  </a:cubicBezTo>
                  <a:cubicBezTo>
                    <a:pt x="107" y="304"/>
                    <a:pt x="106" y="306"/>
                    <a:pt x="105" y="307"/>
                  </a:cubicBezTo>
                  <a:close/>
                  <a:moveTo>
                    <a:pt x="106" y="414"/>
                  </a:moveTo>
                  <a:cubicBezTo>
                    <a:pt x="106" y="413"/>
                    <a:pt x="108" y="413"/>
                    <a:pt x="106" y="414"/>
                  </a:cubicBezTo>
                  <a:close/>
                  <a:moveTo>
                    <a:pt x="108" y="455"/>
                  </a:moveTo>
                  <a:cubicBezTo>
                    <a:pt x="107" y="454"/>
                    <a:pt x="109" y="454"/>
                    <a:pt x="108" y="455"/>
                  </a:cubicBezTo>
                  <a:close/>
                  <a:moveTo>
                    <a:pt x="107" y="441"/>
                  </a:moveTo>
                  <a:cubicBezTo>
                    <a:pt x="106" y="441"/>
                    <a:pt x="108" y="440"/>
                    <a:pt x="108" y="440"/>
                  </a:cubicBezTo>
                  <a:cubicBezTo>
                    <a:pt x="108" y="440"/>
                    <a:pt x="107" y="440"/>
                    <a:pt x="107" y="441"/>
                  </a:cubicBezTo>
                  <a:close/>
                  <a:moveTo>
                    <a:pt x="108" y="388"/>
                  </a:moveTo>
                  <a:cubicBezTo>
                    <a:pt x="107" y="390"/>
                    <a:pt x="107" y="386"/>
                    <a:pt x="108" y="387"/>
                  </a:cubicBezTo>
                  <a:cubicBezTo>
                    <a:pt x="109" y="387"/>
                    <a:pt x="108" y="388"/>
                    <a:pt x="108" y="388"/>
                  </a:cubicBezTo>
                  <a:close/>
                  <a:moveTo>
                    <a:pt x="109" y="420"/>
                  </a:moveTo>
                  <a:cubicBezTo>
                    <a:pt x="109" y="421"/>
                    <a:pt x="109" y="418"/>
                    <a:pt x="109" y="420"/>
                  </a:cubicBezTo>
                  <a:close/>
                  <a:moveTo>
                    <a:pt x="108" y="301"/>
                  </a:moveTo>
                  <a:cubicBezTo>
                    <a:pt x="107" y="300"/>
                    <a:pt x="108" y="298"/>
                    <a:pt x="110" y="298"/>
                  </a:cubicBezTo>
                  <a:cubicBezTo>
                    <a:pt x="110" y="299"/>
                    <a:pt x="108" y="300"/>
                    <a:pt x="108" y="301"/>
                  </a:cubicBezTo>
                  <a:close/>
                  <a:moveTo>
                    <a:pt x="110" y="401"/>
                  </a:moveTo>
                  <a:cubicBezTo>
                    <a:pt x="110" y="401"/>
                    <a:pt x="110" y="401"/>
                    <a:pt x="110" y="401"/>
                  </a:cubicBezTo>
                  <a:cubicBezTo>
                    <a:pt x="110" y="401"/>
                    <a:pt x="110" y="400"/>
                    <a:pt x="110" y="401"/>
                  </a:cubicBezTo>
                  <a:close/>
                  <a:moveTo>
                    <a:pt x="69" y="513"/>
                  </a:moveTo>
                  <a:cubicBezTo>
                    <a:pt x="69" y="513"/>
                    <a:pt x="70" y="512"/>
                    <a:pt x="70" y="512"/>
                  </a:cubicBezTo>
                  <a:cubicBezTo>
                    <a:pt x="70" y="513"/>
                    <a:pt x="69" y="513"/>
                    <a:pt x="69" y="513"/>
                  </a:cubicBezTo>
                  <a:close/>
                  <a:moveTo>
                    <a:pt x="73" y="498"/>
                  </a:moveTo>
                  <a:cubicBezTo>
                    <a:pt x="73" y="497"/>
                    <a:pt x="74" y="496"/>
                    <a:pt x="75" y="496"/>
                  </a:cubicBezTo>
                  <a:cubicBezTo>
                    <a:pt x="75" y="497"/>
                    <a:pt x="74" y="498"/>
                    <a:pt x="73" y="498"/>
                  </a:cubicBezTo>
                  <a:close/>
                  <a:moveTo>
                    <a:pt x="76" y="499"/>
                  </a:moveTo>
                  <a:cubicBezTo>
                    <a:pt x="76" y="500"/>
                    <a:pt x="77" y="498"/>
                    <a:pt x="76" y="499"/>
                  </a:cubicBezTo>
                  <a:close/>
                  <a:moveTo>
                    <a:pt x="87" y="502"/>
                  </a:moveTo>
                  <a:cubicBezTo>
                    <a:pt x="86" y="500"/>
                    <a:pt x="89" y="499"/>
                    <a:pt x="87" y="502"/>
                  </a:cubicBezTo>
                  <a:close/>
                  <a:moveTo>
                    <a:pt x="100" y="477"/>
                  </a:moveTo>
                  <a:cubicBezTo>
                    <a:pt x="101" y="479"/>
                    <a:pt x="100" y="481"/>
                    <a:pt x="100" y="483"/>
                  </a:cubicBezTo>
                  <a:cubicBezTo>
                    <a:pt x="99" y="481"/>
                    <a:pt x="99" y="479"/>
                    <a:pt x="100" y="477"/>
                  </a:cubicBezTo>
                  <a:close/>
                  <a:moveTo>
                    <a:pt x="100" y="502"/>
                  </a:moveTo>
                  <a:cubicBezTo>
                    <a:pt x="97" y="499"/>
                    <a:pt x="102" y="497"/>
                    <a:pt x="104" y="496"/>
                  </a:cubicBezTo>
                  <a:cubicBezTo>
                    <a:pt x="105" y="499"/>
                    <a:pt x="102" y="505"/>
                    <a:pt x="100" y="502"/>
                  </a:cubicBezTo>
                  <a:close/>
                  <a:moveTo>
                    <a:pt x="144" y="546"/>
                  </a:moveTo>
                  <a:cubicBezTo>
                    <a:pt x="143" y="546"/>
                    <a:pt x="144" y="546"/>
                    <a:pt x="144" y="545"/>
                  </a:cubicBezTo>
                  <a:cubicBezTo>
                    <a:pt x="143" y="542"/>
                    <a:pt x="147" y="545"/>
                    <a:pt x="144" y="546"/>
                  </a:cubicBezTo>
                  <a:close/>
                  <a:moveTo>
                    <a:pt x="196" y="598"/>
                  </a:moveTo>
                  <a:cubicBezTo>
                    <a:pt x="196" y="598"/>
                    <a:pt x="198" y="597"/>
                    <a:pt x="198" y="598"/>
                  </a:cubicBezTo>
                  <a:cubicBezTo>
                    <a:pt x="198" y="599"/>
                    <a:pt x="197" y="599"/>
                    <a:pt x="196" y="598"/>
                  </a:cubicBezTo>
                  <a:close/>
                  <a:moveTo>
                    <a:pt x="199" y="607"/>
                  </a:moveTo>
                  <a:cubicBezTo>
                    <a:pt x="198" y="607"/>
                    <a:pt x="198" y="607"/>
                    <a:pt x="198" y="607"/>
                  </a:cubicBezTo>
                  <a:cubicBezTo>
                    <a:pt x="198" y="605"/>
                    <a:pt x="200" y="608"/>
                    <a:pt x="199" y="607"/>
                  </a:cubicBezTo>
                  <a:close/>
                  <a:moveTo>
                    <a:pt x="203" y="609"/>
                  </a:moveTo>
                  <a:cubicBezTo>
                    <a:pt x="203" y="608"/>
                    <a:pt x="205" y="608"/>
                    <a:pt x="205" y="609"/>
                  </a:cubicBezTo>
                  <a:cubicBezTo>
                    <a:pt x="205" y="609"/>
                    <a:pt x="203" y="610"/>
                    <a:pt x="203" y="609"/>
                  </a:cubicBezTo>
                  <a:close/>
                  <a:moveTo>
                    <a:pt x="208" y="600"/>
                  </a:moveTo>
                  <a:cubicBezTo>
                    <a:pt x="207" y="600"/>
                    <a:pt x="209" y="600"/>
                    <a:pt x="209" y="600"/>
                  </a:cubicBezTo>
                  <a:cubicBezTo>
                    <a:pt x="209" y="601"/>
                    <a:pt x="208" y="601"/>
                    <a:pt x="208" y="600"/>
                  </a:cubicBezTo>
                  <a:close/>
                  <a:moveTo>
                    <a:pt x="226" y="627"/>
                  </a:moveTo>
                  <a:cubicBezTo>
                    <a:pt x="225" y="627"/>
                    <a:pt x="223" y="627"/>
                    <a:pt x="224" y="625"/>
                  </a:cubicBezTo>
                  <a:cubicBezTo>
                    <a:pt x="225" y="624"/>
                    <a:pt x="229" y="624"/>
                    <a:pt x="229" y="625"/>
                  </a:cubicBezTo>
                  <a:cubicBezTo>
                    <a:pt x="229" y="626"/>
                    <a:pt x="229" y="626"/>
                    <a:pt x="228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8" y="628"/>
                    <a:pt x="227" y="628"/>
                    <a:pt x="226" y="627"/>
                  </a:cubicBezTo>
                  <a:close/>
                  <a:moveTo>
                    <a:pt x="229" y="628"/>
                  </a:moveTo>
                  <a:cubicBezTo>
                    <a:pt x="229" y="628"/>
                    <a:pt x="231" y="628"/>
                    <a:pt x="231" y="628"/>
                  </a:cubicBezTo>
                  <a:cubicBezTo>
                    <a:pt x="231" y="629"/>
                    <a:pt x="229" y="628"/>
                    <a:pt x="229" y="628"/>
                  </a:cubicBezTo>
                  <a:close/>
                  <a:moveTo>
                    <a:pt x="228" y="653"/>
                  </a:moveTo>
                  <a:cubicBezTo>
                    <a:pt x="228" y="653"/>
                    <a:pt x="228" y="653"/>
                    <a:pt x="228" y="653"/>
                  </a:cubicBezTo>
                  <a:cubicBezTo>
                    <a:pt x="228" y="653"/>
                    <a:pt x="228" y="652"/>
                    <a:pt x="228" y="653"/>
                  </a:cubicBezTo>
                  <a:close/>
                  <a:moveTo>
                    <a:pt x="213" y="659"/>
                  </a:moveTo>
                  <a:cubicBezTo>
                    <a:pt x="213" y="659"/>
                    <a:pt x="213" y="659"/>
                    <a:pt x="213" y="659"/>
                  </a:cubicBezTo>
                  <a:cubicBezTo>
                    <a:pt x="213" y="659"/>
                    <a:pt x="213" y="659"/>
                    <a:pt x="213" y="659"/>
                  </a:cubicBezTo>
                  <a:close/>
                  <a:moveTo>
                    <a:pt x="213" y="659"/>
                  </a:moveTo>
                  <a:cubicBezTo>
                    <a:pt x="214" y="659"/>
                    <a:pt x="213" y="659"/>
                    <a:pt x="213" y="659"/>
                  </a:cubicBezTo>
                  <a:close/>
                  <a:moveTo>
                    <a:pt x="213" y="657"/>
                  </a:moveTo>
                  <a:cubicBezTo>
                    <a:pt x="213" y="656"/>
                    <a:pt x="214" y="656"/>
                    <a:pt x="214" y="656"/>
                  </a:cubicBezTo>
                  <a:cubicBezTo>
                    <a:pt x="215" y="657"/>
                    <a:pt x="214" y="657"/>
                    <a:pt x="213" y="657"/>
                  </a:cubicBezTo>
                  <a:close/>
                  <a:moveTo>
                    <a:pt x="216" y="659"/>
                  </a:moveTo>
                  <a:cubicBezTo>
                    <a:pt x="216" y="658"/>
                    <a:pt x="216" y="657"/>
                    <a:pt x="217" y="658"/>
                  </a:cubicBezTo>
                  <a:cubicBezTo>
                    <a:pt x="216" y="658"/>
                    <a:pt x="218" y="660"/>
                    <a:pt x="218" y="660"/>
                  </a:cubicBezTo>
                  <a:cubicBezTo>
                    <a:pt x="217" y="661"/>
                    <a:pt x="215" y="661"/>
                    <a:pt x="216" y="659"/>
                  </a:cubicBezTo>
                  <a:close/>
                  <a:moveTo>
                    <a:pt x="223" y="655"/>
                  </a:moveTo>
                  <a:cubicBezTo>
                    <a:pt x="222" y="654"/>
                    <a:pt x="224" y="654"/>
                    <a:pt x="224" y="655"/>
                  </a:cubicBezTo>
                  <a:cubicBezTo>
                    <a:pt x="224" y="655"/>
                    <a:pt x="223" y="655"/>
                    <a:pt x="223" y="655"/>
                  </a:cubicBezTo>
                  <a:close/>
                  <a:moveTo>
                    <a:pt x="218" y="655"/>
                  </a:moveTo>
                  <a:cubicBezTo>
                    <a:pt x="217" y="655"/>
                    <a:pt x="214" y="653"/>
                    <a:pt x="215" y="651"/>
                  </a:cubicBezTo>
                  <a:cubicBezTo>
                    <a:pt x="216" y="650"/>
                    <a:pt x="220" y="648"/>
                    <a:pt x="222" y="648"/>
                  </a:cubicBezTo>
                  <a:cubicBezTo>
                    <a:pt x="223" y="649"/>
                    <a:pt x="224" y="649"/>
                    <a:pt x="224" y="650"/>
                  </a:cubicBezTo>
                  <a:cubicBezTo>
                    <a:pt x="224" y="650"/>
                    <a:pt x="226" y="648"/>
                    <a:pt x="225" y="650"/>
                  </a:cubicBezTo>
                  <a:cubicBezTo>
                    <a:pt x="225" y="650"/>
                    <a:pt x="223" y="651"/>
                    <a:pt x="223" y="652"/>
                  </a:cubicBezTo>
                  <a:cubicBezTo>
                    <a:pt x="224" y="652"/>
                    <a:pt x="225" y="651"/>
                    <a:pt x="225" y="652"/>
                  </a:cubicBezTo>
                  <a:cubicBezTo>
                    <a:pt x="224" y="652"/>
                    <a:pt x="221" y="655"/>
                    <a:pt x="218" y="655"/>
                  </a:cubicBezTo>
                  <a:close/>
                  <a:moveTo>
                    <a:pt x="227" y="665"/>
                  </a:moveTo>
                  <a:cubicBezTo>
                    <a:pt x="223" y="666"/>
                    <a:pt x="226" y="661"/>
                    <a:pt x="228" y="662"/>
                  </a:cubicBezTo>
                  <a:cubicBezTo>
                    <a:pt x="229" y="664"/>
                    <a:pt x="228" y="664"/>
                    <a:pt x="227" y="665"/>
                  </a:cubicBezTo>
                  <a:close/>
                  <a:moveTo>
                    <a:pt x="228" y="654"/>
                  </a:moveTo>
                  <a:cubicBezTo>
                    <a:pt x="227" y="653"/>
                    <a:pt x="230" y="655"/>
                    <a:pt x="228" y="654"/>
                  </a:cubicBezTo>
                  <a:close/>
                  <a:moveTo>
                    <a:pt x="229" y="639"/>
                  </a:moveTo>
                  <a:cubicBezTo>
                    <a:pt x="228" y="638"/>
                    <a:pt x="231" y="638"/>
                    <a:pt x="231" y="639"/>
                  </a:cubicBezTo>
                  <a:cubicBezTo>
                    <a:pt x="231" y="639"/>
                    <a:pt x="230" y="640"/>
                    <a:pt x="229" y="639"/>
                  </a:cubicBezTo>
                  <a:close/>
                  <a:moveTo>
                    <a:pt x="215" y="675"/>
                  </a:moveTo>
                  <a:cubicBezTo>
                    <a:pt x="216" y="673"/>
                    <a:pt x="216" y="675"/>
                    <a:pt x="215" y="675"/>
                  </a:cubicBezTo>
                  <a:close/>
                  <a:moveTo>
                    <a:pt x="219" y="676"/>
                  </a:moveTo>
                  <a:cubicBezTo>
                    <a:pt x="220" y="675"/>
                    <a:pt x="221" y="676"/>
                    <a:pt x="223" y="676"/>
                  </a:cubicBezTo>
                  <a:cubicBezTo>
                    <a:pt x="221" y="676"/>
                    <a:pt x="220" y="677"/>
                    <a:pt x="219" y="676"/>
                  </a:cubicBezTo>
                  <a:close/>
                  <a:moveTo>
                    <a:pt x="226" y="676"/>
                  </a:moveTo>
                  <a:cubicBezTo>
                    <a:pt x="226" y="675"/>
                    <a:pt x="228" y="675"/>
                    <a:pt x="228" y="675"/>
                  </a:cubicBezTo>
                  <a:cubicBezTo>
                    <a:pt x="228" y="676"/>
                    <a:pt x="226" y="676"/>
                    <a:pt x="226" y="676"/>
                  </a:cubicBezTo>
                  <a:close/>
                  <a:moveTo>
                    <a:pt x="229" y="676"/>
                  </a:moveTo>
                  <a:cubicBezTo>
                    <a:pt x="229" y="675"/>
                    <a:pt x="230" y="676"/>
                    <a:pt x="230" y="676"/>
                  </a:cubicBezTo>
                  <a:cubicBezTo>
                    <a:pt x="230" y="676"/>
                    <a:pt x="229" y="677"/>
                    <a:pt x="229" y="676"/>
                  </a:cubicBezTo>
                  <a:close/>
                  <a:moveTo>
                    <a:pt x="234" y="679"/>
                  </a:moveTo>
                  <a:cubicBezTo>
                    <a:pt x="234" y="678"/>
                    <a:pt x="235" y="678"/>
                    <a:pt x="235" y="678"/>
                  </a:cubicBezTo>
                  <a:cubicBezTo>
                    <a:pt x="236" y="679"/>
                    <a:pt x="234" y="679"/>
                    <a:pt x="234" y="679"/>
                  </a:cubicBezTo>
                  <a:close/>
                  <a:moveTo>
                    <a:pt x="248" y="692"/>
                  </a:moveTo>
                  <a:cubicBezTo>
                    <a:pt x="248" y="691"/>
                    <a:pt x="250" y="691"/>
                    <a:pt x="250" y="691"/>
                  </a:cubicBezTo>
                  <a:cubicBezTo>
                    <a:pt x="251" y="692"/>
                    <a:pt x="249" y="692"/>
                    <a:pt x="248" y="692"/>
                  </a:cubicBezTo>
                  <a:close/>
                  <a:moveTo>
                    <a:pt x="349" y="41"/>
                  </a:moveTo>
                  <a:cubicBezTo>
                    <a:pt x="348" y="41"/>
                    <a:pt x="345" y="42"/>
                    <a:pt x="344" y="41"/>
                  </a:cubicBezTo>
                  <a:cubicBezTo>
                    <a:pt x="344" y="40"/>
                    <a:pt x="348" y="40"/>
                    <a:pt x="349" y="41"/>
                  </a:cubicBezTo>
                  <a:close/>
                  <a:moveTo>
                    <a:pt x="343" y="7"/>
                  </a:moveTo>
                  <a:cubicBezTo>
                    <a:pt x="344" y="6"/>
                    <a:pt x="345" y="8"/>
                    <a:pt x="343" y="7"/>
                  </a:cubicBezTo>
                  <a:close/>
                  <a:moveTo>
                    <a:pt x="342" y="38"/>
                  </a:moveTo>
                  <a:cubicBezTo>
                    <a:pt x="341" y="38"/>
                    <a:pt x="340" y="37"/>
                    <a:pt x="339" y="38"/>
                  </a:cubicBezTo>
                  <a:cubicBezTo>
                    <a:pt x="339" y="37"/>
                    <a:pt x="341" y="37"/>
                    <a:pt x="342" y="38"/>
                  </a:cubicBezTo>
                  <a:close/>
                  <a:moveTo>
                    <a:pt x="335" y="37"/>
                  </a:moveTo>
                  <a:cubicBezTo>
                    <a:pt x="336" y="36"/>
                    <a:pt x="337" y="39"/>
                    <a:pt x="335" y="37"/>
                  </a:cubicBezTo>
                  <a:close/>
                  <a:moveTo>
                    <a:pt x="336" y="97"/>
                  </a:move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5" y="96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lose/>
                  <a:moveTo>
                    <a:pt x="316" y="49"/>
                  </a:moveTo>
                  <a:cubicBezTo>
                    <a:pt x="316" y="49"/>
                    <a:pt x="313" y="50"/>
                    <a:pt x="313" y="49"/>
                  </a:cubicBezTo>
                  <a:cubicBezTo>
                    <a:pt x="312" y="49"/>
                    <a:pt x="315" y="48"/>
                    <a:pt x="316" y="49"/>
                  </a:cubicBezTo>
                  <a:close/>
                  <a:moveTo>
                    <a:pt x="321" y="108"/>
                  </a:moveTo>
                  <a:cubicBezTo>
                    <a:pt x="319" y="109"/>
                    <a:pt x="315" y="112"/>
                    <a:pt x="311" y="111"/>
                  </a:cubicBezTo>
                  <a:cubicBezTo>
                    <a:pt x="314" y="109"/>
                    <a:pt x="317" y="109"/>
                    <a:pt x="321" y="108"/>
                  </a:cubicBezTo>
                  <a:close/>
                  <a:moveTo>
                    <a:pt x="320" y="636"/>
                  </a:moveTo>
                  <a:cubicBezTo>
                    <a:pt x="319" y="636"/>
                    <a:pt x="320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lose/>
                  <a:moveTo>
                    <a:pt x="319" y="620"/>
                  </a:moveTo>
                  <a:cubicBezTo>
                    <a:pt x="319" y="620"/>
                    <a:pt x="318" y="620"/>
                    <a:pt x="317" y="620"/>
                  </a:cubicBezTo>
                  <a:cubicBezTo>
                    <a:pt x="318" y="620"/>
                    <a:pt x="319" y="619"/>
                    <a:pt x="319" y="620"/>
                  </a:cubicBezTo>
                  <a:close/>
                  <a:moveTo>
                    <a:pt x="318" y="614"/>
                  </a:moveTo>
                  <a:cubicBezTo>
                    <a:pt x="317" y="613"/>
                    <a:pt x="319" y="615"/>
                    <a:pt x="318" y="614"/>
                  </a:cubicBezTo>
                  <a:close/>
                  <a:moveTo>
                    <a:pt x="313" y="137"/>
                  </a:moveTo>
                  <a:cubicBezTo>
                    <a:pt x="312" y="140"/>
                    <a:pt x="312" y="135"/>
                    <a:pt x="312" y="137"/>
                  </a:cubicBezTo>
                  <a:cubicBezTo>
                    <a:pt x="312" y="137"/>
                    <a:pt x="313" y="137"/>
                    <a:pt x="313" y="137"/>
                  </a:cubicBezTo>
                  <a:close/>
                  <a:moveTo>
                    <a:pt x="311" y="41"/>
                  </a:moveTo>
                  <a:cubicBezTo>
                    <a:pt x="310" y="42"/>
                    <a:pt x="309" y="40"/>
                    <a:pt x="311" y="41"/>
                  </a:cubicBezTo>
                  <a:close/>
                  <a:moveTo>
                    <a:pt x="309" y="527"/>
                  </a:moveTo>
                  <a:cubicBezTo>
                    <a:pt x="309" y="528"/>
                    <a:pt x="306" y="529"/>
                    <a:pt x="306" y="527"/>
                  </a:cubicBezTo>
                  <a:cubicBezTo>
                    <a:pt x="306" y="525"/>
                    <a:pt x="309" y="526"/>
                    <a:pt x="309" y="527"/>
                  </a:cubicBezTo>
                  <a:close/>
                  <a:moveTo>
                    <a:pt x="307" y="61"/>
                  </a:moveTo>
                  <a:cubicBezTo>
                    <a:pt x="306" y="60"/>
                    <a:pt x="308" y="61"/>
                    <a:pt x="307" y="61"/>
                  </a:cubicBezTo>
                  <a:close/>
                  <a:moveTo>
                    <a:pt x="293" y="53"/>
                  </a:moveTo>
                  <a:cubicBezTo>
                    <a:pt x="298" y="52"/>
                    <a:pt x="304" y="52"/>
                    <a:pt x="309" y="51"/>
                  </a:cubicBezTo>
                  <a:cubicBezTo>
                    <a:pt x="304" y="53"/>
                    <a:pt x="299" y="53"/>
                    <a:pt x="293" y="53"/>
                  </a:cubicBezTo>
                  <a:close/>
                  <a:moveTo>
                    <a:pt x="282" y="662"/>
                  </a:moveTo>
                  <a:cubicBezTo>
                    <a:pt x="281" y="662"/>
                    <a:pt x="279" y="663"/>
                    <a:pt x="277" y="663"/>
                  </a:cubicBezTo>
                  <a:cubicBezTo>
                    <a:pt x="279" y="662"/>
                    <a:pt x="281" y="661"/>
                    <a:pt x="282" y="662"/>
                  </a:cubicBezTo>
                  <a:close/>
                  <a:moveTo>
                    <a:pt x="278" y="582"/>
                  </a:moveTo>
                  <a:cubicBezTo>
                    <a:pt x="278" y="581"/>
                    <a:pt x="280" y="581"/>
                    <a:pt x="279" y="582"/>
                  </a:cubicBezTo>
                  <a:cubicBezTo>
                    <a:pt x="279" y="582"/>
                    <a:pt x="279" y="582"/>
                    <a:pt x="278" y="582"/>
                  </a:cubicBezTo>
                  <a:close/>
                  <a:moveTo>
                    <a:pt x="282" y="582"/>
                  </a:moveTo>
                  <a:cubicBezTo>
                    <a:pt x="282" y="582"/>
                    <a:pt x="280" y="583"/>
                    <a:pt x="280" y="581"/>
                  </a:cubicBezTo>
                  <a:cubicBezTo>
                    <a:pt x="280" y="580"/>
                    <a:pt x="282" y="581"/>
                    <a:pt x="282" y="582"/>
                  </a:cubicBezTo>
                  <a:close/>
                  <a:moveTo>
                    <a:pt x="281" y="574"/>
                  </a:moveTo>
                  <a:cubicBezTo>
                    <a:pt x="281" y="575"/>
                    <a:pt x="280" y="575"/>
                    <a:pt x="280" y="574"/>
                  </a:cubicBezTo>
                  <a:cubicBezTo>
                    <a:pt x="279" y="574"/>
                    <a:pt x="281" y="573"/>
                    <a:pt x="281" y="574"/>
                  </a:cubicBezTo>
                  <a:close/>
                  <a:moveTo>
                    <a:pt x="294" y="551"/>
                  </a:moveTo>
                  <a:cubicBezTo>
                    <a:pt x="291" y="553"/>
                    <a:pt x="287" y="555"/>
                    <a:pt x="285" y="556"/>
                  </a:cubicBezTo>
                  <a:cubicBezTo>
                    <a:pt x="285" y="556"/>
                    <a:pt x="283" y="557"/>
                    <a:pt x="284" y="556"/>
                  </a:cubicBezTo>
                  <a:cubicBezTo>
                    <a:pt x="286" y="553"/>
                    <a:pt x="291" y="553"/>
                    <a:pt x="294" y="551"/>
                  </a:cubicBezTo>
                  <a:close/>
                  <a:moveTo>
                    <a:pt x="286" y="536"/>
                  </a:moveTo>
                  <a:cubicBezTo>
                    <a:pt x="286" y="535"/>
                    <a:pt x="286" y="536"/>
                    <a:pt x="286" y="536"/>
                  </a:cubicBezTo>
                  <a:cubicBezTo>
                    <a:pt x="285" y="536"/>
                    <a:pt x="286" y="535"/>
                    <a:pt x="286" y="536"/>
                  </a:cubicBezTo>
                  <a:close/>
                  <a:moveTo>
                    <a:pt x="287" y="536"/>
                  </a:moveTo>
                  <a:cubicBezTo>
                    <a:pt x="287" y="534"/>
                    <a:pt x="289" y="534"/>
                    <a:pt x="289" y="536"/>
                  </a:cubicBezTo>
                  <a:cubicBezTo>
                    <a:pt x="289" y="537"/>
                    <a:pt x="287" y="536"/>
                    <a:pt x="287" y="536"/>
                  </a:cubicBezTo>
                  <a:close/>
                  <a:moveTo>
                    <a:pt x="290" y="512"/>
                  </a:moveTo>
                  <a:cubicBezTo>
                    <a:pt x="291" y="510"/>
                    <a:pt x="293" y="509"/>
                    <a:pt x="294" y="508"/>
                  </a:cubicBezTo>
                  <a:cubicBezTo>
                    <a:pt x="294" y="509"/>
                    <a:pt x="292" y="510"/>
                    <a:pt x="290" y="512"/>
                  </a:cubicBezTo>
                  <a:close/>
                  <a:moveTo>
                    <a:pt x="290" y="550"/>
                  </a:moveTo>
                  <a:cubicBezTo>
                    <a:pt x="290" y="549"/>
                    <a:pt x="291" y="548"/>
                    <a:pt x="292" y="549"/>
                  </a:cubicBezTo>
                  <a:cubicBezTo>
                    <a:pt x="292" y="550"/>
                    <a:pt x="290" y="551"/>
                    <a:pt x="290" y="550"/>
                  </a:cubicBezTo>
                  <a:close/>
                  <a:moveTo>
                    <a:pt x="287" y="638"/>
                  </a:moveTo>
                  <a:cubicBezTo>
                    <a:pt x="288" y="637"/>
                    <a:pt x="289" y="637"/>
                    <a:pt x="290" y="637"/>
                  </a:cubicBezTo>
                  <a:cubicBezTo>
                    <a:pt x="289" y="637"/>
                    <a:pt x="288" y="638"/>
                    <a:pt x="287" y="638"/>
                  </a:cubicBezTo>
                  <a:close/>
                  <a:moveTo>
                    <a:pt x="290" y="640"/>
                  </a:moveTo>
                  <a:cubicBezTo>
                    <a:pt x="289" y="641"/>
                    <a:pt x="288" y="640"/>
                    <a:pt x="287" y="641"/>
                  </a:cubicBezTo>
                  <a:cubicBezTo>
                    <a:pt x="287" y="640"/>
                    <a:pt x="289" y="639"/>
                    <a:pt x="290" y="640"/>
                  </a:cubicBezTo>
                  <a:close/>
                  <a:moveTo>
                    <a:pt x="292" y="594"/>
                  </a:moveTo>
                  <a:cubicBezTo>
                    <a:pt x="292" y="595"/>
                    <a:pt x="288" y="596"/>
                    <a:pt x="288" y="593"/>
                  </a:cubicBezTo>
                  <a:cubicBezTo>
                    <a:pt x="288" y="591"/>
                    <a:pt x="292" y="592"/>
                    <a:pt x="292" y="594"/>
                  </a:cubicBezTo>
                  <a:close/>
                  <a:moveTo>
                    <a:pt x="288" y="573"/>
                  </a:moveTo>
                  <a:cubicBezTo>
                    <a:pt x="288" y="572"/>
                    <a:pt x="290" y="571"/>
                    <a:pt x="291" y="571"/>
                  </a:cubicBezTo>
                  <a:cubicBezTo>
                    <a:pt x="290" y="572"/>
                    <a:pt x="289" y="572"/>
                    <a:pt x="288" y="573"/>
                  </a:cubicBezTo>
                  <a:close/>
                  <a:moveTo>
                    <a:pt x="292" y="571"/>
                  </a:moveTo>
                  <a:cubicBezTo>
                    <a:pt x="292" y="570"/>
                    <a:pt x="293" y="569"/>
                    <a:pt x="294" y="570"/>
                  </a:cubicBezTo>
                  <a:cubicBezTo>
                    <a:pt x="294" y="571"/>
                    <a:pt x="292" y="571"/>
                    <a:pt x="292" y="571"/>
                  </a:cubicBezTo>
                  <a:close/>
                  <a:moveTo>
                    <a:pt x="293" y="594"/>
                  </a:moveTo>
                  <a:cubicBezTo>
                    <a:pt x="293" y="596"/>
                    <a:pt x="291" y="595"/>
                    <a:pt x="293" y="594"/>
                  </a:cubicBezTo>
                  <a:close/>
                  <a:moveTo>
                    <a:pt x="291" y="595"/>
                  </a:moveTo>
                  <a:cubicBezTo>
                    <a:pt x="290" y="597"/>
                    <a:pt x="288" y="596"/>
                    <a:pt x="291" y="595"/>
                  </a:cubicBezTo>
                  <a:close/>
                  <a:moveTo>
                    <a:pt x="290" y="625"/>
                  </a:moveTo>
                  <a:cubicBezTo>
                    <a:pt x="291" y="626"/>
                    <a:pt x="290" y="625"/>
                    <a:pt x="290" y="625"/>
                  </a:cubicBezTo>
                  <a:cubicBezTo>
                    <a:pt x="290" y="625"/>
                    <a:pt x="290" y="625"/>
                    <a:pt x="290" y="625"/>
                  </a:cubicBezTo>
                  <a:close/>
                  <a:moveTo>
                    <a:pt x="289" y="602"/>
                  </a:moveTo>
                  <a:cubicBezTo>
                    <a:pt x="289" y="601"/>
                    <a:pt x="292" y="601"/>
                    <a:pt x="293" y="601"/>
                  </a:cubicBezTo>
                  <a:cubicBezTo>
                    <a:pt x="292" y="602"/>
                    <a:pt x="290" y="602"/>
                    <a:pt x="289" y="602"/>
                  </a:cubicBezTo>
                  <a:close/>
                  <a:moveTo>
                    <a:pt x="291" y="634"/>
                  </a:moveTo>
                  <a:cubicBezTo>
                    <a:pt x="292" y="634"/>
                    <a:pt x="293" y="634"/>
                    <a:pt x="292" y="635"/>
                  </a:cubicBezTo>
                  <a:cubicBezTo>
                    <a:pt x="292" y="636"/>
                    <a:pt x="291" y="635"/>
                    <a:pt x="291" y="634"/>
                  </a:cubicBezTo>
                  <a:close/>
                  <a:moveTo>
                    <a:pt x="295" y="635"/>
                  </a:moveTo>
                  <a:cubicBezTo>
                    <a:pt x="294" y="636"/>
                    <a:pt x="293" y="637"/>
                    <a:pt x="291" y="636"/>
                  </a:cubicBezTo>
                  <a:cubicBezTo>
                    <a:pt x="292" y="636"/>
                    <a:pt x="294" y="636"/>
                    <a:pt x="295" y="635"/>
                  </a:cubicBezTo>
                  <a:close/>
                  <a:moveTo>
                    <a:pt x="293" y="583"/>
                  </a:moveTo>
                  <a:cubicBezTo>
                    <a:pt x="293" y="583"/>
                    <a:pt x="294" y="583"/>
                    <a:pt x="294" y="583"/>
                  </a:cubicBezTo>
                  <a:cubicBezTo>
                    <a:pt x="295" y="584"/>
                    <a:pt x="293" y="585"/>
                    <a:pt x="293" y="583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538"/>
                  </a:moveTo>
                  <a:cubicBezTo>
                    <a:pt x="283" y="538"/>
                    <a:pt x="284" y="537"/>
                    <a:pt x="284" y="537"/>
                  </a:cubicBezTo>
                  <a:cubicBezTo>
                    <a:pt x="285" y="537"/>
                    <a:pt x="284" y="538"/>
                    <a:pt x="284" y="538"/>
                  </a:cubicBezTo>
                  <a:close/>
                  <a:moveTo>
                    <a:pt x="285" y="588"/>
                  </a:moveTo>
                  <a:cubicBezTo>
                    <a:pt x="284" y="589"/>
                    <a:pt x="283" y="589"/>
                    <a:pt x="282" y="590"/>
                  </a:cubicBezTo>
                  <a:cubicBezTo>
                    <a:pt x="282" y="590"/>
                    <a:pt x="284" y="588"/>
                    <a:pt x="285" y="588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612"/>
                  </a:moveTo>
                  <a:cubicBezTo>
                    <a:pt x="281" y="614"/>
                    <a:pt x="281" y="612"/>
                    <a:pt x="284" y="612"/>
                  </a:cubicBezTo>
                  <a:close/>
                  <a:moveTo>
                    <a:pt x="283" y="648"/>
                  </a:moveTo>
                  <a:cubicBezTo>
                    <a:pt x="284" y="645"/>
                    <a:pt x="286" y="647"/>
                    <a:pt x="283" y="648"/>
                  </a:cubicBezTo>
                  <a:close/>
                  <a:moveTo>
                    <a:pt x="287" y="661"/>
                  </a:moveTo>
                  <a:cubicBezTo>
                    <a:pt x="287" y="661"/>
                    <a:pt x="285" y="662"/>
                    <a:pt x="284" y="662"/>
                  </a:cubicBezTo>
                  <a:cubicBezTo>
                    <a:pt x="284" y="661"/>
                    <a:pt x="287" y="660"/>
                    <a:pt x="287" y="661"/>
                  </a:cubicBezTo>
                  <a:close/>
                  <a:moveTo>
                    <a:pt x="288" y="667"/>
                  </a:moveTo>
                  <a:cubicBezTo>
                    <a:pt x="288" y="668"/>
                    <a:pt x="286" y="668"/>
                    <a:pt x="286" y="667"/>
                  </a:cubicBezTo>
                  <a:cubicBezTo>
                    <a:pt x="285" y="666"/>
                    <a:pt x="288" y="666"/>
                    <a:pt x="288" y="667"/>
                  </a:cubicBezTo>
                  <a:close/>
                  <a:moveTo>
                    <a:pt x="287" y="650"/>
                  </a:moveTo>
                  <a:cubicBezTo>
                    <a:pt x="287" y="648"/>
                    <a:pt x="290" y="647"/>
                    <a:pt x="291" y="649"/>
                  </a:cubicBezTo>
                  <a:cubicBezTo>
                    <a:pt x="295" y="653"/>
                    <a:pt x="286" y="654"/>
                    <a:pt x="287" y="650"/>
                  </a:cubicBezTo>
                  <a:close/>
                  <a:moveTo>
                    <a:pt x="292" y="691"/>
                  </a:moveTo>
                  <a:cubicBezTo>
                    <a:pt x="292" y="691"/>
                    <a:pt x="292" y="691"/>
                    <a:pt x="292" y="691"/>
                  </a:cubicBezTo>
                  <a:cubicBezTo>
                    <a:pt x="292" y="689"/>
                    <a:pt x="294" y="692"/>
                    <a:pt x="292" y="691"/>
                  </a:cubicBezTo>
                  <a:close/>
                  <a:moveTo>
                    <a:pt x="292" y="646"/>
                  </a:moveTo>
                  <a:cubicBezTo>
                    <a:pt x="290" y="644"/>
                    <a:pt x="297" y="643"/>
                    <a:pt x="294" y="646"/>
                  </a:cubicBezTo>
                  <a:cubicBezTo>
                    <a:pt x="294" y="646"/>
                    <a:pt x="293" y="646"/>
                    <a:pt x="292" y="646"/>
                  </a:cubicBezTo>
                  <a:close/>
                  <a:moveTo>
                    <a:pt x="294" y="600"/>
                  </a:moveTo>
                  <a:cubicBezTo>
                    <a:pt x="294" y="600"/>
                    <a:pt x="296" y="599"/>
                    <a:pt x="297" y="599"/>
                  </a:cubicBezTo>
                  <a:cubicBezTo>
                    <a:pt x="296" y="600"/>
                    <a:pt x="295" y="600"/>
                    <a:pt x="294" y="600"/>
                  </a:cubicBezTo>
                  <a:close/>
                  <a:moveTo>
                    <a:pt x="293" y="530"/>
                  </a:moveTo>
                  <a:cubicBezTo>
                    <a:pt x="294" y="529"/>
                    <a:pt x="296" y="528"/>
                    <a:pt x="297" y="530"/>
                  </a:cubicBezTo>
                  <a:cubicBezTo>
                    <a:pt x="298" y="532"/>
                    <a:pt x="293" y="534"/>
                    <a:pt x="293" y="530"/>
                  </a:cubicBezTo>
                  <a:close/>
                  <a:moveTo>
                    <a:pt x="303" y="581"/>
                  </a:moveTo>
                  <a:cubicBezTo>
                    <a:pt x="303" y="584"/>
                    <a:pt x="298" y="584"/>
                    <a:pt x="297" y="581"/>
                  </a:cubicBezTo>
                  <a:cubicBezTo>
                    <a:pt x="297" y="578"/>
                    <a:pt x="303" y="579"/>
                    <a:pt x="303" y="581"/>
                  </a:cubicBezTo>
                  <a:close/>
                  <a:moveTo>
                    <a:pt x="298" y="504"/>
                  </a:moveTo>
                  <a:cubicBezTo>
                    <a:pt x="298" y="503"/>
                    <a:pt x="300" y="504"/>
                    <a:pt x="298" y="504"/>
                  </a:cubicBezTo>
                  <a:close/>
                  <a:moveTo>
                    <a:pt x="300" y="102"/>
                  </a:moveTo>
                  <a:cubicBezTo>
                    <a:pt x="298" y="103"/>
                    <a:pt x="297" y="101"/>
                    <a:pt x="300" y="102"/>
                  </a:cubicBezTo>
                  <a:close/>
                  <a:moveTo>
                    <a:pt x="299" y="578"/>
                  </a:moveTo>
                  <a:cubicBezTo>
                    <a:pt x="299" y="578"/>
                    <a:pt x="298" y="579"/>
                    <a:pt x="298" y="578"/>
                  </a:cubicBezTo>
                  <a:cubicBezTo>
                    <a:pt x="297" y="577"/>
                    <a:pt x="300" y="577"/>
                    <a:pt x="299" y="578"/>
                  </a:cubicBezTo>
                  <a:close/>
                  <a:moveTo>
                    <a:pt x="303" y="67"/>
                  </a:moveTo>
                  <a:cubicBezTo>
                    <a:pt x="302" y="69"/>
                    <a:pt x="302" y="67"/>
                    <a:pt x="303" y="67"/>
                  </a:cubicBezTo>
                  <a:close/>
                  <a:moveTo>
                    <a:pt x="304" y="592"/>
                  </a:moveTo>
                  <a:cubicBezTo>
                    <a:pt x="304" y="593"/>
                    <a:pt x="301" y="593"/>
                    <a:pt x="300" y="594"/>
                  </a:cubicBezTo>
                  <a:cubicBezTo>
                    <a:pt x="301" y="593"/>
                    <a:pt x="303" y="592"/>
                    <a:pt x="304" y="592"/>
                  </a:cubicBezTo>
                  <a:close/>
                  <a:moveTo>
                    <a:pt x="304" y="660"/>
                  </a:moveTo>
                  <a:cubicBezTo>
                    <a:pt x="304" y="661"/>
                    <a:pt x="304" y="662"/>
                    <a:pt x="304" y="662"/>
                  </a:cubicBezTo>
                  <a:cubicBezTo>
                    <a:pt x="302" y="664"/>
                    <a:pt x="301" y="659"/>
                    <a:pt x="304" y="660"/>
                  </a:cubicBezTo>
                  <a:close/>
                  <a:moveTo>
                    <a:pt x="308" y="41"/>
                  </a:moveTo>
                  <a:cubicBezTo>
                    <a:pt x="308" y="41"/>
                    <a:pt x="307" y="42"/>
                    <a:pt x="307" y="42"/>
                  </a:cubicBezTo>
                  <a:cubicBezTo>
                    <a:pt x="306" y="42"/>
                    <a:pt x="307" y="41"/>
                    <a:pt x="308" y="41"/>
                  </a:cubicBezTo>
                  <a:close/>
                  <a:moveTo>
                    <a:pt x="298" y="26"/>
                  </a:moveTo>
                  <a:cubicBezTo>
                    <a:pt x="300" y="25"/>
                    <a:pt x="300" y="27"/>
                    <a:pt x="298" y="26"/>
                  </a:cubicBezTo>
                  <a:close/>
                  <a:moveTo>
                    <a:pt x="299" y="30"/>
                  </a:moveTo>
                  <a:cubicBezTo>
                    <a:pt x="297" y="31"/>
                    <a:pt x="295" y="30"/>
                    <a:pt x="293" y="30"/>
                  </a:cubicBezTo>
                  <a:cubicBezTo>
                    <a:pt x="295" y="29"/>
                    <a:pt x="297" y="29"/>
                    <a:pt x="299" y="30"/>
                  </a:cubicBezTo>
                  <a:close/>
                  <a:moveTo>
                    <a:pt x="291" y="53"/>
                  </a:moveTo>
                  <a:cubicBezTo>
                    <a:pt x="287" y="54"/>
                    <a:pt x="283" y="55"/>
                    <a:pt x="279" y="55"/>
                  </a:cubicBezTo>
                  <a:cubicBezTo>
                    <a:pt x="283" y="54"/>
                    <a:pt x="287" y="53"/>
                    <a:pt x="291" y="53"/>
                  </a:cubicBezTo>
                  <a:close/>
                  <a:moveTo>
                    <a:pt x="288" y="513"/>
                  </a:moveTo>
                  <a:cubicBezTo>
                    <a:pt x="287" y="513"/>
                    <a:pt x="290" y="512"/>
                    <a:pt x="289" y="512"/>
                  </a:cubicBezTo>
                  <a:cubicBezTo>
                    <a:pt x="290" y="512"/>
                    <a:pt x="289" y="514"/>
                    <a:pt x="288" y="513"/>
                  </a:cubicBezTo>
                  <a:close/>
                  <a:moveTo>
                    <a:pt x="282" y="526"/>
                  </a:moveTo>
                  <a:cubicBezTo>
                    <a:pt x="282" y="526"/>
                    <a:pt x="281" y="527"/>
                    <a:pt x="280" y="526"/>
                  </a:cubicBezTo>
                  <a:cubicBezTo>
                    <a:pt x="280" y="526"/>
                    <a:pt x="282" y="525"/>
                    <a:pt x="282" y="526"/>
                  </a:cubicBezTo>
                  <a:close/>
                  <a:moveTo>
                    <a:pt x="286" y="526"/>
                  </a:moveTo>
                  <a:cubicBezTo>
                    <a:pt x="286" y="526"/>
                    <a:pt x="291" y="524"/>
                    <a:pt x="290" y="526"/>
                  </a:cubicBezTo>
                  <a:cubicBezTo>
                    <a:pt x="290" y="527"/>
                    <a:pt x="285" y="527"/>
                    <a:pt x="284" y="527"/>
                  </a:cubicBezTo>
                  <a:cubicBezTo>
                    <a:pt x="281" y="527"/>
                    <a:pt x="278" y="530"/>
                    <a:pt x="275" y="529"/>
                  </a:cubicBezTo>
                  <a:cubicBezTo>
                    <a:pt x="276" y="527"/>
                    <a:pt x="284" y="527"/>
                    <a:pt x="286" y="526"/>
                  </a:cubicBezTo>
                  <a:close/>
                  <a:moveTo>
                    <a:pt x="277" y="694"/>
                  </a:moveTo>
                  <a:cubicBezTo>
                    <a:pt x="277" y="695"/>
                    <a:pt x="275" y="695"/>
                    <a:pt x="275" y="694"/>
                  </a:cubicBezTo>
                  <a:cubicBezTo>
                    <a:pt x="275" y="693"/>
                    <a:pt x="277" y="694"/>
                    <a:pt x="277" y="694"/>
                  </a:cubicBezTo>
                  <a:close/>
                  <a:moveTo>
                    <a:pt x="266" y="653"/>
                  </a:moveTo>
                  <a:cubicBezTo>
                    <a:pt x="266" y="653"/>
                    <a:pt x="266" y="652"/>
                    <a:pt x="266" y="651"/>
                  </a:cubicBezTo>
                  <a:cubicBezTo>
                    <a:pt x="267" y="648"/>
                    <a:pt x="270" y="649"/>
                    <a:pt x="271" y="650"/>
                  </a:cubicBezTo>
                  <a:cubicBezTo>
                    <a:pt x="271" y="650"/>
                    <a:pt x="271" y="650"/>
                    <a:pt x="271" y="650"/>
                  </a:cubicBezTo>
                  <a:cubicBezTo>
                    <a:pt x="271" y="650"/>
                    <a:pt x="271" y="650"/>
                    <a:pt x="272" y="650"/>
                  </a:cubicBezTo>
                  <a:cubicBezTo>
                    <a:pt x="275" y="651"/>
                    <a:pt x="270" y="659"/>
                    <a:pt x="266" y="653"/>
                  </a:cubicBezTo>
                  <a:close/>
                  <a:moveTo>
                    <a:pt x="268" y="657"/>
                  </a:moveTo>
                  <a:cubicBezTo>
                    <a:pt x="267" y="656"/>
                    <a:pt x="269" y="657"/>
                    <a:pt x="268" y="657"/>
                  </a:cubicBezTo>
                  <a:close/>
                  <a:moveTo>
                    <a:pt x="264" y="633"/>
                  </a:moveTo>
                  <a:cubicBezTo>
                    <a:pt x="263" y="633"/>
                    <a:pt x="264" y="632"/>
                    <a:pt x="265" y="632"/>
                  </a:cubicBezTo>
                  <a:cubicBezTo>
                    <a:pt x="265" y="633"/>
                    <a:pt x="264" y="632"/>
                    <a:pt x="264" y="633"/>
                  </a:cubicBezTo>
                  <a:close/>
                  <a:moveTo>
                    <a:pt x="263" y="663"/>
                  </a:moveTo>
                  <a:cubicBezTo>
                    <a:pt x="265" y="662"/>
                    <a:pt x="265" y="664"/>
                    <a:pt x="263" y="663"/>
                  </a:cubicBezTo>
                  <a:close/>
                  <a:moveTo>
                    <a:pt x="265" y="623"/>
                  </a:moveTo>
                  <a:cubicBezTo>
                    <a:pt x="267" y="623"/>
                    <a:pt x="269" y="624"/>
                    <a:pt x="269" y="627"/>
                  </a:cubicBezTo>
                  <a:cubicBezTo>
                    <a:pt x="268" y="625"/>
                    <a:pt x="267" y="628"/>
                    <a:pt x="265" y="629"/>
                  </a:cubicBezTo>
                  <a:cubicBezTo>
                    <a:pt x="258" y="631"/>
                    <a:pt x="258" y="621"/>
                    <a:pt x="265" y="623"/>
                  </a:cubicBezTo>
                  <a:close/>
                  <a:moveTo>
                    <a:pt x="271" y="560"/>
                  </a:moveTo>
                  <a:cubicBezTo>
                    <a:pt x="272" y="561"/>
                    <a:pt x="269" y="562"/>
                    <a:pt x="269" y="561"/>
                  </a:cubicBezTo>
                  <a:cubicBezTo>
                    <a:pt x="269" y="560"/>
                    <a:pt x="271" y="559"/>
                    <a:pt x="271" y="560"/>
                  </a:cubicBezTo>
                  <a:close/>
                  <a:moveTo>
                    <a:pt x="271" y="507"/>
                  </a:moveTo>
                  <a:cubicBezTo>
                    <a:pt x="271" y="505"/>
                    <a:pt x="271" y="509"/>
                    <a:pt x="271" y="507"/>
                  </a:cubicBezTo>
                  <a:close/>
                  <a:moveTo>
                    <a:pt x="273" y="532"/>
                  </a:moveTo>
                  <a:cubicBezTo>
                    <a:pt x="273" y="532"/>
                    <a:pt x="273" y="533"/>
                    <a:pt x="273" y="533"/>
                  </a:cubicBezTo>
                  <a:cubicBezTo>
                    <a:pt x="270" y="531"/>
                    <a:pt x="277" y="530"/>
                    <a:pt x="273" y="532"/>
                  </a:cubicBezTo>
                  <a:close/>
                  <a:moveTo>
                    <a:pt x="273" y="556"/>
                  </a:moveTo>
                  <a:cubicBezTo>
                    <a:pt x="273" y="555"/>
                    <a:pt x="274" y="555"/>
                    <a:pt x="274" y="555"/>
                  </a:cubicBezTo>
                  <a:cubicBezTo>
                    <a:pt x="277" y="555"/>
                    <a:pt x="274" y="558"/>
                    <a:pt x="273" y="556"/>
                  </a:cubicBezTo>
                  <a:close/>
                  <a:moveTo>
                    <a:pt x="270" y="624"/>
                  </a:moveTo>
                  <a:cubicBezTo>
                    <a:pt x="270" y="624"/>
                    <a:pt x="269" y="624"/>
                    <a:pt x="269" y="624"/>
                  </a:cubicBezTo>
                  <a:cubicBezTo>
                    <a:pt x="269" y="623"/>
                    <a:pt x="271" y="623"/>
                    <a:pt x="270" y="624"/>
                  </a:cubicBezTo>
                  <a:close/>
                  <a:moveTo>
                    <a:pt x="266" y="617"/>
                  </a:moveTo>
                  <a:cubicBezTo>
                    <a:pt x="266" y="615"/>
                    <a:pt x="269" y="616"/>
                    <a:pt x="269" y="617"/>
                  </a:cubicBezTo>
                  <a:cubicBezTo>
                    <a:pt x="269" y="618"/>
                    <a:pt x="267" y="618"/>
                    <a:pt x="266" y="617"/>
                  </a:cubicBezTo>
                  <a:close/>
                  <a:moveTo>
                    <a:pt x="271" y="647"/>
                  </a:moveTo>
                  <a:cubicBezTo>
                    <a:pt x="271" y="648"/>
                    <a:pt x="269" y="648"/>
                    <a:pt x="269" y="647"/>
                  </a:cubicBezTo>
                  <a:cubicBezTo>
                    <a:pt x="269" y="647"/>
                    <a:pt x="270" y="646"/>
                    <a:pt x="271" y="647"/>
                  </a:cubicBezTo>
                  <a:close/>
                  <a:moveTo>
                    <a:pt x="270" y="628"/>
                  </a:moveTo>
                  <a:cubicBezTo>
                    <a:pt x="270" y="627"/>
                    <a:pt x="273" y="626"/>
                    <a:pt x="273" y="628"/>
                  </a:cubicBezTo>
                  <a:cubicBezTo>
                    <a:pt x="273" y="628"/>
                    <a:pt x="270" y="630"/>
                    <a:pt x="270" y="628"/>
                  </a:cubicBezTo>
                  <a:close/>
                  <a:moveTo>
                    <a:pt x="273" y="613"/>
                  </a:moveTo>
                  <a:cubicBezTo>
                    <a:pt x="273" y="614"/>
                    <a:pt x="271" y="614"/>
                    <a:pt x="271" y="614"/>
                  </a:cubicBezTo>
                  <a:cubicBezTo>
                    <a:pt x="270" y="613"/>
                    <a:pt x="272" y="613"/>
                    <a:pt x="273" y="613"/>
                  </a:cubicBezTo>
                  <a:close/>
                  <a:moveTo>
                    <a:pt x="270" y="571"/>
                  </a:moveTo>
                  <a:cubicBezTo>
                    <a:pt x="270" y="571"/>
                    <a:pt x="270" y="571"/>
                    <a:pt x="270" y="571"/>
                  </a:cubicBezTo>
                  <a:cubicBezTo>
                    <a:pt x="270" y="569"/>
                    <a:pt x="272" y="572"/>
                    <a:pt x="270" y="571"/>
                  </a:cubicBezTo>
                  <a:close/>
                  <a:moveTo>
                    <a:pt x="271" y="564"/>
                  </a:moveTo>
                  <a:cubicBezTo>
                    <a:pt x="269" y="565"/>
                    <a:pt x="268" y="566"/>
                    <a:pt x="267" y="566"/>
                  </a:cubicBezTo>
                  <a:cubicBezTo>
                    <a:pt x="268" y="565"/>
                    <a:pt x="269" y="564"/>
                    <a:pt x="271" y="564"/>
                  </a:cubicBezTo>
                  <a:close/>
                  <a:moveTo>
                    <a:pt x="271" y="572"/>
                  </a:moveTo>
                  <a:cubicBezTo>
                    <a:pt x="269" y="573"/>
                    <a:pt x="269" y="574"/>
                    <a:pt x="271" y="574"/>
                  </a:cubicBezTo>
                  <a:cubicBezTo>
                    <a:pt x="270" y="576"/>
                    <a:pt x="266" y="579"/>
                    <a:pt x="263" y="577"/>
                  </a:cubicBezTo>
                  <a:cubicBezTo>
                    <a:pt x="258" y="573"/>
                    <a:pt x="266" y="568"/>
                    <a:pt x="271" y="572"/>
                  </a:cubicBezTo>
                  <a:close/>
                  <a:moveTo>
                    <a:pt x="264" y="612"/>
                  </a:moveTo>
                  <a:cubicBezTo>
                    <a:pt x="265" y="612"/>
                    <a:pt x="263" y="612"/>
                    <a:pt x="263" y="612"/>
                  </a:cubicBezTo>
                  <a:cubicBezTo>
                    <a:pt x="263" y="611"/>
                    <a:pt x="264" y="611"/>
                    <a:pt x="264" y="612"/>
                  </a:cubicBezTo>
                  <a:close/>
                  <a:moveTo>
                    <a:pt x="266" y="632"/>
                  </a:moveTo>
                  <a:cubicBezTo>
                    <a:pt x="266" y="632"/>
                    <a:pt x="266" y="632"/>
                    <a:pt x="266" y="632"/>
                  </a:cubicBezTo>
                  <a:cubicBezTo>
                    <a:pt x="265" y="630"/>
                    <a:pt x="268" y="633"/>
                    <a:pt x="266" y="632"/>
                  </a:cubicBezTo>
                  <a:close/>
                  <a:moveTo>
                    <a:pt x="276" y="663"/>
                  </a:moveTo>
                  <a:cubicBezTo>
                    <a:pt x="274" y="664"/>
                    <a:pt x="273" y="665"/>
                    <a:pt x="271" y="665"/>
                  </a:cubicBezTo>
                  <a:cubicBezTo>
                    <a:pt x="272" y="663"/>
                    <a:pt x="274" y="663"/>
                    <a:pt x="276" y="663"/>
                  </a:cubicBezTo>
                  <a:close/>
                  <a:moveTo>
                    <a:pt x="270" y="486"/>
                  </a:moveTo>
                  <a:cubicBezTo>
                    <a:pt x="270" y="486"/>
                    <a:pt x="270" y="486"/>
                    <a:pt x="270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0" y="485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lose/>
                  <a:moveTo>
                    <a:pt x="274" y="496"/>
                  </a:moveTo>
                  <a:cubicBezTo>
                    <a:pt x="274" y="499"/>
                    <a:pt x="269" y="498"/>
                    <a:pt x="269" y="496"/>
                  </a:cubicBezTo>
                  <a:cubicBezTo>
                    <a:pt x="269" y="496"/>
                    <a:pt x="274" y="494"/>
                    <a:pt x="274" y="496"/>
                  </a:cubicBezTo>
                  <a:close/>
                  <a:moveTo>
                    <a:pt x="276" y="504"/>
                  </a:moveTo>
                  <a:cubicBezTo>
                    <a:pt x="274" y="506"/>
                    <a:pt x="271" y="506"/>
                    <a:pt x="269" y="507"/>
                  </a:cubicBezTo>
                  <a:cubicBezTo>
                    <a:pt x="270" y="506"/>
                    <a:pt x="274" y="504"/>
                    <a:pt x="276" y="504"/>
                  </a:cubicBezTo>
                  <a:close/>
                  <a:moveTo>
                    <a:pt x="268" y="467"/>
                  </a:moveTo>
                  <a:cubicBezTo>
                    <a:pt x="268" y="468"/>
                    <a:pt x="268" y="468"/>
                    <a:pt x="267" y="468"/>
                  </a:cubicBezTo>
                  <a:cubicBezTo>
                    <a:pt x="267" y="468"/>
                    <a:pt x="268" y="467"/>
                    <a:pt x="268" y="467"/>
                  </a:cubicBezTo>
                  <a:close/>
                  <a:moveTo>
                    <a:pt x="267" y="506"/>
                  </a:moveTo>
                  <a:cubicBezTo>
                    <a:pt x="268" y="506"/>
                    <a:pt x="267" y="507"/>
                    <a:pt x="267" y="507"/>
                  </a:cubicBezTo>
                  <a:cubicBezTo>
                    <a:pt x="266" y="506"/>
                    <a:pt x="267" y="506"/>
                    <a:pt x="267" y="506"/>
                  </a:cubicBezTo>
                  <a:close/>
                  <a:moveTo>
                    <a:pt x="264" y="562"/>
                  </a:moveTo>
                  <a:cubicBezTo>
                    <a:pt x="265" y="562"/>
                    <a:pt x="262" y="562"/>
                    <a:pt x="262" y="562"/>
                  </a:cubicBezTo>
                  <a:cubicBezTo>
                    <a:pt x="262" y="562"/>
                    <a:pt x="264" y="561"/>
                    <a:pt x="264" y="562"/>
                  </a:cubicBezTo>
                  <a:close/>
                  <a:moveTo>
                    <a:pt x="262" y="562"/>
                  </a:moveTo>
                  <a:cubicBezTo>
                    <a:pt x="261" y="563"/>
                    <a:pt x="260" y="561"/>
                    <a:pt x="262" y="562"/>
                  </a:cubicBezTo>
                  <a:close/>
                  <a:moveTo>
                    <a:pt x="260" y="440"/>
                  </a:moveTo>
                  <a:cubicBezTo>
                    <a:pt x="261" y="440"/>
                    <a:pt x="260" y="441"/>
                    <a:pt x="260" y="441"/>
                  </a:cubicBezTo>
                  <a:cubicBezTo>
                    <a:pt x="257" y="443"/>
                    <a:pt x="259" y="439"/>
                    <a:pt x="260" y="440"/>
                  </a:cubicBezTo>
                  <a:close/>
                  <a:moveTo>
                    <a:pt x="257" y="484"/>
                  </a:moveTo>
                  <a:cubicBezTo>
                    <a:pt x="257" y="484"/>
                    <a:pt x="257" y="483"/>
                    <a:pt x="257" y="483"/>
                  </a:cubicBezTo>
                  <a:cubicBezTo>
                    <a:pt x="257" y="484"/>
                    <a:pt x="257" y="484"/>
                    <a:pt x="257" y="484"/>
                  </a:cubicBezTo>
                  <a:cubicBezTo>
                    <a:pt x="257" y="484"/>
                    <a:pt x="257" y="484"/>
                    <a:pt x="257" y="484"/>
                  </a:cubicBezTo>
                  <a:close/>
                  <a:moveTo>
                    <a:pt x="256" y="495"/>
                  </a:moveTo>
                  <a:cubicBezTo>
                    <a:pt x="255" y="496"/>
                    <a:pt x="255" y="496"/>
                    <a:pt x="254" y="495"/>
                  </a:cubicBezTo>
                  <a:cubicBezTo>
                    <a:pt x="254" y="494"/>
                    <a:pt x="257" y="494"/>
                    <a:pt x="256" y="495"/>
                  </a:cubicBezTo>
                  <a:close/>
                  <a:moveTo>
                    <a:pt x="252" y="519"/>
                  </a:moveTo>
                  <a:cubicBezTo>
                    <a:pt x="252" y="519"/>
                    <a:pt x="252" y="520"/>
                    <a:pt x="252" y="520"/>
                  </a:cubicBezTo>
                  <a:cubicBezTo>
                    <a:pt x="251" y="519"/>
                    <a:pt x="252" y="518"/>
                    <a:pt x="252" y="519"/>
                  </a:cubicBezTo>
                  <a:close/>
                  <a:moveTo>
                    <a:pt x="250" y="460"/>
                  </a:moveTo>
                  <a:cubicBezTo>
                    <a:pt x="251" y="459"/>
                    <a:pt x="251" y="460"/>
                    <a:pt x="251" y="461"/>
                  </a:cubicBezTo>
                  <a:cubicBezTo>
                    <a:pt x="250" y="462"/>
                    <a:pt x="249" y="460"/>
                    <a:pt x="250" y="460"/>
                  </a:cubicBezTo>
                  <a:close/>
                  <a:moveTo>
                    <a:pt x="253" y="530"/>
                  </a:moveTo>
                  <a:cubicBezTo>
                    <a:pt x="254" y="528"/>
                    <a:pt x="259" y="522"/>
                    <a:pt x="261" y="522"/>
                  </a:cubicBezTo>
                  <a:cubicBezTo>
                    <a:pt x="264" y="521"/>
                    <a:pt x="260" y="524"/>
                    <a:pt x="259" y="524"/>
                  </a:cubicBezTo>
                  <a:cubicBezTo>
                    <a:pt x="257" y="526"/>
                    <a:pt x="255" y="529"/>
                    <a:pt x="253" y="531"/>
                  </a:cubicBezTo>
                  <a:cubicBezTo>
                    <a:pt x="253" y="531"/>
                    <a:pt x="253" y="531"/>
                    <a:pt x="253" y="531"/>
                  </a:cubicBezTo>
                  <a:cubicBezTo>
                    <a:pt x="253" y="531"/>
                    <a:pt x="253" y="532"/>
                    <a:pt x="252" y="532"/>
                  </a:cubicBezTo>
                  <a:cubicBezTo>
                    <a:pt x="252" y="532"/>
                    <a:pt x="252" y="532"/>
                    <a:pt x="252" y="532"/>
                  </a:cubicBezTo>
                  <a:cubicBezTo>
                    <a:pt x="251" y="533"/>
                    <a:pt x="251" y="533"/>
                    <a:pt x="250" y="534"/>
                  </a:cubicBezTo>
                  <a:cubicBezTo>
                    <a:pt x="250" y="534"/>
                    <a:pt x="249" y="533"/>
                    <a:pt x="249" y="533"/>
                  </a:cubicBezTo>
                  <a:cubicBezTo>
                    <a:pt x="249" y="533"/>
                    <a:pt x="251" y="531"/>
                    <a:pt x="253" y="530"/>
                  </a:cubicBezTo>
                  <a:close/>
                  <a:moveTo>
                    <a:pt x="253" y="640"/>
                  </a:moveTo>
                  <a:cubicBezTo>
                    <a:pt x="253" y="638"/>
                    <a:pt x="257" y="638"/>
                    <a:pt x="258" y="639"/>
                  </a:cubicBezTo>
                  <a:cubicBezTo>
                    <a:pt x="259" y="641"/>
                    <a:pt x="254" y="642"/>
                    <a:pt x="253" y="640"/>
                  </a:cubicBezTo>
                  <a:close/>
                  <a:moveTo>
                    <a:pt x="255" y="652"/>
                  </a:moveTo>
                  <a:cubicBezTo>
                    <a:pt x="256" y="653"/>
                    <a:pt x="254" y="653"/>
                    <a:pt x="254" y="652"/>
                  </a:cubicBezTo>
                  <a:cubicBezTo>
                    <a:pt x="253" y="651"/>
                    <a:pt x="255" y="651"/>
                    <a:pt x="255" y="652"/>
                  </a:cubicBezTo>
                  <a:close/>
                  <a:moveTo>
                    <a:pt x="240" y="645"/>
                  </a:moveTo>
                  <a:cubicBezTo>
                    <a:pt x="238" y="644"/>
                    <a:pt x="237" y="642"/>
                    <a:pt x="239" y="640"/>
                  </a:cubicBezTo>
                  <a:cubicBezTo>
                    <a:pt x="240" y="639"/>
                    <a:pt x="242" y="639"/>
                    <a:pt x="244" y="639"/>
                  </a:cubicBezTo>
                  <a:cubicBezTo>
                    <a:pt x="245" y="639"/>
                    <a:pt x="247" y="639"/>
                    <a:pt x="247" y="640"/>
                  </a:cubicBezTo>
                  <a:cubicBezTo>
                    <a:pt x="247" y="640"/>
                    <a:pt x="247" y="640"/>
                    <a:pt x="246" y="640"/>
                  </a:cubicBezTo>
                  <a:cubicBezTo>
                    <a:pt x="246" y="640"/>
                    <a:pt x="247" y="640"/>
                    <a:pt x="247" y="640"/>
                  </a:cubicBezTo>
                  <a:cubicBezTo>
                    <a:pt x="247" y="640"/>
                    <a:pt x="247" y="641"/>
                    <a:pt x="247" y="641"/>
                  </a:cubicBezTo>
                  <a:cubicBezTo>
                    <a:pt x="248" y="642"/>
                    <a:pt x="242" y="646"/>
                    <a:pt x="240" y="645"/>
                  </a:cubicBezTo>
                  <a:close/>
                  <a:moveTo>
                    <a:pt x="241" y="660"/>
                  </a:moveTo>
                  <a:cubicBezTo>
                    <a:pt x="240" y="661"/>
                    <a:pt x="239" y="660"/>
                    <a:pt x="240" y="659"/>
                  </a:cubicBezTo>
                  <a:cubicBezTo>
                    <a:pt x="240" y="659"/>
                    <a:pt x="242" y="659"/>
                    <a:pt x="241" y="660"/>
                  </a:cubicBezTo>
                  <a:close/>
                  <a:moveTo>
                    <a:pt x="250" y="593"/>
                  </a:moveTo>
                  <a:cubicBezTo>
                    <a:pt x="247" y="595"/>
                    <a:pt x="244" y="594"/>
                    <a:pt x="240" y="596"/>
                  </a:cubicBezTo>
                  <a:cubicBezTo>
                    <a:pt x="243" y="594"/>
                    <a:pt x="247" y="594"/>
                    <a:pt x="250" y="593"/>
                  </a:cubicBezTo>
                  <a:close/>
                  <a:moveTo>
                    <a:pt x="245" y="578"/>
                  </a:moveTo>
                  <a:cubicBezTo>
                    <a:pt x="246" y="579"/>
                    <a:pt x="245" y="579"/>
                    <a:pt x="245" y="579"/>
                  </a:cubicBezTo>
                  <a:cubicBezTo>
                    <a:pt x="243" y="581"/>
                    <a:pt x="244" y="577"/>
                    <a:pt x="245" y="578"/>
                  </a:cubicBezTo>
                  <a:close/>
                  <a:moveTo>
                    <a:pt x="253" y="551"/>
                  </a:moveTo>
                  <a:cubicBezTo>
                    <a:pt x="254" y="550"/>
                    <a:pt x="255" y="549"/>
                    <a:pt x="257" y="549"/>
                  </a:cubicBezTo>
                  <a:cubicBezTo>
                    <a:pt x="256" y="550"/>
                    <a:pt x="254" y="551"/>
                    <a:pt x="253" y="551"/>
                  </a:cubicBezTo>
                  <a:close/>
                  <a:moveTo>
                    <a:pt x="255" y="555"/>
                  </a:moveTo>
                  <a:cubicBezTo>
                    <a:pt x="253" y="557"/>
                    <a:pt x="254" y="552"/>
                    <a:pt x="256" y="554"/>
                  </a:cubicBezTo>
                  <a:cubicBezTo>
                    <a:pt x="257" y="554"/>
                    <a:pt x="256" y="555"/>
                    <a:pt x="255" y="555"/>
                  </a:cubicBezTo>
                  <a:close/>
                  <a:moveTo>
                    <a:pt x="258" y="564"/>
                  </a:moveTo>
                  <a:cubicBezTo>
                    <a:pt x="258" y="566"/>
                    <a:pt x="252" y="567"/>
                    <a:pt x="252" y="564"/>
                  </a:cubicBezTo>
                  <a:cubicBezTo>
                    <a:pt x="252" y="561"/>
                    <a:pt x="258" y="562"/>
                    <a:pt x="258" y="564"/>
                  </a:cubicBezTo>
                  <a:close/>
                  <a:moveTo>
                    <a:pt x="257" y="589"/>
                  </a:moveTo>
                  <a:cubicBezTo>
                    <a:pt x="256" y="590"/>
                    <a:pt x="258" y="588"/>
                    <a:pt x="257" y="589"/>
                  </a:cubicBezTo>
                  <a:close/>
                  <a:moveTo>
                    <a:pt x="254" y="619"/>
                  </a:moveTo>
                  <a:cubicBezTo>
                    <a:pt x="254" y="619"/>
                    <a:pt x="253" y="619"/>
                    <a:pt x="254" y="619"/>
                  </a:cubicBezTo>
                  <a:close/>
                  <a:moveTo>
                    <a:pt x="254" y="612"/>
                  </a:moveTo>
                  <a:cubicBezTo>
                    <a:pt x="254" y="612"/>
                    <a:pt x="254" y="613"/>
                    <a:pt x="254" y="613"/>
                  </a:cubicBezTo>
                  <a:cubicBezTo>
                    <a:pt x="253" y="613"/>
                    <a:pt x="254" y="612"/>
                    <a:pt x="254" y="612"/>
                  </a:cubicBezTo>
                  <a:close/>
                  <a:moveTo>
                    <a:pt x="254" y="619"/>
                  </a:moveTo>
                  <a:cubicBezTo>
                    <a:pt x="257" y="616"/>
                    <a:pt x="255" y="621"/>
                    <a:pt x="254" y="620"/>
                  </a:cubicBezTo>
                  <a:cubicBezTo>
                    <a:pt x="254" y="620"/>
                    <a:pt x="254" y="619"/>
                    <a:pt x="254" y="619"/>
                  </a:cubicBezTo>
                  <a:close/>
                  <a:moveTo>
                    <a:pt x="253" y="608"/>
                  </a:moveTo>
                  <a:cubicBezTo>
                    <a:pt x="250" y="609"/>
                    <a:pt x="255" y="604"/>
                    <a:pt x="257" y="605"/>
                  </a:cubicBezTo>
                  <a:cubicBezTo>
                    <a:pt x="256" y="605"/>
                    <a:pt x="254" y="607"/>
                    <a:pt x="253" y="608"/>
                  </a:cubicBezTo>
                  <a:close/>
                  <a:moveTo>
                    <a:pt x="255" y="600"/>
                  </a:moveTo>
                  <a:cubicBezTo>
                    <a:pt x="254" y="602"/>
                    <a:pt x="252" y="601"/>
                    <a:pt x="255" y="600"/>
                  </a:cubicBezTo>
                  <a:close/>
                  <a:moveTo>
                    <a:pt x="256" y="599"/>
                  </a:moveTo>
                  <a:cubicBezTo>
                    <a:pt x="255" y="599"/>
                    <a:pt x="256" y="598"/>
                    <a:pt x="256" y="599"/>
                  </a:cubicBezTo>
                  <a:cubicBezTo>
                    <a:pt x="256" y="599"/>
                    <a:pt x="256" y="599"/>
                    <a:pt x="256" y="599"/>
                  </a:cubicBezTo>
                  <a:close/>
                  <a:moveTo>
                    <a:pt x="253" y="571"/>
                  </a:moveTo>
                  <a:cubicBezTo>
                    <a:pt x="253" y="571"/>
                    <a:pt x="252" y="572"/>
                    <a:pt x="252" y="571"/>
                  </a:cubicBezTo>
                  <a:cubicBezTo>
                    <a:pt x="251" y="570"/>
                    <a:pt x="253" y="570"/>
                    <a:pt x="253" y="571"/>
                  </a:cubicBezTo>
                  <a:close/>
                  <a:moveTo>
                    <a:pt x="251" y="558"/>
                  </a:moveTo>
                  <a:cubicBezTo>
                    <a:pt x="251" y="557"/>
                    <a:pt x="253" y="556"/>
                    <a:pt x="253" y="557"/>
                  </a:cubicBezTo>
                  <a:cubicBezTo>
                    <a:pt x="253" y="558"/>
                    <a:pt x="252" y="558"/>
                    <a:pt x="251" y="558"/>
                  </a:cubicBezTo>
                  <a:close/>
                  <a:moveTo>
                    <a:pt x="246" y="555"/>
                  </a:moveTo>
                  <a:cubicBezTo>
                    <a:pt x="247" y="553"/>
                    <a:pt x="251" y="552"/>
                    <a:pt x="253" y="551"/>
                  </a:cubicBezTo>
                  <a:cubicBezTo>
                    <a:pt x="251" y="553"/>
                    <a:pt x="248" y="554"/>
                    <a:pt x="246" y="555"/>
                  </a:cubicBezTo>
                  <a:close/>
                  <a:moveTo>
                    <a:pt x="245" y="613"/>
                  </a:moveTo>
                  <a:cubicBezTo>
                    <a:pt x="244" y="615"/>
                    <a:pt x="242" y="615"/>
                    <a:pt x="240" y="615"/>
                  </a:cubicBezTo>
                  <a:cubicBezTo>
                    <a:pt x="241" y="614"/>
                    <a:pt x="243" y="613"/>
                    <a:pt x="244" y="613"/>
                  </a:cubicBezTo>
                  <a:cubicBezTo>
                    <a:pt x="244" y="613"/>
                    <a:pt x="243" y="613"/>
                    <a:pt x="244" y="612"/>
                  </a:cubicBezTo>
                  <a:cubicBezTo>
                    <a:pt x="244" y="611"/>
                    <a:pt x="247" y="612"/>
                    <a:pt x="247" y="612"/>
                  </a:cubicBezTo>
                  <a:cubicBezTo>
                    <a:pt x="247" y="613"/>
                    <a:pt x="246" y="613"/>
                    <a:pt x="245" y="613"/>
                  </a:cubicBezTo>
                  <a:cubicBezTo>
                    <a:pt x="245" y="613"/>
                    <a:pt x="245" y="613"/>
                    <a:pt x="245" y="613"/>
                  </a:cubicBezTo>
                  <a:close/>
                  <a:moveTo>
                    <a:pt x="241" y="634"/>
                  </a:moveTo>
                  <a:cubicBezTo>
                    <a:pt x="241" y="634"/>
                    <a:pt x="241" y="634"/>
                    <a:pt x="242" y="634"/>
                  </a:cubicBezTo>
                  <a:cubicBezTo>
                    <a:pt x="242" y="634"/>
                    <a:pt x="242" y="635"/>
                    <a:pt x="241" y="634"/>
                  </a:cubicBezTo>
                  <a:close/>
                  <a:moveTo>
                    <a:pt x="240" y="485"/>
                  </a:moveTo>
                  <a:cubicBezTo>
                    <a:pt x="240" y="485"/>
                    <a:pt x="241" y="484"/>
                    <a:pt x="241" y="484"/>
                  </a:cubicBezTo>
                  <a:cubicBezTo>
                    <a:pt x="241" y="485"/>
                    <a:pt x="240" y="485"/>
                    <a:pt x="240" y="485"/>
                  </a:cubicBezTo>
                  <a:close/>
                  <a:moveTo>
                    <a:pt x="240" y="535"/>
                  </a:moveTo>
                  <a:cubicBezTo>
                    <a:pt x="240" y="535"/>
                    <a:pt x="240" y="535"/>
                    <a:pt x="239" y="535"/>
                  </a:cubicBezTo>
                  <a:cubicBezTo>
                    <a:pt x="239" y="535"/>
                    <a:pt x="240" y="534"/>
                    <a:pt x="240" y="535"/>
                  </a:cubicBezTo>
                  <a:close/>
                  <a:moveTo>
                    <a:pt x="243" y="647"/>
                  </a:moveTo>
                  <a:cubicBezTo>
                    <a:pt x="243" y="646"/>
                    <a:pt x="244" y="647"/>
                    <a:pt x="243" y="647"/>
                  </a:cubicBezTo>
                  <a:close/>
                  <a:moveTo>
                    <a:pt x="243" y="664"/>
                  </a:moveTo>
                  <a:cubicBezTo>
                    <a:pt x="242" y="665"/>
                    <a:pt x="242" y="663"/>
                    <a:pt x="243" y="664"/>
                  </a:cubicBezTo>
                  <a:close/>
                  <a:moveTo>
                    <a:pt x="244" y="665"/>
                  </a:moveTo>
                  <a:cubicBezTo>
                    <a:pt x="244" y="666"/>
                    <a:pt x="243" y="666"/>
                    <a:pt x="243" y="666"/>
                  </a:cubicBezTo>
                  <a:cubicBezTo>
                    <a:pt x="242" y="665"/>
                    <a:pt x="244" y="665"/>
                    <a:pt x="244" y="665"/>
                  </a:cubicBezTo>
                  <a:close/>
                  <a:moveTo>
                    <a:pt x="244" y="658"/>
                  </a:moveTo>
                  <a:cubicBezTo>
                    <a:pt x="244" y="656"/>
                    <a:pt x="249" y="657"/>
                    <a:pt x="247" y="659"/>
                  </a:cubicBezTo>
                  <a:cubicBezTo>
                    <a:pt x="247" y="660"/>
                    <a:pt x="244" y="659"/>
                    <a:pt x="244" y="658"/>
                  </a:cubicBezTo>
                  <a:close/>
                  <a:moveTo>
                    <a:pt x="248" y="619"/>
                  </a:moveTo>
                  <a:cubicBezTo>
                    <a:pt x="246" y="620"/>
                    <a:pt x="246" y="618"/>
                    <a:pt x="248" y="619"/>
                  </a:cubicBezTo>
                  <a:close/>
                  <a:moveTo>
                    <a:pt x="249" y="639"/>
                  </a:moveTo>
                  <a:cubicBezTo>
                    <a:pt x="250" y="640"/>
                    <a:pt x="249" y="640"/>
                    <a:pt x="249" y="640"/>
                  </a:cubicBezTo>
                  <a:cubicBezTo>
                    <a:pt x="247" y="642"/>
                    <a:pt x="248" y="638"/>
                    <a:pt x="249" y="639"/>
                  </a:cubicBezTo>
                  <a:close/>
                  <a:moveTo>
                    <a:pt x="249" y="606"/>
                  </a:moveTo>
                  <a:cubicBezTo>
                    <a:pt x="248" y="605"/>
                    <a:pt x="251" y="605"/>
                    <a:pt x="251" y="605"/>
                  </a:cubicBezTo>
                  <a:cubicBezTo>
                    <a:pt x="251" y="606"/>
                    <a:pt x="249" y="606"/>
                    <a:pt x="249" y="606"/>
                  </a:cubicBezTo>
                  <a:close/>
                  <a:moveTo>
                    <a:pt x="247" y="598"/>
                  </a:moveTo>
                  <a:cubicBezTo>
                    <a:pt x="247" y="598"/>
                    <a:pt x="248" y="596"/>
                    <a:pt x="248" y="596"/>
                  </a:cubicBezTo>
                  <a:cubicBezTo>
                    <a:pt x="249" y="595"/>
                    <a:pt x="250" y="594"/>
                    <a:pt x="251" y="596"/>
                  </a:cubicBezTo>
                  <a:cubicBezTo>
                    <a:pt x="251" y="596"/>
                    <a:pt x="251" y="596"/>
                    <a:pt x="250" y="597"/>
                  </a:cubicBezTo>
                  <a:cubicBezTo>
                    <a:pt x="251" y="597"/>
                    <a:pt x="253" y="598"/>
                    <a:pt x="253" y="598"/>
                  </a:cubicBezTo>
                  <a:cubicBezTo>
                    <a:pt x="254" y="602"/>
                    <a:pt x="247" y="599"/>
                    <a:pt x="247" y="598"/>
                  </a:cubicBezTo>
                  <a:close/>
                  <a:moveTo>
                    <a:pt x="253" y="601"/>
                  </a:moveTo>
                  <a:cubicBezTo>
                    <a:pt x="253" y="602"/>
                    <a:pt x="252" y="602"/>
                    <a:pt x="251" y="602"/>
                  </a:cubicBezTo>
                  <a:cubicBezTo>
                    <a:pt x="251" y="602"/>
                    <a:pt x="252" y="601"/>
                    <a:pt x="253" y="601"/>
                  </a:cubicBezTo>
                  <a:close/>
                  <a:moveTo>
                    <a:pt x="253" y="609"/>
                  </a:moveTo>
                  <a:cubicBezTo>
                    <a:pt x="254" y="609"/>
                    <a:pt x="252" y="610"/>
                    <a:pt x="252" y="610"/>
                  </a:cubicBezTo>
                  <a:cubicBezTo>
                    <a:pt x="251" y="609"/>
                    <a:pt x="253" y="608"/>
                    <a:pt x="253" y="609"/>
                  </a:cubicBezTo>
                  <a:close/>
                  <a:moveTo>
                    <a:pt x="254" y="650"/>
                  </a:moveTo>
                  <a:cubicBezTo>
                    <a:pt x="253" y="652"/>
                    <a:pt x="252" y="649"/>
                    <a:pt x="254" y="650"/>
                  </a:cubicBezTo>
                  <a:close/>
                  <a:moveTo>
                    <a:pt x="256" y="592"/>
                  </a:moveTo>
                  <a:cubicBezTo>
                    <a:pt x="255" y="590"/>
                    <a:pt x="259" y="590"/>
                    <a:pt x="260" y="591"/>
                  </a:cubicBezTo>
                  <a:cubicBezTo>
                    <a:pt x="260" y="592"/>
                    <a:pt x="256" y="594"/>
                    <a:pt x="256" y="592"/>
                  </a:cubicBezTo>
                  <a:close/>
                  <a:moveTo>
                    <a:pt x="249" y="520"/>
                  </a:moveTo>
                  <a:cubicBezTo>
                    <a:pt x="249" y="520"/>
                    <a:pt x="249" y="521"/>
                    <a:pt x="249" y="521"/>
                  </a:cubicBezTo>
                  <a:cubicBezTo>
                    <a:pt x="248" y="522"/>
                    <a:pt x="248" y="519"/>
                    <a:pt x="249" y="520"/>
                  </a:cubicBezTo>
                  <a:close/>
                  <a:moveTo>
                    <a:pt x="249" y="536"/>
                  </a:moveTo>
                  <a:cubicBezTo>
                    <a:pt x="249" y="538"/>
                    <a:pt x="244" y="540"/>
                    <a:pt x="244" y="536"/>
                  </a:cubicBezTo>
                  <a:cubicBezTo>
                    <a:pt x="244" y="535"/>
                    <a:pt x="249" y="534"/>
                    <a:pt x="249" y="536"/>
                  </a:cubicBezTo>
                  <a:close/>
                  <a:moveTo>
                    <a:pt x="244" y="450"/>
                  </a:moveTo>
                  <a:cubicBezTo>
                    <a:pt x="244" y="450"/>
                    <a:pt x="244" y="450"/>
                    <a:pt x="244" y="450"/>
                  </a:cubicBezTo>
                  <a:cubicBezTo>
                    <a:pt x="243" y="450"/>
                    <a:pt x="244" y="449"/>
                    <a:pt x="244" y="450"/>
                  </a:cubicBezTo>
                  <a:close/>
                  <a:moveTo>
                    <a:pt x="243" y="420"/>
                  </a:moveTo>
                  <a:cubicBezTo>
                    <a:pt x="243" y="420"/>
                    <a:pt x="243" y="420"/>
                    <a:pt x="243" y="420"/>
                  </a:cubicBezTo>
                  <a:cubicBezTo>
                    <a:pt x="244" y="420"/>
                    <a:pt x="244" y="420"/>
                    <a:pt x="243" y="420"/>
                  </a:cubicBezTo>
                  <a:close/>
                  <a:moveTo>
                    <a:pt x="241" y="504"/>
                  </a:moveTo>
                  <a:cubicBezTo>
                    <a:pt x="240" y="502"/>
                    <a:pt x="243" y="504"/>
                    <a:pt x="241" y="504"/>
                  </a:cubicBezTo>
                  <a:close/>
                  <a:moveTo>
                    <a:pt x="235" y="479"/>
                  </a:moveTo>
                  <a:cubicBezTo>
                    <a:pt x="236" y="477"/>
                    <a:pt x="240" y="471"/>
                    <a:pt x="242" y="470"/>
                  </a:cubicBezTo>
                  <a:cubicBezTo>
                    <a:pt x="240" y="473"/>
                    <a:pt x="238" y="476"/>
                    <a:pt x="235" y="479"/>
                  </a:cubicBezTo>
                  <a:close/>
                  <a:moveTo>
                    <a:pt x="236" y="507"/>
                  </a:moveTo>
                  <a:cubicBezTo>
                    <a:pt x="236" y="508"/>
                    <a:pt x="235" y="508"/>
                    <a:pt x="235" y="507"/>
                  </a:cubicBezTo>
                  <a:cubicBezTo>
                    <a:pt x="235" y="506"/>
                    <a:pt x="236" y="507"/>
                    <a:pt x="236" y="507"/>
                  </a:cubicBezTo>
                  <a:close/>
                  <a:moveTo>
                    <a:pt x="242" y="337"/>
                  </a:moveTo>
                  <a:cubicBezTo>
                    <a:pt x="240" y="339"/>
                    <a:pt x="238" y="341"/>
                    <a:pt x="235" y="343"/>
                  </a:cubicBezTo>
                  <a:cubicBezTo>
                    <a:pt x="237" y="341"/>
                    <a:pt x="240" y="338"/>
                    <a:pt x="242" y="337"/>
                  </a:cubicBezTo>
                  <a:close/>
                  <a:moveTo>
                    <a:pt x="235" y="428"/>
                  </a:moveTo>
                  <a:cubicBezTo>
                    <a:pt x="235" y="427"/>
                    <a:pt x="234" y="429"/>
                    <a:pt x="235" y="428"/>
                  </a:cubicBezTo>
                  <a:close/>
                  <a:moveTo>
                    <a:pt x="236" y="488"/>
                  </a:moveTo>
                  <a:cubicBezTo>
                    <a:pt x="233" y="491"/>
                    <a:pt x="233" y="494"/>
                    <a:pt x="230" y="496"/>
                  </a:cubicBezTo>
                  <a:cubicBezTo>
                    <a:pt x="231" y="494"/>
                    <a:pt x="233" y="489"/>
                    <a:pt x="236" y="488"/>
                  </a:cubicBezTo>
                  <a:close/>
                  <a:moveTo>
                    <a:pt x="235" y="529"/>
                  </a:moveTo>
                  <a:cubicBezTo>
                    <a:pt x="235" y="529"/>
                    <a:pt x="234" y="529"/>
                    <a:pt x="234" y="529"/>
                  </a:cubicBezTo>
                  <a:cubicBezTo>
                    <a:pt x="234" y="528"/>
                    <a:pt x="235" y="529"/>
                    <a:pt x="235" y="529"/>
                  </a:cubicBezTo>
                  <a:close/>
                  <a:moveTo>
                    <a:pt x="232" y="503"/>
                  </a:moveTo>
                  <a:cubicBezTo>
                    <a:pt x="232" y="504"/>
                    <a:pt x="231" y="504"/>
                    <a:pt x="231" y="504"/>
                  </a:cubicBezTo>
                  <a:cubicBezTo>
                    <a:pt x="231" y="503"/>
                    <a:pt x="232" y="502"/>
                    <a:pt x="232" y="503"/>
                  </a:cubicBezTo>
                  <a:close/>
                  <a:moveTo>
                    <a:pt x="233" y="322"/>
                  </a:moveTo>
                  <a:cubicBezTo>
                    <a:pt x="234" y="320"/>
                    <a:pt x="232" y="323"/>
                    <a:pt x="233" y="322"/>
                  </a:cubicBezTo>
                  <a:close/>
                  <a:moveTo>
                    <a:pt x="233" y="463"/>
                  </a:moveTo>
                  <a:cubicBezTo>
                    <a:pt x="232" y="465"/>
                    <a:pt x="234" y="462"/>
                    <a:pt x="233" y="463"/>
                  </a:cubicBezTo>
                  <a:close/>
                  <a:moveTo>
                    <a:pt x="232" y="465"/>
                  </a:moveTo>
                  <a:cubicBezTo>
                    <a:pt x="233" y="467"/>
                    <a:pt x="229" y="469"/>
                    <a:pt x="228" y="466"/>
                  </a:cubicBezTo>
                  <a:cubicBezTo>
                    <a:pt x="228" y="464"/>
                    <a:pt x="231" y="463"/>
                    <a:pt x="232" y="465"/>
                  </a:cubicBezTo>
                  <a:close/>
                  <a:moveTo>
                    <a:pt x="231" y="364"/>
                  </a:moveTo>
                  <a:cubicBezTo>
                    <a:pt x="232" y="365"/>
                    <a:pt x="230" y="367"/>
                    <a:pt x="230" y="367"/>
                  </a:cubicBezTo>
                  <a:cubicBezTo>
                    <a:pt x="226" y="369"/>
                    <a:pt x="229" y="363"/>
                    <a:pt x="231" y="364"/>
                  </a:cubicBezTo>
                  <a:close/>
                  <a:moveTo>
                    <a:pt x="227" y="421"/>
                  </a:moveTo>
                  <a:cubicBezTo>
                    <a:pt x="228" y="421"/>
                    <a:pt x="227" y="422"/>
                    <a:pt x="227" y="422"/>
                  </a:cubicBezTo>
                  <a:cubicBezTo>
                    <a:pt x="225" y="423"/>
                    <a:pt x="226" y="420"/>
                    <a:pt x="227" y="421"/>
                  </a:cubicBezTo>
                  <a:close/>
                  <a:moveTo>
                    <a:pt x="227" y="484"/>
                  </a:moveTo>
                  <a:cubicBezTo>
                    <a:pt x="225" y="484"/>
                    <a:pt x="228" y="482"/>
                    <a:pt x="227" y="483"/>
                  </a:cubicBezTo>
                  <a:cubicBezTo>
                    <a:pt x="227" y="483"/>
                    <a:pt x="227" y="484"/>
                    <a:pt x="227" y="484"/>
                  </a:cubicBezTo>
                  <a:close/>
                  <a:moveTo>
                    <a:pt x="227" y="436"/>
                  </a:moveTo>
                  <a:cubicBezTo>
                    <a:pt x="226" y="435"/>
                    <a:pt x="228" y="435"/>
                    <a:pt x="227" y="436"/>
                  </a:cubicBezTo>
                  <a:close/>
                  <a:moveTo>
                    <a:pt x="227" y="526"/>
                  </a:moveTo>
                  <a:cubicBezTo>
                    <a:pt x="226" y="527"/>
                    <a:pt x="225" y="526"/>
                    <a:pt x="227" y="526"/>
                  </a:cubicBezTo>
                  <a:close/>
                  <a:moveTo>
                    <a:pt x="227" y="527"/>
                  </a:moveTo>
                  <a:cubicBezTo>
                    <a:pt x="228" y="528"/>
                    <a:pt x="226" y="529"/>
                    <a:pt x="226" y="529"/>
                  </a:cubicBezTo>
                  <a:cubicBezTo>
                    <a:pt x="225" y="529"/>
                    <a:pt x="227" y="527"/>
                    <a:pt x="227" y="527"/>
                  </a:cubicBezTo>
                  <a:close/>
                  <a:moveTo>
                    <a:pt x="225" y="375"/>
                  </a:moveTo>
                  <a:cubicBezTo>
                    <a:pt x="227" y="376"/>
                    <a:pt x="225" y="376"/>
                    <a:pt x="225" y="375"/>
                  </a:cubicBezTo>
                  <a:close/>
                  <a:moveTo>
                    <a:pt x="224" y="359"/>
                  </a:moveTo>
                  <a:cubicBezTo>
                    <a:pt x="224" y="360"/>
                    <a:pt x="223" y="360"/>
                    <a:pt x="223" y="361"/>
                  </a:cubicBezTo>
                  <a:cubicBezTo>
                    <a:pt x="222" y="360"/>
                    <a:pt x="224" y="360"/>
                    <a:pt x="224" y="359"/>
                  </a:cubicBezTo>
                  <a:close/>
                  <a:moveTo>
                    <a:pt x="222" y="500"/>
                  </a:moveTo>
                  <a:cubicBezTo>
                    <a:pt x="222" y="499"/>
                    <a:pt x="223" y="499"/>
                    <a:pt x="224" y="499"/>
                  </a:cubicBezTo>
                  <a:cubicBezTo>
                    <a:pt x="224" y="500"/>
                    <a:pt x="222" y="501"/>
                    <a:pt x="222" y="500"/>
                  </a:cubicBezTo>
                  <a:close/>
                  <a:moveTo>
                    <a:pt x="222" y="564"/>
                  </a:moveTo>
                  <a:cubicBezTo>
                    <a:pt x="222" y="565"/>
                    <a:pt x="219" y="565"/>
                    <a:pt x="219" y="564"/>
                  </a:cubicBezTo>
                  <a:cubicBezTo>
                    <a:pt x="219" y="562"/>
                    <a:pt x="222" y="563"/>
                    <a:pt x="222" y="564"/>
                  </a:cubicBezTo>
                  <a:close/>
                  <a:moveTo>
                    <a:pt x="224" y="489"/>
                  </a:moveTo>
                  <a:cubicBezTo>
                    <a:pt x="224" y="489"/>
                    <a:pt x="223" y="490"/>
                    <a:pt x="223" y="490"/>
                  </a:cubicBezTo>
                  <a:cubicBezTo>
                    <a:pt x="222" y="489"/>
                    <a:pt x="225" y="488"/>
                    <a:pt x="224" y="489"/>
                  </a:cubicBezTo>
                  <a:close/>
                  <a:moveTo>
                    <a:pt x="224" y="467"/>
                  </a:moveTo>
                  <a:cubicBezTo>
                    <a:pt x="224" y="470"/>
                    <a:pt x="222" y="469"/>
                    <a:pt x="224" y="467"/>
                  </a:cubicBezTo>
                  <a:close/>
                  <a:moveTo>
                    <a:pt x="223" y="272"/>
                  </a:moveTo>
                  <a:cubicBezTo>
                    <a:pt x="223" y="273"/>
                    <a:pt x="222" y="274"/>
                    <a:pt x="221" y="275"/>
                  </a:cubicBezTo>
                  <a:cubicBezTo>
                    <a:pt x="221" y="273"/>
                    <a:pt x="222" y="273"/>
                    <a:pt x="223" y="272"/>
                  </a:cubicBezTo>
                  <a:close/>
                  <a:moveTo>
                    <a:pt x="222" y="308"/>
                  </a:moveTo>
                  <a:cubicBezTo>
                    <a:pt x="222" y="310"/>
                    <a:pt x="220" y="312"/>
                    <a:pt x="218" y="313"/>
                  </a:cubicBezTo>
                  <a:cubicBezTo>
                    <a:pt x="220" y="312"/>
                    <a:pt x="220" y="310"/>
                    <a:pt x="222" y="308"/>
                  </a:cubicBezTo>
                  <a:close/>
                  <a:moveTo>
                    <a:pt x="218" y="378"/>
                  </a:moveTo>
                  <a:cubicBezTo>
                    <a:pt x="218" y="376"/>
                    <a:pt x="220" y="378"/>
                    <a:pt x="218" y="378"/>
                  </a:cubicBezTo>
                  <a:close/>
                  <a:moveTo>
                    <a:pt x="218" y="467"/>
                  </a:moveTo>
                  <a:cubicBezTo>
                    <a:pt x="218" y="467"/>
                    <a:pt x="217" y="467"/>
                    <a:pt x="217" y="466"/>
                  </a:cubicBezTo>
                  <a:cubicBezTo>
                    <a:pt x="217" y="466"/>
                    <a:pt x="218" y="466"/>
                    <a:pt x="218" y="467"/>
                  </a:cubicBezTo>
                  <a:close/>
                  <a:moveTo>
                    <a:pt x="217" y="315"/>
                  </a:move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lose/>
                  <a:moveTo>
                    <a:pt x="218" y="382"/>
                  </a:moveTo>
                  <a:cubicBezTo>
                    <a:pt x="217" y="382"/>
                    <a:pt x="217" y="382"/>
                    <a:pt x="217" y="382"/>
                  </a:cubicBezTo>
                  <a:cubicBezTo>
                    <a:pt x="216" y="381"/>
                    <a:pt x="219" y="380"/>
                    <a:pt x="218" y="382"/>
                  </a:cubicBezTo>
                  <a:close/>
                  <a:moveTo>
                    <a:pt x="212" y="322"/>
                  </a:moveTo>
                  <a:cubicBezTo>
                    <a:pt x="212" y="321"/>
                    <a:pt x="215" y="318"/>
                    <a:pt x="216" y="316"/>
                  </a:cubicBezTo>
                  <a:cubicBezTo>
                    <a:pt x="216" y="319"/>
                    <a:pt x="210" y="325"/>
                    <a:pt x="212" y="322"/>
                  </a:cubicBezTo>
                  <a:close/>
                  <a:moveTo>
                    <a:pt x="215" y="450"/>
                  </a:moveTo>
                  <a:cubicBezTo>
                    <a:pt x="215" y="450"/>
                    <a:pt x="215" y="450"/>
                    <a:pt x="215" y="450"/>
                  </a:cubicBezTo>
                  <a:cubicBezTo>
                    <a:pt x="215" y="450"/>
                    <a:pt x="215" y="450"/>
                    <a:pt x="215" y="450"/>
                  </a:cubicBezTo>
                  <a:close/>
                  <a:moveTo>
                    <a:pt x="214" y="449"/>
                  </a:moveTo>
                  <a:cubicBezTo>
                    <a:pt x="214" y="449"/>
                    <a:pt x="214" y="448"/>
                    <a:pt x="214" y="448"/>
                  </a:cubicBezTo>
                  <a:cubicBezTo>
                    <a:pt x="214" y="446"/>
                    <a:pt x="216" y="448"/>
                    <a:pt x="214" y="449"/>
                  </a:cubicBezTo>
                  <a:close/>
                  <a:moveTo>
                    <a:pt x="214" y="524"/>
                  </a:moveTo>
                  <a:cubicBezTo>
                    <a:pt x="213" y="523"/>
                    <a:pt x="214" y="523"/>
                    <a:pt x="215" y="522"/>
                  </a:cubicBezTo>
                  <a:cubicBezTo>
                    <a:pt x="215" y="523"/>
                    <a:pt x="214" y="523"/>
                    <a:pt x="214" y="524"/>
                  </a:cubicBezTo>
                  <a:close/>
                  <a:moveTo>
                    <a:pt x="212" y="508"/>
                  </a:moveTo>
                  <a:cubicBezTo>
                    <a:pt x="210" y="509"/>
                    <a:pt x="214" y="507"/>
                    <a:pt x="212" y="508"/>
                  </a:cubicBezTo>
                  <a:close/>
                  <a:moveTo>
                    <a:pt x="202" y="518"/>
                  </a:moveTo>
                  <a:cubicBezTo>
                    <a:pt x="210" y="516"/>
                    <a:pt x="209" y="525"/>
                    <a:pt x="203" y="526"/>
                  </a:cubicBezTo>
                  <a:cubicBezTo>
                    <a:pt x="198" y="527"/>
                    <a:pt x="197" y="520"/>
                    <a:pt x="202" y="518"/>
                  </a:cubicBezTo>
                  <a:close/>
                  <a:moveTo>
                    <a:pt x="201" y="548"/>
                  </a:moveTo>
                  <a:cubicBezTo>
                    <a:pt x="201" y="548"/>
                    <a:pt x="201" y="548"/>
                    <a:pt x="201" y="548"/>
                  </a:cubicBezTo>
                  <a:cubicBezTo>
                    <a:pt x="201" y="546"/>
                    <a:pt x="203" y="550"/>
                    <a:pt x="201" y="548"/>
                  </a:cubicBezTo>
                  <a:close/>
                  <a:moveTo>
                    <a:pt x="199" y="549"/>
                  </a:moveTo>
                  <a:cubicBezTo>
                    <a:pt x="199" y="551"/>
                    <a:pt x="197" y="549"/>
                    <a:pt x="199" y="549"/>
                  </a:cubicBezTo>
                  <a:close/>
                  <a:moveTo>
                    <a:pt x="200" y="494"/>
                  </a:moveTo>
                  <a:cubicBezTo>
                    <a:pt x="199" y="495"/>
                    <a:pt x="198" y="496"/>
                    <a:pt x="196" y="496"/>
                  </a:cubicBezTo>
                  <a:cubicBezTo>
                    <a:pt x="197" y="495"/>
                    <a:pt x="199" y="495"/>
                    <a:pt x="200" y="494"/>
                  </a:cubicBezTo>
                  <a:close/>
                  <a:moveTo>
                    <a:pt x="202" y="420"/>
                  </a:moveTo>
                  <a:cubicBezTo>
                    <a:pt x="201" y="421"/>
                    <a:pt x="201" y="421"/>
                    <a:pt x="200" y="421"/>
                  </a:cubicBezTo>
                  <a:cubicBezTo>
                    <a:pt x="199" y="420"/>
                    <a:pt x="203" y="418"/>
                    <a:pt x="202" y="420"/>
                  </a:cubicBezTo>
                  <a:close/>
                  <a:moveTo>
                    <a:pt x="203" y="493"/>
                  </a:moveTo>
                  <a:cubicBezTo>
                    <a:pt x="204" y="493"/>
                    <a:pt x="204" y="493"/>
                    <a:pt x="204" y="493"/>
                  </a:cubicBezTo>
                  <a:cubicBezTo>
                    <a:pt x="204" y="493"/>
                    <a:pt x="200" y="494"/>
                    <a:pt x="203" y="493"/>
                  </a:cubicBezTo>
                  <a:close/>
                  <a:moveTo>
                    <a:pt x="206" y="456"/>
                  </a:moveTo>
                  <a:cubicBezTo>
                    <a:pt x="206" y="456"/>
                    <a:pt x="205" y="456"/>
                    <a:pt x="205" y="456"/>
                  </a:cubicBezTo>
                  <a:cubicBezTo>
                    <a:pt x="204" y="456"/>
                    <a:pt x="206" y="455"/>
                    <a:pt x="206" y="456"/>
                  </a:cubicBezTo>
                  <a:close/>
                  <a:moveTo>
                    <a:pt x="206" y="475"/>
                  </a:moveTo>
                  <a:cubicBezTo>
                    <a:pt x="206" y="473"/>
                    <a:pt x="210" y="475"/>
                    <a:pt x="210" y="477"/>
                  </a:cubicBezTo>
                  <a:cubicBezTo>
                    <a:pt x="209" y="479"/>
                    <a:pt x="204" y="479"/>
                    <a:pt x="206" y="475"/>
                  </a:cubicBezTo>
                  <a:close/>
                  <a:moveTo>
                    <a:pt x="208" y="439"/>
                  </a:moveTo>
                  <a:cubicBezTo>
                    <a:pt x="208" y="440"/>
                    <a:pt x="207" y="440"/>
                    <a:pt x="207" y="440"/>
                  </a:cubicBezTo>
                  <a:cubicBezTo>
                    <a:pt x="207" y="439"/>
                    <a:pt x="208" y="439"/>
                    <a:pt x="208" y="439"/>
                  </a:cubicBezTo>
                  <a:close/>
                  <a:moveTo>
                    <a:pt x="208" y="405"/>
                  </a:moveTo>
                  <a:cubicBezTo>
                    <a:pt x="207" y="406"/>
                    <a:pt x="208" y="404"/>
                    <a:pt x="208" y="405"/>
                  </a:cubicBezTo>
                  <a:close/>
                  <a:moveTo>
                    <a:pt x="209" y="467"/>
                  </a:moveTo>
                  <a:cubicBezTo>
                    <a:pt x="209" y="467"/>
                    <a:pt x="209" y="468"/>
                    <a:pt x="209" y="468"/>
                  </a:cubicBezTo>
                  <a:cubicBezTo>
                    <a:pt x="208" y="467"/>
                    <a:pt x="210" y="466"/>
                    <a:pt x="209" y="467"/>
                  </a:cubicBezTo>
                  <a:close/>
                  <a:moveTo>
                    <a:pt x="210" y="509"/>
                  </a:moveTo>
                  <a:cubicBezTo>
                    <a:pt x="208" y="511"/>
                    <a:pt x="211" y="508"/>
                    <a:pt x="210" y="509"/>
                  </a:cubicBezTo>
                  <a:close/>
                  <a:moveTo>
                    <a:pt x="210" y="444"/>
                  </a:moveTo>
                  <a:cubicBezTo>
                    <a:pt x="207" y="445"/>
                    <a:pt x="209" y="441"/>
                    <a:pt x="210" y="443"/>
                  </a:cubicBezTo>
                  <a:cubicBezTo>
                    <a:pt x="211" y="443"/>
                    <a:pt x="210" y="443"/>
                    <a:pt x="210" y="444"/>
                  </a:cubicBezTo>
                  <a:close/>
                  <a:moveTo>
                    <a:pt x="210" y="185"/>
                  </a:moveTo>
                  <a:cubicBezTo>
                    <a:pt x="210" y="185"/>
                    <a:pt x="210" y="185"/>
                    <a:pt x="210" y="185"/>
                  </a:cubicBezTo>
                  <a:cubicBezTo>
                    <a:pt x="209" y="185"/>
                    <a:pt x="211" y="184"/>
                    <a:pt x="210" y="185"/>
                  </a:cubicBezTo>
                  <a:close/>
                  <a:moveTo>
                    <a:pt x="210" y="203"/>
                  </a:moveTo>
                  <a:cubicBezTo>
                    <a:pt x="211" y="203"/>
                    <a:pt x="209" y="205"/>
                    <a:pt x="209" y="205"/>
                  </a:cubicBezTo>
                  <a:cubicBezTo>
                    <a:pt x="209" y="204"/>
                    <a:pt x="209" y="204"/>
                    <a:pt x="210" y="203"/>
                  </a:cubicBezTo>
                  <a:close/>
                  <a:moveTo>
                    <a:pt x="210" y="371"/>
                  </a:moveTo>
                  <a:cubicBezTo>
                    <a:pt x="209" y="372"/>
                    <a:pt x="209" y="372"/>
                    <a:pt x="208" y="372"/>
                  </a:cubicBezTo>
                  <a:cubicBezTo>
                    <a:pt x="208" y="372"/>
                    <a:pt x="208" y="371"/>
                    <a:pt x="210" y="371"/>
                  </a:cubicBezTo>
                  <a:close/>
                  <a:moveTo>
                    <a:pt x="208" y="181"/>
                  </a:moveTo>
                  <a:cubicBezTo>
                    <a:pt x="209" y="181"/>
                    <a:pt x="207" y="184"/>
                    <a:pt x="207" y="184"/>
                  </a:cubicBezTo>
                  <a:cubicBezTo>
                    <a:pt x="204" y="186"/>
                    <a:pt x="206" y="180"/>
                    <a:pt x="208" y="181"/>
                  </a:cubicBezTo>
                  <a:close/>
                  <a:moveTo>
                    <a:pt x="207" y="374"/>
                  </a:moveTo>
                  <a:cubicBezTo>
                    <a:pt x="206" y="373"/>
                    <a:pt x="208" y="373"/>
                    <a:pt x="207" y="374"/>
                  </a:cubicBezTo>
                  <a:close/>
                  <a:moveTo>
                    <a:pt x="207" y="387"/>
                  </a:moveTo>
                  <a:cubicBezTo>
                    <a:pt x="206" y="387"/>
                    <a:pt x="206" y="388"/>
                    <a:pt x="206" y="387"/>
                  </a:cubicBezTo>
                  <a:cubicBezTo>
                    <a:pt x="205" y="386"/>
                    <a:pt x="209" y="385"/>
                    <a:pt x="207" y="387"/>
                  </a:cubicBezTo>
                  <a:close/>
                  <a:moveTo>
                    <a:pt x="204" y="211"/>
                  </a:moveTo>
                  <a:cubicBezTo>
                    <a:pt x="204" y="213"/>
                    <a:pt x="202" y="214"/>
                    <a:pt x="201" y="216"/>
                  </a:cubicBezTo>
                  <a:cubicBezTo>
                    <a:pt x="201" y="214"/>
                    <a:pt x="203" y="213"/>
                    <a:pt x="204" y="211"/>
                  </a:cubicBezTo>
                  <a:close/>
                  <a:moveTo>
                    <a:pt x="202" y="326"/>
                  </a:moveTo>
                  <a:cubicBezTo>
                    <a:pt x="202" y="327"/>
                    <a:pt x="202" y="328"/>
                    <a:pt x="201" y="328"/>
                  </a:cubicBezTo>
                  <a:cubicBezTo>
                    <a:pt x="201" y="327"/>
                    <a:pt x="202" y="327"/>
                    <a:pt x="202" y="326"/>
                  </a:cubicBezTo>
                  <a:close/>
                  <a:moveTo>
                    <a:pt x="205" y="387"/>
                  </a:moveTo>
                  <a:cubicBezTo>
                    <a:pt x="205" y="388"/>
                    <a:pt x="203" y="389"/>
                    <a:pt x="201" y="390"/>
                  </a:cubicBezTo>
                  <a:cubicBezTo>
                    <a:pt x="202" y="388"/>
                    <a:pt x="204" y="388"/>
                    <a:pt x="205" y="387"/>
                  </a:cubicBezTo>
                  <a:close/>
                  <a:moveTo>
                    <a:pt x="196" y="218"/>
                  </a:moveTo>
                  <a:cubicBezTo>
                    <a:pt x="198" y="219"/>
                    <a:pt x="196" y="220"/>
                    <a:pt x="196" y="218"/>
                  </a:cubicBezTo>
                  <a:close/>
                  <a:moveTo>
                    <a:pt x="196" y="249"/>
                  </a:moveTo>
                  <a:cubicBezTo>
                    <a:pt x="195" y="251"/>
                    <a:pt x="197" y="248"/>
                    <a:pt x="196" y="249"/>
                  </a:cubicBezTo>
                  <a:close/>
                  <a:moveTo>
                    <a:pt x="198" y="349"/>
                  </a:moveTo>
                  <a:cubicBezTo>
                    <a:pt x="198" y="350"/>
                    <a:pt x="196" y="351"/>
                    <a:pt x="196" y="352"/>
                  </a:cubicBezTo>
                  <a:cubicBezTo>
                    <a:pt x="195" y="351"/>
                    <a:pt x="197" y="350"/>
                    <a:pt x="198" y="349"/>
                  </a:cubicBezTo>
                  <a:close/>
                  <a:moveTo>
                    <a:pt x="196" y="296"/>
                  </a:moveTo>
                  <a:cubicBezTo>
                    <a:pt x="196" y="296"/>
                    <a:pt x="195" y="298"/>
                    <a:pt x="195" y="298"/>
                  </a:cubicBezTo>
                  <a:cubicBezTo>
                    <a:pt x="193" y="300"/>
                    <a:pt x="194" y="295"/>
                    <a:pt x="196" y="296"/>
                  </a:cubicBezTo>
                  <a:close/>
                  <a:moveTo>
                    <a:pt x="194" y="353"/>
                  </a:moveTo>
                  <a:cubicBezTo>
                    <a:pt x="195" y="354"/>
                    <a:pt x="193" y="354"/>
                    <a:pt x="194" y="353"/>
                  </a:cubicBezTo>
                  <a:close/>
                  <a:moveTo>
                    <a:pt x="192" y="213"/>
                  </a:moveTo>
                  <a:cubicBezTo>
                    <a:pt x="192" y="212"/>
                    <a:pt x="194" y="211"/>
                    <a:pt x="192" y="213"/>
                  </a:cubicBezTo>
                  <a:close/>
                  <a:moveTo>
                    <a:pt x="193" y="252"/>
                  </a:moveTo>
                  <a:cubicBezTo>
                    <a:pt x="194" y="253"/>
                    <a:pt x="193" y="254"/>
                    <a:pt x="192" y="254"/>
                  </a:cubicBezTo>
                  <a:cubicBezTo>
                    <a:pt x="192" y="253"/>
                    <a:pt x="193" y="253"/>
                    <a:pt x="193" y="252"/>
                  </a:cubicBezTo>
                  <a:close/>
                  <a:moveTo>
                    <a:pt x="193" y="354"/>
                  </a:moveTo>
                  <a:cubicBezTo>
                    <a:pt x="193" y="355"/>
                    <a:pt x="193" y="356"/>
                    <a:pt x="192" y="356"/>
                  </a:cubicBezTo>
                  <a:cubicBezTo>
                    <a:pt x="192" y="355"/>
                    <a:pt x="193" y="355"/>
                    <a:pt x="193" y="354"/>
                  </a:cubicBezTo>
                  <a:close/>
                  <a:moveTo>
                    <a:pt x="192" y="305"/>
                  </a:moveTo>
                  <a:cubicBezTo>
                    <a:pt x="190" y="307"/>
                    <a:pt x="193" y="304"/>
                    <a:pt x="192" y="305"/>
                  </a:cubicBezTo>
                  <a:close/>
                  <a:moveTo>
                    <a:pt x="188" y="397"/>
                  </a:moveTo>
                  <a:cubicBezTo>
                    <a:pt x="187" y="398"/>
                    <a:pt x="185" y="400"/>
                    <a:pt x="183" y="401"/>
                  </a:cubicBezTo>
                  <a:cubicBezTo>
                    <a:pt x="184" y="399"/>
                    <a:pt x="186" y="398"/>
                    <a:pt x="188" y="397"/>
                  </a:cubicBezTo>
                  <a:close/>
                  <a:moveTo>
                    <a:pt x="184" y="384"/>
                  </a:moveTo>
                  <a:cubicBezTo>
                    <a:pt x="185" y="384"/>
                    <a:pt x="185" y="383"/>
                    <a:pt x="186" y="383"/>
                  </a:cubicBezTo>
                  <a:cubicBezTo>
                    <a:pt x="185" y="384"/>
                    <a:pt x="185" y="384"/>
                    <a:pt x="184" y="384"/>
                  </a:cubicBezTo>
                  <a:close/>
                  <a:moveTo>
                    <a:pt x="184" y="243"/>
                  </a:moveTo>
                  <a:cubicBezTo>
                    <a:pt x="185" y="242"/>
                    <a:pt x="183" y="244"/>
                    <a:pt x="184" y="243"/>
                  </a:cubicBezTo>
                  <a:close/>
                  <a:moveTo>
                    <a:pt x="182" y="186"/>
                  </a:moveTo>
                  <a:cubicBezTo>
                    <a:pt x="182" y="185"/>
                    <a:pt x="181" y="187"/>
                    <a:pt x="182" y="186"/>
                  </a:cubicBezTo>
                  <a:close/>
                  <a:moveTo>
                    <a:pt x="184" y="243"/>
                  </a:moveTo>
                  <a:cubicBezTo>
                    <a:pt x="185" y="244"/>
                    <a:pt x="183" y="249"/>
                    <a:pt x="182" y="249"/>
                  </a:cubicBezTo>
                  <a:cubicBezTo>
                    <a:pt x="180" y="249"/>
                    <a:pt x="182" y="243"/>
                    <a:pt x="184" y="243"/>
                  </a:cubicBezTo>
                  <a:close/>
                  <a:moveTo>
                    <a:pt x="177" y="208"/>
                  </a:moveTo>
                  <a:cubicBezTo>
                    <a:pt x="178" y="209"/>
                    <a:pt x="177" y="209"/>
                    <a:pt x="177" y="210"/>
                  </a:cubicBezTo>
                  <a:cubicBezTo>
                    <a:pt x="176" y="210"/>
                    <a:pt x="177" y="209"/>
                    <a:pt x="177" y="208"/>
                  </a:cubicBezTo>
                  <a:close/>
                  <a:moveTo>
                    <a:pt x="182" y="322"/>
                  </a:moveTo>
                  <a:cubicBezTo>
                    <a:pt x="179" y="324"/>
                    <a:pt x="177" y="329"/>
                    <a:pt x="175" y="329"/>
                  </a:cubicBezTo>
                  <a:cubicBezTo>
                    <a:pt x="175" y="329"/>
                    <a:pt x="179" y="322"/>
                    <a:pt x="182" y="322"/>
                  </a:cubicBezTo>
                  <a:close/>
                  <a:moveTo>
                    <a:pt x="180" y="403"/>
                  </a:moveTo>
                  <a:cubicBezTo>
                    <a:pt x="179" y="404"/>
                    <a:pt x="178" y="406"/>
                    <a:pt x="176" y="406"/>
                  </a:cubicBezTo>
                  <a:cubicBezTo>
                    <a:pt x="177" y="405"/>
                    <a:pt x="179" y="404"/>
                    <a:pt x="180" y="403"/>
                  </a:cubicBezTo>
                  <a:close/>
                  <a:moveTo>
                    <a:pt x="178" y="383"/>
                  </a:move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2"/>
                    <a:pt x="178" y="382"/>
                  </a:cubicBezTo>
                  <a:cubicBezTo>
                    <a:pt x="178" y="382"/>
                    <a:pt x="178" y="382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lose/>
                  <a:moveTo>
                    <a:pt x="181" y="393"/>
                  </a:moveTo>
                  <a:cubicBezTo>
                    <a:pt x="181" y="393"/>
                    <a:pt x="180" y="395"/>
                    <a:pt x="180" y="395"/>
                  </a:cubicBezTo>
                  <a:cubicBezTo>
                    <a:pt x="178" y="397"/>
                    <a:pt x="179" y="392"/>
                    <a:pt x="181" y="393"/>
                  </a:cubicBezTo>
                  <a:close/>
                  <a:moveTo>
                    <a:pt x="179" y="358"/>
                  </a:moveTo>
                  <a:cubicBezTo>
                    <a:pt x="179" y="358"/>
                    <a:pt x="180" y="359"/>
                    <a:pt x="180" y="359"/>
                  </a:cubicBezTo>
                  <a:cubicBezTo>
                    <a:pt x="180" y="360"/>
                    <a:pt x="178" y="359"/>
                    <a:pt x="179" y="358"/>
                  </a:cubicBezTo>
                  <a:close/>
                  <a:moveTo>
                    <a:pt x="182" y="418"/>
                  </a:moveTo>
                  <a:cubicBezTo>
                    <a:pt x="183" y="416"/>
                    <a:pt x="187" y="412"/>
                    <a:pt x="190" y="410"/>
                  </a:cubicBezTo>
                  <a:cubicBezTo>
                    <a:pt x="190" y="410"/>
                    <a:pt x="190" y="408"/>
                    <a:pt x="191" y="409"/>
                  </a:cubicBezTo>
                  <a:cubicBezTo>
                    <a:pt x="192" y="410"/>
                    <a:pt x="189" y="414"/>
                    <a:pt x="189" y="414"/>
                  </a:cubicBezTo>
                  <a:cubicBezTo>
                    <a:pt x="188" y="415"/>
                    <a:pt x="186" y="415"/>
                    <a:pt x="184" y="417"/>
                  </a:cubicBezTo>
                  <a:cubicBezTo>
                    <a:pt x="180" y="419"/>
                    <a:pt x="178" y="424"/>
                    <a:pt x="174" y="426"/>
                  </a:cubicBezTo>
                  <a:cubicBezTo>
                    <a:pt x="174" y="422"/>
                    <a:pt x="180" y="421"/>
                    <a:pt x="182" y="418"/>
                  </a:cubicBezTo>
                  <a:close/>
                  <a:moveTo>
                    <a:pt x="193" y="479"/>
                  </a:moveTo>
                  <a:cubicBezTo>
                    <a:pt x="192" y="481"/>
                    <a:pt x="192" y="479"/>
                    <a:pt x="193" y="479"/>
                  </a:cubicBezTo>
                  <a:close/>
                  <a:moveTo>
                    <a:pt x="193" y="432"/>
                  </a:moveTo>
                  <a:cubicBezTo>
                    <a:pt x="194" y="432"/>
                    <a:pt x="193" y="433"/>
                    <a:pt x="193" y="432"/>
                  </a:cubicBezTo>
                  <a:cubicBezTo>
                    <a:pt x="192" y="432"/>
                    <a:pt x="193" y="432"/>
                    <a:pt x="193" y="432"/>
                  </a:cubicBezTo>
                  <a:close/>
                  <a:moveTo>
                    <a:pt x="191" y="460"/>
                  </a:moveTo>
                  <a:cubicBezTo>
                    <a:pt x="192" y="458"/>
                    <a:pt x="193" y="460"/>
                    <a:pt x="191" y="460"/>
                  </a:cubicBezTo>
                  <a:close/>
                  <a:moveTo>
                    <a:pt x="193" y="489"/>
                  </a:moveTo>
                  <a:cubicBezTo>
                    <a:pt x="193" y="490"/>
                    <a:pt x="192" y="491"/>
                    <a:pt x="191" y="491"/>
                  </a:cubicBezTo>
                  <a:cubicBezTo>
                    <a:pt x="189" y="492"/>
                    <a:pt x="191" y="487"/>
                    <a:pt x="193" y="489"/>
                  </a:cubicBezTo>
                  <a:close/>
                  <a:moveTo>
                    <a:pt x="190" y="440"/>
                  </a:moveTo>
                  <a:cubicBezTo>
                    <a:pt x="189" y="439"/>
                    <a:pt x="191" y="438"/>
                    <a:pt x="191" y="439"/>
                  </a:cubicBezTo>
                  <a:cubicBezTo>
                    <a:pt x="191" y="439"/>
                    <a:pt x="190" y="440"/>
                    <a:pt x="190" y="440"/>
                  </a:cubicBezTo>
                  <a:close/>
                  <a:moveTo>
                    <a:pt x="189" y="511"/>
                  </a:moveTo>
                  <a:cubicBezTo>
                    <a:pt x="189" y="511"/>
                    <a:pt x="189" y="512"/>
                    <a:pt x="188" y="511"/>
                  </a:cubicBezTo>
                  <a:cubicBezTo>
                    <a:pt x="188" y="511"/>
                    <a:pt x="189" y="510"/>
                    <a:pt x="189" y="511"/>
                  </a:cubicBezTo>
                  <a:close/>
                  <a:moveTo>
                    <a:pt x="186" y="470"/>
                  </a:moveTo>
                  <a:cubicBezTo>
                    <a:pt x="185" y="469"/>
                    <a:pt x="188" y="469"/>
                    <a:pt x="188" y="470"/>
                  </a:cubicBezTo>
                  <a:cubicBezTo>
                    <a:pt x="189" y="471"/>
                    <a:pt x="186" y="472"/>
                    <a:pt x="186" y="470"/>
                  </a:cubicBezTo>
                  <a:close/>
                  <a:moveTo>
                    <a:pt x="184" y="470"/>
                  </a:moveTo>
                  <a:cubicBezTo>
                    <a:pt x="185" y="471"/>
                    <a:pt x="184" y="472"/>
                    <a:pt x="183" y="472"/>
                  </a:cubicBezTo>
                  <a:cubicBezTo>
                    <a:pt x="180" y="474"/>
                    <a:pt x="182" y="469"/>
                    <a:pt x="184" y="470"/>
                  </a:cubicBezTo>
                  <a:close/>
                  <a:moveTo>
                    <a:pt x="183" y="435"/>
                  </a:moveTo>
                  <a:cubicBezTo>
                    <a:pt x="183" y="434"/>
                    <a:pt x="182" y="436"/>
                    <a:pt x="183" y="435"/>
                  </a:cubicBezTo>
                  <a:close/>
                  <a:moveTo>
                    <a:pt x="180" y="443"/>
                  </a:moveTo>
                  <a:cubicBezTo>
                    <a:pt x="180" y="443"/>
                    <a:pt x="179" y="443"/>
                    <a:pt x="179" y="443"/>
                  </a:cubicBezTo>
                  <a:cubicBezTo>
                    <a:pt x="178" y="445"/>
                    <a:pt x="180" y="440"/>
                    <a:pt x="180" y="443"/>
                  </a:cubicBezTo>
                  <a:close/>
                  <a:moveTo>
                    <a:pt x="174" y="445"/>
                  </a:moveTo>
                  <a:cubicBezTo>
                    <a:pt x="173" y="446"/>
                    <a:pt x="174" y="444"/>
                    <a:pt x="174" y="445"/>
                  </a:cubicBezTo>
                  <a:close/>
                  <a:moveTo>
                    <a:pt x="173" y="182"/>
                  </a:moveTo>
                  <a:cubicBezTo>
                    <a:pt x="172" y="182"/>
                    <a:pt x="174" y="180"/>
                    <a:pt x="173" y="182"/>
                  </a:cubicBezTo>
                  <a:close/>
                  <a:moveTo>
                    <a:pt x="173" y="438"/>
                  </a:moveTo>
                  <a:cubicBezTo>
                    <a:pt x="174" y="437"/>
                    <a:pt x="172" y="440"/>
                    <a:pt x="173" y="438"/>
                  </a:cubicBezTo>
                  <a:close/>
                  <a:moveTo>
                    <a:pt x="173" y="477"/>
                  </a:moveTo>
                  <a:cubicBezTo>
                    <a:pt x="172" y="478"/>
                    <a:pt x="172" y="478"/>
                    <a:pt x="170" y="478"/>
                  </a:cubicBezTo>
                  <a:cubicBezTo>
                    <a:pt x="171" y="478"/>
                    <a:pt x="171" y="477"/>
                    <a:pt x="173" y="477"/>
                  </a:cubicBezTo>
                  <a:close/>
                  <a:moveTo>
                    <a:pt x="173" y="314"/>
                  </a:move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lose/>
                  <a:moveTo>
                    <a:pt x="171" y="307"/>
                  </a:moveTo>
                  <a:cubicBezTo>
                    <a:pt x="171" y="308"/>
                    <a:pt x="171" y="309"/>
                    <a:pt x="169" y="310"/>
                  </a:cubicBezTo>
                  <a:cubicBezTo>
                    <a:pt x="168" y="310"/>
                    <a:pt x="167" y="310"/>
                    <a:pt x="166" y="309"/>
                  </a:cubicBezTo>
                  <a:cubicBezTo>
                    <a:pt x="164" y="305"/>
                    <a:pt x="171" y="303"/>
                    <a:pt x="171" y="307"/>
                  </a:cubicBezTo>
                  <a:close/>
                  <a:moveTo>
                    <a:pt x="168" y="501"/>
                  </a:moveTo>
                  <a:cubicBezTo>
                    <a:pt x="168" y="501"/>
                    <a:pt x="168" y="501"/>
                    <a:pt x="169" y="501"/>
                  </a:cubicBezTo>
                  <a:cubicBezTo>
                    <a:pt x="169" y="501"/>
                    <a:pt x="168" y="502"/>
                    <a:pt x="168" y="501"/>
                  </a:cubicBezTo>
                  <a:close/>
                  <a:moveTo>
                    <a:pt x="166" y="342"/>
                  </a:moveTo>
                  <a:cubicBezTo>
                    <a:pt x="166" y="342"/>
                    <a:pt x="166" y="342"/>
                    <a:pt x="166" y="342"/>
                  </a:cubicBezTo>
                  <a:cubicBezTo>
                    <a:pt x="166" y="342"/>
                    <a:pt x="166" y="343"/>
                    <a:pt x="165" y="343"/>
                  </a:cubicBezTo>
                  <a:cubicBezTo>
                    <a:pt x="165" y="343"/>
                    <a:pt x="165" y="343"/>
                    <a:pt x="165" y="343"/>
                  </a:cubicBezTo>
                  <a:cubicBezTo>
                    <a:pt x="165" y="343"/>
                    <a:pt x="166" y="342"/>
                    <a:pt x="166" y="342"/>
                  </a:cubicBezTo>
                  <a:close/>
                  <a:moveTo>
                    <a:pt x="165" y="307"/>
                  </a:moveTo>
                  <a:cubicBezTo>
                    <a:pt x="163" y="308"/>
                    <a:pt x="167" y="306"/>
                    <a:pt x="165" y="307"/>
                  </a:cubicBezTo>
                  <a:close/>
                  <a:moveTo>
                    <a:pt x="164" y="344"/>
                  </a:moveTo>
                  <a:cubicBezTo>
                    <a:pt x="163" y="344"/>
                    <a:pt x="166" y="342"/>
                    <a:pt x="164" y="344"/>
                  </a:cubicBezTo>
                  <a:close/>
                  <a:moveTo>
                    <a:pt x="165" y="345"/>
                  </a:moveTo>
                  <a:cubicBezTo>
                    <a:pt x="164" y="346"/>
                    <a:pt x="164" y="347"/>
                    <a:pt x="162" y="347"/>
                  </a:cubicBezTo>
                  <a:cubicBezTo>
                    <a:pt x="163" y="347"/>
                    <a:pt x="163" y="346"/>
                    <a:pt x="165" y="345"/>
                  </a:cubicBezTo>
                  <a:close/>
                  <a:moveTo>
                    <a:pt x="161" y="347"/>
                  </a:moveTo>
                  <a:cubicBezTo>
                    <a:pt x="160" y="348"/>
                    <a:pt x="162" y="346"/>
                    <a:pt x="161" y="347"/>
                  </a:cubicBezTo>
                  <a:close/>
                  <a:moveTo>
                    <a:pt x="160" y="350"/>
                  </a:moveTo>
                  <a:cubicBezTo>
                    <a:pt x="161" y="348"/>
                    <a:pt x="162" y="349"/>
                    <a:pt x="160" y="350"/>
                  </a:cubicBezTo>
                  <a:close/>
                  <a:moveTo>
                    <a:pt x="168" y="370"/>
                  </a:moveTo>
                  <a:cubicBezTo>
                    <a:pt x="165" y="373"/>
                    <a:pt x="163" y="376"/>
                    <a:pt x="158" y="378"/>
                  </a:cubicBezTo>
                  <a:cubicBezTo>
                    <a:pt x="161" y="375"/>
                    <a:pt x="164" y="372"/>
                    <a:pt x="168" y="370"/>
                  </a:cubicBezTo>
                  <a:close/>
                  <a:moveTo>
                    <a:pt x="167" y="392"/>
                  </a:moveTo>
                  <a:cubicBezTo>
                    <a:pt x="166" y="393"/>
                    <a:pt x="168" y="390"/>
                    <a:pt x="167" y="391"/>
                  </a:cubicBezTo>
                  <a:cubicBezTo>
                    <a:pt x="167" y="391"/>
                    <a:pt x="167" y="392"/>
                    <a:pt x="167" y="392"/>
                  </a:cubicBezTo>
                  <a:close/>
                  <a:moveTo>
                    <a:pt x="168" y="424"/>
                  </a:moveTo>
                  <a:cubicBezTo>
                    <a:pt x="168" y="424"/>
                    <a:pt x="167" y="424"/>
                    <a:pt x="167" y="424"/>
                  </a:cubicBezTo>
                  <a:cubicBezTo>
                    <a:pt x="166" y="423"/>
                    <a:pt x="168" y="423"/>
                    <a:pt x="168" y="424"/>
                  </a:cubicBezTo>
                  <a:close/>
                  <a:moveTo>
                    <a:pt x="161" y="457"/>
                  </a:moveTo>
                  <a:cubicBezTo>
                    <a:pt x="161" y="458"/>
                    <a:pt x="158" y="461"/>
                    <a:pt x="157" y="460"/>
                  </a:cubicBezTo>
                  <a:cubicBezTo>
                    <a:pt x="156" y="458"/>
                    <a:pt x="159" y="456"/>
                    <a:pt x="161" y="457"/>
                  </a:cubicBezTo>
                  <a:close/>
                  <a:moveTo>
                    <a:pt x="157" y="477"/>
                  </a:move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lose/>
                  <a:moveTo>
                    <a:pt x="161" y="502"/>
                  </a:moveTo>
                  <a:cubicBezTo>
                    <a:pt x="161" y="503"/>
                    <a:pt x="159" y="504"/>
                    <a:pt x="159" y="503"/>
                  </a:cubicBezTo>
                  <a:cubicBezTo>
                    <a:pt x="159" y="502"/>
                    <a:pt x="160" y="501"/>
                    <a:pt x="161" y="502"/>
                  </a:cubicBezTo>
                  <a:close/>
                  <a:moveTo>
                    <a:pt x="159" y="482"/>
                  </a:moveTo>
                  <a:cubicBezTo>
                    <a:pt x="158" y="483"/>
                    <a:pt x="160" y="481"/>
                    <a:pt x="159" y="482"/>
                  </a:cubicBezTo>
                  <a:close/>
                  <a:moveTo>
                    <a:pt x="162" y="484"/>
                  </a:moveTo>
                  <a:cubicBezTo>
                    <a:pt x="163" y="484"/>
                    <a:pt x="162" y="485"/>
                    <a:pt x="161" y="485"/>
                  </a:cubicBezTo>
                  <a:cubicBezTo>
                    <a:pt x="160" y="486"/>
                    <a:pt x="161" y="483"/>
                    <a:pt x="162" y="484"/>
                  </a:cubicBezTo>
                  <a:close/>
                  <a:moveTo>
                    <a:pt x="161" y="428"/>
                  </a:moveTo>
                  <a:cubicBezTo>
                    <a:pt x="162" y="429"/>
                    <a:pt x="160" y="432"/>
                    <a:pt x="160" y="432"/>
                  </a:cubicBezTo>
                  <a:cubicBezTo>
                    <a:pt x="155" y="435"/>
                    <a:pt x="158" y="426"/>
                    <a:pt x="161" y="428"/>
                  </a:cubicBezTo>
                  <a:close/>
                  <a:moveTo>
                    <a:pt x="164" y="506"/>
                  </a:moveTo>
                  <a:cubicBezTo>
                    <a:pt x="165" y="507"/>
                    <a:pt x="160" y="510"/>
                    <a:pt x="159" y="510"/>
                  </a:cubicBezTo>
                  <a:cubicBezTo>
                    <a:pt x="154" y="511"/>
                    <a:pt x="163" y="505"/>
                    <a:pt x="164" y="506"/>
                  </a:cubicBezTo>
                  <a:close/>
                  <a:moveTo>
                    <a:pt x="163" y="443"/>
                  </a:moveTo>
                  <a:cubicBezTo>
                    <a:pt x="163" y="443"/>
                    <a:pt x="163" y="444"/>
                    <a:pt x="162" y="444"/>
                  </a:cubicBezTo>
                  <a:cubicBezTo>
                    <a:pt x="162" y="443"/>
                    <a:pt x="163" y="443"/>
                    <a:pt x="163" y="443"/>
                  </a:cubicBezTo>
                  <a:close/>
                  <a:moveTo>
                    <a:pt x="159" y="351"/>
                  </a:moveTo>
                  <a:cubicBezTo>
                    <a:pt x="159" y="351"/>
                    <a:pt x="159" y="350"/>
                    <a:pt x="160" y="350"/>
                  </a:cubicBezTo>
                  <a:cubicBezTo>
                    <a:pt x="160" y="350"/>
                    <a:pt x="160" y="351"/>
                    <a:pt x="159" y="351"/>
                  </a:cubicBezTo>
                  <a:close/>
                  <a:moveTo>
                    <a:pt x="160" y="259"/>
                  </a:moveTo>
                  <a:cubicBezTo>
                    <a:pt x="160" y="259"/>
                    <a:pt x="160" y="260"/>
                    <a:pt x="160" y="260"/>
                  </a:cubicBezTo>
                  <a:cubicBezTo>
                    <a:pt x="159" y="261"/>
                    <a:pt x="158" y="258"/>
                    <a:pt x="160" y="259"/>
                  </a:cubicBezTo>
                  <a:close/>
                  <a:moveTo>
                    <a:pt x="160" y="349"/>
                  </a:moveTo>
                  <a:cubicBezTo>
                    <a:pt x="159" y="350"/>
                    <a:pt x="159" y="350"/>
                    <a:pt x="158" y="351"/>
                  </a:cubicBezTo>
                  <a:cubicBezTo>
                    <a:pt x="158" y="350"/>
                    <a:pt x="159" y="349"/>
                    <a:pt x="160" y="349"/>
                  </a:cubicBezTo>
                  <a:close/>
                  <a:moveTo>
                    <a:pt x="159" y="352"/>
                  </a:moveTo>
                  <a:cubicBezTo>
                    <a:pt x="158" y="352"/>
                    <a:pt x="158" y="353"/>
                    <a:pt x="157" y="353"/>
                  </a:cubicBezTo>
                  <a:cubicBezTo>
                    <a:pt x="157" y="352"/>
                    <a:pt x="158" y="352"/>
                    <a:pt x="159" y="352"/>
                  </a:cubicBezTo>
                  <a:close/>
                  <a:moveTo>
                    <a:pt x="156" y="354"/>
                  </a:moveTo>
                  <a:cubicBezTo>
                    <a:pt x="155" y="355"/>
                    <a:pt x="158" y="353"/>
                    <a:pt x="156" y="354"/>
                  </a:cubicBezTo>
                  <a:close/>
                  <a:moveTo>
                    <a:pt x="157" y="415"/>
                  </a:moveTo>
                  <a:cubicBezTo>
                    <a:pt x="158" y="416"/>
                    <a:pt x="157" y="417"/>
                    <a:pt x="156" y="417"/>
                  </a:cubicBezTo>
                  <a:cubicBezTo>
                    <a:pt x="156" y="416"/>
                    <a:pt x="157" y="416"/>
                    <a:pt x="157" y="415"/>
                  </a:cubicBezTo>
                  <a:close/>
                  <a:moveTo>
                    <a:pt x="133" y="461"/>
                  </a:moveTo>
                  <a:cubicBezTo>
                    <a:pt x="137" y="457"/>
                    <a:pt x="142" y="453"/>
                    <a:pt x="148" y="450"/>
                  </a:cubicBezTo>
                  <a:cubicBezTo>
                    <a:pt x="143" y="454"/>
                    <a:pt x="138" y="457"/>
                    <a:pt x="133" y="461"/>
                  </a:cubicBezTo>
                  <a:close/>
                  <a:moveTo>
                    <a:pt x="138" y="463"/>
                  </a:moveTo>
                  <a:cubicBezTo>
                    <a:pt x="138" y="464"/>
                    <a:pt x="137" y="464"/>
                    <a:pt x="137" y="463"/>
                  </a:cubicBezTo>
                  <a:cubicBezTo>
                    <a:pt x="136" y="462"/>
                    <a:pt x="138" y="463"/>
                    <a:pt x="138" y="463"/>
                  </a:cubicBezTo>
                  <a:close/>
                  <a:moveTo>
                    <a:pt x="147" y="446"/>
                  </a:moveTo>
                  <a:cubicBezTo>
                    <a:pt x="146" y="446"/>
                    <a:pt x="145" y="447"/>
                    <a:pt x="145" y="447"/>
                  </a:cubicBezTo>
                  <a:cubicBezTo>
                    <a:pt x="144" y="446"/>
                    <a:pt x="152" y="439"/>
                    <a:pt x="153" y="440"/>
                  </a:cubicBezTo>
                  <a:cubicBezTo>
                    <a:pt x="154" y="440"/>
                    <a:pt x="147" y="446"/>
                    <a:pt x="147" y="446"/>
                  </a:cubicBezTo>
                  <a:close/>
                  <a:moveTo>
                    <a:pt x="148" y="401"/>
                  </a:moveTo>
                  <a:cubicBezTo>
                    <a:pt x="151" y="399"/>
                    <a:pt x="146" y="402"/>
                    <a:pt x="148" y="401"/>
                  </a:cubicBezTo>
                  <a:close/>
                  <a:moveTo>
                    <a:pt x="150" y="439"/>
                  </a:moveTo>
                  <a:cubicBezTo>
                    <a:pt x="150" y="440"/>
                    <a:pt x="149" y="440"/>
                    <a:pt x="148" y="440"/>
                  </a:cubicBezTo>
                  <a:cubicBezTo>
                    <a:pt x="148" y="439"/>
                    <a:pt x="149" y="439"/>
                    <a:pt x="150" y="439"/>
                  </a:cubicBezTo>
                  <a:close/>
                  <a:moveTo>
                    <a:pt x="151" y="379"/>
                  </a:moveTo>
                  <a:cubicBezTo>
                    <a:pt x="150" y="380"/>
                    <a:pt x="151" y="378"/>
                    <a:pt x="151" y="379"/>
                  </a:cubicBezTo>
                  <a:close/>
                  <a:moveTo>
                    <a:pt x="153" y="447"/>
                  </a:moveTo>
                  <a:cubicBezTo>
                    <a:pt x="153" y="449"/>
                    <a:pt x="150" y="449"/>
                    <a:pt x="149" y="450"/>
                  </a:cubicBezTo>
                  <a:cubicBezTo>
                    <a:pt x="149" y="449"/>
                    <a:pt x="152" y="448"/>
                    <a:pt x="153" y="447"/>
                  </a:cubicBezTo>
                  <a:close/>
                  <a:moveTo>
                    <a:pt x="156" y="472"/>
                  </a:moveTo>
                  <a:cubicBezTo>
                    <a:pt x="155" y="473"/>
                    <a:pt x="152" y="475"/>
                    <a:pt x="151" y="475"/>
                  </a:cubicBezTo>
                  <a:cubicBezTo>
                    <a:pt x="151" y="475"/>
                    <a:pt x="154" y="471"/>
                    <a:pt x="156" y="472"/>
                  </a:cubicBezTo>
                  <a:close/>
                  <a:moveTo>
                    <a:pt x="156" y="435"/>
                  </a:moveTo>
                  <a:cubicBezTo>
                    <a:pt x="156" y="435"/>
                    <a:pt x="156" y="435"/>
                    <a:pt x="157" y="435"/>
                  </a:cubicBezTo>
                  <a:cubicBezTo>
                    <a:pt x="156" y="435"/>
                    <a:pt x="156" y="435"/>
                    <a:pt x="156" y="435"/>
                  </a:cubicBezTo>
                  <a:cubicBezTo>
                    <a:pt x="156" y="435"/>
                    <a:pt x="156" y="435"/>
                    <a:pt x="156" y="435"/>
                  </a:cubicBezTo>
                  <a:close/>
                  <a:moveTo>
                    <a:pt x="155" y="447"/>
                  </a:moveTo>
                  <a:cubicBezTo>
                    <a:pt x="155" y="447"/>
                    <a:pt x="154" y="448"/>
                    <a:pt x="154" y="447"/>
                  </a:cubicBezTo>
                  <a:cubicBezTo>
                    <a:pt x="153" y="446"/>
                    <a:pt x="156" y="445"/>
                    <a:pt x="155" y="447"/>
                  </a:cubicBezTo>
                  <a:close/>
                  <a:moveTo>
                    <a:pt x="155" y="434"/>
                  </a:moveTo>
                  <a:cubicBezTo>
                    <a:pt x="155" y="434"/>
                    <a:pt x="154" y="435"/>
                    <a:pt x="154" y="435"/>
                  </a:cubicBezTo>
                  <a:cubicBezTo>
                    <a:pt x="152" y="437"/>
                    <a:pt x="153" y="432"/>
                    <a:pt x="155" y="434"/>
                  </a:cubicBezTo>
                  <a:close/>
                  <a:moveTo>
                    <a:pt x="152" y="391"/>
                  </a:moveTo>
                  <a:cubicBezTo>
                    <a:pt x="153" y="391"/>
                    <a:pt x="152" y="392"/>
                    <a:pt x="152" y="392"/>
                  </a:cubicBezTo>
                  <a:cubicBezTo>
                    <a:pt x="151" y="393"/>
                    <a:pt x="151" y="390"/>
                    <a:pt x="152" y="391"/>
                  </a:cubicBezTo>
                  <a:close/>
                  <a:moveTo>
                    <a:pt x="151" y="438"/>
                  </a:moveTo>
                  <a:cubicBezTo>
                    <a:pt x="152" y="436"/>
                    <a:pt x="154" y="438"/>
                    <a:pt x="151" y="438"/>
                  </a:cubicBezTo>
                  <a:close/>
                  <a:moveTo>
                    <a:pt x="151" y="253"/>
                  </a:moveTo>
                  <a:cubicBezTo>
                    <a:pt x="151" y="253"/>
                    <a:pt x="151" y="254"/>
                    <a:pt x="150" y="254"/>
                  </a:cubicBezTo>
                  <a:cubicBezTo>
                    <a:pt x="150" y="253"/>
                    <a:pt x="151" y="252"/>
                    <a:pt x="151" y="253"/>
                  </a:cubicBezTo>
                  <a:close/>
                  <a:moveTo>
                    <a:pt x="150" y="436"/>
                  </a:moveTo>
                  <a:cubicBezTo>
                    <a:pt x="151" y="436"/>
                    <a:pt x="150" y="437"/>
                    <a:pt x="150" y="437"/>
                  </a:cubicBezTo>
                  <a:cubicBezTo>
                    <a:pt x="149" y="439"/>
                    <a:pt x="149" y="435"/>
                    <a:pt x="150" y="436"/>
                  </a:cubicBezTo>
                  <a:close/>
                  <a:moveTo>
                    <a:pt x="149" y="322"/>
                  </a:moveTo>
                  <a:cubicBezTo>
                    <a:pt x="149" y="323"/>
                    <a:pt x="148" y="322"/>
                    <a:pt x="149" y="322"/>
                  </a:cubicBezTo>
                  <a:close/>
                  <a:moveTo>
                    <a:pt x="149" y="365"/>
                  </a:moveTo>
                  <a:cubicBezTo>
                    <a:pt x="149" y="366"/>
                    <a:pt x="147" y="366"/>
                    <a:pt x="148" y="365"/>
                  </a:cubicBezTo>
                  <a:cubicBezTo>
                    <a:pt x="148" y="365"/>
                    <a:pt x="149" y="365"/>
                    <a:pt x="149" y="365"/>
                  </a:cubicBezTo>
                  <a:close/>
                  <a:moveTo>
                    <a:pt x="147" y="197"/>
                  </a:moveTo>
                  <a:cubicBezTo>
                    <a:pt x="146" y="198"/>
                    <a:pt x="146" y="198"/>
                    <a:pt x="145" y="197"/>
                  </a:cubicBezTo>
                  <a:cubicBezTo>
                    <a:pt x="142" y="194"/>
                    <a:pt x="150" y="194"/>
                    <a:pt x="147" y="197"/>
                  </a:cubicBezTo>
                  <a:close/>
                  <a:moveTo>
                    <a:pt x="145" y="359"/>
                  </a:moveTo>
                  <a:cubicBezTo>
                    <a:pt x="147" y="359"/>
                    <a:pt x="145" y="362"/>
                    <a:pt x="145" y="362"/>
                  </a:cubicBezTo>
                  <a:cubicBezTo>
                    <a:pt x="143" y="363"/>
                    <a:pt x="143" y="358"/>
                    <a:pt x="145" y="359"/>
                  </a:cubicBezTo>
                  <a:close/>
                  <a:moveTo>
                    <a:pt x="145" y="402"/>
                  </a:moveTo>
                  <a:cubicBezTo>
                    <a:pt x="145" y="404"/>
                    <a:pt x="144" y="404"/>
                    <a:pt x="143" y="405"/>
                  </a:cubicBezTo>
                  <a:cubicBezTo>
                    <a:pt x="143" y="404"/>
                    <a:pt x="144" y="403"/>
                    <a:pt x="145" y="402"/>
                  </a:cubicBezTo>
                  <a:close/>
                  <a:moveTo>
                    <a:pt x="132" y="456"/>
                  </a:moveTo>
                  <a:cubicBezTo>
                    <a:pt x="134" y="453"/>
                    <a:pt x="139" y="450"/>
                    <a:pt x="143" y="448"/>
                  </a:cubicBezTo>
                  <a:cubicBezTo>
                    <a:pt x="139" y="451"/>
                    <a:pt x="137" y="455"/>
                    <a:pt x="132" y="456"/>
                  </a:cubicBezTo>
                  <a:close/>
                  <a:moveTo>
                    <a:pt x="131" y="395"/>
                  </a:moveTo>
                  <a:cubicBezTo>
                    <a:pt x="132" y="394"/>
                    <a:pt x="132" y="393"/>
                    <a:pt x="134" y="393"/>
                  </a:cubicBezTo>
                  <a:cubicBezTo>
                    <a:pt x="134" y="393"/>
                    <a:pt x="132" y="395"/>
                    <a:pt x="131" y="395"/>
                  </a:cubicBezTo>
                  <a:close/>
                  <a:moveTo>
                    <a:pt x="134" y="448"/>
                  </a:moveTo>
                  <a:cubicBezTo>
                    <a:pt x="134" y="448"/>
                    <a:pt x="133" y="449"/>
                    <a:pt x="133" y="448"/>
                  </a:cubicBezTo>
                  <a:cubicBezTo>
                    <a:pt x="132" y="447"/>
                    <a:pt x="135" y="447"/>
                    <a:pt x="134" y="448"/>
                  </a:cubicBezTo>
                  <a:close/>
                  <a:moveTo>
                    <a:pt x="132" y="422"/>
                  </a:moveTo>
                  <a:cubicBezTo>
                    <a:pt x="131" y="421"/>
                    <a:pt x="131" y="420"/>
                    <a:pt x="132" y="420"/>
                  </a:cubicBezTo>
                  <a:cubicBezTo>
                    <a:pt x="133" y="420"/>
                    <a:pt x="134" y="421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5" y="424"/>
                    <a:pt x="130" y="426"/>
                    <a:pt x="130" y="423"/>
                  </a:cubicBezTo>
                  <a:cubicBezTo>
                    <a:pt x="130" y="422"/>
                    <a:pt x="131" y="422"/>
                    <a:pt x="132" y="422"/>
                  </a:cubicBezTo>
                  <a:close/>
                  <a:moveTo>
                    <a:pt x="138" y="416"/>
                  </a:moveTo>
                  <a:cubicBezTo>
                    <a:pt x="137" y="417"/>
                    <a:pt x="139" y="415"/>
                    <a:pt x="138" y="416"/>
                  </a:cubicBezTo>
                  <a:close/>
                  <a:moveTo>
                    <a:pt x="139" y="433"/>
                  </a:moveTo>
                  <a:cubicBezTo>
                    <a:pt x="139" y="432"/>
                    <a:pt x="139" y="432"/>
                    <a:pt x="139" y="432"/>
                  </a:cubicBezTo>
                  <a:cubicBezTo>
                    <a:pt x="139" y="430"/>
                    <a:pt x="141" y="433"/>
                    <a:pt x="139" y="433"/>
                  </a:cubicBezTo>
                  <a:close/>
                  <a:moveTo>
                    <a:pt x="140" y="443"/>
                  </a:moveTo>
                  <a:cubicBezTo>
                    <a:pt x="140" y="443"/>
                    <a:pt x="141" y="443"/>
                    <a:pt x="141" y="444"/>
                  </a:cubicBezTo>
                  <a:cubicBezTo>
                    <a:pt x="141" y="444"/>
                    <a:pt x="140" y="444"/>
                    <a:pt x="140" y="443"/>
                  </a:cubicBezTo>
                  <a:close/>
                  <a:moveTo>
                    <a:pt x="142" y="387"/>
                  </a:moveTo>
                  <a:cubicBezTo>
                    <a:pt x="141" y="387"/>
                    <a:pt x="144" y="386"/>
                    <a:pt x="142" y="387"/>
                  </a:cubicBezTo>
                  <a:close/>
                  <a:moveTo>
                    <a:pt x="142" y="436"/>
                  </a:moveTo>
                  <a:cubicBezTo>
                    <a:pt x="143" y="436"/>
                    <a:pt x="142" y="439"/>
                    <a:pt x="141" y="437"/>
                  </a:cubicBezTo>
                  <a:cubicBezTo>
                    <a:pt x="141" y="436"/>
                    <a:pt x="142" y="436"/>
                    <a:pt x="142" y="436"/>
                  </a:cubicBezTo>
                  <a:close/>
                  <a:moveTo>
                    <a:pt x="142" y="387"/>
                  </a:moveTo>
                  <a:cubicBezTo>
                    <a:pt x="141" y="389"/>
                    <a:pt x="139" y="391"/>
                    <a:pt x="137" y="392"/>
                  </a:cubicBezTo>
                  <a:cubicBezTo>
                    <a:pt x="137" y="392"/>
                    <a:pt x="139" y="388"/>
                    <a:pt x="142" y="387"/>
                  </a:cubicBezTo>
                  <a:close/>
                  <a:moveTo>
                    <a:pt x="136" y="246"/>
                  </a:moveTo>
                  <a:cubicBezTo>
                    <a:pt x="135" y="246"/>
                    <a:pt x="137" y="245"/>
                    <a:pt x="136" y="246"/>
                  </a:cubicBezTo>
                  <a:close/>
                  <a:moveTo>
                    <a:pt x="134" y="301"/>
                  </a:moveTo>
                  <a:cubicBezTo>
                    <a:pt x="134" y="298"/>
                    <a:pt x="136" y="300"/>
                    <a:pt x="134" y="301"/>
                  </a:cubicBezTo>
                  <a:close/>
                  <a:moveTo>
                    <a:pt x="135" y="342"/>
                  </a:moveTo>
                  <a:cubicBezTo>
                    <a:pt x="135" y="343"/>
                    <a:pt x="134" y="344"/>
                    <a:pt x="134" y="345"/>
                  </a:cubicBezTo>
                  <a:cubicBezTo>
                    <a:pt x="133" y="344"/>
                    <a:pt x="134" y="342"/>
                    <a:pt x="135" y="342"/>
                  </a:cubicBezTo>
                  <a:close/>
                  <a:moveTo>
                    <a:pt x="129" y="351"/>
                  </a:moveTo>
                  <a:cubicBezTo>
                    <a:pt x="129" y="350"/>
                    <a:pt x="132" y="348"/>
                    <a:pt x="132" y="346"/>
                  </a:cubicBezTo>
                  <a:cubicBezTo>
                    <a:pt x="133" y="347"/>
                    <a:pt x="130" y="349"/>
                    <a:pt x="129" y="351"/>
                  </a:cubicBezTo>
                  <a:close/>
                  <a:moveTo>
                    <a:pt x="132" y="280"/>
                  </a:moveTo>
                  <a:cubicBezTo>
                    <a:pt x="132" y="282"/>
                    <a:pt x="130" y="281"/>
                    <a:pt x="132" y="280"/>
                  </a:cubicBezTo>
                  <a:close/>
                  <a:moveTo>
                    <a:pt x="129" y="305"/>
                  </a:moveTo>
                  <a:cubicBezTo>
                    <a:pt x="131" y="306"/>
                    <a:pt x="130" y="307"/>
                    <a:pt x="129" y="307"/>
                  </a:cubicBezTo>
                  <a:cubicBezTo>
                    <a:pt x="127" y="309"/>
                    <a:pt x="128" y="305"/>
                    <a:pt x="129" y="305"/>
                  </a:cubicBezTo>
                  <a:close/>
                  <a:moveTo>
                    <a:pt x="118" y="327"/>
                  </a:moveTo>
                  <a:cubicBezTo>
                    <a:pt x="118" y="327"/>
                    <a:pt x="117" y="327"/>
                    <a:pt x="117" y="326"/>
                  </a:cubicBezTo>
                  <a:cubicBezTo>
                    <a:pt x="117" y="326"/>
                    <a:pt x="119" y="326"/>
                    <a:pt x="118" y="327"/>
                  </a:cubicBezTo>
                  <a:close/>
                  <a:moveTo>
                    <a:pt x="118" y="336"/>
                  </a:moveTo>
                  <a:cubicBezTo>
                    <a:pt x="118" y="336"/>
                    <a:pt x="118" y="337"/>
                    <a:pt x="117" y="336"/>
                  </a:cubicBezTo>
                  <a:cubicBezTo>
                    <a:pt x="117" y="336"/>
                    <a:pt x="119" y="334"/>
                    <a:pt x="118" y="336"/>
                  </a:cubicBezTo>
                  <a:close/>
                  <a:moveTo>
                    <a:pt x="115" y="336"/>
                  </a:moveTo>
                  <a:cubicBezTo>
                    <a:pt x="116" y="335"/>
                    <a:pt x="114" y="337"/>
                    <a:pt x="115" y="336"/>
                  </a:cubicBezTo>
                  <a:close/>
                  <a:moveTo>
                    <a:pt x="115" y="386"/>
                  </a:moveTo>
                  <a:cubicBezTo>
                    <a:pt x="116" y="387"/>
                    <a:pt x="115" y="387"/>
                    <a:pt x="114" y="387"/>
                  </a:cubicBezTo>
                  <a:cubicBezTo>
                    <a:pt x="114" y="388"/>
                    <a:pt x="115" y="386"/>
                    <a:pt x="115" y="386"/>
                  </a:cubicBezTo>
                  <a:close/>
                  <a:moveTo>
                    <a:pt x="114" y="388"/>
                  </a:moveTo>
                  <a:cubicBezTo>
                    <a:pt x="114" y="389"/>
                    <a:pt x="113" y="389"/>
                    <a:pt x="113" y="390"/>
                  </a:cubicBezTo>
                  <a:cubicBezTo>
                    <a:pt x="112" y="390"/>
                    <a:pt x="113" y="388"/>
                    <a:pt x="114" y="388"/>
                  </a:cubicBezTo>
                  <a:close/>
                  <a:moveTo>
                    <a:pt x="111" y="394"/>
                  </a:moveTo>
                  <a:cubicBezTo>
                    <a:pt x="110" y="393"/>
                    <a:pt x="112" y="392"/>
                    <a:pt x="112" y="391"/>
                  </a:cubicBezTo>
                  <a:cubicBezTo>
                    <a:pt x="113" y="392"/>
                    <a:pt x="111" y="393"/>
                    <a:pt x="111" y="394"/>
                  </a:cubicBezTo>
                  <a:close/>
                  <a:moveTo>
                    <a:pt x="112" y="243"/>
                  </a:moveTo>
                  <a:cubicBezTo>
                    <a:pt x="111" y="245"/>
                    <a:pt x="111" y="241"/>
                    <a:pt x="112" y="242"/>
                  </a:cubicBezTo>
                  <a:cubicBezTo>
                    <a:pt x="113" y="242"/>
                    <a:pt x="112" y="243"/>
                    <a:pt x="112" y="243"/>
                  </a:cubicBezTo>
                  <a:close/>
                  <a:moveTo>
                    <a:pt x="115" y="433"/>
                  </a:moveTo>
                  <a:cubicBezTo>
                    <a:pt x="111" y="434"/>
                    <a:pt x="116" y="429"/>
                    <a:pt x="116" y="432"/>
                  </a:cubicBezTo>
                  <a:cubicBezTo>
                    <a:pt x="116" y="432"/>
                    <a:pt x="115" y="433"/>
                    <a:pt x="115" y="433"/>
                  </a:cubicBezTo>
                  <a:close/>
                  <a:moveTo>
                    <a:pt x="116" y="435"/>
                  </a:moveTo>
                  <a:cubicBezTo>
                    <a:pt x="115" y="436"/>
                    <a:pt x="117" y="434"/>
                    <a:pt x="116" y="435"/>
                  </a:cubicBezTo>
                  <a:close/>
                  <a:moveTo>
                    <a:pt x="113" y="417"/>
                  </a:moveTo>
                  <a:cubicBezTo>
                    <a:pt x="115" y="413"/>
                    <a:pt x="118" y="409"/>
                    <a:pt x="121" y="406"/>
                  </a:cubicBezTo>
                  <a:cubicBezTo>
                    <a:pt x="119" y="410"/>
                    <a:pt x="117" y="414"/>
                    <a:pt x="113" y="417"/>
                  </a:cubicBezTo>
                  <a:close/>
                  <a:moveTo>
                    <a:pt x="121" y="276"/>
                  </a:moveTo>
                  <a:cubicBezTo>
                    <a:pt x="121" y="276"/>
                    <a:pt x="121" y="277"/>
                    <a:pt x="121" y="277"/>
                  </a:cubicBezTo>
                  <a:cubicBezTo>
                    <a:pt x="120" y="276"/>
                    <a:pt x="122" y="275"/>
                    <a:pt x="121" y="276"/>
                  </a:cubicBezTo>
                  <a:close/>
                  <a:moveTo>
                    <a:pt x="122" y="193"/>
                  </a:moveTo>
                  <a:cubicBezTo>
                    <a:pt x="123" y="193"/>
                    <a:pt x="123" y="195"/>
                    <a:pt x="122" y="195"/>
                  </a:cubicBezTo>
                  <a:cubicBezTo>
                    <a:pt x="121" y="197"/>
                    <a:pt x="121" y="192"/>
                    <a:pt x="122" y="193"/>
                  </a:cubicBezTo>
                  <a:close/>
                  <a:moveTo>
                    <a:pt x="122" y="472"/>
                  </a:moveTo>
                  <a:cubicBezTo>
                    <a:pt x="122" y="473"/>
                    <a:pt x="121" y="474"/>
                    <a:pt x="120" y="475"/>
                  </a:cubicBezTo>
                  <a:cubicBezTo>
                    <a:pt x="120" y="474"/>
                    <a:pt x="121" y="472"/>
                    <a:pt x="122" y="472"/>
                  </a:cubicBezTo>
                  <a:close/>
                  <a:moveTo>
                    <a:pt x="120" y="461"/>
                  </a:moveTo>
                  <a:cubicBezTo>
                    <a:pt x="121" y="463"/>
                    <a:pt x="118" y="467"/>
                    <a:pt x="116" y="466"/>
                  </a:cubicBezTo>
                  <a:cubicBezTo>
                    <a:pt x="115" y="464"/>
                    <a:pt x="119" y="462"/>
                    <a:pt x="120" y="461"/>
                  </a:cubicBezTo>
                  <a:close/>
                  <a:moveTo>
                    <a:pt x="111" y="479"/>
                  </a:moveTo>
                  <a:cubicBezTo>
                    <a:pt x="110" y="481"/>
                    <a:pt x="109" y="480"/>
                    <a:pt x="111" y="479"/>
                  </a:cubicBezTo>
                  <a:close/>
                  <a:moveTo>
                    <a:pt x="110" y="496"/>
                  </a:moveTo>
                  <a:cubicBezTo>
                    <a:pt x="111" y="495"/>
                    <a:pt x="109" y="497"/>
                    <a:pt x="110" y="496"/>
                  </a:cubicBezTo>
                  <a:close/>
                  <a:moveTo>
                    <a:pt x="107" y="477"/>
                  </a:moveTo>
                  <a:cubicBezTo>
                    <a:pt x="107" y="476"/>
                    <a:pt x="106" y="478"/>
                    <a:pt x="107" y="477"/>
                  </a:cubicBezTo>
                  <a:close/>
                  <a:moveTo>
                    <a:pt x="109" y="509"/>
                  </a:moveTo>
                  <a:cubicBezTo>
                    <a:pt x="108" y="510"/>
                    <a:pt x="107" y="509"/>
                    <a:pt x="106" y="508"/>
                  </a:cubicBezTo>
                  <a:cubicBezTo>
                    <a:pt x="104" y="505"/>
                    <a:pt x="110" y="501"/>
                    <a:pt x="111" y="503"/>
                  </a:cubicBezTo>
                  <a:cubicBezTo>
                    <a:pt x="114" y="504"/>
                    <a:pt x="111" y="509"/>
                    <a:pt x="109" y="509"/>
                  </a:cubicBezTo>
                  <a:close/>
                  <a:moveTo>
                    <a:pt x="115" y="501"/>
                  </a:moveTo>
                  <a:cubicBezTo>
                    <a:pt x="115" y="499"/>
                    <a:pt x="117" y="501"/>
                    <a:pt x="115" y="501"/>
                  </a:cubicBezTo>
                  <a:close/>
                  <a:moveTo>
                    <a:pt x="115" y="498"/>
                  </a:moveTo>
                  <a:cubicBezTo>
                    <a:pt x="115" y="498"/>
                    <a:pt x="115" y="498"/>
                    <a:pt x="115" y="498"/>
                  </a:cubicBezTo>
                  <a:cubicBezTo>
                    <a:pt x="115" y="499"/>
                    <a:pt x="115" y="499"/>
                    <a:pt x="115" y="499"/>
                  </a:cubicBezTo>
                  <a:cubicBezTo>
                    <a:pt x="114" y="500"/>
                    <a:pt x="114" y="500"/>
                    <a:pt x="114" y="501"/>
                  </a:cubicBezTo>
                  <a:cubicBezTo>
                    <a:pt x="114" y="501"/>
                    <a:pt x="114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1"/>
                    <a:pt x="113" y="501"/>
                  </a:cubicBezTo>
                  <a:cubicBezTo>
                    <a:pt x="114" y="499"/>
                    <a:pt x="115" y="496"/>
                    <a:pt x="116" y="494"/>
                  </a:cubicBezTo>
                  <a:cubicBezTo>
                    <a:pt x="116" y="495"/>
                    <a:pt x="116" y="497"/>
                    <a:pt x="115" y="498"/>
                  </a:cubicBezTo>
                  <a:close/>
                  <a:moveTo>
                    <a:pt x="115" y="482"/>
                  </a:moveTo>
                  <a:cubicBezTo>
                    <a:pt x="116" y="481"/>
                    <a:pt x="118" y="481"/>
                    <a:pt x="120" y="480"/>
                  </a:cubicBezTo>
                  <a:cubicBezTo>
                    <a:pt x="119" y="482"/>
                    <a:pt x="117" y="482"/>
                    <a:pt x="115" y="482"/>
                  </a:cubicBezTo>
                  <a:close/>
                  <a:moveTo>
                    <a:pt x="121" y="500"/>
                  </a:moveTo>
                  <a:cubicBezTo>
                    <a:pt x="122" y="501"/>
                    <a:pt x="121" y="503"/>
                    <a:pt x="119" y="503"/>
                  </a:cubicBezTo>
                  <a:cubicBezTo>
                    <a:pt x="117" y="502"/>
                    <a:pt x="119" y="499"/>
                    <a:pt x="121" y="500"/>
                  </a:cubicBezTo>
                  <a:cubicBezTo>
                    <a:pt x="119" y="498"/>
                    <a:pt x="121" y="493"/>
                    <a:pt x="124" y="494"/>
                  </a:cubicBezTo>
                  <a:cubicBezTo>
                    <a:pt x="128" y="495"/>
                    <a:pt x="124" y="503"/>
                    <a:pt x="121" y="500"/>
                  </a:cubicBezTo>
                  <a:close/>
                  <a:moveTo>
                    <a:pt x="123" y="425"/>
                  </a:moveTo>
                  <a:cubicBezTo>
                    <a:pt x="123" y="425"/>
                    <a:pt x="123" y="424"/>
                    <a:pt x="124" y="424"/>
                  </a:cubicBezTo>
                  <a:cubicBezTo>
                    <a:pt x="124" y="424"/>
                    <a:pt x="123" y="425"/>
                    <a:pt x="123" y="425"/>
                  </a:cubicBezTo>
                  <a:close/>
                  <a:moveTo>
                    <a:pt x="123" y="474"/>
                  </a:moveTo>
                  <a:cubicBezTo>
                    <a:pt x="123" y="472"/>
                    <a:pt x="125" y="474"/>
                    <a:pt x="123" y="474"/>
                  </a:cubicBezTo>
                  <a:close/>
                  <a:moveTo>
                    <a:pt x="123" y="471"/>
                  </a:moveTo>
                  <a:cubicBezTo>
                    <a:pt x="125" y="469"/>
                    <a:pt x="122" y="472"/>
                    <a:pt x="123" y="471"/>
                  </a:cubicBezTo>
                  <a:close/>
                  <a:moveTo>
                    <a:pt x="126" y="472"/>
                  </a:moveTo>
                  <a:cubicBezTo>
                    <a:pt x="126" y="472"/>
                    <a:pt x="126" y="472"/>
                    <a:pt x="126" y="472"/>
                  </a:cubicBezTo>
                  <a:cubicBezTo>
                    <a:pt x="125" y="472"/>
                    <a:pt x="125" y="473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lose/>
                  <a:moveTo>
                    <a:pt x="127" y="431"/>
                  </a:moveTo>
                  <a:cubicBezTo>
                    <a:pt x="127" y="431"/>
                    <a:pt x="128" y="431"/>
                    <a:pt x="127" y="432"/>
                  </a:cubicBezTo>
                  <a:cubicBezTo>
                    <a:pt x="127" y="433"/>
                    <a:pt x="126" y="431"/>
                    <a:pt x="127" y="431"/>
                  </a:cubicBezTo>
                  <a:close/>
                  <a:moveTo>
                    <a:pt x="127" y="501"/>
                  </a:moveTo>
                  <a:cubicBezTo>
                    <a:pt x="127" y="500"/>
                    <a:pt x="127" y="500"/>
                    <a:pt x="127" y="500"/>
                  </a:cubicBezTo>
                  <a:cubicBezTo>
                    <a:pt x="127" y="498"/>
                    <a:pt x="129" y="501"/>
                    <a:pt x="127" y="501"/>
                  </a:cubicBezTo>
                  <a:close/>
                  <a:moveTo>
                    <a:pt x="128" y="501"/>
                  </a:moveTo>
                  <a:cubicBezTo>
                    <a:pt x="127" y="502"/>
                    <a:pt x="128" y="499"/>
                    <a:pt x="129" y="500"/>
                  </a:cubicBezTo>
                  <a:cubicBezTo>
                    <a:pt x="130" y="501"/>
                    <a:pt x="129" y="501"/>
                    <a:pt x="128" y="501"/>
                  </a:cubicBezTo>
                  <a:close/>
                  <a:moveTo>
                    <a:pt x="128" y="456"/>
                  </a:moveTo>
                  <a:cubicBezTo>
                    <a:pt x="129" y="455"/>
                    <a:pt x="127" y="457"/>
                    <a:pt x="128" y="456"/>
                  </a:cubicBezTo>
                  <a:close/>
                  <a:moveTo>
                    <a:pt x="125" y="401"/>
                  </a:moveTo>
                  <a:cubicBezTo>
                    <a:pt x="125" y="401"/>
                    <a:pt x="122" y="406"/>
                    <a:pt x="123" y="403"/>
                  </a:cubicBezTo>
                  <a:cubicBezTo>
                    <a:pt x="123" y="401"/>
                    <a:pt x="128" y="398"/>
                    <a:pt x="130" y="396"/>
                  </a:cubicBezTo>
                  <a:cubicBezTo>
                    <a:pt x="129" y="398"/>
                    <a:pt x="127" y="399"/>
                    <a:pt x="125" y="401"/>
                  </a:cubicBezTo>
                  <a:close/>
                  <a:moveTo>
                    <a:pt x="131" y="424"/>
                  </a:moveTo>
                  <a:cubicBezTo>
                    <a:pt x="131" y="424"/>
                    <a:pt x="131" y="425"/>
                    <a:pt x="130" y="426"/>
                  </a:cubicBezTo>
                  <a:cubicBezTo>
                    <a:pt x="130" y="426"/>
                    <a:pt x="130" y="424"/>
                    <a:pt x="131" y="424"/>
                  </a:cubicBezTo>
                  <a:close/>
                  <a:moveTo>
                    <a:pt x="131" y="503"/>
                  </a:moveTo>
                  <a:cubicBezTo>
                    <a:pt x="129" y="502"/>
                    <a:pt x="134" y="500"/>
                    <a:pt x="132" y="503"/>
                  </a:cubicBezTo>
                  <a:cubicBezTo>
                    <a:pt x="132" y="503"/>
                    <a:pt x="131" y="504"/>
                    <a:pt x="131" y="503"/>
                  </a:cubicBezTo>
                  <a:close/>
                  <a:moveTo>
                    <a:pt x="132" y="505"/>
                  </a:moveTo>
                  <a:cubicBezTo>
                    <a:pt x="132" y="506"/>
                    <a:pt x="133" y="504"/>
                    <a:pt x="132" y="505"/>
                  </a:cubicBezTo>
                  <a:close/>
                  <a:moveTo>
                    <a:pt x="132" y="478"/>
                  </a:moveTo>
                  <a:cubicBezTo>
                    <a:pt x="130" y="480"/>
                    <a:pt x="130" y="474"/>
                    <a:pt x="132" y="475"/>
                  </a:cubicBezTo>
                  <a:cubicBezTo>
                    <a:pt x="134" y="476"/>
                    <a:pt x="133" y="478"/>
                    <a:pt x="132" y="478"/>
                  </a:cubicBezTo>
                  <a:close/>
                  <a:moveTo>
                    <a:pt x="138" y="496"/>
                  </a:moveTo>
                  <a:cubicBezTo>
                    <a:pt x="136" y="498"/>
                    <a:pt x="135" y="493"/>
                    <a:pt x="137" y="494"/>
                  </a:cubicBezTo>
                  <a:cubicBezTo>
                    <a:pt x="138" y="494"/>
                    <a:pt x="138" y="496"/>
                    <a:pt x="138" y="496"/>
                  </a:cubicBezTo>
                  <a:close/>
                  <a:moveTo>
                    <a:pt x="140" y="501"/>
                  </a:moveTo>
                  <a:cubicBezTo>
                    <a:pt x="141" y="500"/>
                    <a:pt x="141" y="502"/>
                    <a:pt x="140" y="501"/>
                  </a:cubicBezTo>
                  <a:close/>
                  <a:moveTo>
                    <a:pt x="139" y="469"/>
                  </a:moveTo>
                  <a:cubicBezTo>
                    <a:pt x="138" y="471"/>
                    <a:pt x="136" y="474"/>
                    <a:pt x="135" y="475"/>
                  </a:cubicBezTo>
                  <a:cubicBezTo>
                    <a:pt x="130" y="476"/>
                    <a:pt x="139" y="468"/>
                    <a:pt x="141" y="467"/>
                  </a:cubicBezTo>
                  <a:cubicBezTo>
                    <a:pt x="138" y="469"/>
                    <a:pt x="141" y="465"/>
                    <a:pt x="142" y="466"/>
                  </a:cubicBezTo>
                  <a:cubicBezTo>
                    <a:pt x="143" y="467"/>
                    <a:pt x="140" y="469"/>
                    <a:pt x="139" y="469"/>
                  </a:cubicBezTo>
                  <a:close/>
                  <a:moveTo>
                    <a:pt x="143" y="510"/>
                  </a:moveTo>
                  <a:cubicBezTo>
                    <a:pt x="142" y="510"/>
                    <a:pt x="142" y="511"/>
                    <a:pt x="142" y="511"/>
                  </a:cubicBezTo>
                  <a:cubicBezTo>
                    <a:pt x="143" y="510"/>
                    <a:pt x="143" y="509"/>
                    <a:pt x="143" y="510"/>
                  </a:cubicBezTo>
                  <a:close/>
                  <a:moveTo>
                    <a:pt x="143" y="484"/>
                  </a:moveTo>
                  <a:cubicBezTo>
                    <a:pt x="143" y="484"/>
                    <a:pt x="144" y="483"/>
                    <a:pt x="144" y="483"/>
                  </a:cubicBezTo>
                  <a:cubicBezTo>
                    <a:pt x="144" y="483"/>
                    <a:pt x="144" y="484"/>
                    <a:pt x="143" y="484"/>
                  </a:cubicBezTo>
                  <a:close/>
                  <a:moveTo>
                    <a:pt x="144" y="494"/>
                  </a:moveTo>
                  <a:cubicBezTo>
                    <a:pt x="144" y="493"/>
                    <a:pt x="147" y="493"/>
                    <a:pt x="147" y="494"/>
                  </a:cubicBezTo>
                  <a:cubicBezTo>
                    <a:pt x="147" y="495"/>
                    <a:pt x="144" y="497"/>
                    <a:pt x="144" y="494"/>
                  </a:cubicBezTo>
                  <a:close/>
                  <a:moveTo>
                    <a:pt x="145" y="517"/>
                  </a:moveTo>
                  <a:cubicBezTo>
                    <a:pt x="144" y="515"/>
                    <a:pt x="148" y="516"/>
                    <a:pt x="148" y="517"/>
                  </a:cubicBezTo>
                  <a:cubicBezTo>
                    <a:pt x="147" y="518"/>
                    <a:pt x="145" y="519"/>
                    <a:pt x="145" y="517"/>
                  </a:cubicBezTo>
                  <a:close/>
                  <a:moveTo>
                    <a:pt x="142" y="481"/>
                  </a:moveTo>
                  <a:cubicBezTo>
                    <a:pt x="144" y="479"/>
                    <a:pt x="146" y="477"/>
                    <a:pt x="149" y="476"/>
                  </a:cubicBezTo>
                  <a:cubicBezTo>
                    <a:pt x="147" y="478"/>
                    <a:pt x="145" y="480"/>
                    <a:pt x="142" y="481"/>
                  </a:cubicBezTo>
                  <a:close/>
                  <a:moveTo>
                    <a:pt x="149" y="515"/>
                  </a:moveTo>
                  <a:cubicBezTo>
                    <a:pt x="149" y="515"/>
                    <a:pt x="147" y="515"/>
                    <a:pt x="148" y="514"/>
                  </a:cubicBezTo>
                  <a:cubicBezTo>
                    <a:pt x="148" y="514"/>
                    <a:pt x="150" y="515"/>
                    <a:pt x="149" y="515"/>
                  </a:cubicBezTo>
                  <a:close/>
                  <a:moveTo>
                    <a:pt x="150" y="472"/>
                  </a:moveTo>
                  <a:cubicBezTo>
                    <a:pt x="149" y="472"/>
                    <a:pt x="150" y="470"/>
                    <a:pt x="150" y="470"/>
                  </a:cubicBezTo>
                  <a:cubicBezTo>
                    <a:pt x="151" y="471"/>
                    <a:pt x="149" y="472"/>
                    <a:pt x="150" y="472"/>
                  </a:cubicBezTo>
                  <a:close/>
                  <a:moveTo>
                    <a:pt x="150" y="468"/>
                  </a:moveTo>
                  <a:cubicBezTo>
                    <a:pt x="150" y="468"/>
                    <a:pt x="150" y="468"/>
                    <a:pt x="151" y="468"/>
                  </a:cubicBezTo>
                  <a:cubicBezTo>
                    <a:pt x="151" y="468"/>
                    <a:pt x="151" y="467"/>
                    <a:pt x="151" y="467"/>
                  </a:cubicBezTo>
                  <a:cubicBezTo>
                    <a:pt x="151" y="467"/>
                    <a:pt x="151" y="467"/>
                    <a:pt x="151" y="467"/>
                  </a:cubicBezTo>
                  <a:cubicBezTo>
                    <a:pt x="151" y="468"/>
                    <a:pt x="151" y="468"/>
                    <a:pt x="151" y="468"/>
                  </a:cubicBezTo>
                  <a:cubicBezTo>
                    <a:pt x="150" y="468"/>
                    <a:pt x="150" y="468"/>
                    <a:pt x="150" y="468"/>
                  </a:cubicBezTo>
                  <a:close/>
                  <a:moveTo>
                    <a:pt x="152" y="551"/>
                  </a:moveTo>
                  <a:cubicBezTo>
                    <a:pt x="151" y="551"/>
                    <a:pt x="151" y="551"/>
                    <a:pt x="151" y="551"/>
                  </a:cubicBezTo>
                  <a:cubicBezTo>
                    <a:pt x="150" y="550"/>
                    <a:pt x="153" y="549"/>
                    <a:pt x="152" y="551"/>
                  </a:cubicBezTo>
                  <a:close/>
                  <a:moveTo>
                    <a:pt x="152" y="540"/>
                  </a:moveTo>
                  <a:cubicBezTo>
                    <a:pt x="150" y="541"/>
                    <a:pt x="150" y="536"/>
                    <a:pt x="153" y="537"/>
                  </a:cubicBezTo>
                  <a:cubicBezTo>
                    <a:pt x="154" y="537"/>
                    <a:pt x="153" y="539"/>
                    <a:pt x="152" y="540"/>
                  </a:cubicBezTo>
                  <a:close/>
                  <a:moveTo>
                    <a:pt x="154" y="484"/>
                  </a:moveTo>
                  <a:cubicBezTo>
                    <a:pt x="153" y="483"/>
                    <a:pt x="155" y="483"/>
                    <a:pt x="155" y="484"/>
                  </a:cubicBezTo>
                  <a:cubicBezTo>
                    <a:pt x="155" y="484"/>
                    <a:pt x="154" y="485"/>
                    <a:pt x="154" y="484"/>
                  </a:cubicBezTo>
                  <a:close/>
                  <a:moveTo>
                    <a:pt x="158" y="546"/>
                  </a:moveTo>
                  <a:cubicBezTo>
                    <a:pt x="158" y="546"/>
                    <a:pt x="158" y="547"/>
                    <a:pt x="158" y="547"/>
                  </a:cubicBezTo>
                  <a:cubicBezTo>
                    <a:pt x="158" y="547"/>
                    <a:pt x="158" y="547"/>
                    <a:pt x="158" y="547"/>
                  </a:cubicBezTo>
                  <a:cubicBezTo>
                    <a:pt x="157" y="547"/>
                    <a:pt x="155" y="548"/>
                    <a:pt x="154" y="548"/>
                  </a:cubicBezTo>
                  <a:cubicBezTo>
                    <a:pt x="155" y="546"/>
                    <a:pt x="158" y="546"/>
                    <a:pt x="160" y="545"/>
                  </a:cubicBezTo>
                  <a:cubicBezTo>
                    <a:pt x="160" y="545"/>
                    <a:pt x="159" y="546"/>
                    <a:pt x="158" y="546"/>
                  </a:cubicBezTo>
                  <a:close/>
                  <a:moveTo>
                    <a:pt x="155" y="544"/>
                  </a:moveTo>
                  <a:cubicBezTo>
                    <a:pt x="155" y="544"/>
                    <a:pt x="156" y="543"/>
                    <a:pt x="156" y="544"/>
                  </a:cubicBezTo>
                  <a:cubicBezTo>
                    <a:pt x="156" y="544"/>
                    <a:pt x="155" y="546"/>
                    <a:pt x="155" y="544"/>
                  </a:cubicBezTo>
                  <a:close/>
                  <a:moveTo>
                    <a:pt x="160" y="521"/>
                  </a:moveTo>
                  <a:cubicBezTo>
                    <a:pt x="151" y="525"/>
                    <a:pt x="154" y="511"/>
                    <a:pt x="161" y="512"/>
                  </a:cubicBezTo>
                  <a:cubicBezTo>
                    <a:pt x="165" y="513"/>
                    <a:pt x="162" y="520"/>
                    <a:pt x="160" y="521"/>
                  </a:cubicBezTo>
                  <a:close/>
                  <a:moveTo>
                    <a:pt x="162" y="544"/>
                  </a:moveTo>
                  <a:cubicBezTo>
                    <a:pt x="162" y="545"/>
                    <a:pt x="161" y="545"/>
                    <a:pt x="161" y="545"/>
                  </a:cubicBezTo>
                  <a:cubicBezTo>
                    <a:pt x="160" y="544"/>
                    <a:pt x="165" y="543"/>
                    <a:pt x="162" y="544"/>
                  </a:cubicBezTo>
                  <a:close/>
                  <a:moveTo>
                    <a:pt x="168" y="525"/>
                  </a:moveTo>
                  <a:cubicBezTo>
                    <a:pt x="168" y="525"/>
                    <a:pt x="169" y="525"/>
                    <a:pt x="169" y="525"/>
                  </a:cubicBezTo>
                  <a:cubicBezTo>
                    <a:pt x="169" y="526"/>
                    <a:pt x="168" y="526"/>
                    <a:pt x="168" y="525"/>
                  </a:cubicBezTo>
                  <a:close/>
                  <a:moveTo>
                    <a:pt x="170" y="537"/>
                  </a:moveTo>
                  <a:cubicBezTo>
                    <a:pt x="168" y="538"/>
                    <a:pt x="168" y="535"/>
                    <a:pt x="170" y="535"/>
                  </a:cubicBezTo>
                  <a:cubicBezTo>
                    <a:pt x="171" y="536"/>
                    <a:pt x="170" y="536"/>
                    <a:pt x="170" y="537"/>
                  </a:cubicBezTo>
                  <a:close/>
                  <a:moveTo>
                    <a:pt x="172" y="521"/>
                  </a:moveTo>
                  <a:cubicBezTo>
                    <a:pt x="170" y="522"/>
                    <a:pt x="165" y="524"/>
                    <a:pt x="161" y="525"/>
                  </a:cubicBezTo>
                  <a:cubicBezTo>
                    <a:pt x="164" y="523"/>
                    <a:pt x="170" y="520"/>
                    <a:pt x="173" y="519"/>
                  </a:cubicBezTo>
                  <a:cubicBezTo>
                    <a:pt x="172" y="519"/>
                    <a:pt x="175" y="519"/>
                    <a:pt x="175" y="519"/>
                  </a:cubicBezTo>
                  <a:cubicBezTo>
                    <a:pt x="175" y="520"/>
                    <a:pt x="173" y="520"/>
                    <a:pt x="172" y="521"/>
                  </a:cubicBezTo>
                  <a:close/>
                  <a:moveTo>
                    <a:pt x="176" y="546"/>
                  </a:moveTo>
                  <a:cubicBezTo>
                    <a:pt x="175" y="547"/>
                    <a:pt x="175" y="547"/>
                    <a:pt x="175" y="546"/>
                  </a:cubicBezTo>
                  <a:cubicBezTo>
                    <a:pt x="174" y="545"/>
                    <a:pt x="177" y="545"/>
                    <a:pt x="176" y="546"/>
                  </a:cubicBezTo>
                  <a:close/>
                  <a:moveTo>
                    <a:pt x="174" y="497"/>
                  </a:moveTo>
                  <a:cubicBezTo>
                    <a:pt x="174" y="496"/>
                    <a:pt x="176" y="497"/>
                    <a:pt x="176" y="497"/>
                  </a:cubicBezTo>
                  <a:cubicBezTo>
                    <a:pt x="176" y="498"/>
                    <a:pt x="174" y="499"/>
                    <a:pt x="174" y="497"/>
                  </a:cubicBezTo>
                  <a:close/>
                  <a:moveTo>
                    <a:pt x="176" y="431"/>
                  </a:moveTo>
                  <a:cubicBezTo>
                    <a:pt x="176" y="431"/>
                    <a:pt x="176" y="431"/>
                    <a:pt x="176" y="431"/>
                  </a:cubicBezTo>
                  <a:cubicBezTo>
                    <a:pt x="175" y="433"/>
                    <a:pt x="176" y="429"/>
                    <a:pt x="176" y="431"/>
                  </a:cubicBezTo>
                  <a:close/>
                  <a:moveTo>
                    <a:pt x="176" y="487"/>
                  </a:moveTo>
                  <a:cubicBezTo>
                    <a:pt x="176" y="485"/>
                    <a:pt x="181" y="484"/>
                    <a:pt x="181" y="486"/>
                  </a:cubicBezTo>
                  <a:cubicBezTo>
                    <a:pt x="182" y="489"/>
                    <a:pt x="176" y="491"/>
                    <a:pt x="176" y="487"/>
                  </a:cubicBezTo>
                  <a:close/>
                  <a:moveTo>
                    <a:pt x="180" y="543"/>
                  </a:moveTo>
                  <a:cubicBezTo>
                    <a:pt x="180" y="543"/>
                    <a:pt x="181" y="542"/>
                    <a:pt x="182" y="543"/>
                  </a:cubicBezTo>
                  <a:cubicBezTo>
                    <a:pt x="182" y="544"/>
                    <a:pt x="180" y="544"/>
                    <a:pt x="180" y="543"/>
                  </a:cubicBezTo>
                  <a:close/>
                  <a:moveTo>
                    <a:pt x="182" y="538"/>
                  </a:moveTo>
                  <a:cubicBezTo>
                    <a:pt x="181" y="539"/>
                    <a:pt x="182" y="536"/>
                    <a:pt x="183" y="537"/>
                  </a:cubicBezTo>
                  <a:cubicBezTo>
                    <a:pt x="183" y="537"/>
                    <a:pt x="183" y="538"/>
                    <a:pt x="182" y="538"/>
                  </a:cubicBezTo>
                  <a:close/>
                  <a:moveTo>
                    <a:pt x="183" y="485"/>
                  </a:moveTo>
                  <a:cubicBezTo>
                    <a:pt x="183" y="484"/>
                    <a:pt x="181" y="483"/>
                    <a:pt x="181" y="482"/>
                  </a:cubicBezTo>
                  <a:cubicBezTo>
                    <a:pt x="182" y="480"/>
                    <a:pt x="183" y="482"/>
                    <a:pt x="184" y="481"/>
                  </a:cubicBezTo>
                  <a:cubicBezTo>
                    <a:pt x="186" y="479"/>
                    <a:pt x="186" y="475"/>
                    <a:pt x="189" y="472"/>
                  </a:cubicBezTo>
                  <a:cubicBezTo>
                    <a:pt x="188" y="476"/>
                    <a:pt x="185" y="481"/>
                    <a:pt x="183" y="485"/>
                  </a:cubicBezTo>
                  <a:close/>
                  <a:moveTo>
                    <a:pt x="186" y="544"/>
                  </a:moveTo>
                  <a:cubicBezTo>
                    <a:pt x="184" y="546"/>
                    <a:pt x="184" y="543"/>
                    <a:pt x="186" y="544"/>
                  </a:cubicBezTo>
                  <a:close/>
                  <a:moveTo>
                    <a:pt x="185" y="507"/>
                  </a:moveTo>
                  <a:cubicBezTo>
                    <a:pt x="183" y="504"/>
                    <a:pt x="190" y="504"/>
                    <a:pt x="187" y="507"/>
                  </a:cubicBezTo>
                  <a:cubicBezTo>
                    <a:pt x="187" y="507"/>
                    <a:pt x="186" y="507"/>
                    <a:pt x="185" y="507"/>
                  </a:cubicBezTo>
                  <a:close/>
                  <a:moveTo>
                    <a:pt x="189" y="542"/>
                  </a:moveTo>
                  <a:cubicBezTo>
                    <a:pt x="189" y="542"/>
                    <a:pt x="190" y="541"/>
                    <a:pt x="190" y="541"/>
                  </a:cubicBezTo>
                  <a:cubicBezTo>
                    <a:pt x="191" y="541"/>
                    <a:pt x="190" y="541"/>
                    <a:pt x="189" y="542"/>
                  </a:cubicBezTo>
                  <a:close/>
                  <a:moveTo>
                    <a:pt x="193" y="537"/>
                  </a:moveTo>
                  <a:cubicBezTo>
                    <a:pt x="193" y="537"/>
                    <a:pt x="193" y="538"/>
                    <a:pt x="193" y="538"/>
                  </a:cubicBezTo>
                  <a:cubicBezTo>
                    <a:pt x="191" y="539"/>
                    <a:pt x="193" y="535"/>
                    <a:pt x="193" y="537"/>
                  </a:cubicBezTo>
                  <a:close/>
                  <a:moveTo>
                    <a:pt x="188" y="542"/>
                  </a:moveTo>
                  <a:cubicBezTo>
                    <a:pt x="188" y="540"/>
                    <a:pt x="191" y="536"/>
                    <a:pt x="193" y="535"/>
                  </a:cubicBezTo>
                  <a:cubicBezTo>
                    <a:pt x="191" y="537"/>
                    <a:pt x="190" y="540"/>
                    <a:pt x="188" y="542"/>
                  </a:cubicBezTo>
                  <a:close/>
                  <a:moveTo>
                    <a:pt x="190" y="499"/>
                  </a:moveTo>
                  <a:cubicBezTo>
                    <a:pt x="191" y="498"/>
                    <a:pt x="192" y="497"/>
                    <a:pt x="194" y="497"/>
                  </a:cubicBezTo>
                  <a:cubicBezTo>
                    <a:pt x="193" y="498"/>
                    <a:pt x="192" y="499"/>
                    <a:pt x="190" y="499"/>
                  </a:cubicBezTo>
                  <a:close/>
                  <a:moveTo>
                    <a:pt x="194" y="533"/>
                  </a:moveTo>
                  <a:cubicBezTo>
                    <a:pt x="193" y="533"/>
                    <a:pt x="195" y="531"/>
                    <a:pt x="195" y="531"/>
                  </a:cubicBezTo>
                  <a:cubicBezTo>
                    <a:pt x="196" y="531"/>
                    <a:pt x="194" y="533"/>
                    <a:pt x="194" y="533"/>
                  </a:cubicBezTo>
                  <a:close/>
                  <a:moveTo>
                    <a:pt x="194" y="497"/>
                  </a:moveTo>
                  <a:cubicBezTo>
                    <a:pt x="194" y="497"/>
                    <a:pt x="194" y="497"/>
                    <a:pt x="194" y="497"/>
                  </a:cubicBezTo>
                  <a:close/>
                  <a:moveTo>
                    <a:pt x="195" y="497"/>
                  </a:move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7"/>
                  </a:cubicBezTo>
                  <a:close/>
                  <a:moveTo>
                    <a:pt x="189" y="398"/>
                  </a:moveTo>
                  <a:cubicBezTo>
                    <a:pt x="192" y="394"/>
                    <a:pt x="196" y="392"/>
                    <a:pt x="201" y="389"/>
                  </a:cubicBezTo>
                  <a:cubicBezTo>
                    <a:pt x="198" y="392"/>
                    <a:pt x="192" y="395"/>
                    <a:pt x="189" y="398"/>
                  </a:cubicBezTo>
                  <a:close/>
                  <a:moveTo>
                    <a:pt x="196" y="530"/>
                  </a:moveTo>
                  <a:cubicBezTo>
                    <a:pt x="196" y="531"/>
                    <a:pt x="195" y="529"/>
                    <a:pt x="196" y="530"/>
                  </a:cubicBezTo>
                  <a:close/>
                  <a:moveTo>
                    <a:pt x="198" y="514"/>
                  </a:moveTo>
                  <a:cubicBezTo>
                    <a:pt x="198" y="514"/>
                    <a:pt x="198" y="515"/>
                    <a:pt x="197" y="515"/>
                  </a:cubicBezTo>
                  <a:cubicBezTo>
                    <a:pt x="196" y="516"/>
                    <a:pt x="197" y="513"/>
                    <a:pt x="198" y="514"/>
                  </a:cubicBezTo>
                  <a:close/>
                  <a:moveTo>
                    <a:pt x="198" y="558"/>
                  </a:moveTo>
                  <a:cubicBezTo>
                    <a:pt x="198" y="556"/>
                    <a:pt x="204" y="555"/>
                    <a:pt x="204" y="558"/>
                  </a:cubicBezTo>
                  <a:cubicBezTo>
                    <a:pt x="205" y="561"/>
                    <a:pt x="197" y="562"/>
                    <a:pt x="198" y="558"/>
                  </a:cubicBezTo>
                  <a:close/>
                  <a:moveTo>
                    <a:pt x="204" y="554"/>
                  </a:moveTo>
                  <a:cubicBezTo>
                    <a:pt x="205" y="554"/>
                    <a:pt x="206" y="553"/>
                    <a:pt x="207" y="553"/>
                  </a:cubicBezTo>
                  <a:cubicBezTo>
                    <a:pt x="207" y="554"/>
                    <a:pt x="204" y="555"/>
                    <a:pt x="204" y="554"/>
                  </a:cubicBezTo>
                  <a:close/>
                  <a:moveTo>
                    <a:pt x="203" y="542"/>
                  </a:moveTo>
                  <a:cubicBezTo>
                    <a:pt x="200" y="539"/>
                    <a:pt x="203" y="534"/>
                    <a:pt x="205" y="533"/>
                  </a:cubicBezTo>
                  <a:cubicBezTo>
                    <a:pt x="207" y="532"/>
                    <a:pt x="210" y="533"/>
                    <a:pt x="211" y="532"/>
                  </a:cubicBezTo>
                  <a:cubicBezTo>
                    <a:pt x="215" y="532"/>
                    <a:pt x="213" y="532"/>
                    <a:pt x="215" y="534"/>
                  </a:cubicBezTo>
                  <a:cubicBezTo>
                    <a:pt x="217" y="537"/>
                    <a:pt x="216" y="541"/>
                    <a:pt x="213" y="540"/>
                  </a:cubicBezTo>
                  <a:cubicBezTo>
                    <a:pt x="214" y="535"/>
                    <a:pt x="211" y="542"/>
                    <a:pt x="210" y="543"/>
                  </a:cubicBezTo>
                  <a:cubicBezTo>
                    <a:pt x="209" y="543"/>
                    <a:pt x="204" y="543"/>
                    <a:pt x="203" y="542"/>
                  </a:cubicBezTo>
                  <a:close/>
                  <a:moveTo>
                    <a:pt x="213" y="545"/>
                  </a:moveTo>
                  <a:cubicBezTo>
                    <a:pt x="213" y="544"/>
                    <a:pt x="216" y="545"/>
                    <a:pt x="215" y="546"/>
                  </a:cubicBezTo>
                  <a:cubicBezTo>
                    <a:pt x="215" y="546"/>
                    <a:pt x="214" y="546"/>
                    <a:pt x="213" y="545"/>
                  </a:cubicBezTo>
                  <a:close/>
                  <a:moveTo>
                    <a:pt x="215" y="609"/>
                  </a:moveTo>
                  <a:cubicBezTo>
                    <a:pt x="215" y="609"/>
                    <a:pt x="215" y="609"/>
                    <a:pt x="215" y="609"/>
                  </a:cubicBezTo>
                  <a:cubicBezTo>
                    <a:pt x="214" y="607"/>
                    <a:pt x="217" y="611"/>
                    <a:pt x="215" y="609"/>
                  </a:cubicBezTo>
                  <a:close/>
                  <a:moveTo>
                    <a:pt x="214" y="557"/>
                  </a:moveTo>
                  <a:cubicBezTo>
                    <a:pt x="214" y="556"/>
                    <a:pt x="216" y="555"/>
                    <a:pt x="217" y="556"/>
                  </a:cubicBezTo>
                  <a:cubicBezTo>
                    <a:pt x="217" y="558"/>
                    <a:pt x="214" y="557"/>
                    <a:pt x="214" y="557"/>
                  </a:cubicBezTo>
                  <a:close/>
                  <a:moveTo>
                    <a:pt x="209" y="544"/>
                  </a:moveTo>
                  <a:cubicBezTo>
                    <a:pt x="210" y="544"/>
                    <a:pt x="217" y="540"/>
                    <a:pt x="217" y="542"/>
                  </a:cubicBezTo>
                  <a:cubicBezTo>
                    <a:pt x="217" y="543"/>
                    <a:pt x="211" y="545"/>
                    <a:pt x="209" y="544"/>
                  </a:cubicBezTo>
                  <a:close/>
                  <a:moveTo>
                    <a:pt x="216" y="527"/>
                  </a:moveTo>
                  <a:cubicBezTo>
                    <a:pt x="216" y="526"/>
                    <a:pt x="216" y="526"/>
                    <a:pt x="216" y="526"/>
                  </a:cubicBezTo>
                  <a:cubicBezTo>
                    <a:pt x="217" y="525"/>
                    <a:pt x="217" y="527"/>
                    <a:pt x="216" y="527"/>
                  </a:cubicBezTo>
                  <a:close/>
                  <a:moveTo>
                    <a:pt x="217" y="615"/>
                  </a:moveTo>
                  <a:cubicBezTo>
                    <a:pt x="216" y="614"/>
                    <a:pt x="218" y="613"/>
                    <a:pt x="218" y="614"/>
                  </a:cubicBezTo>
                  <a:cubicBezTo>
                    <a:pt x="218" y="614"/>
                    <a:pt x="217" y="614"/>
                    <a:pt x="217" y="615"/>
                  </a:cubicBezTo>
                  <a:close/>
                  <a:moveTo>
                    <a:pt x="219" y="542"/>
                  </a:moveTo>
                  <a:cubicBezTo>
                    <a:pt x="216" y="544"/>
                    <a:pt x="217" y="538"/>
                    <a:pt x="219" y="539"/>
                  </a:cubicBezTo>
                  <a:cubicBezTo>
                    <a:pt x="221" y="540"/>
                    <a:pt x="219" y="542"/>
                    <a:pt x="219" y="542"/>
                  </a:cubicBezTo>
                  <a:close/>
                  <a:moveTo>
                    <a:pt x="219" y="567"/>
                  </a:moveTo>
                  <a:cubicBezTo>
                    <a:pt x="219" y="566"/>
                    <a:pt x="220" y="566"/>
                    <a:pt x="221" y="566"/>
                  </a:cubicBezTo>
                  <a:cubicBezTo>
                    <a:pt x="220" y="567"/>
                    <a:pt x="220" y="567"/>
                    <a:pt x="219" y="567"/>
                  </a:cubicBezTo>
                  <a:close/>
                  <a:moveTo>
                    <a:pt x="222" y="589"/>
                  </a:moveTo>
                  <a:cubicBezTo>
                    <a:pt x="222" y="589"/>
                    <a:pt x="221" y="589"/>
                    <a:pt x="220" y="589"/>
                  </a:cubicBezTo>
                  <a:cubicBezTo>
                    <a:pt x="220" y="589"/>
                    <a:pt x="222" y="588"/>
                    <a:pt x="222" y="589"/>
                  </a:cubicBezTo>
                  <a:close/>
                  <a:moveTo>
                    <a:pt x="221" y="615"/>
                  </a:moveTo>
                  <a:cubicBezTo>
                    <a:pt x="221" y="614"/>
                    <a:pt x="222" y="614"/>
                    <a:pt x="223" y="614"/>
                  </a:cubicBezTo>
                  <a:cubicBezTo>
                    <a:pt x="222" y="615"/>
                    <a:pt x="221" y="614"/>
                    <a:pt x="221" y="615"/>
                  </a:cubicBezTo>
                  <a:close/>
                  <a:moveTo>
                    <a:pt x="223" y="565"/>
                  </a:moveTo>
                  <a:cubicBezTo>
                    <a:pt x="223" y="565"/>
                    <a:pt x="223" y="565"/>
                    <a:pt x="223" y="566"/>
                  </a:cubicBezTo>
                  <a:cubicBezTo>
                    <a:pt x="223" y="566"/>
                    <a:pt x="223" y="566"/>
                    <a:pt x="223" y="566"/>
                  </a:cubicBezTo>
                  <a:cubicBezTo>
                    <a:pt x="223" y="567"/>
                    <a:pt x="223" y="566"/>
                    <a:pt x="223" y="566"/>
                  </a:cubicBezTo>
                  <a:cubicBezTo>
                    <a:pt x="223" y="565"/>
                    <a:pt x="223" y="565"/>
                    <a:pt x="223" y="565"/>
                  </a:cubicBezTo>
                  <a:close/>
                  <a:moveTo>
                    <a:pt x="223" y="571"/>
                  </a:moveTo>
                  <a:cubicBezTo>
                    <a:pt x="223" y="569"/>
                    <a:pt x="227" y="570"/>
                    <a:pt x="226" y="571"/>
                  </a:cubicBezTo>
                  <a:cubicBezTo>
                    <a:pt x="226" y="572"/>
                    <a:pt x="223" y="572"/>
                    <a:pt x="223" y="571"/>
                  </a:cubicBezTo>
                  <a:close/>
                  <a:moveTo>
                    <a:pt x="226" y="582"/>
                  </a:moveTo>
                  <a:cubicBezTo>
                    <a:pt x="226" y="581"/>
                    <a:pt x="226" y="583"/>
                    <a:pt x="226" y="582"/>
                  </a:cubicBezTo>
                  <a:close/>
                  <a:moveTo>
                    <a:pt x="227" y="608"/>
                  </a:moveTo>
                  <a:cubicBezTo>
                    <a:pt x="227" y="608"/>
                    <a:pt x="225" y="608"/>
                    <a:pt x="224" y="607"/>
                  </a:cubicBezTo>
                  <a:cubicBezTo>
                    <a:pt x="224" y="606"/>
                    <a:pt x="228" y="607"/>
                    <a:pt x="227" y="608"/>
                  </a:cubicBezTo>
                  <a:close/>
                  <a:moveTo>
                    <a:pt x="226" y="578"/>
                  </a:moveTo>
                  <a:cubicBezTo>
                    <a:pt x="226" y="578"/>
                    <a:pt x="227" y="577"/>
                    <a:pt x="227" y="578"/>
                  </a:cubicBezTo>
                  <a:cubicBezTo>
                    <a:pt x="227" y="578"/>
                    <a:pt x="226" y="578"/>
                    <a:pt x="226" y="578"/>
                  </a:cubicBezTo>
                  <a:close/>
                  <a:moveTo>
                    <a:pt x="236" y="538"/>
                  </a:moveTo>
                  <a:cubicBezTo>
                    <a:pt x="237" y="537"/>
                    <a:pt x="238" y="536"/>
                    <a:pt x="239" y="537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40" y="538"/>
                    <a:pt x="239" y="539"/>
                    <a:pt x="239" y="539"/>
                  </a:cubicBezTo>
                  <a:cubicBezTo>
                    <a:pt x="238" y="540"/>
                    <a:pt x="237" y="539"/>
                    <a:pt x="237" y="539"/>
                  </a:cubicBezTo>
                  <a:cubicBezTo>
                    <a:pt x="236" y="539"/>
                    <a:pt x="236" y="538"/>
                    <a:pt x="235" y="539"/>
                  </a:cubicBezTo>
                  <a:cubicBezTo>
                    <a:pt x="234" y="539"/>
                    <a:pt x="228" y="544"/>
                    <a:pt x="227" y="543"/>
                  </a:cubicBezTo>
                  <a:cubicBezTo>
                    <a:pt x="226" y="541"/>
                    <a:pt x="235" y="538"/>
                    <a:pt x="236" y="538"/>
                  </a:cubicBezTo>
                  <a:close/>
                  <a:moveTo>
                    <a:pt x="235" y="592"/>
                  </a:moveTo>
                  <a:cubicBezTo>
                    <a:pt x="235" y="592"/>
                    <a:pt x="234" y="593"/>
                    <a:pt x="234" y="592"/>
                  </a:cubicBezTo>
                  <a:cubicBezTo>
                    <a:pt x="233" y="592"/>
                    <a:pt x="235" y="591"/>
                    <a:pt x="235" y="592"/>
                  </a:cubicBezTo>
                  <a:close/>
                  <a:moveTo>
                    <a:pt x="233" y="585"/>
                  </a:moveTo>
                  <a:cubicBezTo>
                    <a:pt x="233" y="585"/>
                    <a:pt x="234" y="583"/>
                    <a:pt x="235" y="584"/>
                  </a:cubicBezTo>
                  <a:cubicBezTo>
                    <a:pt x="235" y="585"/>
                    <a:pt x="233" y="586"/>
                    <a:pt x="233" y="585"/>
                  </a:cubicBezTo>
                  <a:close/>
                  <a:moveTo>
                    <a:pt x="228" y="573"/>
                  </a:moveTo>
                  <a:cubicBezTo>
                    <a:pt x="228" y="571"/>
                    <a:pt x="230" y="572"/>
                    <a:pt x="228" y="573"/>
                  </a:cubicBezTo>
                  <a:close/>
                  <a:moveTo>
                    <a:pt x="229" y="580"/>
                  </a:moveTo>
                  <a:cubicBezTo>
                    <a:pt x="229" y="581"/>
                    <a:pt x="228" y="581"/>
                    <a:pt x="228" y="581"/>
                  </a:cubicBezTo>
                  <a:cubicBezTo>
                    <a:pt x="227" y="579"/>
                    <a:pt x="230" y="579"/>
                    <a:pt x="229" y="580"/>
                  </a:cubicBezTo>
                  <a:close/>
                  <a:moveTo>
                    <a:pt x="231" y="599"/>
                  </a:moveTo>
                  <a:cubicBezTo>
                    <a:pt x="231" y="599"/>
                    <a:pt x="233" y="598"/>
                    <a:pt x="233" y="599"/>
                  </a:cubicBezTo>
                  <a:cubicBezTo>
                    <a:pt x="233" y="600"/>
                    <a:pt x="231" y="601"/>
                    <a:pt x="231" y="599"/>
                  </a:cubicBezTo>
                  <a:close/>
                  <a:moveTo>
                    <a:pt x="236" y="624"/>
                  </a:moveTo>
                  <a:cubicBezTo>
                    <a:pt x="236" y="624"/>
                    <a:pt x="237" y="623"/>
                    <a:pt x="237" y="623"/>
                  </a:cubicBezTo>
                  <a:cubicBezTo>
                    <a:pt x="237" y="623"/>
                    <a:pt x="237" y="624"/>
                    <a:pt x="236" y="624"/>
                  </a:cubicBezTo>
                  <a:close/>
                  <a:moveTo>
                    <a:pt x="232" y="618"/>
                  </a:moveTo>
                  <a:cubicBezTo>
                    <a:pt x="233" y="616"/>
                    <a:pt x="237" y="616"/>
                    <a:pt x="239" y="615"/>
                  </a:cubicBezTo>
                  <a:cubicBezTo>
                    <a:pt x="237" y="617"/>
                    <a:pt x="234" y="617"/>
                    <a:pt x="232" y="618"/>
                  </a:cubicBezTo>
                  <a:close/>
                  <a:moveTo>
                    <a:pt x="238" y="665"/>
                  </a:moveTo>
                  <a:cubicBezTo>
                    <a:pt x="238" y="664"/>
                    <a:pt x="239" y="665"/>
                    <a:pt x="240" y="665"/>
                  </a:cubicBezTo>
                  <a:cubicBezTo>
                    <a:pt x="240" y="666"/>
                    <a:pt x="239" y="665"/>
                    <a:pt x="238" y="665"/>
                  </a:cubicBezTo>
                  <a:close/>
                  <a:moveTo>
                    <a:pt x="240" y="664"/>
                  </a:moveTo>
                  <a:cubicBezTo>
                    <a:pt x="240" y="664"/>
                    <a:pt x="239" y="663"/>
                    <a:pt x="239" y="663"/>
                  </a:cubicBezTo>
                  <a:cubicBezTo>
                    <a:pt x="239" y="662"/>
                    <a:pt x="241" y="663"/>
                    <a:pt x="240" y="664"/>
                  </a:cubicBezTo>
                  <a:close/>
                  <a:moveTo>
                    <a:pt x="251" y="679"/>
                  </a:moveTo>
                  <a:cubicBezTo>
                    <a:pt x="249" y="681"/>
                    <a:pt x="247" y="678"/>
                    <a:pt x="244" y="678"/>
                  </a:cubicBezTo>
                  <a:cubicBezTo>
                    <a:pt x="242" y="678"/>
                    <a:pt x="238" y="679"/>
                    <a:pt x="237" y="677"/>
                  </a:cubicBezTo>
                  <a:cubicBezTo>
                    <a:pt x="237" y="676"/>
                    <a:pt x="243" y="677"/>
                    <a:pt x="243" y="677"/>
                  </a:cubicBezTo>
                  <a:cubicBezTo>
                    <a:pt x="243" y="676"/>
                    <a:pt x="241" y="672"/>
                    <a:pt x="241" y="672"/>
                  </a:cubicBezTo>
                  <a:cubicBezTo>
                    <a:pt x="240" y="664"/>
                    <a:pt x="252" y="669"/>
                    <a:pt x="255" y="671"/>
                  </a:cubicBezTo>
                  <a:cubicBezTo>
                    <a:pt x="259" y="674"/>
                    <a:pt x="250" y="671"/>
                    <a:pt x="253" y="676"/>
                  </a:cubicBezTo>
                  <a:cubicBezTo>
                    <a:pt x="250" y="674"/>
                    <a:pt x="251" y="679"/>
                    <a:pt x="251" y="679"/>
                  </a:cubicBezTo>
                  <a:close/>
                  <a:moveTo>
                    <a:pt x="254" y="687"/>
                  </a:moveTo>
                  <a:cubicBezTo>
                    <a:pt x="254" y="686"/>
                    <a:pt x="254" y="685"/>
                    <a:pt x="255" y="686"/>
                  </a:cubicBezTo>
                  <a:cubicBezTo>
                    <a:pt x="257" y="686"/>
                    <a:pt x="254" y="689"/>
                    <a:pt x="254" y="687"/>
                  </a:cubicBezTo>
                  <a:close/>
                  <a:moveTo>
                    <a:pt x="254" y="690"/>
                  </a:moveTo>
                  <a:cubicBezTo>
                    <a:pt x="255" y="689"/>
                    <a:pt x="256" y="689"/>
                    <a:pt x="258" y="689"/>
                  </a:cubicBezTo>
                  <a:cubicBezTo>
                    <a:pt x="257" y="690"/>
                    <a:pt x="255" y="690"/>
                    <a:pt x="254" y="690"/>
                  </a:cubicBezTo>
                  <a:close/>
                  <a:moveTo>
                    <a:pt x="257" y="690"/>
                  </a:moveTo>
                  <a:cubicBezTo>
                    <a:pt x="257" y="689"/>
                    <a:pt x="258" y="689"/>
                    <a:pt x="258" y="690"/>
                  </a:cubicBezTo>
                  <a:cubicBezTo>
                    <a:pt x="258" y="689"/>
                    <a:pt x="258" y="691"/>
                    <a:pt x="257" y="690"/>
                  </a:cubicBezTo>
                  <a:close/>
                  <a:moveTo>
                    <a:pt x="259" y="689"/>
                  </a:moveTo>
                  <a:cubicBezTo>
                    <a:pt x="258" y="689"/>
                    <a:pt x="261" y="689"/>
                    <a:pt x="259" y="689"/>
                  </a:cubicBezTo>
                  <a:close/>
                  <a:moveTo>
                    <a:pt x="260" y="660"/>
                  </a:moveTo>
                  <a:cubicBezTo>
                    <a:pt x="259" y="660"/>
                    <a:pt x="259" y="659"/>
                    <a:pt x="260" y="660"/>
                  </a:cubicBezTo>
                  <a:close/>
                  <a:moveTo>
                    <a:pt x="261" y="631"/>
                  </a:moveTo>
                  <a:cubicBezTo>
                    <a:pt x="260" y="631"/>
                    <a:pt x="261" y="630"/>
                    <a:pt x="261" y="630"/>
                  </a:cubicBezTo>
                  <a:cubicBezTo>
                    <a:pt x="262" y="630"/>
                    <a:pt x="261" y="631"/>
                    <a:pt x="261" y="631"/>
                  </a:cubicBezTo>
                  <a:close/>
                  <a:moveTo>
                    <a:pt x="263" y="682"/>
                  </a:moveTo>
                  <a:cubicBezTo>
                    <a:pt x="263" y="681"/>
                    <a:pt x="265" y="681"/>
                    <a:pt x="265" y="682"/>
                  </a:cubicBezTo>
                  <a:cubicBezTo>
                    <a:pt x="266" y="682"/>
                    <a:pt x="263" y="683"/>
                    <a:pt x="263" y="682"/>
                  </a:cubicBezTo>
                  <a:close/>
                  <a:moveTo>
                    <a:pt x="264" y="690"/>
                  </a:moveTo>
                  <a:cubicBezTo>
                    <a:pt x="263" y="689"/>
                    <a:pt x="265" y="690"/>
                    <a:pt x="265" y="690"/>
                  </a:cubicBezTo>
                  <a:cubicBezTo>
                    <a:pt x="265" y="691"/>
                    <a:pt x="264" y="691"/>
                    <a:pt x="264" y="690"/>
                  </a:cubicBezTo>
                  <a:close/>
                  <a:moveTo>
                    <a:pt x="265" y="694"/>
                  </a:moveTo>
                  <a:cubicBezTo>
                    <a:pt x="266" y="694"/>
                    <a:pt x="266" y="694"/>
                    <a:pt x="267" y="694"/>
                  </a:cubicBezTo>
                  <a:cubicBezTo>
                    <a:pt x="266" y="695"/>
                    <a:pt x="266" y="695"/>
                    <a:pt x="265" y="694"/>
                  </a:cubicBezTo>
                  <a:close/>
                  <a:moveTo>
                    <a:pt x="263" y="667"/>
                  </a:moveTo>
                  <a:cubicBezTo>
                    <a:pt x="264" y="666"/>
                    <a:pt x="273" y="668"/>
                    <a:pt x="273" y="668"/>
                  </a:cubicBezTo>
                  <a:cubicBezTo>
                    <a:pt x="272" y="669"/>
                    <a:pt x="265" y="667"/>
                    <a:pt x="263" y="667"/>
                  </a:cubicBezTo>
                  <a:close/>
                  <a:moveTo>
                    <a:pt x="270" y="681"/>
                  </a:moveTo>
                  <a:cubicBezTo>
                    <a:pt x="269" y="683"/>
                    <a:pt x="268" y="680"/>
                    <a:pt x="270" y="681"/>
                  </a:cubicBezTo>
                  <a:close/>
                  <a:moveTo>
                    <a:pt x="268" y="696"/>
                  </a:moveTo>
                  <a:cubicBezTo>
                    <a:pt x="268" y="695"/>
                    <a:pt x="269" y="695"/>
                    <a:pt x="269" y="695"/>
                  </a:cubicBezTo>
                  <a:cubicBezTo>
                    <a:pt x="270" y="695"/>
                    <a:pt x="269" y="696"/>
                    <a:pt x="268" y="696"/>
                  </a:cubicBezTo>
                  <a:close/>
                  <a:moveTo>
                    <a:pt x="269" y="689"/>
                  </a:moveTo>
                  <a:cubicBezTo>
                    <a:pt x="268" y="688"/>
                    <a:pt x="270" y="688"/>
                    <a:pt x="270" y="688"/>
                  </a:cubicBezTo>
                  <a:cubicBezTo>
                    <a:pt x="270" y="689"/>
                    <a:pt x="269" y="689"/>
                    <a:pt x="269" y="689"/>
                  </a:cubicBezTo>
                  <a:close/>
                  <a:moveTo>
                    <a:pt x="269" y="673"/>
                  </a:moveTo>
                  <a:cubicBezTo>
                    <a:pt x="269" y="671"/>
                    <a:pt x="274" y="673"/>
                    <a:pt x="273" y="674"/>
                  </a:cubicBezTo>
                  <a:cubicBezTo>
                    <a:pt x="273" y="676"/>
                    <a:pt x="268" y="676"/>
                    <a:pt x="269" y="673"/>
                  </a:cubicBezTo>
                  <a:close/>
                  <a:moveTo>
                    <a:pt x="272" y="683"/>
                  </a:moveTo>
                  <a:cubicBezTo>
                    <a:pt x="271" y="681"/>
                    <a:pt x="276" y="682"/>
                    <a:pt x="276" y="683"/>
                  </a:cubicBezTo>
                  <a:cubicBezTo>
                    <a:pt x="277" y="685"/>
                    <a:pt x="272" y="686"/>
                    <a:pt x="272" y="683"/>
                  </a:cubicBezTo>
                  <a:close/>
                  <a:moveTo>
                    <a:pt x="275" y="696"/>
                  </a:moveTo>
                  <a:cubicBezTo>
                    <a:pt x="275" y="696"/>
                    <a:pt x="274" y="696"/>
                    <a:pt x="274" y="696"/>
                  </a:cubicBezTo>
                  <a:cubicBezTo>
                    <a:pt x="274" y="694"/>
                    <a:pt x="277" y="698"/>
                    <a:pt x="275" y="696"/>
                  </a:cubicBezTo>
                  <a:close/>
                  <a:moveTo>
                    <a:pt x="274" y="701"/>
                  </a:moveTo>
                  <a:cubicBezTo>
                    <a:pt x="274" y="699"/>
                    <a:pt x="277" y="699"/>
                    <a:pt x="277" y="700"/>
                  </a:cubicBezTo>
                  <a:cubicBezTo>
                    <a:pt x="278" y="701"/>
                    <a:pt x="274" y="701"/>
                    <a:pt x="274" y="701"/>
                  </a:cubicBezTo>
                  <a:close/>
                  <a:moveTo>
                    <a:pt x="282" y="681"/>
                  </a:moveTo>
                  <a:cubicBezTo>
                    <a:pt x="284" y="680"/>
                    <a:pt x="289" y="680"/>
                    <a:pt x="291" y="681"/>
                  </a:cubicBezTo>
                  <a:cubicBezTo>
                    <a:pt x="292" y="682"/>
                    <a:pt x="291" y="684"/>
                    <a:pt x="290" y="683"/>
                  </a:cubicBezTo>
                  <a:cubicBezTo>
                    <a:pt x="289" y="683"/>
                    <a:pt x="289" y="682"/>
                    <a:pt x="289" y="682"/>
                  </a:cubicBezTo>
                  <a:cubicBezTo>
                    <a:pt x="288" y="681"/>
                    <a:pt x="287" y="683"/>
                    <a:pt x="287" y="683"/>
                  </a:cubicBezTo>
                  <a:cubicBezTo>
                    <a:pt x="287" y="684"/>
                    <a:pt x="288" y="684"/>
                    <a:pt x="288" y="685"/>
                  </a:cubicBezTo>
                  <a:cubicBezTo>
                    <a:pt x="289" y="684"/>
                    <a:pt x="289" y="685"/>
                    <a:pt x="288" y="685"/>
                  </a:cubicBezTo>
                  <a:cubicBezTo>
                    <a:pt x="287" y="686"/>
                    <a:pt x="286" y="685"/>
                    <a:pt x="286" y="685"/>
                  </a:cubicBezTo>
                  <a:cubicBezTo>
                    <a:pt x="285" y="685"/>
                    <a:pt x="284" y="686"/>
                    <a:pt x="283" y="685"/>
                  </a:cubicBezTo>
                  <a:cubicBezTo>
                    <a:pt x="282" y="685"/>
                    <a:pt x="278" y="682"/>
                    <a:pt x="282" y="681"/>
                  </a:cubicBezTo>
                  <a:close/>
                  <a:moveTo>
                    <a:pt x="291" y="693"/>
                  </a:moveTo>
                  <a:cubicBezTo>
                    <a:pt x="290" y="694"/>
                    <a:pt x="288" y="696"/>
                    <a:pt x="287" y="694"/>
                  </a:cubicBezTo>
                  <a:cubicBezTo>
                    <a:pt x="285" y="693"/>
                    <a:pt x="290" y="692"/>
                    <a:pt x="291" y="693"/>
                  </a:cubicBezTo>
                  <a:close/>
                  <a:moveTo>
                    <a:pt x="289" y="706"/>
                  </a:moveTo>
                  <a:cubicBezTo>
                    <a:pt x="290" y="707"/>
                    <a:pt x="288" y="706"/>
                    <a:pt x="289" y="706"/>
                  </a:cubicBezTo>
                  <a:close/>
                  <a:moveTo>
                    <a:pt x="292" y="708"/>
                  </a:moveTo>
                  <a:cubicBezTo>
                    <a:pt x="291" y="707"/>
                    <a:pt x="292" y="708"/>
                    <a:pt x="293" y="708"/>
                  </a:cubicBezTo>
                  <a:cubicBezTo>
                    <a:pt x="293" y="708"/>
                    <a:pt x="292" y="708"/>
                    <a:pt x="292" y="708"/>
                  </a:cubicBezTo>
                  <a:close/>
                  <a:moveTo>
                    <a:pt x="304" y="701"/>
                  </a:moveTo>
                  <a:cubicBezTo>
                    <a:pt x="299" y="701"/>
                    <a:pt x="295" y="701"/>
                    <a:pt x="290" y="702"/>
                  </a:cubicBezTo>
                  <a:cubicBezTo>
                    <a:pt x="289" y="702"/>
                    <a:pt x="282" y="702"/>
                    <a:pt x="282" y="700"/>
                  </a:cubicBezTo>
                  <a:cubicBezTo>
                    <a:pt x="281" y="699"/>
                    <a:pt x="290" y="699"/>
                    <a:pt x="292" y="700"/>
                  </a:cubicBezTo>
                  <a:cubicBezTo>
                    <a:pt x="296" y="700"/>
                    <a:pt x="299" y="700"/>
                    <a:pt x="301" y="699"/>
                  </a:cubicBezTo>
                  <a:cubicBezTo>
                    <a:pt x="299" y="699"/>
                    <a:pt x="297" y="697"/>
                    <a:pt x="297" y="695"/>
                  </a:cubicBezTo>
                  <a:cubicBezTo>
                    <a:pt x="299" y="690"/>
                    <a:pt x="306" y="693"/>
                    <a:pt x="309" y="695"/>
                  </a:cubicBezTo>
                  <a:cubicBezTo>
                    <a:pt x="309" y="695"/>
                    <a:pt x="309" y="696"/>
                    <a:pt x="310" y="696"/>
                  </a:cubicBezTo>
                  <a:cubicBezTo>
                    <a:pt x="310" y="697"/>
                    <a:pt x="307" y="699"/>
                    <a:pt x="305" y="699"/>
                  </a:cubicBezTo>
                  <a:cubicBezTo>
                    <a:pt x="306" y="699"/>
                    <a:pt x="307" y="699"/>
                    <a:pt x="309" y="700"/>
                  </a:cubicBezTo>
                  <a:cubicBezTo>
                    <a:pt x="313" y="700"/>
                    <a:pt x="305" y="701"/>
                    <a:pt x="304" y="701"/>
                  </a:cubicBezTo>
                  <a:close/>
                  <a:moveTo>
                    <a:pt x="308" y="684"/>
                  </a:moveTo>
                  <a:cubicBezTo>
                    <a:pt x="309" y="683"/>
                    <a:pt x="312" y="683"/>
                    <a:pt x="314" y="683"/>
                  </a:cubicBezTo>
                  <a:cubicBezTo>
                    <a:pt x="312" y="684"/>
                    <a:pt x="310" y="684"/>
                    <a:pt x="308" y="684"/>
                  </a:cubicBezTo>
                  <a:close/>
                  <a:moveTo>
                    <a:pt x="313" y="612"/>
                  </a:moveTo>
                  <a:cubicBezTo>
                    <a:pt x="314" y="612"/>
                    <a:pt x="309" y="616"/>
                    <a:pt x="308" y="614"/>
                  </a:cubicBezTo>
                  <a:cubicBezTo>
                    <a:pt x="307" y="612"/>
                    <a:pt x="313" y="611"/>
                    <a:pt x="313" y="612"/>
                  </a:cubicBezTo>
                  <a:close/>
                  <a:moveTo>
                    <a:pt x="313" y="683"/>
                  </a:moveTo>
                  <a:cubicBezTo>
                    <a:pt x="312" y="682"/>
                    <a:pt x="314" y="681"/>
                    <a:pt x="314" y="682"/>
                  </a:cubicBezTo>
                  <a:cubicBezTo>
                    <a:pt x="314" y="682"/>
                    <a:pt x="313" y="683"/>
                    <a:pt x="313" y="683"/>
                  </a:cubicBezTo>
                  <a:close/>
                  <a:moveTo>
                    <a:pt x="313" y="589"/>
                  </a:moveTo>
                  <a:cubicBezTo>
                    <a:pt x="311" y="590"/>
                    <a:pt x="308" y="592"/>
                    <a:pt x="307" y="592"/>
                  </a:cubicBezTo>
                  <a:cubicBezTo>
                    <a:pt x="304" y="593"/>
                    <a:pt x="309" y="590"/>
                    <a:pt x="309" y="590"/>
                  </a:cubicBezTo>
                  <a:cubicBezTo>
                    <a:pt x="310" y="590"/>
                    <a:pt x="312" y="589"/>
                    <a:pt x="313" y="589"/>
                  </a:cubicBezTo>
                  <a:cubicBezTo>
                    <a:pt x="314" y="589"/>
                    <a:pt x="314" y="589"/>
                    <a:pt x="315" y="589"/>
                  </a:cubicBezTo>
                  <a:cubicBezTo>
                    <a:pt x="314" y="589"/>
                    <a:pt x="314" y="589"/>
                    <a:pt x="313" y="589"/>
                  </a:cubicBezTo>
                  <a:close/>
                  <a:moveTo>
                    <a:pt x="315" y="519"/>
                  </a:moveTo>
                  <a:cubicBezTo>
                    <a:pt x="315" y="517"/>
                    <a:pt x="318" y="518"/>
                    <a:pt x="315" y="519"/>
                  </a:cubicBezTo>
                  <a:close/>
                  <a:moveTo>
                    <a:pt x="317" y="683"/>
                  </a:moveTo>
                  <a:cubicBezTo>
                    <a:pt x="315" y="684"/>
                    <a:pt x="315" y="682"/>
                    <a:pt x="317" y="683"/>
                  </a:cubicBezTo>
                  <a:close/>
                  <a:moveTo>
                    <a:pt x="317" y="683"/>
                  </a:moveTo>
                  <a:cubicBezTo>
                    <a:pt x="318" y="682"/>
                    <a:pt x="319" y="682"/>
                    <a:pt x="321" y="682"/>
                  </a:cubicBezTo>
                  <a:cubicBezTo>
                    <a:pt x="321" y="683"/>
                    <a:pt x="318" y="683"/>
                    <a:pt x="317" y="683"/>
                  </a:cubicBezTo>
                  <a:close/>
                  <a:moveTo>
                    <a:pt x="333" y="104"/>
                  </a:moveTo>
                  <a:cubicBezTo>
                    <a:pt x="333" y="104"/>
                    <a:pt x="336" y="103"/>
                    <a:pt x="334" y="104"/>
                  </a:cubicBezTo>
                  <a:cubicBezTo>
                    <a:pt x="331" y="106"/>
                    <a:pt x="326" y="107"/>
                    <a:pt x="322" y="108"/>
                  </a:cubicBezTo>
                  <a:cubicBezTo>
                    <a:pt x="325" y="106"/>
                    <a:pt x="329" y="104"/>
                    <a:pt x="333" y="104"/>
                  </a:cubicBezTo>
                  <a:close/>
                  <a:moveTo>
                    <a:pt x="323" y="170"/>
                  </a:moveTo>
                  <a:cubicBezTo>
                    <a:pt x="324" y="170"/>
                    <a:pt x="324" y="170"/>
                    <a:pt x="325" y="170"/>
                  </a:cubicBezTo>
                  <a:cubicBezTo>
                    <a:pt x="325" y="171"/>
                    <a:pt x="324" y="171"/>
                    <a:pt x="323" y="170"/>
                  </a:cubicBezTo>
                  <a:close/>
                  <a:moveTo>
                    <a:pt x="322" y="617"/>
                  </a:moveTo>
                  <a:cubicBezTo>
                    <a:pt x="323" y="616"/>
                    <a:pt x="324" y="618"/>
                    <a:pt x="322" y="617"/>
                  </a:cubicBezTo>
                  <a:close/>
                  <a:moveTo>
                    <a:pt x="322" y="627"/>
                  </a:moveTo>
                  <a:cubicBezTo>
                    <a:pt x="323" y="627"/>
                    <a:pt x="327" y="626"/>
                    <a:pt x="327" y="627"/>
                  </a:cubicBezTo>
                  <a:cubicBezTo>
                    <a:pt x="326" y="626"/>
                    <a:pt x="324" y="628"/>
                    <a:pt x="322" y="627"/>
                  </a:cubicBezTo>
                  <a:close/>
                  <a:moveTo>
                    <a:pt x="327" y="574"/>
                  </a:moveTo>
                  <a:cubicBezTo>
                    <a:pt x="327" y="572"/>
                    <a:pt x="330" y="573"/>
                    <a:pt x="329" y="574"/>
                  </a:cubicBezTo>
                  <a:cubicBezTo>
                    <a:pt x="329" y="575"/>
                    <a:pt x="328" y="574"/>
                    <a:pt x="327" y="574"/>
                  </a:cubicBezTo>
                  <a:close/>
                  <a:moveTo>
                    <a:pt x="329" y="627"/>
                  </a:moveTo>
                  <a:cubicBezTo>
                    <a:pt x="329" y="626"/>
                    <a:pt x="331" y="626"/>
                    <a:pt x="331" y="626"/>
                  </a:cubicBezTo>
                  <a:cubicBezTo>
                    <a:pt x="331" y="626"/>
                    <a:pt x="330" y="627"/>
                    <a:pt x="329" y="627"/>
                  </a:cubicBezTo>
                  <a:close/>
                  <a:moveTo>
                    <a:pt x="329" y="589"/>
                  </a:moveTo>
                  <a:cubicBezTo>
                    <a:pt x="328" y="587"/>
                    <a:pt x="332" y="588"/>
                    <a:pt x="332" y="589"/>
                  </a:cubicBezTo>
                  <a:cubicBezTo>
                    <a:pt x="332" y="590"/>
                    <a:pt x="329" y="590"/>
                    <a:pt x="329" y="589"/>
                  </a:cubicBezTo>
                  <a:close/>
                  <a:moveTo>
                    <a:pt x="328" y="583"/>
                  </a:moveTo>
                  <a:cubicBezTo>
                    <a:pt x="329" y="579"/>
                    <a:pt x="336" y="581"/>
                    <a:pt x="336" y="583"/>
                  </a:cubicBezTo>
                  <a:cubicBezTo>
                    <a:pt x="335" y="586"/>
                    <a:pt x="328" y="587"/>
                    <a:pt x="328" y="583"/>
                  </a:cubicBezTo>
                  <a:close/>
                  <a:moveTo>
                    <a:pt x="335" y="131"/>
                  </a:moveTo>
                  <a:cubicBezTo>
                    <a:pt x="334" y="130"/>
                    <a:pt x="336" y="131"/>
                    <a:pt x="335" y="131"/>
                  </a:cubicBezTo>
                  <a:close/>
                  <a:moveTo>
                    <a:pt x="336" y="659"/>
                  </a:moveTo>
                  <a:cubicBezTo>
                    <a:pt x="337" y="661"/>
                    <a:pt x="335" y="659"/>
                    <a:pt x="336" y="659"/>
                  </a:cubicBezTo>
                  <a:close/>
                  <a:moveTo>
                    <a:pt x="336" y="131"/>
                  </a:moveTo>
                  <a:cubicBezTo>
                    <a:pt x="336" y="130"/>
                    <a:pt x="338" y="130"/>
                    <a:pt x="338" y="130"/>
                  </a:cubicBezTo>
                  <a:cubicBezTo>
                    <a:pt x="338" y="131"/>
                    <a:pt x="337" y="130"/>
                    <a:pt x="336" y="131"/>
                  </a:cubicBezTo>
                  <a:close/>
                  <a:moveTo>
                    <a:pt x="337" y="711"/>
                  </a:moveTo>
                  <a:cubicBezTo>
                    <a:pt x="336" y="711"/>
                    <a:pt x="337" y="710"/>
                    <a:pt x="337" y="710"/>
                  </a:cubicBezTo>
                  <a:cubicBezTo>
                    <a:pt x="338" y="711"/>
                    <a:pt x="338" y="712"/>
                    <a:pt x="337" y="711"/>
                  </a:cubicBezTo>
                  <a:close/>
                  <a:moveTo>
                    <a:pt x="337" y="685"/>
                  </a:moveTo>
                  <a:cubicBezTo>
                    <a:pt x="337" y="684"/>
                    <a:pt x="339" y="684"/>
                    <a:pt x="339" y="685"/>
                  </a:cubicBezTo>
                  <a:cubicBezTo>
                    <a:pt x="340" y="685"/>
                    <a:pt x="338" y="686"/>
                    <a:pt x="337" y="685"/>
                  </a:cubicBezTo>
                  <a:close/>
                  <a:moveTo>
                    <a:pt x="338" y="705"/>
                  </a:moveTo>
                  <a:cubicBezTo>
                    <a:pt x="338" y="704"/>
                    <a:pt x="340" y="704"/>
                    <a:pt x="340" y="705"/>
                  </a:cubicBezTo>
                  <a:cubicBezTo>
                    <a:pt x="340" y="705"/>
                    <a:pt x="339" y="706"/>
                    <a:pt x="338" y="705"/>
                  </a:cubicBezTo>
                  <a:close/>
                  <a:moveTo>
                    <a:pt x="338" y="680"/>
                  </a:moveTo>
                  <a:cubicBezTo>
                    <a:pt x="338" y="680"/>
                    <a:pt x="341" y="680"/>
                    <a:pt x="341" y="680"/>
                  </a:cubicBezTo>
                  <a:cubicBezTo>
                    <a:pt x="341" y="681"/>
                    <a:pt x="337" y="682"/>
                    <a:pt x="338" y="680"/>
                  </a:cubicBezTo>
                  <a:close/>
                  <a:moveTo>
                    <a:pt x="342" y="110"/>
                  </a:moveTo>
                  <a:cubicBezTo>
                    <a:pt x="341" y="111"/>
                    <a:pt x="341" y="109"/>
                    <a:pt x="342" y="110"/>
                  </a:cubicBezTo>
                  <a:close/>
                  <a:moveTo>
                    <a:pt x="328" y="108"/>
                  </a:moveTo>
                  <a:cubicBezTo>
                    <a:pt x="326" y="108"/>
                    <a:pt x="329" y="107"/>
                    <a:pt x="331" y="106"/>
                  </a:cubicBezTo>
                  <a:cubicBezTo>
                    <a:pt x="334" y="106"/>
                    <a:pt x="339" y="104"/>
                    <a:pt x="342" y="104"/>
                  </a:cubicBezTo>
                  <a:cubicBezTo>
                    <a:pt x="343" y="104"/>
                    <a:pt x="344" y="105"/>
                    <a:pt x="344" y="105"/>
                  </a:cubicBezTo>
                  <a:cubicBezTo>
                    <a:pt x="344" y="105"/>
                    <a:pt x="330" y="108"/>
                    <a:pt x="328" y="108"/>
                  </a:cubicBezTo>
                  <a:close/>
                  <a:moveTo>
                    <a:pt x="345" y="576"/>
                  </a:moveTo>
                  <a:cubicBezTo>
                    <a:pt x="345" y="576"/>
                    <a:pt x="345" y="576"/>
                    <a:pt x="345" y="576"/>
                  </a:cubicBezTo>
                  <a:cubicBezTo>
                    <a:pt x="346" y="576"/>
                    <a:pt x="346" y="576"/>
                    <a:pt x="346" y="576"/>
                  </a:cubicBezTo>
                  <a:cubicBezTo>
                    <a:pt x="346" y="576"/>
                    <a:pt x="345" y="576"/>
                    <a:pt x="345" y="576"/>
                  </a:cubicBezTo>
                  <a:close/>
                  <a:moveTo>
                    <a:pt x="346" y="704"/>
                  </a:moveTo>
                  <a:cubicBezTo>
                    <a:pt x="346" y="703"/>
                    <a:pt x="347" y="703"/>
                    <a:pt x="347" y="703"/>
                  </a:cubicBezTo>
                  <a:cubicBezTo>
                    <a:pt x="348" y="704"/>
                    <a:pt x="346" y="704"/>
                    <a:pt x="346" y="704"/>
                  </a:cubicBezTo>
                  <a:close/>
                  <a:moveTo>
                    <a:pt x="344" y="537"/>
                  </a:moveTo>
                  <a:cubicBezTo>
                    <a:pt x="345" y="535"/>
                    <a:pt x="348" y="535"/>
                    <a:pt x="349" y="534"/>
                  </a:cubicBezTo>
                  <a:cubicBezTo>
                    <a:pt x="348" y="535"/>
                    <a:pt x="345" y="536"/>
                    <a:pt x="344" y="537"/>
                  </a:cubicBezTo>
                  <a:close/>
                  <a:moveTo>
                    <a:pt x="348" y="89"/>
                  </a:moveTo>
                  <a:cubicBezTo>
                    <a:pt x="347" y="90"/>
                    <a:pt x="346" y="89"/>
                    <a:pt x="348" y="89"/>
                  </a:cubicBezTo>
                  <a:close/>
                  <a:moveTo>
                    <a:pt x="347" y="71"/>
                  </a:moveTo>
                  <a:cubicBezTo>
                    <a:pt x="347" y="72"/>
                    <a:pt x="348" y="72"/>
                    <a:pt x="347" y="72"/>
                  </a:cubicBezTo>
                  <a:cubicBezTo>
                    <a:pt x="347" y="72"/>
                    <a:pt x="347" y="72"/>
                    <a:pt x="347" y="71"/>
                  </a:cubicBezTo>
                  <a:close/>
                  <a:moveTo>
                    <a:pt x="345" y="44"/>
                  </a:moveTo>
                  <a:cubicBezTo>
                    <a:pt x="346" y="42"/>
                    <a:pt x="350" y="42"/>
                    <a:pt x="350" y="45"/>
                  </a:cubicBezTo>
                  <a:cubicBezTo>
                    <a:pt x="349" y="47"/>
                    <a:pt x="345" y="46"/>
                    <a:pt x="345" y="44"/>
                  </a:cubicBezTo>
                  <a:close/>
                  <a:moveTo>
                    <a:pt x="350" y="626"/>
                  </a:moveTo>
                  <a:cubicBezTo>
                    <a:pt x="350" y="627"/>
                    <a:pt x="349" y="625"/>
                    <a:pt x="350" y="626"/>
                  </a:cubicBezTo>
                  <a:close/>
                  <a:moveTo>
                    <a:pt x="350" y="205"/>
                  </a:moveTo>
                  <a:cubicBezTo>
                    <a:pt x="349" y="205"/>
                    <a:pt x="350" y="203"/>
                    <a:pt x="350" y="204"/>
                  </a:cubicBezTo>
                  <a:cubicBezTo>
                    <a:pt x="351" y="204"/>
                    <a:pt x="351" y="205"/>
                    <a:pt x="350" y="205"/>
                  </a:cubicBezTo>
                  <a:close/>
                  <a:moveTo>
                    <a:pt x="538" y="122"/>
                  </a:moveTo>
                  <a:cubicBezTo>
                    <a:pt x="538" y="121"/>
                    <a:pt x="540" y="121"/>
                    <a:pt x="540" y="122"/>
                  </a:cubicBezTo>
                  <a:cubicBezTo>
                    <a:pt x="542" y="121"/>
                    <a:pt x="543" y="121"/>
                    <a:pt x="543" y="123"/>
                  </a:cubicBezTo>
                  <a:cubicBezTo>
                    <a:pt x="543" y="124"/>
                    <a:pt x="539" y="125"/>
                    <a:pt x="538" y="124"/>
                  </a:cubicBezTo>
                  <a:cubicBezTo>
                    <a:pt x="538" y="123"/>
                    <a:pt x="538" y="123"/>
                    <a:pt x="538" y="122"/>
                  </a:cubicBezTo>
                  <a:cubicBezTo>
                    <a:pt x="538" y="122"/>
                    <a:pt x="538" y="122"/>
                    <a:pt x="538" y="122"/>
                  </a:cubicBezTo>
                  <a:close/>
                  <a:moveTo>
                    <a:pt x="538" y="121"/>
                  </a:moveTo>
                  <a:cubicBezTo>
                    <a:pt x="538" y="121"/>
                    <a:pt x="536" y="122"/>
                    <a:pt x="536" y="121"/>
                  </a:cubicBezTo>
                  <a:cubicBezTo>
                    <a:pt x="536" y="121"/>
                    <a:pt x="537" y="121"/>
                    <a:pt x="538" y="121"/>
                  </a:cubicBezTo>
                  <a:close/>
                  <a:moveTo>
                    <a:pt x="531" y="126"/>
                  </a:moveTo>
                  <a:cubicBezTo>
                    <a:pt x="531" y="126"/>
                    <a:pt x="531" y="127"/>
                    <a:pt x="530" y="127"/>
                  </a:cubicBezTo>
                  <a:cubicBezTo>
                    <a:pt x="530" y="127"/>
                    <a:pt x="531" y="126"/>
                    <a:pt x="531" y="126"/>
                  </a:cubicBezTo>
                  <a:close/>
                  <a:moveTo>
                    <a:pt x="531" y="154"/>
                  </a:moveTo>
                  <a:cubicBezTo>
                    <a:pt x="529" y="157"/>
                    <a:pt x="525" y="158"/>
                    <a:pt x="522" y="159"/>
                  </a:cubicBezTo>
                  <a:cubicBezTo>
                    <a:pt x="524" y="156"/>
                    <a:pt x="528" y="156"/>
                    <a:pt x="531" y="154"/>
                  </a:cubicBezTo>
                  <a:close/>
                  <a:moveTo>
                    <a:pt x="525" y="201"/>
                  </a:moveTo>
                  <a:cubicBezTo>
                    <a:pt x="524" y="202"/>
                    <a:pt x="523" y="203"/>
                    <a:pt x="521" y="203"/>
                  </a:cubicBezTo>
                  <a:cubicBezTo>
                    <a:pt x="522" y="202"/>
                    <a:pt x="523" y="201"/>
                    <a:pt x="525" y="201"/>
                  </a:cubicBezTo>
                  <a:close/>
                  <a:moveTo>
                    <a:pt x="521" y="198"/>
                  </a:moveTo>
                  <a:cubicBezTo>
                    <a:pt x="521" y="198"/>
                    <a:pt x="521" y="197"/>
                    <a:pt x="522" y="197"/>
                  </a:cubicBezTo>
                  <a:cubicBezTo>
                    <a:pt x="524" y="195"/>
                    <a:pt x="523" y="200"/>
                    <a:pt x="521" y="198"/>
                  </a:cubicBezTo>
                  <a:close/>
                  <a:moveTo>
                    <a:pt x="524" y="195"/>
                  </a:moveTo>
                  <a:cubicBezTo>
                    <a:pt x="524" y="194"/>
                    <a:pt x="525" y="194"/>
                    <a:pt x="525" y="194"/>
                  </a:cubicBezTo>
                  <a:cubicBezTo>
                    <a:pt x="526" y="195"/>
                    <a:pt x="524" y="195"/>
                    <a:pt x="524" y="195"/>
                  </a:cubicBezTo>
                  <a:close/>
                  <a:moveTo>
                    <a:pt x="531" y="196"/>
                  </a:moveTo>
                  <a:cubicBezTo>
                    <a:pt x="530" y="198"/>
                    <a:pt x="527" y="199"/>
                    <a:pt x="525" y="201"/>
                  </a:cubicBezTo>
                  <a:cubicBezTo>
                    <a:pt x="526" y="199"/>
                    <a:pt x="529" y="197"/>
                    <a:pt x="531" y="196"/>
                  </a:cubicBezTo>
                  <a:close/>
                  <a:moveTo>
                    <a:pt x="529" y="172"/>
                  </a:moveTo>
                  <a:cubicBezTo>
                    <a:pt x="531" y="170"/>
                    <a:pt x="530" y="174"/>
                    <a:pt x="528" y="173"/>
                  </a:cubicBezTo>
                  <a:cubicBezTo>
                    <a:pt x="528" y="173"/>
                    <a:pt x="529" y="172"/>
                    <a:pt x="529" y="172"/>
                  </a:cubicBezTo>
                  <a:close/>
                  <a:moveTo>
                    <a:pt x="522" y="181"/>
                  </a:moveTo>
                  <a:cubicBezTo>
                    <a:pt x="521" y="181"/>
                    <a:pt x="523" y="180"/>
                    <a:pt x="523" y="181"/>
                  </a:cubicBezTo>
                  <a:cubicBezTo>
                    <a:pt x="524" y="181"/>
                    <a:pt x="522" y="182"/>
                    <a:pt x="522" y="181"/>
                  </a:cubicBezTo>
                  <a:close/>
                  <a:moveTo>
                    <a:pt x="529" y="135"/>
                  </a:moveTo>
                  <a:cubicBezTo>
                    <a:pt x="528" y="136"/>
                    <a:pt x="526" y="138"/>
                    <a:pt x="524" y="138"/>
                  </a:cubicBezTo>
                  <a:cubicBezTo>
                    <a:pt x="525" y="138"/>
                    <a:pt x="526" y="138"/>
                    <a:pt x="525" y="139"/>
                  </a:cubicBezTo>
                  <a:cubicBezTo>
                    <a:pt x="525" y="140"/>
                    <a:pt x="522" y="140"/>
                    <a:pt x="522" y="139"/>
                  </a:cubicBezTo>
                  <a:cubicBezTo>
                    <a:pt x="522" y="139"/>
                    <a:pt x="523" y="138"/>
                    <a:pt x="524" y="138"/>
                  </a:cubicBezTo>
                  <a:cubicBezTo>
                    <a:pt x="524" y="138"/>
                    <a:pt x="524" y="138"/>
                    <a:pt x="524" y="138"/>
                  </a:cubicBezTo>
                  <a:cubicBezTo>
                    <a:pt x="525" y="136"/>
                    <a:pt x="527" y="136"/>
                    <a:pt x="529" y="135"/>
                  </a:cubicBezTo>
                  <a:close/>
                  <a:moveTo>
                    <a:pt x="525" y="117"/>
                  </a:moveTo>
                  <a:cubicBezTo>
                    <a:pt x="525" y="117"/>
                    <a:pt x="525" y="117"/>
                    <a:pt x="524" y="117"/>
                  </a:cubicBezTo>
                  <a:cubicBezTo>
                    <a:pt x="524" y="117"/>
                    <a:pt x="524" y="116"/>
                    <a:pt x="525" y="117"/>
                  </a:cubicBezTo>
                  <a:close/>
                  <a:moveTo>
                    <a:pt x="524" y="86"/>
                  </a:moveTo>
                  <a:cubicBezTo>
                    <a:pt x="523" y="86"/>
                    <a:pt x="522" y="86"/>
                    <a:pt x="521" y="86"/>
                  </a:cubicBezTo>
                  <a:cubicBezTo>
                    <a:pt x="522" y="85"/>
                    <a:pt x="523" y="85"/>
                    <a:pt x="524" y="86"/>
                  </a:cubicBezTo>
                  <a:close/>
                  <a:moveTo>
                    <a:pt x="521" y="87"/>
                  </a:moveTo>
                  <a:cubicBezTo>
                    <a:pt x="521" y="87"/>
                    <a:pt x="523" y="88"/>
                    <a:pt x="523" y="88"/>
                  </a:cubicBezTo>
                  <a:cubicBezTo>
                    <a:pt x="523" y="88"/>
                    <a:pt x="520" y="88"/>
                    <a:pt x="521" y="87"/>
                  </a:cubicBezTo>
                  <a:close/>
                  <a:moveTo>
                    <a:pt x="523" y="92"/>
                  </a:moveTo>
                  <a:cubicBezTo>
                    <a:pt x="523" y="92"/>
                    <a:pt x="521" y="92"/>
                    <a:pt x="521" y="91"/>
                  </a:cubicBezTo>
                  <a:cubicBezTo>
                    <a:pt x="522" y="90"/>
                    <a:pt x="523" y="91"/>
                    <a:pt x="523" y="92"/>
                  </a:cubicBezTo>
                  <a:close/>
                  <a:moveTo>
                    <a:pt x="521" y="105"/>
                  </a:moveTo>
                  <a:cubicBezTo>
                    <a:pt x="521" y="106"/>
                    <a:pt x="520" y="104"/>
                    <a:pt x="521" y="105"/>
                  </a:cubicBezTo>
                  <a:close/>
                  <a:moveTo>
                    <a:pt x="525" y="106"/>
                  </a:moveTo>
                  <a:cubicBezTo>
                    <a:pt x="527" y="106"/>
                    <a:pt x="528" y="108"/>
                    <a:pt x="526" y="111"/>
                  </a:cubicBezTo>
                  <a:cubicBezTo>
                    <a:pt x="525" y="112"/>
                    <a:pt x="523" y="112"/>
                    <a:pt x="522" y="112"/>
                  </a:cubicBezTo>
                  <a:cubicBezTo>
                    <a:pt x="520" y="112"/>
                    <a:pt x="518" y="112"/>
                    <a:pt x="518" y="112"/>
                  </a:cubicBezTo>
                  <a:cubicBezTo>
                    <a:pt x="518" y="112"/>
                    <a:pt x="519" y="112"/>
                    <a:pt x="519" y="112"/>
                  </a:cubicBezTo>
                  <a:cubicBezTo>
                    <a:pt x="519" y="112"/>
                    <a:pt x="518" y="112"/>
                    <a:pt x="518" y="112"/>
                  </a:cubicBezTo>
                  <a:cubicBezTo>
                    <a:pt x="518" y="112"/>
                    <a:pt x="518" y="111"/>
                    <a:pt x="518" y="111"/>
                  </a:cubicBezTo>
                  <a:cubicBezTo>
                    <a:pt x="517" y="110"/>
                    <a:pt x="522" y="106"/>
                    <a:pt x="525" y="106"/>
                  </a:cubicBezTo>
                  <a:close/>
                  <a:moveTo>
                    <a:pt x="520" y="133"/>
                  </a:moveTo>
                  <a:cubicBezTo>
                    <a:pt x="522" y="131"/>
                    <a:pt x="522" y="133"/>
                    <a:pt x="520" y="133"/>
                  </a:cubicBezTo>
                  <a:close/>
                  <a:moveTo>
                    <a:pt x="519" y="147"/>
                  </a:moveTo>
                  <a:cubicBezTo>
                    <a:pt x="519" y="146"/>
                    <a:pt x="521" y="145"/>
                    <a:pt x="521" y="146"/>
                  </a:cubicBezTo>
                  <a:cubicBezTo>
                    <a:pt x="522" y="147"/>
                    <a:pt x="520" y="147"/>
                    <a:pt x="519" y="147"/>
                  </a:cubicBezTo>
                  <a:close/>
                  <a:moveTo>
                    <a:pt x="513" y="162"/>
                  </a:moveTo>
                  <a:cubicBezTo>
                    <a:pt x="512" y="161"/>
                    <a:pt x="516" y="159"/>
                    <a:pt x="516" y="161"/>
                  </a:cubicBezTo>
                  <a:cubicBezTo>
                    <a:pt x="517" y="162"/>
                    <a:pt x="513" y="163"/>
                    <a:pt x="513" y="162"/>
                  </a:cubicBezTo>
                  <a:close/>
                  <a:moveTo>
                    <a:pt x="516" y="163"/>
                  </a:moveTo>
                  <a:cubicBezTo>
                    <a:pt x="516" y="164"/>
                    <a:pt x="515" y="165"/>
                    <a:pt x="516" y="164"/>
                  </a:cubicBezTo>
                  <a:cubicBezTo>
                    <a:pt x="516" y="164"/>
                    <a:pt x="516" y="164"/>
                    <a:pt x="516" y="163"/>
                  </a:cubicBezTo>
                  <a:close/>
                  <a:moveTo>
                    <a:pt x="514" y="191"/>
                  </a:moveTo>
                  <a:cubicBezTo>
                    <a:pt x="515" y="190"/>
                    <a:pt x="516" y="192"/>
                    <a:pt x="514" y="191"/>
                  </a:cubicBezTo>
                  <a:close/>
                  <a:moveTo>
                    <a:pt x="512" y="192"/>
                  </a:moveTo>
                  <a:cubicBezTo>
                    <a:pt x="512" y="191"/>
                    <a:pt x="514" y="191"/>
                    <a:pt x="514" y="191"/>
                  </a:cubicBezTo>
                  <a:cubicBezTo>
                    <a:pt x="514" y="192"/>
                    <a:pt x="512" y="192"/>
                    <a:pt x="512" y="192"/>
                  </a:cubicBezTo>
                  <a:close/>
                  <a:moveTo>
                    <a:pt x="514" y="247"/>
                  </a:moveTo>
                  <a:cubicBezTo>
                    <a:pt x="514" y="248"/>
                    <a:pt x="513" y="245"/>
                    <a:pt x="514" y="247"/>
                  </a:cubicBezTo>
                  <a:close/>
                  <a:moveTo>
                    <a:pt x="504" y="183"/>
                  </a:moveTo>
                  <a:cubicBezTo>
                    <a:pt x="506" y="182"/>
                    <a:pt x="506" y="181"/>
                    <a:pt x="504" y="181"/>
                  </a:cubicBezTo>
                  <a:cubicBezTo>
                    <a:pt x="505" y="178"/>
                    <a:pt x="508" y="175"/>
                    <a:pt x="511" y="176"/>
                  </a:cubicBezTo>
                  <a:cubicBezTo>
                    <a:pt x="517" y="179"/>
                    <a:pt x="509" y="186"/>
                    <a:pt x="504" y="183"/>
                  </a:cubicBezTo>
                  <a:close/>
                  <a:moveTo>
                    <a:pt x="505" y="184"/>
                  </a:moveTo>
                  <a:cubicBezTo>
                    <a:pt x="505" y="184"/>
                    <a:pt x="505" y="184"/>
                    <a:pt x="505" y="184"/>
                  </a:cubicBezTo>
                  <a:cubicBezTo>
                    <a:pt x="506" y="186"/>
                    <a:pt x="503" y="183"/>
                    <a:pt x="505" y="184"/>
                  </a:cubicBezTo>
                  <a:close/>
                  <a:moveTo>
                    <a:pt x="494" y="127"/>
                  </a:moveTo>
                  <a:cubicBezTo>
                    <a:pt x="494" y="127"/>
                    <a:pt x="497" y="125"/>
                    <a:pt x="498" y="127"/>
                  </a:cubicBezTo>
                  <a:cubicBezTo>
                    <a:pt x="498" y="128"/>
                    <a:pt x="494" y="129"/>
                    <a:pt x="494" y="127"/>
                  </a:cubicBezTo>
                  <a:close/>
                  <a:moveTo>
                    <a:pt x="496" y="219"/>
                  </a:moveTo>
                  <a:cubicBezTo>
                    <a:pt x="495" y="219"/>
                    <a:pt x="496" y="218"/>
                    <a:pt x="496" y="218"/>
                  </a:cubicBezTo>
                  <a:cubicBezTo>
                    <a:pt x="497" y="218"/>
                    <a:pt x="496" y="219"/>
                    <a:pt x="496" y="219"/>
                  </a:cubicBezTo>
                  <a:close/>
                  <a:moveTo>
                    <a:pt x="493" y="182"/>
                  </a:moveTo>
                  <a:cubicBezTo>
                    <a:pt x="493" y="181"/>
                    <a:pt x="495" y="181"/>
                    <a:pt x="495" y="181"/>
                  </a:cubicBezTo>
                  <a:cubicBezTo>
                    <a:pt x="496" y="182"/>
                    <a:pt x="494" y="183"/>
                    <a:pt x="493" y="182"/>
                  </a:cubicBezTo>
                  <a:close/>
                  <a:moveTo>
                    <a:pt x="494" y="221"/>
                  </a:moveTo>
                  <a:cubicBezTo>
                    <a:pt x="494" y="221"/>
                    <a:pt x="495" y="220"/>
                    <a:pt x="495" y="220"/>
                  </a:cubicBezTo>
                  <a:cubicBezTo>
                    <a:pt x="495" y="220"/>
                    <a:pt x="494" y="222"/>
                    <a:pt x="494" y="221"/>
                  </a:cubicBezTo>
                  <a:close/>
                  <a:moveTo>
                    <a:pt x="484" y="206"/>
                  </a:moveTo>
                  <a:cubicBezTo>
                    <a:pt x="487" y="204"/>
                    <a:pt x="490" y="201"/>
                    <a:pt x="492" y="200"/>
                  </a:cubicBezTo>
                  <a:cubicBezTo>
                    <a:pt x="492" y="200"/>
                    <a:pt x="494" y="199"/>
                    <a:pt x="493" y="200"/>
                  </a:cubicBezTo>
                  <a:cubicBezTo>
                    <a:pt x="492" y="203"/>
                    <a:pt x="487" y="205"/>
                    <a:pt x="484" y="206"/>
                  </a:cubicBezTo>
                  <a:close/>
                  <a:moveTo>
                    <a:pt x="491" y="221"/>
                  </a:moveTo>
                  <a:cubicBezTo>
                    <a:pt x="491" y="220"/>
                    <a:pt x="493" y="220"/>
                    <a:pt x="493" y="221"/>
                  </a:cubicBezTo>
                  <a:cubicBezTo>
                    <a:pt x="493" y="222"/>
                    <a:pt x="491" y="222"/>
                    <a:pt x="491" y="221"/>
                  </a:cubicBezTo>
                  <a:close/>
                  <a:moveTo>
                    <a:pt x="480" y="95"/>
                  </a:moveTo>
                  <a:cubicBezTo>
                    <a:pt x="482" y="94"/>
                    <a:pt x="483" y="93"/>
                    <a:pt x="485" y="93"/>
                  </a:cubicBezTo>
                  <a:cubicBezTo>
                    <a:pt x="483" y="94"/>
                    <a:pt x="482" y="95"/>
                    <a:pt x="480" y="95"/>
                  </a:cubicBezTo>
                  <a:close/>
                  <a:moveTo>
                    <a:pt x="481" y="162"/>
                  </a:moveTo>
                  <a:cubicBezTo>
                    <a:pt x="481" y="160"/>
                    <a:pt x="484" y="161"/>
                    <a:pt x="481" y="162"/>
                  </a:cubicBezTo>
                  <a:close/>
                  <a:moveTo>
                    <a:pt x="482" y="109"/>
                  </a:moveTo>
                  <a:cubicBezTo>
                    <a:pt x="481" y="112"/>
                    <a:pt x="478" y="110"/>
                    <a:pt x="482" y="109"/>
                  </a:cubicBezTo>
                  <a:close/>
                  <a:moveTo>
                    <a:pt x="496" y="72"/>
                  </a:moveTo>
                  <a:cubicBezTo>
                    <a:pt x="496" y="73"/>
                    <a:pt x="495" y="73"/>
                    <a:pt x="494" y="73"/>
                  </a:cubicBezTo>
                  <a:cubicBezTo>
                    <a:pt x="494" y="73"/>
                    <a:pt x="496" y="71"/>
                    <a:pt x="496" y="72"/>
                  </a:cubicBezTo>
                  <a:close/>
                  <a:moveTo>
                    <a:pt x="494" y="43"/>
                  </a:moveTo>
                  <a:cubicBezTo>
                    <a:pt x="494" y="43"/>
                    <a:pt x="496" y="43"/>
                    <a:pt x="496" y="43"/>
                  </a:cubicBezTo>
                  <a:cubicBezTo>
                    <a:pt x="497" y="45"/>
                    <a:pt x="494" y="44"/>
                    <a:pt x="494" y="43"/>
                  </a:cubicBezTo>
                  <a:close/>
                  <a:moveTo>
                    <a:pt x="493" y="64"/>
                  </a:moveTo>
                  <a:cubicBezTo>
                    <a:pt x="493" y="64"/>
                    <a:pt x="494" y="64"/>
                    <a:pt x="495" y="65"/>
                  </a:cubicBezTo>
                  <a:cubicBezTo>
                    <a:pt x="495" y="66"/>
                    <a:pt x="493" y="65"/>
                    <a:pt x="493" y="64"/>
                  </a:cubicBezTo>
                  <a:close/>
                  <a:moveTo>
                    <a:pt x="499" y="87"/>
                  </a:moveTo>
                  <a:cubicBezTo>
                    <a:pt x="498" y="89"/>
                    <a:pt x="488" y="88"/>
                    <a:pt x="488" y="87"/>
                  </a:cubicBezTo>
                  <a:cubicBezTo>
                    <a:pt x="489" y="86"/>
                    <a:pt x="496" y="88"/>
                    <a:pt x="499" y="87"/>
                  </a:cubicBezTo>
                  <a:close/>
                  <a:moveTo>
                    <a:pt x="493" y="105"/>
                  </a:moveTo>
                  <a:cubicBezTo>
                    <a:pt x="493" y="105"/>
                    <a:pt x="493" y="105"/>
                    <a:pt x="493" y="105"/>
                  </a:cubicBezTo>
                  <a:cubicBezTo>
                    <a:pt x="493" y="105"/>
                    <a:pt x="493" y="105"/>
                    <a:pt x="492" y="105"/>
                  </a:cubicBezTo>
                  <a:cubicBezTo>
                    <a:pt x="489" y="105"/>
                    <a:pt x="493" y="97"/>
                    <a:pt x="497" y="101"/>
                  </a:cubicBezTo>
                  <a:cubicBezTo>
                    <a:pt x="498" y="102"/>
                    <a:pt x="498" y="102"/>
                    <a:pt x="498" y="103"/>
                  </a:cubicBezTo>
                  <a:cubicBezTo>
                    <a:pt x="498" y="106"/>
                    <a:pt x="494" y="107"/>
                    <a:pt x="493" y="105"/>
                  </a:cubicBezTo>
                  <a:close/>
                  <a:moveTo>
                    <a:pt x="495" y="108"/>
                  </a:moveTo>
                  <a:cubicBezTo>
                    <a:pt x="495" y="108"/>
                    <a:pt x="494" y="109"/>
                    <a:pt x="494" y="108"/>
                  </a:cubicBezTo>
                  <a:cubicBezTo>
                    <a:pt x="493" y="108"/>
                    <a:pt x="495" y="107"/>
                    <a:pt x="495" y="108"/>
                  </a:cubicBezTo>
                  <a:close/>
                  <a:moveTo>
                    <a:pt x="494" y="174"/>
                  </a:moveTo>
                  <a:cubicBezTo>
                    <a:pt x="494" y="175"/>
                    <a:pt x="492" y="176"/>
                    <a:pt x="492" y="175"/>
                  </a:cubicBezTo>
                  <a:cubicBezTo>
                    <a:pt x="492" y="174"/>
                    <a:pt x="494" y="173"/>
                    <a:pt x="494" y="174"/>
                  </a:cubicBezTo>
                  <a:close/>
                  <a:moveTo>
                    <a:pt x="495" y="98"/>
                  </a:moveTo>
                  <a:cubicBezTo>
                    <a:pt x="496" y="99"/>
                    <a:pt x="494" y="98"/>
                    <a:pt x="495" y="98"/>
                  </a:cubicBezTo>
                  <a:close/>
                  <a:moveTo>
                    <a:pt x="499" y="91"/>
                  </a:moveTo>
                  <a:cubicBezTo>
                    <a:pt x="498" y="92"/>
                    <a:pt x="497" y="91"/>
                    <a:pt x="499" y="91"/>
                  </a:cubicBezTo>
                  <a:close/>
                  <a:moveTo>
                    <a:pt x="491" y="166"/>
                  </a:moveTo>
                  <a:cubicBezTo>
                    <a:pt x="491" y="167"/>
                    <a:pt x="489" y="169"/>
                    <a:pt x="488" y="169"/>
                  </a:cubicBezTo>
                  <a:cubicBezTo>
                    <a:pt x="488" y="167"/>
                    <a:pt x="490" y="167"/>
                    <a:pt x="491" y="166"/>
                  </a:cubicBezTo>
                  <a:close/>
                  <a:moveTo>
                    <a:pt x="485" y="144"/>
                  </a:moveTo>
                  <a:cubicBezTo>
                    <a:pt x="488" y="143"/>
                    <a:pt x="489" y="145"/>
                    <a:pt x="485" y="144"/>
                  </a:cubicBezTo>
                  <a:close/>
                  <a:moveTo>
                    <a:pt x="486" y="93"/>
                  </a:moveTo>
                  <a:cubicBezTo>
                    <a:pt x="488" y="92"/>
                    <a:pt x="489" y="91"/>
                    <a:pt x="491" y="90"/>
                  </a:cubicBezTo>
                  <a:cubicBezTo>
                    <a:pt x="490" y="92"/>
                    <a:pt x="488" y="92"/>
                    <a:pt x="486" y="93"/>
                  </a:cubicBezTo>
                  <a:close/>
                  <a:moveTo>
                    <a:pt x="491" y="61"/>
                  </a:moveTo>
                  <a:cubicBezTo>
                    <a:pt x="491" y="60"/>
                    <a:pt x="492" y="60"/>
                    <a:pt x="493" y="61"/>
                  </a:cubicBezTo>
                  <a:cubicBezTo>
                    <a:pt x="492" y="61"/>
                    <a:pt x="492" y="61"/>
                    <a:pt x="491" y="61"/>
                  </a:cubicBezTo>
                  <a:close/>
                  <a:moveTo>
                    <a:pt x="490" y="74"/>
                  </a:moveTo>
                  <a:cubicBezTo>
                    <a:pt x="491" y="73"/>
                    <a:pt x="491" y="75"/>
                    <a:pt x="490" y="74"/>
                  </a:cubicBezTo>
                  <a:close/>
                  <a:moveTo>
                    <a:pt x="489" y="67"/>
                  </a:moveTo>
                  <a:cubicBezTo>
                    <a:pt x="488" y="66"/>
                    <a:pt x="490" y="66"/>
                    <a:pt x="490" y="66"/>
                  </a:cubicBezTo>
                  <a:cubicBezTo>
                    <a:pt x="491" y="67"/>
                    <a:pt x="489" y="68"/>
                    <a:pt x="489" y="67"/>
                  </a:cubicBezTo>
                  <a:close/>
                  <a:moveTo>
                    <a:pt x="488" y="60"/>
                  </a:moveTo>
                  <a:cubicBezTo>
                    <a:pt x="488" y="60"/>
                    <a:pt x="489" y="60"/>
                    <a:pt x="489" y="60"/>
                  </a:cubicBezTo>
                  <a:cubicBezTo>
                    <a:pt x="489" y="60"/>
                    <a:pt x="489" y="61"/>
                    <a:pt x="488" y="60"/>
                  </a:cubicBezTo>
                  <a:close/>
                  <a:moveTo>
                    <a:pt x="492" y="82"/>
                  </a:moveTo>
                  <a:cubicBezTo>
                    <a:pt x="492" y="84"/>
                    <a:pt x="487" y="83"/>
                    <a:pt x="487" y="81"/>
                  </a:cubicBezTo>
                  <a:cubicBezTo>
                    <a:pt x="487" y="79"/>
                    <a:pt x="492" y="79"/>
                    <a:pt x="492" y="82"/>
                  </a:cubicBezTo>
                  <a:close/>
                  <a:moveTo>
                    <a:pt x="483" y="73"/>
                  </a:moveTo>
                  <a:cubicBezTo>
                    <a:pt x="482" y="71"/>
                    <a:pt x="487" y="70"/>
                    <a:pt x="487" y="72"/>
                  </a:cubicBezTo>
                  <a:cubicBezTo>
                    <a:pt x="488" y="75"/>
                    <a:pt x="483" y="74"/>
                    <a:pt x="483" y="73"/>
                  </a:cubicBezTo>
                  <a:close/>
                  <a:moveTo>
                    <a:pt x="483" y="60"/>
                  </a:moveTo>
                  <a:cubicBezTo>
                    <a:pt x="483" y="60"/>
                    <a:pt x="483" y="60"/>
                    <a:pt x="483" y="60"/>
                  </a:cubicBezTo>
                  <a:cubicBezTo>
                    <a:pt x="484" y="62"/>
                    <a:pt x="481" y="59"/>
                    <a:pt x="483" y="60"/>
                  </a:cubicBezTo>
                  <a:close/>
                  <a:moveTo>
                    <a:pt x="482" y="62"/>
                  </a:moveTo>
                  <a:cubicBezTo>
                    <a:pt x="483" y="63"/>
                    <a:pt x="481" y="63"/>
                    <a:pt x="481" y="62"/>
                  </a:cubicBezTo>
                  <a:cubicBezTo>
                    <a:pt x="481" y="62"/>
                    <a:pt x="482" y="62"/>
                    <a:pt x="482" y="62"/>
                  </a:cubicBezTo>
                  <a:close/>
                  <a:moveTo>
                    <a:pt x="487" y="184"/>
                  </a:moveTo>
                  <a:cubicBezTo>
                    <a:pt x="487" y="185"/>
                    <a:pt x="485" y="186"/>
                    <a:pt x="484" y="186"/>
                  </a:cubicBezTo>
                  <a:cubicBezTo>
                    <a:pt x="485" y="185"/>
                    <a:pt x="486" y="185"/>
                    <a:pt x="487" y="184"/>
                  </a:cubicBezTo>
                  <a:close/>
                  <a:moveTo>
                    <a:pt x="495" y="174"/>
                  </a:moveTo>
                  <a:cubicBezTo>
                    <a:pt x="495" y="174"/>
                    <a:pt x="495" y="174"/>
                    <a:pt x="495" y="174"/>
                  </a:cubicBezTo>
                  <a:cubicBezTo>
                    <a:pt x="495" y="175"/>
                    <a:pt x="494" y="175"/>
                    <a:pt x="495" y="174"/>
                  </a:cubicBezTo>
                  <a:close/>
                  <a:moveTo>
                    <a:pt x="498" y="141"/>
                  </a:moveTo>
                  <a:cubicBezTo>
                    <a:pt x="499" y="142"/>
                    <a:pt x="497" y="143"/>
                    <a:pt x="497" y="142"/>
                  </a:cubicBezTo>
                  <a:cubicBezTo>
                    <a:pt x="496" y="141"/>
                    <a:pt x="498" y="141"/>
                    <a:pt x="498" y="141"/>
                  </a:cubicBezTo>
                  <a:close/>
                  <a:moveTo>
                    <a:pt x="497" y="131"/>
                  </a:moveTo>
                  <a:cubicBezTo>
                    <a:pt x="497" y="131"/>
                    <a:pt x="498" y="131"/>
                    <a:pt x="498" y="131"/>
                  </a:cubicBezTo>
                  <a:cubicBezTo>
                    <a:pt x="499" y="132"/>
                    <a:pt x="497" y="132"/>
                    <a:pt x="497" y="131"/>
                  </a:cubicBezTo>
                  <a:close/>
                  <a:moveTo>
                    <a:pt x="498" y="128"/>
                  </a:moveTo>
                  <a:cubicBezTo>
                    <a:pt x="499" y="129"/>
                    <a:pt x="500" y="126"/>
                    <a:pt x="501" y="126"/>
                  </a:cubicBezTo>
                  <a:cubicBezTo>
                    <a:pt x="508" y="122"/>
                    <a:pt x="510" y="132"/>
                    <a:pt x="502" y="132"/>
                  </a:cubicBezTo>
                  <a:cubicBezTo>
                    <a:pt x="501" y="132"/>
                    <a:pt x="498" y="131"/>
                    <a:pt x="498" y="128"/>
                  </a:cubicBezTo>
                  <a:close/>
                  <a:moveTo>
                    <a:pt x="502" y="94"/>
                  </a:moveTo>
                  <a:cubicBezTo>
                    <a:pt x="503" y="93"/>
                    <a:pt x="504" y="95"/>
                    <a:pt x="502" y="94"/>
                  </a:cubicBezTo>
                  <a:close/>
                  <a:moveTo>
                    <a:pt x="505" y="67"/>
                  </a:moveTo>
                  <a:cubicBezTo>
                    <a:pt x="505" y="67"/>
                    <a:pt x="505" y="68"/>
                    <a:pt x="504" y="68"/>
                  </a:cubicBezTo>
                  <a:cubicBezTo>
                    <a:pt x="502" y="68"/>
                    <a:pt x="504" y="64"/>
                    <a:pt x="505" y="67"/>
                  </a:cubicBezTo>
                  <a:close/>
                  <a:moveTo>
                    <a:pt x="503" y="121"/>
                  </a:moveTo>
                  <a:cubicBezTo>
                    <a:pt x="504" y="121"/>
                    <a:pt x="502" y="123"/>
                    <a:pt x="501" y="122"/>
                  </a:cubicBezTo>
                  <a:cubicBezTo>
                    <a:pt x="502" y="122"/>
                    <a:pt x="502" y="122"/>
                    <a:pt x="503" y="121"/>
                  </a:cubicBezTo>
                  <a:close/>
                  <a:moveTo>
                    <a:pt x="506" y="123"/>
                  </a:moveTo>
                  <a:cubicBezTo>
                    <a:pt x="507" y="123"/>
                    <a:pt x="505" y="124"/>
                    <a:pt x="505" y="124"/>
                  </a:cubicBezTo>
                  <a:cubicBezTo>
                    <a:pt x="505" y="123"/>
                    <a:pt x="505" y="122"/>
                    <a:pt x="506" y="123"/>
                  </a:cubicBezTo>
                  <a:close/>
                  <a:moveTo>
                    <a:pt x="506" y="142"/>
                  </a:moveTo>
                  <a:cubicBezTo>
                    <a:pt x="507" y="142"/>
                    <a:pt x="505" y="143"/>
                    <a:pt x="505" y="142"/>
                  </a:cubicBezTo>
                  <a:cubicBezTo>
                    <a:pt x="505" y="142"/>
                    <a:pt x="506" y="142"/>
                    <a:pt x="506" y="142"/>
                  </a:cubicBezTo>
                  <a:close/>
                  <a:moveTo>
                    <a:pt x="502" y="137"/>
                  </a:moveTo>
                  <a:cubicBezTo>
                    <a:pt x="503" y="139"/>
                    <a:pt x="499" y="139"/>
                    <a:pt x="499" y="138"/>
                  </a:cubicBezTo>
                  <a:cubicBezTo>
                    <a:pt x="499" y="136"/>
                    <a:pt x="502" y="136"/>
                    <a:pt x="502" y="137"/>
                  </a:cubicBezTo>
                  <a:close/>
                  <a:moveTo>
                    <a:pt x="504" y="199"/>
                  </a:moveTo>
                  <a:cubicBezTo>
                    <a:pt x="504" y="199"/>
                    <a:pt x="503" y="200"/>
                    <a:pt x="503" y="200"/>
                  </a:cubicBezTo>
                  <a:cubicBezTo>
                    <a:pt x="501" y="200"/>
                    <a:pt x="503" y="197"/>
                    <a:pt x="504" y="199"/>
                  </a:cubicBezTo>
                  <a:close/>
                  <a:moveTo>
                    <a:pt x="512" y="113"/>
                  </a:moveTo>
                  <a:cubicBezTo>
                    <a:pt x="512" y="114"/>
                    <a:pt x="509" y="116"/>
                    <a:pt x="507" y="114"/>
                  </a:cubicBezTo>
                  <a:cubicBezTo>
                    <a:pt x="506" y="113"/>
                    <a:pt x="511" y="111"/>
                    <a:pt x="512" y="113"/>
                  </a:cubicBezTo>
                  <a:close/>
                  <a:moveTo>
                    <a:pt x="508" y="101"/>
                  </a:moveTo>
                  <a:cubicBezTo>
                    <a:pt x="508" y="100"/>
                    <a:pt x="509" y="100"/>
                    <a:pt x="510" y="101"/>
                  </a:cubicBezTo>
                  <a:cubicBezTo>
                    <a:pt x="511" y="102"/>
                    <a:pt x="508" y="102"/>
                    <a:pt x="508" y="101"/>
                  </a:cubicBezTo>
                  <a:close/>
                  <a:moveTo>
                    <a:pt x="510" y="102"/>
                  </a:moveTo>
                  <a:cubicBezTo>
                    <a:pt x="511" y="101"/>
                    <a:pt x="512" y="103"/>
                    <a:pt x="510" y="102"/>
                  </a:cubicBezTo>
                  <a:close/>
                  <a:moveTo>
                    <a:pt x="514" y="132"/>
                  </a:moveTo>
                  <a:cubicBezTo>
                    <a:pt x="514" y="132"/>
                    <a:pt x="514" y="133"/>
                    <a:pt x="514" y="134"/>
                  </a:cubicBezTo>
                  <a:cubicBezTo>
                    <a:pt x="512" y="137"/>
                    <a:pt x="512" y="131"/>
                    <a:pt x="514" y="132"/>
                  </a:cubicBezTo>
                  <a:close/>
                  <a:moveTo>
                    <a:pt x="515" y="154"/>
                  </a:moveTo>
                  <a:cubicBezTo>
                    <a:pt x="515" y="154"/>
                    <a:pt x="515" y="153"/>
                    <a:pt x="515" y="153"/>
                  </a:cubicBezTo>
                  <a:cubicBezTo>
                    <a:pt x="516" y="154"/>
                    <a:pt x="515" y="155"/>
                    <a:pt x="515" y="154"/>
                  </a:cubicBezTo>
                  <a:close/>
                  <a:moveTo>
                    <a:pt x="516" y="153"/>
                  </a:moveTo>
                  <a:cubicBezTo>
                    <a:pt x="516" y="151"/>
                    <a:pt x="519" y="152"/>
                    <a:pt x="516" y="153"/>
                  </a:cubicBezTo>
                  <a:close/>
                  <a:moveTo>
                    <a:pt x="513" y="148"/>
                  </a:moveTo>
                  <a:cubicBezTo>
                    <a:pt x="514" y="147"/>
                    <a:pt x="516" y="145"/>
                    <a:pt x="517" y="145"/>
                  </a:cubicBezTo>
                  <a:cubicBezTo>
                    <a:pt x="520" y="143"/>
                    <a:pt x="516" y="149"/>
                    <a:pt x="513" y="148"/>
                  </a:cubicBezTo>
                  <a:close/>
                  <a:moveTo>
                    <a:pt x="515" y="134"/>
                  </a:moveTo>
                  <a:cubicBezTo>
                    <a:pt x="514" y="133"/>
                    <a:pt x="515" y="133"/>
                    <a:pt x="515" y="134"/>
                  </a:cubicBezTo>
                  <a:close/>
                  <a:moveTo>
                    <a:pt x="518" y="86"/>
                  </a:moveTo>
                  <a:cubicBezTo>
                    <a:pt x="517" y="86"/>
                    <a:pt x="519" y="86"/>
                    <a:pt x="519" y="86"/>
                  </a:cubicBezTo>
                  <a:cubicBezTo>
                    <a:pt x="520" y="86"/>
                    <a:pt x="518" y="87"/>
                    <a:pt x="518" y="86"/>
                  </a:cubicBezTo>
                  <a:close/>
                  <a:moveTo>
                    <a:pt x="518" y="88"/>
                  </a:moveTo>
                  <a:cubicBezTo>
                    <a:pt x="519" y="87"/>
                    <a:pt x="520" y="88"/>
                    <a:pt x="518" y="88"/>
                  </a:cubicBezTo>
                  <a:close/>
                  <a:moveTo>
                    <a:pt x="519" y="94"/>
                  </a:moveTo>
                  <a:cubicBezTo>
                    <a:pt x="519" y="96"/>
                    <a:pt x="514" y="96"/>
                    <a:pt x="515" y="93"/>
                  </a:cubicBezTo>
                  <a:cubicBezTo>
                    <a:pt x="515" y="92"/>
                    <a:pt x="519" y="92"/>
                    <a:pt x="519" y="94"/>
                  </a:cubicBezTo>
                  <a:close/>
                  <a:moveTo>
                    <a:pt x="516" y="113"/>
                  </a:moveTo>
                  <a:cubicBezTo>
                    <a:pt x="516" y="112"/>
                    <a:pt x="516" y="112"/>
                    <a:pt x="516" y="112"/>
                  </a:cubicBezTo>
                  <a:cubicBezTo>
                    <a:pt x="518" y="110"/>
                    <a:pt x="517" y="114"/>
                    <a:pt x="516" y="113"/>
                  </a:cubicBezTo>
                  <a:close/>
                  <a:moveTo>
                    <a:pt x="518" y="143"/>
                  </a:moveTo>
                  <a:cubicBezTo>
                    <a:pt x="518" y="143"/>
                    <a:pt x="516" y="144"/>
                    <a:pt x="516" y="144"/>
                  </a:cubicBezTo>
                  <a:cubicBezTo>
                    <a:pt x="516" y="143"/>
                    <a:pt x="517" y="142"/>
                    <a:pt x="518" y="143"/>
                  </a:cubicBezTo>
                  <a:close/>
                  <a:moveTo>
                    <a:pt x="515" y="139"/>
                  </a:moveTo>
                  <a:cubicBezTo>
                    <a:pt x="516" y="140"/>
                    <a:pt x="515" y="140"/>
                    <a:pt x="515" y="140"/>
                  </a:cubicBezTo>
                  <a:cubicBezTo>
                    <a:pt x="515" y="140"/>
                    <a:pt x="515" y="139"/>
                    <a:pt x="515" y="139"/>
                  </a:cubicBezTo>
                  <a:close/>
                  <a:moveTo>
                    <a:pt x="519" y="150"/>
                  </a:moveTo>
                  <a:cubicBezTo>
                    <a:pt x="520" y="150"/>
                    <a:pt x="518" y="151"/>
                    <a:pt x="518" y="151"/>
                  </a:cubicBezTo>
                  <a:cubicBezTo>
                    <a:pt x="517" y="150"/>
                    <a:pt x="519" y="150"/>
                    <a:pt x="519" y="150"/>
                  </a:cubicBezTo>
                  <a:close/>
                  <a:moveTo>
                    <a:pt x="525" y="72"/>
                  </a:moveTo>
                  <a:cubicBezTo>
                    <a:pt x="525" y="72"/>
                    <a:pt x="525" y="72"/>
                    <a:pt x="524" y="72"/>
                  </a:cubicBezTo>
                  <a:cubicBezTo>
                    <a:pt x="524" y="72"/>
                    <a:pt x="525" y="71"/>
                    <a:pt x="525" y="72"/>
                  </a:cubicBezTo>
                  <a:close/>
                  <a:moveTo>
                    <a:pt x="509" y="73"/>
                  </a:moveTo>
                  <a:cubicBezTo>
                    <a:pt x="510" y="72"/>
                    <a:pt x="513" y="74"/>
                    <a:pt x="516" y="74"/>
                  </a:cubicBezTo>
                  <a:cubicBezTo>
                    <a:pt x="517" y="73"/>
                    <a:pt x="522" y="72"/>
                    <a:pt x="523" y="73"/>
                  </a:cubicBezTo>
                  <a:cubicBezTo>
                    <a:pt x="523" y="75"/>
                    <a:pt x="517" y="75"/>
                    <a:pt x="517" y="75"/>
                  </a:cubicBezTo>
                  <a:cubicBezTo>
                    <a:pt x="517" y="76"/>
                    <a:pt x="520" y="79"/>
                    <a:pt x="520" y="79"/>
                  </a:cubicBezTo>
                  <a:cubicBezTo>
                    <a:pt x="522" y="87"/>
                    <a:pt x="509" y="84"/>
                    <a:pt x="506" y="82"/>
                  </a:cubicBezTo>
                  <a:cubicBezTo>
                    <a:pt x="501" y="80"/>
                    <a:pt x="510" y="81"/>
                    <a:pt x="507" y="77"/>
                  </a:cubicBezTo>
                  <a:cubicBezTo>
                    <a:pt x="511" y="79"/>
                    <a:pt x="508" y="74"/>
                    <a:pt x="509" y="73"/>
                  </a:cubicBezTo>
                  <a:close/>
                  <a:moveTo>
                    <a:pt x="509" y="61"/>
                  </a:moveTo>
                  <a:cubicBezTo>
                    <a:pt x="510" y="61"/>
                    <a:pt x="508" y="62"/>
                    <a:pt x="507" y="61"/>
                  </a:cubicBezTo>
                  <a:cubicBezTo>
                    <a:pt x="507" y="61"/>
                    <a:pt x="509" y="60"/>
                    <a:pt x="509" y="61"/>
                  </a:cubicBezTo>
                  <a:close/>
                  <a:moveTo>
                    <a:pt x="511" y="36"/>
                  </a:moveTo>
                  <a:cubicBezTo>
                    <a:pt x="511" y="37"/>
                    <a:pt x="509" y="37"/>
                    <a:pt x="509" y="36"/>
                  </a:cubicBezTo>
                  <a:cubicBezTo>
                    <a:pt x="509" y="35"/>
                    <a:pt x="510" y="35"/>
                    <a:pt x="511" y="36"/>
                  </a:cubicBezTo>
                  <a:close/>
                  <a:moveTo>
                    <a:pt x="509" y="38"/>
                  </a:moveTo>
                  <a:cubicBezTo>
                    <a:pt x="509" y="40"/>
                    <a:pt x="506" y="39"/>
                    <a:pt x="506" y="38"/>
                  </a:cubicBezTo>
                  <a:cubicBezTo>
                    <a:pt x="506" y="37"/>
                    <a:pt x="509" y="36"/>
                    <a:pt x="509" y="38"/>
                  </a:cubicBezTo>
                  <a:close/>
                  <a:moveTo>
                    <a:pt x="509" y="50"/>
                  </a:moveTo>
                  <a:cubicBezTo>
                    <a:pt x="504" y="53"/>
                    <a:pt x="503" y="50"/>
                    <a:pt x="509" y="50"/>
                  </a:cubicBezTo>
                  <a:close/>
                  <a:moveTo>
                    <a:pt x="506" y="53"/>
                  </a:moveTo>
                  <a:cubicBezTo>
                    <a:pt x="505" y="54"/>
                    <a:pt x="504" y="53"/>
                    <a:pt x="504" y="53"/>
                  </a:cubicBezTo>
                  <a:cubicBezTo>
                    <a:pt x="504" y="53"/>
                    <a:pt x="506" y="53"/>
                    <a:pt x="506" y="53"/>
                  </a:cubicBezTo>
                  <a:close/>
                  <a:moveTo>
                    <a:pt x="504" y="64"/>
                  </a:moveTo>
                  <a:cubicBezTo>
                    <a:pt x="503" y="65"/>
                    <a:pt x="502" y="65"/>
                    <a:pt x="501" y="65"/>
                  </a:cubicBezTo>
                  <a:cubicBezTo>
                    <a:pt x="501" y="64"/>
                    <a:pt x="503" y="63"/>
                    <a:pt x="504" y="64"/>
                  </a:cubicBezTo>
                  <a:close/>
                  <a:moveTo>
                    <a:pt x="501" y="64"/>
                  </a:moveTo>
                  <a:cubicBezTo>
                    <a:pt x="501" y="64"/>
                    <a:pt x="500" y="65"/>
                    <a:pt x="500" y="64"/>
                  </a:cubicBezTo>
                  <a:cubicBezTo>
                    <a:pt x="500" y="64"/>
                    <a:pt x="501" y="63"/>
                    <a:pt x="501" y="64"/>
                  </a:cubicBezTo>
                  <a:close/>
                  <a:moveTo>
                    <a:pt x="501" y="123"/>
                  </a:moveTo>
                  <a:cubicBezTo>
                    <a:pt x="501" y="123"/>
                    <a:pt x="501" y="123"/>
                    <a:pt x="501" y="123"/>
                  </a:cubicBezTo>
                  <a:cubicBezTo>
                    <a:pt x="502" y="125"/>
                    <a:pt x="499" y="121"/>
                    <a:pt x="501" y="123"/>
                  </a:cubicBezTo>
                  <a:close/>
                  <a:moveTo>
                    <a:pt x="499" y="65"/>
                  </a:moveTo>
                  <a:cubicBezTo>
                    <a:pt x="501" y="65"/>
                    <a:pt x="497" y="65"/>
                    <a:pt x="499" y="65"/>
                  </a:cubicBezTo>
                  <a:close/>
                  <a:moveTo>
                    <a:pt x="498" y="38"/>
                  </a:moveTo>
                  <a:cubicBezTo>
                    <a:pt x="498" y="38"/>
                    <a:pt x="497" y="39"/>
                    <a:pt x="497" y="38"/>
                  </a:cubicBezTo>
                  <a:cubicBezTo>
                    <a:pt x="497" y="38"/>
                    <a:pt x="497" y="37"/>
                    <a:pt x="498" y="38"/>
                  </a:cubicBezTo>
                  <a:close/>
                  <a:moveTo>
                    <a:pt x="497" y="31"/>
                  </a:moveTo>
                  <a:cubicBezTo>
                    <a:pt x="497" y="32"/>
                    <a:pt x="495" y="32"/>
                    <a:pt x="495" y="31"/>
                  </a:cubicBezTo>
                  <a:cubicBezTo>
                    <a:pt x="495" y="31"/>
                    <a:pt x="496" y="31"/>
                    <a:pt x="497" y="31"/>
                  </a:cubicBezTo>
                  <a:close/>
                  <a:moveTo>
                    <a:pt x="496" y="40"/>
                  </a:moveTo>
                  <a:cubicBezTo>
                    <a:pt x="496" y="41"/>
                    <a:pt x="493" y="42"/>
                    <a:pt x="493" y="41"/>
                  </a:cubicBezTo>
                  <a:cubicBezTo>
                    <a:pt x="492" y="40"/>
                    <a:pt x="495" y="39"/>
                    <a:pt x="496" y="40"/>
                  </a:cubicBezTo>
                  <a:close/>
                  <a:moveTo>
                    <a:pt x="492" y="44"/>
                  </a:moveTo>
                  <a:cubicBezTo>
                    <a:pt x="493" y="43"/>
                    <a:pt x="494" y="45"/>
                    <a:pt x="492" y="44"/>
                  </a:cubicBezTo>
                  <a:close/>
                  <a:moveTo>
                    <a:pt x="488" y="29"/>
                  </a:moveTo>
                  <a:cubicBezTo>
                    <a:pt x="489" y="30"/>
                    <a:pt x="486" y="30"/>
                    <a:pt x="486" y="29"/>
                  </a:cubicBezTo>
                  <a:cubicBezTo>
                    <a:pt x="486" y="28"/>
                    <a:pt x="488" y="28"/>
                    <a:pt x="488" y="29"/>
                  </a:cubicBezTo>
                  <a:close/>
                  <a:moveTo>
                    <a:pt x="487" y="31"/>
                  </a:moveTo>
                  <a:cubicBezTo>
                    <a:pt x="487" y="31"/>
                    <a:pt x="488" y="31"/>
                    <a:pt x="488" y="31"/>
                  </a:cubicBezTo>
                  <a:cubicBezTo>
                    <a:pt x="489" y="32"/>
                    <a:pt x="487" y="32"/>
                    <a:pt x="487" y="31"/>
                  </a:cubicBezTo>
                  <a:close/>
                  <a:moveTo>
                    <a:pt x="488" y="40"/>
                  </a:moveTo>
                  <a:cubicBezTo>
                    <a:pt x="488" y="41"/>
                    <a:pt x="487" y="41"/>
                    <a:pt x="486" y="41"/>
                  </a:cubicBezTo>
                  <a:cubicBezTo>
                    <a:pt x="486" y="40"/>
                    <a:pt x="487" y="40"/>
                    <a:pt x="488" y="40"/>
                  </a:cubicBezTo>
                  <a:close/>
                  <a:moveTo>
                    <a:pt x="484" y="41"/>
                  </a:moveTo>
                  <a:cubicBezTo>
                    <a:pt x="485" y="42"/>
                    <a:pt x="483" y="42"/>
                    <a:pt x="483" y="42"/>
                  </a:cubicBezTo>
                  <a:cubicBezTo>
                    <a:pt x="483" y="41"/>
                    <a:pt x="484" y="41"/>
                    <a:pt x="484" y="41"/>
                  </a:cubicBezTo>
                  <a:close/>
                  <a:moveTo>
                    <a:pt x="483" y="38"/>
                  </a:moveTo>
                  <a:cubicBezTo>
                    <a:pt x="482" y="37"/>
                    <a:pt x="484" y="38"/>
                    <a:pt x="483" y="38"/>
                  </a:cubicBezTo>
                  <a:close/>
                  <a:moveTo>
                    <a:pt x="483" y="51"/>
                  </a:moveTo>
                  <a:cubicBezTo>
                    <a:pt x="485" y="47"/>
                    <a:pt x="492" y="43"/>
                    <a:pt x="496" y="48"/>
                  </a:cubicBezTo>
                  <a:cubicBezTo>
                    <a:pt x="496" y="49"/>
                    <a:pt x="494" y="53"/>
                    <a:pt x="493" y="53"/>
                  </a:cubicBezTo>
                  <a:cubicBezTo>
                    <a:pt x="493" y="53"/>
                    <a:pt x="491" y="53"/>
                    <a:pt x="490" y="53"/>
                  </a:cubicBezTo>
                  <a:cubicBezTo>
                    <a:pt x="490" y="53"/>
                    <a:pt x="490" y="54"/>
                    <a:pt x="489" y="54"/>
                  </a:cubicBezTo>
                  <a:cubicBezTo>
                    <a:pt x="488" y="54"/>
                    <a:pt x="485" y="54"/>
                    <a:pt x="483" y="54"/>
                  </a:cubicBezTo>
                  <a:cubicBezTo>
                    <a:pt x="483" y="54"/>
                    <a:pt x="483" y="54"/>
                    <a:pt x="482" y="54"/>
                  </a:cubicBezTo>
                  <a:cubicBezTo>
                    <a:pt x="482" y="53"/>
                    <a:pt x="483" y="52"/>
                    <a:pt x="483" y="51"/>
                  </a:cubicBezTo>
                  <a:close/>
                  <a:moveTo>
                    <a:pt x="482" y="56"/>
                  </a:moveTo>
                  <a:cubicBezTo>
                    <a:pt x="483" y="57"/>
                    <a:pt x="480" y="57"/>
                    <a:pt x="480" y="57"/>
                  </a:cubicBezTo>
                  <a:cubicBezTo>
                    <a:pt x="479" y="55"/>
                    <a:pt x="482" y="55"/>
                    <a:pt x="482" y="56"/>
                  </a:cubicBezTo>
                  <a:close/>
                  <a:moveTo>
                    <a:pt x="479" y="43"/>
                  </a:moveTo>
                  <a:cubicBezTo>
                    <a:pt x="479" y="45"/>
                    <a:pt x="475" y="45"/>
                    <a:pt x="474" y="44"/>
                  </a:cubicBezTo>
                  <a:cubicBezTo>
                    <a:pt x="474" y="43"/>
                    <a:pt x="478" y="42"/>
                    <a:pt x="479" y="43"/>
                  </a:cubicBezTo>
                  <a:close/>
                  <a:moveTo>
                    <a:pt x="473" y="28"/>
                  </a:moveTo>
                  <a:cubicBezTo>
                    <a:pt x="472" y="28"/>
                    <a:pt x="474" y="28"/>
                    <a:pt x="473" y="28"/>
                  </a:cubicBezTo>
                  <a:close/>
                  <a:moveTo>
                    <a:pt x="471" y="33"/>
                  </a:moveTo>
                  <a:cubicBezTo>
                    <a:pt x="471" y="34"/>
                    <a:pt x="470" y="34"/>
                    <a:pt x="469" y="34"/>
                  </a:cubicBezTo>
                  <a:cubicBezTo>
                    <a:pt x="469" y="33"/>
                    <a:pt x="471" y="32"/>
                    <a:pt x="471" y="33"/>
                  </a:cubicBezTo>
                  <a:close/>
                  <a:moveTo>
                    <a:pt x="467" y="32"/>
                  </a:moveTo>
                  <a:cubicBezTo>
                    <a:pt x="469" y="31"/>
                    <a:pt x="470" y="33"/>
                    <a:pt x="467" y="32"/>
                  </a:cubicBezTo>
                  <a:close/>
                  <a:moveTo>
                    <a:pt x="467" y="46"/>
                  </a:moveTo>
                  <a:cubicBezTo>
                    <a:pt x="468" y="44"/>
                    <a:pt x="469" y="47"/>
                    <a:pt x="467" y="46"/>
                  </a:cubicBezTo>
                  <a:close/>
                  <a:moveTo>
                    <a:pt x="467" y="52"/>
                  </a:moveTo>
                  <a:cubicBezTo>
                    <a:pt x="466" y="52"/>
                    <a:pt x="468" y="53"/>
                    <a:pt x="467" y="52"/>
                  </a:cubicBezTo>
                  <a:close/>
                  <a:moveTo>
                    <a:pt x="467" y="30"/>
                  </a:moveTo>
                  <a:cubicBezTo>
                    <a:pt x="467" y="30"/>
                    <a:pt x="468" y="31"/>
                    <a:pt x="467" y="31"/>
                  </a:cubicBezTo>
                  <a:cubicBezTo>
                    <a:pt x="465" y="31"/>
                    <a:pt x="467" y="28"/>
                    <a:pt x="467" y="30"/>
                  </a:cubicBezTo>
                  <a:close/>
                  <a:moveTo>
                    <a:pt x="468" y="38"/>
                  </a:moveTo>
                  <a:cubicBezTo>
                    <a:pt x="468" y="39"/>
                    <a:pt x="466" y="40"/>
                    <a:pt x="465" y="39"/>
                  </a:cubicBezTo>
                  <a:cubicBezTo>
                    <a:pt x="465" y="38"/>
                    <a:pt x="467" y="37"/>
                    <a:pt x="468" y="38"/>
                  </a:cubicBezTo>
                  <a:close/>
                  <a:moveTo>
                    <a:pt x="464" y="49"/>
                  </a:moveTo>
                  <a:cubicBezTo>
                    <a:pt x="463" y="50"/>
                    <a:pt x="462" y="48"/>
                    <a:pt x="462" y="49"/>
                  </a:cubicBezTo>
                  <a:cubicBezTo>
                    <a:pt x="460" y="46"/>
                    <a:pt x="468" y="49"/>
                    <a:pt x="464" y="49"/>
                  </a:cubicBezTo>
                  <a:close/>
                  <a:moveTo>
                    <a:pt x="463" y="51"/>
                  </a:moveTo>
                  <a:cubicBezTo>
                    <a:pt x="463" y="51"/>
                    <a:pt x="464" y="51"/>
                    <a:pt x="464" y="51"/>
                  </a:cubicBezTo>
                  <a:cubicBezTo>
                    <a:pt x="465" y="52"/>
                    <a:pt x="464" y="51"/>
                    <a:pt x="463" y="51"/>
                  </a:cubicBezTo>
                  <a:close/>
                  <a:moveTo>
                    <a:pt x="447" y="79"/>
                  </a:moveTo>
                  <a:cubicBezTo>
                    <a:pt x="448" y="79"/>
                    <a:pt x="446" y="80"/>
                    <a:pt x="446" y="80"/>
                  </a:cubicBezTo>
                  <a:cubicBezTo>
                    <a:pt x="446" y="79"/>
                    <a:pt x="446" y="79"/>
                    <a:pt x="447" y="79"/>
                  </a:cubicBezTo>
                  <a:close/>
                  <a:moveTo>
                    <a:pt x="446" y="189"/>
                  </a:moveTo>
                  <a:cubicBezTo>
                    <a:pt x="446" y="188"/>
                    <a:pt x="448" y="188"/>
                    <a:pt x="448" y="189"/>
                  </a:cubicBezTo>
                  <a:cubicBezTo>
                    <a:pt x="448" y="190"/>
                    <a:pt x="446" y="190"/>
                    <a:pt x="446" y="189"/>
                  </a:cubicBezTo>
                  <a:close/>
                  <a:moveTo>
                    <a:pt x="449" y="610"/>
                  </a:moveTo>
                  <a:cubicBezTo>
                    <a:pt x="448" y="610"/>
                    <a:pt x="447" y="610"/>
                    <a:pt x="446" y="610"/>
                  </a:cubicBezTo>
                  <a:cubicBezTo>
                    <a:pt x="447" y="609"/>
                    <a:pt x="448" y="609"/>
                    <a:pt x="449" y="610"/>
                  </a:cubicBezTo>
                  <a:close/>
                  <a:moveTo>
                    <a:pt x="447" y="145"/>
                  </a:moveTo>
                  <a:cubicBezTo>
                    <a:pt x="446" y="146"/>
                    <a:pt x="445" y="145"/>
                    <a:pt x="447" y="145"/>
                  </a:cubicBezTo>
                  <a:close/>
                  <a:moveTo>
                    <a:pt x="447" y="126"/>
                  </a:moveTo>
                  <a:cubicBezTo>
                    <a:pt x="447" y="126"/>
                    <a:pt x="446" y="127"/>
                    <a:pt x="446" y="127"/>
                  </a:cubicBezTo>
                  <a:cubicBezTo>
                    <a:pt x="446" y="127"/>
                    <a:pt x="446" y="126"/>
                    <a:pt x="447" y="126"/>
                  </a:cubicBezTo>
                  <a:close/>
                  <a:moveTo>
                    <a:pt x="446" y="180"/>
                  </a:moveTo>
                  <a:cubicBezTo>
                    <a:pt x="446" y="184"/>
                    <a:pt x="439" y="183"/>
                    <a:pt x="438" y="180"/>
                  </a:cubicBezTo>
                  <a:cubicBezTo>
                    <a:pt x="438" y="178"/>
                    <a:pt x="446" y="176"/>
                    <a:pt x="446" y="180"/>
                  </a:cubicBezTo>
                  <a:close/>
                  <a:moveTo>
                    <a:pt x="441" y="175"/>
                  </a:moveTo>
                  <a:cubicBezTo>
                    <a:pt x="441" y="173"/>
                    <a:pt x="444" y="173"/>
                    <a:pt x="444" y="174"/>
                  </a:cubicBezTo>
                  <a:cubicBezTo>
                    <a:pt x="445" y="176"/>
                    <a:pt x="442" y="176"/>
                    <a:pt x="441" y="175"/>
                  </a:cubicBezTo>
                  <a:close/>
                  <a:moveTo>
                    <a:pt x="446" y="135"/>
                  </a:moveTo>
                  <a:cubicBezTo>
                    <a:pt x="444" y="136"/>
                    <a:pt x="441" y="137"/>
                    <a:pt x="440" y="136"/>
                  </a:cubicBezTo>
                  <a:cubicBezTo>
                    <a:pt x="442" y="136"/>
                    <a:pt x="444" y="134"/>
                    <a:pt x="446" y="135"/>
                  </a:cubicBezTo>
                  <a:close/>
                  <a:moveTo>
                    <a:pt x="443" y="79"/>
                  </a:moveTo>
                  <a:cubicBezTo>
                    <a:pt x="444" y="78"/>
                    <a:pt x="445" y="80"/>
                    <a:pt x="443" y="79"/>
                  </a:cubicBezTo>
                  <a:close/>
                  <a:moveTo>
                    <a:pt x="443" y="79"/>
                  </a:moveTo>
                  <a:cubicBezTo>
                    <a:pt x="442" y="80"/>
                    <a:pt x="440" y="81"/>
                    <a:pt x="439" y="81"/>
                  </a:cubicBezTo>
                  <a:cubicBezTo>
                    <a:pt x="439" y="79"/>
                    <a:pt x="441" y="80"/>
                    <a:pt x="443" y="79"/>
                  </a:cubicBezTo>
                  <a:close/>
                  <a:moveTo>
                    <a:pt x="438" y="137"/>
                  </a:moveTo>
                  <a:cubicBezTo>
                    <a:pt x="439" y="137"/>
                    <a:pt x="437" y="138"/>
                    <a:pt x="437" y="138"/>
                  </a:cubicBezTo>
                  <a:cubicBezTo>
                    <a:pt x="437" y="138"/>
                    <a:pt x="438" y="137"/>
                    <a:pt x="438" y="137"/>
                  </a:cubicBezTo>
                  <a:close/>
                  <a:moveTo>
                    <a:pt x="437" y="228"/>
                  </a:moveTo>
                  <a:cubicBezTo>
                    <a:pt x="436" y="229"/>
                    <a:pt x="433" y="230"/>
                    <a:pt x="432" y="232"/>
                  </a:cubicBezTo>
                  <a:cubicBezTo>
                    <a:pt x="433" y="230"/>
                    <a:pt x="435" y="229"/>
                    <a:pt x="437" y="228"/>
                  </a:cubicBezTo>
                  <a:close/>
                  <a:moveTo>
                    <a:pt x="431" y="647"/>
                  </a:moveTo>
                  <a:cubicBezTo>
                    <a:pt x="432" y="648"/>
                    <a:pt x="430" y="646"/>
                    <a:pt x="431" y="647"/>
                  </a:cubicBezTo>
                  <a:close/>
                  <a:moveTo>
                    <a:pt x="430" y="190"/>
                  </a:move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lose/>
                  <a:moveTo>
                    <a:pt x="430" y="233"/>
                  </a:moveTo>
                  <a:cubicBezTo>
                    <a:pt x="428" y="236"/>
                    <a:pt x="427" y="233"/>
                    <a:pt x="430" y="233"/>
                  </a:cubicBezTo>
                  <a:close/>
                  <a:moveTo>
                    <a:pt x="430" y="647"/>
                  </a:moveTo>
                  <a:cubicBezTo>
                    <a:pt x="430" y="648"/>
                    <a:pt x="428" y="648"/>
                    <a:pt x="428" y="648"/>
                  </a:cubicBezTo>
                  <a:cubicBezTo>
                    <a:pt x="428" y="647"/>
                    <a:pt x="429" y="647"/>
                    <a:pt x="430" y="647"/>
                  </a:cubicBezTo>
                  <a:close/>
                  <a:moveTo>
                    <a:pt x="427" y="105"/>
                  </a:moveTo>
                  <a:cubicBezTo>
                    <a:pt x="426" y="104"/>
                    <a:pt x="428" y="106"/>
                    <a:pt x="427" y="105"/>
                  </a:cubicBezTo>
                  <a:close/>
                  <a:moveTo>
                    <a:pt x="426" y="572"/>
                  </a:moveTo>
                  <a:cubicBezTo>
                    <a:pt x="427" y="571"/>
                    <a:pt x="427" y="574"/>
                    <a:pt x="426" y="573"/>
                  </a:cubicBezTo>
                  <a:cubicBezTo>
                    <a:pt x="426" y="573"/>
                    <a:pt x="426" y="572"/>
                    <a:pt x="426" y="572"/>
                  </a:cubicBezTo>
                  <a:close/>
                  <a:moveTo>
                    <a:pt x="424" y="210"/>
                  </a:moveTo>
                  <a:cubicBezTo>
                    <a:pt x="425" y="209"/>
                    <a:pt x="426" y="211"/>
                    <a:pt x="424" y="210"/>
                  </a:cubicBezTo>
                  <a:close/>
                  <a:moveTo>
                    <a:pt x="422" y="80"/>
                  </a:moveTo>
                  <a:cubicBezTo>
                    <a:pt x="423" y="81"/>
                    <a:pt x="421" y="81"/>
                    <a:pt x="420" y="81"/>
                  </a:cubicBezTo>
                  <a:cubicBezTo>
                    <a:pt x="420" y="80"/>
                    <a:pt x="422" y="80"/>
                    <a:pt x="422" y="80"/>
                  </a:cubicBezTo>
                  <a:close/>
                  <a:moveTo>
                    <a:pt x="423" y="85"/>
                  </a:moveTo>
                  <a:cubicBezTo>
                    <a:pt x="423" y="85"/>
                    <a:pt x="420" y="86"/>
                    <a:pt x="420" y="85"/>
                  </a:cubicBezTo>
                  <a:cubicBezTo>
                    <a:pt x="419" y="85"/>
                    <a:pt x="424" y="83"/>
                    <a:pt x="423" y="85"/>
                  </a:cubicBezTo>
                  <a:close/>
                  <a:moveTo>
                    <a:pt x="421" y="667"/>
                  </a:moveTo>
                  <a:cubicBezTo>
                    <a:pt x="423" y="666"/>
                    <a:pt x="422" y="668"/>
                    <a:pt x="421" y="667"/>
                  </a:cubicBezTo>
                  <a:close/>
                  <a:moveTo>
                    <a:pt x="419" y="54"/>
                  </a:moveTo>
                  <a:cubicBezTo>
                    <a:pt x="420" y="54"/>
                    <a:pt x="419" y="55"/>
                    <a:pt x="419" y="55"/>
                  </a:cubicBezTo>
                  <a:cubicBezTo>
                    <a:pt x="418" y="55"/>
                    <a:pt x="418" y="54"/>
                    <a:pt x="419" y="54"/>
                  </a:cubicBezTo>
                  <a:close/>
                  <a:moveTo>
                    <a:pt x="419" y="61"/>
                  </a:moveTo>
                  <a:cubicBezTo>
                    <a:pt x="419" y="61"/>
                    <a:pt x="417" y="61"/>
                    <a:pt x="417" y="60"/>
                  </a:cubicBezTo>
                  <a:cubicBezTo>
                    <a:pt x="417" y="60"/>
                    <a:pt x="418" y="60"/>
                    <a:pt x="419" y="61"/>
                  </a:cubicBezTo>
                  <a:close/>
                  <a:moveTo>
                    <a:pt x="411" y="63"/>
                  </a:moveTo>
                  <a:cubicBezTo>
                    <a:pt x="411" y="63"/>
                    <a:pt x="410" y="64"/>
                    <a:pt x="410" y="63"/>
                  </a:cubicBezTo>
                  <a:cubicBezTo>
                    <a:pt x="409" y="63"/>
                    <a:pt x="411" y="62"/>
                    <a:pt x="411" y="63"/>
                  </a:cubicBezTo>
                  <a:close/>
                  <a:moveTo>
                    <a:pt x="408" y="93"/>
                  </a:moveTo>
                  <a:cubicBezTo>
                    <a:pt x="408" y="94"/>
                    <a:pt x="407" y="94"/>
                    <a:pt x="407" y="94"/>
                  </a:cubicBezTo>
                  <a:cubicBezTo>
                    <a:pt x="406" y="93"/>
                    <a:pt x="408" y="93"/>
                    <a:pt x="408" y="93"/>
                  </a:cubicBezTo>
                  <a:close/>
                  <a:moveTo>
                    <a:pt x="406" y="125"/>
                  </a:moveTo>
                  <a:cubicBezTo>
                    <a:pt x="406" y="126"/>
                    <a:pt x="404" y="125"/>
                    <a:pt x="406" y="125"/>
                  </a:cubicBezTo>
                  <a:close/>
                  <a:moveTo>
                    <a:pt x="405" y="97"/>
                  </a:moveTo>
                  <a:cubicBezTo>
                    <a:pt x="404" y="97"/>
                    <a:pt x="404" y="97"/>
                    <a:pt x="404" y="96"/>
                  </a:cubicBezTo>
                  <a:cubicBezTo>
                    <a:pt x="403" y="95"/>
                    <a:pt x="406" y="97"/>
                    <a:pt x="405" y="97"/>
                  </a:cubicBezTo>
                  <a:close/>
                  <a:moveTo>
                    <a:pt x="408" y="154"/>
                  </a:moveTo>
                  <a:cubicBezTo>
                    <a:pt x="406" y="156"/>
                    <a:pt x="402" y="158"/>
                    <a:pt x="399" y="158"/>
                  </a:cubicBezTo>
                  <a:cubicBezTo>
                    <a:pt x="402" y="157"/>
                    <a:pt x="405" y="156"/>
                    <a:pt x="408" y="154"/>
                  </a:cubicBezTo>
                  <a:close/>
                  <a:moveTo>
                    <a:pt x="399" y="122"/>
                  </a:moveTo>
                  <a:cubicBezTo>
                    <a:pt x="399" y="122"/>
                    <a:pt x="400" y="121"/>
                    <a:pt x="400" y="122"/>
                  </a:cubicBezTo>
                  <a:cubicBezTo>
                    <a:pt x="400" y="122"/>
                    <a:pt x="400" y="123"/>
                    <a:pt x="399" y="122"/>
                  </a:cubicBezTo>
                  <a:close/>
                  <a:moveTo>
                    <a:pt x="401" y="71"/>
                  </a:moveTo>
                  <a:cubicBezTo>
                    <a:pt x="402" y="72"/>
                    <a:pt x="400" y="73"/>
                    <a:pt x="399" y="72"/>
                  </a:cubicBezTo>
                  <a:cubicBezTo>
                    <a:pt x="399" y="71"/>
                    <a:pt x="401" y="70"/>
                    <a:pt x="401" y="71"/>
                  </a:cubicBezTo>
                  <a:close/>
                  <a:moveTo>
                    <a:pt x="399" y="97"/>
                  </a:moveTo>
                  <a:cubicBezTo>
                    <a:pt x="399" y="97"/>
                    <a:pt x="398" y="98"/>
                    <a:pt x="397" y="97"/>
                  </a:cubicBezTo>
                  <a:cubicBezTo>
                    <a:pt x="398" y="97"/>
                    <a:pt x="398" y="97"/>
                    <a:pt x="399" y="97"/>
                  </a:cubicBezTo>
                  <a:close/>
                  <a:moveTo>
                    <a:pt x="398" y="160"/>
                  </a:moveTo>
                  <a:cubicBezTo>
                    <a:pt x="398" y="160"/>
                    <a:pt x="398" y="159"/>
                    <a:pt x="399" y="159"/>
                  </a:cubicBezTo>
                  <a:cubicBezTo>
                    <a:pt x="399" y="159"/>
                    <a:pt x="398" y="160"/>
                    <a:pt x="398" y="160"/>
                  </a:cubicBezTo>
                  <a:close/>
                  <a:moveTo>
                    <a:pt x="398" y="169"/>
                  </a:moveTo>
                  <a:cubicBezTo>
                    <a:pt x="399" y="170"/>
                    <a:pt x="397" y="171"/>
                    <a:pt x="397" y="170"/>
                  </a:cubicBezTo>
                  <a:cubicBezTo>
                    <a:pt x="397" y="169"/>
                    <a:pt x="398" y="169"/>
                    <a:pt x="398" y="169"/>
                  </a:cubicBezTo>
                  <a:close/>
                  <a:moveTo>
                    <a:pt x="397" y="159"/>
                  </a:moveTo>
                  <a:cubicBezTo>
                    <a:pt x="397" y="160"/>
                    <a:pt x="395" y="162"/>
                    <a:pt x="395" y="161"/>
                  </a:cubicBezTo>
                  <a:cubicBezTo>
                    <a:pt x="395" y="160"/>
                    <a:pt x="397" y="160"/>
                    <a:pt x="397" y="159"/>
                  </a:cubicBezTo>
                  <a:close/>
                  <a:moveTo>
                    <a:pt x="395" y="78"/>
                  </a:moveTo>
                  <a:cubicBezTo>
                    <a:pt x="395" y="78"/>
                    <a:pt x="394" y="78"/>
                    <a:pt x="394" y="78"/>
                  </a:cubicBezTo>
                  <a:cubicBezTo>
                    <a:pt x="393" y="78"/>
                    <a:pt x="395" y="78"/>
                    <a:pt x="395" y="78"/>
                  </a:cubicBezTo>
                  <a:close/>
                  <a:moveTo>
                    <a:pt x="392" y="104"/>
                  </a:moveTo>
                  <a:cubicBezTo>
                    <a:pt x="393" y="106"/>
                    <a:pt x="390" y="105"/>
                    <a:pt x="390" y="104"/>
                  </a:cubicBezTo>
                  <a:cubicBezTo>
                    <a:pt x="390" y="102"/>
                    <a:pt x="392" y="103"/>
                    <a:pt x="392" y="104"/>
                  </a:cubicBezTo>
                  <a:close/>
                  <a:moveTo>
                    <a:pt x="388" y="79"/>
                  </a:moveTo>
                  <a:cubicBezTo>
                    <a:pt x="387" y="80"/>
                    <a:pt x="386" y="79"/>
                    <a:pt x="385" y="80"/>
                  </a:cubicBezTo>
                  <a:cubicBezTo>
                    <a:pt x="385" y="79"/>
                    <a:pt x="387" y="79"/>
                    <a:pt x="388" y="79"/>
                  </a:cubicBezTo>
                  <a:close/>
                  <a:moveTo>
                    <a:pt x="385" y="112"/>
                  </a:moveTo>
                  <a:cubicBezTo>
                    <a:pt x="385" y="112"/>
                    <a:pt x="387" y="111"/>
                    <a:pt x="387" y="112"/>
                  </a:cubicBezTo>
                  <a:cubicBezTo>
                    <a:pt x="388" y="114"/>
                    <a:pt x="384" y="114"/>
                    <a:pt x="385" y="112"/>
                  </a:cubicBezTo>
                  <a:close/>
                  <a:moveTo>
                    <a:pt x="382" y="113"/>
                  </a:moveTo>
                  <a:cubicBezTo>
                    <a:pt x="384" y="111"/>
                    <a:pt x="385" y="114"/>
                    <a:pt x="382" y="113"/>
                  </a:cubicBezTo>
                  <a:close/>
                  <a:moveTo>
                    <a:pt x="379" y="110"/>
                  </a:moveTo>
                  <a:cubicBezTo>
                    <a:pt x="380" y="111"/>
                    <a:pt x="376" y="111"/>
                    <a:pt x="376" y="110"/>
                  </a:cubicBezTo>
                  <a:cubicBezTo>
                    <a:pt x="375" y="109"/>
                    <a:pt x="378" y="108"/>
                    <a:pt x="379" y="110"/>
                  </a:cubicBezTo>
                  <a:close/>
                  <a:moveTo>
                    <a:pt x="379" y="80"/>
                  </a:moveTo>
                  <a:cubicBezTo>
                    <a:pt x="379" y="80"/>
                    <a:pt x="377" y="81"/>
                    <a:pt x="377" y="81"/>
                  </a:cubicBezTo>
                  <a:cubicBezTo>
                    <a:pt x="377" y="80"/>
                    <a:pt x="378" y="80"/>
                    <a:pt x="379" y="80"/>
                  </a:cubicBezTo>
                  <a:close/>
                  <a:moveTo>
                    <a:pt x="376" y="81"/>
                  </a:moveTo>
                  <a:cubicBezTo>
                    <a:pt x="375" y="81"/>
                    <a:pt x="374" y="81"/>
                    <a:pt x="374" y="81"/>
                  </a:cubicBezTo>
                  <a:cubicBezTo>
                    <a:pt x="373" y="81"/>
                    <a:pt x="375" y="81"/>
                    <a:pt x="376" y="81"/>
                  </a:cubicBezTo>
                  <a:close/>
                  <a:moveTo>
                    <a:pt x="372" y="76"/>
                  </a:moveTo>
                  <a:cubicBezTo>
                    <a:pt x="372" y="76"/>
                    <a:pt x="372" y="76"/>
                    <a:pt x="372" y="76"/>
                  </a:cubicBezTo>
                  <a:cubicBezTo>
                    <a:pt x="372" y="76"/>
                    <a:pt x="371" y="76"/>
                    <a:pt x="371" y="76"/>
                  </a:cubicBezTo>
                  <a:cubicBezTo>
                    <a:pt x="371" y="76"/>
                    <a:pt x="371" y="76"/>
                    <a:pt x="372" y="76"/>
                  </a:cubicBezTo>
                  <a:close/>
                  <a:moveTo>
                    <a:pt x="363" y="95"/>
                  </a:moveTo>
                  <a:cubicBezTo>
                    <a:pt x="362" y="96"/>
                    <a:pt x="361" y="94"/>
                    <a:pt x="363" y="95"/>
                  </a:cubicBezTo>
                  <a:close/>
                  <a:moveTo>
                    <a:pt x="362" y="110"/>
                  </a:moveTo>
                  <a:cubicBezTo>
                    <a:pt x="362" y="112"/>
                    <a:pt x="358" y="112"/>
                    <a:pt x="357" y="111"/>
                  </a:cubicBezTo>
                  <a:cubicBezTo>
                    <a:pt x="357" y="111"/>
                    <a:pt x="357" y="111"/>
                    <a:pt x="356" y="110"/>
                  </a:cubicBezTo>
                  <a:cubicBezTo>
                    <a:pt x="357" y="111"/>
                    <a:pt x="355" y="112"/>
                    <a:pt x="355" y="111"/>
                  </a:cubicBezTo>
                  <a:cubicBezTo>
                    <a:pt x="354" y="110"/>
                    <a:pt x="363" y="106"/>
                    <a:pt x="362" y="110"/>
                  </a:cubicBezTo>
                  <a:close/>
                  <a:moveTo>
                    <a:pt x="357" y="127"/>
                  </a:moveTo>
                  <a:cubicBezTo>
                    <a:pt x="362" y="124"/>
                    <a:pt x="368" y="124"/>
                    <a:pt x="374" y="121"/>
                  </a:cubicBezTo>
                  <a:cubicBezTo>
                    <a:pt x="379" y="119"/>
                    <a:pt x="384" y="116"/>
                    <a:pt x="389" y="116"/>
                  </a:cubicBezTo>
                  <a:cubicBezTo>
                    <a:pt x="389" y="116"/>
                    <a:pt x="390" y="117"/>
                    <a:pt x="390" y="117"/>
                  </a:cubicBezTo>
                  <a:cubicBezTo>
                    <a:pt x="390" y="118"/>
                    <a:pt x="381" y="121"/>
                    <a:pt x="378" y="122"/>
                  </a:cubicBezTo>
                  <a:cubicBezTo>
                    <a:pt x="373" y="123"/>
                    <a:pt x="369" y="124"/>
                    <a:pt x="364" y="125"/>
                  </a:cubicBezTo>
                  <a:cubicBezTo>
                    <a:pt x="363" y="126"/>
                    <a:pt x="357" y="129"/>
                    <a:pt x="355" y="129"/>
                  </a:cubicBezTo>
                  <a:cubicBezTo>
                    <a:pt x="352" y="129"/>
                    <a:pt x="356" y="127"/>
                    <a:pt x="357" y="127"/>
                  </a:cubicBezTo>
                  <a:close/>
                  <a:moveTo>
                    <a:pt x="357" y="587"/>
                  </a:moveTo>
                  <a:cubicBezTo>
                    <a:pt x="365" y="583"/>
                    <a:pt x="375" y="580"/>
                    <a:pt x="384" y="576"/>
                  </a:cubicBezTo>
                  <a:cubicBezTo>
                    <a:pt x="385" y="576"/>
                    <a:pt x="387" y="575"/>
                    <a:pt x="387" y="576"/>
                  </a:cubicBezTo>
                  <a:cubicBezTo>
                    <a:pt x="388" y="577"/>
                    <a:pt x="384" y="578"/>
                    <a:pt x="386" y="577"/>
                  </a:cubicBezTo>
                  <a:cubicBezTo>
                    <a:pt x="377" y="581"/>
                    <a:pt x="366" y="585"/>
                    <a:pt x="357" y="587"/>
                  </a:cubicBezTo>
                  <a:close/>
                  <a:moveTo>
                    <a:pt x="376" y="609"/>
                  </a:moveTo>
                  <a:cubicBezTo>
                    <a:pt x="376" y="610"/>
                    <a:pt x="374" y="610"/>
                    <a:pt x="374" y="610"/>
                  </a:cubicBezTo>
                  <a:cubicBezTo>
                    <a:pt x="373" y="609"/>
                    <a:pt x="376" y="608"/>
                    <a:pt x="376" y="609"/>
                  </a:cubicBezTo>
                  <a:close/>
                  <a:moveTo>
                    <a:pt x="374" y="600"/>
                  </a:moveTo>
                  <a:cubicBezTo>
                    <a:pt x="373" y="599"/>
                    <a:pt x="375" y="599"/>
                    <a:pt x="375" y="600"/>
                  </a:cubicBezTo>
                  <a:cubicBezTo>
                    <a:pt x="375" y="601"/>
                    <a:pt x="374" y="600"/>
                    <a:pt x="374" y="600"/>
                  </a:cubicBezTo>
                  <a:close/>
                  <a:moveTo>
                    <a:pt x="372" y="610"/>
                  </a:moveTo>
                  <a:cubicBezTo>
                    <a:pt x="371" y="610"/>
                    <a:pt x="373" y="609"/>
                    <a:pt x="373" y="610"/>
                  </a:cubicBezTo>
                  <a:cubicBezTo>
                    <a:pt x="373" y="610"/>
                    <a:pt x="373" y="611"/>
                    <a:pt x="372" y="610"/>
                  </a:cubicBezTo>
                  <a:close/>
                  <a:moveTo>
                    <a:pt x="364" y="137"/>
                  </a:moveTo>
                  <a:cubicBezTo>
                    <a:pt x="364" y="138"/>
                    <a:pt x="364" y="137"/>
                    <a:pt x="363" y="138"/>
                  </a:cubicBezTo>
                  <a:cubicBezTo>
                    <a:pt x="363" y="137"/>
                    <a:pt x="364" y="137"/>
                    <a:pt x="364" y="137"/>
                  </a:cubicBezTo>
                  <a:close/>
                  <a:moveTo>
                    <a:pt x="376" y="167"/>
                  </a:moveTo>
                  <a:cubicBezTo>
                    <a:pt x="377" y="168"/>
                    <a:pt x="373" y="170"/>
                    <a:pt x="371" y="170"/>
                  </a:cubicBezTo>
                  <a:cubicBezTo>
                    <a:pt x="371" y="170"/>
                    <a:pt x="368" y="169"/>
                    <a:pt x="367" y="169"/>
                  </a:cubicBezTo>
                  <a:cubicBezTo>
                    <a:pt x="367" y="168"/>
                    <a:pt x="371" y="165"/>
                    <a:pt x="373" y="168"/>
                  </a:cubicBezTo>
                  <a:cubicBezTo>
                    <a:pt x="373" y="168"/>
                    <a:pt x="373" y="169"/>
                    <a:pt x="373" y="169"/>
                  </a:cubicBezTo>
                  <a:cubicBezTo>
                    <a:pt x="374" y="169"/>
                    <a:pt x="375" y="168"/>
                    <a:pt x="376" y="167"/>
                  </a:cubicBezTo>
                  <a:close/>
                  <a:moveTo>
                    <a:pt x="369" y="576"/>
                  </a:moveTo>
                  <a:cubicBezTo>
                    <a:pt x="369" y="574"/>
                    <a:pt x="371" y="574"/>
                    <a:pt x="369" y="576"/>
                  </a:cubicBezTo>
                  <a:close/>
                  <a:moveTo>
                    <a:pt x="368" y="211"/>
                  </a:moveTo>
                  <a:cubicBezTo>
                    <a:pt x="367" y="211"/>
                    <a:pt x="368" y="209"/>
                    <a:pt x="369" y="210"/>
                  </a:cubicBezTo>
                  <a:cubicBezTo>
                    <a:pt x="369" y="210"/>
                    <a:pt x="368" y="211"/>
                    <a:pt x="368" y="211"/>
                  </a:cubicBezTo>
                  <a:close/>
                  <a:moveTo>
                    <a:pt x="368" y="576"/>
                  </a:moveTo>
                  <a:cubicBezTo>
                    <a:pt x="370" y="575"/>
                    <a:pt x="366" y="578"/>
                    <a:pt x="368" y="576"/>
                  </a:cubicBezTo>
                  <a:close/>
                  <a:moveTo>
                    <a:pt x="379" y="184"/>
                  </a:moveTo>
                  <a:cubicBezTo>
                    <a:pt x="379" y="183"/>
                    <a:pt x="380" y="182"/>
                    <a:pt x="380" y="183"/>
                  </a:cubicBezTo>
                  <a:cubicBezTo>
                    <a:pt x="380" y="184"/>
                    <a:pt x="379" y="184"/>
                    <a:pt x="379" y="184"/>
                  </a:cubicBezTo>
                  <a:close/>
                  <a:moveTo>
                    <a:pt x="356" y="609"/>
                  </a:moveTo>
                  <a:cubicBezTo>
                    <a:pt x="355" y="611"/>
                    <a:pt x="353" y="609"/>
                    <a:pt x="356" y="609"/>
                  </a:cubicBezTo>
                  <a:close/>
                  <a:moveTo>
                    <a:pt x="354" y="556"/>
                  </a:moveTo>
                  <a:cubicBezTo>
                    <a:pt x="353" y="557"/>
                    <a:pt x="352" y="555"/>
                    <a:pt x="354" y="556"/>
                  </a:cubicBezTo>
                  <a:close/>
                  <a:moveTo>
                    <a:pt x="352" y="532"/>
                  </a:moveTo>
                  <a:cubicBezTo>
                    <a:pt x="354" y="530"/>
                    <a:pt x="354" y="533"/>
                    <a:pt x="352" y="532"/>
                  </a:cubicBezTo>
                  <a:close/>
                  <a:moveTo>
                    <a:pt x="354" y="674"/>
                  </a:moveTo>
                  <a:cubicBezTo>
                    <a:pt x="354" y="673"/>
                    <a:pt x="355" y="673"/>
                    <a:pt x="355" y="673"/>
                  </a:cubicBezTo>
                  <a:cubicBezTo>
                    <a:pt x="355" y="674"/>
                    <a:pt x="354" y="674"/>
                    <a:pt x="354" y="674"/>
                  </a:cubicBezTo>
                  <a:close/>
                  <a:moveTo>
                    <a:pt x="357" y="697"/>
                  </a:moveTo>
                  <a:cubicBezTo>
                    <a:pt x="357" y="696"/>
                    <a:pt x="359" y="695"/>
                    <a:pt x="359" y="696"/>
                  </a:cubicBezTo>
                  <a:cubicBezTo>
                    <a:pt x="359" y="697"/>
                    <a:pt x="357" y="698"/>
                    <a:pt x="357" y="697"/>
                  </a:cubicBezTo>
                  <a:close/>
                  <a:moveTo>
                    <a:pt x="357" y="671"/>
                  </a:moveTo>
                  <a:cubicBezTo>
                    <a:pt x="358" y="671"/>
                    <a:pt x="358" y="671"/>
                    <a:pt x="358" y="672"/>
                  </a:cubicBezTo>
                  <a:cubicBezTo>
                    <a:pt x="358" y="673"/>
                    <a:pt x="356" y="671"/>
                    <a:pt x="357" y="671"/>
                  </a:cubicBezTo>
                  <a:close/>
                  <a:moveTo>
                    <a:pt x="360" y="643"/>
                  </a:moveTo>
                  <a:cubicBezTo>
                    <a:pt x="360" y="642"/>
                    <a:pt x="362" y="643"/>
                    <a:pt x="360" y="643"/>
                  </a:cubicBezTo>
                  <a:close/>
                  <a:moveTo>
                    <a:pt x="360" y="630"/>
                  </a:moveTo>
                  <a:cubicBezTo>
                    <a:pt x="358" y="633"/>
                    <a:pt x="350" y="631"/>
                    <a:pt x="351" y="627"/>
                  </a:cubicBezTo>
                  <a:cubicBezTo>
                    <a:pt x="352" y="621"/>
                    <a:pt x="365" y="624"/>
                    <a:pt x="360" y="630"/>
                  </a:cubicBezTo>
                  <a:close/>
                  <a:moveTo>
                    <a:pt x="371" y="611"/>
                  </a:moveTo>
                  <a:cubicBezTo>
                    <a:pt x="368" y="612"/>
                    <a:pt x="365" y="612"/>
                    <a:pt x="362" y="613"/>
                  </a:cubicBezTo>
                  <a:cubicBezTo>
                    <a:pt x="364" y="612"/>
                    <a:pt x="368" y="611"/>
                    <a:pt x="371" y="611"/>
                  </a:cubicBezTo>
                  <a:close/>
                  <a:moveTo>
                    <a:pt x="363" y="671"/>
                  </a:moveTo>
                  <a:cubicBezTo>
                    <a:pt x="363" y="671"/>
                    <a:pt x="364" y="671"/>
                    <a:pt x="365" y="671"/>
                  </a:cubicBezTo>
                  <a:cubicBezTo>
                    <a:pt x="364" y="672"/>
                    <a:pt x="363" y="672"/>
                    <a:pt x="363" y="671"/>
                  </a:cubicBezTo>
                  <a:close/>
                  <a:moveTo>
                    <a:pt x="364" y="691"/>
                  </a:moveTo>
                  <a:cubicBezTo>
                    <a:pt x="364" y="690"/>
                    <a:pt x="365" y="691"/>
                    <a:pt x="365" y="691"/>
                  </a:cubicBezTo>
                  <a:cubicBezTo>
                    <a:pt x="366" y="691"/>
                    <a:pt x="364" y="691"/>
                    <a:pt x="364" y="691"/>
                  </a:cubicBezTo>
                  <a:close/>
                  <a:moveTo>
                    <a:pt x="365" y="647"/>
                  </a:moveTo>
                  <a:cubicBezTo>
                    <a:pt x="365" y="646"/>
                    <a:pt x="366" y="646"/>
                    <a:pt x="366" y="646"/>
                  </a:cubicBezTo>
                  <a:cubicBezTo>
                    <a:pt x="367" y="647"/>
                    <a:pt x="365" y="647"/>
                    <a:pt x="365" y="647"/>
                  </a:cubicBezTo>
                  <a:close/>
                  <a:moveTo>
                    <a:pt x="370" y="666"/>
                  </a:moveTo>
                  <a:cubicBezTo>
                    <a:pt x="370" y="664"/>
                    <a:pt x="373" y="665"/>
                    <a:pt x="372" y="666"/>
                  </a:cubicBezTo>
                  <a:cubicBezTo>
                    <a:pt x="372" y="667"/>
                    <a:pt x="370" y="667"/>
                    <a:pt x="370" y="666"/>
                  </a:cubicBezTo>
                  <a:close/>
                  <a:moveTo>
                    <a:pt x="371" y="691"/>
                  </a:moveTo>
                  <a:cubicBezTo>
                    <a:pt x="372" y="690"/>
                    <a:pt x="373" y="691"/>
                    <a:pt x="374" y="691"/>
                  </a:cubicBezTo>
                  <a:cubicBezTo>
                    <a:pt x="374" y="692"/>
                    <a:pt x="372" y="691"/>
                    <a:pt x="371" y="691"/>
                  </a:cubicBezTo>
                  <a:close/>
                  <a:moveTo>
                    <a:pt x="379" y="659"/>
                  </a:moveTo>
                  <a:cubicBezTo>
                    <a:pt x="379" y="658"/>
                    <a:pt x="377" y="660"/>
                    <a:pt x="377" y="658"/>
                  </a:cubicBezTo>
                  <a:cubicBezTo>
                    <a:pt x="376" y="657"/>
                    <a:pt x="380" y="657"/>
                    <a:pt x="379" y="659"/>
                  </a:cubicBezTo>
                  <a:close/>
                  <a:moveTo>
                    <a:pt x="381" y="691"/>
                  </a:moveTo>
                  <a:cubicBezTo>
                    <a:pt x="380" y="691"/>
                    <a:pt x="382" y="690"/>
                    <a:pt x="383" y="691"/>
                  </a:cubicBezTo>
                  <a:cubicBezTo>
                    <a:pt x="382" y="691"/>
                    <a:pt x="381" y="691"/>
                    <a:pt x="381" y="691"/>
                  </a:cubicBezTo>
                  <a:close/>
                  <a:moveTo>
                    <a:pt x="382" y="658"/>
                  </a:moveTo>
                  <a:cubicBezTo>
                    <a:pt x="380" y="659"/>
                    <a:pt x="379" y="657"/>
                    <a:pt x="382" y="658"/>
                  </a:cubicBezTo>
                  <a:close/>
                  <a:moveTo>
                    <a:pt x="383" y="691"/>
                  </a:moveTo>
                  <a:cubicBezTo>
                    <a:pt x="384" y="691"/>
                    <a:pt x="385" y="691"/>
                    <a:pt x="386" y="691"/>
                  </a:cubicBezTo>
                  <a:cubicBezTo>
                    <a:pt x="386" y="691"/>
                    <a:pt x="384" y="691"/>
                    <a:pt x="383" y="691"/>
                  </a:cubicBezTo>
                  <a:close/>
                  <a:moveTo>
                    <a:pt x="387" y="696"/>
                  </a:move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lose/>
                  <a:moveTo>
                    <a:pt x="384" y="662"/>
                  </a:moveTo>
                  <a:cubicBezTo>
                    <a:pt x="384" y="660"/>
                    <a:pt x="388" y="661"/>
                    <a:pt x="388" y="662"/>
                  </a:cubicBezTo>
                  <a:cubicBezTo>
                    <a:pt x="388" y="663"/>
                    <a:pt x="385" y="664"/>
                    <a:pt x="384" y="662"/>
                  </a:cubicBezTo>
                  <a:close/>
                  <a:moveTo>
                    <a:pt x="398" y="679"/>
                  </a:moveTo>
                  <a:cubicBezTo>
                    <a:pt x="400" y="678"/>
                    <a:pt x="400" y="680"/>
                    <a:pt x="398" y="679"/>
                  </a:cubicBezTo>
                  <a:close/>
                  <a:moveTo>
                    <a:pt x="401" y="664"/>
                  </a:moveTo>
                  <a:cubicBezTo>
                    <a:pt x="402" y="662"/>
                    <a:pt x="405" y="663"/>
                    <a:pt x="406" y="663"/>
                  </a:cubicBezTo>
                  <a:cubicBezTo>
                    <a:pt x="406" y="663"/>
                    <a:pt x="407" y="664"/>
                    <a:pt x="407" y="664"/>
                  </a:cubicBezTo>
                  <a:cubicBezTo>
                    <a:pt x="406" y="664"/>
                    <a:pt x="408" y="663"/>
                    <a:pt x="409" y="664"/>
                  </a:cubicBezTo>
                  <a:cubicBezTo>
                    <a:pt x="409" y="665"/>
                    <a:pt x="400" y="667"/>
                    <a:pt x="401" y="664"/>
                  </a:cubicBezTo>
                  <a:close/>
                  <a:moveTo>
                    <a:pt x="411" y="704"/>
                  </a:moveTo>
                  <a:cubicBezTo>
                    <a:pt x="410" y="704"/>
                    <a:pt x="411" y="704"/>
                    <a:pt x="411" y="704"/>
                  </a:cubicBezTo>
                  <a:cubicBezTo>
                    <a:pt x="411" y="704"/>
                    <a:pt x="411" y="704"/>
                    <a:pt x="411" y="704"/>
                  </a:cubicBezTo>
                  <a:close/>
                  <a:moveTo>
                    <a:pt x="409" y="648"/>
                  </a:moveTo>
                  <a:cubicBezTo>
                    <a:pt x="403" y="650"/>
                    <a:pt x="397" y="649"/>
                    <a:pt x="391" y="651"/>
                  </a:cubicBezTo>
                  <a:cubicBezTo>
                    <a:pt x="386" y="652"/>
                    <a:pt x="381" y="655"/>
                    <a:pt x="376" y="654"/>
                  </a:cubicBezTo>
                  <a:cubicBezTo>
                    <a:pt x="375" y="654"/>
                    <a:pt x="375" y="653"/>
                    <a:pt x="375" y="653"/>
                  </a:cubicBezTo>
                  <a:cubicBezTo>
                    <a:pt x="374" y="652"/>
                    <a:pt x="384" y="650"/>
                    <a:pt x="387" y="650"/>
                  </a:cubicBezTo>
                  <a:cubicBezTo>
                    <a:pt x="393" y="649"/>
                    <a:pt x="396" y="649"/>
                    <a:pt x="401" y="648"/>
                  </a:cubicBezTo>
                  <a:cubicBezTo>
                    <a:pt x="403" y="648"/>
                    <a:pt x="408" y="646"/>
                    <a:pt x="410" y="646"/>
                  </a:cubicBezTo>
                  <a:cubicBezTo>
                    <a:pt x="413" y="647"/>
                    <a:pt x="409" y="648"/>
                    <a:pt x="409" y="648"/>
                  </a:cubicBezTo>
                  <a:close/>
                  <a:moveTo>
                    <a:pt x="394" y="589"/>
                  </a:moveTo>
                  <a:cubicBezTo>
                    <a:pt x="394" y="588"/>
                    <a:pt x="395" y="588"/>
                    <a:pt x="395" y="589"/>
                  </a:cubicBezTo>
                  <a:cubicBezTo>
                    <a:pt x="395" y="589"/>
                    <a:pt x="394" y="590"/>
                    <a:pt x="394" y="589"/>
                  </a:cubicBezTo>
                  <a:close/>
                  <a:moveTo>
                    <a:pt x="398" y="605"/>
                  </a:moveTo>
                  <a:cubicBezTo>
                    <a:pt x="398" y="605"/>
                    <a:pt x="399" y="604"/>
                    <a:pt x="399" y="604"/>
                  </a:cubicBezTo>
                  <a:cubicBezTo>
                    <a:pt x="398" y="604"/>
                    <a:pt x="396" y="605"/>
                    <a:pt x="395" y="605"/>
                  </a:cubicBezTo>
                  <a:cubicBezTo>
                    <a:pt x="395" y="605"/>
                    <a:pt x="399" y="603"/>
                    <a:pt x="400" y="603"/>
                  </a:cubicBezTo>
                  <a:cubicBezTo>
                    <a:pt x="401" y="603"/>
                    <a:pt x="404" y="605"/>
                    <a:pt x="404" y="605"/>
                  </a:cubicBezTo>
                  <a:cubicBezTo>
                    <a:pt x="404" y="606"/>
                    <a:pt x="400" y="608"/>
                    <a:pt x="398" y="605"/>
                  </a:cubicBezTo>
                  <a:close/>
                  <a:moveTo>
                    <a:pt x="403" y="636"/>
                  </a:moveTo>
                  <a:cubicBezTo>
                    <a:pt x="403" y="636"/>
                    <a:pt x="404" y="637"/>
                    <a:pt x="404" y="636"/>
                  </a:cubicBezTo>
                  <a:cubicBezTo>
                    <a:pt x="404" y="637"/>
                    <a:pt x="403" y="637"/>
                    <a:pt x="403" y="636"/>
                  </a:cubicBezTo>
                  <a:close/>
                  <a:moveTo>
                    <a:pt x="406" y="193"/>
                  </a:moveTo>
                  <a:cubicBezTo>
                    <a:pt x="406" y="195"/>
                    <a:pt x="404" y="195"/>
                    <a:pt x="406" y="193"/>
                  </a:cubicBezTo>
                  <a:close/>
                  <a:moveTo>
                    <a:pt x="407" y="192"/>
                  </a:moveTo>
                  <a:cubicBezTo>
                    <a:pt x="406" y="194"/>
                    <a:pt x="409" y="190"/>
                    <a:pt x="407" y="192"/>
                  </a:cubicBezTo>
                  <a:close/>
                  <a:moveTo>
                    <a:pt x="410" y="563"/>
                  </a:moveTo>
                  <a:cubicBezTo>
                    <a:pt x="410" y="564"/>
                    <a:pt x="410" y="565"/>
                    <a:pt x="409" y="564"/>
                  </a:cubicBezTo>
                  <a:cubicBezTo>
                    <a:pt x="408" y="564"/>
                    <a:pt x="409" y="563"/>
                    <a:pt x="410" y="563"/>
                  </a:cubicBezTo>
                  <a:close/>
                  <a:moveTo>
                    <a:pt x="412" y="687"/>
                  </a:moveTo>
                  <a:cubicBezTo>
                    <a:pt x="414" y="686"/>
                    <a:pt x="414" y="687"/>
                    <a:pt x="412" y="687"/>
                  </a:cubicBezTo>
                  <a:close/>
                  <a:moveTo>
                    <a:pt x="391" y="194"/>
                  </a:moveTo>
                  <a:cubicBezTo>
                    <a:pt x="391" y="194"/>
                    <a:pt x="389" y="196"/>
                    <a:pt x="388" y="195"/>
                  </a:cubicBezTo>
                  <a:cubicBezTo>
                    <a:pt x="388" y="194"/>
                    <a:pt x="391" y="193"/>
                    <a:pt x="390" y="194"/>
                  </a:cubicBezTo>
                  <a:cubicBezTo>
                    <a:pt x="398" y="189"/>
                    <a:pt x="408" y="183"/>
                    <a:pt x="417" y="179"/>
                  </a:cubicBezTo>
                  <a:cubicBezTo>
                    <a:pt x="409" y="185"/>
                    <a:pt x="400" y="189"/>
                    <a:pt x="391" y="194"/>
                  </a:cubicBezTo>
                  <a:close/>
                  <a:moveTo>
                    <a:pt x="414" y="158"/>
                  </a:moveTo>
                  <a:cubicBezTo>
                    <a:pt x="415" y="156"/>
                    <a:pt x="417" y="157"/>
                    <a:pt x="414" y="158"/>
                  </a:cubicBezTo>
                  <a:close/>
                  <a:moveTo>
                    <a:pt x="407" y="137"/>
                  </a:moveTo>
                  <a:cubicBezTo>
                    <a:pt x="409" y="134"/>
                    <a:pt x="417" y="135"/>
                    <a:pt x="417" y="139"/>
                  </a:cubicBezTo>
                  <a:cubicBezTo>
                    <a:pt x="417" y="145"/>
                    <a:pt x="403" y="144"/>
                    <a:pt x="407" y="137"/>
                  </a:cubicBezTo>
                  <a:close/>
                  <a:moveTo>
                    <a:pt x="418" y="140"/>
                  </a:moveTo>
                  <a:cubicBezTo>
                    <a:pt x="418" y="139"/>
                    <a:pt x="419" y="142"/>
                    <a:pt x="418" y="140"/>
                  </a:cubicBezTo>
                  <a:close/>
                  <a:moveTo>
                    <a:pt x="420" y="672"/>
                  </a:moveTo>
                  <a:cubicBezTo>
                    <a:pt x="419" y="672"/>
                    <a:pt x="418" y="672"/>
                    <a:pt x="418" y="672"/>
                  </a:cubicBezTo>
                  <a:cubicBezTo>
                    <a:pt x="418" y="671"/>
                    <a:pt x="432" y="670"/>
                    <a:pt x="435" y="670"/>
                  </a:cubicBezTo>
                  <a:cubicBezTo>
                    <a:pt x="437" y="671"/>
                    <a:pt x="433" y="672"/>
                    <a:pt x="432" y="672"/>
                  </a:cubicBezTo>
                  <a:cubicBezTo>
                    <a:pt x="428" y="672"/>
                    <a:pt x="423" y="673"/>
                    <a:pt x="420" y="672"/>
                  </a:cubicBezTo>
                  <a:close/>
                  <a:moveTo>
                    <a:pt x="425" y="681"/>
                  </a:moveTo>
                  <a:cubicBezTo>
                    <a:pt x="425" y="681"/>
                    <a:pt x="425" y="680"/>
                    <a:pt x="425" y="680"/>
                  </a:cubicBezTo>
                  <a:cubicBezTo>
                    <a:pt x="425" y="680"/>
                    <a:pt x="425" y="680"/>
                    <a:pt x="425" y="681"/>
                  </a:cubicBezTo>
                  <a:cubicBezTo>
                    <a:pt x="425" y="681"/>
                    <a:pt x="425" y="681"/>
                    <a:pt x="425" y="681"/>
                  </a:cubicBezTo>
                  <a:cubicBezTo>
                    <a:pt x="426" y="681"/>
                    <a:pt x="426" y="681"/>
                    <a:pt x="425" y="681"/>
                  </a:cubicBezTo>
                  <a:close/>
                  <a:moveTo>
                    <a:pt x="429" y="674"/>
                  </a:moveTo>
                  <a:cubicBezTo>
                    <a:pt x="429" y="674"/>
                    <a:pt x="426" y="674"/>
                    <a:pt x="428" y="673"/>
                  </a:cubicBezTo>
                  <a:cubicBezTo>
                    <a:pt x="431" y="672"/>
                    <a:pt x="437" y="672"/>
                    <a:pt x="441" y="672"/>
                  </a:cubicBezTo>
                  <a:cubicBezTo>
                    <a:pt x="438" y="673"/>
                    <a:pt x="433" y="674"/>
                    <a:pt x="429" y="674"/>
                  </a:cubicBezTo>
                  <a:close/>
                  <a:moveTo>
                    <a:pt x="442" y="672"/>
                  </a:moveTo>
                  <a:cubicBezTo>
                    <a:pt x="444" y="671"/>
                    <a:pt x="448" y="669"/>
                    <a:pt x="452" y="670"/>
                  </a:cubicBezTo>
                  <a:cubicBezTo>
                    <a:pt x="449" y="671"/>
                    <a:pt x="445" y="671"/>
                    <a:pt x="442" y="672"/>
                  </a:cubicBezTo>
                  <a:close/>
                  <a:moveTo>
                    <a:pt x="449" y="142"/>
                  </a:moveTo>
                  <a:cubicBezTo>
                    <a:pt x="450" y="141"/>
                    <a:pt x="450" y="141"/>
                    <a:pt x="451" y="142"/>
                  </a:cubicBezTo>
                  <a:cubicBezTo>
                    <a:pt x="451" y="142"/>
                    <a:pt x="450" y="142"/>
                    <a:pt x="449" y="142"/>
                  </a:cubicBezTo>
                  <a:close/>
                  <a:moveTo>
                    <a:pt x="451" y="148"/>
                  </a:moveTo>
                  <a:cubicBezTo>
                    <a:pt x="452" y="149"/>
                    <a:pt x="450" y="147"/>
                    <a:pt x="451" y="148"/>
                  </a:cubicBezTo>
                  <a:close/>
                  <a:moveTo>
                    <a:pt x="446" y="79"/>
                  </a:moveTo>
                  <a:cubicBezTo>
                    <a:pt x="448" y="77"/>
                    <a:pt x="450" y="78"/>
                    <a:pt x="452" y="77"/>
                  </a:cubicBezTo>
                  <a:cubicBezTo>
                    <a:pt x="451" y="78"/>
                    <a:pt x="448" y="79"/>
                    <a:pt x="446" y="79"/>
                  </a:cubicBezTo>
                  <a:close/>
                  <a:moveTo>
                    <a:pt x="454" y="644"/>
                  </a:moveTo>
                  <a:cubicBezTo>
                    <a:pt x="454" y="644"/>
                    <a:pt x="454" y="644"/>
                    <a:pt x="454" y="644"/>
                  </a:cubicBezTo>
                  <a:cubicBezTo>
                    <a:pt x="455" y="642"/>
                    <a:pt x="455" y="647"/>
                    <a:pt x="454" y="644"/>
                  </a:cubicBezTo>
                  <a:close/>
                  <a:moveTo>
                    <a:pt x="449" y="66"/>
                  </a:moveTo>
                  <a:cubicBezTo>
                    <a:pt x="449" y="66"/>
                    <a:pt x="448" y="65"/>
                    <a:pt x="448" y="65"/>
                  </a:cubicBezTo>
                  <a:cubicBezTo>
                    <a:pt x="448" y="64"/>
                    <a:pt x="451" y="62"/>
                    <a:pt x="453" y="61"/>
                  </a:cubicBezTo>
                  <a:cubicBezTo>
                    <a:pt x="451" y="61"/>
                    <a:pt x="450" y="62"/>
                    <a:pt x="448" y="62"/>
                  </a:cubicBezTo>
                  <a:cubicBezTo>
                    <a:pt x="444" y="62"/>
                    <a:pt x="452" y="60"/>
                    <a:pt x="453" y="60"/>
                  </a:cubicBezTo>
                  <a:cubicBezTo>
                    <a:pt x="458" y="59"/>
                    <a:pt x="462" y="58"/>
                    <a:pt x="466" y="57"/>
                  </a:cubicBezTo>
                  <a:cubicBezTo>
                    <a:pt x="468" y="57"/>
                    <a:pt x="475" y="56"/>
                    <a:pt x="475" y="57"/>
                  </a:cubicBezTo>
                  <a:cubicBezTo>
                    <a:pt x="476" y="58"/>
                    <a:pt x="468" y="59"/>
                    <a:pt x="465" y="59"/>
                  </a:cubicBezTo>
                  <a:cubicBezTo>
                    <a:pt x="461" y="60"/>
                    <a:pt x="459" y="60"/>
                    <a:pt x="456" y="61"/>
                  </a:cubicBezTo>
                  <a:cubicBezTo>
                    <a:pt x="458" y="61"/>
                    <a:pt x="461" y="62"/>
                    <a:pt x="460" y="64"/>
                  </a:cubicBezTo>
                  <a:cubicBezTo>
                    <a:pt x="460" y="69"/>
                    <a:pt x="453" y="68"/>
                    <a:pt x="449" y="66"/>
                  </a:cubicBezTo>
                  <a:close/>
                  <a:moveTo>
                    <a:pt x="467" y="66"/>
                  </a:moveTo>
                  <a:cubicBezTo>
                    <a:pt x="468" y="65"/>
                    <a:pt x="470" y="62"/>
                    <a:pt x="471" y="63"/>
                  </a:cubicBezTo>
                  <a:cubicBezTo>
                    <a:pt x="473" y="65"/>
                    <a:pt x="469" y="66"/>
                    <a:pt x="467" y="66"/>
                  </a:cubicBezTo>
                  <a:close/>
                  <a:moveTo>
                    <a:pt x="459" y="100"/>
                  </a:moveTo>
                  <a:cubicBezTo>
                    <a:pt x="458" y="100"/>
                    <a:pt x="458" y="99"/>
                    <a:pt x="459" y="98"/>
                  </a:cubicBezTo>
                  <a:cubicBezTo>
                    <a:pt x="461" y="96"/>
                    <a:pt x="462" y="100"/>
                    <a:pt x="459" y="100"/>
                  </a:cubicBezTo>
                  <a:close/>
                  <a:moveTo>
                    <a:pt x="456" y="149"/>
                  </a:moveTo>
                  <a:cubicBezTo>
                    <a:pt x="456" y="149"/>
                    <a:pt x="460" y="145"/>
                    <a:pt x="461" y="146"/>
                  </a:cubicBezTo>
                  <a:cubicBezTo>
                    <a:pt x="463" y="148"/>
                    <a:pt x="457" y="150"/>
                    <a:pt x="456" y="149"/>
                  </a:cubicBezTo>
                  <a:close/>
                  <a:moveTo>
                    <a:pt x="462" y="681"/>
                  </a:moveTo>
                  <a:cubicBezTo>
                    <a:pt x="464" y="680"/>
                    <a:pt x="464" y="682"/>
                    <a:pt x="462" y="681"/>
                  </a:cubicBezTo>
                  <a:close/>
                  <a:moveTo>
                    <a:pt x="464" y="170"/>
                  </a:moveTo>
                  <a:cubicBezTo>
                    <a:pt x="463" y="171"/>
                    <a:pt x="461" y="171"/>
                    <a:pt x="460" y="171"/>
                  </a:cubicBezTo>
                  <a:cubicBezTo>
                    <a:pt x="459" y="172"/>
                    <a:pt x="459" y="172"/>
                    <a:pt x="458" y="172"/>
                  </a:cubicBezTo>
                  <a:cubicBezTo>
                    <a:pt x="459" y="172"/>
                    <a:pt x="459" y="172"/>
                    <a:pt x="460" y="171"/>
                  </a:cubicBezTo>
                  <a:cubicBezTo>
                    <a:pt x="462" y="170"/>
                    <a:pt x="464" y="168"/>
                    <a:pt x="465" y="168"/>
                  </a:cubicBezTo>
                  <a:cubicBezTo>
                    <a:pt x="468" y="167"/>
                    <a:pt x="464" y="170"/>
                    <a:pt x="464" y="170"/>
                  </a:cubicBezTo>
                  <a:close/>
                  <a:moveTo>
                    <a:pt x="466" y="68"/>
                  </a:moveTo>
                  <a:cubicBezTo>
                    <a:pt x="466" y="68"/>
                    <a:pt x="466" y="68"/>
                    <a:pt x="466" y="68"/>
                  </a:cubicBezTo>
                  <a:cubicBezTo>
                    <a:pt x="467" y="70"/>
                    <a:pt x="464" y="67"/>
                    <a:pt x="466" y="68"/>
                  </a:cubicBezTo>
                  <a:close/>
                  <a:moveTo>
                    <a:pt x="468" y="241"/>
                  </a:moveTo>
                  <a:cubicBezTo>
                    <a:pt x="468" y="243"/>
                    <a:pt x="465" y="242"/>
                    <a:pt x="468" y="241"/>
                  </a:cubicBezTo>
                  <a:close/>
                  <a:moveTo>
                    <a:pt x="470" y="75"/>
                  </a:moveTo>
                  <a:cubicBezTo>
                    <a:pt x="470" y="75"/>
                    <a:pt x="470" y="76"/>
                    <a:pt x="470" y="77"/>
                  </a:cubicBezTo>
                  <a:cubicBezTo>
                    <a:pt x="471" y="77"/>
                    <a:pt x="472" y="75"/>
                    <a:pt x="472" y="75"/>
                  </a:cubicBezTo>
                  <a:cubicBezTo>
                    <a:pt x="472" y="74"/>
                    <a:pt x="471" y="74"/>
                    <a:pt x="471" y="73"/>
                  </a:cubicBezTo>
                  <a:cubicBezTo>
                    <a:pt x="471" y="74"/>
                    <a:pt x="470" y="73"/>
                    <a:pt x="471" y="73"/>
                  </a:cubicBezTo>
                  <a:cubicBezTo>
                    <a:pt x="472" y="72"/>
                    <a:pt x="473" y="73"/>
                    <a:pt x="473" y="73"/>
                  </a:cubicBezTo>
                  <a:cubicBezTo>
                    <a:pt x="474" y="72"/>
                    <a:pt x="475" y="72"/>
                    <a:pt x="476" y="72"/>
                  </a:cubicBezTo>
                  <a:cubicBezTo>
                    <a:pt x="477" y="72"/>
                    <a:pt x="481" y="75"/>
                    <a:pt x="478" y="76"/>
                  </a:cubicBezTo>
                  <a:cubicBezTo>
                    <a:pt x="476" y="77"/>
                    <a:pt x="471" y="78"/>
                    <a:pt x="469" y="77"/>
                  </a:cubicBezTo>
                  <a:cubicBezTo>
                    <a:pt x="468" y="77"/>
                    <a:pt x="468" y="74"/>
                    <a:pt x="470" y="75"/>
                  </a:cubicBezTo>
                  <a:close/>
                  <a:moveTo>
                    <a:pt x="478" y="117"/>
                  </a:moveTo>
                  <a:cubicBezTo>
                    <a:pt x="479" y="118"/>
                    <a:pt x="477" y="118"/>
                    <a:pt x="476" y="118"/>
                  </a:cubicBezTo>
                  <a:cubicBezTo>
                    <a:pt x="476" y="117"/>
                    <a:pt x="478" y="117"/>
                    <a:pt x="478" y="117"/>
                  </a:cubicBezTo>
                  <a:close/>
                  <a:moveTo>
                    <a:pt x="478" y="100"/>
                  </a:move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lose/>
                  <a:moveTo>
                    <a:pt x="478" y="100"/>
                  </a:moveTo>
                  <a:cubicBezTo>
                    <a:pt x="479" y="100"/>
                    <a:pt x="478" y="100"/>
                    <a:pt x="478" y="100"/>
                  </a:cubicBezTo>
                  <a:close/>
                  <a:moveTo>
                    <a:pt x="476" y="97"/>
                  </a:moveTo>
                  <a:cubicBezTo>
                    <a:pt x="475" y="96"/>
                    <a:pt x="478" y="96"/>
                    <a:pt x="478" y="96"/>
                  </a:cubicBezTo>
                  <a:cubicBezTo>
                    <a:pt x="479" y="96"/>
                    <a:pt x="476" y="97"/>
                    <a:pt x="476" y="97"/>
                  </a:cubicBezTo>
                  <a:close/>
                  <a:moveTo>
                    <a:pt x="474" y="91"/>
                  </a:moveTo>
                  <a:cubicBezTo>
                    <a:pt x="474" y="90"/>
                    <a:pt x="475" y="90"/>
                    <a:pt x="476" y="90"/>
                  </a:cubicBezTo>
                  <a:cubicBezTo>
                    <a:pt x="477" y="92"/>
                    <a:pt x="474" y="92"/>
                    <a:pt x="474" y="91"/>
                  </a:cubicBezTo>
                  <a:close/>
                  <a:moveTo>
                    <a:pt x="477" y="107"/>
                  </a:moveTo>
                  <a:cubicBezTo>
                    <a:pt x="477" y="109"/>
                    <a:pt x="474" y="111"/>
                    <a:pt x="473" y="109"/>
                  </a:cubicBezTo>
                  <a:cubicBezTo>
                    <a:pt x="469" y="106"/>
                    <a:pt x="477" y="104"/>
                    <a:pt x="477" y="107"/>
                  </a:cubicBezTo>
                  <a:close/>
                  <a:moveTo>
                    <a:pt x="472" y="112"/>
                  </a:moveTo>
                  <a:cubicBezTo>
                    <a:pt x="475" y="114"/>
                    <a:pt x="468" y="116"/>
                    <a:pt x="470" y="113"/>
                  </a:cubicBezTo>
                  <a:cubicBezTo>
                    <a:pt x="471" y="112"/>
                    <a:pt x="472" y="112"/>
                    <a:pt x="472" y="112"/>
                  </a:cubicBezTo>
                  <a:close/>
                  <a:moveTo>
                    <a:pt x="475" y="122"/>
                  </a:moveTo>
                  <a:cubicBezTo>
                    <a:pt x="474" y="122"/>
                    <a:pt x="473" y="123"/>
                    <a:pt x="472" y="123"/>
                  </a:cubicBezTo>
                  <a:cubicBezTo>
                    <a:pt x="472" y="123"/>
                    <a:pt x="473" y="121"/>
                    <a:pt x="475" y="122"/>
                  </a:cubicBezTo>
                  <a:close/>
                  <a:moveTo>
                    <a:pt x="474" y="123"/>
                  </a:moveTo>
                  <a:cubicBezTo>
                    <a:pt x="474" y="123"/>
                    <a:pt x="475" y="123"/>
                    <a:pt x="475" y="124"/>
                  </a:cubicBezTo>
                  <a:cubicBezTo>
                    <a:pt x="475" y="124"/>
                    <a:pt x="474" y="124"/>
                    <a:pt x="474" y="123"/>
                  </a:cubicBezTo>
                  <a:close/>
                  <a:moveTo>
                    <a:pt x="477" y="158"/>
                  </a:moveTo>
                  <a:cubicBezTo>
                    <a:pt x="477" y="158"/>
                    <a:pt x="476" y="159"/>
                    <a:pt x="475" y="159"/>
                  </a:cubicBezTo>
                  <a:cubicBezTo>
                    <a:pt x="475" y="159"/>
                    <a:pt x="476" y="158"/>
                    <a:pt x="477" y="158"/>
                  </a:cubicBezTo>
                  <a:close/>
                  <a:moveTo>
                    <a:pt x="476" y="121"/>
                  </a:moveTo>
                  <a:cubicBezTo>
                    <a:pt x="477" y="121"/>
                    <a:pt x="478" y="119"/>
                    <a:pt x="479" y="120"/>
                  </a:cubicBezTo>
                  <a:cubicBezTo>
                    <a:pt x="478" y="121"/>
                    <a:pt x="477" y="121"/>
                    <a:pt x="476" y="121"/>
                  </a:cubicBezTo>
                  <a:close/>
                  <a:moveTo>
                    <a:pt x="472" y="165"/>
                  </a:moveTo>
                  <a:cubicBezTo>
                    <a:pt x="472" y="166"/>
                    <a:pt x="470" y="167"/>
                    <a:pt x="469" y="168"/>
                  </a:cubicBezTo>
                  <a:cubicBezTo>
                    <a:pt x="469" y="166"/>
                    <a:pt x="471" y="166"/>
                    <a:pt x="472" y="165"/>
                  </a:cubicBezTo>
                  <a:close/>
                  <a:moveTo>
                    <a:pt x="471" y="178"/>
                  </a:moveTo>
                  <a:cubicBezTo>
                    <a:pt x="471" y="175"/>
                    <a:pt x="476" y="174"/>
                    <a:pt x="477" y="177"/>
                  </a:cubicBezTo>
                  <a:cubicBezTo>
                    <a:pt x="477" y="181"/>
                    <a:pt x="471" y="180"/>
                    <a:pt x="471" y="178"/>
                  </a:cubicBezTo>
                  <a:close/>
                  <a:moveTo>
                    <a:pt x="472" y="233"/>
                  </a:moveTo>
                  <a:cubicBezTo>
                    <a:pt x="472" y="232"/>
                    <a:pt x="475" y="230"/>
                    <a:pt x="475" y="232"/>
                  </a:cubicBezTo>
                  <a:cubicBezTo>
                    <a:pt x="476" y="234"/>
                    <a:pt x="473" y="234"/>
                    <a:pt x="472" y="233"/>
                  </a:cubicBezTo>
                  <a:close/>
                  <a:moveTo>
                    <a:pt x="475" y="180"/>
                  </a:moveTo>
                  <a:cubicBezTo>
                    <a:pt x="475" y="180"/>
                    <a:pt x="476" y="179"/>
                    <a:pt x="477" y="180"/>
                  </a:cubicBezTo>
                  <a:cubicBezTo>
                    <a:pt x="478" y="181"/>
                    <a:pt x="475" y="181"/>
                    <a:pt x="475" y="180"/>
                  </a:cubicBezTo>
                  <a:close/>
                  <a:moveTo>
                    <a:pt x="482" y="155"/>
                  </a:moveTo>
                  <a:cubicBezTo>
                    <a:pt x="482" y="156"/>
                    <a:pt x="480" y="157"/>
                    <a:pt x="479" y="157"/>
                  </a:cubicBezTo>
                  <a:cubicBezTo>
                    <a:pt x="479" y="156"/>
                    <a:pt x="481" y="156"/>
                    <a:pt x="482" y="155"/>
                  </a:cubicBezTo>
                  <a:close/>
                  <a:moveTo>
                    <a:pt x="479" y="164"/>
                  </a:moveTo>
                  <a:cubicBezTo>
                    <a:pt x="479" y="162"/>
                    <a:pt x="481" y="163"/>
                    <a:pt x="479" y="164"/>
                  </a:cubicBezTo>
                  <a:close/>
                  <a:moveTo>
                    <a:pt x="479" y="175"/>
                  </a:moveTo>
                  <a:cubicBezTo>
                    <a:pt x="478" y="174"/>
                    <a:pt x="480" y="173"/>
                    <a:pt x="480" y="174"/>
                  </a:cubicBezTo>
                  <a:cubicBezTo>
                    <a:pt x="480" y="175"/>
                    <a:pt x="480" y="175"/>
                    <a:pt x="479" y="175"/>
                  </a:cubicBezTo>
                  <a:close/>
                  <a:moveTo>
                    <a:pt x="480" y="164"/>
                  </a:moveTo>
                  <a:cubicBezTo>
                    <a:pt x="480" y="163"/>
                    <a:pt x="484" y="161"/>
                    <a:pt x="484" y="164"/>
                  </a:cubicBezTo>
                  <a:cubicBezTo>
                    <a:pt x="484" y="166"/>
                    <a:pt x="480" y="166"/>
                    <a:pt x="480" y="164"/>
                  </a:cubicBezTo>
                  <a:close/>
                  <a:moveTo>
                    <a:pt x="482" y="188"/>
                  </a:moveTo>
                  <a:cubicBezTo>
                    <a:pt x="482" y="187"/>
                    <a:pt x="483" y="187"/>
                    <a:pt x="484" y="187"/>
                  </a:cubicBezTo>
                  <a:cubicBezTo>
                    <a:pt x="484" y="187"/>
                    <a:pt x="482" y="189"/>
                    <a:pt x="482" y="188"/>
                  </a:cubicBezTo>
                  <a:close/>
                  <a:moveTo>
                    <a:pt x="487" y="253"/>
                  </a:moveTo>
                  <a:cubicBezTo>
                    <a:pt x="487" y="255"/>
                    <a:pt x="485" y="254"/>
                    <a:pt x="487" y="253"/>
                  </a:cubicBezTo>
                  <a:close/>
                  <a:moveTo>
                    <a:pt x="484" y="228"/>
                  </a:moveTo>
                  <a:cubicBezTo>
                    <a:pt x="482" y="226"/>
                    <a:pt x="488" y="223"/>
                    <a:pt x="488" y="227"/>
                  </a:cubicBezTo>
                  <a:cubicBezTo>
                    <a:pt x="488" y="228"/>
                    <a:pt x="485" y="230"/>
                    <a:pt x="484" y="228"/>
                  </a:cubicBezTo>
                  <a:close/>
                  <a:moveTo>
                    <a:pt x="486" y="208"/>
                  </a:moveTo>
                  <a:cubicBezTo>
                    <a:pt x="486" y="207"/>
                    <a:pt x="488" y="206"/>
                    <a:pt x="488" y="207"/>
                  </a:cubicBezTo>
                  <a:cubicBezTo>
                    <a:pt x="488" y="208"/>
                    <a:pt x="487" y="209"/>
                    <a:pt x="486" y="208"/>
                  </a:cubicBezTo>
                  <a:close/>
                  <a:moveTo>
                    <a:pt x="490" y="250"/>
                  </a:moveTo>
                  <a:cubicBezTo>
                    <a:pt x="490" y="248"/>
                    <a:pt x="492" y="246"/>
                    <a:pt x="493" y="245"/>
                  </a:cubicBezTo>
                  <a:cubicBezTo>
                    <a:pt x="493" y="246"/>
                    <a:pt x="491" y="248"/>
                    <a:pt x="490" y="250"/>
                  </a:cubicBezTo>
                  <a:close/>
                  <a:moveTo>
                    <a:pt x="494" y="245"/>
                  </a:moveTo>
                  <a:cubicBezTo>
                    <a:pt x="494" y="244"/>
                    <a:pt x="495" y="243"/>
                    <a:pt x="495" y="243"/>
                  </a:cubicBezTo>
                  <a:cubicBezTo>
                    <a:pt x="496" y="243"/>
                    <a:pt x="494" y="245"/>
                    <a:pt x="494" y="245"/>
                  </a:cubicBezTo>
                  <a:close/>
                  <a:moveTo>
                    <a:pt x="499" y="230"/>
                  </a:moveTo>
                  <a:cubicBezTo>
                    <a:pt x="499" y="229"/>
                    <a:pt x="501" y="229"/>
                    <a:pt x="501" y="229"/>
                  </a:cubicBezTo>
                  <a:cubicBezTo>
                    <a:pt x="502" y="229"/>
                    <a:pt x="500" y="230"/>
                    <a:pt x="499" y="230"/>
                  </a:cubicBezTo>
                  <a:close/>
                  <a:moveTo>
                    <a:pt x="496" y="230"/>
                  </a:moveTo>
                  <a:cubicBezTo>
                    <a:pt x="496" y="230"/>
                    <a:pt x="491" y="233"/>
                    <a:pt x="492" y="231"/>
                  </a:cubicBezTo>
                  <a:cubicBezTo>
                    <a:pt x="492" y="230"/>
                    <a:pt x="497" y="229"/>
                    <a:pt x="497" y="229"/>
                  </a:cubicBezTo>
                  <a:cubicBezTo>
                    <a:pt x="500" y="228"/>
                    <a:pt x="503" y="225"/>
                    <a:pt x="506" y="225"/>
                  </a:cubicBezTo>
                  <a:cubicBezTo>
                    <a:pt x="505" y="228"/>
                    <a:pt x="498" y="229"/>
                    <a:pt x="496" y="230"/>
                  </a:cubicBezTo>
                  <a:close/>
                  <a:moveTo>
                    <a:pt x="505" y="195"/>
                  </a:moveTo>
                  <a:cubicBezTo>
                    <a:pt x="505" y="194"/>
                    <a:pt x="507" y="192"/>
                    <a:pt x="508" y="193"/>
                  </a:cubicBezTo>
                  <a:cubicBezTo>
                    <a:pt x="508" y="194"/>
                    <a:pt x="506" y="196"/>
                    <a:pt x="505" y="195"/>
                  </a:cubicBezTo>
                  <a:close/>
                  <a:moveTo>
                    <a:pt x="507" y="222"/>
                  </a:moveTo>
                  <a:cubicBezTo>
                    <a:pt x="507" y="222"/>
                    <a:pt x="508" y="222"/>
                    <a:pt x="508" y="222"/>
                  </a:cubicBezTo>
                  <a:cubicBezTo>
                    <a:pt x="510" y="223"/>
                    <a:pt x="504" y="225"/>
                    <a:pt x="507" y="222"/>
                  </a:cubicBezTo>
                  <a:close/>
                  <a:moveTo>
                    <a:pt x="506" y="190"/>
                  </a:moveTo>
                  <a:cubicBezTo>
                    <a:pt x="506" y="189"/>
                    <a:pt x="507" y="188"/>
                    <a:pt x="509" y="188"/>
                  </a:cubicBezTo>
                  <a:cubicBezTo>
                    <a:pt x="508" y="189"/>
                    <a:pt x="507" y="190"/>
                    <a:pt x="506" y="190"/>
                  </a:cubicBezTo>
                  <a:close/>
                  <a:moveTo>
                    <a:pt x="516" y="247"/>
                  </a:moveTo>
                  <a:cubicBezTo>
                    <a:pt x="514" y="248"/>
                    <a:pt x="511" y="250"/>
                    <a:pt x="509" y="250"/>
                  </a:cubicBezTo>
                  <a:cubicBezTo>
                    <a:pt x="510" y="249"/>
                    <a:pt x="514" y="248"/>
                    <a:pt x="516" y="247"/>
                  </a:cubicBezTo>
                  <a:close/>
                  <a:moveTo>
                    <a:pt x="512" y="258"/>
                  </a:moveTo>
                  <a:cubicBezTo>
                    <a:pt x="512" y="255"/>
                    <a:pt x="516" y="256"/>
                    <a:pt x="516" y="257"/>
                  </a:cubicBezTo>
                  <a:cubicBezTo>
                    <a:pt x="517" y="258"/>
                    <a:pt x="512" y="260"/>
                    <a:pt x="512" y="258"/>
                  </a:cubicBezTo>
                  <a:close/>
                  <a:moveTo>
                    <a:pt x="517" y="268"/>
                  </a:moveTo>
                  <a:cubicBezTo>
                    <a:pt x="516" y="269"/>
                    <a:pt x="517" y="268"/>
                    <a:pt x="517" y="268"/>
                  </a:cubicBezTo>
                  <a:cubicBezTo>
                    <a:pt x="517" y="268"/>
                    <a:pt x="517" y="268"/>
                    <a:pt x="517" y="268"/>
                  </a:cubicBezTo>
                  <a:close/>
                  <a:moveTo>
                    <a:pt x="517" y="247"/>
                  </a:moveTo>
                  <a:cubicBezTo>
                    <a:pt x="517" y="247"/>
                    <a:pt x="517" y="247"/>
                    <a:pt x="517" y="247"/>
                  </a:cubicBezTo>
                  <a:cubicBezTo>
                    <a:pt x="518" y="247"/>
                    <a:pt x="517" y="247"/>
                    <a:pt x="517" y="247"/>
                  </a:cubicBezTo>
                  <a:close/>
                  <a:moveTo>
                    <a:pt x="518" y="154"/>
                  </a:moveTo>
                  <a:cubicBezTo>
                    <a:pt x="517" y="151"/>
                    <a:pt x="524" y="153"/>
                    <a:pt x="524" y="154"/>
                  </a:cubicBezTo>
                  <a:cubicBezTo>
                    <a:pt x="524" y="154"/>
                    <a:pt x="523" y="155"/>
                    <a:pt x="523" y="155"/>
                  </a:cubicBezTo>
                  <a:cubicBezTo>
                    <a:pt x="523" y="156"/>
                    <a:pt x="522" y="158"/>
                    <a:pt x="521" y="156"/>
                  </a:cubicBezTo>
                  <a:cubicBezTo>
                    <a:pt x="521" y="156"/>
                    <a:pt x="521" y="155"/>
                    <a:pt x="521" y="155"/>
                  </a:cubicBezTo>
                  <a:cubicBezTo>
                    <a:pt x="520" y="155"/>
                    <a:pt x="518" y="155"/>
                    <a:pt x="518" y="154"/>
                  </a:cubicBezTo>
                  <a:close/>
                  <a:moveTo>
                    <a:pt x="518" y="188"/>
                  </a:moveTo>
                  <a:cubicBezTo>
                    <a:pt x="518" y="186"/>
                    <a:pt x="524" y="185"/>
                    <a:pt x="524" y="188"/>
                  </a:cubicBezTo>
                  <a:cubicBezTo>
                    <a:pt x="524" y="190"/>
                    <a:pt x="519" y="190"/>
                    <a:pt x="518" y="188"/>
                  </a:cubicBezTo>
                  <a:close/>
                  <a:moveTo>
                    <a:pt x="522" y="286"/>
                  </a:moveTo>
                  <a:cubicBezTo>
                    <a:pt x="522" y="285"/>
                    <a:pt x="522" y="285"/>
                    <a:pt x="522" y="285"/>
                  </a:cubicBezTo>
                  <a:cubicBezTo>
                    <a:pt x="523" y="285"/>
                    <a:pt x="522" y="286"/>
                    <a:pt x="522" y="286"/>
                  </a:cubicBezTo>
                  <a:close/>
                  <a:moveTo>
                    <a:pt x="521" y="231"/>
                  </a:moveTo>
                  <a:cubicBezTo>
                    <a:pt x="518" y="232"/>
                    <a:pt x="522" y="229"/>
                    <a:pt x="523" y="228"/>
                  </a:cubicBezTo>
                  <a:cubicBezTo>
                    <a:pt x="524" y="226"/>
                    <a:pt x="526" y="223"/>
                    <a:pt x="528" y="220"/>
                  </a:cubicBezTo>
                  <a:cubicBezTo>
                    <a:pt x="528" y="221"/>
                    <a:pt x="527" y="221"/>
                    <a:pt x="527" y="220"/>
                  </a:cubicBezTo>
                  <a:cubicBezTo>
                    <a:pt x="527" y="220"/>
                    <a:pt x="528" y="220"/>
                    <a:pt x="528" y="220"/>
                  </a:cubicBezTo>
                  <a:cubicBezTo>
                    <a:pt x="528" y="220"/>
                    <a:pt x="528" y="220"/>
                    <a:pt x="528" y="220"/>
                  </a:cubicBezTo>
                  <a:cubicBezTo>
                    <a:pt x="529" y="219"/>
                    <a:pt x="529" y="218"/>
                    <a:pt x="530" y="218"/>
                  </a:cubicBezTo>
                  <a:cubicBezTo>
                    <a:pt x="530" y="218"/>
                    <a:pt x="531" y="218"/>
                    <a:pt x="531" y="218"/>
                  </a:cubicBezTo>
                  <a:cubicBezTo>
                    <a:pt x="531" y="218"/>
                    <a:pt x="529" y="220"/>
                    <a:pt x="528" y="222"/>
                  </a:cubicBezTo>
                  <a:cubicBezTo>
                    <a:pt x="527" y="223"/>
                    <a:pt x="523" y="230"/>
                    <a:pt x="521" y="231"/>
                  </a:cubicBezTo>
                  <a:close/>
                  <a:moveTo>
                    <a:pt x="530" y="232"/>
                  </a:moveTo>
                  <a:cubicBezTo>
                    <a:pt x="530" y="232"/>
                    <a:pt x="530" y="232"/>
                    <a:pt x="531" y="232"/>
                  </a:cubicBezTo>
                  <a:cubicBezTo>
                    <a:pt x="531" y="232"/>
                    <a:pt x="530" y="233"/>
                    <a:pt x="530" y="232"/>
                  </a:cubicBezTo>
                  <a:close/>
                  <a:moveTo>
                    <a:pt x="530" y="268"/>
                  </a:move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lose/>
                  <a:moveTo>
                    <a:pt x="530" y="256"/>
                  </a:moveTo>
                  <a:cubicBezTo>
                    <a:pt x="530" y="256"/>
                    <a:pt x="531" y="255"/>
                    <a:pt x="531" y="256"/>
                  </a:cubicBezTo>
                  <a:cubicBezTo>
                    <a:pt x="532" y="258"/>
                    <a:pt x="529" y="258"/>
                    <a:pt x="530" y="256"/>
                  </a:cubicBezTo>
                  <a:close/>
                  <a:moveTo>
                    <a:pt x="533" y="312"/>
                  </a:moveTo>
                  <a:cubicBezTo>
                    <a:pt x="533" y="311"/>
                    <a:pt x="533" y="310"/>
                    <a:pt x="534" y="310"/>
                  </a:cubicBezTo>
                  <a:cubicBezTo>
                    <a:pt x="536" y="308"/>
                    <a:pt x="535" y="313"/>
                    <a:pt x="533" y="312"/>
                  </a:cubicBezTo>
                  <a:close/>
                  <a:moveTo>
                    <a:pt x="533" y="230"/>
                  </a:moveTo>
                  <a:cubicBezTo>
                    <a:pt x="534" y="229"/>
                    <a:pt x="535" y="232"/>
                    <a:pt x="533" y="231"/>
                  </a:cubicBezTo>
                  <a:cubicBezTo>
                    <a:pt x="533" y="231"/>
                    <a:pt x="533" y="230"/>
                    <a:pt x="533" y="230"/>
                  </a:cubicBezTo>
                  <a:close/>
                  <a:moveTo>
                    <a:pt x="531" y="215"/>
                  </a:moveTo>
                  <a:cubicBezTo>
                    <a:pt x="530" y="213"/>
                    <a:pt x="535" y="211"/>
                    <a:pt x="535" y="214"/>
                  </a:cubicBezTo>
                  <a:cubicBezTo>
                    <a:pt x="535" y="215"/>
                    <a:pt x="531" y="217"/>
                    <a:pt x="531" y="215"/>
                  </a:cubicBezTo>
                  <a:close/>
                  <a:moveTo>
                    <a:pt x="530" y="135"/>
                  </a:moveTo>
                  <a:cubicBezTo>
                    <a:pt x="532" y="134"/>
                    <a:pt x="534" y="133"/>
                    <a:pt x="536" y="131"/>
                  </a:cubicBezTo>
                  <a:cubicBezTo>
                    <a:pt x="535" y="134"/>
                    <a:pt x="532" y="134"/>
                    <a:pt x="530" y="135"/>
                  </a:cubicBezTo>
                  <a:close/>
                  <a:moveTo>
                    <a:pt x="598" y="198"/>
                  </a:moveTo>
                  <a:cubicBezTo>
                    <a:pt x="598" y="198"/>
                    <a:pt x="597" y="199"/>
                    <a:pt x="597" y="199"/>
                  </a:cubicBezTo>
                  <a:cubicBezTo>
                    <a:pt x="596" y="198"/>
                    <a:pt x="598" y="198"/>
                    <a:pt x="598" y="198"/>
                  </a:cubicBezTo>
                  <a:close/>
                  <a:moveTo>
                    <a:pt x="596" y="204"/>
                  </a:moveTo>
                  <a:cubicBezTo>
                    <a:pt x="598" y="202"/>
                    <a:pt x="597" y="205"/>
                    <a:pt x="596" y="205"/>
                  </a:cubicBezTo>
                  <a:cubicBezTo>
                    <a:pt x="596" y="204"/>
                    <a:pt x="596" y="204"/>
                    <a:pt x="596" y="204"/>
                  </a:cubicBezTo>
                  <a:close/>
                  <a:moveTo>
                    <a:pt x="596" y="235"/>
                  </a:moveTo>
                  <a:cubicBezTo>
                    <a:pt x="597" y="235"/>
                    <a:pt x="598" y="234"/>
                    <a:pt x="598" y="235"/>
                  </a:cubicBezTo>
                  <a:cubicBezTo>
                    <a:pt x="601" y="237"/>
                    <a:pt x="594" y="238"/>
                    <a:pt x="596" y="235"/>
                  </a:cubicBezTo>
                  <a:close/>
                  <a:moveTo>
                    <a:pt x="599" y="282"/>
                  </a:moveTo>
                  <a:cubicBezTo>
                    <a:pt x="598" y="284"/>
                    <a:pt x="597" y="283"/>
                    <a:pt x="599" y="282"/>
                  </a:cubicBezTo>
                  <a:close/>
                  <a:moveTo>
                    <a:pt x="594" y="323"/>
                  </a:moveTo>
                  <a:cubicBezTo>
                    <a:pt x="594" y="322"/>
                    <a:pt x="595" y="322"/>
                    <a:pt x="595" y="322"/>
                  </a:cubicBezTo>
                  <a:cubicBezTo>
                    <a:pt x="597" y="323"/>
                    <a:pt x="593" y="325"/>
                    <a:pt x="594" y="323"/>
                  </a:cubicBezTo>
                  <a:close/>
                  <a:moveTo>
                    <a:pt x="596" y="370"/>
                  </a:moveTo>
                  <a:cubicBezTo>
                    <a:pt x="597" y="370"/>
                    <a:pt x="594" y="371"/>
                    <a:pt x="596" y="370"/>
                  </a:cubicBezTo>
                  <a:close/>
                  <a:moveTo>
                    <a:pt x="594" y="263"/>
                  </a:moveTo>
                  <a:cubicBezTo>
                    <a:pt x="595" y="262"/>
                    <a:pt x="596" y="264"/>
                    <a:pt x="594" y="263"/>
                  </a:cubicBezTo>
                  <a:close/>
                  <a:moveTo>
                    <a:pt x="594" y="231"/>
                  </a:moveTo>
                  <a:cubicBezTo>
                    <a:pt x="595" y="231"/>
                    <a:pt x="594" y="232"/>
                    <a:pt x="594" y="231"/>
                  </a:cubicBezTo>
                  <a:cubicBezTo>
                    <a:pt x="594" y="231"/>
                    <a:pt x="594" y="231"/>
                    <a:pt x="594" y="231"/>
                  </a:cubicBezTo>
                  <a:close/>
                  <a:moveTo>
                    <a:pt x="592" y="198"/>
                  </a:moveTo>
                  <a:cubicBezTo>
                    <a:pt x="594" y="196"/>
                    <a:pt x="594" y="199"/>
                    <a:pt x="592" y="198"/>
                  </a:cubicBezTo>
                  <a:close/>
                  <a:moveTo>
                    <a:pt x="594" y="244"/>
                  </a:moveTo>
                  <a:cubicBezTo>
                    <a:pt x="594" y="245"/>
                    <a:pt x="593" y="245"/>
                    <a:pt x="591" y="246"/>
                  </a:cubicBezTo>
                  <a:cubicBezTo>
                    <a:pt x="592" y="245"/>
                    <a:pt x="593" y="244"/>
                    <a:pt x="594" y="244"/>
                  </a:cubicBezTo>
                  <a:close/>
                  <a:moveTo>
                    <a:pt x="589" y="200"/>
                  </a:moveTo>
                  <a:cubicBezTo>
                    <a:pt x="590" y="201"/>
                    <a:pt x="588" y="202"/>
                    <a:pt x="588" y="202"/>
                  </a:cubicBezTo>
                  <a:cubicBezTo>
                    <a:pt x="588" y="201"/>
                    <a:pt x="589" y="201"/>
                    <a:pt x="589" y="200"/>
                  </a:cubicBezTo>
                  <a:close/>
                  <a:moveTo>
                    <a:pt x="591" y="200"/>
                  </a:moveTo>
                  <a:cubicBezTo>
                    <a:pt x="590" y="203"/>
                    <a:pt x="589" y="206"/>
                    <a:pt x="586" y="208"/>
                  </a:cubicBezTo>
                  <a:cubicBezTo>
                    <a:pt x="588" y="206"/>
                    <a:pt x="589" y="203"/>
                    <a:pt x="591" y="200"/>
                  </a:cubicBezTo>
                  <a:close/>
                  <a:moveTo>
                    <a:pt x="590" y="339"/>
                  </a:moveTo>
                  <a:cubicBezTo>
                    <a:pt x="591" y="338"/>
                    <a:pt x="590" y="340"/>
                    <a:pt x="590" y="339"/>
                  </a:cubicBezTo>
                  <a:close/>
                  <a:moveTo>
                    <a:pt x="590" y="246"/>
                  </a:moveTo>
                  <a:cubicBezTo>
                    <a:pt x="591" y="246"/>
                    <a:pt x="591" y="246"/>
                    <a:pt x="590" y="246"/>
                  </a:cubicBezTo>
                  <a:close/>
                  <a:moveTo>
                    <a:pt x="590" y="246"/>
                  </a:moveTo>
                  <a:cubicBezTo>
                    <a:pt x="590" y="246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6"/>
                  </a:cubicBezTo>
                  <a:close/>
                  <a:moveTo>
                    <a:pt x="587" y="206"/>
                  </a:moveTo>
                  <a:cubicBezTo>
                    <a:pt x="587" y="206"/>
                    <a:pt x="586" y="205"/>
                    <a:pt x="586" y="205"/>
                  </a:cubicBezTo>
                  <a:cubicBezTo>
                    <a:pt x="587" y="204"/>
                    <a:pt x="587" y="208"/>
                    <a:pt x="587" y="206"/>
                  </a:cubicBezTo>
                  <a:close/>
                  <a:moveTo>
                    <a:pt x="586" y="210"/>
                  </a:moveTo>
                  <a:cubicBezTo>
                    <a:pt x="587" y="211"/>
                    <a:pt x="585" y="212"/>
                    <a:pt x="585" y="213"/>
                  </a:cubicBezTo>
                  <a:cubicBezTo>
                    <a:pt x="584" y="212"/>
                    <a:pt x="586" y="210"/>
                    <a:pt x="586" y="210"/>
                  </a:cubicBezTo>
                  <a:close/>
                  <a:moveTo>
                    <a:pt x="585" y="229"/>
                  </a:moveTo>
                  <a:cubicBezTo>
                    <a:pt x="586" y="228"/>
                    <a:pt x="585" y="230"/>
                    <a:pt x="584" y="230"/>
                  </a:cubicBezTo>
                  <a:cubicBezTo>
                    <a:pt x="584" y="230"/>
                    <a:pt x="585" y="229"/>
                    <a:pt x="585" y="229"/>
                  </a:cubicBezTo>
                  <a:close/>
                  <a:moveTo>
                    <a:pt x="584" y="214"/>
                  </a:moveTo>
                  <a:cubicBezTo>
                    <a:pt x="584" y="212"/>
                    <a:pt x="585" y="214"/>
                    <a:pt x="584" y="214"/>
                  </a:cubicBezTo>
                  <a:close/>
                  <a:moveTo>
                    <a:pt x="583" y="250"/>
                  </a:moveTo>
                  <a:cubicBezTo>
                    <a:pt x="583" y="250"/>
                    <a:pt x="583" y="251"/>
                    <a:pt x="582" y="251"/>
                  </a:cubicBezTo>
                  <a:cubicBezTo>
                    <a:pt x="582" y="251"/>
                    <a:pt x="581" y="251"/>
                    <a:pt x="581" y="251"/>
                  </a:cubicBezTo>
                  <a:cubicBezTo>
                    <a:pt x="582" y="251"/>
                    <a:pt x="583" y="251"/>
                    <a:pt x="583" y="250"/>
                  </a:cubicBezTo>
                  <a:close/>
                  <a:moveTo>
                    <a:pt x="579" y="195"/>
                  </a:moveTo>
                  <a:cubicBezTo>
                    <a:pt x="578" y="194"/>
                    <a:pt x="581" y="195"/>
                    <a:pt x="579" y="195"/>
                  </a:cubicBezTo>
                  <a:close/>
                  <a:moveTo>
                    <a:pt x="578" y="186"/>
                  </a:moveTo>
                  <a:cubicBezTo>
                    <a:pt x="578" y="188"/>
                    <a:pt x="573" y="190"/>
                    <a:pt x="572" y="187"/>
                  </a:cubicBezTo>
                  <a:cubicBezTo>
                    <a:pt x="571" y="184"/>
                    <a:pt x="579" y="182"/>
                    <a:pt x="578" y="186"/>
                  </a:cubicBezTo>
                  <a:close/>
                  <a:moveTo>
                    <a:pt x="576" y="196"/>
                  </a:moveTo>
                  <a:cubicBezTo>
                    <a:pt x="576" y="196"/>
                    <a:pt x="576" y="196"/>
                    <a:pt x="576" y="196"/>
                  </a:cubicBezTo>
                  <a:cubicBezTo>
                    <a:pt x="577" y="198"/>
                    <a:pt x="574" y="195"/>
                    <a:pt x="576" y="196"/>
                  </a:cubicBezTo>
                  <a:close/>
                  <a:moveTo>
                    <a:pt x="573" y="191"/>
                  </a:moveTo>
                  <a:cubicBezTo>
                    <a:pt x="572" y="191"/>
                    <a:pt x="571" y="192"/>
                    <a:pt x="570" y="192"/>
                  </a:cubicBezTo>
                  <a:cubicBezTo>
                    <a:pt x="570" y="191"/>
                    <a:pt x="573" y="190"/>
                    <a:pt x="573" y="191"/>
                  </a:cubicBezTo>
                  <a:close/>
                  <a:moveTo>
                    <a:pt x="565" y="201"/>
                  </a:moveTo>
                  <a:cubicBezTo>
                    <a:pt x="565" y="202"/>
                    <a:pt x="563" y="202"/>
                    <a:pt x="563" y="201"/>
                  </a:cubicBezTo>
                  <a:cubicBezTo>
                    <a:pt x="563" y="200"/>
                    <a:pt x="564" y="200"/>
                    <a:pt x="565" y="201"/>
                  </a:cubicBezTo>
                  <a:close/>
                  <a:moveTo>
                    <a:pt x="569" y="202"/>
                  </a:moveTo>
                  <a:cubicBezTo>
                    <a:pt x="568" y="201"/>
                    <a:pt x="562" y="207"/>
                    <a:pt x="562" y="205"/>
                  </a:cubicBezTo>
                  <a:cubicBezTo>
                    <a:pt x="562" y="204"/>
                    <a:pt x="567" y="200"/>
                    <a:pt x="569" y="202"/>
                  </a:cubicBezTo>
                  <a:close/>
                  <a:moveTo>
                    <a:pt x="563" y="247"/>
                  </a:moveTo>
                  <a:cubicBezTo>
                    <a:pt x="563" y="247"/>
                    <a:pt x="561" y="248"/>
                    <a:pt x="561" y="248"/>
                  </a:cubicBezTo>
                  <a:cubicBezTo>
                    <a:pt x="560" y="247"/>
                    <a:pt x="562" y="245"/>
                    <a:pt x="563" y="247"/>
                  </a:cubicBezTo>
                  <a:close/>
                  <a:moveTo>
                    <a:pt x="562" y="189"/>
                  </a:moveTo>
                  <a:cubicBezTo>
                    <a:pt x="563" y="190"/>
                    <a:pt x="560" y="191"/>
                    <a:pt x="560" y="190"/>
                  </a:cubicBezTo>
                  <a:cubicBezTo>
                    <a:pt x="560" y="189"/>
                    <a:pt x="562" y="189"/>
                    <a:pt x="562" y="189"/>
                  </a:cubicBezTo>
                  <a:close/>
                  <a:moveTo>
                    <a:pt x="560" y="205"/>
                  </a:moveTo>
                  <a:cubicBezTo>
                    <a:pt x="563" y="203"/>
                    <a:pt x="562" y="209"/>
                    <a:pt x="560" y="207"/>
                  </a:cubicBezTo>
                  <a:cubicBezTo>
                    <a:pt x="558" y="207"/>
                    <a:pt x="560" y="205"/>
                    <a:pt x="560" y="205"/>
                  </a:cubicBezTo>
                  <a:close/>
                  <a:moveTo>
                    <a:pt x="560" y="264"/>
                  </a:moveTo>
                  <a:cubicBezTo>
                    <a:pt x="562" y="263"/>
                    <a:pt x="559" y="266"/>
                    <a:pt x="560" y="264"/>
                  </a:cubicBezTo>
                  <a:cubicBezTo>
                    <a:pt x="560" y="264"/>
                    <a:pt x="560" y="264"/>
                    <a:pt x="560" y="264"/>
                  </a:cubicBezTo>
                  <a:close/>
                  <a:moveTo>
                    <a:pt x="556" y="180"/>
                  </a:moveTo>
                  <a:cubicBezTo>
                    <a:pt x="557" y="181"/>
                    <a:pt x="555" y="182"/>
                    <a:pt x="555" y="181"/>
                  </a:cubicBezTo>
                  <a:cubicBezTo>
                    <a:pt x="555" y="181"/>
                    <a:pt x="556" y="181"/>
                    <a:pt x="556" y="180"/>
                  </a:cubicBezTo>
                  <a:close/>
                  <a:moveTo>
                    <a:pt x="554" y="138"/>
                  </a:moveTo>
                  <a:cubicBezTo>
                    <a:pt x="554" y="138"/>
                    <a:pt x="555" y="138"/>
                    <a:pt x="555" y="138"/>
                  </a:cubicBezTo>
                  <a:cubicBezTo>
                    <a:pt x="555" y="140"/>
                    <a:pt x="552" y="136"/>
                    <a:pt x="554" y="138"/>
                  </a:cubicBezTo>
                  <a:close/>
                  <a:moveTo>
                    <a:pt x="555" y="219"/>
                  </a:moveTo>
                  <a:cubicBezTo>
                    <a:pt x="555" y="219"/>
                    <a:pt x="554" y="221"/>
                    <a:pt x="553" y="221"/>
                  </a:cubicBezTo>
                  <a:cubicBezTo>
                    <a:pt x="553" y="220"/>
                    <a:pt x="554" y="218"/>
                    <a:pt x="555" y="219"/>
                  </a:cubicBezTo>
                  <a:close/>
                  <a:moveTo>
                    <a:pt x="553" y="245"/>
                  </a:moveTo>
                  <a:cubicBezTo>
                    <a:pt x="554" y="245"/>
                    <a:pt x="552" y="246"/>
                    <a:pt x="552" y="245"/>
                  </a:cubicBezTo>
                  <a:cubicBezTo>
                    <a:pt x="552" y="244"/>
                    <a:pt x="553" y="244"/>
                    <a:pt x="553" y="245"/>
                  </a:cubicBezTo>
                  <a:close/>
                  <a:moveTo>
                    <a:pt x="552" y="182"/>
                  </a:move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lose/>
                  <a:moveTo>
                    <a:pt x="552" y="133"/>
                  </a:moveTo>
                  <a:cubicBezTo>
                    <a:pt x="552" y="133"/>
                    <a:pt x="551" y="135"/>
                    <a:pt x="551" y="134"/>
                  </a:cubicBezTo>
                  <a:cubicBezTo>
                    <a:pt x="550" y="133"/>
                    <a:pt x="552" y="133"/>
                    <a:pt x="552" y="133"/>
                  </a:cubicBezTo>
                  <a:close/>
                  <a:moveTo>
                    <a:pt x="552" y="158"/>
                  </a:moveTo>
                  <a:cubicBezTo>
                    <a:pt x="552" y="159"/>
                    <a:pt x="550" y="160"/>
                    <a:pt x="550" y="159"/>
                  </a:cubicBezTo>
                  <a:cubicBezTo>
                    <a:pt x="550" y="158"/>
                    <a:pt x="551" y="158"/>
                    <a:pt x="552" y="158"/>
                  </a:cubicBezTo>
                  <a:close/>
                  <a:moveTo>
                    <a:pt x="552" y="177"/>
                  </a:moveTo>
                  <a:cubicBezTo>
                    <a:pt x="552" y="179"/>
                    <a:pt x="548" y="179"/>
                    <a:pt x="548" y="177"/>
                  </a:cubicBezTo>
                  <a:cubicBezTo>
                    <a:pt x="548" y="176"/>
                    <a:pt x="551" y="175"/>
                    <a:pt x="552" y="177"/>
                  </a:cubicBezTo>
                  <a:close/>
                  <a:moveTo>
                    <a:pt x="547" y="170"/>
                  </a:moveTo>
                  <a:cubicBezTo>
                    <a:pt x="548" y="170"/>
                    <a:pt x="547" y="171"/>
                    <a:pt x="546" y="171"/>
                  </a:cubicBezTo>
                  <a:cubicBezTo>
                    <a:pt x="546" y="170"/>
                    <a:pt x="547" y="170"/>
                    <a:pt x="547" y="170"/>
                  </a:cubicBezTo>
                  <a:close/>
                  <a:moveTo>
                    <a:pt x="547" y="166"/>
                  </a:moveTo>
                  <a:cubicBezTo>
                    <a:pt x="548" y="167"/>
                    <a:pt x="547" y="165"/>
                    <a:pt x="547" y="166"/>
                  </a:cubicBezTo>
                  <a:close/>
                  <a:moveTo>
                    <a:pt x="548" y="133"/>
                  </a:moveTo>
                  <a:cubicBezTo>
                    <a:pt x="548" y="134"/>
                    <a:pt x="547" y="134"/>
                    <a:pt x="546" y="134"/>
                  </a:cubicBezTo>
                  <a:cubicBezTo>
                    <a:pt x="546" y="133"/>
                    <a:pt x="547" y="134"/>
                    <a:pt x="548" y="133"/>
                  </a:cubicBezTo>
                  <a:close/>
                  <a:moveTo>
                    <a:pt x="547" y="176"/>
                  </a:moveTo>
                  <a:cubicBezTo>
                    <a:pt x="547" y="177"/>
                    <a:pt x="545" y="176"/>
                    <a:pt x="547" y="176"/>
                  </a:cubicBezTo>
                  <a:close/>
                  <a:moveTo>
                    <a:pt x="546" y="168"/>
                  </a:moveTo>
                  <a:cubicBezTo>
                    <a:pt x="546" y="169"/>
                    <a:pt x="544" y="170"/>
                    <a:pt x="544" y="168"/>
                  </a:cubicBezTo>
                  <a:cubicBezTo>
                    <a:pt x="545" y="168"/>
                    <a:pt x="545" y="168"/>
                    <a:pt x="546" y="168"/>
                  </a:cubicBezTo>
                  <a:close/>
                  <a:moveTo>
                    <a:pt x="545" y="141"/>
                  </a:moveTo>
                  <a:cubicBezTo>
                    <a:pt x="546" y="143"/>
                    <a:pt x="542" y="142"/>
                    <a:pt x="542" y="141"/>
                  </a:cubicBezTo>
                  <a:cubicBezTo>
                    <a:pt x="543" y="140"/>
                    <a:pt x="545" y="140"/>
                    <a:pt x="545" y="141"/>
                  </a:cubicBezTo>
                  <a:close/>
                  <a:moveTo>
                    <a:pt x="540" y="150"/>
                  </a:moveTo>
                  <a:cubicBezTo>
                    <a:pt x="540" y="150"/>
                    <a:pt x="538" y="151"/>
                    <a:pt x="537" y="150"/>
                  </a:cubicBezTo>
                  <a:cubicBezTo>
                    <a:pt x="537" y="149"/>
                    <a:pt x="539" y="148"/>
                    <a:pt x="540" y="150"/>
                  </a:cubicBezTo>
                  <a:close/>
                  <a:moveTo>
                    <a:pt x="537" y="158"/>
                  </a:moveTo>
                  <a:cubicBezTo>
                    <a:pt x="537" y="158"/>
                    <a:pt x="538" y="157"/>
                    <a:pt x="538" y="157"/>
                  </a:cubicBezTo>
                  <a:cubicBezTo>
                    <a:pt x="539" y="157"/>
                    <a:pt x="537" y="159"/>
                    <a:pt x="537" y="158"/>
                  </a:cubicBezTo>
                  <a:close/>
                  <a:moveTo>
                    <a:pt x="538" y="165"/>
                  </a:moveTo>
                  <a:cubicBezTo>
                    <a:pt x="538" y="165"/>
                    <a:pt x="540" y="163"/>
                    <a:pt x="540" y="165"/>
                  </a:cubicBezTo>
                  <a:cubicBezTo>
                    <a:pt x="540" y="164"/>
                    <a:pt x="539" y="166"/>
                    <a:pt x="538" y="165"/>
                  </a:cubicBezTo>
                  <a:close/>
                  <a:moveTo>
                    <a:pt x="540" y="214"/>
                  </a:moveTo>
                  <a:cubicBezTo>
                    <a:pt x="541" y="215"/>
                    <a:pt x="540" y="215"/>
                    <a:pt x="540" y="215"/>
                  </a:cubicBezTo>
                  <a:cubicBezTo>
                    <a:pt x="539" y="214"/>
                    <a:pt x="540" y="214"/>
                    <a:pt x="540" y="214"/>
                  </a:cubicBezTo>
                  <a:close/>
                  <a:moveTo>
                    <a:pt x="541" y="291"/>
                  </a:moveTo>
                  <a:cubicBezTo>
                    <a:pt x="540" y="291"/>
                    <a:pt x="539" y="291"/>
                    <a:pt x="540" y="290"/>
                  </a:cubicBezTo>
                  <a:cubicBezTo>
                    <a:pt x="540" y="289"/>
                    <a:pt x="541" y="290"/>
                    <a:pt x="541" y="291"/>
                  </a:cubicBezTo>
                  <a:close/>
                  <a:moveTo>
                    <a:pt x="541" y="212"/>
                  </a:moveTo>
                  <a:cubicBezTo>
                    <a:pt x="541" y="212"/>
                    <a:pt x="541" y="212"/>
                    <a:pt x="541" y="212"/>
                  </a:cubicBezTo>
                  <a:cubicBezTo>
                    <a:pt x="541" y="212"/>
                    <a:pt x="541" y="212"/>
                    <a:pt x="541" y="212"/>
                  </a:cubicBezTo>
                  <a:cubicBezTo>
                    <a:pt x="540" y="212"/>
                    <a:pt x="540" y="211"/>
                    <a:pt x="541" y="210"/>
                  </a:cubicBezTo>
                  <a:cubicBezTo>
                    <a:pt x="542" y="209"/>
                    <a:pt x="542" y="210"/>
                    <a:pt x="542" y="211"/>
                  </a:cubicBezTo>
                  <a:cubicBezTo>
                    <a:pt x="543" y="211"/>
                    <a:pt x="544" y="211"/>
                    <a:pt x="544" y="210"/>
                  </a:cubicBezTo>
                  <a:cubicBezTo>
                    <a:pt x="545" y="210"/>
                    <a:pt x="550" y="204"/>
                    <a:pt x="551" y="205"/>
                  </a:cubicBezTo>
                  <a:cubicBezTo>
                    <a:pt x="553" y="207"/>
                    <a:pt x="544" y="211"/>
                    <a:pt x="543" y="212"/>
                  </a:cubicBezTo>
                  <a:cubicBezTo>
                    <a:pt x="542" y="212"/>
                    <a:pt x="542" y="214"/>
                    <a:pt x="541" y="212"/>
                  </a:cubicBezTo>
                  <a:close/>
                  <a:moveTo>
                    <a:pt x="549" y="242"/>
                  </a:moveTo>
                  <a:cubicBezTo>
                    <a:pt x="549" y="242"/>
                    <a:pt x="547" y="242"/>
                    <a:pt x="547" y="241"/>
                  </a:cubicBezTo>
                  <a:cubicBezTo>
                    <a:pt x="547" y="241"/>
                    <a:pt x="549" y="240"/>
                    <a:pt x="549" y="242"/>
                  </a:cubicBezTo>
                  <a:close/>
                  <a:moveTo>
                    <a:pt x="543" y="245"/>
                  </a:moveTo>
                  <a:cubicBezTo>
                    <a:pt x="544" y="247"/>
                    <a:pt x="541" y="246"/>
                    <a:pt x="543" y="245"/>
                  </a:cubicBezTo>
                  <a:close/>
                  <a:moveTo>
                    <a:pt x="547" y="220"/>
                  </a:moveTo>
                  <a:cubicBezTo>
                    <a:pt x="546" y="220"/>
                    <a:pt x="546" y="220"/>
                    <a:pt x="546" y="220"/>
                  </a:cubicBezTo>
                  <a:cubicBezTo>
                    <a:pt x="545" y="220"/>
                    <a:pt x="547" y="219"/>
                    <a:pt x="547" y="220"/>
                  </a:cubicBezTo>
                  <a:close/>
                  <a:moveTo>
                    <a:pt x="546" y="265"/>
                  </a:moveTo>
                  <a:cubicBezTo>
                    <a:pt x="546" y="265"/>
                    <a:pt x="547" y="264"/>
                    <a:pt x="547" y="264"/>
                  </a:cubicBezTo>
                  <a:cubicBezTo>
                    <a:pt x="547" y="265"/>
                    <a:pt x="546" y="266"/>
                    <a:pt x="546" y="265"/>
                  </a:cubicBezTo>
                  <a:close/>
                  <a:moveTo>
                    <a:pt x="548" y="300"/>
                  </a:moveTo>
                  <a:cubicBezTo>
                    <a:pt x="548" y="299"/>
                    <a:pt x="548" y="299"/>
                    <a:pt x="548" y="299"/>
                  </a:cubicBezTo>
                  <a:cubicBezTo>
                    <a:pt x="549" y="299"/>
                    <a:pt x="548" y="301"/>
                    <a:pt x="548" y="300"/>
                  </a:cubicBezTo>
                  <a:close/>
                  <a:moveTo>
                    <a:pt x="547" y="280"/>
                  </a:moveTo>
                  <a:cubicBezTo>
                    <a:pt x="549" y="276"/>
                    <a:pt x="551" y="272"/>
                    <a:pt x="552" y="269"/>
                  </a:cubicBezTo>
                  <a:cubicBezTo>
                    <a:pt x="552" y="271"/>
                    <a:pt x="549" y="278"/>
                    <a:pt x="547" y="280"/>
                  </a:cubicBezTo>
                  <a:close/>
                  <a:moveTo>
                    <a:pt x="553" y="329"/>
                  </a:moveTo>
                  <a:cubicBezTo>
                    <a:pt x="553" y="329"/>
                    <a:pt x="553" y="329"/>
                    <a:pt x="553" y="329"/>
                  </a:cubicBezTo>
                  <a:cubicBezTo>
                    <a:pt x="553" y="329"/>
                    <a:pt x="553" y="329"/>
                    <a:pt x="553" y="329"/>
                  </a:cubicBezTo>
                  <a:close/>
                  <a:moveTo>
                    <a:pt x="551" y="261"/>
                  </a:moveTo>
                  <a:cubicBezTo>
                    <a:pt x="553" y="257"/>
                    <a:pt x="553" y="254"/>
                    <a:pt x="555" y="252"/>
                  </a:cubicBezTo>
                  <a:cubicBezTo>
                    <a:pt x="554" y="254"/>
                    <a:pt x="553" y="259"/>
                    <a:pt x="551" y="261"/>
                  </a:cubicBezTo>
                  <a:close/>
                  <a:moveTo>
                    <a:pt x="554" y="222"/>
                  </a:moveTo>
                  <a:cubicBezTo>
                    <a:pt x="555" y="221"/>
                    <a:pt x="556" y="222"/>
                    <a:pt x="554" y="222"/>
                  </a:cubicBezTo>
                  <a:close/>
                  <a:moveTo>
                    <a:pt x="554" y="184"/>
                  </a:moveTo>
                  <a:cubicBezTo>
                    <a:pt x="554" y="183"/>
                    <a:pt x="556" y="182"/>
                    <a:pt x="556" y="183"/>
                  </a:cubicBezTo>
                  <a:cubicBezTo>
                    <a:pt x="556" y="185"/>
                    <a:pt x="554" y="185"/>
                    <a:pt x="554" y="184"/>
                  </a:cubicBezTo>
                  <a:close/>
                  <a:moveTo>
                    <a:pt x="557" y="285"/>
                  </a:moveTo>
                  <a:cubicBezTo>
                    <a:pt x="557" y="283"/>
                    <a:pt x="556" y="286"/>
                    <a:pt x="557" y="285"/>
                  </a:cubicBezTo>
                  <a:close/>
                  <a:moveTo>
                    <a:pt x="560" y="320"/>
                  </a:moveTo>
                  <a:cubicBezTo>
                    <a:pt x="560" y="321"/>
                    <a:pt x="561" y="319"/>
                    <a:pt x="560" y="320"/>
                  </a:cubicBezTo>
                  <a:close/>
                  <a:moveTo>
                    <a:pt x="557" y="283"/>
                  </a:moveTo>
                  <a:cubicBezTo>
                    <a:pt x="556" y="281"/>
                    <a:pt x="561" y="279"/>
                    <a:pt x="561" y="281"/>
                  </a:cubicBezTo>
                  <a:cubicBezTo>
                    <a:pt x="562" y="283"/>
                    <a:pt x="558" y="284"/>
                    <a:pt x="557" y="283"/>
                  </a:cubicBezTo>
                  <a:close/>
                  <a:moveTo>
                    <a:pt x="562" y="258"/>
                  </a:moveTo>
                  <a:cubicBezTo>
                    <a:pt x="562" y="258"/>
                    <a:pt x="563" y="257"/>
                    <a:pt x="563" y="257"/>
                  </a:cubicBezTo>
                  <a:cubicBezTo>
                    <a:pt x="564" y="258"/>
                    <a:pt x="561" y="259"/>
                    <a:pt x="562" y="258"/>
                  </a:cubicBezTo>
                  <a:close/>
                  <a:moveTo>
                    <a:pt x="565" y="221"/>
                  </a:moveTo>
                  <a:cubicBezTo>
                    <a:pt x="564" y="221"/>
                    <a:pt x="564" y="219"/>
                    <a:pt x="565" y="220"/>
                  </a:cubicBezTo>
                  <a:cubicBezTo>
                    <a:pt x="565" y="220"/>
                    <a:pt x="565" y="221"/>
                    <a:pt x="565" y="221"/>
                  </a:cubicBezTo>
                  <a:close/>
                  <a:moveTo>
                    <a:pt x="566" y="206"/>
                  </a:moveTo>
                  <a:cubicBezTo>
                    <a:pt x="565" y="211"/>
                    <a:pt x="567" y="204"/>
                    <a:pt x="568" y="203"/>
                  </a:cubicBezTo>
                  <a:cubicBezTo>
                    <a:pt x="569" y="202"/>
                    <a:pt x="574" y="202"/>
                    <a:pt x="576" y="203"/>
                  </a:cubicBezTo>
                  <a:cubicBezTo>
                    <a:pt x="579" y="205"/>
                    <a:pt x="577" y="210"/>
                    <a:pt x="574" y="212"/>
                  </a:cubicBezTo>
                  <a:cubicBezTo>
                    <a:pt x="573" y="213"/>
                    <a:pt x="570" y="213"/>
                    <a:pt x="569" y="213"/>
                  </a:cubicBezTo>
                  <a:cubicBezTo>
                    <a:pt x="566" y="214"/>
                    <a:pt x="567" y="214"/>
                    <a:pt x="565" y="212"/>
                  </a:cubicBezTo>
                  <a:cubicBezTo>
                    <a:pt x="562" y="210"/>
                    <a:pt x="562" y="205"/>
                    <a:pt x="566" y="206"/>
                  </a:cubicBezTo>
                  <a:close/>
                  <a:moveTo>
                    <a:pt x="573" y="236"/>
                  </a:moveTo>
                  <a:cubicBezTo>
                    <a:pt x="575" y="234"/>
                    <a:pt x="572" y="237"/>
                    <a:pt x="573" y="236"/>
                  </a:cubicBezTo>
                  <a:close/>
                  <a:moveTo>
                    <a:pt x="571" y="238"/>
                  </a:moveTo>
                  <a:cubicBezTo>
                    <a:pt x="573" y="236"/>
                    <a:pt x="569" y="239"/>
                    <a:pt x="571" y="238"/>
                  </a:cubicBezTo>
                  <a:close/>
                  <a:moveTo>
                    <a:pt x="569" y="326"/>
                  </a:moveTo>
                  <a:cubicBezTo>
                    <a:pt x="568" y="326"/>
                    <a:pt x="569" y="325"/>
                    <a:pt x="569" y="325"/>
                  </a:cubicBezTo>
                  <a:cubicBezTo>
                    <a:pt x="570" y="324"/>
                    <a:pt x="570" y="327"/>
                    <a:pt x="569" y="326"/>
                  </a:cubicBezTo>
                  <a:close/>
                  <a:moveTo>
                    <a:pt x="567" y="224"/>
                  </a:moveTo>
                  <a:cubicBezTo>
                    <a:pt x="566" y="223"/>
                    <a:pt x="567" y="222"/>
                    <a:pt x="567" y="222"/>
                  </a:cubicBezTo>
                  <a:cubicBezTo>
                    <a:pt x="568" y="222"/>
                    <a:pt x="567" y="223"/>
                    <a:pt x="567" y="224"/>
                  </a:cubicBezTo>
                  <a:close/>
                  <a:moveTo>
                    <a:pt x="567" y="311"/>
                  </a:moveTo>
                  <a:cubicBezTo>
                    <a:pt x="568" y="312"/>
                    <a:pt x="566" y="312"/>
                    <a:pt x="567" y="311"/>
                  </a:cubicBezTo>
                  <a:close/>
                  <a:moveTo>
                    <a:pt x="565" y="280"/>
                  </a:moveTo>
                  <a:cubicBezTo>
                    <a:pt x="565" y="277"/>
                    <a:pt x="567" y="277"/>
                    <a:pt x="565" y="280"/>
                  </a:cubicBezTo>
                  <a:close/>
                  <a:moveTo>
                    <a:pt x="566" y="411"/>
                  </a:moveTo>
                  <a:cubicBezTo>
                    <a:pt x="568" y="409"/>
                    <a:pt x="569" y="406"/>
                    <a:pt x="572" y="405"/>
                  </a:cubicBezTo>
                  <a:cubicBezTo>
                    <a:pt x="570" y="407"/>
                    <a:pt x="568" y="410"/>
                    <a:pt x="566" y="411"/>
                  </a:cubicBezTo>
                  <a:close/>
                  <a:moveTo>
                    <a:pt x="571" y="279"/>
                  </a:moveTo>
                  <a:cubicBezTo>
                    <a:pt x="571" y="279"/>
                    <a:pt x="573" y="279"/>
                    <a:pt x="572" y="279"/>
                  </a:cubicBezTo>
                  <a:cubicBezTo>
                    <a:pt x="572" y="280"/>
                    <a:pt x="571" y="280"/>
                    <a:pt x="571" y="279"/>
                  </a:cubicBezTo>
                  <a:close/>
                  <a:moveTo>
                    <a:pt x="573" y="383"/>
                  </a:moveTo>
                  <a:cubicBezTo>
                    <a:pt x="571" y="382"/>
                    <a:pt x="573" y="380"/>
                    <a:pt x="574" y="379"/>
                  </a:cubicBezTo>
                  <a:cubicBezTo>
                    <a:pt x="577" y="377"/>
                    <a:pt x="575" y="384"/>
                    <a:pt x="573" y="383"/>
                  </a:cubicBezTo>
                  <a:close/>
                  <a:moveTo>
                    <a:pt x="578" y="218"/>
                  </a:moveTo>
                  <a:cubicBezTo>
                    <a:pt x="583" y="216"/>
                    <a:pt x="584" y="224"/>
                    <a:pt x="580" y="226"/>
                  </a:cubicBezTo>
                  <a:cubicBezTo>
                    <a:pt x="573" y="230"/>
                    <a:pt x="572" y="220"/>
                    <a:pt x="578" y="218"/>
                  </a:cubicBezTo>
                  <a:close/>
                  <a:moveTo>
                    <a:pt x="577" y="295"/>
                  </a:moveTo>
                  <a:cubicBezTo>
                    <a:pt x="577" y="295"/>
                    <a:pt x="577" y="295"/>
                    <a:pt x="577" y="296"/>
                  </a:cubicBezTo>
                  <a:cubicBezTo>
                    <a:pt x="576" y="296"/>
                    <a:pt x="577" y="295"/>
                    <a:pt x="577" y="295"/>
                  </a:cubicBezTo>
                  <a:close/>
                  <a:moveTo>
                    <a:pt x="577" y="425"/>
                  </a:moveTo>
                  <a:cubicBezTo>
                    <a:pt x="576" y="426"/>
                    <a:pt x="578" y="423"/>
                    <a:pt x="577" y="425"/>
                  </a:cubicBezTo>
                  <a:close/>
                  <a:moveTo>
                    <a:pt x="577" y="371"/>
                  </a:moveTo>
                  <a:cubicBezTo>
                    <a:pt x="576" y="370"/>
                    <a:pt x="578" y="370"/>
                    <a:pt x="577" y="371"/>
                  </a:cubicBezTo>
                  <a:close/>
                  <a:moveTo>
                    <a:pt x="577" y="297"/>
                  </a:moveTo>
                  <a:cubicBezTo>
                    <a:pt x="578" y="296"/>
                    <a:pt x="578" y="297"/>
                    <a:pt x="578" y="297"/>
                  </a:cubicBezTo>
                  <a:cubicBezTo>
                    <a:pt x="579" y="299"/>
                    <a:pt x="576" y="297"/>
                    <a:pt x="577" y="297"/>
                  </a:cubicBezTo>
                  <a:close/>
                  <a:moveTo>
                    <a:pt x="580" y="277"/>
                  </a:moveTo>
                  <a:cubicBezTo>
                    <a:pt x="580" y="277"/>
                    <a:pt x="580" y="277"/>
                    <a:pt x="580" y="277"/>
                  </a:cubicBezTo>
                  <a:cubicBezTo>
                    <a:pt x="581" y="277"/>
                    <a:pt x="579" y="278"/>
                    <a:pt x="580" y="277"/>
                  </a:cubicBezTo>
                  <a:close/>
                  <a:moveTo>
                    <a:pt x="580" y="387"/>
                  </a:moveTo>
                  <a:cubicBezTo>
                    <a:pt x="580" y="386"/>
                    <a:pt x="582" y="385"/>
                    <a:pt x="582" y="384"/>
                  </a:cubicBezTo>
                  <a:cubicBezTo>
                    <a:pt x="583" y="385"/>
                    <a:pt x="581" y="386"/>
                    <a:pt x="580" y="387"/>
                  </a:cubicBezTo>
                  <a:close/>
                  <a:moveTo>
                    <a:pt x="578" y="268"/>
                  </a:moveTo>
                  <a:cubicBezTo>
                    <a:pt x="578" y="266"/>
                    <a:pt x="584" y="266"/>
                    <a:pt x="582" y="269"/>
                  </a:cubicBezTo>
                  <a:cubicBezTo>
                    <a:pt x="582" y="271"/>
                    <a:pt x="578" y="270"/>
                    <a:pt x="578" y="268"/>
                  </a:cubicBezTo>
                  <a:close/>
                  <a:moveTo>
                    <a:pt x="582" y="302"/>
                  </a:moveTo>
                  <a:cubicBezTo>
                    <a:pt x="582" y="302"/>
                    <a:pt x="582" y="301"/>
                    <a:pt x="583" y="301"/>
                  </a:cubicBezTo>
                  <a:cubicBezTo>
                    <a:pt x="585" y="299"/>
                    <a:pt x="584" y="304"/>
                    <a:pt x="582" y="302"/>
                  </a:cubicBezTo>
                  <a:close/>
                  <a:moveTo>
                    <a:pt x="584" y="367"/>
                  </a:moveTo>
                  <a:cubicBezTo>
                    <a:pt x="584" y="369"/>
                    <a:pt x="582" y="368"/>
                    <a:pt x="584" y="367"/>
                  </a:cubicBezTo>
                  <a:close/>
                  <a:moveTo>
                    <a:pt x="584" y="364"/>
                  </a:moveTo>
                  <a:cubicBezTo>
                    <a:pt x="584" y="363"/>
                    <a:pt x="584" y="363"/>
                    <a:pt x="585" y="363"/>
                  </a:cubicBezTo>
                  <a:cubicBezTo>
                    <a:pt x="586" y="363"/>
                    <a:pt x="583" y="365"/>
                    <a:pt x="584" y="364"/>
                  </a:cubicBezTo>
                  <a:close/>
                  <a:moveTo>
                    <a:pt x="585" y="305"/>
                  </a:moveTo>
                  <a:cubicBezTo>
                    <a:pt x="585" y="305"/>
                    <a:pt x="586" y="304"/>
                    <a:pt x="586" y="305"/>
                  </a:cubicBezTo>
                  <a:cubicBezTo>
                    <a:pt x="587" y="305"/>
                    <a:pt x="585" y="306"/>
                    <a:pt x="585" y="305"/>
                  </a:cubicBezTo>
                  <a:close/>
                  <a:moveTo>
                    <a:pt x="585" y="289"/>
                  </a:moveTo>
                  <a:cubicBezTo>
                    <a:pt x="585" y="288"/>
                    <a:pt x="586" y="288"/>
                    <a:pt x="586" y="288"/>
                  </a:cubicBezTo>
                  <a:cubicBezTo>
                    <a:pt x="586" y="288"/>
                    <a:pt x="585" y="289"/>
                    <a:pt x="585" y="289"/>
                  </a:cubicBezTo>
                  <a:close/>
                  <a:moveTo>
                    <a:pt x="585" y="250"/>
                  </a:moveTo>
                  <a:cubicBezTo>
                    <a:pt x="586" y="249"/>
                    <a:pt x="587" y="248"/>
                    <a:pt x="589" y="247"/>
                  </a:cubicBezTo>
                  <a:cubicBezTo>
                    <a:pt x="588" y="248"/>
                    <a:pt x="586" y="249"/>
                    <a:pt x="585" y="250"/>
                  </a:cubicBezTo>
                  <a:close/>
                  <a:moveTo>
                    <a:pt x="590" y="437"/>
                  </a:moveTo>
                  <a:cubicBezTo>
                    <a:pt x="589" y="435"/>
                    <a:pt x="591" y="433"/>
                    <a:pt x="593" y="431"/>
                  </a:cubicBezTo>
                  <a:cubicBezTo>
                    <a:pt x="592" y="433"/>
                    <a:pt x="591" y="435"/>
                    <a:pt x="590" y="437"/>
                  </a:cubicBezTo>
                  <a:close/>
                  <a:moveTo>
                    <a:pt x="594" y="251"/>
                  </a:moveTo>
                  <a:cubicBezTo>
                    <a:pt x="596" y="250"/>
                    <a:pt x="595" y="255"/>
                    <a:pt x="593" y="253"/>
                  </a:cubicBezTo>
                  <a:cubicBezTo>
                    <a:pt x="593" y="253"/>
                    <a:pt x="593" y="252"/>
                    <a:pt x="594" y="251"/>
                  </a:cubicBezTo>
                  <a:close/>
                  <a:moveTo>
                    <a:pt x="594" y="357"/>
                  </a:moveTo>
                  <a:cubicBezTo>
                    <a:pt x="594" y="357"/>
                    <a:pt x="594" y="356"/>
                    <a:pt x="595" y="356"/>
                  </a:cubicBezTo>
                  <a:cubicBezTo>
                    <a:pt x="596" y="357"/>
                    <a:pt x="592" y="359"/>
                    <a:pt x="594" y="357"/>
                  </a:cubicBezTo>
                  <a:close/>
                  <a:moveTo>
                    <a:pt x="595" y="371"/>
                  </a:moveTo>
                  <a:cubicBezTo>
                    <a:pt x="595" y="372"/>
                    <a:pt x="594" y="373"/>
                    <a:pt x="593" y="373"/>
                  </a:cubicBezTo>
                  <a:cubicBezTo>
                    <a:pt x="593" y="372"/>
                    <a:pt x="594" y="371"/>
                    <a:pt x="595" y="371"/>
                  </a:cubicBezTo>
                  <a:close/>
                  <a:moveTo>
                    <a:pt x="593" y="429"/>
                  </a:move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lose/>
                  <a:moveTo>
                    <a:pt x="594" y="472"/>
                  </a:moveTo>
                  <a:cubicBezTo>
                    <a:pt x="594" y="472"/>
                    <a:pt x="595" y="470"/>
                    <a:pt x="595" y="470"/>
                  </a:cubicBezTo>
                  <a:cubicBezTo>
                    <a:pt x="596" y="471"/>
                    <a:pt x="594" y="472"/>
                    <a:pt x="594" y="472"/>
                  </a:cubicBezTo>
                  <a:close/>
                  <a:moveTo>
                    <a:pt x="598" y="422"/>
                  </a:moveTo>
                  <a:cubicBezTo>
                    <a:pt x="598" y="423"/>
                    <a:pt x="596" y="426"/>
                    <a:pt x="594" y="428"/>
                  </a:cubicBezTo>
                  <a:cubicBezTo>
                    <a:pt x="594" y="425"/>
                    <a:pt x="599" y="418"/>
                    <a:pt x="598" y="422"/>
                  </a:cubicBezTo>
                  <a:close/>
                  <a:moveTo>
                    <a:pt x="595" y="356"/>
                  </a:moveTo>
                  <a:cubicBezTo>
                    <a:pt x="596" y="355"/>
                    <a:pt x="597" y="354"/>
                    <a:pt x="599" y="353"/>
                  </a:cubicBezTo>
                  <a:cubicBezTo>
                    <a:pt x="598" y="355"/>
                    <a:pt x="597" y="355"/>
                    <a:pt x="595" y="356"/>
                  </a:cubicBezTo>
                  <a:close/>
                  <a:moveTo>
                    <a:pt x="686" y="310"/>
                  </a:moveTo>
                  <a:cubicBezTo>
                    <a:pt x="686" y="309"/>
                    <a:pt x="686" y="312"/>
                    <a:pt x="686" y="310"/>
                  </a:cubicBezTo>
                  <a:close/>
                  <a:moveTo>
                    <a:pt x="679" y="298"/>
                  </a:moveTo>
                  <a:cubicBezTo>
                    <a:pt x="682" y="297"/>
                    <a:pt x="678" y="302"/>
                    <a:pt x="678" y="299"/>
                  </a:cubicBezTo>
                  <a:cubicBezTo>
                    <a:pt x="678" y="299"/>
                    <a:pt x="678" y="298"/>
                    <a:pt x="679" y="298"/>
                  </a:cubicBezTo>
                  <a:close/>
                  <a:moveTo>
                    <a:pt x="676" y="297"/>
                  </a:moveTo>
                  <a:cubicBezTo>
                    <a:pt x="677" y="295"/>
                    <a:pt x="676" y="298"/>
                    <a:pt x="676" y="297"/>
                  </a:cubicBezTo>
                  <a:close/>
                  <a:moveTo>
                    <a:pt x="671" y="307"/>
                  </a:moveTo>
                  <a:cubicBezTo>
                    <a:pt x="671" y="307"/>
                    <a:pt x="672" y="308"/>
                    <a:pt x="671" y="308"/>
                  </a:cubicBezTo>
                  <a:cubicBezTo>
                    <a:pt x="670" y="309"/>
                    <a:pt x="671" y="307"/>
                    <a:pt x="671" y="307"/>
                  </a:cubicBezTo>
                  <a:close/>
                  <a:moveTo>
                    <a:pt x="672" y="331"/>
                  </a:moveTo>
                  <a:cubicBezTo>
                    <a:pt x="672" y="331"/>
                    <a:pt x="675" y="326"/>
                    <a:pt x="675" y="328"/>
                  </a:cubicBezTo>
                  <a:cubicBezTo>
                    <a:pt x="675" y="331"/>
                    <a:pt x="670" y="334"/>
                    <a:pt x="668" y="337"/>
                  </a:cubicBezTo>
                  <a:cubicBezTo>
                    <a:pt x="669" y="335"/>
                    <a:pt x="671" y="333"/>
                    <a:pt x="672" y="331"/>
                  </a:cubicBezTo>
                  <a:close/>
                  <a:moveTo>
                    <a:pt x="669" y="271"/>
                  </a:moveTo>
                  <a:cubicBezTo>
                    <a:pt x="668" y="270"/>
                    <a:pt x="671" y="264"/>
                    <a:pt x="672" y="266"/>
                  </a:cubicBezTo>
                  <a:cubicBezTo>
                    <a:pt x="674" y="267"/>
                    <a:pt x="670" y="270"/>
                    <a:pt x="669" y="271"/>
                  </a:cubicBezTo>
                  <a:close/>
                  <a:moveTo>
                    <a:pt x="674" y="235"/>
                  </a:moveTo>
                  <a:cubicBezTo>
                    <a:pt x="673" y="236"/>
                    <a:pt x="675" y="233"/>
                    <a:pt x="674" y="235"/>
                  </a:cubicBezTo>
                  <a:close/>
                  <a:moveTo>
                    <a:pt x="676" y="252"/>
                  </a:moveTo>
                  <a:cubicBezTo>
                    <a:pt x="676" y="250"/>
                    <a:pt x="677" y="251"/>
                    <a:pt x="676" y="252"/>
                  </a:cubicBezTo>
                  <a:close/>
                  <a:moveTo>
                    <a:pt x="673" y="222"/>
                  </a:moveTo>
                  <a:cubicBezTo>
                    <a:pt x="674" y="221"/>
                    <a:pt x="676" y="222"/>
                    <a:pt x="676" y="222"/>
                  </a:cubicBezTo>
                  <a:cubicBezTo>
                    <a:pt x="678" y="225"/>
                    <a:pt x="674" y="230"/>
                    <a:pt x="672" y="229"/>
                  </a:cubicBezTo>
                  <a:cubicBezTo>
                    <a:pt x="669" y="227"/>
                    <a:pt x="671" y="223"/>
                    <a:pt x="673" y="222"/>
                  </a:cubicBezTo>
                  <a:close/>
                  <a:moveTo>
                    <a:pt x="669" y="233"/>
                  </a:moveTo>
                  <a:cubicBezTo>
                    <a:pt x="669" y="232"/>
                    <a:pt x="670" y="231"/>
                    <a:pt x="670" y="230"/>
                  </a:cubicBezTo>
                  <a:cubicBezTo>
                    <a:pt x="669" y="230"/>
                    <a:pt x="669" y="230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1" y="229"/>
                  </a:cubicBezTo>
                  <a:cubicBezTo>
                    <a:pt x="670" y="230"/>
                    <a:pt x="670" y="230"/>
                    <a:pt x="670" y="230"/>
                  </a:cubicBezTo>
                  <a:cubicBezTo>
                    <a:pt x="670" y="233"/>
                    <a:pt x="669" y="236"/>
                    <a:pt x="668" y="238"/>
                  </a:cubicBezTo>
                  <a:cubicBezTo>
                    <a:pt x="668" y="237"/>
                    <a:pt x="668" y="235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lose/>
                  <a:moveTo>
                    <a:pt x="668" y="231"/>
                  </a:moveTo>
                  <a:cubicBezTo>
                    <a:pt x="668" y="233"/>
                    <a:pt x="666" y="231"/>
                    <a:pt x="668" y="231"/>
                  </a:cubicBezTo>
                  <a:close/>
                  <a:moveTo>
                    <a:pt x="671" y="249"/>
                  </a:moveTo>
                  <a:cubicBezTo>
                    <a:pt x="670" y="250"/>
                    <a:pt x="668" y="251"/>
                    <a:pt x="666" y="252"/>
                  </a:cubicBezTo>
                  <a:cubicBezTo>
                    <a:pt x="667" y="250"/>
                    <a:pt x="669" y="250"/>
                    <a:pt x="671" y="249"/>
                  </a:cubicBezTo>
                  <a:close/>
                  <a:moveTo>
                    <a:pt x="667" y="257"/>
                  </a:moveTo>
                  <a:cubicBezTo>
                    <a:pt x="667" y="258"/>
                    <a:pt x="666" y="260"/>
                    <a:pt x="665" y="261"/>
                  </a:cubicBezTo>
                  <a:cubicBezTo>
                    <a:pt x="665" y="259"/>
                    <a:pt x="667" y="259"/>
                    <a:pt x="667" y="257"/>
                  </a:cubicBezTo>
                  <a:close/>
                  <a:moveTo>
                    <a:pt x="666" y="302"/>
                  </a:moveTo>
                  <a:cubicBezTo>
                    <a:pt x="666" y="302"/>
                    <a:pt x="666" y="302"/>
                    <a:pt x="666" y="301"/>
                  </a:cubicBezTo>
                  <a:cubicBezTo>
                    <a:pt x="666" y="300"/>
                    <a:pt x="667" y="302"/>
                    <a:pt x="666" y="302"/>
                  </a:cubicBezTo>
                  <a:close/>
                  <a:moveTo>
                    <a:pt x="657" y="233"/>
                  </a:moveTo>
                  <a:cubicBezTo>
                    <a:pt x="657" y="233"/>
                    <a:pt x="657" y="233"/>
                    <a:pt x="657" y="233"/>
                  </a:cubicBezTo>
                  <a:cubicBezTo>
                    <a:pt x="657" y="235"/>
                    <a:pt x="655" y="233"/>
                    <a:pt x="657" y="233"/>
                  </a:cubicBezTo>
                  <a:close/>
                  <a:moveTo>
                    <a:pt x="655" y="232"/>
                  </a:moveTo>
                  <a:cubicBezTo>
                    <a:pt x="656" y="232"/>
                    <a:pt x="656" y="234"/>
                    <a:pt x="655" y="234"/>
                  </a:cubicBezTo>
                  <a:cubicBezTo>
                    <a:pt x="654" y="233"/>
                    <a:pt x="655" y="232"/>
                    <a:pt x="655" y="232"/>
                  </a:cubicBezTo>
                  <a:close/>
                  <a:moveTo>
                    <a:pt x="655" y="256"/>
                  </a:moveTo>
                  <a:cubicBezTo>
                    <a:pt x="657" y="254"/>
                    <a:pt x="657" y="259"/>
                    <a:pt x="655" y="259"/>
                  </a:cubicBezTo>
                  <a:cubicBezTo>
                    <a:pt x="654" y="258"/>
                    <a:pt x="654" y="256"/>
                    <a:pt x="655" y="256"/>
                  </a:cubicBezTo>
                  <a:close/>
                  <a:moveTo>
                    <a:pt x="651" y="231"/>
                  </a:moveTo>
                  <a:cubicBezTo>
                    <a:pt x="651" y="231"/>
                    <a:pt x="652" y="230"/>
                    <a:pt x="653" y="231"/>
                  </a:cubicBezTo>
                  <a:cubicBezTo>
                    <a:pt x="654" y="232"/>
                    <a:pt x="650" y="234"/>
                    <a:pt x="651" y="231"/>
                  </a:cubicBezTo>
                  <a:close/>
                  <a:moveTo>
                    <a:pt x="651" y="229"/>
                  </a:moveTo>
                  <a:cubicBezTo>
                    <a:pt x="651" y="228"/>
                    <a:pt x="650" y="231"/>
                    <a:pt x="651" y="229"/>
                  </a:cubicBezTo>
                  <a:close/>
                  <a:moveTo>
                    <a:pt x="647" y="239"/>
                  </a:moveTo>
                  <a:cubicBezTo>
                    <a:pt x="648" y="237"/>
                    <a:pt x="650" y="241"/>
                    <a:pt x="647" y="241"/>
                  </a:cubicBezTo>
                  <a:cubicBezTo>
                    <a:pt x="647" y="240"/>
                    <a:pt x="646" y="239"/>
                    <a:pt x="647" y="239"/>
                  </a:cubicBezTo>
                  <a:close/>
                  <a:moveTo>
                    <a:pt x="649" y="265"/>
                  </a:moveTo>
                  <a:cubicBezTo>
                    <a:pt x="650" y="264"/>
                    <a:pt x="651" y="260"/>
                    <a:pt x="653" y="260"/>
                  </a:cubicBezTo>
                  <a:cubicBezTo>
                    <a:pt x="657" y="258"/>
                    <a:pt x="649" y="267"/>
                    <a:pt x="648" y="268"/>
                  </a:cubicBezTo>
                  <a:cubicBezTo>
                    <a:pt x="650" y="266"/>
                    <a:pt x="648" y="270"/>
                    <a:pt x="647" y="269"/>
                  </a:cubicBezTo>
                  <a:cubicBezTo>
                    <a:pt x="646" y="269"/>
                    <a:pt x="648" y="266"/>
                    <a:pt x="649" y="265"/>
                  </a:cubicBezTo>
                  <a:close/>
                  <a:moveTo>
                    <a:pt x="652" y="271"/>
                  </a:moveTo>
                  <a:cubicBezTo>
                    <a:pt x="653" y="272"/>
                    <a:pt x="651" y="272"/>
                    <a:pt x="651" y="272"/>
                  </a:cubicBezTo>
                  <a:cubicBezTo>
                    <a:pt x="651" y="271"/>
                    <a:pt x="652" y="270"/>
                    <a:pt x="652" y="271"/>
                  </a:cubicBezTo>
                  <a:close/>
                  <a:moveTo>
                    <a:pt x="657" y="273"/>
                  </a:moveTo>
                  <a:cubicBezTo>
                    <a:pt x="653" y="278"/>
                    <a:pt x="649" y="282"/>
                    <a:pt x="643" y="286"/>
                  </a:cubicBezTo>
                  <a:cubicBezTo>
                    <a:pt x="648" y="281"/>
                    <a:pt x="652" y="277"/>
                    <a:pt x="657" y="273"/>
                  </a:cubicBezTo>
                  <a:close/>
                  <a:moveTo>
                    <a:pt x="645" y="387"/>
                  </a:moveTo>
                  <a:cubicBezTo>
                    <a:pt x="645" y="389"/>
                    <a:pt x="643" y="388"/>
                    <a:pt x="645" y="387"/>
                  </a:cubicBezTo>
                  <a:close/>
                  <a:moveTo>
                    <a:pt x="645" y="390"/>
                  </a:moveTo>
                  <a:cubicBezTo>
                    <a:pt x="645" y="388"/>
                    <a:pt x="644" y="391"/>
                    <a:pt x="645" y="390"/>
                  </a:cubicBezTo>
                  <a:close/>
                  <a:moveTo>
                    <a:pt x="641" y="392"/>
                  </a:moveTo>
                  <a:cubicBezTo>
                    <a:pt x="642" y="391"/>
                    <a:pt x="642" y="390"/>
                    <a:pt x="643" y="389"/>
                  </a:cubicBezTo>
                  <a:cubicBezTo>
                    <a:pt x="643" y="390"/>
                    <a:pt x="643" y="391"/>
                    <a:pt x="641" y="392"/>
                  </a:cubicBezTo>
                  <a:close/>
                  <a:moveTo>
                    <a:pt x="642" y="393"/>
                  </a:moveTo>
                  <a:cubicBezTo>
                    <a:pt x="643" y="393"/>
                    <a:pt x="640" y="395"/>
                    <a:pt x="642" y="393"/>
                  </a:cubicBezTo>
                  <a:close/>
                  <a:moveTo>
                    <a:pt x="643" y="300"/>
                  </a:moveTo>
                  <a:cubicBezTo>
                    <a:pt x="642" y="300"/>
                    <a:pt x="643" y="299"/>
                    <a:pt x="643" y="299"/>
                  </a:cubicBezTo>
                  <a:cubicBezTo>
                    <a:pt x="644" y="297"/>
                    <a:pt x="644" y="301"/>
                    <a:pt x="643" y="300"/>
                  </a:cubicBezTo>
                  <a:close/>
                  <a:moveTo>
                    <a:pt x="642" y="297"/>
                  </a:moveTo>
                  <a:cubicBezTo>
                    <a:pt x="642" y="296"/>
                    <a:pt x="643" y="296"/>
                    <a:pt x="644" y="295"/>
                  </a:cubicBezTo>
                  <a:cubicBezTo>
                    <a:pt x="644" y="296"/>
                    <a:pt x="643" y="297"/>
                    <a:pt x="642" y="297"/>
                  </a:cubicBezTo>
                  <a:close/>
                  <a:moveTo>
                    <a:pt x="639" y="297"/>
                  </a:moveTo>
                  <a:cubicBezTo>
                    <a:pt x="638" y="296"/>
                    <a:pt x="644" y="290"/>
                    <a:pt x="645" y="290"/>
                  </a:cubicBezTo>
                  <a:cubicBezTo>
                    <a:pt x="645" y="289"/>
                    <a:pt x="646" y="289"/>
                    <a:pt x="647" y="289"/>
                  </a:cubicBezTo>
                  <a:cubicBezTo>
                    <a:pt x="647" y="289"/>
                    <a:pt x="640" y="298"/>
                    <a:pt x="639" y="297"/>
                  </a:cubicBezTo>
                  <a:close/>
                  <a:moveTo>
                    <a:pt x="642" y="298"/>
                  </a:moveTo>
                  <a:cubicBezTo>
                    <a:pt x="641" y="300"/>
                    <a:pt x="639" y="299"/>
                    <a:pt x="642" y="298"/>
                  </a:cubicBezTo>
                  <a:close/>
                  <a:moveTo>
                    <a:pt x="639" y="303"/>
                  </a:moveTo>
                  <a:cubicBezTo>
                    <a:pt x="639" y="303"/>
                    <a:pt x="639" y="302"/>
                    <a:pt x="639" y="302"/>
                  </a:cubicBezTo>
                  <a:cubicBezTo>
                    <a:pt x="641" y="300"/>
                    <a:pt x="640" y="304"/>
                    <a:pt x="639" y="303"/>
                  </a:cubicBezTo>
                  <a:close/>
                  <a:moveTo>
                    <a:pt x="640" y="320"/>
                  </a:moveTo>
                  <a:cubicBezTo>
                    <a:pt x="640" y="320"/>
                    <a:pt x="639" y="321"/>
                    <a:pt x="639" y="321"/>
                  </a:cubicBezTo>
                  <a:cubicBezTo>
                    <a:pt x="638" y="321"/>
                    <a:pt x="639" y="320"/>
                    <a:pt x="640" y="320"/>
                  </a:cubicBezTo>
                  <a:close/>
                  <a:moveTo>
                    <a:pt x="638" y="266"/>
                  </a:moveTo>
                  <a:cubicBezTo>
                    <a:pt x="637" y="266"/>
                    <a:pt x="639" y="265"/>
                    <a:pt x="638" y="264"/>
                  </a:cubicBezTo>
                  <a:cubicBezTo>
                    <a:pt x="639" y="264"/>
                    <a:pt x="638" y="266"/>
                    <a:pt x="638" y="266"/>
                  </a:cubicBezTo>
                  <a:close/>
                  <a:moveTo>
                    <a:pt x="638" y="268"/>
                  </a:moveTo>
                  <a:cubicBezTo>
                    <a:pt x="638" y="268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8"/>
                  </a:cubicBezTo>
                  <a:close/>
                  <a:moveTo>
                    <a:pt x="642" y="286"/>
                  </a:moveTo>
                  <a:cubicBezTo>
                    <a:pt x="642" y="287"/>
                    <a:pt x="639" y="289"/>
                    <a:pt x="638" y="290"/>
                  </a:cubicBezTo>
                  <a:cubicBezTo>
                    <a:pt x="638" y="288"/>
                    <a:pt x="641" y="288"/>
                    <a:pt x="642" y="286"/>
                  </a:cubicBezTo>
                  <a:close/>
                  <a:moveTo>
                    <a:pt x="644" y="234"/>
                  </a:moveTo>
                  <a:cubicBezTo>
                    <a:pt x="643" y="235"/>
                    <a:pt x="643" y="234"/>
                    <a:pt x="644" y="234"/>
                  </a:cubicBezTo>
                  <a:close/>
                  <a:moveTo>
                    <a:pt x="643" y="251"/>
                  </a:moveTo>
                  <a:cubicBezTo>
                    <a:pt x="643" y="252"/>
                    <a:pt x="642" y="253"/>
                    <a:pt x="642" y="253"/>
                  </a:cubicBezTo>
                  <a:cubicBezTo>
                    <a:pt x="642" y="253"/>
                    <a:pt x="642" y="251"/>
                    <a:pt x="643" y="251"/>
                  </a:cubicBezTo>
                  <a:close/>
                  <a:moveTo>
                    <a:pt x="645" y="254"/>
                  </a:moveTo>
                  <a:cubicBezTo>
                    <a:pt x="643" y="257"/>
                    <a:pt x="641" y="258"/>
                    <a:pt x="638" y="260"/>
                  </a:cubicBezTo>
                  <a:cubicBezTo>
                    <a:pt x="640" y="258"/>
                    <a:pt x="642" y="256"/>
                    <a:pt x="645" y="254"/>
                  </a:cubicBezTo>
                  <a:close/>
                  <a:moveTo>
                    <a:pt x="640" y="225"/>
                  </a:moveTo>
                  <a:cubicBezTo>
                    <a:pt x="640" y="225"/>
                    <a:pt x="640" y="225"/>
                    <a:pt x="640" y="225"/>
                  </a:cubicBezTo>
                  <a:cubicBezTo>
                    <a:pt x="640" y="225"/>
                    <a:pt x="640" y="225"/>
                    <a:pt x="640" y="226"/>
                  </a:cubicBezTo>
                  <a:cubicBezTo>
                    <a:pt x="640" y="226"/>
                    <a:pt x="640" y="226"/>
                    <a:pt x="640" y="225"/>
                  </a:cubicBezTo>
                  <a:close/>
                  <a:moveTo>
                    <a:pt x="640" y="241"/>
                  </a:moveTo>
                  <a:cubicBezTo>
                    <a:pt x="641" y="243"/>
                    <a:pt x="638" y="244"/>
                    <a:pt x="638" y="242"/>
                  </a:cubicBezTo>
                  <a:cubicBezTo>
                    <a:pt x="637" y="241"/>
                    <a:pt x="640" y="239"/>
                    <a:pt x="640" y="241"/>
                  </a:cubicBezTo>
                  <a:close/>
                  <a:moveTo>
                    <a:pt x="638" y="290"/>
                  </a:moveTo>
                  <a:cubicBezTo>
                    <a:pt x="639" y="291"/>
                    <a:pt x="635" y="292"/>
                    <a:pt x="636" y="290"/>
                  </a:cubicBezTo>
                  <a:cubicBezTo>
                    <a:pt x="637" y="289"/>
                    <a:pt x="637" y="289"/>
                    <a:pt x="638" y="290"/>
                  </a:cubicBezTo>
                  <a:close/>
                  <a:moveTo>
                    <a:pt x="637" y="302"/>
                  </a:move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lose/>
                  <a:moveTo>
                    <a:pt x="632" y="265"/>
                  </a:moveTo>
                  <a:cubicBezTo>
                    <a:pt x="633" y="264"/>
                    <a:pt x="635" y="262"/>
                    <a:pt x="636" y="262"/>
                  </a:cubicBezTo>
                  <a:cubicBezTo>
                    <a:pt x="636" y="262"/>
                    <a:pt x="634" y="265"/>
                    <a:pt x="632" y="265"/>
                  </a:cubicBezTo>
                  <a:close/>
                  <a:moveTo>
                    <a:pt x="637" y="219"/>
                  </a:moveTo>
                  <a:cubicBezTo>
                    <a:pt x="637" y="221"/>
                    <a:pt x="634" y="221"/>
                    <a:pt x="634" y="219"/>
                  </a:cubicBezTo>
                  <a:cubicBezTo>
                    <a:pt x="634" y="218"/>
                    <a:pt x="636" y="217"/>
                    <a:pt x="637" y="219"/>
                  </a:cubicBezTo>
                  <a:close/>
                  <a:moveTo>
                    <a:pt x="633" y="221"/>
                  </a:moveTo>
                  <a:cubicBezTo>
                    <a:pt x="633" y="221"/>
                    <a:pt x="635" y="221"/>
                    <a:pt x="634" y="222"/>
                  </a:cubicBezTo>
                  <a:cubicBezTo>
                    <a:pt x="634" y="222"/>
                    <a:pt x="632" y="222"/>
                    <a:pt x="633" y="221"/>
                  </a:cubicBezTo>
                  <a:close/>
                  <a:moveTo>
                    <a:pt x="633" y="253"/>
                  </a:moveTo>
                  <a:cubicBezTo>
                    <a:pt x="633" y="254"/>
                    <a:pt x="632" y="254"/>
                    <a:pt x="631" y="254"/>
                  </a:cubicBezTo>
                  <a:cubicBezTo>
                    <a:pt x="631" y="253"/>
                    <a:pt x="632" y="252"/>
                    <a:pt x="633" y="253"/>
                  </a:cubicBezTo>
                  <a:close/>
                  <a:moveTo>
                    <a:pt x="630" y="260"/>
                  </a:moveTo>
                  <a:cubicBezTo>
                    <a:pt x="630" y="260"/>
                    <a:pt x="630" y="260"/>
                    <a:pt x="630" y="261"/>
                  </a:cubicBezTo>
                  <a:cubicBezTo>
                    <a:pt x="630" y="261"/>
                    <a:pt x="630" y="261"/>
                    <a:pt x="630" y="261"/>
                  </a:cubicBezTo>
                  <a:cubicBezTo>
                    <a:pt x="630" y="261"/>
                    <a:pt x="630" y="260"/>
                    <a:pt x="630" y="260"/>
                  </a:cubicBezTo>
                  <a:close/>
                  <a:moveTo>
                    <a:pt x="632" y="277"/>
                  </a:moveTo>
                  <a:cubicBezTo>
                    <a:pt x="634" y="279"/>
                    <a:pt x="631" y="281"/>
                    <a:pt x="629" y="281"/>
                  </a:cubicBezTo>
                  <a:cubicBezTo>
                    <a:pt x="629" y="280"/>
                    <a:pt x="631" y="277"/>
                    <a:pt x="632" y="277"/>
                  </a:cubicBezTo>
                  <a:close/>
                  <a:moveTo>
                    <a:pt x="632" y="347"/>
                  </a:moveTo>
                  <a:cubicBezTo>
                    <a:pt x="632" y="347"/>
                    <a:pt x="632" y="346"/>
                    <a:pt x="632" y="346"/>
                  </a:cubicBezTo>
                  <a:cubicBezTo>
                    <a:pt x="633" y="344"/>
                    <a:pt x="632" y="348"/>
                    <a:pt x="632" y="347"/>
                  </a:cubicBezTo>
                  <a:close/>
                  <a:moveTo>
                    <a:pt x="630" y="294"/>
                  </a:moveTo>
                  <a:cubicBezTo>
                    <a:pt x="630" y="295"/>
                    <a:pt x="629" y="295"/>
                    <a:pt x="629" y="295"/>
                  </a:cubicBezTo>
                  <a:cubicBezTo>
                    <a:pt x="629" y="295"/>
                    <a:pt x="629" y="294"/>
                    <a:pt x="630" y="294"/>
                  </a:cubicBezTo>
                  <a:close/>
                  <a:moveTo>
                    <a:pt x="627" y="314"/>
                  </a:moveTo>
                  <a:cubicBezTo>
                    <a:pt x="627" y="314"/>
                    <a:pt x="628" y="314"/>
                    <a:pt x="628" y="314"/>
                  </a:cubicBezTo>
                  <a:cubicBezTo>
                    <a:pt x="629" y="315"/>
                    <a:pt x="627" y="315"/>
                    <a:pt x="627" y="314"/>
                  </a:cubicBezTo>
                  <a:close/>
                  <a:moveTo>
                    <a:pt x="628" y="256"/>
                  </a:moveTo>
                  <a:cubicBezTo>
                    <a:pt x="628" y="254"/>
                    <a:pt x="627" y="257"/>
                    <a:pt x="628" y="256"/>
                  </a:cubicBezTo>
                  <a:close/>
                  <a:moveTo>
                    <a:pt x="626" y="201"/>
                  </a:moveTo>
                  <a:cubicBezTo>
                    <a:pt x="624" y="200"/>
                    <a:pt x="625" y="198"/>
                    <a:pt x="626" y="198"/>
                  </a:cubicBezTo>
                  <a:cubicBezTo>
                    <a:pt x="629" y="196"/>
                    <a:pt x="628" y="201"/>
                    <a:pt x="626" y="201"/>
                  </a:cubicBezTo>
                  <a:close/>
                  <a:moveTo>
                    <a:pt x="625" y="187"/>
                  </a:moveTo>
                  <a:cubicBezTo>
                    <a:pt x="625" y="186"/>
                    <a:pt x="626" y="186"/>
                    <a:pt x="626" y="186"/>
                  </a:cubicBezTo>
                  <a:cubicBezTo>
                    <a:pt x="627" y="187"/>
                    <a:pt x="624" y="188"/>
                    <a:pt x="625" y="187"/>
                  </a:cubicBezTo>
                  <a:close/>
                  <a:moveTo>
                    <a:pt x="622" y="226"/>
                  </a:moveTo>
                  <a:cubicBezTo>
                    <a:pt x="617" y="226"/>
                    <a:pt x="619" y="218"/>
                    <a:pt x="621" y="217"/>
                  </a:cubicBezTo>
                  <a:cubicBezTo>
                    <a:pt x="629" y="212"/>
                    <a:pt x="628" y="227"/>
                    <a:pt x="622" y="226"/>
                  </a:cubicBezTo>
                  <a:close/>
                  <a:moveTo>
                    <a:pt x="619" y="233"/>
                  </a:moveTo>
                  <a:cubicBezTo>
                    <a:pt x="618" y="232"/>
                    <a:pt x="623" y="228"/>
                    <a:pt x="624" y="228"/>
                  </a:cubicBezTo>
                  <a:cubicBezTo>
                    <a:pt x="628" y="226"/>
                    <a:pt x="620" y="234"/>
                    <a:pt x="619" y="233"/>
                  </a:cubicBezTo>
                  <a:close/>
                  <a:moveTo>
                    <a:pt x="625" y="235"/>
                  </a:moveTo>
                  <a:cubicBezTo>
                    <a:pt x="625" y="236"/>
                    <a:pt x="623" y="237"/>
                    <a:pt x="623" y="236"/>
                  </a:cubicBezTo>
                  <a:cubicBezTo>
                    <a:pt x="622" y="235"/>
                    <a:pt x="624" y="234"/>
                    <a:pt x="625" y="235"/>
                  </a:cubicBezTo>
                  <a:close/>
                  <a:moveTo>
                    <a:pt x="622" y="357"/>
                  </a:move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lose/>
                  <a:moveTo>
                    <a:pt x="608" y="328"/>
                  </a:moveTo>
                  <a:cubicBezTo>
                    <a:pt x="608" y="327"/>
                    <a:pt x="611" y="326"/>
                    <a:pt x="612" y="324"/>
                  </a:cubicBezTo>
                  <a:cubicBezTo>
                    <a:pt x="615" y="321"/>
                    <a:pt x="617" y="315"/>
                    <a:pt x="621" y="313"/>
                  </a:cubicBezTo>
                  <a:cubicBezTo>
                    <a:pt x="621" y="317"/>
                    <a:pt x="615" y="319"/>
                    <a:pt x="614" y="322"/>
                  </a:cubicBezTo>
                  <a:cubicBezTo>
                    <a:pt x="613" y="324"/>
                    <a:pt x="610" y="329"/>
                    <a:pt x="607" y="331"/>
                  </a:cubicBezTo>
                  <a:cubicBezTo>
                    <a:pt x="607" y="331"/>
                    <a:pt x="607" y="333"/>
                    <a:pt x="606" y="332"/>
                  </a:cubicBezTo>
                  <a:cubicBezTo>
                    <a:pt x="605" y="331"/>
                    <a:pt x="608" y="328"/>
                    <a:pt x="608" y="328"/>
                  </a:cubicBezTo>
                  <a:close/>
                  <a:moveTo>
                    <a:pt x="605" y="271"/>
                  </a:moveTo>
                  <a:cubicBezTo>
                    <a:pt x="604" y="270"/>
                    <a:pt x="605" y="269"/>
                    <a:pt x="605" y="269"/>
                  </a:cubicBezTo>
                  <a:cubicBezTo>
                    <a:pt x="608" y="267"/>
                    <a:pt x="606" y="272"/>
                    <a:pt x="605" y="271"/>
                  </a:cubicBezTo>
                  <a:close/>
                  <a:moveTo>
                    <a:pt x="609" y="243"/>
                  </a:moveTo>
                  <a:cubicBezTo>
                    <a:pt x="608" y="242"/>
                    <a:pt x="610" y="241"/>
                    <a:pt x="611" y="243"/>
                  </a:cubicBezTo>
                  <a:cubicBezTo>
                    <a:pt x="611" y="244"/>
                    <a:pt x="609" y="244"/>
                    <a:pt x="609" y="243"/>
                  </a:cubicBezTo>
                  <a:close/>
                  <a:moveTo>
                    <a:pt x="611" y="305"/>
                  </a:moveTo>
                  <a:cubicBezTo>
                    <a:pt x="610" y="306"/>
                    <a:pt x="611" y="304"/>
                    <a:pt x="611" y="305"/>
                  </a:cubicBezTo>
                  <a:close/>
                  <a:moveTo>
                    <a:pt x="613" y="298"/>
                  </a:moveTo>
                  <a:cubicBezTo>
                    <a:pt x="613" y="298"/>
                    <a:pt x="613" y="298"/>
                    <a:pt x="613" y="298"/>
                  </a:cubicBezTo>
                  <a:cubicBezTo>
                    <a:pt x="614" y="295"/>
                    <a:pt x="613" y="300"/>
                    <a:pt x="613" y="298"/>
                  </a:cubicBezTo>
                  <a:close/>
                  <a:moveTo>
                    <a:pt x="617" y="261"/>
                  </a:moveTo>
                  <a:cubicBezTo>
                    <a:pt x="617" y="262"/>
                    <a:pt x="616" y="262"/>
                    <a:pt x="615" y="263"/>
                  </a:cubicBezTo>
                  <a:cubicBezTo>
                    <a:pt x="615" y="262"/>
                    <a:pt x="616" y="261"/>
                    <a:pt x="617" y="261"/>
                  </a:cubicBezTo>
                  <a:close/>
                  <a:moveTo>
                    <a:pt x="616" y="238"/>
                  </a:moveTo>
                  <a:cubicBezTo>
                    <a:pt x="616" y="238"/>
                    <a:pt x="616" y="239"/>
                    <a:pt x="615" y="239"/>
                  </a:cubicBezTo>
                  <a:cubicBezTo>
                    <a:pt x="615" y="238"/>
                    <a:pt x="615" y="238"/>
                    <a:pt x="616" y="238"/>
                  </a:cubicBezTo>
                  <a:close/>
                  <a:moveTo>
                    <a:pt x="618" y="309"/>
                  </a:moveTo>
                  <a:cubicBezTo>
                    <a:pt x="618" y="309"/>
                    <a:pt x="618" y="308"/>
                    <a:pt x="618" y="308"/>
                  </a:cubicBezTo>
                  <a:cubicBezTo>
                    <a:pt x="619" y="306"/>
                    <a:pt x="618" y="311"/>
                    <a:pt x="618" y="309"/>
                  </a:cubicBezTo>
                  <a:close/>
                  <a:moveTo>
                    <a:pt x="618" y="295"/>
                  </a:moveTo>
                  <a:cubicBezTo>
                    <a:pt x="619" y="293"/>
                    <a:pt x="618" y="296"/>
                    <a:pt x="618" y="295"/>
                  </a:cubicBezTo>
                  <a:close/>
                  <a:moveTo>
                    <a:pt x="620" y="301"/>
                  </a:moveTo>
                  <a:cubicBezTo>
                    <a:pt x="619" y="302"/>
                    <a:pt x="621" y="300"/>
                    <a:pt x="620" y="301"/>
                  </a:cubicBezTo>
                  <a:close/>
                  <a:moveTo>
                    <a:pt x="621" y="333"/>
                  </a:moveTo>
                  <a:cubicBezTo>
                    <a:pt x="620" y="335"/>
                    <a:pt x="619" y="336"/>
                    <a:pt x="618" y="337"/>
                  </a:cubicBezTo>
                  <a:cubicBezTo>
                    <a:pt x="619" y="336"/>
                    <a:pt x="620" y="334"/>
                    <a:pt x="621" y="333"/>
                  </a:cubicBezTo>
                  <a:close/>
                  <a:moveTo>
                    <a:pt x="622" y="194"/>
                  </a:moveTo>
                  <a:cubicBezTo>
                    <a:pt x="621" y="194"/>
                    <a:pt x="622" y="192"/>
                    <a:pt x="623" y="193"/>
                  </a:cubicBezTo>
                  <a:cubicBezTo>
                    <a:pt x="623" y="194"/>
                    <a:pt x="622" y="195"/>
                    <a:pt x="622" y="194"/>
                  </a:cubicBezTo>
                  <a:close/>
                  <a:moveTo>
                    <a:pt x="619" y="192"/>
                  </a:moveTo>
                  <a:cubicBezTo>
                    <a:pt x="619" y="192"/>
                    <a:pt x="619" y="192"/>
                    <a:pt x="620" y="191"/>
                  </a:cubicBezTo>
                  <a:cubicBezTo>
                    <a:pt x="620" y="192"/>
                    <a:pt x="620" y="192"/>
                    <a:pt x="620" y="192"/>
                  </a:cubicBezTo>
                  <a:cubicBezTo>
                    <a:pt x="621" y="191"/>
                    <a:pt x="622" y="190"/>
                    <a:pt x="623" y="190"/>
                  </a:cubicBezTo>
                  <a:cubicBezTo>
                    <a:pt x="622" y="192"/>
                    <a:pt x="620" y="193"/>
                    <a:pt x="617" y="194"/>
                  </a:cubicBezTo>
                  <a:cubicBezTo>
                    <a:pt x="618" y="193"/>
                    <a:pt x="618" y="193"/>
                    <a:pt x="619" y="192"/>
                  </a:cubicBezTo>
                  <a:close/>
                  <a:moveTo>
                    <a:pt x="615" y="194"/>
                  </a:moveTo>
                  <a:cubicBezTo>
                    <a:pt x="616" y="194"/>
                    <a:pt x="617" y="193"/>
                    <a:pt x="617" y="194"/>
                  </a:cubicBezTo>
                  <a:cubicBezTo>
                    <a:pt x="618" y="195"/>
                    <a:pt x="613" y="196"/>
                    <a:pt x="615" y="194"/>
                  </a:cubicBezTo>
                  <a:close/>
                  <a:moveTo>
                    <a:pt x="612" y="214"/>
                  </a:moveTo>
                  <a:cubicBezTo>
                    <a:pt x="613" y="215"/>
                    <a:pt x="612" y="215"/>
                    <a:pt x="611" y="214"/>
                  </a:cubicBezTo>
                  <a:cubicBezTo>
                    <a:pt x="611" y="214"/>
                    <a:pt x="612" y="213"/>
                    <a:pt x="612" y="214"/>
                  </a:cubicBezTo>
                  <a:close/>
                  <a:moveTo>
                    <a:pt x="609" y="203"/>
                  </a:moveTo>
                  <a:cubicBezTo>
                    <a:pt x="611" y="201"/>
                    <a:pt x="611" y="205"/>
                    <a:pt x="609" y="205"/>
                  </a:cubicBezTo>
                  <a:cubicBezTo>
                    <a:pt x="609" y="204"/>
                    <a:pt x="609" y="204"/>
                    <a:pt x="609" y="203"/>
                  </a:cubicBezTo>
                  <a:close/>
                  <a:moveTo>
                    <a:pt x="609" y="219"/>
                  </a:moveTo>
                  <a:cubicBezTo>
                    <a:pt x="612" y="218"/>
                    <a:pt x="616" y="215"/>
                    <a:pt x="620" y="214"/>
                  </a:cubicBezTo>
                  <a:cubicBezTo>
                    <a:pt x="617" y="216"/>
                    <a:pt x="611" y="220"/>
                    <a:pt x="608" y="221"/>
                  </a:cubicBezTo>
                  <a:cubicBezTo>
                    <a:pt x="609" y="221"/>
                    <a:pt x="607" y="222"/>
                    <a:pt x="607" y="221"/>
                  </a:cubicBezTo>
                  <a:cubicBezTo>
                    <a:pt x="606" y="220"/>
                    <a:pt x="609" y="220"/>
                    <a:pt x="609" y="219"/>
                  </a:cubicBezTo>
                  <a:close/>
                  <a:moveTo>
                    <a:pt x="610" y="253"/>
                  </a:moveTo>
                  <a:cubicBezTo>
                    <a:pt x="610" y="255"/>
                    <a:pt x="605" y="256"/>
                    <a:pt x="605" y="255"/>
                  </a:cubicBezTo>
                  <a:cubicBezTo>
                    <a:pt x="604" y="252"/>
                    <a:pt x="610" y="249"/>
                    <a:pt x="610" y="253"/>
                  </a:cubicBezTo>
                  <a:close/>
                  <a:moveTo>
                    <a:pt x="602" y="194"/>
                  </a:moveTo>
                  <a:cubicBezTo>
                    <a:pt x="602" y="194"/>
                    <a:pt x="603" y="194"/>
                    <a:pt x="603" y="194"/>
                  </a:cubicBezTo>
                  <a:cubicBezTo>
                    <a:pt x="604" y="196"/>
                    <a:pt x="601" y="196"/>
                    <a:pt x="602" y="194"/>
                  </a:cubicBezTo>
                  <a:close/>
                  <a:moveTo>
                    <a:pt x="604" y="256"/>
                  </a:moveTo>
                  <a:cubicBezTo>
                    <a:pt x="604" y="257"/>
                    <a:pt x="606" y="258"/>
                    <a:pt x="606" y="259"/>
                  </a:cubicBezTo>
                  <a:cubicBezTo>
                    <a:pt x="605" y="261"/>
                    <a:pt x="604" y="259"/>
                    <a:pt x="603" y="260"/>
                  </a:cubicBezTo>
                  <a:cubicBezTo>
                    <a:pt x="601" y="262"/>
                    <a:pt x="602" y="267"/>
                    <a:pt x="600" y="270"/>
                  </a:cubicBezTo>
                  <a:cubicBezTo>
                    <a:pt x="600" y="265"/>
                    <a:pt x="602" y="261"/>
                    <a:pt x="604" y="256"/>
                  </a:cubicBezTo>
                  <a:close/>
                  <a:moveTo>
                    <a:pt x="600" y="272"/>
                  </a:moveTo>
                  <a:cubicBezTo>
                    <a:pt x="600" y="271"/>
                    <a:pt x="602" y="269"/>
                    <a:pt x="603" y="271"/>
                  </a:cubicBezTo>
                  <a:cubicBezTo>
                    <a:pt x="603" y="273"/>
                    <a:pt x="601" y="273"/>
                    <a:pt x="600" y="272"/>
                  </a:cubicBezTo>
                  <a:close/>
                  <a:moveTo>
                    <a:pt x="601" y="310"/>
                  </a:moveTo>
                  <a:cubicBezTo>
                    <a:pt x="600" y="310"/>
                    <a:pt x="601" y="310"/>
                    <a:pt x="601" y="310"/>
                  </a:cubicBezTo>
                  <a:cubicBezTo>
                    <a:pt x="602" y="310"/>
                    <a:pt x="601" y="310"/>
                    <a:pt x="601" y="310"/>
                  </a:cubicBezTo>
                  <a:close/>
                  <a:moveTo>
                    <a:pt x="602" y="303"/>
                  </a:moveTo>
                  <a:cubicBezTo>
                    <a:pt x="602" y="302"/>
                    <a:pt x="603" y="302"/>
                    <a:pt x="603" y="302"/>
                  </a:cubicBezTo>
                  <a:cubicBezTo>
                    <a:pt x="604" y="302"/>
                    <a:pt x="602" y="304"/>
                    <a:pt x="602" y="303"/>
                  </a:cubicBezTo>
                  <a:close/>
                  <a:moveTo>
                    <a:pt x="607" y="416"/>
                  </a:moveTo>
                  <a:cubicBezTo>
                    <a:pt x="607" y="415"/>
                    <a:pt x="607" y="415"/>
                    <a:pt x="608" y="414"/>
                  </a:cubicBezTo>
                  <a:cubicBezTo>
                    <a:pt x="607" y="415"/>
                    <a:pt x="607" y="416"/>
                    <a:pt x="607" y="416"/>
                  </a:cubicBezTo>
                  <a:close/>
                  <a:moveTo>
                    <a:pt x="608" y="393"/>
                  </a:moveTo>
                  <a:cubicBezTo>
                    <a:pt x="608" y="392"/>
                    <a:pt x="609" y="391"/>
                    <a:pt x="610" y="390"/>
                  </a:cubicBezTo>
                  <a:cubicBezTo>
                    <a:pt x="610" y="390"/>
                    <a:pt x="609" y="392"/>
                    <a:pt x="608" y="393"/>
                  </a:cubicBezTo>
                  <a:close/>
                  <a:moveTo>
                    <a:pt x="600" y="353"/>
                  </a:moveTo>
                  <a:cubicBezTo>
                    <a:pt x="601" y="350"/>
                    <a:pt x="607" y="346"/>
                    <a:pt x="610" y="343"/>
                  </a:cubicBezTo>
                  <a:cubicBezTo>
                    <a:pt x="608" y="347"/>
                    <a:pt x="603" y="350"/>
                    <a:pt x="600" y="353"/>
                  </a:cubicBezTo>
                  <a:close/>
                  <a:moveTo>
                    <a:pt x="611" y="388"/>
                  </a:moveTo>
                  <a:cubicBezTo>
                    <a:pt x="610" y="388"/>
                    <a:pt x="612" y="387"/>
                    <a:pt x="611" y="388"/>
                  </a:cubicBezTo>
                  <a:close/>
                  <a:moveTo>
                    <a:pt x="612" y="387"/>
                  </a:moveTo>
                  <a:cubicBezTo>
                    <a:pt x="612" y="386"/>
                    <a:pt x="612" y="386"/>
                    <a:pt x="613" y="385"/>
                  </a:cubicBezTo>
                  <a:cubicBezTo>
                    <a:pt x="613" y="386"/>
                    <a:pt x="612" y="387"/>
                    <a:pt x="612" y="387"/>
                  </a:cubicBezTo>
                  <a:close/>
                  <a:moveTo>
                    <a:pt x="611" y="344"/>
                  </a:moveTo>
                  <a:cubicBezTo>
                    <a:pt x="612" y="342"/>
                    <a:pt x="613" y="341"/>
                    <a:pt x="616" y="339"/>
                  </a:cubicBezTo>
                  <a:cubicBezTo>
                    <a:pt x="614" y="341"/>
                    <a:pt x="613" y="343"/>
                    <a:pt x="611" y="344"/>
                  </a:cubicBezTo>
                  <a:close/>
                  <a:moveTo>
                    <a:pt x="615" y="357"/>
                  </a:moveTo>
                  <a:cubicBezTo>
                    <a:pt x="615" y="357"/>
                    <a:pt x="616" y="356"/>
                    <a:pt x="617" y="356"/>
                  </a:cubicBezTo>
                  <a:cubicBezTo>
                    <a:pt x="616" y="357"/>
                    <a:pt x="615" y="357"/>
                    <a:pt x="615" y="357"/>
                  </a:cubicBezTo>
                  <a:close/>
                  <a:moveTo>
                    <a:pt x="617" y="539"/>
                  </a:moveTo>
                  <a:cubicBezTo>
                    <a:pt x="616" y="539"/>
                    <a:pt x="617" y="537"/>
                    <a:pt x="618" y="537"/>
                  </a:cubicBezTo>
                  <a:cubicBezTo>
                    <a:pt x="618" y="538"/>
                    <a:pt x="617" y="539"/>
                    <a:pt x="617" y="539"/>
                  </a:cubicBezTo>
                  <a:close/>
                  <a:moveTo>
                    <a:pt x="618" y="445"/>
                  </a:moveTo>
                  <a:cubicBezTo>
                    <a:pt x="617" y="445"/>
                    <a:pt x="618" y="443"/>
                    <a:pt x="618" y="443"/>
                  </a:cubicBezTo>
                  <a:cubicBezTo>
                    <a:pt x="620" y="441"/>
                    <a:pt x="619" y="446"/>
                    <a:pt x="618" y="445"/>
                  </a:cubicBezTo>
                  <a:close/>
                  <a:moveTo>
                    <a:pt x="619" y="557"/>
                  </a:moveTo>
                  <a:cubicBezTo>
                    <a:pt x="619" y="557"/>
                    <a:pt x="619" y="556"/>
                    <a:pt x="619" y="557"/>
                  </a:cubicBezTo>
                  <a:cubicBezTo>
                    <a:pt x="620" y="557"/>
                    <a:pt x="619" y="558"/>
                    <a:pt x="619" y="557"/>
                  </a:cubicBezTo>
                  <a:close/>
                  <a:moveTo>
                    <a:pt x="619" y="347"/>
                  </a:moveTo>
                  <a:cubicBezTo>
                    <a:pt x="618" y="347"/>
                    <a:pt x="619" y="345"/>
                    <a:pt x="619" y="345"/>
                  </a:cubicBezTo>
                  <a:cubicBezTo>
                    <a:pt x="621" y="342"/>
                    <a:pt x="620" y="348"/>
                    <a:pt x="619" y="347"/>
                  </a:cubicBezTo>
                  <a:close/>
                  <a:moveTo>
                    <a:pt x="620" y="435"/>
                  </a:moveTo>
                  <a:cubicBezTo>
                    <a:pt x="621" y="434"/>
                    <a:pt x="619" y="437"/>
                    <a:pt x="620" y="435"/>
                  </a:cubicBezTo>
                  <a:close/>
                  <a:moveTo>
                    <a:pt x="623" y="526"/>
                  </a:moveTo>
                  <a:cubicBezTo>
                    <a:pt x="624" y="527"/>
                    <a:pt x="622" y="529"/>
                    <a:pt x="621" y="530"/>
                  </a:cubicBezTo>
                  <a:cubicBezTo>
                    <a:pt x="621" y="529"/>
                    <a:pt x="623" y="527"/>
                    <a:pt x="623" y="526"/>
                  </a:cubicBezTo>
                  <a:close/>
                  <a:moveTo>
                    <a:pt x="622" y="561"/>
                  </a:moveTo>
                  <a:cubicBezTo>
                    <a:pt x="621" y="560"/>
                    <a:pt x="622" y="558"/>
                    <a:pt x="622" y="558"/>
                  </a:cubicBezTo>
                  <a:cubicBezTo>
                    <a:pt x="625" y="555"/>
                    <a:pt x="624" y="562"/>
                    <a:pt x="622" y="561"/>
                  </a:cubicBezTo>
                  <a:close/>
                  <a:moveTo>
                    <a:pt x="624" y="492"/>
                  </a:moveTo>
                  <a:cubicBezTo>
                    <a:pt x="624" y="490"/>
                    <a:pt x="623" y="493"/>
                    <a:pt x="624" y="492"/>
                  </a:cubicBezTo>
                  <a:close/>
                  <a:moveTo>
                    <a:pt x="625" y="381"/>
                  </a:moveTo>
                  <a:cubicBezTo>
                    <a:pt x="625" y="381"/>
                    <a:pt x="624" y="381"/>
                    <a:pt x="624" y="381"/>
                  </a:cubicBezTo>
                  <a:cubicBezTo>
                    <a:pt x="625" y="379"/>
                    <a:pt x="626" y="381"/>
                    <a:pt x="625" y="381"/>
                  </a:cubicBezTo>
                  <a:close/>
                  <a:moveTo>
                    <a:pt x="624" y="254"/>
                  </a:moveTo>
                  <a:cubicBezTo>
                    <a:pt x="624" y="254"/>
                    <a:pt x="625" y="253"/>
                    <a:pt x="625" y="253"/>
                  </a:cubicBezTo>
                  <a:cubicBezTo>
                    <a:pt x="626" y="252"/>
                    <a:pt x="625" y="255"/>
                    <a:pt x="624" y="254"/>
                  </a:cubicBezTo>
                  <a:close/>
                  <a:moveTo>
                    <a:pt x="626" y="488"/>
                  </a:moveTo>
                  <a:cubicBezTo>
                    <a:pt x="626" y="488"/>
                    <a:pt x="627" y="486"/>
                    <a:pt x="627" y="486"/>
                  </a:cubicBezTo>
                  <a:cubicBezTo>
                    <a:pt x="627" y="487"/>
                    <a:pt x="626" y="487"/>
                    <a:pt x="626" y="488"/>
                  </a:cubicBezTo>
                  <a:close/>
                  <a:moveTo>
                    <a:pt x="628" y="522"/>
                  </a:moveTo>
                  <a:cubicBezTo>
                    <a:pt x="626" y="521"/>
                    <a:pt x="628" y="521"/>
                    <a:pt x="628" y="522"/>
                  </a:cubicBezTo>
                  <a:close/>
                  <a:moveTo>
                    <a:pt x="633" y="526"/>
                  </a:moveTo>
                  <a:cubicBezTo>
                    <a:pt x="634" y="528"/>
                    <a:pt x="631" y="529"/>
                    <a:pt x="633" y="526"/>
                  </a:cubicBezTo>
                  <a:close/>
                  <a:moveTo>
                    <a:pt x="628" y="417"/>
                  </a:moveTo>
                  <a:cubicBezTo>
                    <a:pt x="630" y="415"/>
                    <a:pt x="631" y="410"/>
                    <a:pt x="634" y="409"/>
                  </a:cubicBezTo>
                  <a:cubicBezTo>
                    <a:pt x="633" y="409"/>
                    <a:pt x="631" y="417"/>
                    <a:pt x="628" y="417"/>
                  </a:cubicBezTo>
                  <a:close/>
                  <a:moveTo>
                    <a:pt x="633" y="310"/>
                  </a:moveTo>
                  <a:cubicBezTo>
                    <a:pt x="632" y="309"/>
                    <a:pt x="634" y="305"/>
                    <a:pt x="634" y="305"/>
                  </a:cubicBezTo>
                  <a:cubicBezTo>
                    <a:pt x="638" y="302"/>
                    <a:pt x="636" y="311"/>
                    <a:pt x="633" y="310"/>
                  </a:cubicBezTo>
                  <a:close/>
                  <a:moveTo>
                    <a:pt x="637" y="496"/>
                  </a:moveTo>
                  <a:cubicBezTo>
                    <a:pt x="636" y="497"/>
                    <a:pt x="637" y="495"/>
                    <a:pt x="637" y="496"/>
                  </a:cubicBezTo>
                  <a:close/>
                  <a:moveTo>
                    <a:pt x="637" y="495"/>
                  </a:moveTo>
                  <a:cubicBezTo>
                    <a:pt x="635" y="495"/>
                    <a:pt x="637" y="490"/>
                    <a:pt x="638" y="490"/>
                  </a:cubicBezTo>
                  <a:cubicBezTo>
                    <a:pt x="640" y="489"/>
                    <a:pt x="639" y="496"/>
                    <a:pt x="637" y="495"/>
                  </a:cubicBezTo>
                  <a:close/>
                  <a:moveTo>
                    <a:pt x="638" y="424"/>
                  </a:move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lose/>
                  <a:moveTo>
                    <a:pt x="634" y="368"/>
                  </a:moveTo>
                  <a:cubicBezTo>
                    <a:pt x="637" y="365"/>
                    <a:pt x="639" y="361"/>
                    <a:pt x="643" y="358"/>
                  </a:cubicBezTo>
                  <a:cubicBezTo>
                    <a:pt x="641" y="362"/>
                    <a:pt x="638" y="365"/>
                    <a:pt x="634" y="368"/>
                  </a:cubicBezTo>
                  <a:close/>
                  <a:moveTo>
                    <a:pt x="641" y="395"/>
                  </a:moveTo>
                  <a:cubicBezTo>
                    <a:pt x="641" y="395"/>
                    <a:pt x="641" y="395"/>
                    <a:pt x="641" y="395"/>
                  </a:cubicBezTo>
                  <a:cubicBezTo>
                    <a:pt x="641" y="395"/>
                    <a:pt x="641" y="394"/>
                    <a:pt x="641" y="395"/>
                  </a:cubicBezTo>
                  <a:close/>
                  <a:moveTo>
                    <a:pt x="640" y="430"/>
                  </a:moveTo>
                  <a:cubicBezTo>
                    <a:pt x="640" y="430"/>
                    <a:pt x="640" y="428"/>
                    <a:pt x="642" y="428"/>
                  </a:cubicBezTo>
                  <a:cubicBezTo>
                    <a:pt x="643" y="427"/>
                    <a:pt x="644" y="427"/>
                    <a:pt x="645" y="428"/>
                  </a:cubicBezTo>
                  <a:cubicBezTo>
                    <a:pt x="648" y="432"/>
                    <a:pt x="641" y="434"/>
                    <a:pt x="640" y="430"/>
                  </a:cubicBezTo>
                  <a:close/>
                  <a:moveTo>
                    <a:pt x="645" y="387"/>
                  </a:moveTo>
                  <a:cubicBezTo>
                    <a:pt x="645" y="386"/>
                    <a:pt x="645" y="385"/>
                    <a:pt x="646" y="385"/>
                  </a:cubicBezTo>
                  <a:cubicBezTo>
                    <a:pt x="646" y="386"/>
                    <a:pt x="646" y="386"/>
                    <a:pt x="645" y="387"/>
                  </a:cubicBezTo>
                  <a:close/>
                  <a:moveTo>
                    <a:pt x="647" y="552"/>
                  </a:moveTo>
                  <a:cubicBezTo>
                    <a:pt x="646" y="553"/>
                    <a:pt x="648" y="551"/>
                    <a:pt x="647" y="552"/>
                  </a:cubicBezTo>
                  <a:close/>
                  <a:moveTo>
                    <a:pt x="647" y="429"/>
                  </a:moveTo>
                  <a:cubicBezTo>
                    <a:pt x="648" y="428"/>
                    <a:pt x="645" y="431"/>
                    <a:pt x="647" y="429"/>
                  </a:cubicBezTo>
                  <a:close/>
                  <a:moveTo>
                    <a:pt x="646" y="388"/>
                  </a:moveTo>
                  <a:cubicBezTo>
                    <a:pt x="646" y="387"/>
                    <a:pt x="647" y="386"/>
                    <a:pt x="647" y="385"/>
                  </a:cubicBezTo>
                  <a:cubicBezTo>
                    <a:pt x="647" y="386"/>
                    <a:pt x="647" y="387"/>
                    <a:pt x="646" y="388"/>
                  </a:cubicBezTo>
                  <a:close/>
                  <a:moveTo>
                    <a:pt x="646" y="385"/>
                  </a:moveTo>
                  <a:cubicBezTo>
                    <a:pt x="647" y="384"/>
                    <a:pt x="647" y="383"/>
                    <a:pt x="648" y="383"/>
                  </a:cubicBezTo>
                  <a:cubicBezTo>
                    <a:pt x="648" y="384"/>
                    <a:pt x="647" y="384"/>
                    <a:pt x="646" y="385"/>
                  </a:cubicBezTo>
                  <a:close/>
                  <a:moveTo>
                    <a:pt x="647" y="345"/>
                  </a:moveTo>
                  <a:cubicBezTo>
                    <a:pt x="646" y="345"/>
                    <a:pt x="647" y="344"/>
                    <a:pt x="647" y="344"/>
                  </a:cubicBezTo>
                  <a:cubicBezTo>
                    <a:pt x="648" y="342"/>
                    <a:pt x="648" y="345"/>
                    <a:pt x="647" y="345"/>
                  </a:cubicBezTo>
                  <a:close/>
                  <a:moveTo>
                    <a:pt x="648" y="529"/>
                  </a:moveTo>
                  <a:cubicBezTo>
                    <a:pt x="647" y="529"/>
                    <a:pt x="648" y="528"/>
                    <a:pt x="648" y="528"/>
                  </a:cubicBezTo>
                  <a:cubicBezTo>
                    <a:pt x="649" y="528"/>
                    <a:pt x="648" y="529"/>
                    <a:pt x="648" y="529"/>
                  </a:cubicBezTo>
                  <a:close/>
                  <a:moveTo>
                    <a:pt x="648" y="382"/>
                  </a:moveTo>
                  <a:cubicBezTo>
                    <a:pt x="649" y="381"/>
                    <a:pt x="647" y="383"/>
                    <a:pt x="648" y="382"/>
                  </a:cubicBezTo>
                  <a:close/>
                  <a:moveTo>
                    <a:pt x="650" y="335"/>
                  </a:moveTo>
                  <a:cubicBezTo>
                    <a:pt x="647" y="337"/>
                    <a:pt x="652" y="333"/>
                    <a:pt x="650" y="335"/>
                  </a:cubicBezTo>
                  <a:close/>
                  <a:moveTo>
                    <a:pt x="651" y="357"/>
                  </a:moveTo>
                  <a:cubicBezTo>
                    <a:pt x="651" y="355"/>
                    <a:pt x="650" y="358"/>
                    <a:pt x="651" y="357"/>
                  </a:cubicBezTo>
                  <a:close/>
                  <a:moveTo>
                    <a:pt x="651" y="299"/>
                  </a:moveTo>
                  <a:cubicBezTo>
                    <a:pt x="649" y="299"/>
                    <a:pt x="651" y="296"/>
                    <a:pt x="652" y="298"/>
                  </a:cubicBezTo>
                  <a:cubicBezTo>
                    <a:pt x="652" y="298"/>
                    <a:pt x="651" y="299"/>
                    <a:pt x="651" y="299"/>
                  </a:cubicBezTo>
                  <a:close/>
                  <a:moveTo>
                    <a:pt x="651" y="291"/>
                  </a:moveTo>
                  <a:cubicBezTo>
                    <a:pt x="651" y="291"/>
                    <a:pt x="652" y="291"/>
                    <a:pt x="652" y="291"/>
                  </a:cubicBezTo>
                  <a:cubicBezTo>
                    <a:pt x="652" y="292"/>
                    <a:pt x="651" y="291"/>
                    <a:pt x="651" y="291"/>
                  </a:cubicBezTo>
                  <a:close/>
                  <a:moveTo>
                    <a:pt x="652" y="333"/>
                  </a:moveTo>
                  <a:cubicBezTo>
                    <a:pt x="652" y="331"/>
                    <a:pt x="654" y="331"/>
                    <a:pt x="654" y="330"/>
                  </a:cubicBezTo>
                  <a:cubicBezTo>
                    <a:pt x="654" y="331"/>
                    <a:pt x="653" y="332"/>
                    <a:pt x="652" y="333"/>
                  </a:cubicBezTo>
                  <a:close/>
                  <a:moveTo>
                    <a:pt x="654" y="302"/>
                  </a:moveTo>
                  <a:cubicBezTo>
                    <a:pt x="655" y="302"/>
                    <a:pt x="654" y="302"/>
                    <a:pt x="654" y="302"/>
                  </a:cubicBezTo>
                  <a:cubicBezTo>
                    <a:pt x="655" y="304"/>
                    <a:pt x="652" y="302"/>
                    <a:pt x="654" y="302"/>
                  </a:cubicBezTo>
                  <a:close/>
                  <a:moveTo>
                    <a:pt x="654" y="370"/>
                  </a:moveTo>
                  <a:cubicBezTo>
                    <a:pt x="654" y="369"/>
                    <a:pt x="656" y="369"/>
                    <a:pt x="655" y="370"/>
                  </a:cubicBezTo>
                  <a:cubicBezTo>
                    <a:pt x="655" y="370"/>
                    <a:pt x="654" y="370"/>
                    <a:pt x="654" y="370"/>
                  </a:cubicBezTo>
                  <a:close/>
                  <a:moveTo>
                    <a:pt x="648" y="287"/>
                  </a:moveTo>
                  <a:cubicBezTo>
                    <a:pt x="651" y="284"/>
                    <a:pt x="653" y="280"/>
                    <a:pt x="658" y="277"/>
                  </a:cubicBezTo>
                  <a:cubicBezTo>
                    <a:pt x="657" y="281"/>
                    <a:pt x="652" y="285"/>
                    <a:pt x="648" y="287"/>
                  </a:cubicBezTo>
                  <a:close/>
                  <a:moveTo>
                    <a:pt x="657" y="286"/>
                  </a:moveTo>
                  <a:cubicBezTo>
                    <a:pt x="657" y="285"/>
                    <a:pt x="658" y="285"/>
                    <a:pt x="658" y="285"/>
                  </a:cubicBezTo>
                  <a:cubicBezTo>
                    <a:pt x="659" y="286"/>
                    <a:pt x="656" y="287"/>
                    <a:pt x="657" y="286"/>
                  </a:cubicBezTo>
                  <a:close/>
                  <a:moveTo>
                    <a:pt x="658" y="318"/>
                  </a:moveTo>
                  <a:cubicBezTo>
                    <a:pt x="659" y="317"/>
                    <a:pt x="657" y="319"/>
                    <a:pt x="658" y="318"/>
                  </a:cubicBezTo>
                  <a:close/>
                  <a:moveTo>
                    <a:pt x="658" y="348"/>
                  </a:moveTo>
                  <a:cubicBezTo>
                    <a:pt x="659" y="347"/>
                    <a:pt x="656" y="349"/>
                    <a:pt x="658" y="348"/>
                  </a:cubicBezTo>
                  <a:close/>
                  <a:moveTo>
                    <a:pt x="658" y="477"/>
                  </a:moveTo>
                  <a:cubicBezTo>
                    <a:pt x="658" y="476"/>
                    <a:pt x="658" y="476"/>
                    <a:pt x="658" y="476"/>
                  </a:cubicBezTo>
                  <a:cubicBezTo>
                    <a:pt x="659" y="474"/>
                    <a:pt x="660" y="477"/>
                    <a:pt x="658" y="477"/>
                  </a:cubicBezTo>
                  <a:close/>
                  <a:moveTo>
                    <a:pt x="658" y="376"/>
                  </a:moveTo>
                  <a:cubicBezTo>
                    <a:pt x="657" y="375"/>
                    <a:pt x="658" y="373"/>
                    <a:pt x="658" y="373"/>
                  </a:cubicBezTo>
                  <a:cubicBezTo>
                    <a:pt x="661" y="371"/>
                    <a:pt x="661" y="376"/>
                    <a:pt x="658" y="376"/>
                  </a:cubicBezTo>
                  <a:close/>
                  <a:moveTo>
                    <a:pt x="660" y="413"/>
                  </a:moveTo>
                  <a:cubicBezTo>
                    <a:pt x="660" y="412"/>
                    <a:pt x="661" y="412"/>
                    <a:pt x="660" y="413"/>
                  </a:cubicBezTo>
                  <a:close/>
                  <a:moveTo>
                    <a:pt x="658" y="347"/>
                  </a:moveTo>
                  <a:cubicBezTo>
                    <a:pt x="659" y="345"/>
                    <a:pt x="660" y="343"/>
                    <a:pt x="662" y="342"/>
                  </a:cubicBezTo>
                  <a:cubicBezTo>
                    <a:pt x="662" y="342"/>
                    <a:pt x="660" y="346"/>
                    <a:pt x="658" y="347"/>
                  </a:cubicBezTo>
                  <a:close/>
                  <a:moveTo>
                    <a:pt x="663" y="312"/>
                  </a:moveTo>
                  <a:cubicBezTo>
                    <a:pt x="663" y="312"/>
                    <a:pt x="664" y="313"/>
                    <a:pt x="663" y="313"/>
                  </a:cubicBezTo>
                  <a:cubicBezTo>
                    <a:pt x="662" y="314"/>
                    <a:pt x="661" y="312"/>
                    <a:pt x="662" y="312"/>
                  </a:cubicBezTo>
                  <a:cubicBezTo>
                    <a:pt x="662" y="312"/>
                    <a:pt x="662" y="312"/>
                    <a:pt x="662" y="312"/>
                  </a:cubicBezTo>
                  <a:cubicBezTo>
                    <a:pt x="662" y="311"/>
                    <a:pt x="662" y="311"/>
                    <a:pt x="661" y="311"/>
                  </a:cubicBezTo>
                  <a:cubicBezTo>
                    <a:pt x="660" y="310"/>
                    <a:pt x="664" y="308"/>
                    <a:pt x="664" y="310"/>
                  </a:cubicBezTo>
                  <a:cubicBezTo>
                    <a:pt x="664" y="311"/>
                    <a:pt x="664" y="311"/>
                    <a:pt x="663" y="312"/>
                  </a:cubicBezTo>
                  <a:close/>
                  <a:moveTo>
                    <a:pt x="662" y="277"/>
                  </a:moveTo>
                  <a:cubicBezTo>
                    <a:pt x="661" y="279"/>
                    <a:pt x="662" y="276"/>
                    <a:pt x="662" y="277"/>
                  </a:cubicBezTo>
                  <a:close/>
                  <a:moveTo>
                    <a:pt x="662" y="261"/>
                  </a:moveTo>
                  <a:cubicBezTo>
                    <a:pt x="662" y="261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ubicBezTo>
                    <a:pt x="662" y="260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lose/>
                  <a:moveTo>
                    <a:pt x="664" y="309"/>
                  </a:moveTo>
                  <a:cubicBezTo>
                    <a:pt x="663" y="309"/>
                    <a:pt x="663" y="308"/>
                    <a:pt x="664" y="308"/>
                  </a:cubicBezTo>
                  <a:cubicBezTo>
                    <a:pt x="664" y="307"/>
                    <a:pt x="665" y="309"/>
                    <a:pt x="664" y="309"/>
                  </a:cubicBezTo>
                  <a:close/>
                  <a:moveTo>
                    <a:pt x="664" y="258"/>
                  </a:moveTo>
                  <a:cubicBezTo>
                    <a:pt x="664" y="260"/>
                    <a:pt x="662" y="259"/>
                    <a:pt x="664" y="258"/>
                  </a:cubicBezTo>
                  <a:close/>
                  <a:moveTo>
                    <a:pt x="665" y="262"/>
                  </a:moveTo>
                  <a:cubicBezTo>
                    <a:pt x="663" y="263"/>
                    <a:pt x="666" y="260"/>
                    <a:pt x="665" y="262"/>
                  </a:cubicBezTo>
                  <a:close/>
                  <a:moveTo>
                    <a:pt x="663" y="233"/>
                  </a:moveTo>
                  <a:cubicBezTo>
                    <a:pt x="665" y="234"/>
                    <a:pt x="663" y="240"/>
                    <a:pt x="660" y="239"/>
                  </a:cubicBezTo>
                  <a:cubicBezTo>
                    <a:pt x="657" y="239"/>
                    <a:pt x="659" y="230"/>
                    <a:pt x="663" y="233"/>
                  </a:cubicBezTo>
                  <a:cubicBezTo>
                    <a:pt x="662" y="232"/>
                    <a:pt x="662" y="229"/>
                    <a:pt x="664" y="230"/>
                  </a:cubicBezTo>
                  <a:cubicBezTo>
                    <a:pt x="666" y="230"/>
                    <a:pt x="665" y="234"/>
                    <a:pt x="663" y="233"/>
                  </a:cubicBezTo>
                  <a:close/>
                  <a:moveTo>
                    <a:pt x="665" y="341"/>
                  </a:moveTo>
                  <a:cubicBezTo>
                    <a:pt x="665" y="340"/>
                    <a:pt x="667" y="338"/>
                    <a:pt x="668" y="337"/>
                  </a:cubicBezTo>
                  <a:cubicBezTo>
                    <a:pt x="667" y="339"/>
                    <a:pt x="667" y="340"/>
                    <a:pt x="665" y="341"/>
                  </a:cubicBezTo>
                  <a:close/>
                  <a:moveTo>
                    <a:pt x="668" y="481"/>
                  </a:moveTo>
                  <a:cubicBezTo>
                    <a:pt x="668" y="481"/>
                    <a:pt x="668" y="480"/>
                    <a:pt x="668" y="481"/>
                  </a:cubicBezTo>
                  <a:cubicBezTo>
                    <a:pt x="669" y="481"/>
                    <a:pt x="668" y="482"/>
                    <a:pt x="668" y="481"/>
                  </a:cubicBezTo>
                  <a:close/>
                  <a:moveTo>
                    <a:pt x="671" y="391"/>
                  </a:moveTo>
                  <a:cubicBezTo>
                    <a:pt x="671" y="390"/>
                    <a:pt x="672" y="389"/>
                    <a:pt x="672" y="388"/>
                  </a:cubicBezTo>
                  <a:cubicBezTo>
                    <a:pt x="673" y="389"/>
                    <a:pt x="672" y="391"/>
                    <a:pt x="671" y="391"/>
                  </a:cubicBezTo>
                  <a:close/>
                  <a:moveTo>
                    <a:pt x="673" y="387"/>
                  </a:moveTo>
                  <a:cubicBezTo>
                    <a:pt x="673" y="385"/>
                    <a:pt x="675" y="383"/>
                    <a:pt x="675" y="381"/>
                  </a:cubicBezTo>
                  <a:cubicBezTo>
                    <a:pt x="676" y="383"/>
                    <a:pt x="674" y="385"/>
                    <a:pt x="673" y="387"/>
                  </a:cubicBezTo>
                  <a:close/>
                  <a:moveTo>
                    <a:pt x="683" y="314"/>
                  </a:moveTo>
                  <a:cubicBezTo>
                    <a:pt x="681" y="318"/>
                    <a:pt x="678" y="322"/>
                    <a:pt x="676" y="326"/>
                  </a:cubicBezTo>
                  <a:cubicBezTo>
                    <a:pt x="678" y="322"/>
                    <a:pt x="679" y="317"/>
                    <a:pt x="683" y="314"/>
                  </a:cubicBezTo>
                  <a:close/>
                  <a:moveTo>
                    <a:pt x="678" y="432"/>
                  </a:moveTo>
                  <a:cubicBezTo>
                    <a:pt x="678" y="434"/>
                    <a:pt x="676" y="433"/>
                    <a:pt x="678" y="432"/>
                  </a:cubicBezTo>
                  <a:close/>
                  <a:moveTo>
                    <a:pt x="682" y="426"/>
                  </a:moveTo>
                  <a:cubicBezTo>
                    <a:pt x="681" y="426"/>
                    <a:pt x="681" y="425"/>
                    <a:pt x="682" y="424"/>
                  </a:cubicBezTo>
                  <a:cubicBezTo>
                    <a:pt x="683" y="423"/>
                    <a:pt x="684" y="427"/>
                    <a:pt x="682" y="426"/>
                  </a:cubicBezTo>
                  <a:close/>
                  <a:moveTo>
                    <a:pt x="683" y="451"/>
                  </a:moveTo>
                  <a:cubicBezTo>
                    <a:pt x="683" y="450"/>
                    <a:pt x="685" y="451"/>
                    <a:pt x="683" y="451"/>
                  </a:cubicBezTo>
                  <a:close/>
                  <a:moveTo>
                    <a:pt x="683" y="486"/>
                  </a:moveTo>
                  <a:cubicBezTo>
                    <a:pt x="684" y="486"/>
                    <a:pt x="682" y="487"/>
                    <a:pt x="683" y="486"/>
                  </a:cubicBezTo>
                  <a:close/>
                  <a:moveTo>
                    <a:pt x="685" y="289"/>
                  </a:moveTo>
                  <a:cubicBezTo>
                    <a:pt x="686" y="289"/>
                    <a:pt x="684" y="290"/>
                    <a:pt x="684" y="290"/>
                  </a:cubicBezTo>
                  <a:cubicBezTo>
                    <a:pt x="684" y="290"/>
                    <a:pt x="685" y="290"/>
                    <a:pt x="685" y="289"/>
                  </a:cubicBezTo>
                  <a:close/>
                  <a:moveTo>
                    <a:pt x="685" y="345"/>
                  </a:moveTo>
                  <a:cubicBezTo>
                    <a:pt x="684" y="344"/>
                    <a:pt x="685" y="344"/>
                    <a:pt x="685" y="343"/>
                  </a:cubicBezTo>
                  <a:cubicBezTo>
                    <a:pt x="686" y="343"/>
                    <a:pt x="685" y="345"/>
                    <a:pt x="685" y="345"/>
                  </a:cubicBezTo>
                  <a:close/>
                  <a:moveTo>
                    <a:pt x="686" y="342"/>
                  </a:moveTo>
                  <a:cubicBezTo>
                    <a:pt x="685" y="341"/>
                    <a:pt x="686" y="341"/>
                    <a:pt x="686" y="340"/>
                  </a:cubicBezTo>
                  <a:cubicBezTo>
                    <a:pt x="687" y="340"/>
                    <a:pt x="686" y="342"/>
                    <a:pt x="686" y="342"/>
                  </a:cubicBezTo>
                  <a:close/>
                  <a:moveTo>
                    <a:pt x="687" y="340"/>
                  </a:moveTo>
                  <a:cubicBezTo>
                    <a:pt x="686" y="339"/>
                    <a:pt x="687" y="337"/>
                    <a:pt x="688" y="336"/>
                  </a:cubicBezTo>
                  <a:cubicBezTo>
                    <a:pt x="688" y="337"/>
                    <a:pt x="687" y="339"/>
                    <a:pt x="687" y="340"/>
                  </a:cubicBezTo>
                  <a:close/>
                  <a:moveTo>
                    <a:pt x="688" y="329"/>
                  </a:moveTo>
                  <a:cubicBezTo>
                    <a:pt x="688" y="329"/>
                    <a:pt x="688" y="329"/>
                    <a:pt x="688" y="329"/>
                  </a:cubicBezTo>
                  <a:cubicBezTo>
                    <a:pt x="688" y="329"/>
                    <a:pt x="687" y="330"/>
                    <a:pt x="688" y="329"/>
                  </a:cubicBezTo>
                  <a:close/>
                  <a:moveTo>
                    <a:pt x="688" y="284"/>
                  </a:moveTo>
                  <a:cubicBezTo>
                    <a:pt x="689" y="283"/>
                    <a:pt x="686" y="286"/>
                    <a:pt x="688" y="284"/>
                  </a:cubicBezTo>
                  <a:close/>
                  <a:moveTo>
                    <a:pt x="693" y="290"/>
                  </a:moveTo>
                  <a:cubicBezTo>
                    <a:pt x="697" y="288"/>
                    <a:pt x="695" y="297"/>
                    <a:pt x="692" y="296"/>
                  </a:cubicBezTo>
                  <a:cubicBezTo>
                    <a:pt x="690" y="295"/>
                    <a:pt x="692" y="291"/>
                    <a:pt x="693" y="290"/>
                  </a:cubicBezTo>
                  <a:close/>
                  <a:moveTo>
                    <a:pt x="691" y="285"/>
                  </a:moveTo>
                  <a:cubicBezTo>
                    <a:pt x="691" y="286"/>
                    <a:pt x="692" y="284"/>
                    <a:pt x="691" y="285"/>
                  </a:cubicBezTo>
                  <a:close/>
                  <a:moveTo>
                    <a:pt x="689" y="285"/>
                  </a:moveTo>
                  <a:cubicBezTo>
                    <a:pt x="690" y="285"/>
                    <a:pt x="690" y="284"/>
                    <a:pt x="691" y="284"/>
                  </a:cubicBezTo>
                  <a:cubicBezTo>
                    <a:pt x="693" y="285"/>
                    <a:pt x="688" y="288"/>
                    <a:pt x="689" y="285"/>
                  </a:cubicBezTo>
                  <a:close/>
                  <a:moveTo>
                    <a:pt x="689" y="316"/>
                  </a:moveTo>
                  <a:cubicBezTo>
                    <a:pt x="690" y="317"/>
                    <a:pt x="688" y="316"/>
                    <a:pt x="689" y="316"/>
                  </a:cubicBezTo>
                  <a:close/>
                  <a:moveTo>
                    <a:pt x="689" y="395"/>
                  </a:moveTo>
                  <a:cubicBezTo>
                    <a:pt x="689" y="395"/>
                    <a:pt x="689" y="394"/>
                    <a:pt x="689" y="394"/>
                  </a:cubicBezTo>
                  <a:cubicBezTo>
                    <a:pt x="690" y="394"/>
                    <a:pt x="688" y="397"/>
                    <a:pt x="689" y="395"/>
                  </a:cubicBezTo>
                  <a:close/>
                  <a:moveTo>
                    <a:pt x="690" y="404"/>
                  </a:moveTo>
                  <a:cubicBezTo>
                    <a:pt x="690" y="403"/>
                    <a:pt x="691" y="404"/>
                    <a:pt x="691" y="404"/>
                  </a:cubicBezTo>
                  <a:cubicBezTo>
                    <a:pt x="691" y="405"/>
                    <a:pt x="689" y="405"/>
                    <a:pt x="690" y="404"/>
                  </a:cubicBezTo>
                  <a:close/>
                  <a:moveTo>
                    <a:pt x="691" y="343"/>
                  </a:moveTo>
                  <a:cubicBezTo>
                    <a:pt x="691" y="342"/>
                    <a:pt x="691" y="341"/>
                    <a:pt x="691" y="341"/>
                  </a:cubicBezTo>
                  <a:cubicBezTo>
                    <a:pt x="692" y="340"/>
                    <a:pt x="692" y="343"/>
                    <a:pt x="691" y="343"/>
                  </a:cubicBezTo>
                  <a:close/>
                  <a:moveTo>
                    <a:pt x="692" y="394"/>
                  </a:moveTo>
                  <a:cubicBezTo>
                    <a:pt x="691" y="395"/>
                    <a:pt x="693" y="393"/>
                    <a:pt x="692" y="394"/>
                  </a:cubicBezTo>
                  <a:close/>
                  <a:moveTo>
                    <a:pt x="692" y="300"/>
                  </a:moveTo>
                  <a:cubicBezTo>
                    <a:pt x="690" y="300"/>
                    <a:pt x="691" y="299"/>
                    <a:pt x="692" y="298"/>
                  </a:cubicBezTo>
                  <a:cubicBezTo>
                    <a:pt x="693" y="297"/>
                    <a:pt x="693" y="300"/>
                    <a:pt x="692" y="300"/>
                  </a:cubicBezTo>
                  <a:close/>
                  <a:moveTo>
                    <a:pt x="694" y="330"/>
                  </a:moveTo>
                  <a:cubicBezTo>
                    <a:pt x="695" y="329"/>
                    <a:pt x="695" y="332"/>
                    <a:pt x="694" y="331"/>
                  </a:cubicBezTo>
                  <a:cubicBezTo>
                    <a:pt x="693" y="331"/>
                    <a:pt x="694" y="330"/>
                    <a:pt x="694" y="330"/>
                  </a:cubicBezTo>
                  <a:close/>
                  <a:moveTo>
                    <a:pt x="694" y="454"/>
                  </a:moveTo>
                  <a:cubicBezTo>
                    <a:pt x="694" y="454"/>
                    <a:pt x="694" y="454"/>
                    <a:pt x="695" y="454"/>
                  </a:cubicBezTo>
                  <a:cubicBezTo>
                    <a:pt x="696" y="454"/>
                    <a:pt x="693" y="455"/>
                    <a:pt x="694" y="454"/>
                  </a:cubicBezTo>
                  <a:close/>
                  <a:moveTo>
                    <a:pt x="696" y="312"/>
                  </a:moveTo>
                  <a:cubicBezTo>
                    <a:pt x="694" y="313"/>
                    <a:pt x="694" y="308"/>
                    <a:pt x="695" y="307"/>
                  </a:cubicBezTo>
                  <a:cubicBezTo>
                    <a:pt x="700" y="304"/>
                    <a:pt x="697" y="312"/>
                    <a:pt x="696" y="312"/>
                  </a:cubicBezTo>
                  <a:close/>
                  <a:moveTo>
                    <a:pt x="699" y="327"/>
                  </a:moveTo>
                  <a:cubicBezTo>
                    <a:pt x="699" y="327"/>
                    <a:pt x="700" y="326"/>
                    <a:pt x="700" y="326"/>
                  </a:cubicBezTo>
                  <a:cubicBezTo>
                    <a:pt x="702" y="327"/>
                    <a:pt x="698" y="329"/>
                    <a:pt x="699" y="327"/>
                  </a:cubicBezTo>
                  <a:close/>
                  <a:moveTo>
                    <a:pt x="702" y="431"/>
                  </a:moveTo>
                  <a:cubicBezTo>
                    <a:pt x="702" y="430"/>
                    <a:pt x="704" y="429"/>
                    <a:pt x="704" y="428"/>
                  </a:cubicBezTo>
                  <a:cubicBezTo>
                    <a:pt x="704" y="429"/>
                    <a:pt x="704" y="431"/>
                    <a:pt x="702" y="431"/>
                  </a:cubicBezTo>
                  <a:close/>
                  <a:moveTo>
                    <a:pt x="704" y="427"/>
                  </a:moveTo>
                  <a:cubicBezTo>
                    <a:pt x="705" y="425"/>
                    <a:pt x="705" y="423"/>
                    <a:pt x="706" y="421"/>
                  </a:cubicBezTo>
                  <a:cubicBezTo>
                    <a:pt x="707" y="422"/>
                    <a:pt x="705" y="426"/>
                    <a:pt x="704" y="427"/>
                  </a:cubicBezTo>
                  <a:close/>
                  <a:moveTo>
                    <a:pt x="706" y="392"/>
                  </a:moveTo>
                  <a:cubicBezTo>
                    <a:pt x="706" y="393"/>
                    <a:pt x="706" y="393"/>
                    <a:pt x="706" y="392"/>
                  </a:cubicBezTo>
                  <a:close/>
                  <a:moveTo>
                    <a:pt x="709" y="396"/>
                  </a:moveTo>
                  <a:cubicBezTo>
                    <a:pt x="710" y="397"/>
                    <a:pt x="708" y="397"/>
                    <a:pt x="709" y="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ora" pitchFamily="2" charset="0"/>
              </a:endParaRPr>
            </a:p>
          </p:txBody>
        </p:sp>
        <p:sp>
          <p:nvSpPr>
            <p:cNvPr id="5" name="Freeform 97">
              <a:extLst>
                <a:ext uri="{FF2B5EF4-FFF2-40B4-BE49-F238E27FC236}">
                  <a16:creationId xmlns:a16="http://schemas.microsoft.com/office/drawing/2014/main" id="{C8B8731A-2FDB-AAFE-5273-D63F7CC4E0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7584" y="3907810"/>
              <a:ext cx="1604882" cy="1604882"/>
            </a:xfrm>
            <a:custGeom>
              <a:avLst/>
              <a:gdLst>
                <a:gd name="T0" fmla="*/ 677 w 714"/>
                <a:gd name="T1" fmla="*/ 212 h 715"/>
                <a:gd name="T2" fmla="*/ 626 w 714"/>
                <a:gd name="T3" fmla="*/ 179 h 715"/>
                <a:gd name="T4" fmla="*/ 573 w 714"/>
                <a:gd name="T5" fmla="*/ 139 h 715"/>
                <a:gd name="T6" fmla="*/ 553 w 714"/>
                <a:gd name="T7" fmla="*/ 94 h 715"/>
                <a:gd name="T8" fmla="*/ 516 w 714"/>
                <a:gd name="T9" fmla="*/ 53 h 715"/>
                <a:gd name="T10" fmla="*/ 421 w 714"/>
                <a:gd name="T11" fmla="*/ 60 h 715"/>
                <a:gd name="T12" fmla="*/ 429 w 714"/>
                <a:gd name="T13" fmla="*/ 26 h 715"/>
                <a:gd name="T14" fmla="*/ 22 w 714"/>
                <a:gd name="T15" fmla="*/ 436 h 715"/>
                <a:gd name="T16" fmla="*/ 39 w 714"/>
                <a:gd name="T17" fmla="*/ 451 h 715"/>
                <a:gd name="T18" fmla="*/ 60 w 714"/>
                <a:gd name="T19" fmla="*/ 465 h 715"/>
                <a:gd name="T20" fmla="*/ 108 w 714"/>
                <a:gd name="T21" fmla="*/ 446 h 715"/>
                <a:gd name="T22" fmla="*/ 102 w 714"/>
                <a:gd name="T23" fmla="*/ 508 h 715"/>
                <a:gd name="T24" fmla="*/ 146 w 714"/>
                <a:gd name="T25" fmla="*/ 552 h 715"/>
                <a:gd name="T26" fmla="*/ 190 w 714"/>
                <a:gd name="T27" fmla="*/ 596 h 715"/>
                <a:gd name="T28" fmla="*/ 214 w 714"/>
                <a:gd name="T29" fmla="*/ 647 h 715"/>
                <a:gd name="T30" fmla="*/ 296 w 714"/>
                <a:gd name="T31" fmla="*/ 709 h 715"/>
                <a:gd name="T32" fmla="*/ 684 w 714"/>
                <a:gd name="T33" fmla="*/ 227 h 715"/>
                <a:gd name="T34" fmla="*/ 434 w 714"/>
                <a:gd name="T35" fmla="*/ 24 h 715"/>
                <a:gd name="T36" fmla="*/ 9 w 714"/>
                <a:gd name="T37" fmla="*/ 371 h 715"/>
                <a:gd name="T38" fmla="*/ 37 w 714"/>
                <a:gd name="T39" fmla="*/ 344 h 715"/>
                <a:gd name="T40" fmla="*/ 45 w 714"/>
                <a:gd name="T41" fmla="*/ 192 h 715"/>
                <a:gd name="T42" fmla="*/ 64 w 714"/>
                <a:gd name="T43" fmla="*/ 419 h 715"/>
                <a:gd name="T44" fmla="*/ 84 w 714"/>
                <a:gd name="T45" fmla="*/ 332 h 715"/>
                <a:gd name="T46" fmla="*/ 87 w 714"/>
                <a:gd name="T47" fmla="*/ 502 h 715"/>
                <a:gd name="T48" fmla="*/ 234 w 714"/>
                <a:gd name="T49" fmla="*/ 679 h 715"/>
                <a:gd name="T50" fmla="*/ 287 w 714"/>
                <a:gd name="T51" fmla="*/ 641 h 715"/>
                <a:gd name="T52" fmla="*/ 303 w 714"/>
                <a:gd name="T53" fmla="*/ 67 h 715"/>
                <a:gd name="T54" fmla="*/ 270 w 714"/>
                <a:gd name="T55" fmla="*/ 571 h 715"/>
                <a:gd name="T56" fmla="*/ 246 w 714"/>
                <a:gd name="T57" fmla="*/ 640 h 715"/>
                <a:gd name="T58" fmla="*/ 249 w 714"/>
                <a:gd name="T59" fmla="*/ 640 h 715"/>
                <a:gd name="T60" fmla="*/ 227 w 714"/>
                <a:gd name="T61" fmla="*/ 527 h 715"/>
                <a:gd name="T62" fmla="*/ 209 w 714"/>
                <a:gd name="T63" fmla="*/ 468 h 715"/>
                <a:gd name="T64" fmla="*/ 178 w 714"/>
                <a:gd name="T65" fmla="*/ 383 h 715"/>
                <a:gd name="T66" fmla="*/ 165 w 714"/>
                <a:gd name="T67" fmla="*/ 345 h 715"/>
                <a:gd name="T68" fmla="*/ 156 w 714"/>
                <a:gd name="T69" fmla="*/ 435 h 715"/>
                <a:gd name="T70" fmla="*/ 132 w 714"/>
                <a:gd name="T71" fmla="*/ 280 h 715"/>
                <a:gd name="T72" fmla="*/ 123 w 714"/>
                <a:gd name="T73" fmla="*/ 474 h 715"/>
                <a:gd name="T74" fmla="*/ 154 w 714"/>
                <a:gd name="T75" fmla="*/ 484 h 715"/>
                <a:gd name="T76" fmla="*/ 189 w 714"/>
                <a:gd name="T77" fmla="*/ 398 h 715"/>
                <a:gd name="T78" fmla="*/ 235 w 714"/>
                <a:gd name="T79" fmla="*/ 592 h 715"/>
                <a:gd name="T80" fmla="*/ 277 w 714"/>
                <a:gd name="T81" fmla="*/ 700 h 715"/>
                <a:gd name="T82" fmla="*/ 335 w 714"/>
                <a:gd name="T83" fmla="*/ 131 h 715"/>
                <a:gd name="T84" fmla="*/ 522 w 714"/>
                <a:gd name="T85" fmla="*/ 181 h 715"/>
                <a:gd name="T86" fmla="*/ 480 w 714"/>
                <a:gd name="T87" fmla="*/ 95 h 715"/>
                <a:gd name="T88" fmla="*/ 502 w 714"/>
                <a:gd name="T89" fmla="*/ 132 h 715"/>
                <a:gd name="T90" fmla="*/ 509 w 714"/>
                <a:gd name="T91" fmla="*/ 36 h 715"/>
                <a:gd name="T92" fmla="*/ 462 w 714"/>
                <a:gd name="T93" fmla="*/ 49 h 715"/>
                <a:gd name="T94" fmla="*/ 406 w 714"/>
                <a:gd name="T95" fmla="*/ 125 h 715"/>
                <a:gd name="T96" fmla="*/ 372 w 714"/>
                <a:gd name="T97" fmla="*/ 610 h 715"/>
                <a:gd name="T98" fmla="*/ 398 w 714"/>
                <a:gd name="T99" fmla="*/ 679 h 715"/>
                <a:gd name="T100" fmla="*/ 454 w 714"/>
                <a:gd name="T101" fmla="*/ 644 h 715"/>
                <a:gd name="T102" fmla="*/ 469 w 714"/>
                <a:gd name="T103" fmla="*/ 168 h 715"/>
                <a:gd name="T104" fmla="*/ 522 w 714"/>
                <a:gd name="T105" fmla="*/ 285 h 715"/>
                <a:gd name="T106" fmla="*/ 585 w 714"/>
                <a:gd name="T107" fmla="*/ 213 h 715"/>
                <a:gd name="T108" fmla="*/ 544 w 714"/>
                <a:gd name="T109" fmla="*/ 168 h 715"/>
                <a:gd name="T110" fmla="*/ 573 w 714"/>
                <a:gd name="T111" fmla="*/ 236 h 715"/>
                <a:gd name="T112" fmla="*/ 595 w 714"/>
                <a:gd name="T113" fmla="*/ 470 h 715"/>
                <a:gd name="T114" fmla="*/ 651 w 714"/>
                <a:gd name="T115" fmla="*/ 272 h 715"/>
                <a:gd name="T116" fmla="*/ 630 w 714"/>
                <a:gd name="T117" fmla="*/ 261 h 715"/>
                <a:gd name="T118" fmla="*/ 615 w 714"/>
                <a:gd name="T119" fmla="*/ 194 h 715"/>
                <a:gd name="T120" fmla="*/ 625 w 714"/>
                <a:gd name="T121" fmla="*/ 381 h 715"/>
                <a:gd name="T122" fmla="*/ 658 w 714"/>
                <a:gd name="T123" fmla="*/ 277 h 715"/>
                <a:gd name="T124" fmla="*/ 686 w 714"/>
                <a:gd name="T125" fmla="*/ 342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4" h="715">
                  <a:moveTo>
                    <a:pt x="710" y="304"/>
                  </a:moveTo>
                  <a:cubicBezTo>
                    <a:pt x="710" y="305"/>
                    <a:pt x="710" y="305"/>
                    <a:pt x="709" y="305"/>
                  </a:cubicBezTo>
                  <a:cubicBezTo>
                    <a:pt x="709" y="304"/>
                    <a:pt x="710" y="303"/>
                    <a:pt x="710" y="303"/>
                  </a:cubicBezTo>
                  <a:cubicBezTo>
                    <a:pt x="710" y="303"/>
                    <a:pt x="710" y="303"/>
                    <a:pt x="710" y="303"/>
                  </a:cubicBezTo>
                  <a:cubicBezTo>
                    <a:pt x="709" y="297"/>
                    <a:pt x="708" y="292"/>
                    <a:pt x="707" y="286"/>
                  </a:cubicBezTo>
                  <a:cubicBezTo>
                    <a:pt x="707" y="287"/>
                    <a:pt x="707" y="288"/>
                    <a:pt x="706" y="290"/>
                  </a:cubicBezTo>
                  <a:cubicBezTo>
                    <a:pt x="706" y="289"/>
                    <a:pt x="707" y="289"/>
                    <a:pt x="707" y="289"/>
                  </a:cubicBezTo>
                  <a:cubicBezTo>
                    <a:pt x="707" y="290"/>
                    <a:pt x="706" y="290"/>
                    <a:pt x="706" y="290"/>
                  </a:cubicBezTo>
                  <a:cubicBezTo>
                    <a:pt x="706" y="292"/>
                    <a:pt x="706" y="294"/>
                    <a:pt x="705" y="295"/>
                  </a:cubicBezTo>
                  <a:cubicBezTo>
                    <a:pt x="703" y="298"/>
                    <a:pt x="703" y="301"/>
                    <a:pt x="703" y="301"/>
                  </a:cubicBezTo>
                  <a:cubicBezTo>
                    <a:pt x="702" y="302"/>
                    <a:pt x="700" y="300"/>
                    <a:pt x="699" y="300"/>
                  </a:cubicBezTo>
                  <a:cubicBezTo>
                    <a:pt x="697" y="301"/>
                    <a:pt x="697" y="303"/>
                    <a:pt x="696" y="300"/>
                  </a:cubicBezTo>
                  <a:cubicBezTo>
                    <a:pt x="696" y="299"/>
                    <a:pt x="696" y="301"/>
                    <a:pt x="695" y="298"/>
                  </a:cubicBezTo>
                  <a:cubicBezTo>
                    <a:pt x="695" y="297"/>
                    <a:pt x="697" y="291"/>
                    <a:pt x="700" y="292"/>
                  </a:cubicBezTo>
                  <a:cubicBezTo>
                    <a:pt x="701" y="293"/>
                    <a:pt x="702" y="295"/>
                    <a:pt x="703" y="292"/>
                  </a:cubicBezTo>
                  <a:cubicBezTo>
                    <a:pt x="703" y="291"/>
                    <a:pt x="703" y="290"/>
                    <a:pt x="703" y="289"/>
                  </a:cubicBezTo>
                  <a:cubicBezTo>
                    <a:pt x="703" y="287"/>
                    <a:pt x="705" y="284"/>
                    <a:pt x="706" y="282"/>
                  </a:cubicBezTo>
                  <a:cubicBezTo>
                    <a:pt x="705" y="276"/>
                    <a:pt x="704" y="270"/>
                    <a:pt x="702" y="264"/>
                  </a:cubicBezTo>
                  <a:cubicBezTo>
                    <a:pt x="701" y="268"/>
                    <a:pt x="695" y="273"/>
                    <a:pt x="691" y="270"/>
                  </a:cubicBezTo>
                  <a:cubicBezTo>
                    <a:pt x="691" y="271"/>
                    <a:pt x="691" y="270"/>
                    <a:pt x="690" y="270"/>
                  </a:cubicBezTo>
                  <a:cubicBezTo>
                    <a:pt x="690" y="270"/>
                    <a:pt x="690" y="270"/>
                    <a:pt x="690" y="270"/>
                  </a:cubicBezTo>
                  <a:cubicBezTo>
                    <a:pt x="690" y="271"/>
                    <a:pt x="690" y="270"/>
                    <a:pt x="690" y="270"/>
                  </a:cubicBezTo>
                  <a:cubicBezTo>
                    <a:pt x="690" y="270"/>
                    <a:pt x="690" y="270"/>
                    <a:pt x="690" y="269"/>
                  </a:cubicBezTo>
                  <a:cubicBezTo>
                    <a:pt x="689" y="270"/>
                    <a:pt x="688" y="271"/>
                    <a:pt x="688" y="271"/>
                  </a:cubicBezTo>
                  <a:cubicBezTo>
                    <a:pt x="686" y="270"/>
                    <a:pt x="686" y="273"/>
                    <a:pt x="685" y="274"/>
                  </a:cubicBezTo>
                  <a:cubicBezTo>
                    <a:pt x="684" y="274"/>
                    <a:pt x="682" y="273"/>
                    <a:pt x="682" y="275"/>
                  </a:cubicBezTo>
                  <a:cubicBezTo>
                    <a:pt x="681" y="270"/>
                    <a:pt x="674" y="279"/>
                    <a:pt x="674" y="281"/>
                  </a:cubicBezTo>
                  <a:cubicBezTo>
                    <a:pt x="675" y="280"/>
                    <a:pt x="681" y="280"/>
                    <a:pt x="680" y="280"/>
                  </a:cubicBezTo>
                  <a:cubicBezTo>
                    <a:pt x="680" y="280"/>
                    <a:pt x="681" y="280"/>
                    <a:pt x="681" y="280"/>
                  </a:cubicBezTo>
                  <a:cubicBezTo>
                    <a:pt x="681" y="280"/>
                    <a:pt x="681" y="280"/>
                    <a:pt x="681" y="280"/>
                  </a:cubicBezTo>
                  <a:cubicBezTo>
                    <a:pt x="681" y="279"/>
                    <a:pt x="682" y="278"/>
                    <a:pt x="682" y="279"/>
                  </a:cubicBezTo>
                  <a:cubicBezTo>
                    <a:pt x="684" y="280"/>
                    <a:pt x="681" y="280"/>
                    <a:pt x="681" y="281"/>
                  </a:cubicBezTo>
                  <a:cubicBezTo>
                    <a:pt x="681" y="282"/>
                    <a:pt x="681" y="282"/>
                    <a:pt x="681" y="282"/>
                  </a:cubicBezTo>
                  <a:cubicBezTo>
                    <a:pt x="682" y="282"/>
                    <a:pt x="683" y="282"/>
                    <a:pt x="683" y="284"/>
                  </a:cubicBezTo>
                  <a:cubicBezTo>
                    <a:pt x="683" y="284"/>
                    <a:pt x="683" y="284"/>
                    <a:pt x="683" y="284"/>
                  </a:cubicBezTo>
                  <a:cubicBezTo>
                    <a:pt x="683" y="284"/>
                    <a:pt x="684" y="285"/>
                    <a:pt x="684" y="286"/>
                  </a:cubicBezTo>
                  <a:cubicBezTo>
                    <a:pt x="684" y="286"/>
                    <a:pt x="681" y="289"/>
                    <a:pt x="681" y="290"/>
                  </a:cubicBezTo>
                  <a:cubicBezTo>
                    <a:pt x="680" y="290"/>
                    <a:pt x="679" y="295"/>
                    <a:pt x="678" y="295"/>
                  </a:cubicBezTo>
                  <a:cubicBezTo>
                    <a:pt x="676" y="295"/>
                    <a:pt x="679" y="293"/>
                    <a:pt x="677" y="292"/>
                  </a:cubicBezTo>
                  <a:cubicBezTo>
                    <a:pt x="677" y="291"/>
                    <a:pt x="675" y="293"/>
                    <a:pt x="674" y="293"/>
                  </a:cubicBezTo>
                  <a:cubicBezTo>
                    <a:pt x="673" y="292"/>
                    <a:pt x="674" y="291"/>
                    <a:pt x="673" y="290"/>
                  </a:cubicBezTo>
                  <a:cubicBezTo>
                    <a:pt x="673" y="290"/>
                    <a:pt x="671" y="292"/>
                    <a:pt x="670" y="290"/>
                  </a:cubicBezTo>
                  <a:cubicBezTo>
                    <a:pt x="669" y="288"/>
                    <a:pt x="672" y="289"/>
                    <a:pt x="672" y="288"/>
                  </a:cubicBezTo>
                  <a:cubicBezTo>
                    <a:pt x="672" y="287"/>
                    <a:pt x="671" y="287"/>
                    <a:pt x="671" y="287"/>
                  </a:cubicBezTo>
                  <a:cubicBezTo>
                    <a:pt x="671" y="286"/>
                    <a:pt x="672" y="285"/>
                    <a:pt x="672" y="283"/>
                  </a:cubicBezTo>
                  <a:cubicBezTo>
                    <a:pt x="672" y="283"/>
                    <a:pt x="672" y="282"/>
                    <a:pt x="672" y="282"/>
                  </a:cubicBezTo>
                  <a:cubicBezTo>
                    <a:pt x="673" y="279"/>
                    <a:pt x="678" y="276"/>
                    <a:pt x="677" y="271"/>
                  </a:cubicBezTo>
                  <a:cubicBezTo>
                    <a:pt x="676" y="270"/>
                    <a:pt x="675" y="271"/>
                    <a:pt x="674" y="272"/>
                  </a:cubicBezTo>
                  <a:cubicBezTo>
                    <a:pt x="675" y="269"/>
                    <a:pt x="676" y="260"/>
                    <a:pt x="681" y="259"/>
                  </a:cubicBezTo>
                  <a:cubicBezTo>
                    <a:pt x="681" y="259"/>
                    <a:pt x="684" y="259"/>
                    <a:pt x="685" y="259"/>
                  </a:cubicBezTo>
                  <a:cubicBezTo>
                    <a:pt x="685" y="259"/>
                    <a:pt x="686" y="260"/>
                    <a:pt x="687" y="261"/>
                  </a:cubicBezTo>
                  <a:cubicBezTo>
                    <a:pt x="687" y="261"/>
                    <a:pt x="687" y="261"/>
                    <a:pt x="688" y="261"/>
                  </a:cubicBezTo>
                  <a:cubicBezTo>
                    <a:pt x="688" y="261"/>
                    <a:pt x="688" y="261"/>
                    <a:pt x="688" y="261"/>
                  </a:cubicBezTo>
                  <a:cubicBezTo>
                    <a:pt x="688" y="262"/>
                    <a:pt x="688" y="262"/>
                    <a:pt x="689" y="262"/>
                  </a:cubicBezTo>
                  <a:cubicBezTo>
                    <a:pt x="690" y="261"/>
                    <a:pt x="691" y="259"/>
                    <a:pt x="692" y="258"/>
                  </a:cubicBezTo>
                  <a:cubicBezTo>
                    <a:pt x="691" y="257"/>
                    <a:pt x="690" y="258"/>
                    <a:pt x="689" y="259"/>
                  </a:cubicBezTo>
                  <a:cubicBezTo>
                    <a:pt x="689" y="258"/>
                    <a:pt x="689" y="258"/>
                    <a:pt x="689" y="258"/>
                  </a:cubicBezTo>
                  <a:cubicBezTo>
                    <a:pt x="688" y="258"/>
                    <a:pt x="687" y="258"/>
                    <a:pt x="687" y="257"/>
                  </a:cubicBezTo>
                  <a:cubicBezTo>
                    <a:pt x="686" y="256"/>
                    <a:pt x="688" y="256"/>
                    <a:pt x="688" y="256"/>
                  </a:cubicBezTo>
                  <a:cubicBezTo>
                    <a:pt x="689" y="254"/>
                    <a:pt x="687" y="255"/>
                    <a:pt x="688" y="253"/>
                  </a:cubicBezTo>
                  <a:cubicBezTo>
                    <a:pt x="689" y="252"/>
                    <a:pt x="692" y="252"/>
                    <a:pt x="692" y="251"/>
                  </a:cubicBezTo>
                  <a:cubicBezTo>
                    <a:pt x="692" y="251"/>
                    <a:pt x="692" y="250"/>
                    <a:pt x="692" y="250"/>
                  </a:cubicBezTo>
                  <a:cubicBezTo>
                    <a:pt x="692" y="250"/>
                    <a:pt x="691" y="249"/>
                    <a:pt x="691" y="249"/>
                  </a:cubicBezTo>
                  <a:cubicBezTo>
                    <a:pt x="691" y="249"/>
                    <a:pt x="692" y="247"/>
                    <a:pt x="691" y="246"/>
                  </a:cubicBezTo>
                  <a:cubicBezTo>
                    <a:pt x="690" y="245"/>
                    <a:pt x="690" y="246"/>
                    <a:pt x="690" y="246"/>
                  </a:cubicBezTo>
                  <a:cubicBezTo>
                    <a:pt x="689" y="246"/>
                    <a:pt x="688" y="242"/>
                    <a:pt x="688" y="242"/>
                  </a:cubicBezTo>
                  <a:cubicBezTo>
                    <a:pt x="689" y="240"/>
                    <a:pt x="691" y="242"/>
                    <a:pt x="693" y="241"/>
                  </a:cubicBezTo>
                  <a:cubicBezTo>
                    <a:pt x="692" y="241"/>
                    <a:pt x="693" y="239"/>
                    <a:pt x="694" y="239"/>
                  </a:cubicBezTo>
                  <a:cubicBezTo>
                    <a:pt x="693" y="235"/>
                    <a:pt x="691" y="231"/>
                    <a:pt x="690" y="227"/>
                  </a:cubicBezTo>
                  <a:cubicBezTo>
                    <a:pt x="690" y="227"/>
                    <a:pt x="689" y="227"/>
                    <a:pt x="689" y="227"/>
                  </a:cubicBezTo>
                  <a:cubicBezTo>
                    <a:pt x="688" y="227"/>
                    <a:pt x="689" y="225"/>
                    <a:pt x="688" y="224"/>
                  </a:cubicBezTo>
                  <a:cubicBezTo>
                    <a:pt x="688" y="223"/>
                    <a:pt x="688" y="223"/>
                    <a:pt x="688" y="223"/>
                  </a:cubicBezTo>
                  <a:cubicBezTo>
                    <a:pt x="688" y="222"/>
                    <a:pt x="688" y="222"/>
                    <a:pt x="688" y="221"/>
                  </a:cubicBezTo>
                  <a:cubicBezTo>
                    <a:pt x="685" y="222"/>
                    <a:pt x="682" y="222"/>
                    <a:pt x="681" y="222"/>
                  </a:cubicBezTo>
                  <a:cubicBezTo>
                    <a:pt x="679" y="222"/>
                    <a:pt x="680" y="219"/>
                    <a:pt x="678" y="220"/>
                  </a:cubicBezTo>
                  <a:cubicBezTo>
                    <a:pt x="680" y="218"/>
                    <a:pt x="676" y="218"/>
                    <a:pt x="676" y="216"/>
                  </a:cubicBezTo>
                  <a:cubicBezTo>
                    <a:pt x="675" y="215"/>
                    <a:pt x="677" y="215"/>
                    <a:pt x="677" y="215"/>
                  </a:cubicBezTo>
                  <a:cubicBezTo>
                    <a:pt x="678" y="214"/>
                    <a:pt x="676" y="213"/>
                    <a:pt x="677" y="212"/>
                  </a:cubicBezTo>
                  <a:cubicBezTo>
                    <a:pt x="677" y="212"/>
                    <a:pt x="677" y="212"/>
                    <a:pt x="677" y="212"/>
                  </a:cubicBezTo>
                  <a:cubicBezTo>
                    <a:pt x="676" y="212"/>
                    <a:pt x="675" y="210"/>
                    <a:pt x="675" y="209"/>
                  </a:cubicBezTo>
                  <a:cubicBezTo>
                    <a:pt x="674" y="209"/>
                    <a:pt x="674" y="209"/>
                    <a:pt x="673" y="209"/>
                  </a:cubicBezTo>
                  <a:cubicBezTo>
                    <a:pt x="674" y="210"/>
                    <a:pt x="674" y="210"/>
                    <a:pt x="674" y="211"/>
                  </a:cubicBezTo>
                  <a:cubicBezTo>
                    <a:pt x="674" y="212"/>
                    <a:pt x="674" y="212"/>
                    <a:pt x="673" y="213"/>
                  </a:cubicBezTo>
                  <a:cubicBezTo>
                    <a:pt x="673" y="214"/>
                    <a:pt x="673" y="214"/>
                    <a:pt x="673" y="215"/>
                  </a:cubicBezTo>
                  <a:cubicBezTo>
                    <a:pt x="673" y="215"/>
                    <a:pt x="673" y="215"/>
                    <a:pt x="673" y="215"/>
                  </a:cubicBezTo>
                  <a:cubicBezTo>
                    <a:pt x="673" y="215"/>
                    <a:pt x="672" y="216"/>
                    <a:pt x="672" y="216"/>
                  </a:cubicBezTo>
                  <a:cubicBezTo>
                    <a:pt x="671" y="217"/>
                    <a:pt x="669" y="218"/>
                    <a:pt x="669" y="220"/>
                  </a:cubicBezTo>
                  <a:cubicBezTo>
                    <a:pt x="670" y="217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7" y="219"/>
                  </a:cubicBezTo>
                  <a:cubicBezTo>
                    <a:pt x="668" y="220"/>
                    <a:pt x="668" y="224"/>
                    <a:pt x="667" y="225"/>
                  </a:cubicBezTo>
                  <a:cubicBezTo>
                    <a:pt x="667" y="225"/>
                    <a:pt x="667" y="224"/>
                    <a:pt x="666" y="224"/>
                  </a:cubicBezTo>
                  <a:cubicBezTo>
                    <a:pt x="665" y="225"/>
                    <a:pt x="663" y="228"/>
                    <a:pt x="660" y="228"/>
                  </a:cubicBezTo>
                  <a:cubicBezTo>
                    <a:pt x="661" y="226"/>
                    <a:pt x="663" y="226"/>
                    <a:pt x="663" y="225"/>
                  </a:cubicBezTo>
                  <a:cubicBezTo>
                    <a:pt x="663" y="224"/>
                    <a:pt x="662" y="225"/>
                    <a:pt x="661" y="224"/>
                  </a:cubicBezTo>
                  <a:cubicBezTo>
                    <a:pt x="660" y="223"/>
                    <a:pt x="662" y="219"/>
                    <a:pt x="665" y="218"/>
                  </a:cubicBezTo>
                  <a:cubicBezTo>
                    <a:pt x="665" y="217"/>
                    <a:pt x="665" y="216"/>
                    <a:pt x="665" y="216"/>
                  </a:cubicBezTo>
                  <a:cubicBezTo>
                    <a:pt x="665" y="215"/>
                    <a:pt x="664" y="215"/>
                    <a:pt x="664" y="215"/>
                  </a:cubicBezTo>
                  <a:cubicBezTo>
                    <a:pt x="663" y="217"/>
                    <a:pt x="661" y="218"/>
                    <a:pt x="660" y="220"/>
                  </a:cubicBezTo>
                  <a:cubicBezTo>
                    <a:pt x="660" y="221"/>
                    <a:pt x="661" y="222"/>
                    <a:pt x="660" y="223"/>
                  </a:cubicBezTo>
                  <a:cubicBezTo>
                    <a:pt x="660" y="223"/>
                    <a:pt x="659" y="224"/>
                    <a:pt x="659" y="225"/>
                  </a:cubicBezTo>
                  <a:cubicBezTo>
                    <a:pt x="659" y="226"/>
                    <a:pt x="661" y="225"/>
                    <a:pt x="660" y="226"/>
                  </a:cubicBezTo>
                  <a:cubicBezTo>
                    <a:pt x="660" y="227"/>
                    <a:pt x="659" y="228"/>
                    <a:pt x="659" y="227"/>
                  </a:cubicBezTo>
                  <a:cubicBezTo>
                    <a:pt x="658" y="227"/>
                    <a:pt x="658" y="225"/>
                    <a:pt x="657" y="224"/>
                  </a:cubicBezTo>
                  <a:cubicBezTo>
                    <a:pt x="657" y="223"/>
                    <a:pt x="656" y="224"/>
                    <a:pt x="655" y="223"/>
                  </a:cubicBezTo>
                  <a:cubicBezTo>
                    <a:pt x="653" y="223"/>
                    <a:pt x="653" y="221"/>
                    <a:pt x="650" y="224"/>
                  </a:cubicBezTo>
                  <a:cubicBezTo>
                    <a:pt x="653" y="220"/>
                    <a:pt x="649" y="222"/>
                    <a:pt x="648" y="221"/>
                  </a:cubicBezTo>
                  <a:cubicBezTo>
                    <a:pt x="648" y="222"/>
                    <a:pt x="647" y="215"/>
                    <a:pt x="647" y="215"/>
                  </a:cubicBezTo>
                  <a:cubicBezTo>
                    <a:pt x="647" y="214"/>
                    <a:pt x="648" y="211"/>
                    <a:pt x="648" y="209"/>
                  </a:cubicBezTo>
                  <a:cubicBezTo>
                    <a:pt x="648" y="210"/>
                    <a:pt x="648" y="210"/>
                    <a:pt x="647" y="210"/>
                  </a:cubicBezTo>
                  <a:cubicBezTo>
                    <a:pt x="647" y="210"/>
                    <a:pt x="647" y="209"/>
                    <a:pt x="648" y="208"/>
                  </a:cubicBezTo>
                  <a:cubicBezTo>
                    <a:pt x="648" y="208"/>
                    <a:pt x="648" y="208"/>
                    <a:pt x="648" y="208"/>
                  </a:cubicBezTo>
                  <a:cubicBezTo>
                    <a:pt x="647" y="208"/>
                    <a:pt x="647" y="209"/>
                    <a:pt x="647" y="209"/>
                  </a:cubicBezTo>
                  <a:cubicBezTo>
                    <a:pt x="647" y="209"/>
                    <a:pt x="647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4" y="211"/>
                    <a:pt x="639" y="212"/>
                    <a:pt x="635" y="212"/>
                  </a:cubicBezTo>
                  <a:cubicBezTo>
                    <a:pt x="635" y="213"/>
                    <a:pt x="635" y="214"/>
                    <a:pt x="635" y="214"/>
                  </a:cubicBezTo>
                  <a:cubicBezTo>
                    <a:pt x="634" y="214"/>
                    <a:pt x="634" y="213"/>
                    <a:pt x="634" y="212"/>
                  </a:cubicBezTo>
                  <a:cubicBezTo>
                    <a:pt x="633" y="212"/>
                    <a:pt x="633" y="212"/>
                    <a:pt x="633" y="212"/>
                  </a:cubicBezTo>
                  <a:cubicBezTo>
                    <a:pt x="633" y="211"/>
                    <a:pt x="633" y="210"/>
                    <a:pt x="635" y="210"/>
                  </a:cubicBezTo>
                  <a:cubicBezTo>
                    <a:pt x="634" y="210"/>
                    <a:pt x="634" y="209"/>
                    <a:pt x="634" y="209"/>
                  </a:cubicBezTo>
                  <a:cubicBezTo>
                    <a:pt x="633" y="208"/>
                    <a:pt x="634" y="207"/>
                    <a:pt x="635" y="206"/>
                  </a:cubicBezTo>
                  <a:cubicBezTo>
                    <a:pt x="634" y="205"/>
                    <a:pt x="634" y="204"/>
                    <a:pt x="635" y="203"/>
                  </a:cubicBezTo>
                  <a:cubicBezTo>
                    <a:pt x="636" y="203"/>
                    <a:pt x="636" y="203"/>
                    <a:pt x="637" y="203"/>
                  </a:cubicBezTo>
                  <a:cubicBezTo>
                    <a:pt x="637" y="202"/>
                    <a:pt x="636" y="202"/>
                    <a:pt x="635" y="203"/>
                  </a:cubicBezTo>
                  <a:cubicBezTo>
                    <a:pt x="634" y="203"/>
                    <a:pt x="632" y="206"/>
                    <a:pt x="632" y="206"/>
                  </a:cubicBezTo>
                  <a:cubicBezTo>
                    <a:pt x="632" y="207"/>
                    <a:pt x="632" y="207"/>
                    <a:pt x="633" y="207"/>
                  </a:cubicBezTo>
                  <a:cubicBezTo>
                    <a:pt x="629" y="209"/>
                    <a:pt x="629" y="201"/>
                    <a:pt x="631" y="201"/>
                  </a:cubicBezTo>
                  <a:cubicBezTo>
                    <a:pt x="631" y="201"/>
                    <a:pt x="632" y="203"/>
                    <a:pt x="632" y="203"/>
                  </a:cubicBezTo>
                  <a:cubicBezTo>
                    <a:pt x="633" y="203"/>
                    <a:pt x="636" y="199"/>
                    <a:pt x="638" y="198"/>
                  </a:cubicBezTo>
                  <a:cubicBezTo>
                    <a:pt x="638" y="198"/>
                    <a:pt x="638" y="197"/>
                    <a:pt x="639" y="197"/>
                  </a:cubicBezTo>
                  <a:cubicBezTo>
                    <a:pt x="639" y="196"/>
                    <a:pt x="637" y="195"/>
                    <a:pt x="637" y="194"/>
                  </a:cubicBezTo>
                  <a:cubicBezTo>
                    <a:pt x="637" y="193"/>
                    <a:pt x="639" y="193"/>
                    <a:pt x="639" y="193"/>
                  </a:cubicBezTo>
                  <a:cubicBezTo>
                    <a:pt x="639" y="192"/>
                    <a:pt x="640" y="189"/>
                    <a:pt x="639" y="189"/>
                  </a:cubicBezTo>
                  <a:cubicBezTo>
                    <a:pt x="639" y="188"/>
                    <a:pt x="637" y="189"/>
                    <a:pt x="638" y="190"/>
                  </a:cubicBezTo>
                  <a:cubicBezTo>
                    <a:pt x="638" y="190"/>
                    <a:pt x="636" y="188"/>
                    <a:pt x="637" y="187"/>
                  </a:cubicBezTo>
                  <a:cubicBezTo>
                    <a:pt x="637" y="187"/>
                    <a:pt x="637" y="187"/>
                    <a:pt x="637" y="187"/>
                  </a:cubicBezTo>
                  <a:cubicBezTo>
                    <a:pt x="637" y="186"/>
                    <a:pt x="637" y="186"/>
                    <a:pt x="636" y="186"/>
                  </a:cubicBezTo>
                  <a:cubicBezTo>
                    <a:pt x="636" y="187"/>
                    <a:pt x="636" y="188"/>
                    <a:pt x="636" y="188"/>
                  </a:cubicBezTo>
                  <a:cubicBezTo>
                    <a:pt x="636" y="188"/>
                    <a:pt x="636" y="188"/>
                    <a:pt x="637" y="188"/>
                  </a:cubicBezTo>
                  <a:cubicBezTo>
                    <a:pt x="637" y="189"/>
                    <a:pt x="637" y="189"/>
                    <a:pt x="636" y="189"/>
                  </a:cubicBezTo>
                  <a:cubicBezTo>
                    <a:pt x="637" y="190"/>
                    <a:pt x="636" y="191"/>
                    <a:pt x="635" y="190"/>
                  </a:cubicBezTo>
                  <a:cubicBezTo>
                    <a:pt x="635" y="190"/>
                    <a:pt x="635" y="190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4" y="190"/>
                    <a:pt x="633" y="190"/>
                    <a:pt x="632" y="189"/>
                  </a:cubicBezTo>
                  <a:cubicBezTo>
                    <a:pt x="631" y="188"/>
                    <a:pt x="631" y="186"/>
                    <a:pt x="632" y="185"/>
                  </a:cubicBezTo>
                  <a:cubicBezTo>
                    <a:pt x="632" y="185"/>
                    <a:pt x="632" y="185"/>
                    <a:pt x="631" y="185"/>
                  </a:cubicBezTo>
                  <a:cubicBezTo>
                    <a:pt x="630" y="186"/>
                    <a:pt x="632" y="185"/>
                    <a:pt x="631" y="184"/>
                  </a:cubicBezTo>
                  <a:cubicBezTo>
                    <a:pt x="630" y="184"/>
                    <a:pt x="630" y="185"/>
                    <a:pt x="630" y="185"/>
                  </a:cubicBezTo>
                  <a:cubicBezTo>
                    <a:pt x="629" y="185"/>
                    <a:pt x="630" y="185"/>
                    <a:pt x="630" y="185"/>
                  </a:cubicBezTo>
                  <a:cubicBezTo>
                    <a:pt x="629" y="185"/>
                    <a:pt x="629" y="186"/>
                    <a:pt x="628" y="185"/>
                  </a:cubicBezTo>
                  <a:cubicBezTo>
                    <a:pt x="625" y="185"/>
                    <a:pt x="628" y="181"/>
                    <a:pt x="626" y="179"/>
                  </a:cubicBezTo>
                  <a:cubicBezTo>
                    <a:pt x="625" y="180"/>
                    <a:pt x="624" y="180"/>
                    <a:pt x="624" y="180"/>
                  </a:cubicBezTo>
                  <a:cubicBezTo>
                    <a:pt x="623" y="181"/>
                    <a:pt x="623" y="182"/>
                    <a:pt x="623" y="183"/>
                  </a:cubicBezTo>
                  <a:cubicBezTo>
                    <a:pt x="624" y="184"/>
                    <a:pt x="625" y="185"/>
                    <a:pt x="624" y="186"/>
                  </a:cubicBezTo>
                  <a:cubicBezTo>
                    <a:pt x="624" y="191"/>
                    <a:pt x="618" y="190"/>
                    <a:pt x="617" y="188"/>
                  </a:cubicBezTo>
                  <a:cubicBezTo>
                    <a:pt x="616" y="188"/>
                    <a:pt x="615" y="188"/>
                    <a:pt x="615" y="189"/>
                  </a:cubicBezTo>
                  <a:cubicBezTo>
                    <a:pt x="615" y="189"/>
                    <a:pt x="616" y="188"/>
                    <a:pt x="615" y="188"/>
                  </a:cubicBezTo>
                  <a:cubicBezTo>
                    <a:pt x="614" y="189"/>
                    <a:pt x="612" y="190"/>
                    <a:pt x="610" y="190"/>
                  </a:cubicBezTo>
                  <a:cubicBezTo>
                    <a:pt x="609" y="191"/>
                    <a:pt x="607" y="191"/>
                    <a:pt x="607" y="191"/>
                  </a:cubicBezTo>
                  <a:cubicBezTo>
                    <a:pt x="607" y="190"/>
                    <a:pt x="608" y="190"/>
                    <a:pt x="609" y="189"/>
                  </a:cubicBezTo>
                  <a:cubicBezTo>
                    <a:pt x="609" y="189"/>
                    <a:pt x="608" y="189"/>
                    <a:pt x="608" y="189"/>
                  </a:cubicBezTo>
                  <a:cubicBezTo>
                    <a:pt x="608" y="188"/>
                    <a:pt x="607" y="187"/>
                    <a:pt x="607" y="186"/>
                  </a:cubicBezTo>
                  <a:cubicBezTo>
                    <a:pt x="606" y="186"/>
                    <a:pt x="604" y="186"/>
                    <a:pt x="605" y="183"/>
                  </a:cubicBezTo>
                  <a:cubicBezTo>
                    <a:pt x="606" y="181"/>
                    <a:pt x="605" y="180"/>
                    <a:pt x="605" y="179"/>
                  </a:cubicBezTo>
                  <a:cubicBezTo>
                    <a:pt x="605" y="179"/>
                    <a:pt x="606" y="178"/>
                    <a:pt x="605" y="177"/>
                  </a:cubicBezTo>
                  <a:cubicBezTo>
                    <a:pt x="604" y="179"/>
                    <a:pt x="603" y="181"/>
                    <a:pt x="601" y="183"/>
                  </a:cubicBezTo>
                  <a:cubicBezTo>
                    <a:pt x="604" y="184"/>
                    <a:pt x="606" y="186"/>
                    <a:pt x="602" y="189"/>
                  </a:cubicBezTo>
                  <a:cubicBezTo>
                    <a:pt x="602" y="189"/>
                    <a:pt x="601" y="189"/>
                    <a:pt x="600" y="190"/>
                  </a:cubicBezTo>
                  <a:cubicBezTo>
                    <a:pt x="602" y="190"/>
                    <a:pt x="602" y="194"/>
                    <a:pt x="599" y="193"/>
                  </a:cubicBezTo>
                  <a:cubicBezTo>
                    <a:pt x="598" y="192"/>
                    <a:pt x="599" y="191"/>
                    <a:pt x="599" y="191"/>
                  </a:cubicBezTo>
                  <a:cubicBezTo>
                    <a:pt x="600" y="190"/>
                    <a:pt x="600" y="190"/>
                    <a:pt x="600" y="190"/>
                  </a:cubicBezTo>
                  <a:cubicBezTo>
                    <a:pt x="598" y="190"/>
                    <a:pt x="596" y="191"/>
                    <a:pt x="595" y="192"/>
                  </a:cubicBezTo>
                  <a:cubicBezTo>
                    <a:pt x="593" y="194"/>
                    <a:pt x="594" y="195"/>
                    <a:pt x="592" y="194"/>
                  </a:cubicBezTo>
                  <a:cubicBezTo>
                    <a:pt x="592" y="193"/>
                    <a:pt x="591" y="192"/>
                    <a:pt x="590" y="193"/>
                  </a:cubicBezTo>
                  <a:cubicBezTo>
                    <a:pt x="590" y="193"/>
                    <a:pt x="587" y="198"/>
                    <a:pt x="587" y="195"/>
                  </a:cubicBezTo>
                  <a:cubicBezTo>
                    <a:pt x="587" y="194"/>
                    <a:pt x="588" y="194"/>
                    <a:pt x="588" y="194"/>
                  </a:cubicBezTo>
                  <a:cubicBezTo>
                    <a:pt x="587" y="193"/>
                    <a:pt x="584" y="194"/>
                    <a:pt x="583" y="193"/>
                  </a:cubicBezTo>
                  <a:cubicBezTo>
                    <a:pt x="583" y="192"/>
                    <a:pt x="587" y="190"/>
                    <a:pt x="584" y="189"/>
                  </a:cubicBezTo>
                  <a:cubicBezTo>
                    <a:pt x="583" y="188"/>
                    <a:pt x="583" y="188"/>
                    <a:pt x="583" y="188"/>
                  </a:cubicBezTo>
                  <a:cubicBezTo>
                    <a:pt x="583" y="188"/>
                    <a:pt x="583" y="188"/>
                    <a:pt x="583" y="187"/>
                  </a:cubicBezTo>
                  <a:cubicBezTo>
                    <a:pt x="584" y="186"/>
                    <a:pt x="584" y="185"/>
                    <a:pt x="583" y="185"/>
                  </a:cubicBezTo>
                  <a:cubicBezTo>
                    <a:pt x="582" y="186"/>
                    <a:pt x="581" y="186"/>
                    <a:pt x="580" y="185"/>
                  </a:cubicBezTo>
                  <a:cubicBezTo>
                    <a:pt x="580" y="184"/>
                    <a:pt x="581" y="184"/>
                    <a:pt x="581" y="183"/>
                  </a:cubicBezTo>
                  <a:cubicBezTo>
                    <a:pt x="582" y="183"/>
                    <a:pt x="582" y="183"/>
                    <a:pt x="582" y="183"/>
                  </a:cubicBezTo>
                  <a:cubicBezTo>
                    <a:pt x="581" y="182"/>
                    <a:pt x="580" y="182"/>
                    <a:pt x="579" y="182"/>
                  </a:cubicBezTo>
                  <a:cubicBezTo>
                    <a:pt x="578" y="181"/>
                    <a:pt x="580" y="179"/>
                    <a:pt x="580" y="178"/>
                  </a:cubicBezTo>
                  <a:cubicBezTo>
                    <a:pt x="578" y="176"/>
                    <a:pt x="577" y="179"/>
                    <a:pt x="574" y="179"/>
                  </a:cubicBezTo>
                  <a:cubicBezTo>
                    <a:pt x="574" y="179"/>
                    <a:pt x="572" y="177"/>
                    <a:pt x="570" y="179"/>
                  </a:cubicBezTo>
                  <a:cubicBezTo>
                    <a:pt x="569" y="180"/>
                    <a:pt x="571" y="182"/>
                    <a:pt x="568" y="184"/>
                  </a:cubicBezTo>
                  <a:cubicBezTo>
                    <a:pt x="567" y="184"/>
                    <a:pt x="562" y="186"/>
                    <a:pt x="562" y="185"/>
                  </a:cubicBezTo>
                  <a:cubicBezTo>
                    <a:pt x="561" y="184"/>
                    <a:pt x="563" y="184"/>
                    <a:pt x="563" y="184"/>
                  </a:cubicBezTo>
                  <a:cubicBezTo>
                    <a:pt x="564" y="182"/>
                    <a:pt x="562" y="180"/>
                    <a:pt x="562" y="181"/>
                  </a:cubicBezTo>
                  <a:cubicBezTo>
                    <a:pt x="563" y="179"/>
                    <a:pt x="565" y="179"/>
                    <a:pt x="565" y="178"/>
                  </a:cubicBezTo>
                  <a:cubicBezTo>
                    <a:pt x="565" y="178"/>
                    <a:pt x="565" y="178"/>
                    <a:pt x="564" y="178"/>
                  </a:cubicBezTo>
                  <a:cubicBezTo>
                    <a:pt x="564" y="177"/>
                    <a:pt x="565" y="177"/>
                    <a:pt x="565" y="177"/>
                  </a:cubicBezTo>
                  <a:cubicBezTo>
                    <a:pt x="565" y="176"/>
                    <a:pt x="564" y="174"/>
                    <a:pt x="565" y="173"/>
                  </a:cubicBezTo>
                  <a:cubicBezTo>
                    <a:pt x="565" y="173"/>
                    <a:pt x="565" y="173"/>
                    <a:pt x="565" y="173"/>
                  </a:cubicBezTo>
                  <a:cubicBezTo>
                    <a:pt x="565" y="173"/>
                    <a:pt x="565" y="172"/>
                    <a:pt x="565" y="172"/>
                  </a:cubicBezTo>
                  <a:cubicBezTo>
                    <a:pt x="564" y="172"/>
                    <a:pt x="564" y="171"/>
                    <a:pt x="566" y="170"/>
                  </a:cubicBezTo>
                  <a:cubicBezTo>
                    <a:pt x="566" y="170"/>
                    <a:pt x="566" y="170"/>
                    <a:pt x="566" y="170"/>
                  </a:cubicBezTo>
                  <a:cubicBezTo>
                    <a:pt x="566" y="170"/>
                    <a:pt x="565" y="170"/>
                    <a:pt x="565" y="170"/>
                  </a:cubicBezTo>
                  <a:cubicBezTo>
                    <a:pt x="564" y="170"/>
                    <a:pt x="563" y="170"/>
                    <a:pt x="563" y="169"/>
                  </a:cubicBezTo>
                  <a:cubicBezTo>
                    <a:pt x="562" y="169"/>
                    <a:pt x="562" y="169"/>
                    <a:pt x="562" y="169"/>
                  </a:cubicBezTo>
                  <a:cubicBezTo>
                    <a:pt x="562" y="169"/>
                    <a:pt x="562" y="168"/>
                    <a:pt x="563" y="167"/>
                  </a:cubicBezTo>
                  <a:cubicBezTo>
                    <a:pt x="563" y="167"/>
                    <a:pt x="563" y="166"/>
                    <a:pt x="562" y="166"/>
                  </a:cubicBezTo>
                  <a:cubicBezTo>
                    <a:pt x="563" y="165"/>
                    <a:pt x="566" y="165"/>
                    <a:pt x="568" y="164"/>
                  </a:cubicBezTo>
                  <a:cubicBezTo>
                    <a:pt x="567" y="165"/>
                    <a:pt x="568" y="167"/>
                    <a:pt x="569" y="165"/>
                  </a:cubicBezTo>
                  <a:cubicBezTo>
                    <a:pt x="571" y="164"/>
                    <a:pt x="569" y="164"/>
                    <a:pt x="569" y="164"/>
                  </a:cubicBezTo>
                  <a:cubicBezTo>
                    <a:pt x="569" y="164"/>
                    <a:pt x="570" y="163"/>
                    <a:pt x="569" y="162"/>
                  </a:cubicBezTo>
                  <a:cubicBezTo>
                    <a:pt x="569" y="162"/>
                    <a:pt x="569" y="162"/>
                    <a:pt x="569" y="162"/>
                  </a:cubicBezTo>
                  <a:cubicBezTo>
                    <a:pt x="567" y="163"/>
                    <a:pt x="565" y="164"/>
                    <a:pt x="563" y="163"/>
                  </a:cubicBezTo>
                  <a:cubicBezTo>
                    <a:pt x="563" y="163"/>
                    <a:pt x="563" y="163"/>
                    <a:pt x="563" y="164"/>
                  </a:cubicBezTo>
                  <a:cubicBezTo>
                    <a:pt x="563" y="164"/>
                    <a:pt x="564" y="164"/>
                    <a:pt x="564" y="164"/>
                  </a:cubicBezTo>
                  <a:cubicBezTo>
                    <a:pt x="563" y="165"/>
                    <a:pt x="563" y="164"/>
                    <a:pt x="563" y="163"/>
                  </a:cubicBezTo>
                  <a:cubicBezTo>
                    <a:pt x="562" y="163"/>
                    <a:pt x="562" y="162"/>
                    <a:pt x="562" y="161"/>
                  </a:cubicBezTo>
                  <a:cubicBezTo>
                    <a:pt x="562" y="160"/>
                    <a:pt x="564" y="158"/>
                    <a:pt x="567" y="158"/>
                  </a:cubicBezTo>
                  <a:cubicBezTo>
                    <a:pt x="566" y="157"/>
                    <a:pt x="565" y="156"/>
                    <a:pt x="566" y="155"/>
                  </a:cubicBezTo>
                  <a:cubicBezTo>
                    <a:pt x="566" y="153"/>
                    <a:pt x="570" y="153"/>
                    <a:pt x="569" y="152"/>
                  </a:cubicBezTo>
                  <a:cubicBezTo>
                    <a:pt x="570" y="152"/>
                    <a:pt x="572" y="151"/>
                    <a:pt x="574" y="151"/>
                  </a:cubicBezTo>
                  <a:cubicBezTo>
                    <a:pt x="576" y="153"/>
                    <a:pt x="575" y="153"/>
                    <a:pt x="579" y="152"/>
                  </a:cubicBezTo>
                  <a:cubicBezTo>
                    <a:pt x="579" y="152"/>
                    <a:pt x="580" y="151"/>
                    <a:pt x="581" y="151"/>
                  </a:cubicBezTo>
                  <a:cubicBezTo>
                    <a:pt x="584" y="150"/>
                    <a:pt x="583" y="150"/>
                    <a:pt x="582" y="148"/>
                  </a:cubicBezTo>
                  <a:cubicBezTo>
                    <a:pt x="584" y="150"/>
                    <a:pt x="583" y="148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0" y="147"/>
                    <a:pt x="580" y="147"/>
                  </a:cubicBezTo>
                  <a:cubicBezTo>
                    <a:pt x="580" y="147"/>
                    <a:pt x="579" y="149"/>
                    <a:pt x="578" y="148"/>
                  </a:cubicBezTo>
                  <a:cubicBezTo>
                    <a:pt x="577" y="147"/>
                    <a:pt x="581" y="144"/>
                    <a:pt x="577" y="144"/>
                  </a:cubicBezTo>
                  <a:cubicBezTo>
                    <a:pt x="583" y="142"/>
                    <a:pt x="575" y="140"/>
                    <a:pt x="573" y="139"/>
                  </a:cubicBezTo>
                  <a:cubicBezTo>
                    <a:pt x="572" y="138"/>
                    <a:pt x="571" y="137"/>
                    <a:pt x="570" y="135"/>
                  </a:cubicBezTo>
                  <a:cubicBezTo>
                    <a:pt x="570" y="135"/>
                    <a:pt x="569" y="134"/>
                    <a:pt x="569" y="134"/>
                  </a:cubicBezTo>
                  <a:cubicBezTo>
                    <a:pt x="569" y="134"/>
                    <a:pt x="569" y="134"/>
                    <a:pt x="569" y="133"/>
                  </a:cubicBezTo>
                  <a:cubicBezTo>
                    <a:pt x="569" y="133"/>
                    <a:pt x="568" y="132"/>
                    <a:pt x="568" y="132"/>
                  </a:cubicBezTo>
                  <a:cubicBezTo>
                    <a:pt x="567" y="132"/>
                    <a:pt x="567" y="132"/>
                    <a:pt x="567" y="132"/>
                  </a:cubicBezTo>
                  <a:cubicBezTo>
                    <a:pt x="567" y="132"/>
                    <a:pt x="566" y="133"/>
                    <a:pt x="566" y="133"/>
                  </a:cubicBezTo>
                  <a:cubicBezTo>
                    <a:pt x="566" y="134"/>
                    <a:pt x="564" y="135"/>
                    <a:pt x="563" y="135"/>
                  </a:cubicBezTo>
                  <a:cubicBezTo>
                    <a:pt x="562" y="135"/>
                    <a:pt x="561" y="134"/>
                    <a:pt x="561" y="133"/>
                  </a:cubicBezTo>
                  <a:cubicBezTo>
                    <a:pt x="560" y="134"/>
                    <a:pt x="559" y="134"/>
                    <a:pt x="558" y="134"/>
                  </a:cubicBezTo>
                  <a:cubicBezTo>
                    <a:pt x="557" y="134"/>
                    <a:pt x="559" y="133"/>
                    <a:pt x="560" y="133"/>
                  </a:cubicBezTo>
                  <a:cubicBezTo>
                    <a:pt x="560" y="132"/>
                    <a:pt x="560" y="131"/>
                    <a:pt x="561" y="131"/>
                  </a:cubicBezTo>
                  <a:cubicBezTo>
                    <a:pt x="560" y="131"/>
                    <a:pt x="558" y="131"/>
                    <a:pt x="557" y="131"/>
                  </a:cubicBezTo>
                  <a:cubicBezTo>
                    <a:pt x="557" y="131"/>
                    <a:pt x="557" y="131"/>
                    <a:pt x="557" y="131"/>
                  </a:cubicBezTo>
                  <a:cubicBezTo>
                    <a:pt x="558" y="131"/>
                    <a:pt x="559" y="131"/>
                    <a:pt x="559" y="132"/>
                  </a:cubicBezTo>
                  <a:cubicBezTo>
                    <a:pt x="558" y="132"/>
                    <a:pt x="557" y="132"/>
                    <a:pt x="556" y="132"/>
                  </a:cubicBezTo>
                  <a:cubicBezTo>
                    <a:pt x="555" y="132"/>
                    <a:pt x="555" y="132"/>
                    <a:pt x="555" y="133"/>
                  </a:cubicBezTo>
                  <a:cubicBezTo>
                    <a:pt x="556" y="133"/>
                    <a:pt x="555" y="135"/>
                    <a:pt x="554" y="134"/>
                  </a:cubicBezTo>
                  <a:cubicBezTo>
                    <a:pt x="553" y="135"/>
                    <a:pt x="552" y="135"/>
                    <a:pt x="552" y="135"/>
                  </a:cubicBezTo>
                  <a:cubicBezTo>
                    <a:pt x="552" y="134"/>
                    <a:pt x="552" y="134"/>
                    <a:pt x="553" y="133"/>
                  </a:cubicBezTo>
                  <a:cubicBezTo>
                    <a:pt x="552" y="133"/>
                    <a:pt x="551" y="131"/>
                    <a:pt x="553" y="132"/>
                  </a:cubicBezTo>
                  <a:cubicBezTo>
                    <a:pt x="553" y="132"/>
                    <a:pt x="553" y="132"/>
                    <a:pt x="553" y="132"/>
                  </a:cubicBezTo>
                  <a:cubicBezTo>
                    <a:pt x="553" y="133"/>
                    <a:pt x="553" y="133"/>
                    <a:pt x="553" y="133"/>
                  </a:cubicBezTo>
                  <a:cubicBezTo>
                    <a:pt x="554" y="133"/>
                    <a:pt x="554" y="132"/>
                    <a:pt x="554" y="132"/>
                  </a:cubicBezTo>
                  <a:cubicBezTo>
                    <a:pt x="553" y="132"/>
                    <a:pt x="552" y="131"/>
                    <a:pt x="552" y="131"/>
                  </a:cubicBezTo>
                  <a:cubicBezTo>
                    <a:pt x="552" y="131"/>
                    <a:pt x="553" y="131"/>
                    <a:pt x="555" y="131"/>
                  </a:cubicBezTo>
                  <a:cubicBezTo>
                    <a:pt x="554" y="130"/>
                    <a:pt x="554" y="130"/>
                    <a:pt x="554" y="130"/>
                  </a:cubicBezTo>
                  <a:cubicBezTo>
                    <a:pt x="553" y="130"/>
                    <a:pt x="552" y="131"/>
                    <a:pt x="552" y="131"/>
                  </a:cubicBezTo>
                  <a:cubicBezTo>
                    <a:pt x="551" y="130"/>
                    <a:pt x="550" y="127"/>
                    <a:pt x="548" y="129"/>
                  </a:cubicBezTo>
                  <a:cubicBezTo>
                    <a:pt x="548" y="130"/>
                    <a:pt x="549" y="131"/>
                    <a:pt x="549" y="130"/>
                  </a:cubicBezTo>
                  <a:cubicBezTo>
                    <a:pt x="549" y="131"/>
                    <a:pt x="549" y="131"/>
                    <a:pt x="549" y="131"/>
                  </a:cubicBezTo>
                  <a:cubicBezTo>
                    <a:pt x="549" y="131"/>
                    <a:pt x="549" y="131"/>
                    <a:pt x="550" y="131"/>
                  </a:cubicBezTo>
                  <a:cubicBezTo>
                    <a:pt x="551" y="131"/>
                    <a:pt x="549" y="133"/>
                    <a:pt x="549" y="132"/>
                  </a:cubicBezTo>
                  <a:cubicBezTo>
                    <a:pt x="549" y="132"/>
                    <a:pt x="549" y="132"/>
                    <a:pt x="549" y="132"/>
                  </a:cubicBezTo>
                  <a:cubicBezTo>
                    <a:pt x="548" y="133"/>
                    <a:pt x="544" y="131"/>
                    <a:pt x="543" y="131"/>
                  </a:cubicBezTo>
                  <a:cubicBezTo>
                    <a:pt x="545" y="130"/>
                    <a:pt x="543" y="130"/>
                    <a:pt x="542" y="129"/>
                  </a:cubicBezTo>
                  <a:cubicBezTo>
                    <a:pt x="540" y="130"/>
                    <a:pt x="539" y="131"/>
                    <a:pt x="537" y="132"/>
                  </a:cubicBezTo>
                  <a:cubicBezTo>
                    <a:pt x="538" y="130"/>
                    <a:pt x="540" y="129"/>
                    <a:pt x="542" y="129"/>
                  </a:cubicBezTo>
                  <a:cubicBezTo>
                    <a:pt x="541" y="128"/>
                    <a:pt x="541" y="127"/>
                    <a:pt x="541" y="127"/>
                  </a:cubicBezTo>
                  <a:cubicBezTo>
                    <a:pt x="542" y="125"/>
                    <a:pt x="546" y="126"/>
                    <a:pt x="546" y="124"/>
                  </a:cubicBezTo>
                  <a:cubicBezTo>
                    <a:pt x="547" y="123"/>
                    <a:pt x="545" y="124"/>
                    <a:pt x="545" y="124"/>
                  </a:cubicBezTo>
                  <a:cubicBezTo>
                    <a:pt x="546" y="122"/>
                    <a:pt x="547" y="121"/>
                    <a:pt x="545" y="120"/>
                  </a:cubicBezTo>
                  <a:cubicBezTo>
                    <a:pt x="545" y="120"/>
                    <a:pt x="540" y="120"/>
                    <a:pt x="538" y="120"/>
                  </a:cubicBezTo>
                  <a:cubicBezTo>
                    <a:pt x="536" y="120"/>
                    <a:pt x="534" y="121"/>
                    <a:pt x="531" y="119"/>
                  </a:cubicBezTo>
                  <a:cubicBezTo>
                    <a:pt x="534" y="119"/>
                    <a:pt x="535" y="117"/>
                    <a:pt x="537" y="117"/>
                  </a:cubicBezTo>
                  <a:cubicBezTo>
                    <a:pt x="537" y="117"/>
                    <a:pt x="537" y="116"/>
                    <a:pt x="537" y="116"/>
                  </a:cubicBezTo>
                  <a:cubicBezTo>
                    <a:pt x="537" y="116"/>
                    <a:pt x="537" y="117"/>
                    <a:pt x="537" y="117"/>
                  </a:cubicBezTo>
                  <a:cubicBezTo>
                    <a:pt x="538" y="116"/>
                    <a:pt x="538" y="116"/>
                    <a:pt x="539" y="116"/>
                  </a:cubicBezTo>
                  <a:cubicBezTo>
                    <a:pt x="542" y="115"/>
                    <a:pt x="545" y="118"/>
                    <a:pt x="548" y="117"/>
                  </a:cubicBezTo>
                  <a:cubicBezTo>
                    <a:pt x="548" y="117"/>
                    <a:pt x="551" y="114"/>
                    <a:pt x="552" y="114"/>
                  </a:cubicBezTo>
                  <a:cubicBezTo>
                    <a:pt x="553" y="114"/>
                    <a:pt x="554" y="115"/>
                    <a:pt x="554" y="114"/>
                  </a:cubicBezTo>
                  <a:cubicBezTo>
                    <a:pt x="553" y="114"/>
                    <a:pt x="553" y="113"/>
                    <a:pt x="553" y="113"/>
                  </a:cubicBezTo>
                  <a:cubicBezTo>
                    <a:pt x="553" y="113"/>
                    <a:pt x="552" y="113"/>
                    <a:pt x="552" y="113"/>
                  </a:cubicBezTo>
                  <a:cubicBezTo>
                    <a:pt x="552" y="114"/>
                    <a:pt x="551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8" y="114"/>
                    <a:pt x="547" y="114"/>
                    <a:pt x="547" y="114"/>
                  </a:cubicBezTo>
                  <a:cubicBezTo>
                    <a:pt x="547" y="114"/>
                    <a:pt x="547" y="113"/>
                    <a:pt x="547" y="113"/>
                  </a:cubicBezTo>
                  <a:cubicBezTo>
                    <a:pt x="547" y="112"/>
                    <a:pt x="548" y="111"/>
                    <a:pt x="549" y="110"/>
                  </a:cubicBezTo>
                  <a:cubicBezTo>
                    <a:pt x="550" y="110"/>
                    <a:pt x="552" y="111"/>
                    <a:pt x="552" y="112"/>
                  </a:cubicBezTo>
                  <a:cubicBezTo>
                    <a:pt x="552" y="112"/>
                    <a:pt x="552" y="112"/>
                    <a:pt x="553" y="112"/>
                  </a:cubicBezTo>
                  <a:cubicBezTo>
                    <a:pt x="552" y="111"/>
                    <a:pt x="554" y="110"/>
                    <a:pt x="555" y="111"/>
                  </a:cubicBezTo>
                  <a:cubicBezTo>
                    <a:pt x="555" y="110"/>
                    <a:pt x="555" y="110"/>
                    <a:pt x="554" y="109"/>
                  </a:cubicBezTo>
                  <a:cubicBezTo>
                    <a:pt x="554" y="110"/>
                    <a:pt x="554" y="110"/>
                    <a:pt x="554" y="110"/>
                  </a:cubicBezTo>
                  <a:cubicBezTo>
                    <a:pt x="554" y="110"/>
                    <a:pt x="554" y="109"/>
                    <a:pt x="554" y="109"/>
                  </a:cubicBezTo>
                  <a:cubicBezTo>
                    <a:pt x="553" y="108"/>
                    <a:pt x="550" y="108"/>
                    <a:pt x="549" y="107"/>
                  </a:cubicBezTo>
                  <a:cubicBezTo>
                    <a:pt x="550" y="106"/>
                    <a:pt x="551" y="106"/>
                    <a:pt x="550" y="105"/>
                  </a:cubicBezTo>
                  <a:cubicBezTo>
                    <a:pt x="549" y="106"/>
                    <a:pt x="546" y="106"/>
                    <a:pt x="548" y="104"/>
                  </a:cubicBezTo>
                  <a:cubicBezTo>
                    <a:pt x="548" y="104"/>
                    <a:pt x="548" y="104"/>
                    <a:pt x="548" y="104"/>
                  </a:cubicBezTo>
                  <a:cubicBezTo>
                    <a:pt x="548" y="104"/>
                    <a:pt x="547" y="103"/>
                    <a:pt x="547" y="103"/>
                  </a:cubicBezTo>
                  <a:cubicBezTo>
                    <a:pt x="545" y="104"/>
                    <a:pt x="543" y="105"/>
                    <a:pt x="541" y="106"/>
                  </a:cubicBezTo>
                  <a:cubicBezTo>
                    <a:pt x="537" y="107"/>
                    <a:pt x="541" y="104"/>
                    <a:pt x="543" y="103"/>
                  </a:cubicBezTo>
                  <a:cubicBezTo>
                    <a:pt x="544" y="103"/>
                    <a:pt x="546" y="102"/>
                    <a:pt x="548" y="101"/>
                  </a:cubicBezTo>
                  <a:cubicBezTo>
                    <a:pt x="548" y="101"/>
                    <a:pt x="548" y="101"/>
                    <a:pt x="548" y="100"/>
                  </a:cubicBezTo>
                  <a:cubicBezTo>
                    <a:pt x="549" y="100"/>
                    <a:pt x="549" y="100"/>
                    <a:pt x="550" y="100"/>
                  </a:cubicBezTo>
                  <a:cubicBezTo>
                    <a:pt x="552" y="99"/>
                    <a:pt x="553" y="99"/>
                    <a:pt x="554" y="98"/>
                  </a:cubicBezTo>
                  <a:cubicBezTo>
                    <a:pt x="555" y="97"/>
                    <a:pt x="555" y="95"/>
                    <a:pt x="555" y="94"/>
                  </a:cubicBezTo>
                  <a:cubicBezTo>
                    <a:pt x="554" y="95"/>
                    <a:pt x="554" y="94"/>
                    <a:pt x="553" y="94"/>
                  </a:cubicBezTo>
                  <a:cubicBezTo>
                    <a:pt x="553" y="94"/>
                    <a:pt x="553" y="94"/>
                    <a:pt x="553" y="94"/>
                  </a:cubicBezTo>
                  <a:cubicBezTo>
                    <a:pt x="553" y="94"/>
                    <a:pt x="553" y="94"/>
                    <a:pt x="552" y="94"/>
                  </a:cubicBezTo>
                  <a:cubicBezTo>
                    <a:pt x="552" y="94"/>
                    <a:pt x="550" y="93"/>
                    <a:pt x="550" y="93"/>
                  </a:cubicBezTo>
                  <a:cubicBezTo>
                    <a:pt x="550" y="93"/>
                    <a:pt x="550" y="93"/>
                    <a:pt x="550" y="92"/>
                  </a:cubicBezTo>
                  <a:cubicBezTo>
                    <a:pt x="549" y="91"/>
                    <a:pt x="551" y="90"/>
                    <a:pt x="552" y="90"/>
                  </a:cubicBezTo>
                  <a:cubicBezTo>
                    <a:pt x="552" y="89"/>
                    <a:pt x="552" y="89"/>
                    <a:pt x="553" y="88"/>
                  </a:cubicBezTo>
                  <a:cubicBezTo>
                    <a:pt x="553" y="88"/>
                    <a:pt x="553" y="88"/>
                    <a:pt x="553" y="88"/>
                  </a:cubicBezTo>
                  <a:cubicBezTo>
                    <a:pt x="552" y="87"/>
                    <a:pt x="550" y="87"/>
                    <a:pt x="549" y="87"/>
                  </a:cubicBezTo>
                  <a:cubicBezTo>
                    <a:pt x="548" y="87"/>
                    <a:pt x="546" y="87"/>
                    <a:pt x="546" y="86"/>
                  </a:cubicBezTo>
                  <a:cubicBezTo>
                    <a:pt x="545" y="86"/>
                    <a:pt x="544" y="85"/>
                    <a:pt x="544" y="84"/>
                  </a:cubicBezTo>
                  <a:cubicBezTo>
                    <a:pt x="543" y="85"/>
                    <a:pt x="542" y="85"/>
                    <a:pt x="542" y="84"/>
                  </a:cubicBezTo>
                  <a:cubicBezTo>
                    <a:pt x="541" y="84"/>
                    <a:pt x="540" y="82"/>
                    <a:pt x="542" y="81"/>
                  </a:cubicBezTo>
                  <a:cubicBezTo>
                    <a:pt x="542" y="81"/>
                    <a:pt x="542" y="81"/>
                    <a:pt x="542" y="81"/>
                  </a:cubicBezTo>
                  <a:cubicBezTo>
                    <a:pt x="541" y="80"/>
                    <a:pt x="542" y="80"/>
                    <a:pt x="542" y="79"/>
                  </a:cubicBezTo>
                  <a:cubicBezTo>
                    <a:pt x="541" y="80"/>
                    <a:pt x="540" y="80"/>
                    <a:pt x="539" y="80"/>
                  </a:cubicBezTo>
                  <a:cubicBezTo>
                    <a:pt x="539" y="80"/>
                    <a:pt x="538" y="81"/>
                    <a:pt x="539" y="82"/>
                  </a:cubicBezTo>
                  <a:cubicBezTo>
                    <a:pt x="538" y="82"/>
                    <a:pt x="536" y="83"/>
                    <a:pt x="535" y="84"/>
                  </a:cubicBezTo>
                  <a:cubicBezTo>
                    <a:pt x="534" y="85"/>
                    <a:pt x="533" y="85"/>
                    <a:pt x="532" y="86"/>
                  </a:cubicBezTo>
                  <a:cubicBezTo>
                    <a:pt x="532" y="86"/>
                    <a:pt x="532" y="87"/>
                    <a:pt x="532" y="87"/>
                  </a:cubicBezTo>
                  <a:cubicBezTo>
                    <a:pt x="531" y="87"/>
                    <a:pt x="530" y="86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8" y="87"/>
                  </a:cubicBezTo>
                  <a:cubicBezTo>
                    <a:pt x="527" y="87"/>
                    <a:pt x="527" y="88"/>
                    <a:pt x="526" y="88"/>
                  </a:cubicBezTo>
                  <a:cubicBezTo>
                    <a:pt x="526" y="88"/>
                    <a:pt x="526" y="87"/>
                    <a:pt x="526" y="87"/>
                  </a:cubicBezTo>
                  <a:cubicBezTo>
                    <a:pt x="525" y="85"/>
                    <a:pt x="521" y="83"/>
                    <a:pt x="520" y="81"/>
                  </a:cubicBezTo>
                  <a:cubicBezTo>
                    <a:pt x="520" y="79"/>
                    <a:pt x="524" y="78"/>
                    <a:pt x="525" y="76"/>
                  </a:cubicBezTo>
                  <a:cubicBezTo>
                    <a:pt x="526" y="76"/>
                    <a:pt x="524" y="74"/>
                    <a:pt x="525" y="74"/>
                  </a:cubicBezTo>
                  <a:cubicBezTo>
                    <a:pt x="526" y="73"/>
                    <a:pt x="526" y="75"/>
                    <a:pt x="527" y="75"/>
                  </a:cubicBezTo>
                  <a:cubicBezTo>
                    <a:pt x="528" y="76"/>
                    <a:pt x="533" y="76"/>
                    <a:pt x="535" y="76"/>
                  </a:cubicBezTo>
                  <a:cubicBezTo>
                    <a:pt x="536" y="76"/>
                    <a:pt x="537" y="76"/>
                    <a:pt x="538" y="77"/>
                  </a:cubicBezTo>
                  <a:cubicBezTo>
                    <a:pt x="539" y="75"/>
                    <a:pt x="543" y="75"/>
                    <a:pt x="543" y="74"/>
                  </a:cubicBezTo>
                  <a:cubicBezTo>
                    <a:pt x="544" y="74"/>
                    <a:pt x="542" y="74"/>
                    <a:pt x="542" y="73"/>
                  </a:cubicBezTo>
                  <a:cubicBezTo>
                    <a:pt x="543" y="73"/>
                    <a:pt x="544" y="73"/>
                    <a:pt x="545" y="74"/>
                  </a:cubicBezTo>
                  <a:cubicBezTo>
                    <a:pt x="547" y="73"/>
                    <a:pt x="550" y="72"/>
                    <a:pt x="553" y="72"/>
                  </a:cubicBezTo>
                  <a:cubicBezTo>
                    <a:pt x="552" y="71"/>
                    <a:pt x="552" y="70"/>
                    <a:pt x="551" y="70"/>
                  </a:cubicBezTo>
                  <a:cubicBezTo>
                    <a:pt x="551" y="70"/>
                    <a:pt x="550" y="71"/>
                    <a:pt x="550" y="71"/>
                  </a:cubicBezTo>
                  <a:cubicBezTo>
                    <a:pt x="550" y="71"/>
                    <a:pt x="547" y="70"/>
                    <a:pt x="545" y="69"/>
                  </a:cubicBezTo>
                  <a:cubicBezTo>
                    <a:pt x="544" y="69"/>
                    <a:pt x="543" y="69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2" y="67"/>
                    <a:pt x="543" y="66"/>
                    <a:pt x="542" y="66"/>
                  </a:cubicBezTo>
                  <a:cubicBezTo>
                    <a:pt x="540" y="64"/>
                    <a:pt x="537" y="66"/>
                    <a:pt x="535" y="66"/>
                  </a:cubicBezTo>
                  <a:cubicBezTo>
                    <a:pt x="535" y="66"/>
                    <a:pt x="534" y="65"/>
                    <a:pt x="534" y="65"/>
                  </a:cubicBezTo>
                  <a:cubicBezTo>
                    <a:pt x="534" y="65"/>
                    <a:pt x="534" y="65"/>
                    <a:pt x="534" y="65"/>
                  </a:cubicBezTo>
                  <a:cubicBezTo>
                    <a:pt x="534" y="67"/>
                    <a:pt x="529" y="69"/>
                    <a:pt x="528" y="68"/>
                  </a:cubicBezTo>
                  <a:cubicBezTo>
                    <a:pt x="527" y="66"/>
                    <a:pt x="528" y="64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2"/>
                    <a:pt x="529" y="62"/>
                  </a:cubicBezTo>
                  <a:cubicBezTo>
                    <a:pt x="529" y="62"/>
                    <a:pt x="529" y="62"/>
                    <a:pt x="529" y="62"/>
                  </a:cubicBezTo>
                  <a:cubicBezTo>
                    <a:pt x="528" y="62"/>
                    <a:pt x="527" y="63"/>
                    <a:pt x="526" y="63"/>
                  </a:cubicBezTo>
                  <a:cubicBezTo>
                    <a:pt x="526" y="63"/>
                    <a:pt x="526" y="63"/>
                    <a:pt x="526" y="63"/>
                  </a:cubicBezTo>
                  <a:cubicBezTo>
                    <a:pt x="526" y="64"/>
                    <a:pt x="526" y="64"/>
                    <a:pt x="526" y="65"/>
                  </a:cubicBezTo>
                  <a:cubicBezTo>
                    <a:pt x="525" y="66"/>
                    <a:pt x="522" y="66"/>
                    <a:pt x="520" y="68"/>
                  </a:cubicBezTo>
                  <a:cubicBezTo>
                    <a:pt x="519" y="69"/>
                    <a:pt x="517" y="72"/>
                    <a:pt x="515" y="72"/>
                  </a:cubicBezTo>
                  <a:cubicBezTo>
                    <a:pt x="514" y="71"/>
                    <a:pt x="514" y="70"/>
                    <a:pt x="513" y="70"/>
                  </a:cubicBezTo>
                  <a:cubicBezTo>
                    <a:pt x="513" y="69"/>
                    <a:pt x="513" y="70"/>
                    <a:pt x="512" y="70"/>
                  </a:cubicBezTo>
                  <a:cubicBezTo>
                    <a:pt x="511" y="71"/>
                    <a:pt x="510" y="70"/>
                    <a:pt x="510" y="69"/>
                  </a:cubicBezTo>
                  <a:cubicBezTo>
                    <a:pt x="509" y="69"/>
                    <a:pt x="508" y="69"/>
                    <a:pt x="508" y="68"/>
                  </a:cubicBezTo>
                  <a:cubicBezTo>
                    <a:pt x="508" y="68"/>
                    <a:pt x="509" y="67"/>
                    <a:pt x="510" y="66"/>
                  </a:cubicBezTo>
                  <a:cubicBezTo>
                    <a:pt x="510" y="65"/>
                    <a:pt x="511" y="65"/>
                    <a:pt x="512" y="66"/>
                  </a:cubicBezTo>
                  <a:cubicBezTo>
                    <a:pt x="513" y="67"/>
                    <a:pt x="513" y="66"/>
                    <a:pt x="513" y="65"/>
                  </a:cubicBezTo>
                  <a:cubicBezTo>
                    <a:pt x="512" y="64"/>
                    <a:pt x="511" y="64"/>
                    <a:pt x="511" y="63"/>
                  </a:cubicBezTo>
                  <a:cubicBezTo>
                    <a:pt x="511" y="63"/>
                    <a:pt x="511" y="62"/>
                    <a:pt x="513" y="61"/>
                  </a:cubicBezTo>
                  <a:cubicBezTo>
                    <a:pt x="511" y="61"/>
                    <a:pt x="510" y="60"/>
                    <a:pt x="509" y="59"/>
                  </a:cubicBezTo>
                  <a:cubicBezTo>
                    <a:pt x="509" y="59"/>
                    <a:pt x="510" y="56"/>
                    <a:pt x="511" y="55"/>
                  </a:cubicBezTo>
                  <a:cubicBezTo>
                    <a:pt x="512" y="54"/>
                    <a:pt x="515" y="54"/>
                    <a:pt x="515" y="53"/>
                  </a:cubicBezTo>
                  <a:cubicBezTo>
                    <a:pt x="515" y="53"/>
                    <a:pt x="514" y="53"/>
                    <a:pt x="514" y="53"/>
                  </a:cubicBezTo>
                  <a:cubicBezTo>
                    <a:pt x="514" y="53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2" y="54"/>
                    <a:pt x="511" y="55"/>
                    <a:pt x="510" y="54"/>
                  </a:cubicBezTo>
                  <a:cubicBezTo>
                    <a:pt x="510" y="54"/>
                    <a:pt x="510" y="53"/>
                    <a:pt x="510" y="53"/>
                  </a:cubicBezTo>
                  <a:cubicBezTo>
                    <a:pt x="510" y="53"/>
                    <a:pt x="510" y="53"/>
                    <a:pt x="510" y="53"/>
                  </a:cubicBezTo>
                  <a:cubicBezTo>
                    <a:pt x="510" y="53"/>
                    <a:pt x="510" y="52"/>
                    <a:pt x="510" y="52"/>
                  </a:cubicBezTo>
                  <a:cubicBezTo>
                    <a:pt x="510" y="52"/>
                    <a:pt x="510" y="52"/>
                    <a:pt x="510" y="52"/>
                  </a:cubicBezTo>
                  <a:cubicBezTo>
                    <a:pt x="511" y="51"/>
                    <a:pt x="513" y="51"/>
                    <a:pt x="513" y="52"/>
                  </a:cubicBezTo>
                  <a:cubicBezTo>
                    <a:pt x="515" y="52"/>
                    <a:pt x="517" y="52"/>
                    <a:pt x="516" y="53"/>
                  </a:cubicBezTo>
                  <a:cubicBezTo>
                    <a:pt x="516" y="53"/>
                    <a:pt x="515" y="54"/>
                    <a:pt x="515" y="54"/>
                  </a:cubicBezTo>
                  <a:cubicBezTo>
                    <a:pt x="516" y="54"/>
                    <a:pt x="517" y="54"/>
                    <a:pt x="517" y="54"/>
                  </a:cubicBezTo>
                  <a:cubicBezTo>
                    <a:pt x="518" y="54"/>
                    <a:pt x="519" y="55"/>
                    <a:pt x="520" y="55"/>
                  </a:cubicBezTo>
                  <a:cubicBezTo>
                    <a:pt x="521" y="55"/>
                    <a:pt x="522" y="55"/>
                    <a:pt x="522" y="56"/>
                  </a:cubicBezTo>
                  <a:cubicBezTo>
                    <a:pt x="522" y="57"/>
                    <a:pt x="522" y="57"/>
                    <a:pt x="521" y="57"/>
                  </a:cubicBezTo>
                  <a:cubicBezTo>
                    <a:pt x="521" y="57"/>
                    <a:pt x="521" y="58"/>
                    <a:pt x="521" y="58"/>
                  </a:cubicBezTo>
                  <a:cubicBezTo>
                    <a:pt x="522" y="57"/>
                    <a:pt x="523" y="57"/>
                    <a:pt x="525" y="58"/>
                  </a:cubicBezTo>
                  <a:cubicBezTo>
                    <a:pt x="525" y="59"/>
                    <a:pt x="524" y="59"/>
                    <a:pt x="524" y="59"/>
                  </a:cubicBezTo>
                  <a:cubicBezTo>
                    <a:pt x="525" y="59"/>
                    <a:pt x="526" y="58"/>
                    <a:pt x="528" y="58"/>
                  </a:cubicBezTo>
                  <a:cubicBezTo>
                    <a:pt x="528" y="58"/>
                    <a:pt x="528" y="57"/>
                    <a:pt x="528" y="57"/>
                  </a:cubicBezTo>
                  <a:cubicBezTo>
                    <a:pt x="528" y="57"/>
                    <a:pt x="527" y="57"/>
                    <a:pt x="527" y="56"/>
                  </a:cubicBezTo>
                  <a:cubicBezTo>
                    <a:pt x="527" y="54"/>
                    <a:pt x="532" y="55"/>
                    <a:pt x="530" y="57"/>
                  </a:cubicBezTo>
                  <a:cubicBezTo>
                    <a:pt x="530" y="57"/>
                    <a:pt x="530" y="57"/>
                    <a:pt x="530" y="57"/>
                  </a:cubicBezTo>
                  <a:cubicBezTo>
                    <a:pt x="531" y="56"/>
                    <a:pt x="533" y="55"/>
                    <a:pt x="533" y="55"/>
                  </a:cubicBezTo>
                  <a:cubicBezTo>
                    <a:pt x="532" y="54"/>
                    <a:pt x="530" y="55"/>
                    <a:pt x="529" y="54"/>
                  </a:cubicBezTo>
                  <a:cubicBezTo>
                    <a:pt x="529" y="53"/>
                    <a:pt x="532" y="51"/>
                    <a:pt x="532" y="51"/>
                  </a:cubicBezTo>
                  <a:cubicBezTo>
                    <a:pt x="532" y="51"/>
                    <a:pt x="532" y="50"/>
                    <a:pt x="532" y="50"/>
                  </a:cubicBezTo>
                  <a:cubicBezTo>
                    <a:pt x="530" y="52"/>
                    <a:pt x="527" y="52"/>
                    <a:pt x="525" y="52"/>
                  </a:cubicBezTo>
                  <a:cubicBezTo>
                    <a:pt x="523" y="51"/>
                    <a:pt x="522" y="48"/>
                    <a:pt x="521" y="48"/>
                  </a:cubicBezTo>
                  <a:cubicBezTo>
                    <a:pt x="520" y="48"/>
                    <a:pt x="518" y="48"/>
                    <a:pt x="516" y="49"/>
                  </a:cubicBezTo>
                  <a:cubicBezTo>
                    <a:pt x="517" y="48"/>
                    <a:pt x="518" y="48"/>
                    <a:pt x="519" y="47"/>
                  </a:cubicBezTo>
                  <a:cubicBezTo>
                    <a:pt x="519" y="47"/>
                    <a:pt x="520" y="47"/>
                    <a:pt x="520" y="47"/>
                  </a:cubicBezTo>
                  <a:cubicBezTo>
                    <a:pt x="521" y="46"/>
                    <a:pt x="521" y="46"/>
                    <a:pt x="521" y="45"/>
                  </a:cubicBezTo>
                  <a:cubicBezTo>
                    <a:pt x="520" y="45"/>
                    <a:pt x="520" y="45"/>
                    <a:pt x="519" y="45"/>
                  </a:cubicBezTo>
                  <a:cubicBezTo>
                    <a:pt x="519" y="44"/>
                    <a:pt x="520" y="44"/>
                    <a:pt x="521" y="44"/>
                  </a:cubicBezTo>
                  <a:cubicBezTo>
                    <a:pt x="521" y="44"/>
                    <a:pt x="521" y="44"/>
                    <a:pt x="521" y="44"/>
                  </a:cubicBezTo>
                  <a:cubicBezTo>
                    <a:pt x="521" y="43"/>
                    <a:pt x="521" y="41"/>
                    <a:pt x="521" y="40"/>
                  </a:cubicBezTo>
                  <a:cubicBezTo>
                    <a:pt x="521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39"/>
                  </a:cubicBezTo>
                  <a:cubicBezTo>
                    <a:pt x="520" y="39"/>
                    <a:pt x="520" y="39"/>
                    <a:pt x="520" y="39"/>
                  </a:cubicBezTo>
                  <a:cubicBezTo>
                    <a:pt x="510" y="34"/>
                    <a:pt x="501" y="30"/>
                    <a:pt x="491" y="26"/>
                  </a:cubicBezTo>
                  <a:cubicBezTo>
                    <a:pt x="491" y="26"/>
                    <a:pt x="489" y="27"/>
                    <a:pt x="489" y="27"/>
                  </a:cubicBezTo>
                  <a:cubicBezTo>
                    <a:pt x="489" y="26"/>
                    <a:pt x="489" y="26"/>
                    <a:pt x="490" y="26"/>
                  </a:cubicBezTo>
                  <a:cubicBezTo>
                    <a:pt x="487" y="24"/>
                    <a:pt x="483" y="23"/>
                    <a:pt x="480" y="22"/>
                  </a:cubicBezTo>
                  <a:cubicBezTo>
                    <a:pt x="480" y="22"/>
                    <a:pt x="480" y="22"/>
                    <a:pt x="480" y="22"/>
                  </a:cubicBezTo>
                  <a:cubicBezTo>
                    <a:pt x="478" y="22"/>
                    <a:pt x="476" y="25"/>
                    <a:pt x="474" y="25"/>
                  </a:cubicBezTo>
                  <a:cubicBezTo>
                    <a:pt x="472" y="25"/>
                    <a:pt x="473" y="25"/>
                    <a:pt x="471" y="25"/>
                  </a:cubicBezTo>
                  <a:cubicBezTo>
                    <a:pt x="471" y="25"/>
                    <a:pt x="469" y="26"/>
                    <a:pt x="468" y="27"/>
                  </a:cubicBezTo>
                  <a:cubicBezTo>
                    <a:pt x="467" y="27"/>
                    <a:pt x="464" y="29"/>
                    <a:pt x="464" y="29"/>
                  </a:cubicBezTo>
                  <a:cubicBezTo>
                    <a:pt x="462" y="30"/>
                    <a:pt x="464" y="30"/>
                    <a:pt x="462" y="30"/>
                  </a:cubicBezTo>
                  <a:cubicBezTo>
                    <a:pt x="461" y="30"/>
                    <a:pt x="461" y="30"/>
                    <a:pt x="460" y="30"/>
                  </a:cubicBezTo>
                  <a:cubicBezTo>
                    <a:pt x="461" y="30"/>
                    <a:pt x="461" y="30"/>
                    <a:pt x="461" y="30"/>
                  </a:cubicBezTo>
                  <a:cubicBezTo>
                    <a:pt x="462" y="31"/>
                    <a:pt x="459" y="32"/>
                    <a:pt x="459" y="31"/>
                  </a:cubicBezTo>
                  <a:cubicBezTo>
                    <a:pt x="459" y="31"/>
                    <a:pt x="458" y="32"/>
                    <a:pt x="458" y="32"/>
                  </a:cubicBezTo>
                  <a:cubicBezTo>
                    <a:pt x="458" y="32"/>
                    <a:pt x="458" y="33"/>
                    <a:pt x="458" y="33"/>
                  </a:cubicBezTo>
                  <a:cubicBezTo>
                    <a:pt x="461" y="34"/>
                    <a:pt x="463" y="32"/>
                    <a:pt x="461" y="36"/>
                  </a:cubicBezTo>
                  <a:cubicBezTo>
                    <a:pt x="461" y="37"/>
                    <a:pt x="462" y="37"/>
                    <a:pt x="461" y="37"/>
                  </a:cubicBezTo>
                  <a:cubicBezTo>
                    <a:pt x="460" y="39"/>
                    <a:pt x="459" y="37"/>
                    <a:pt x="459" y="36"/>
                  </a:cubicBezTo>
                  <a:cubicBezTo>
                    <a:pt x="458" y="37"/>
                    <a:pt x="458" y="38"/>
                    <a:pt x="460" y="39"/>
                  </a:cubicBezTo>
                  <a:cubicBezTo>
                    <a:pt x="460" y="39"/>
                    <a:pt x="457" y="39"/>
                    <a:pt x="456" y="39"/>
                  </a:cubicBezTo>
                  <a:cubicBezTo>
                    <a:pt x="456" y="39"/>
                    <a:pt x="454" y="36"/>
                    <a:pt x="453" y="35"/>
                  </a:cubicBezTo>
                  <a:cubicBezTo>
                    <a:pt x="452" y="35"/>
                    <a:pt x="451" y="36"/>
                    <a:pt x="451" y="36"/>
                  </a:cubicBezTo>
                  <a:cubicBezTo>
                    <a:pt x="449" y="37"/>
                    <a:pt x="446" y="38"/>
                    <a:pt x="444" y="39"/>
                  </a:cubicBezTo>
                  <a:cubicBezTo>
                    <a:pt x="443" y="40"/>
                    <a:pt x="443" y="40"/>
                    <a:pt x="442" y="40"/>
                  </a:cubicBezTo>
                  <a:cubicBezTo>
                    <a:pt x="441" y="40"/>
                    <a:pt x="440" y="41"/>
                    <a:pt x="439" y="41"/>
                  </a:cubicBezTo>
                  <a:cubicBezTo>
                    <a:pt x="437" y="42"/>
                    <a:pt x="435" y="43"/>
                    <a:pt x="432" y="44"/>
                  </a:cubicBezTo>
                  <a:cubicBezTo>
                    <a:pt x="433" y="44"/>
                    <a:pt x="433" y="44"/>
                    <a:pt x="433" y="44"/>
                  </a:cubicBezTo>
                  <a:cubicBezTo>
                    <a:pt x="433" y="44"/>
                    <a:pt x="433" y="44"/>
                    <a:pt x="432" y="44"/>
                  </a:cubicBezTo>
                  <a:cubicBezTo>
                    <a:pt x="432" y="44"/>
                    <a:pt x="431" y="44"/>
                    <a:pt x="431" y="44"/>
                  </a:cubicBezTo>
                  <a:cubicBezTo>
                    <a:pt x="430" y="44"/>
                    <a:pt x="427" y="45"/>
                    <a:pt x="427" y="46"/>
                  </a:cubicBezTo>
                  <a:cubicBezTo>
                    <a:pt x="427" y="46"/>
                    <a:pt x="433" y="44"/>
                    <a:pt x="432" y="48"/>
                  </a:cubicBezTo>
                  <a:cubicBezTo>
                    <a:pt x="432" y="49"/>
                    <a:pt x="431" y="49"/>
                    <a:pt x="431" y="49"/>
                  </a:cubicBezTo>
                  <a:cubicBezTo>
                    <a:pt x="435" y="49"/>
                    <a:pt x="440" y="49"/>
                    <a:pt x="444" y="50"/>
                  </a:cubicBezTo>
                  <a:cubicBezTo>
                    <a:pt x="444" y="47"/>
                    <a:pt x="436" y="48"/>
                    <a:pt x="436" y="45"/>
                  </a:cubicBezTo>
                  <a:cubicBezTo>
                    <a:pt x="436" y="42"/>
                    <a:pt x="442" y="45"/>
                    <a:pt x="444" y="43"/>
                  </a:cubicBezTo>
                  <a:cubicBezTo>
                    <a:pt x="445" y="43"/>
                    <a:pt x="444" y="42"/>
                    <a:pt x="445" y="42"/>
                  </a:cubicBezTo>
                  <a:cubicBezTo>
                    <a:pt x="446" y="42"/>
                    <a:pt x="449" y="43"/>
                    <a:pt x="448" y="41"/>
                  </a:cubicBezTo>
                  <a:cubicBezTo>
                    <a:pt x="448" y="38"/>
                    <a:pt x="459" y="43"/>
                    <a:pt x="460" y="46"/>
                  </a:cubicBezTo>
                  <a:cubicBezTo>
                    <a:pt x="460" y="48"/>
                    <a:pt x="459" y="52"/>
                    <a:pt x="458" y="52"/>
                  </a:cubicBezTo>
                  <a:cubicBezTo>
                    <a:pt x="458" y="53"/>
                    <a:pt x="452" y="54"/>
                    <a:pt x="452" y="54"/>
                  </a:cubicBezTo>
                  <a:cubicBezTo>
                    <a:pt x="451" y="53"/>
                    <a:pt x="449" y="53"/>
                    <a:pt x="448" y="53"/>
                  </a:cubicBezTo>
                  <a:cubicBezTo>
                    <a:pt x="449" y="53"/>
                    <a:pt x="449" y="53"/>
                    <a:pt x="449" y="54"/>
                  </a:cubicBezTo>
                  <a:cubicBezTo>
                    <a:pt x="450" y="55"/>
                    <a:pt x="450" y="57"/>
                    <a:pt x="450" y="58"/>
                  </a:cubicBezTo>
                  <a:cubicBezTo>
                    <a:pt x="447" y="62"/>
                    <a:pt x="436" y="61"/>
                    <a:pt x="432" y="59"/>
                  </a:cubicBezTo>
                  <a:cubicBezTo>
                    <a:pt x="432" y="60"/>
                    <a:pt x="432" y="61"/>
                    <a:pt x="432" y="62"/>
                  </a:cubicBezTo>
                  <a:cubicBezTo>
                    <a:pt x="431" y="65"/>
                    <a:pt x="423" y="63"/>
                    <a:pt x="423" y="60"/>
                  </a:cubicBezTo>
                  <a:cubicBezTo>
                    <a:pt x="423" y="61"/>
                    <a:pt x="421" y="60"/>
                    <a:pt x="421" y="60"/>
                  </a:cubicBezTo>
                  <a:cubicBezTo>
                    <a:pt x="421" y="59"/>
                    <a:pt x="423" y="59"/>
                    <a:pt x="423" y="60"/>
                  </a:cubicBezTo>
                  <a:cubicBezTo>
                    <a:pt x="424" y="58"/>
                    <a:pt x="427" y="58"/>
                    <a:pt x="429" y="58"/>
                  </a:cubicBezTo>
                  <a:cubicBezTo>
                    <a:pt x="430" y="58"/>
                    <a:pt x="431" y="57"/>
                    <a:pt x="432" y="55"/>
                  </a:cubicBezTo>
                  <a:cubicBezTo>
                    <a:pt x="432" y="55"/>
                    <a:pt x="432" y="53"/>
                    <a:pt x="432" y="54"/>
                  </a:cubicBezTo>
                  <a:cubicBezTo>
                    <a:pt x="432" y="53"/>
                    <a:pt x="434" y="52"/>
                    <a:pt x="435" y="52"/>
                  </a:cubicBezTo>
                  <a:cubicBezTo>
                    <a:pt x="435" y="50"/>
                    <a:pt x="431" y="50"/>
                    <a:pt x="429" y="50"/>
                  </a:cubicBezTo>
                  <a:cubicBezTo>
                    <a:pt x="427" y="50"/>
                    <a:pt x="423" y="49"/>
                    <a:pt x="422" y="48"/>
                  </a:cubicBezTo>
                  <a:cubicBezTo>
                    <a:pt x="422" y="48"/>
                    <a:pt x="422" y="47"/>
                    <a:pt x="422" y="47"/>
                  </a:cubicBezTo>
                  <a:cubicBezTo>
                    <a:pt x="422" y="47"/>
                    <a:pt x="421" y="47"/>
                    <a:pt x="421" y="48"/>
                  </a:cubicBezTo>
                  <a:cubicBezTo>
                    <a:pt x="420" y="48"/>
                    <a:pt x="419" y="49"/>
                    <a:pt x="417" y="50"/>
                  </a:cubicBezTo>
                  <a:cubicBezTo>
                    <a:pt x="417" y="50"/>
                    <a:pt x="416" y="50"/>
                    <a:pt x="416" y="51"/>
                  </a:cubicBezTo>
                  <a:cubicBezTo>
                    <a:pt x="418" y="53"/>
                    <a:pt x="416" y="54"/>
                    <a:pt x="414" y="54"/>
                  </a:cubicBezTo>
                  <a:cubicBezTo>
                    <a:pt x="413" y="54"/>
                    <a:pt x="412" y="54"/>
                    <a:pt x="412" y="54"/>
                  </a:cubicBezTo>
                  <a:cubicBezTo>
                    <a:pt x="412" y="54"/>
                    <a:pt x="412" y="54"/>
                    <a:pt x="412" y="53"/>
                  </a:cubicBezTo>
                  <a:cubicBezTo>
                    <a:pt x="411" y="53"/>
                    <a:pt x="411" y="53"/>
                    <a:pt x="411" y="53"/>
                  </a:cubicBezTo>
                  <a:cubicBezTo>
                    <a:pt x="410" y="53"/>
                    <a:pt x="410" y="53"/>
                    <a:pt x="410" y="53"/>
                  </a:cubicBezTo>
                  <a:cubicBezTo>
                    <a:pt x="409" y="53"/>
                    <a:pt x="409" y="54"/>
                    <a:pt x="409" y="54"/>
                  </a:cubicBezTo>
                  <a:cubicBezTo>
                    <a:pt x="408" y="55"/>
                    <a:pt x="407" y="54"/>
                    <a:pt x="407" y="55"/>
                  </a:cubicBezTo>
                  <a:cubicBezTo>
                    <a:pt x="406" y="55"/>
                    <a:pt x="405" y="56"/>
                    <a:pt x="404" y="57"/>
                  </a:cubicBezTo>
                  <a:cubicBezTo>
                    <a:pt x="404" y="57"/>
                    <a:pt x="404" y="58"/>
                    <a:pt x="402" y="58"/>
                  </a:cubicBezTo>
                  <a:cubicBezTo>
                    <a:pt x="401" y="59"/>
                    <a:pt x="401" y="59"/>
                    <a:pt x="400" y="60"/>
                  </a:cubicBezTo>
                  <a:cubicBezTo>
                    <a:pt x="396" y="62"/>
                    <a:pt x="392" y="63"/>
                    <a:pt x="388" y="64"/>
                  </a:cubicBezTo>
                  <a:cubicBezTo>
                    <a:pt x="387" y="65"/>
                    <a:pt x="387" y="65"/>
                    <a:pt x="387" y="65"/>
                  </a:cubicBezTo>
                  <a:cubicBezTo>
                    <a:pt x="387" y="65"/>
                    <a:pt x="388" y="65"/>
                    <a:pt x="388" y="65"/>
                  </a:cubicBezTo>
                  <a:cubicBezTo>
                    <a:pt x="389" y="65"/>
                    <a:pt x="391" y="66"/>
                    <a:pt x="392" y="67"/>
                  </a:cubicBezTo>
                  <a:cubicBezTo>
                    <a:pt x="392" y="67"/>
                    <a:pt x="393" y="68"/>
                    <a:pt x="392" y="68"/>
                  </a:cubicBezTo>
                  <a:cubicBezTo>
                    <a:pt x="393" y="69"/>
                    <a:pt x="394" y="70"/>
                    <a:pt x="393" y="71"/>
                  </a:cubicBezTo>
                  <a:cubicBezTo>
                    <a:pt x="393" y="78"/>
                    <a:pt x="380" y="78"/>
                    <a:pt x="374" y="76"/>
                  </a:cubicBezTo>
                  <a:cubicBezTo>
                    <a:pt x="373" y="75"/>
                    <a:pt x="371" y="73"/>
                    <a:pt x="370" y="72"/>
                  </a:cubicBezTo>
                  <a:cubicBezTo>
                    <a:pt x="368" y="73"/>
                    <a:pt x="366" y="74"/>
                    <a:pt x="366" y="73"/>
                  </a:cubicBezTo>
                  <a:cubicBezTo>
                    <a:pt x="365" y="72"/>
                    <a:pt x="367" y="71"/>
                    <a:pt x="369" y="70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69"/>
                    <a:pt x="366" y="69"/>
                    <a:pt x="366" y="69"/>
                  </a:cubicBezTo>
                  <a:cubicBezTo>
                    <a:pt x="366" y="67"/>
                    <a:pt x="370" y="65"/>
                    <a:pt x="374" y="64"/>
                  </a:cubicBezTo>
                  <a:cubicBezTo>
                    <a:pt x="369" y="65"/>
                    <a:pt x="362" y="65"/>
                    <a:pt x="358" y="66"/>
                  </a:cubicBezTo>
                  <a:cubicBezTo>
                    <a:pt x="358" y="66"/>
                    <a:pt x="351" y="68"/>
                    <a:pt x="351" y="67"/>
                  </a:cubicBezTo>
                  <a:cubicBezTo>
                    <a:pt x="350" y="66"/>
                    <a:pt x="356" y="66"/>
                    <a:pt x="357" y="65"/>
                  </a:cubicBezTo>
                  <a:cubicBezTo>
                    <a:pt x="363" y="65"/>
                    <a:pt x="372" y="62"/>
                    <a:pt x="379" y="62"/>
                  </a:cubicBezTo>
                  <a:cubicBezTo>
                    <a:pt x="379" y="62"/>
                    <a:pt x="379" y="62"/>
                    <a:pt x="379" y="62"/>
                  </a:cubicBezTo>
                  <a:cubicBezTo>
                    <a:pt x="379" y="62"/>
                    <a:pt x="380" y="62"/>
                    <a:pt x="379" y="62"/>
                  </a:cubicBezTo>
                  <a:cubicBezTo>
                    <a:pt x="379" y="63"/>
                    <a:pt x="379" y="63"/>
                    <a:pt x="378" y="63"/>
                  </a:cubicBezTo>
                  <a:cubicBezTo>
                    <a:pt x="379" y="63"/>
                    <a:pt x="381" y="63"/>
                    <a:pt x="382" y="63"/>
                  </a:cubicBezTo>
                  <a:cubicBezTo>
                    <a:pt x="382" y="62"/>
                    <a:pt x="383" y="61"/>
                    <a:pt x="383" y="61"/>
                  </a:cubicBezTo>
                  <a:cubicBezTo>
                    <a:pt x="384" y="61"/>
                    <a:pt x="384" y="62"/>
                    <a:pt x="384" y="62"/>
                  </a:cubicBezTo>
                  <a:cubicBezTo>
                    <a:pt x="385" y="61"/>
                    <a:pt x="385" y="60"/>
                    <a:pt x="386" y="60"/>
                  </a:cubicBezTo>
                  <a:cubicBezTo>
                    <a:pt x="387" y="59"/>
                    <a:pt x="389" y="59"/>
                    <a:pt x="390" y="59"/>
                  </a:cubicBezTo>
                  <a:cubicBezTo>
                    <a:pt x="392" y="58"/>
                    <a:pt x="393" y="57"/>
                    <a:pt x="395" y="56"/>
                  </a:cubicBezTo>
                  <a:cubicBezTo>
                    <a:pt x="396" y="56"/>
                    <a:pt x="396" y="56"/>
                    <a:pt x="396" y="56"/>
                  </a:cubicBezTo>
                  <a:cubicBezTo>
                    <a:pt x="398" y="55"/>
                    <a:pt x="399" y="53"/>
                    <a:pt x="400" y="52"/>
                  </a:cubicBezTo>
                  <a:cubicBezTo>
                    <a:pt x="401" y="52"/>
                    <a:pt x="402" y="53"/>
                    <a:pt x="402" y="52"/>
                  </a:cubicBezTo>
                  <a:cubicBezTo>
                    <a:pt x="404" y="52"/>
                    <a:pt x="405" y="51"/>
                    <a:pt x="407" y="50"/>
                  </a:cubicBezTo>
                  <a:cubicBezTo>
                    <a:pt x="409" y="50"/>
                    <a:pt x="411" y="48"/>
                    <a:pt x="411" y="48"/>
                  </a:cubicBezTo>
                  <a:cubicBezTo>
                    <a:pt x="412" y="48"/>
                    <a:pt x="412" y="49"/>
                    <a:pt x="412" y="49"/>
                  </a:cubicBezTo>
                  <a:cubicBezTo>
                    <a:pt x="413" y="48"/>
                    <a:pt x="413" y="48"/>
                    <a:pt x="413" y="47"/>
                  </a:cubicBezTo>
                  <a:cubicBezTo>
                    <a:pt x="414" y="47"/>
                    <a:pt x="414" y="48"/>
                    <a:pt x="415" y="48"/>
                  </a:cubicBezTo>
                  <a:cubicBezTo>
                    <a:pt x="415" y="47"/>
                    <a:pt x="415" y="47"/>
                    <a:pt x="416" y="46"/>
                  </a:cubicBezTo>
                  <a:cubicBezTo>
                    <a:pt x="416" y="46"/>
                    <a:pt x="416" y="47"/>
                    <a:pt x="417" y="47"/>
                  </a:cubicBezTo>
                  <a:cubicBezTo>
                    <a:pt x="417" y="47"/>
                    <a:pt x="417" y="46"/>
                    <a:pt x="418" y="45"/>
                  </a:cubicBezTo>
                  <a:cubicBezTo>
                    <a:pt x="419" y="45"/>
                    <a:pt x="419" y="46"/>
                    <a:pt x="420" y="45"/>
                  </a:cubicBezTo>
                  <a:cubicBezTo>
                    <a:pt x="420" y="45"/>
                    <a:pt x="420" y="44"/>
                    <a:pt x="421" y="44"/>
                  </a:cubicBezTo>
                  <a:cubicBezTo>
                    <a:pt x="422" y="43"/>
                    <a:pt x="424" y="43"/>
                    <a:pt x="425" y="42"/>
                  </a:cubicBezTo>
                  <a:cubicBezTo>
                    <a:pt x="427" y="40"/>
                    <a:pt x="432" y="39"/>
                    <a:pt x="435" y="36"/>
                  </a:cubicBezTo>
                  <a:cubicBezTo>
                    <a:pt x="438" y="35"/>
                    <a:pt x="441" y="33"/>
                    <a:pt x="444" y="32"/>
                  </a:cubicBezTo>
                  <a:cubicBezTo>
                    <a:pt x="444" y="32"/>
                    <a:pt x="443" y="32"/>
                    <a:pt x="443" y="32"/>
                  </a:cubicBezTo>
                  <a:cubicBezTo>
                    <a:pt x="440" y="31"/>
                    <a:pt x="439" y="28"/>
                    <a:pt x="438" y="28"/>
                  </a:cubicBezTo>
                  <a:cubicBezTo>
                    <a:pt x="437" y="28"/>
                    <a:pt x="437" y="28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5" y="30"/>
                    <a:pt x="434" y="30"/>
                    <a:pt x="433" y="31"/>
                  </a:cubicBezTo>
                  <a:cubicBezTo>
                    <a:pt x="432" y="31"/>
                    <a:pt x="431" y="31"/>
                    <a:pt x="431" y="30"/>
                  </a:cubicBezTo>
                  <a:cubicBezTo>
                    <a:pt x="431" y="30"/>
                    <a:pt x="431" y="30"/>
                    <a:pt x="431" y="30"/>
                  </a:cubicBezTo>
                  <a:cubicBezTo>
                    <a:pt x="430" y="30"/>
                    <a:pt x="430" y="31"/>
                    <a:pt x="429" y="31"/>
                  </a:cubicBezTo>
                  <a:cubicBezTo>
                    <a:pt x="428" y="32"/>
                    <a:pt x="425" y="32"/>
                    <a:pt x="424" y="31"/>
                  </a:cubicBezTo>
                  <a:cubicBezTo>
                    <a:pt x="424" y="31"/>
                    <a:pt x="425" y="30"/>
                    <a:pt x="426" y="30"/>
                  </a:cubicBezTo>
                  <a:cubicBezTo>
                    <a:pt x="426" y="30"/>
                    <a:pt x="425" y="29"/>
                    <a:pt x="425" y="29"/>
                  </a:cubicBezTo>
                  <a:cubicBezTo>
                    <a:pt x="424" y="30"/>
                    <a:pt x="423" y="30"/>
                    <a:pt x="423" y="30"/>
                  </a:cubicBezTo>
                  <a:cubicBezTo>
                    <a:pt x="418" y="29"/>
                    <a:pt x="416" y="25"/>
                    <a:pt x="419" y="23"/>
                  </a:cubicBezTo>
                  <a:cubicBezTo>
                    <a:pt x="421" y="21"/>
                    <a:pt x="429" y="22"/>
                    <a:pt x="429" y="26"/>
                  </a:cubicBezTo>
                  <a:cubicBezTo>
                    <a:pt x="429" y="29"/>
                    <a:pt x="428" y="27"/>
                    <a:pt x="431" y="27"/>
                  </a:cubicBezTo>
                  <a:cubicBezTo>
                    <a:pt x="434" y="26"/>
                    <a:pt x="435" y="27"/>
                    <a:pt x="436" y="25"/>
                  </a:cubicBezTo>
                  <a:cubicBezTo>
                    <a:pt x="439" y="21"/>
                    <a:pt x="442" y="21"/>
                    <a:pt x="446" y="22"/>
                  </a:cubicBezTo>
                  <a:cubicBezTo>
                    <a:pt x="446" y="21"/>
                    <a:pt x="448" y="21"/>
                    <a:pt x="449" y="22"/>
                  </a:cubicBezTo>
                  <a:cubicBezTo>
                    <a:pt x="450" y="22"/>
                    <a:pt x="450" y="21"/>
                    <a:pt x="451" y="21"/>
                  </a:cubicBezTo>
                  <a:cubicBezTo>
                    <a:pt x="452" y="22"/>
                    <a:pt x="451" y="23"/>
                    <a:pt x="450" y="24"/>
                  </a:cubicBezTo>
                  <a:cubicBezTo>
                    <a:pt x="451" y="25"/>
                    <a:pt x="452" y="26"/>
                    <a:pt x="452" y="28"/>
                  </a:cubicBezTo>
                  <a:cubicBezTo>
                    <a:pt x="451" y="28"/>
                    <a:pt x="451" y="29"/>
                    <a:pt x="451" y="30"/>
                  </a:cubicBezTo>
                  <a:cubicBezTo>
                    <a:pt x="451" y="29"/>
                    <a:pt x="451" y="29"/>
                    <a:pt x="452" y="29"/>
                  </a:cubicBezTo>
                  <a:cubicBezTo>
                    <a:pt x="453" y="29"/>
                    <a:pt x="455" y="29"/>
                    <a:pt x="457" y="29"/>
                  </a:cubicBezTo>
                  <a:cubicBezTo>
                    <a:pt x="458" y="28"/>
                    <a:pt x="458" y="27"/>
                    <a:pt x="460" y="27"/>
                  </a:cubicBezTo>
                  <a:cubicBezTo>
                    <a:pt x="461" y="26"/>
                    <a:pt x="463" y="26"/>
                    <a:pt x="465" y="26"/>
                  </a:cubicBezTo>
                  <a:cubicBezTo>
                    <a:pt x="463" y="25"/>
                    <a:pt x="462" y="25"/>
                    <a:pt x="460" y="25"/>
                  </a:cubicBezTo>
                  <a:cubicBezTo>
                    <a:pt x="462" y="25"/>
                    <a:pt x="462" y="23"/>
                    <a:pt x="461" y="23"/>
                  </a:cubicBezTo>
                  <a:cubicBezTo>
                    <a:pt x="461" y="23"/>
                    <a:pt x="462" y="21"/>
                    <a:pt x="463" y="20"/>
                  </a:cubicBezTo>
                  <a:cubicBezTo>
                    <a:pt x="464" y="20"/>
                    <a:pt x="465" y="20"/>
                    <a:pt x="466" y="20"/>
                  </a:cubicBezTo>
                  <a:cubicBezTo>
                    <a:pt x="466" y="20"/>
                    <a:pt x="467" y="20"/>
                    <a:pt x="468" y="20"/>
                  </a:cubicBezTo>
                  <a:cubicBezTo>
                    <a:pt x="468" y="21"/>
                    <a:pt x="467" y="21"/>
                    <a:pt x="466" y="21"/>
                  </a:cubicBezTo>
                  <a:cubicBezTo>
                    <a:pt x="468" y="22"/>
                    <a:pt x="468" y="23"/>
                    <a:pt x="468" y="24"/>
                  </a:cubicBezTo>
                  <a:cubicBezTo>
                    <a:pt x="469" y="23"/>
                    <a:pt x="470" y="23"/>
                    <a:pt x="471" y="22"/>
                  </a:cubicBezTo>
                  <a:cubicBezTo>
                    <a:pt x="471" y="22"/>
                    <a:pt x="470" y="22"/>
                    <a:pt x="470" y="21"/>
                  </a:cubicBezTo>
                  <a:cubicBezTo>
                    <a:pt x="469" y="20"/>
                    <a:pt x="471" y="19"/>
                    <a:pt x="473" y="19"/>
                  </a:cubicBezTo>
                  <a:cubicBezTo>
                    <a:pt x="473" y="19"/>
                    <a:pt x="473" y="19"/>
                    <a:pt x="473" y="19"/>
                  </a:cubicBezTo>
                  <a:cubicBezTo>
                    <a:pt x="456" y="13"/>
                    <a:pt x="438" y="9"/>
                    <a:pt x="419" y="5"/>
                  </a:cubicBezTo>
                  <a:cubicBezTo>
                    <a:pt x="427" y="10"/>
                    <a:pt x="416" y="16"/>
                    <a:pt x="410" y="12"/>
                  </a:cubicBezTo>
                  <a:cubicBezTo>
                    <a:pt x="408" y="10"/>
                    <a:pt x="409" y="9"/>
                    <a:pt x="407" y="7"/>
                  </a:cubicBezTo>
                  <a:cubicBezTo>
                    <a:pt x="408" y="6"/>
                    <a:pt x="410" y="5"/>
                    <a:pt x="412" y="4"/>
                  </a:cubicBezTo>
                  <a:cubicBezTo>
                    <a:pt x="408" y="4"/>
                    <a:pt x="405" y="3"/>
                    <a:pt x="401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398" y="2"/>
                    <a:pt x="396" y="2"/>
                    <a:pt x="393" y="2"/>
                  </a:cubicBezTo>
                  <a:cubicBezTo>
                    <a:pt x="392" y="6"/>
                    <a:pt x="385" y="4"/>
                    <a:pt x="382" y="1"/>
                  </a:cubicBezTo>
                  <a:cubicBezTo>
                    <a:pt x="374" y="0"/>
                    <a:pt x="366" y="0"/>
                    <a:pt x="357" y="0"/>
                  </a:cubicBezTo>
                  <a:cubicBezTo>
                    <a:pt x="343" y="0"/>
                    <a:pt x="328" y="1"/>
                    <a:pt x="314" y="3"/>
                  </a:cubicBezTo>
                  <a:cubicBezTo>
                    <a:pt x="314" y="3"/>
                    <a:pt x="314" y="3"/>
                    <a:pt x="315" y="3"/>
                  </a:cubicBezTo>
                  <a:cubicBezTo>
                    <a:pt x="315" y="3"/>
                    <a:pt x="315" y="3"/>
                    <a:pt x="315" y="3"/>
                  </a:cubicBezTo>
                  <a:cubicBezTo>
                    <a:pt x="315" y="4"/>
                    <a:pt x="314" y="3"/>
                    <a:pt x="314" y="3"/>
                  </a:cubicBezTo>
                  <a:cubicBezTo>
                    <a:pt x="138" y="24"/>
                    <a:pt x="1" y="173"/>
                    <a:pt x="0" y="354"/>
                  </a:cubicBezTo>
                  <a:cubicBezTo>
                    <a:pt x="0" y="354"/>
                    <a:pt x="0" y="353"/>
                    <a:pt x="1" y="353"/>
                  </a:cubicBezTo>
                  <a:cubicBezTo>
                    <a:pt x="1" y="353"/>
                    <a:pt x="2" y="356"/>
                    <a:pt x="1" y="356"/>
                  </a:cubicBezTo>
                  <a:cubicBezTo>
                    <a:pt x="0" y="357"/>
                    <a:pt x="0" y="356"/>
                    <a:pt x="0" y="356"/>
                  </a:cubicBezTo>
                  <a:cubicBezTo>
                    <a:pt x="0" y="356"/>
                    <a:pt x="0" y="357"/>
                    <a:pt x="0" y="357"/>
                  </a:cubicBezTo>
                  <a:cubicBezTo>
                    <a:pt x="0" y="375"/>
                    <a:pt x="1" y="392"/>
                    <a:pt x="4" y="409"/>
                  </a:cubicBezTo>
                  <a:cubicBezTo>
                    <a:pt x="4" y="409"/>
                    <a:pt x="4" y="409"/>
                    <a:pt x="4" y="409"/>
                  </a:cubicBezTo>
                  <a:cubicBezTo>
                    <a:pt x="5" y="409"/>
                    <a:pt x="5" y="412"/>
                    <a:pt x="5" y="412"/>
                  </a:cubicBezTo>
                  <a:cubicBezTo>
                    <a:pt x="4" y="413"/>
                    <a:pt x="4" y="413"/>
                    <a:pt x="4" y="413"/>
                  </a:cubicBezTo>
                  <a:cubicBezTo>
                    <a:pt x="5" y="418"/>
                    <a:pt x="6" y="424"/>
                    <a:pt x="7" y="429"/>
                  </a:cubicBezTo>
                  <a:cubicBezTo>
                    <a:pt x="8" y="429"/>
                    <a:pt x="8" y="429"/>
                    <a:pt x="8" y="429"/>
                  </a:cubicBezTo>
                  <a:cubicBezTo>
                    <a:pt x="9" y="430"/>
                    <a:pt x="8" y="430"/>
                    <a:pt x="7" y="431"/>
                  </a:cubicBezTo>
                  <a:cubicBezTo>
                    <a:pt x="8" y="433"/>
                    <a:pt x="8" y="435"/>
                    <a:pt x="9" y="438"/>
                  </a:cubicBezTo>
                  <a:cubicBezTo>
                    <a:pt x="9" y="438"/>
                    <a:pt x="9" y="438"/>
                    <a:pt x="9" y="438"/>
                  </a:cubicBezTo>
                  <a:cubicBezTo>
                    <a:pt x="9" y="440"/>
                    <a:pt x="10" y="441"/>
                    <a:pt x="10" y="443"/>
                  </a:cubicBezTo>
                  <a:cubicBezTo>
                    <a:pt x="10" y="443"/>
                    <a:pt x="10" y="443"/>
                    <a:pt x="10" y="442"/>
                  </a:cubicBezTo>
                  <a:cubicBezTo>
                    <a:pt x="10" y="442"/>
                    <a:pt x="10" y="442"/>
                    <a:pt x="10" y="441"/>
                  </a:cubicBezTo>
                  <a:cubicBezTo>
                    <a:pt x="10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2" y="441"/>
                    <a:pt x="13" y="440"/>
                    <a:pt x="14" y="440"/>
                  </a:cubicBezTo>
                  <a:cubicBezTo>
                    <a:pt x="14" y="439"/>
                    <a:pt x="15" y="438"/>
                    <a:pt x="16" y="439"/>
                  </a:cubicBezTo>
                  <a:cubicBezTo>
                    <a:pt x="17" y="439"/>
                    <a:pt x="17" y="439"/>
                    <a:pt x="18" y="440"/>
                  </a:cubicBezTo>
                  <a:cubicBezTo>
                    <a:pt x="20" y="443"/>
                    <a:pt x="19" y="438"/>
                    <a:pt x="18" y="438"/>
                  </a:cubicBezTo>
                  <a:cubicBezTo>
                    <a:pt x="18" y="438"/>
                    <a:pt x="18" y="438"/>
                    <a:pt x="17" y="437"/>
                  </a:cubicBezTo>
                  <a:cubicBezTo>
                    <a:pt x="17" y="437"/>
                    <a:pt x="17" y="437"/>
                    <a:pt x="17" y="436"/>
                  </a:cubicBezTo>
                  <a:cubicBezTo>
                    <a:pt x="17" y="435"/>
                    <a:pt x="17" y="432"/>
                    <a:pt x="17" y="431"/>
                  </a:cubicBezTo>
                  <a:cubicBezTo>
                    <a:pt x="17" y="433"/>
                    <a:pt x="18" y="434"/>
                    <a:pt x="19" y="435"/>
                  </a:cubicBezTo>
                  <a:cubicBezTo>
                    <a:pt x="19" y="435"/>
                    <a:pt x="19" y="435"/>
                    <a:pt x="19" y="435"/>
                  </a:cubicBezTo>
                  <a:cubicBezTo>
                    <a:pt x="20" y="435"/>
                    <a:pt x="19" y="436"/>
                    <a:pt x="19" y="436"/>
                  </a:cubicBezTo>
                  <a:cubicBezTo>
                    <a:pt x="19" y="437"/>
                    <a:pt x="19" y="437"/>
                    <a:pt x="19" y="438"/>
                  </a:cubicBezTo>
                  <a:cubicBezTo>
                    <a:pt x="20" y="437"/>
                    <a:pt x="19" y="435"/>
                    <a:pt x="21" y="434"/>
                  </a:cubicBezTo>
                  <a:cubicBezTo>
                    <a:pt x="20" y="436"/>
                    <a:pt x="20" y="437"/>
                    <a:pt x="21" y="438"/>
                  </a:cubicBezTo>
                  <a:cubicBezTo>
                    <a:pt x="21" y="438"/>
                    <a:pt x="22" y="438"/>
                    <a:pt x="22" y="438"/>
                  </a:cubicBezTo>
                  <a:cubicBezTo>
                    <a:pt x="22" y="438"/>
                    <a:pt x="22" y="438"/>
                    <a:pt x="22" y="438"/>
                  </a:cubicBezTo>
                  <a:cubicBezTo>
                    <a:pt x="23" y="438"/>
                    <a:pt x="23" y="438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3" y="435"/>
                    <a:pt x="23" y="434"/>
                    <a:pt x="23" y="434"/>
                  </a:cubicBezTo>
                  <a:cubicBezTo>
                    <a:pt x="23" y="433"/>
                    <a:pt x="22" y="433"/>
                    <a:pt x="21" y="434"/>
                  </a:cubicBezTo>
                  <a:cubicBezTo>
                    <a:pt x="20" y="434"/>
                    <a:pt x="20" y="435"/>
                    <a:pt x="19" y="434"/>
                  </a:cubicBezTo>
                  <a:cubicBezTo>
                    <a:pt x="19" y="434"/>
                    <a:pt x="19" y="434"/>
                    <a:pt x="19" y="433"/>
                  </a:cubicBezTo>
                  <a:cubicBezTo>
                    <a:pt x="19" y="433"/>
                    <a:pt x="19" y="433"/>
                    <a:pt x="19" y="433"/>
                  </a:cubicBezTo>
                  <a:cubicBezTo>
                    <a:pt x="18" y="433"/>
                    <a:pt x="19" y="431"/>
                    <a:pt x="18" y="429"/>
                  </a:cubicBezTo>
                  <a:cubicBezTo>
                    <a:pt x="17" y="430"/>
                    <a:pt x="16" y="429"/>
                    <a:pt x="16" y="426"/>
                  </a:cubicBezTo>
                  <a:cubicBezTo>
                    <a:pt x="16" y="426"/>
                    <a:pt x="16" y="426"/>
                    <a:pt x="16" y="426"/>
                  </a:cubicBezTo>
                  <a:cubicBezTo>
                    <a:pt x="16" y="427"/>
                    <a:pt x="14" y="432"/>
                    <a:pt x="15" y="433"/>
                  </a:cubicBezTo>
                  <a:cubicBezTo>
                    <a:pt x="15" y="433"/>
                    <a:pt x="16" y="437"/>
                    <a:pt x="14" y="435"/>
                  </a:cubicBezTo>
                  <a:cubicBezTo>
                    <a:pt x="12" y="434"/>
                    <a:pt x="15" y="429"/>
                    <a:pt x="15" y="426"/>
                  </a:cubicBezTo>
                  <a:cubicBezTo>
                    <a:pt x="14" y="426"/>
                    <a:pt x="14" y="426"/>
                    <a:pt x="14" y="425"/>
                  </a:cubicBezTo>
                  <a:cubicBezTo>
                    <a:pt x="13" y="424"/>
                    <a:pt x="14" y="424"/>
                    <a:pt x="14" y="423"/>
                  </a:cubicBezTo>
                  <a:cubicBezTo>
                    <a:pt x="14" y="423"/>
                    <a:pt x="14" y="422"/>
                    <a:pt x="15" y="422"/>
                  </a:cubicBezTo>
                  <a:cubicBezTo>
                    <a:pt x="14" y="421"/>
                    <a:pt x="13" y="422"/>
                    <a:pt x="12" y="421"/>
                  </a:cubicBezTo>
                  <a:cubicBezTo>
                    <a:pt x="13" y="421"/>
                    <a:pt x="11" y="419"/>
                    <a:pt x="11" y="420"/>
                  </a:cubicBezTo>
                  <a:cubicBezTo>
                    <a:pt x="11" y="417"/>
                    <a:pt x="14" y="417"/>
                    <a:pt x="15" y="419"/>
                  </a:cubicBezTo>
                  <a:cubicBezTo>
                    <a:pt x="14" y="418"/>
                    <a:pt x="16" y="419"/>
                    <a:pt x="17" y="418"/>
                  </a:cubicBezTo>
                  <a:cubicBezTo>
                    <a:pt x="16" y="418"/>
                    <a:pt x="17" y="413"/>
                    <a:pt x="19" y="413"/>
                  </a:cubicBezTo>
                  <a:cubicBezTo>
                    <a:pt x="19" y="413"/>
                    <a:pt x="18" y="416"/>
                    <a:pt x="19" y="417"/>
                  </a:cubicBezTo>
                  <a:cubicBezTo>
                    <a:pt x="19" y="417"/>
                    <a:pt x="19" y="417"/>
                    <a:pt x="19" y="417"/>
                  </a:cubicBezTo>
                  <a:cubicBezTo>
                    <a:pt x="19" y="417"/>
                    <a:pt x="19" y="416"/>
                    <a:pt x="20" y="417"/>
                  </a:cubicBezTo>
                  <a:cubicBezTo>
                    <a:pt x="20" y="417"/>
                    <a:pt x="21" y="418"/>
                    <a:pt x="20" y="419"/>
                  </a:cubicBezTo>
                  <a:cubicBezTo>
                    <a:pt x="20" y="419"/>
                    <a:pt x="20" y="419"/>
                    <a:pt x="20" y="419"/>
                  </a:cubicBezTo>
                  <a:cubicBezTo>
                    <a:pt x="21" y="419"/>
                    <a:pt x="20" y="420"/>
                    <a:pt x="19" y="420"/>
                  </a:cubicBezTo>
                  <a:cubicBezTo>
                    <a:pt x="17" y="421"/>
                    <a:pt x="19" y="421"/>
                    <a:pt x="20" y="422"/>
                  </a:cubicBezTo>
                  <a:cubicBezTo>
                    <a:pt x="20" y="422"/>
                    <a:pt x="20" y="422"/>
                    <a:pt x="21" y="422"/>
                  </a:cubicBezTo>
                  <a:cubicBezTo>
                    <a:pt x="21" y="422"/>
                    <a:pt x="21" y="422"/>
                    <a:pt x="21" y="422"/>
                  </a:cubicBezTo>
                  <a:cubicBezTo>
                    <a:pt x="22" y="423"/>
                    <a:pt x="22" y="423"/>
                    <a:pt x="22" y="424"/>
                  </a:cubicBezTo>
                  <a:cubicBezTo>
                    <a:pt x="22" y="424"/>
                    <a:pt x="23" y="423"/>
                    <a:pt x="24" y="423"/>
                  </a:cubicBezTo>
                  <a:cubicBezTo>
                    <a:pt x="25" y="423"/>
                    <a:pt x="24" y="425"/>
                    <a:pt x="26" y="425"/>
                  </a:cubicBezTo>
                  <a:cubicBezTo>
                    <a:pt x="26" y="425"/>
                    <a:pt x="26" y="425"/>
                    <a:pt x="26" y="425"/>
                  </a:cubicBezTo>
                  <a:cubicBezTo>
                    <a:pt x="27" y="422"/>
                    <a:pt x="30" y="417"/>
                    <a:pt x="26" y="418"/>
                  </a:cubicBezTo>
                  <a:cubicBezTo>
                    <a:pt x="29" y="416"/>
                    <a:pt x="25" y="414"/>
                    <a:pt x="24" y="414"/>
                  </a:cubicBezTo>
                  <a:cubicBezTo>
                    <a:pt x="23" y="412"/>
                    <a:pt x="25" y="415"/>
                    <a:pt x="25" y="414"/>
                  </a:cubicBezTo>
                  <a:cubicBezTo>
                    <a:pt x="27" y="413"/>
                    <a:pt x="24" y="411"/>
                    <a:pt x="24" y="408"/>
                  </a:cubicBezTo>
                  <a:cubicBezTo>
                    <a:pt x="24" y="408"/>
                    <a:pt x="26" y="406"/>
                    <a:pt x="26" y="406"/>
                  </a:cubicBezTo>
                  <a:cubicBezTo>
                    <a:pt x="27" y="404"/>
                    <a:pt x="24" y="405"/>
                    <a:pt x="27" y="404"/>
                  </a:cubicBezTo>
                  <a:cubicBezTo>
                    <a:pt x="29" y="404"/>
                    <a:pt x="29" y="400"/>
                    <a:pt x="30" y="399"/>
                  </a:cubicBezTo>
                  <a:cubicBezTo>
                    <a:pt x="30" y="399"/>
                    <a:pt x="34" y="398"/>
                    <a:pt x="34" y="396"/>
                  </a:cubicBezTo>
                  <a:cubicBezTo>
                    <a:pt x="30" y="400"/>
                    <a:pt x="28" y="395"/>
                    <a:pt x="29" y="394"/>
                  </a:cubicBezTo>
                  <a:cubicBezTo>
                    <a:pt x="29" y="394"/>
                    <a:pt x="28" y="391"/>
                    <a:pt x="31" y="391"/>
                  </a:cubicBezTo>
                  <a:cubicBezTo>
                    <a:pt x="33" y="390"/>
                    <a:pt x="32" y="391"/>
                    <a:pt x="34" y="389"/>
                  </a:cubicBezTo>
                  <a:cubicBezTo>
                    <a:pt x="35" y="388"/>
                    <a:pt x="34" y="396"/>
                    <a:pt x="35" y="396"/>
                  </a:cubicBezTo>
                  <a:cubicBezTo>
                    <a:pt x="36" y="398"/>
                    <a:pt x="36" y="395"/>
                    <a:pt x="37" y="398"/>
                  </a:cubicBezTo>
                  <a:cubicBezTo>
                    <a:pt x="38" y="404"/>
                    <a:pt x="42" y="414"/>
                    <a:pt x="34" y="417"/>
                  </a:cubicBezTo>
                  <a:cubicBezTo>
                    <a:pt x="32" y="418"/>
                    <a:pt x="31" y="417"/>
                    <a:pt x="30" y="418"/>
                  </a:cubicBezTo>
                  <a:cubicBezTo>
                    <a:pt x="28" y="420"/>
                    <a:pt x="28" y="422"/>
                    <a:pt x="27" y="425"/>
                  </a:cubicBezTo>
                  <a:cubicBezTo>
                    <a:pt x="27" y="425"/>
                    <a:pt x="27" y="425"/>
                    <a:pt x="27" y="425"/>
                  </a:cubicBezTo>
                  <a:cubicBezTo>
                    <a:pt x="28" y="425"/>
                    <a:pt x="27" y="426"/>
                    <a:pt x="28" y="427"/>
                  </a:cubicBezTo>
                  <a:cubicBezTo>
                    <a:pt x="28" y="427"/>
                    <a:pt x="29" y="427"/>
                    <a:pt x="30" y="427"/>
                  </a:cubicBezTo>
                  <a:cubicBezTo>
                    <a:pt x="30" y="426"/>
                    <a:pt x="30" y="426"/>
                    <a:pt x="31" y="426"/>
                  </a:cubicBezTo>
                  <a:cubicBezTo>
                    <a:pt x="31" y="426"/>
                    <a:pt x="31" y="426"/>
                    <a:pt x="31" y="427"/>
                  </a:cubicBezTo>
                  <a:cubicBezTo>
                    <a:pt x="31" y="427"/>
                    <a:pt x="32" y="427"/>
                    <a:pt x="32" y="427"/>
                  </a:cubicBezTo>
                  <a:cubicBezTo>
                    <a:pt x="32" y="428"/>
                    <a:pt x="31" y="430"/>
                    <a:pt x="33" y="429"/>
                  </a:cubicBezTo>
                  <a:cubicBezTo>
                    <a:pt x="33" y="430"/>
                    <a:pt x="33" y="432"/>
                    <a:pt x="33" y="433"/>
                  </a:cubicBezTo>
                  <a:cubicBezTo>
                    <a:pt x="33" y="433"/>
                    <a:pt x="33" y="433"/>
                    <a:pt x="33" y="433"/>
                  </a:cubicBezTo>
                  <a:cubicBezTo>
                    <a:pt x="34" y="433"/>
                    <a:pt x="36" y="432"/>
                    <a:pt x="35" y="432"/>
                  </a:cubicBezTo>
                  <a:cubicBezTo>
                    <a:pt x="36" y="432"/>
                    <a:pt x="35" y="435"/>
                    <a:pt x="34" y="436"/>
                  </a:cubicBezTo>
                  <a:cubicBezTo>
                    <a:pt x="34" y="437"/>
                    <a:pt x="34" y="437"/>
                    <a:pt x="35" y="437"/>
                  </a:cubicBezTo>
                  <a:cubicBezTo>
                    <a:pt x="34" y="437"/>
                    <a:pt x="38" y="431"/>
                    <a:pt x="39" y="435"/>
                  </a:cubicBezTo>
                  <a:cubicBezTo>
                    <a:pt x="39" y="434"/>
                    <a:pt x="39" y="434"/>
                    <a:pt x="39" y="434"/>
                  </a:cubicBezTo>
                  <a:cubicBezTo>
                    <a:pt x="39" y="434"/>
                    <a:pt x="41" y="432"/>
                    <a:pt x="41" y="432"/>
                  </a:cubicBezTo>
                  <a:cubicBezTo>
                    <a:pt x="43" y="433"/>
                    <a:pt x="41" y="437"/>
                    <a:pt x="40" y="439"/>
                  </a:cubicBezTo>
                  <a:cubicBezTo>
                    <a:pt x="42" y="439"/>
                    <a:pt x="43" y="440"/>
                    <a:pt x="42" y="441"/>
                  </a:cubicBezTo>
                  <a:cubicBezTo>
                    <a:pt x="42" y="441"/>
                    <a:pt x="42" y="442"/>
                    <a:pt x="42" y="442"/>
                  </a:cubicBezTo>
                  <a:cubicBezTo>
                    <a:pt x="42" y="442"/>
                    <a:pt x="42" y="443"/>
                    <a:pt x="41" y="443"/>
                  </a:cubicBezTo>
                  <a:cubicBezTo>
                    <a:pt x="41" y="443"/>
                    <a:pt x="40" y="444"/>
                    <a:pt x="40" y="444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5"/>
                    <a:pt x="39" y="447"/>
                    <a:pt x="38" y="448"/>
                  </a:cubicBezTo>
                  <a:cubicBezTo>
                    <a:pt x="38" y="449"/>
                    <a:pt x="38" y="449"/>
                    <a:pt x="38" y="450"/>
                  </a:cubicBezTo>
                  <a:cubicBezTo>
                    <a:pt x="38" y="450"/>
                    <a:pt x="38" y="450"/>
                    <a:pt x="39" y="450"/>
                  </a:cubicBezTo>
                  <a:cubicBezTo>
                    <a:pt x="39" y="449"/>
                    <a:pt x="40" y="448"/>
                    <a:pt x="41" y="447"/>
                  </a:cubicBezTo>
                  <a:cubicBezTo>
                    <a:pt x="41" y="448"/>
                    <a:pt x="40" y="450"/>
                    <a:pt x="39" y="451"/>
                  </a:cubicBezTo>
                  <a:cubicBezTo>
                    <a:pt x="39" y="451"/>
                    <a:pt x="39" y="451"/>
                    <a:pt x="39" y="451"/>
                  </a:cubicBezTo>
                  <a:cubicBezTo>
                    <a:pt x="39" y="451"/>
                    <a:pt x="40" y="451"/>
                    <a:pt x="40" y="451"/>
                  </a:cubicBezTo>
                  <a:cubicBezTo>
                    <a:pt x="40" y="451"/>
                    <a:pt x="39" y="452"/>
                    <a:pt x="39" y="451"/>
                  </a:cubicBezTo>
                  <a:cubicBezTo>
                    <a:pt x="38" y="453"/>
                    <a:pt x="35" y="455"/>
                    <a:pt x="35" y="457"/>
                  </a:cubicBezTo>
                  <a:cubicBezTo>
                    <a:pt x="35" y="456"/>
                    <a:pt x="35" y="456"/>
                    <a:pt x="35" y="456"/>
                  </a:cubicBezTo>
                  <a:cubicBezTo>
                    <a:pt x="36" y="456"/>
                    <a:pt x="36" y="458"/>
                    <a:pt x="36" y="459"/>
                  </a:cubicBezTo>
                  <a:cubicBezTo>
                    <a:pt x="36" y="459"/>
                    <a:pt x="37" y="459"/>
                    <a:pt x="37" y="460"/>
                  </a:cubicBezTo>
                  <a:cubicBezTo>
                    <a:pt x="37" y="461"/>
                    <a:pt x="35" y="463"/>
                    <a:pt x="34" y="463"/>
                  </a:cubicBezTo>
                  <a:cubicBezTo>
                    <a:pt x="34" y="463"/>
                    <a:pt x="34" y="462"/>
                    <a:pt x="34" y="462"/>
                  </a:cubicBezTo>
                  <a:cubicBezTo>
                    <a:pt x="34" y="462"/>
                    <a:pt x="34" y="462"/>
                    <a:pt x="34" y="462"/>
                  </a:cubicBezTo>
                  <a:cubicBezTo>
                    <a:pt x="34" y="462"/>
                    <a:pt x="33" y="463"/>
                    <a:pt x="33" y="463"/>
                  </a:cubicBezTo>
                  <a:cubicBezTo>
                    <a:pt x="31" y="462"/>
                    <a:pt x="33" y="461"/>
                    <a:pt x="34" y="461"/>
                  </a:cubicBezTo>
                  <a:cubicBezTo>
                    <a:pt x="34" y="461"/>
                    <a:pt x="34" y="460"/>
                    <a:pt x="33" y="460"/>
                  </a:cubicBezTo>
                  <a:cubicBezTo>
                    <a:pt x="33" y="460"/>
                    <a:pt x="33" y="460"/>
                    <a:pt x="33" y="461"/>
                  </a:cubicBezTo>
                  <a:cubicBezTo>
                    <a:pt x="32" y="462"/>
                    <a:pt x="31" y="461"/>
                    <a:pt x="32" y="460"/>
                  </a:cubicBezTo>
                  <a:cubicBezTo>
                    <a:pt x="29" y="460"/>
                    <a:pt x="23" y="461"/>
                    <a:pt x="24" y="461"/>
                  </a:cubicBezTo>
                  <a:cubicBezTo>
                    <a:pt x="23" y="461"/>
                    <a:pt x="21" y="469"/>
                    <a:pt x="21" y="464"/>
                  </a:cubicBezTo>
                  <a:cubicBezTo>
                    <a:pt x="21" y="464"/>
                    <a:pt x="21" y="465"/>
                    <a:pt x="20" y="465"/>
                  </a:cubicBezTo>
                  <a:cubicBezTo>
                    <a:pt x="20" y="465"/>
                    <a:pt x="20" y="465"/>
                    <a:pt x="20" y="465"/>
                  </a:cubicBezTo>
                  <a:cubicBezTo>
                    <a:pt x="20" y="465"/>
                    <a:pt x="20" y="466"/>
                    <a:pt x="19" y="465"/>
                  </a:cubicBezTo>
                  <a:cubicBezTo>
                    <a:pt x="19" y="465"/>
                    <a:pt x="19" y="466"/>
                    <a:pt x="19" y="466"/>
                  </a:cubicBezTo>
                  <a:cubicBezTo>
                    <a:pt x="19" y="467"/>
                    <a:pt x="18" y="465"/>
                    <a:pt x="18" y="465"/>
                  </a:cubicBezTo>
                  <a:cubicBezTo>
                    <a:pt x="17" y="464"/>
                    <a:pt x="17" y="464"/>
                    <a:pt x="16" y="464"/>
                  </a:cubicBezTo>
                  <a:cubicBezTo>
                    <a:pt x="16" y="464"/>
                    <a:pt x="16" y="463"/>
                    <a:pt x="16" y="463"/>
                  </a:cubicBezTo>
                  <a:cubicBezTo>
                    <a:pt x="17" y="466"/>
                    <a:pt x="17" y="468"/>
                    <a:pt x="18" y="470"/>
                  </a:cubicBezTo>
                  <a:cubicBezTo>
                    <a:pt x="18" y="471"/>
                    <a:pt x="19" y="471"/>
                    <a:pt x="18" y="471"/>
                  </a:cubicBezTo>
                  <a:cubicBezTo>
                    <a:pt x="18" y="472"/>
                    <a:pt x="19" y="472"/>
                    <a:pt x="19" y="472"/>
                  </a:cubicBezTo>
                  <a:cubicBezTo>
                    <a:pt x="19" y="472"/>
                    <a:pt x="19" y="472"/>
                    <a:pt x="19" y="471"/>
                  </a:cubicBezTo>
                  <a:cubicBezTo>
                    <a:pt x="20" y="470"/>
                    <a:pt x="21" y="470"/>
                    <a:pt x="22" y="469"/>
                  </a:cubicBezTo>
                  <a:cubicBezTo>
                    <a:pt x="21" y="468"/>
                    <a:pt x="22" y="466"/>
                    <a:pt x="23" y="467"/>
                  </a:cubicBezTo>
                  <a:cubicBezTo>
                    <a:pt x="24" y="467"/>
                    <a:pt x="24" y="468"/>
                    <a:pt x="23" y="469"/>
                  </a:cubicBezTo>
                  <a:cubicBezTo>
                    <a:pt x="23" y="469"/>
                    <a:pt x="23" y="469"/>
                    <a:pt x="24" y="469"/>
                  </a:cubicBezTo>
                  <a:cubicBezTo>
                    <a:pt x="24" y="469"/>
                    <a:pt x="24" y="469"/>
                    <a:pt x="24" y="469"/>
                  </a:cubicBezTo>
                  <a:cubicBezTo>
                    <a:pt x="26" y="468"/>
                    <a:pt x="28" y="469"/>
                    <a:pt x="29" y="470"/>
                  </a:cubicBezTo>
                  <a:cubicBezTo>
                    <a:pt x="29" y="470"/>
                    <a:pt x="30" y="470"/>
                    <a:pt x="30" y="470"/>
                  </a:cubicBezTo>
                  <a:cubicBezTo>
                    <a:pt x="30" y="470"/>
                    <a:pt x="30" y="470"/>
                    <a:pt x="30" y="470"/>
                  </a:cubicBezTo>
                  <a:cubicBezTo>
                    <a:pt x="30" y="470"/>
                    <a:pt x="31" y="471"/>
                    <a:pt x="30" y="471"/>
                  </a:cubicBezTo>
                  <a:cubicBezTo>
                    <a:pt x="32" y="472"/>
                    <a:pt x="33" y="475"/>
                    <a:pt x="33" y="477"/>
                  </a:cubicBezTo>
                  <a:cubicBezTo>
                    <a:pt x="33" y="477"/>
                    <a:pt x="32" y="480"/>
                    <a:pt x="31" y="480"/>
                  </a:cubicBezTo>
                  <a:cubicBezTo>
                    <a:pt x="31" y="480"/>
                    <a:pt x="30" y="479"/>
                    <a:pt x="30" y="480"/>
                  </a:cubicBezTo>
                  <a:cubicBezTo>
                    <a:pt x="30" y="480"/>
                    <a:pt x="30" y="480"/>
                    <a:pt x="30" y="480"/>
                  </a:cubicBezTo>
                  <a:cubicBezTo>
                    <a:pt x="29" y="480"/>
                    <a:pt x="29" y="481"/>
                    <a:pt x="29" y="481"/>
                  </a:cubicBezTo>
                  <a:cubicBezTo>
                    <a:pt x="29" y="481"/>
                    <a:pt x="30" y="481"/>
                    <a:pt x="30" y="482"/>
                  </a:cubicBezTo>
                  <a:cubicBezTo>
                    <a:pt x="30" y="482"/>
                    <a:pt x="29" y="483"/>
                    <a:pt x="28" y="482"/>
                  </a:cubicBezTo>
                  <a:cubicBezTo>
                    <a:pt x="28" y="482"/>
                    <a:pt x="28" y="482"/>
                    <a:pt x="28" y="482"/>
                  </a:cubicBezTo>
                  <a:cubicBezTo>
                    <a:pt x="28" y="483"/>
                    <a:pt x="28" y="484"/>
                    <a:pt x="28" y="485"/>
                  </a:cubicBezTo>
                  <a:cubicBezTo>
                    <a:pt x="29" y="485"/>
                    <a:pt x="31" y="483"/>
                    <a:pt x="32" y="485"/>
                  </a:cubicBezTo>
                  <a:cubicBezTo>
                    <a:pt x="29" y="485"/>
                    <a:pt x="31" y="486"/>
                    <a:pt x="31" y="489"/>
                  </a:cubicBezTo>
                  <a:cubicBezTo>
                    <a:pt x="31" y="493"/>
                    <a:pt x="30" y="491"/>
                    <a:pt x="32" y="488"/>
                  </a:cubicBezTo>
                  <a:cubicBezTo>
                    <a:pt x="33" y="487"/>
                    <a:pt x="33" y="489"/>
                    <a:pt x="35" y="487"/>
                  </a:cubicBezTo>
                  <a:cubicBezTo>
                    <a:pt x="35" y="486"/>
                    <a:pt x="35" y="484"/>
                    <a:pt x="35" y="482"/>
                  </a:cubicBezTo>
                  <a:cubicBezTo>
                    <a:pt x="35" y="482"/>
                    <a:pt x="35" y="482"/>
                    <a:pt x="35" y="482"/>
                  </a:cubicBezTo>
                  <a:cubicBezTo>
                    <a:pt x="35" y="481"/>
                    <a:pt x="35" y="481"/>
                    <a:pt x="35" y="480"/>
                  </a:cubicBezTo>
                  <a:cubicBezTo>
                    <a:pt x="35" y="482"/>
                    <a:pt x="31" y="480"/>
                    <a:pt x="33" y="479"/>
                  </a:cubicBezTo>
                  <a:cubicBezTo>
                    <a:pt x="33" y="479"/>
                    <a:pt x="33" y="479"/>
                    <a:pt x="34" y="478"/>
                  </a:cubicBezTo>
                  <a:cubicBezTo>
                    <a:pt x="34" y="477"/>
                    <a:pt x="35" y="474"/>
                    <a:pt x="36" y="473"/>
                  </a:cubicBezTo>
                  <a:cubicBezTo>
                    <a:pt x="36" y="470"/>
                    <a:pt x="37" y="470"/>
                    <a:pt x="36" y="473"/>
                  </a:cubicBezTo>
                  <a:cubicBezTo>
                    <a:pt x="36" y="475"/>
                    <a:pt x="36" y="477"/>
                    <a:pt x="35" y="478"/>
                  </a:cubicBezTo>
                  <a:cubicBezTo>
                    <a:pt x="37" y="477"/>
                    <a:pt x="35" y="476"/>
                    <a:pt x="36" y="475"/>
                  </a:cubicBezTo>
                  <a:cubicBezTo>
                    <a:pt x="36" y="474"/>
                    <a:pt x="38" y="473"/>
                    <a:pt x="39" y="472"/>
                  </a:cubicBezTo>
                  <a:cubicBezTo>
                    <a:pt x="39" y="472"/>
                    <a:pt x="39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39" y="469"/>
                    <a:pt x="43" y="469"/>
                    <a:pt x="42" y="470"/>
                  </a:cubicBezTo>
                  <a:cubicBezTo>
                    <a:pt x="43" y="470"/>
                    <a:pt x="43" y="470"/>
                    <a:pt x="43" y="470"/>
                  </a:cubicBezTo>
                  <a:cubicBezTo>
                    <a:pt x="43" y="470"/>
                    <a:pt x="44" y="470"/>
                    <a:pt x="44" y="471"/>
                  </a:cubicBezTo>
                  <a:cubicBezTo>
                    <a:pt x="44" y="471"/>
                    <a:pt x="44" y="471"/>
                    <a:pt x="44" y="471"/>
                  </a:cubicBezTo>
                  <a:cubicBezTo>
                    <a:pt x="44" y="471"/>
                    <a:pt x="45" y="473"/>
                    <a:pt x="46" y="474"/>
                  </a:cubicBezTo>
                  <a:cubicBezTo>
                    <a:pt x="46" y="474"/>
                    <a:pt x="47" y="474"/>
                    <a:pt x="47" y="474"/>
                  </a:cubicBezTo>
                  <a:cubicBezTo>
                    <a:pt x="47" y="474"/>
                    <a:pt x="47" y="475"/>
                    <a:pt x="47" y="475"/>
                  </a:cubicBezTo>
                  <a:cubicBezTo>
                    <a:pt x="47" y="475"/>
                    <a:pt x="48" y="475"/>
                    <a:pt x="48" y="474"/>
                  </a:cubicBezTo>
                  <a:cubicBezTo>
                    <a:pt x="48" y="474"/>
                    <a:pt x="48" y="473"/>
                    <a:pt x="48" y="473"/>
                  </a:cubicBezTo>
                  <a:cubicBezTo>
                    <a:pt x="49" y="473"/>
                    <a:pt x="56" y="472"/>
                    <a:pt x="53" y="470"/>
                  </a:cubicBezTo>
                  <a:cubicBezTo>
                    <a:pt x="52" y="470"/>
                    <a:pt x="52" y="471"/>
                    <a:pt x="52" y="471"/>
                  </a:cubicBezTo>
                  <a:cubicBezTo>
                    <a:pt x="52" y="471"/>
                    <a:pt x="52" y="470"/>
                    <a:pt x="51" y="470"/>
                  </a:cubicBezTo>
                  <a:cubicBezTo>
                    <a:pt x="50" y="470"/>
                    <a:pt x="49" y="472"/>
                    <a:pt x="48" y="472"/>
                  </a:cubicBezTo>
                  <a:cubicBezTo>
                    <a:pt x="50" y="471"/>
                    <a:pt x="48" y="468"/>
                    <a:pt x="49" y="467"/>
                  </a:cubicBezTo>
                  <a:cubicBezTo>
                    <a:pt x="51" y="467"/>
                    <a:pt x="53" y="470"/>
                    <a:pt x="55" y="470"/>
                  </a:cubicBezTo>
                  <a:cubicBezTo>
                    <a:pt x="58" y="469"/>
                    <a:pt x="59" y="467"/>
                    <a:pt x="60" y="465"/>
                  </a:cubicBezTo>
                  <a:cubicBezTo>
                    <a:pt x="59" y="466"/>
                    <a:pt x="57" y="466"/>
                    <a:pt x="56" y="465"/>
                  </a:cubicBezTo>
                  <a:cubicBezTo>
                    <a:pt x="55" y="466"/>
                    <a:pt x="54" y="467"/>
                    <a:pt x="53" y="465"/>
                  </a:cubicBezTo>
                  <a:cubicBezTo>
                    <a:pt x="52" y="463"/>
                    <a:pt x="48" y="460"/>
                    <a:pt x="50" y="458"/>
                  </a:cubicBezTo>
                  <a:cubicBezTo>
                    <a:pt x="53" y="455"/>
                    <a:pt x="58" y="451"/>
                    <a:pt x="59" y="445"/>
                  </a:cubicBezTo>
                  <a:cubicBezTo>
                    <a:pt x="55" y="450"/>
                    <a:pt x="54" y="444"/>
                    <a:pt x="59" y="443"/>
                  </a:cubicBezTo>
                  <a:cubicBezTo>
                    <a:pt x="58" y="445"/>
                    <a:pt x="60" y="444"/>
                    <a:pt x="61" y="445"/>
                  </a:cubicBezTo>
                  <a:cubicBezTo>
                    <a:pt x="61" y="445"/>
                    <a:pt x="61" y="446"/>
                    <a:pt x="61" y="446"/>
                  </a:cubicBezTo>
                  <a:cubicBezTo>
                    <a:pt x="61" y="446"/>
                    <a:pt x="61" y="446"/>
                    <a:pt x="61" y="446"/>
                  </a:cubicBezTo>
                  <a:cubicBezTo>
                    <a:pt x="63" y="446"/>
                    <a:pt x="60" y="450"/>
                    <a:pt x="60" y="447"/>
                  </a:cubicBezTo>
                  <a:cubicBezTo>
                    <a:pt x="60" y="447"/>
                    <a:pt x="60" y="447"/>
                    <a:pt x="60" y="447"/>
                  </a:cubicBezTo>
                  <a:cubicBezTo>
                    <a:pt x="60" y="448"/>
                    <a:pt x="59" y="448"/>
                    <a:pt x="59" y="449"/>
                  </a:cubicBezTo>
                  <a:cubicBezTo>
                    <a:pt x="59" y="452"/>
                    <a:pt x="59" y="456"/>
                    <a:pt x="60" y="459"/>
                  </a:cubicBezTo>
                  <a:cubicBezTo>
                    <a:pt x="61" y="459"/>
                    <a:pt x="61" y="459"/>
                    <a:pt x="62" y="460"/>
                  </a:cubicBezTo>
                  <a:cubicBezTo>
                    <a:pt x="62" y="460"/>
                    <a:pt x="62" y="460"/>
                    <a:pt x="62" y="461"/>
                  </a:cubicBezTo>
                  <a:cubicBezTo>
                    <a:pt x="63" y="462"/>
                    <a:pt x="64" y="461"/>
                    <a:pt x="66" y="457"/>
                  </a:cubicBezTo>
                  <a:cubicBezTo>
                    <a:pt x="67" y="464"/>
                    <a:pt x="71" y="455"/>
                    <a:pt x="70" y="453"/>
                  </a:cubicBezTo>
                  <a:cubicBezTo>
                    <a:pt x="70" y="453"/>
                    <a:pt x="68" y="453"/>
                    <a:pt x="68" y="452"/>
                  </a:cubicBezTo>
                  <a:cubicBezTo>
                    <a:pt x="67" y="452"/>
                    <a:pt x="68" y="449"/>
                    <a:pt x="68" y="447"/>
                  </a:cubicBezTo>
                  <a:cubicBezTo>
                    <a:pt x="69" y="446"/>
                    <a:pt x="73" y="440"/>
                    <a:pt x="72" y="445"/>
                  </a:cubicBezTo>
                  <a:cubicBezTo>
                    <a:pt x="71" y="446"/>
                    <a:pt x="71" y="448"/>
                    <a:pt x="71" y="449"/>
                  </a:cubicBezTo>
                  <a:cubicBezTo>
                    <a:pt x="72" y="449"/>
                    <a:pt x="72" y="449"/>
                    <a:pt x="71" y="449"/>
                  </a:cubicBezTo>
                  <a:cubicBezTo>
                    <a:pt x="71" y="449"/>
                    <a:pt x="71" y="449"/>
                    <a:pt x="71" y="449"/>
                  </a:cubicBezTo>
                  <a:cubicBezTo>
                    <a:pt x="71" y="450"/>
                    <a:pt x="71" y="452"/>
                    <a:pt x="71" y="453"/>
                  </a:cubicBezTo>
                  <a:cubicBezTo>
                    <a:pt x="71" y="455"/>
                    <a:pt x="70" y="457"/>
                    <a:pt x="70" y="458"/>
                  </a:cubicBezTo>
                  <a:cubicBezTo>
                    <a:pt x="70" y="458"/>
                    <a:pt x="70" y="458"/>
                    <a:pt x="71" y="459"/>
                  </a:cubicBezTo>
                  <a:cubicBezTo>
                    <a:pt x="71" y="459"/>
                    <a:pt x="72" y="459"/>
                    <a:pt x="72" y="460"/>
                  </a:cubicBezTo>
                  <a:cubicBezTo>
                    <a:pt x="71" y="460"/>
                    <a:pt x="71" y="460"/>
                    <a:pt x="71" y="460"/>
                  </a:cubicBezTo>
                  <a:cubicBezTo>
                    <a:pt x="71" y="461"/>
                    <a:pt x="72" y="461"/>
                    <a:pt x="72" y="461"/>
                  </a:cubicBezTo>
                  <a:cubicBezTo>
                    <a:pt x="74" y="461"/>
                    <a:pt x="74" y="453"/>
                    <a:pt x="73" y="450"/>
                  </a:cubicBezTo>
                  <a:cubicBezTo>
                    <a:pt x="73" y="450"/>
                    <a:pt x="73" y="451"/>
                    <a:pt x="73" y="450"/>
                  </a:cubicBezTo>
                  <a:cubicBezTo>
                    <a:pt x="72" y="450"/>
                    <a:pt x="73" y="449"/>
                    <a:pt x="73" y="449"/>
                  </a:cubicBezTo>
                  <a:cubicBezTo>
                    <a:pt x="73" y="449"/>
                    <a:pt x="73" y="449"/>
                    <a:pt x="73" y="449"/>
                  </a:cubicBezTo>
                  <a:cubicBezTo>
                    <a:pt x="73" y="449"/>
                    <a:pt x="74" y="448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5"/>
                    <a:pt x="74" y="442"/>
                    <a:pt x="75" y="442"/>
                  </a:cubicBezTo>
                  <a:cubicBezTo>
                    <a:pt x="78" y="440"/>
                    <a:pt x="73" y="455"/>
                    <a:pt x="78" y="450"/>
                  </a:cubicBezTo>
                  <a:cubicBezTo>
                    <a:pt x="79" y="450"/>
                    <a:pt x="83" y="445"/>
                    <a:pt x="83" y="445"/>
                  </a:cubicBezTo>
                  <a:cubicBezTo>
                    <a:pt x="82" y="444"/>
                    <a:pt x="81" y="445"/>
                    <a:pt x="80" y="445"/>
                  </a:cubicBezTo>
                  <a:cubicBezTo>
                    <a:pt x="78" y="444"/>
                    <a:pt x="79" y="441"/>
                    <a:pt x="80" y="441"/>
                  </a:cubicBezTo>
                  <a:cubicBezTo>
                    <a:pt x="82" y="440"/>
                    <a:pt x="82" y="442"/>
                    <a:pt x="83" y="442"/>
                  </a:cubicBezTo>
                  <a:cubicBezTo>
                    <a:pt x="85" y="441"/>
                    <a:pt x="85" y="439"/>
                    <a:pt x="86" y="437"/>
                  </a:cubicBezTo>
                  <a:cubicBezTo>
                    <a:pt x="86" y="438"/>
                    <a:pt x="85" y="438"/>
                    <a:pt x="85" y="438"/>
                  </a:cubicBezTo>
                  <a:cubicBezTo>
                    <a:pt x="85" y="437"/>
                    <a:pt x="86" y="437"/>
                    <a:pt x="86" y="437"/>
                  </a:cubicBezTo>
                  <a:cubicBezTo>
                    <a:pt x="86" y="435"/>
                    <a:pt x="87" y="434"/>
                    <a:pt x="88" y="432"/>
                  </a:cubicBezTo>
                  <a:cubicBezTo>
                    <a:pt x="90" y="430"/>
                    <a:pt x="91" y="426"/>
                    <a:pt x="91" y="426"/>
                  </a:cubicBezTo>
                  <a:cubicBezTo>
                    <a:pt x="91" y="426"/>
                    <a:pt x="93" y="428"/>
                    <a:pt x="95" y="428"/>
                  </a:cubicBezTo>
                  <a:cubicBezTo>
                    <a:pt x="97" y="428"/>
                    <a:pt x="96" y="426"/>
                    <a:pt x="97" y="428"/>
                  </a:cubicBezTo>
                  <a:cubicBezTo>
                    <a:pt x="97" y="430"/>
                    <a:pt x="98" y="428"/>
                    <a:pt x="98" y="430"/>
                  </a:cubicBezTo>
                  <a:cubicBezTo>
                    <a:pt x="98" y="432"/>
                    <a:pt x="95" y="437"/>
                    <a:pt x="92" y="435"/>
                  </a:cubicBezTo>
                  <a:cubicBezTo>
                    <a:pt x="91" y="435"/>
                    <a:pt x="91" y="433"/>
                    <a:pt x="89" y="435"/>
                  </a:cubicBezTo>
                  <a:cubicBezTo>
                    <a:pt x="89" y="436"/>
                    <a:pt x="90" y="437"/>
                    <a:pt x="89" y="439"/>
                  </a:cubicBezTo>
                  <a:cubicBezTo>
                    <a:pt x="88" y="441"/>
                    <a:pt x="84" y="445"/>
                    <a:pt x="83" y="448"/>
                  </a:cubicBezTo>
                  <a:cubicBezTo>
                    <a:pt x="82" y="450"/>
                    <a:pt x="83" y="453"/>
                    <a:pt x="81" y="456"/>
                  </a:cubicBezTo>
                  <a:cubicBezTo>
                    <a:pt x="80" y="458"/>
                    <a:pt x="75" y="461"/>
                    <a:pt x="75" y="463"/>
                  </a:cubicBezTo>
                  <a:cubicBezTo>
                    <a:pt x="75" y="463"/>
                    <a:pt x="76" y="464"/>
                    <a:pt x="76" y="464"/>
                  </a:cubicBezTo>
                  <a:cubicBezTo>
                    <a:pt x="77" y="464"/>
                    <a:pt x="77" y="464"/>
                    <a:pt x="77" y="464"/>
                  </a:cubicBezTo>
                  <a:cubicBezTo>
                    <a:pt x="77" y="465"/>
                    <a:pt x="77" y="465"/>
                    <a:pt x="77" y="465"/>
                  </a:cubicBezTo>
                  <a:cubicBezTo>
                    <a:pt x="79" y="466"/>
                    <a:pt x="83" y="467"/>
                    <a:pt x="86" y="467"/>
                  </a:cubicBezTo>
                  <a:cubicBezTo>
                    <a:pt x="86" y="467"/>
                    <a:pt x="86" y="466"/>
                    <a:pt x="86" y="466"/>
                  </a:cubicBezTo>
                  <a:cubicBezTo>
                    <a:pt x="86" y="465"/>
                    <a:pt x="86" y="465"/>
                    <a:pt x="86" y="464"/>
                  </a:cubicBezTo>
                  <a:cubicBezTo>
                    <a:pt x="87" y="460"/>
                    <a:pt x="94" y="456"/>
                    <a:pt x="98" y="458"/>
                  </a:cubicBezTo>
                  <a:cubicBezTo>
                    <a:pt x="98" y="458"/>
                    <a:pt x="98" y="459"/>
                    <a:pt x="99" y="459"/>
                  </a:cubicBezTo>
                  <a:cubicBezTo>
                    <a:pt x="99" y="459"/>
                    <a:pt x="99" y="459"/>
                    <a:pt x="99" y="459"/>
                  </a:cubicBezTo>
                  <a:cubicBezTo>
                    <a:pt x="100" y="458"/>
                    <a:pt x="99" y="459"/>
                    <a:pt x="99" y="459"/>
                  </a:cubicBezTo>
                  <a:cubicBezTo>
                    <a:pt x="99" y="459"/>
                    <a:pt x="99" y="459"/>
                    <a:pt x="99" y="460"/>
                  </a:cubicBezTo>
                  <a:cubicBezTo>
                    <a:pt x="100" y="459"/>
                    <a:pt x="101" y="459"/>
                    <a:pt x="101" y="458"/>
                  </a:cubicBezTo>
                  <a:cubicBezTo>
                    <a:pt x="103" y="459"/>
                    <a:pt x="103" y="456"/>
                    <a:pt x="105" y="456"/>
                  </a:cubicBezTo>
                  <a:cubicBezTo>
                    <a:pt x="106" y="455"/>
                    <a:pt x="108" y="458"/>
                    <a:pt x="108" y="455"/>
                  </a:cubicBezTo>
                  <a:cubicBezTo>
                    <a:pt x="108" y="460"/>
                    <a:pt x="116" y="452"/>
                    <a:pt x="116" y="451"/>
                  </a:cubicBezTo>
                  <a:cubicBezTo>
                    <a:pt x="116" y="451"/>
                    <a:pt x="110" y="450"/>
                    <a:pt x="110" y="450"/>
                  </a:cubicBezTo>
                  <a:cubicBezTo>
                    <a:pt x="110" y="450"/>
                    <a:pt x="110" y="450"/>
                    <a:pt x="110" y="450"/>
                  </a:cubicBezTo>
                  <a:cubicBezTo>
                    <a:pt x="110" y="451"/>
                    <a:pt x="110" y="451"/>
                    <a:pt x="110" y="451"/>
                  </a:cubicBezTo>
                  <a:cubicBezTo>
                    <a:pt x="109" y="451"/>
                    <a:pt x="109" y="452"/>
                    <a:pt x="108" y="451"/>
                  </a:cubicBezTo>
                  <a:cubicBezTo>
                    <a:pt x="107" y="450"/>
                    <a:pt x="109" y="450"/>
                    <a:pt x="110" y="449"/>
                  </a:cubicBezTo>
                  <a:cubicBezTo>
                    <a:pt x="110" y="449"/>
                    <a:pt x="110" y="449"/>
                    <a:pt x="109" y="449"/>
                  </a:cubicBezTo>
                  <a:cubicBezTo>
                    <a:pt x="109" y="449"/>
                    <a:pt x="108" y="448"/>
                    <a:pt x="108" y="447"/>
                  </a:cubicBezTo>
                  <a:cubicBezTo>
                    <a:pt x="108" y="447"/>
                    <a:pt x="108" y="446"/>
                    <a:pt x="108" y="446"/>
                  </a:cubicBezTo>
                  <a:cubicBezTo>
                    <a:pt x="108" y="446"/>
                    <a:pt x="108" y="445"/>
                    <a:pt x="108" y="444"/>
                  </a:cubicBezTo>
                  <a:cubicBezTo>
                    <a:pt x="108" y="444"/>
                    <a:pt x="110" y="441"/>
                    <a:pt x="111" y="441"/>
                  </a:cubicBezTo>
                  <a:cubicBezTo>
                    <a:pt x="112" y="440"/>
                    <a:pt x="114" y="435"/>
                    <a:pt x="115" y="436"/>
                  </a:cubicBezTo>
                  <a:cubicBezTo>
                    <a:pt x="116" y="436"/>
                    <a:pt x="114" y="438"/>
                    <a:pt x="115" y="439"/>
                  </a:cubicBezTo>
                  <a:cubicBezTo>
                    <a:pt x="115" y="440"/>
                    <a:pt x="117" y="439"/>
                    <a:pt x="118" y="439"/>
                  </a:cubicBezTo>
                  <a:cubicBezTo>
                    <a:pt x="119" y="439"/>
                    <a:pt x="118" y="441"/>
                    <a:pt x="119" y="442"/>
                  </a:cubicBezTo>
                  <a:cubicBezTo>
                    <a:pt x="119" y="441"/>
                    <a:pt x="121" y="440"/>
                    <a:pt x="122" y="442"/>
                  </a:cubicBezTo>
                  <a:cubicBezTo>
                    <a:pt x="122" y="444"/>
                    <a:pt x="120" y="443"/>
                    <a:pt x="120" y="444"/>
                  </a:cubicBezTo>
                  <a:cubicBezTo>
                    <a:pt x="119" y="444"/>
                    <a:pt x="120" y="445"/>
                    <a:pt x="120" y="445"/>
                  </a:cubicBezTo>
                  <a:cubicBezTo>
                    <a:pt x="121" y="446"/>
                    <a:pt x="119" y="447"/>
                    <a:pt x="118" y="448"/>
                  </a:cubicBezTo>
                  <a:cubicBezTo>
                    <a:pt x="118" y="449"/>
                    <a:pt x="119" y="450"/>
                    <a:pt x="119" y="450"/>
                  </a:cubicBezTo>
                  <a:cubicBezTo>
                    <a:pt x="117" y="453"/>
                    <a:pt x="112" y="455"/>
                    <a:pt x="113" y="460"/>
                  </a:cubicBezTo>
                  <a:cubicBezTo>
                    <a:pt x="113" y="461"/>
                    <a:pt x="114" y="460"/>
                    <a:pt x="115" y="460"/>
                  </a:cubicBezTo>
                  <a:cubicBezTo>
                    <a:pt x="114" y="463"/>
                    <a:pt x="112" y="471"/>
                    <a:pt x="107" y="472"/>
                  </a:cubicBezTo>
                  <a:cubicBezTo>
                    <a:pt x="106" y="472"/>
                    <a:pt x="104" y="471"/>
                    <a:pt x="103" y="471"/>
                  </a:cubicBezTo>
                  <a:cubicBezTo>
                    <a:pt x="102" y="471"/>
                    <a:pt x="102" y="470"/>
                    <a:pt x="101" y="469"/>
                  </a:cubicBezTo>
                  <a:cubicBezTo>
                    <a:pt x="101" y="469"/>
                    <a:pt x="100" y="469"/>
                    <a:pt x="100" y="468"/>
                  </a:cubicBezTo>
                  <a:cubicBezTo>
                    <a:pt x="100" y="468"/>
                    <a:pt x="100" y="468"/>
                    <a:pt x="100" y="468"/>
                  </a:cubicBezTo>
                  <a:cubicBezTo>
                    <a:pt x="100" y="468"/>
                    <a:pt x="100" y="467"/>
                    <a:pt x="99" y="467"/>
                  </a:cubicBezTo>
                  <a:cubicBezTo>
                    <a:pt x="98" y="468"/>
                    <a:pt x="96" y="470"/>
                    <a:pt x="95" y="470"/>
                  </a:cubicBezTo>
                  <a:cubicBezTo>
                    <a:pt x="96" y="472"/>
                    <a:pt x="98" y="470"/>
                    <a:pt x="99" y="470"/>
                  </a:cubicBezTo>
                  <a:cubicBezTo>
                    <a:pt x="98" y="471"/>
                    <a:pt x="98" y="471"/>
                    <a:pt x="98" y="472"/>
                  </a:cubicBezTo>
                  <a:cubicBezTo>
                    <a:pt x="99" y="472"/>
                    <a:pt x="100" y="472"/>
                    <a:pt x="100" y="472"/>
                  </a:cubicBezTo>
                  <a:cubicBezTo>
                    <a:pt x="101" y="473"/>
                    <a:pt x="99" y="473"/>
                    <a:pt x="99" y="473"/>
                  </a:cubicBezTo>
                  <a:cubicBezTo>
                    <a:pt x="98" y="475"/>
                    <a:pt x="100" y="474"/>
                    <a:pt x="99" y="476"/>
                  </a:cubicBezTo>
                  <a:cubicBezTo>
                    <a:pt x="98" y="478"/>
                    <a:pt x="95" y="477"/>
                    <a:pt x="94" y="478"/>
                  </a:cubicBezTo>
                  <a:cubicBezTo>
                    <a:pt x="94" y="478"/>
                    <a:pt x="94" y="478"/>
                    <a:pt x="94" y="479"/>
                  </a:cubicBezTo>
                  <a:cubicBezTo>
                    <a:pt x="95" y="479"/>
                    <a:pt x="95" y="479"/>
                    <a:pt x="96" y="479"/>
                  </a:cubicBezTo>
                  <a:cubicBezTo>
                    <a:pt x="96" y="480"/>
                    <a:pt x="94" y="481"/>
                    <a:pt x="95" y="483"/>
                  </a:cubicBezTo>
                  <a:cubicBezTo>
                    <a:pt x="95" y="483"/>
                    <a:pt x="96" y="483"/>
                    <a:pt x="96" y="483"/>
                  </a:cubicBezTo>
                  <a:cubicBezTo>
                    <a:pt x="96" y="483"/>
                    <a:pt x="97" y="487"/>
                    <a:pt x="97" y="487"/>
                  </a:cubicBezTo>
                  <a:cubicBezTo>
                    <a:pt x="96" y="489"/>
                    <a:pt x="94" y="487"/>
                    <a:pt x="92" y="488"/>
                  </a:cubicBezTo>
                  <a:cubicBezTo>
                    <a:pt x="93" y="488"/>
                    <a:pt x="90" y="490"/>
                    <a:pt x="90" y="490"/>
                  </a:cubicBezTo>
                  <a:cubicBezTo>
                    <a:pt x="90" y="491"/>
                    <a:pt x="91" y="491"/>
                    <a:pt x="91" y="492"/>
                  </a:cubicBezTo>
                  <a:cubicBezTo>
                    <a:pt x="90" y="495"/>
                    <a:pt x="89" y="494"/>
                    <a:pt x="89" y="497"/>
                  </a:cubicBezTo>
                  <a:cubicBezTo>
                    <a:pt x="89" y="498"/>
                    <a:pt x="86" y="502"/>
                    <a:pt x="84" y="502"/>
                  </a:cubicBezTo>
                  <a:cubicBezTo>
                    <a:pt x="80" y="502"/>
                    <a:pt x="82" y="494"/>
                    <a:pt x="76" y="496"/>
                  </a:cubicBezTo>
                  <a:cubicBezTo>
                    <a:pt x="75" y="491"/>
                    <a:pt x="70" y="501"/>
                    <a:pt x="69" y="501"/>
                  </a:cubicBezTo>
                  <a:cubicBezTo>
                    <a:pt x="69" y="501"/>
                    <a:pt x="69" y="501"/>
                    <a:pt x="69" y="501"/>
                  </a:cubicBezTo>
                  <a:cubicBezTo>
                    <a:pt x="69" y="501"/>
                    <a:pt x="69" y="502"/>
                    <a:pt x="68" y="501"/>
                  </a:cubicBezTo>
                  <a:cubicBezTo>
                    <a:pt x="68" y="501"/>
                    <a:pt x="68" y="501"/>
                    <a:pt x="68" y="501"/>
                  </a:cubicBezTo>
                  <a:cubicBezTo>
                    <a:pt x="68" y="500"/>
                    <a:pt x="69" y="500"/>
                    <a:pt x="69" y="501"/>
                  </a:cubicBezTo>
                  <a:cubicBezTo>
                    <a:pt x="69" y="499"/>
                    <a:pt x="73" y="494"/>
                    <a:pt x="68" y="496"/>
                  </a:cubicBezTo>
                  <a:cubicBezTo>
                    <a:pt x="67" y="497"/>
                    <a:pt x="69" y="499"/>
                    <a:pt x="68" y="500"/>
                  </a:cubicBezTo>
                  <a:cubicBezTo>
                    <a:pt x="67" y="501"/>
                    <a:pt x="64" y="500"/>
                    <a:pt x="62" y="500"/>
                  </a:cubicBezTo>
                  <a:cubicBezTo>
                    <a:pt x="62" y="500"/>
                    <a:pt x="61" y="504"/>
                    <a:pt x="61" y="505"/>
                  </a:cubicBezTo>
                  <a:cubicBezTo>
                    <a:pt x="62" y="506"/>
                    <a:pt x="63" y="506"/>
                    <a:pt x="62" y="508"/>
                  </a:cubicBezTo>
                  <a:cubicBezTo>
                    <a:pt x="62" y="508"/>
                    <a:pt x="62" y="507"/>
                    <a:pt x="63" y="507"/>
                  </a:cubicBezTo>
                  <a:cubicBezTo>
                    <a:pt x="62" y="508"/>
                    <a:pt x="62" y="509"/>
                    <a:pt x="65" y="508"/>
                  </a:cubicBezTo>
                  <a:cubicBezTo>
                    <a:pt x="63" y="511"/>
                    <a:pt x="60" y="511"/>
                    <a:pt x="61" y="514"/>
                  </a:cubicBezTo>
                  <a:cubicBezTo>
                    <a:pt x="61" y="514"/>
                    <a:pt x="67" y="516"/>
                    <a:pt x="66" y="517"/>
                  </a:cubicBezTo>
                  <a:cubicBezTo>
                    <a:pt x="70" y="515"/>
                    <a:pt x="64" y="513"/>
                    <a:pt x="65" y="510"/>
                  </a:cubicBezTo>
                  <a:cubicBezTo>
                    <a:pt x="66" y="507"/>
                    <a:pt x="68" y="514"/>
                    <a:pt x="69" y="514"/>
                  </a:cubicBezTo>
                  <a:cubicBezTo>
                    <a:pt x="70" y="515"/>
                    <a:pt x="69" y="514"/>
                    <a:pt x="70" y="514"/>
                  </a:cubicBezTo>
                  <a:cubicBezTo>
                    <a:pt x="72" y="513"/>
                    <a:pt x="73" y="516"/>
                    <a:pt x="74" y="514"/>
                  </a:cubicBezTo>
                  <a:cubicBezTo>
                    <a:pt x="74" y="514"/>
                    <a:pt x="71" y="514"/>
                    <a:pt x="72" y="512"/>
                  </a:cubicBezTo>
                  <a:cubicBezTo>
                    <a:pt x="73" y="511"/>
                    <a:pt x="75" y="513"/>
                    <a:pt x="75" y="513"/>
                  </a:cubicBezTo>
                  <a:cubicBezTo>
                    <a:pt x="76" y="513"/>
                    <a:pt x="77" y="513"/>
                    <a:pt x="78" y="514"/>
                  </a:cubicBezTo>
                  <a:cubicBezTo>
                    <a:pt x="78" y="513"/>
                    <a:pt x="78" y="513"/>
                    <a:pt x="78" y="513"/>
                  </a:cubicBezTo>
                  <a:cubicBezTo>
                    <a:pt x="78" y="513"/>
                    <a:pt x="78" y="514"/>
                    <a:pt x="78" y="515"/>
                  </a:cubicBezTo>
                  <a:cubicBezTo>
                    <a:pt x="78" y="517"/>
                    <a:pt x="78" y="519"/>
                    <a:pt x="78" y="520"/>
                  </a:cubicBezTo>
                  <a:cubicBezTo>
                    <a:pt x="78" y="520"/>
                    <a:pt x="78" y="520"/>
                    <a:pt x="78" y="520"/>
                  </a:cubicBezTo>
                  <a:cubicBezTo>
                    <a:pt x="79" y="520"/>
                    <a:pt x="78" y="519"/>
                    <a:pt x="79" y="519"/>
                  </a:cubicBezTo>
                  <a:cubicBezTo>
                    <a:pt x="80" y="520"/>
                    <a:pt x="80" y="520"/>
                    <a:pt x="81" y="520"/>
                  </a:cubicBezTo>
                  <a:cubicBezTo>
                    <a:pt x="81" y="518"/>
                    <a:pt x="82" y="515"/>
                    <a:pt x="82" y="515"/>
                  </a:cubicBezTo>
                  <a:cubicBezTo>
                    <a:pt x="84" y="514"/>
                    <a:pt x="85" y="516"/>
                    <a:pt x="86" y="514"/>
                  </a:cubicBezTo>
                  <a:cubicBezTo>
                    <a:pt x="86" y="513"/>
                    <a:pt x="84" y="512"/>
                    <a:pt x="84" y="511"/>
                  </a:cubicBezTo>
                  <a:cubicBezTo>
                    <a:pt x="84" y="511"/>
                    <a:pt x="83" y="509"/>
                    <a:pt x="84" y="509"/>
                  </a:cubicBezTo>
                  <a:cubicBezTo>
                    <a:pt x="82" y="509"/>
                    <a:pt x="80" y="511"/>
                    <a:pt x="80" y="510"/>
                  </a:cubicBezTo>
                  <a:cubicBezTo>
                    <a:pt x="79" y="510"/>
                    <a:pt x="80" y="508"/>
                    <a:pt x="81" y="507"/>
                  </a:cubicBezTo>
                  <a:cubicBezTo>
                    <a:pt x="82" y="510"/>
                    <a:pt x="84" y="506"/>
                    <a:pt x="85" y="505"/>
                  </a:cubicBezTo>
                  <a:cubicBezTo>
                    <a:pt x="86" y="504"/>
                    <a:pt x="89" y="504"/>
                    <a:pt x="89" y="504"/>
                  </a:cubicBezTo>
                  <a:cubicBezTo>
                    <a:pt x="90" y="503"/>
                    <a:pt x="88" y="501"/>
                    <a:pt x="90" y="501"/>
                  </a:cubicBezTo>
                  <a:cubicBezTo>
                    <a:pt x="91" y="501"/>
                    <a:pt x="90" y="502"/>
                    <a:pt x="90" y="502"/>
                  </a:cubicBezTo>
                  <a:cubicBezTo>
                    <a:pt x="91" y="503"/>
                    <a:pt x="93" y="501"/>
                    <a:pt x="94" y="502"/>
                  </a:cubicBezTo>
                  <a:cubicBezTo>
                    <a:pt x="95" y="502"/>
                    <a:pt x="94" y="504"/>
                    <a:pt x="94" y="505"/>
                  </a:cubicBezTo>
                  <a:cubicBezTo>
                    <a:pt x="94" y="506"/>
                    <a:pt x="94" y="507"/>
                    <a:pt x="94" y="508"/>
                  </a:cubicBezTo>
                  <a:cubicBezTo>
                    <a:pt x="97" y="507"/>
                    <a:pt x="101" y="507"/>
                    <a:pt x="102" y="508"/>
                  </a:cubicBezTo>
                  <a:cubicBezTo>
                    <a:pt x="103" y="509"/>
                    <a:pt x="101" y="511"/>
                    <a:pt x="104" y="510"/>
                  </a:cubicBezTo>
                  <a:cubicBezTo>
                    <a:pt x="102" y="512"/>
                    <a:pt x="106" y="513"/>
                    <a:pt x="106" y="514"/>
                  </a:cubicBezTo>
                  <a:cubicBezTo>
                    <a:pt x="106" y="515"/>
                    <a:pt x="104" y="516"/>
                    <a:pt x="104" y="516"/>
                  </a:cubicBezTo>
                  <a:cubicBezTo>
                    <a:pt x="104" y="516"/>
                    <a:pt x="105" y="517"/>
                    <a:pt x="104" y="518"/>
                  </a:cubicBezTo>
                  <a:cubicBezTo>
                    <a:pt x="104" y="518"/>
                    <a:pt x="104" y="518"/>
                    <a:pt x="104" y="518"/>
                  </a:cubicBezTo>
                  <a:cubicBezTo>
                    <a:pt x="105" y="519"/>
                    <a:pt x="106" y="520"/>
                    <a:pt x="106" y="522"/>
                  </a:cubicBezTo>
                  <a:cubicBezTo>
                    <a:pt x="106" y="522"/>
                    <a:pt x="107" y="522"/>
                    <a:pt x="107" y="522"/>
                  </a:cubicBezTo>
                  <a:cubicBezTo>
                    <a:pt x="107" y="521"/>
                    <a:pt x="106" y="521"/>
                    <a:pt x="106" y="520"/>
                  </a:cubicBezTo>
                  <a:cubicBezTo>
                    <a:pt x="106" y="519"/>
                    <a:pt x="107" y="518"/>
                    <a:pt x="108" y="518"/>
                  </a:cubicBezTo>
                  <a:cubicBezTo>
                    <a:pt x="108" y="517"/>
                    <a:pt x="108" y="517"/>
                    <a:pt x="109" y="516"/>
                  </a:cubicBezTo>
                  <a:cubicBezTo>
                    <a:pt x="109" y="516"/>
                    <a:pt x="108" y="516"/>
                    <a:pt x="108" y="516"/>
                  </a:cubicBezTo>
                  <a:cubicBezTo>
                    <a:pt x="108" y="515"/>
                    <a:pt x="109" y="515"/>
                    <a:pt x="109" y="515"/>
                  </a:cubicBezTo>
                  <a:cubicBezTo>
                    <a:pt x="111" y="514"/>
                    <a:pt x="112" y="513"/>
                    <a:pt x="113" y="512"/>
                  </a:cubicBezTo>
                  <a:cubicBezTo>
                    <a:pt x="112" y="514"/>
                    <a:pt x="115" y="514"/>
                    <a:pt x="115" y="514"/>
                  </a:cubicBezTo>
                  <a:cubicBezTo>
                    <a:pt x="115" y="514"/>
                    <a:pt x="116" y="514"/>
                    <a:pt x="116" y="514"/>
                  </a:cubicBezTo>
                  <a:cubicBezTo>
                    <a:pt x="116" y="514"/>
                    <a:pt x="116" y="514"/>
                    <a:pt x="116" y="514"/>
                  </a:cubicBezTo>
                  <a:cubicBezTo>
                    <a:pt x="115" y="514"/>
                    <a:pt x="115" y="513"/>
                    <a:pt x="115" y="513"/>
                  </a:cubicBezTo>
                  <a:cubicBezTo>
                    <a:pt x="114" y="512"/>
                    <a:pt x="115" y="508"/>
                    <a:pt x="115" y="507"/>
                  </a:cubicBezTo>
                  <a:cubicBezTo>
                    <a:pt x="116" y="507"/>
                    <a:pt x="116" y="508"/>
                    <a:pt x="117" y="508"/>
                  </a:cubicBezTo>
                  <a:cubicBezTo>
                    <a:pt x="118" y="507"/>
                    <a:pt x="120" y="504"/>
                    <a:pt x="123" y="505"/>
                  </a:cubicBezTo>
                  <a:cubicBezTo>
                    <a:pt x="122" y="507"/>
                    <a:pt x="120" y="506"/>
                    <a:pt x="120" y="507"/>
                  </a:cubicBezTo>
                  <a:cubicBezTo>
                    <a:pt x="119" y="508"/>
                    <a:pt x="121" y="508"/>
                    <a:pt x="121" y="508"/>
                  </a:cubicBezTo>
                  <a:cubicBezTo>
                    <a:pt x="122" y="510"/>
                    <a:pt x="120" y="514"/>
                    <a:pt x="117" y="514"/>
                  </a:cubicBezTo>
                  <a:cubicBezTo>
                    <a:pt x="117" y="515"/>
                    <a:pt x="117" y="516"/>
                    <a:pt x="116" y="517"/>
                  </a:cubicBezTo>
                  <a:cubicBezTo>
                    <a:pt x="117" y="517"/>
                    <a:pt x="117" y="517"/>
                    <a:pt x="117" y="517"/>
                  </a:cubicBezTo>
                  <a:cubicBezTo>
                    <a:pt x="118" y="515"/>
                    <a:pt x="121" y="515"/>
                    <a:pt x="122" y="513"/>
                  </a:cubicBezTo>
                  <a:cubicBezTo>
                    <a:pt x="122" y="512"/>
                    <a:pt x="122" y="511"/>
                    <a:pt x="122" y="510"/>
                  </a:cubicBezTo>
                  <a:cubicBezTo>
                    <a:pt x="122" y="510"/>
                    <a:pt x="123" y="509"/>
                    <a:pt x="123" y="508"/>
                  </a:cubicBezTo>
                  <a:cubicBezTo>
                    <a:pt x="123" y="507"/>
                    <a:pt x="122" y="508"/>
                    <a:pt x="122" y="507"/>
                  </a:cubicBezTo>
                  <a:cubicBezTo>
                    <a:pt x="123" y="506"/>
                    <a:pt x="124" y="505"/>
                    <a:pt x="124" y="506"/>
                  </a:cubicBezTo>
                  <a:cubicBezTo>
                    <a:pt x="125" y="506"/>
                    <a:pt x="124" y="508"/>
                    <a:pt x="125" y="510"/>
                  </a:cubicBezTo>
                  <a:cubicBezTo>
                    <a:pt x="125" y="510"/>
                    <a:pt x="127" y="510"/>
                    <a:pt x="128" y="510"/>
                  </a:cubicBezTo>
                  <a:cubicBezTo>
                    <a:pt x="129" y="511"/>
                    <a:pt x="129" y="513"/>
                    <a:pt x="132" y="511"/>
                  </a:cubicBezTo>
                  <a:cubicBezTo>
                    <a:pt x="129" y="514"/>
                    <a:pt x="133" y="512"/>
                    <a:pt x="134" y="513"/>
                  </a:cubicBezTo>
                  <a:cubicBezTo>
                    <a:pt x="133" y="513"/>
                    <a:pt x="134" y="519"/>
                    <a:pt x="134" y="520"/>
                  </a:cubicBezTo>
                  <a:cubicBezTo>
                    <a:pt x="134" y="521"/>
                    <a:pt x="132" y="523"/>
                    <a:pt x="132" y="525"/>
                  </a:cubicBezTo>
                  <a:cubicBezTo>
                    <a:pt x="132" y="525"/>
                    <a:pt x="133" y="524"/>
                    <a:pt x="133" y="524"/>
                  </a:cubicBezTo>
                  <a:cubicBezTo>
                    <a:pt x="133" y="525"/>
                    <a:pt x="133" y="525"/>
                    <a:pt x="132" y="526"/>
                  </a:cubicBezTo>
                  <a:cubicBezTo>
                    <a:pt x="132" y="526"/>
                    <a:pt x="132" y="526"/>
                    <a:pt x="132" y="527"/>
                  </a:cubicBezTo>
                  <a:cubicBezTo>
                    <a:pt x="133" y="526"/>
                    <a:pt x="133" y="526"/>
                    <a:pt x="133" y="526"/>
                  </a:cubicBezTo>
                  <a:cubicBezTo>
                    <a:pt x="133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6" y="524"/>
                    <a:pt x="142" y="524"/>
                    <a:pt x="145" y="524"/>
                  </a:cubicBezTo>
                  <a:cubicBezTo>
                    <a:pt x="145" y="523"/>
                    <a:pt x="146" y="522"/>
                    <a:pt x="146" y="522"/>
                  </a:cubicBezTo>
                  <a:cubicBezTo>
                    <a:pt x="147" y="522"/>
                    <a:pt x="147" y="523"/>
                    <a:pt x="147" y="524"/>
                  </a:cubicBezTo>
                  <a:cubicBezTo>
                    <a:pt x="147" y="524"/>
                    <a:pt x="148" y="524"/>
                    <a:pt x="148" y="525"/>
                  </a:cubicBezTo>
                  <a:cubicBezTo>
                    <a:pt x="148" y="526"/>
                    <a:pt x="147" y="526"/>
                    <a:pt x="145" y="527"/>
                  </a:cubicBezTo>
                  <a:cubicBezTo>
                    <a:pt x="146" y="527"/>
                    <a:pt x="146" y="527"/>
                    <a:pt x="146" y="527"/>
                  </a:cubicBezTo>
                  <a:cubicBezTo>
                    <a:pt x="146" y="529"/>
                    <a:pt x="146" y="530"/>
                    <a:pt x="145" y="530"/>
                  </a:cubicBezTo>
                  <a:cubicBezTo>
                    <a:pt x="145" y="531"/>
                    <a:pt x="145" y="532"/>
                    <a:pt x="144" y="533"/>
                  </a:cubicBezTo>
                  <a:cubicBezTo>
                    <a:pt x="144" y="533"/>
                    <a:pt x="143" y="533"/>
                    <a:pt x="142" y="533"/>
                  </a:cubicBezTo>
                  <a:cubicBezTo>
                    <a:pt x="142" y="534"/>
                    <a:pt x="143" y="534"/>
                    <a:pt x="144" y="533"/>
                  </a:cubicBezTo>
                  <a:cubicBezTo>
                    <a:pt x="145" y="533"/>
                    <a:pt x="147" y="530"/>
                    <a:pt x="147" y="530"/>
                  </a:cubicBezTo>
                  <a:cubicBezTo>
                    <a:pt x="148" y="530"/>
                    <a:pt x="148" y="529"/>
                    <a:pt x="147" y="529"/>
                  </a:cubicBezTo>
                  <a:cubicBezTo>
                    <a:pt x="151" y="528"/>
                    <a:pt x="150" y="537"/>
                    <a:pt x="148" y="535"/>
                  </a:cubicBezTo>
                  <a:cubicBezTo>
                    <a:pt x="148" y="535"/>
                    <a:pt x="147" y="533"/>
                    <a:pt x="147" y="533"/>
                  </a:cubicBezTo>
                  <a:cubicBezTo>
                    <a:pt x="146" y="533"/>
                    <a:pt x="143" y="537"/>
                    <a:pt x="141" y="538"/>
                  </a:cubicBezTo>
                  <a:cubicBezTo>
                    <a:pt x="140" y="538"/>
                    <a:pt x="140" y="538"/>
                    <a:pt x="139" y="539"/>
                  </a:cubicBezTo>
                  <a:cubicBezTo>
                    <a:pt x="140" y="540"/>
                    <a:pt x="141" y="541"/>
                    <a:pt x="140" y="542"/>
                  </a:cubicBezTo>
                  <a:cubicBezTo>
                    <a:pt x="140" y="542"/>
                    <a:pt x="139" y="543"/>
                    <a:pt x="139" y="543"/>
                  </a:cubicBezTo>
                  <a:cubicBezTo>
                    <a:pt x="139" y="543"/>
                    <a:pt x="138" y="546"/>
                    <a:pt x="138" y="547"/>
                  </a:cubicBezTo>
                  <a:cubicBezTo>
                    <a:pt x="138" y="547"/>
                    <a:pt x="140" y="546"/>
                    <a:pt x="139" y="546"/>
                  </a:cubicBezTo>
                  <a:cubicBezTo>
                    <a:pt x="139" y="546"/>
                    <a:pt x="141" y="548"/>
                    <a:pt x="140" y="549"/>
                  </a:cubicBezTo>
                  <a:cubicBezTo>
                    <a:pt x="140" y="549"/>
                    <a:pt x="140" y="549"/>
                    <a:pt x="139" y="549"/>
                  </a:cubicBezTo>
                  <a:cubicBezTo>
                    <a:pt x="140" y="549"/>
                    <a:pt x="140" y="550"/>
                    <a:pt x="141" y="550"/>
                  </a:cubicBezTo>
                  <a:cubicBezTo>
                    <a:pt x="141" y="549"/>
                    <a:pt x="141" y="548"/>
                    <a:pt x="142" y="548"/>
                  </a:cubicBezTo>
                  <a:cubicBezTo>
                    <a:pt x="141" y="548"/>
                    <a:pt x="141" y="548"/>
                    <a:pt x="140" y="548"/>
                  </a:cubicBezTo>
                  <a:cubicBezTo>
                    <a:pt x="140" y="547"/>
                    <a:pt x="140" y="547"/>
                    <a:pt x="141" y="547"/>
                  </a:cubicBezTo>
                  <a:cubicBezTo>
                    <a:pt x="141" y="546"/>
                    <a:pt x="142" y="544"/>
                    <a:pt x="142" y="546"/>
                  </a:cubicBezTo>
                  <a:cubicBezTo>
                    <a:pt x="143" y="546"/>
                    <a:pt x="142" y="546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3" y="546"/>
                    <a:pt x="144" y="546"/>
                    <a:pt x="145" y="548"/>
                  </a:cubicBezTo>
                  <a:cubicBezTo>
                    <a:pt x="146" y="549"/>
                    <a:pt x="145" y="550"/>
                    <a:pt x="145" y="551"/>
                  </a:cubicBezTo>
                  <a:cubicBezTo>
                    <a:pt x="145" y="551"/>
                    <a:pt x="145" y="551"/>
                    <a:pt x="145" y="551"/>
                  </a:cubicBezTo>
                  <a:cubicBezTo>
                    <a:pt x="147" y="551"/>
                    <a:pt x="145" y="551"/>
                    <a:pt x="146" y="552"/>
                  </a:cubicBezTo>
                  <a:cubicBezTo>
                    <a:pt x="146" y="552"/>
                    <a:pt x="146" y="552"/>
                    <a:pt x="147" y="552"/>
                  </a:cubicBezTo>
                  <a:cubicBezTo>
                    <a:pt x="147" y="552"/>
                    <a:pt x="147" y="552"/>
                    <a:pt x="147" y="552"/>
                  </a:cubicBezTo>
                  <a:cubicBezTo>
                    <a:pt x="147" y="551"/>
                    <a:pt x="148" y="551"/>
                    <a:pt x="148" y="551"/>
                  </a:cubicBezTo>
                  <a:cubicBezTo>
                    <a:pt x="151" y="552"/>
                    <a:pt x="148" y="556"/>
                    <a:pt x="149" y="558"/>
                  </a:cubicBezTo>
                  <a:cubicBezTo>
                    <a:pt x="150" y="558"/>
                    <a:pt x="152" y="558"/>
                    <a:pt x="152" y="557"/>
                  </a:cubicBezTo>
                  <a:cubicBezTo>
                    <a:pt x="153" y="557"/>
                    <a:pt x="153" y="556"/>
                    <a:pt x="154" y="555"/>
                  </a:cubicBezTo>
                  <a:cubicBezTo>
                    <a:pt x="152" y="554"/>
                    <a:pt x="152" y="553"/>
                    <a:pt x="152" y="551"/>
                  </a:cubicBezTo>
                  <a:cubicBezTo>
                    <a:pt x="154" y="547"/>
                    <a:pt x="159" y="548"/>
                    <a:pt x="160" y="551"/>
                  </a:cubicBezTo>
                  <a:cubicBezTo>
                    <a:pt x="161" y="551"/>
                    <a:pt x="161" y="551"/>
                    <a:pt x="162" y="550"/>
                  </a:cubicBezTo>
                  <a:cubicBezTo>
                    <a:pt x="161" y="550"/>
                    <a:pt x="161" y="551"/>
                    <a:pt x="161" y="551"/>
                  </a:cubicBezTo>
                  <a:cubicBezTo>
                    <a:pt x="163" y="550"/>
                    <a:pt x="165" y="549"/>
                    <a:pt x="167" y="550"/>
                  </a:cubicBezTo>
                  <a:cubicBezTo>
                    <a:pt x="169" y="549"/>
                    <a:pt x="170" y="549"/>
                    <a:pt x="170" y="549"/>
                  </a:cubicBezTo>
                  <a:cubicBezTo>
                    <a:pt x="171" y="550"/>
                    <a:pt x="170" y="550"/>
                    <a:pt x="168" y="551"/>
                  </a:cubicBezTo>
                  <a:cubicBezTo>
                    <a:pt x="168" y="551"/>
                    <a:pt x="169" y="551"/>
                    <a:pt x="169" y="551"/>
                  </a:cubicBezTo>
                  <a:cubicBezTo>
                    <a:pt x="169" y="552"/>
                    <a:pt x="169" y="553"/>
                    <a:pt x="169" y="554"/>
                  </a:cubicBezTo>
                  <a:cubicBezTo>
                    <a:pt x="171" y="554"/>
                    <a:pt x="172" y="555"/>
                    <a:pt x="171" y="557"/>
                  </a:cubicBezTo>
                  <a:cubicBezTo>
                    <a:pt x="170" y="559"/>
                    <a:pt x="171" y="560"/>
                    <a:pt x="171" y="561"/>
                  </a:cubicBezTo>
                  <a:cubicBezTo>
                    <a:pt x="171" y="561"/>
                    <a:pt x="170" y="562"/>
                    <a:pt x="170" y="563"/>
                  </a:cubicBezTo>
                  <a:cubicBezTo>
                    <a:pt x="172" y="561"/>
                    <a:pt x="173" y="559"/>
                    <a:pt x="175" y="558"/>
                  </a:cubicBezTo>
                  <a:cubicBezTo>
                    <a:pt x="173" y="556"/>
                    <a:pt x="171" y="554"/>
                    <a:pt x="175" y="552"/>
                  </a:cubicBezTo>
                  <a:cubicBezTo>
                    <a:pt x="175" y="551"/>
                    <a:pt x="176" y="551"/>
                    <a:pt x="177" y="551"/>
                  </a:cubicBezTo>
                  <a:cubicBezTo>
                    <a:pt x="175" y="551"/>
                    <a:pt x="176" y="547"/>
                    <a:pt x="178" y="548"/>
                  </a:cubicBezTo>
                  <a:cubicBezTo>
                    <a:pt x="179" y="549"/>
                    <a:pt x="178" y="550"/>
                    <a:pt x="178" y="550"/>
                  </a:cubicBezTo>
                  <a:cubicBezTo>
                    <a:pt x="177" y="551"/>
                    <a:pt x="177" y="551"/>
                    <a:pt x="177" y="551"/>
                  </a:cubicBezTo>
                  <a:cubicBezTo>
                    <a:pt x="179" y="551"/>
                    <a:pt x="181" y="550"/>
                    <a:pt x="182" y="550"/>
                  </a:cubicBezTo>
                  <a:cubicBezTo>
                    <a:pt x="184" y="548"/>
                    <a:pt x="183" y="547"/>
                    <a:pt x="185" y="549"/>
                  </a:cubicBezTo>
                  <a:cubicBezTo>
                    <a:pt x="186" y="549"/>
                    <a:pt x="186" y="550"/>
                    <a:pt x="188" y="549"/>
                  </a:cubicBezTo>
                  <a:cubicBezTo>
                    <a:pt x="188" y="549"/>
                    <a:pt x="191" y="545"/>
                    <a:pt x="191" y="548"/>
                  </a:cubicBezTo>
                  <a:cubicBezTo>
                    <a:pt x="191" y="549"/>
                    <a:pt x="189" y="549"/>
                    <a:pt x="189" y="549"/>
                  </a:cubicBezTo>
                  <a:cubicBezTo>
                    <a:pt x="190" y="550"/>
                    <a:pt x="194" y="550"/>
                    <a:pt x="194" y="550"/>
                  </a:cubicBezTo>
                  <a:cubicBezTo>
                    <a:pt x="194" y="551"/>
                    <a:pt x="190" y="553"/>
                    <a:pt x="192" y="555"/>
                  </a:cubicBezTo>
                  <a:cubicBezTo>
                    <a:pt x="193" y="555"/>
                    <a:pt x="194" y="555"/>
                    <a:pt x="194" y="555"/>
                  </a:cubicBezTo>
                  <a:cubicBezTo>
                    <a:pt x="194" y="555"/>
                    <a:pt x="193" y="556"/>
                    <a:pt x="193" y="556"/>
                  </a:cubicBezTo>
                  <a:cubicBezTo>
                    <a:pt x="192" y="558"/>
                    <a:pt x="192" y="558"/>
                    <a:pt x="193" y="558"/>
                  </a:cubicBezTo>
                  <a:cubicBezTo>
                    <a:pt x="194" y="558"/>
                    <a:pt x="195" y="558"/>
                    <a:pt x="196" y="559"/>
                  </a:cubicBezTo>
                  <a:cubicBezTo>
                    <a:pt x="196" y="560"/>
                    <a:pt x="195" y="560"/>
                    <a:pt x="194" y="560"/>
                  </a:cubicBezTo>
                  <a:cubicBezTo>
                    <a:pt x="194" y="561"/>
                    <a:pt x="194" y="561"/>
                    <a:pt x="194" y="561"/>
                  </a:cubicBezTo>
                  <a:cubicBezTo>
                    <a:pt x="194" y="562"/>
                    <a:pt x="196" y="561"/>
                    <a:pt x="196" y="562"/>
                  </a:cubicBezTo>
                  <a:cubicBezTo>
                    <a:pt x="197" y="563"/>
                    <a:pt x="195" y="565"/>
                    <a:pt x="195" y="566"/>
                  </a:cubicBezTo>
                  <a:cubicBezTo>
                    <a:pt x="197" y="568"/>
                    <a:pt x="199" y="565"/>
                    <a:pt x="201" y="566"/>
                  </a:cubicBezTo>
                  <a:cubicBezTo>
                    <a:pt x="201" y="566"/>
                    <a:pt x="203" y="568"/>
                    <a:pt x="205" y="566"/>
                  </a:cubicBezTo>
                  <a:cubicBezTo>
                    <a:pt x="206" y="565"/>
                    <a:pt x="204" y="563"/>
                    <a:pt x="208" y="562"/>
                  </a:cubicBezTo>
                  <a:cubicBezTo>
                    <a:pt x="209" y="561"/>
                    <a:pt x="214" y="560"/>
                    <a:pt x="214" y="562"/>
                  </a:cubicBezTo>
                  <a:cubicBezTo>
                    <a:pt x="214" y="563"/>
                    <a:pt x="213" y="562"/>
                    <a:pt x="212" y="563"/>
                  </a:cubicBezTo>
                  <a:cubicBezTo>
                    <a:pt x="211" y="563"/>
                    <a:pt x="213" y="566"/>
                    <a:pt x="213" y="566"/>
                  </a:cubicBezTo>
                  <a:cubicBezTo>
                    <a:pt x="212" y="567"/>
                    <a:pt x="210" y="567"/>
                    <a:pt x="210" y="568"/>
                  </a:cubicBezTo>
                  <a:cubicBezTo>
                    <a:pt x="210" y="568"/>
                    <a:pt x="210" y="568"/>
                    <a:pt x="210" y="568"/>
                  </a:cubicBezTo>
                  <a:cubicBezTo>
                    <a:pt x="210" y="569"/>
                    <a:pt x="210" y="569"/>
                    <a:pt x="210" y="569"/>
                  </a:cubicBezTo>
                  <a:cubicBezTo>
                    <a:pt x="210" y="570"/>
                    <a:pt x="211" y="572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10" y="574"/>
                    <a:pt x="210" y="575"/>
                    <a:pt x="208" y="576"/>
                  </a:cubicBezTo>
                  <a:cubicBezTo>
                    <a:pt x="208" y="576"/>
                    <a:pt x="208" y="576"/>
                    <a:pt x="208" y="576"/>
                  </a:cubicBezTo>
                  <a:cubicBezTo>
                    <a:pt x="208" y="576"/>
                    <a:pt x="209" y="576"/>
                    <a:pt x="209" y="576"/>
                  </a:cubicBezTo>
                  <a:cubicBezTo>
                    <a:pt x="210" y="576"/>
                    <a:pt x="210" y="576"/>
                    <a:pt x="211" y="577"/>
                  </a:cubicBezTo>
                  <a:cubicBezTo>
                    <a:pt x="211" y="577"/>
                    <a:pt x="212" y="577"/>
                    <a:pt x="212" y="577"/>
                  </a:cubicBezTo>
                  <a:cubicBezTo>
                    <a:pt x="212" y="578"/>
                    <a:pt x="211" y="578"/>
                    <a:pt x="211" y="579"/>
                  </a:cubicBezTo>
                  <a:cubicBezTo>
                    <a:pt x="211" y="579"/>
                    <a:pt x="211" y="580"/>
                    <a:pt x="211" y="580"/>
                  </a:cubicBezTo>
                  <a:cubicBezTo>
                    <a:pt x="210" y="581"/>
                    <a:pt x="207" y="580"/>
                    <a:pt x="205" y="581"/>
                  </a:cubicBezTo>
                  <a:cubicBezTo>
                    <a:pt x="206" y="580"/>
                    <a:pt x="206" y="578"/>
                    <a:pt x="204" y="580"/>
                  </a:cubicBezTo>
                  <a:cubicBezTo>
                    <a:pt x="202" y="581"/>
                    <a:pt x="204" y="581"/>
                    <a:pt x="204" y="582"/>
                  </a:cubicBezTo>
                  <a:cubicBezTo>
                    <a:pt x="204" y="582"/>
                    <a:pt x="203" y="582"/>
                    <a:pt x="204" y="583"/>
                  </a:cubicBezTo>
                  <a:cubicBezTo>
                    <a:pt x="204" y="583"/>
                    <a:pt x="204" y="583"/>
                    <a:pt x="204" y="583"/>
                  </a:cubicBezTo>
                  <a:cubicBezTo>
                    <a:pt x="206" y="582"/>
                    <a:pt x="208" y="582"/>
                    <a:pt x="210" y="583"/>
                  </a:cubicBezTo>
                  <a:cubicBezTo>
                    <a:pt x="209" y="583"/>
                    <a:pt x="209" y="582"/>
                    <a:pt x="209" y="582"/>
                  </a:cubicBezTo>
                  <a:cubicBezTo>
                    <a:pt x="209" y="582"/>
                    <a:pt x="209" y="582"/>
                    <a:pt x="209" y="582"/>
                  </a:cubicBezTo>
                  <a:cubicBezTo>
                    <a:pt x="210" y="581"/>
                    <a:pt x="210" y="582"/>
                    <a:pt x="210" y="583"/>
                  </a:cubicBezTo>
                  <a:cubicBezTo>
                    <a:pt x="210" y="583"/>
                    <a:pt x="211" y="584"/>
                    <a:pt x="210" y="585"/>
                  </a:cubicBezTo>
                  <a:cubicBezTo>
                    <a:pt x="210" y="586"/>
                    <a:pt x="208" y="588"/>
                    <a:pt x="205" y="588"/>
                  </a:cubicBezTo>
                  <a:cubicBezTo>
                    <a:pt x="206" y="588"/>
                    <a:pt x="206" y="590"/>
                    <a:pt x="206" y="591"/>
                  </a:cubicBezTo>
                  <a:cubicBezTo>
                    <a:pt x="205" y="592"/>
                    <a:pt x="201" y="592"/>
                    <a:pt x="202" y="593"/>
                  </a:cubicBezTo>
                  <a:cubicBezTo>
                    <a:pt x="201" y="593"/>
                    <a:pt x="199" y="594"/>
                    <a:pt x="198" y="593"/>
                  </a:cubicBezTo>
                  <a:cubicBezTo>
                    <a:pt x="195" y="591"/>
                    <a:pt x="196" y="591"/>
                    <a:pt x="192" y="592"/>
                  </a:cubicBezTo>
                  <a:cubicBezTo>
                    <a:pt x="192" y="592"/>
                    <a:pt x="191" y="592"/>
                    <a:pt x="190" y="592"/>
                  </a:cubicBezTo>
                  <a:cubicBezTo>
                    <a:pt x="188" y="592"/>
                    <a:pt x="189" y="593"/>
                    <a:pt x="189" y="595"/>
                  </a:cubicBezTo>
                  <a:cubicBezTo>
                    <a:pt x="187" y="593"/>
                    <a:pt x="188" y="595"/>
                    <a:pt x="189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1" y="597"/>
                    <a:pt x="191" y="596"/>
                  </a:cubicBezTo>
                  <a:cubicBezTo>
                    <a:pt x="190" y="597"/>
                    <a:pt x="192" y="594"/>
                    <a:pt x="193" y="596"/>
                  </a:cubicBezTo>
                  <a:cubicBezTo>
                    <a:pt x="193" y="596"/>
                    <a:pt x="190" y="600"/>
                    <a:pt x="193" y="600"/>
                  </a:cubicBezTo>
                  <a:cubicBezTo>
                    <a:pt x="187" y="601"/>
                    <a:pt x="195" y="604"/>
                    <a:pt x="197" y="605"/>
                  </a:cubicBezTo>
                  <a:cubicBezTo>
                    <a:pt x="198" y="606"/>
                    <a:pt x="198" y="608"/>
                    <a:pt x="198" y="609"/>
                  </a:cubicBezTo>
                  <a:cubicBezTo>
                    <a:pt x="199" y="610"/>
                    <a:pt x="200" y="610"/>
                    <a:pt x="199" y="611"/>
                  </a:cubicBezTo>
                  <a:cubicBezTo>
                    <a:pt x="199" y="611"/>
                    <a:pt x="199" y="611"/>
                    <a:pt x="199" y="611"/>
                  </a:cubicBezTo>
                  <a:cubicBezTo>
                    <a:pt x="200" y="612"/>
                    <a:pt x="200" y="613"/>
                    <a:pt x="201" y="613"/>
                  </a:cubicBezTo>
                  <a:cubicBezTo>
                    <a:pt x="201" y="613"/>
                    <a:pt x="201" y="613"/>
                    <a:pt x="202" y="613"/>
                  </a:cubicBezTo>
                  <a:cubicBezTo>
                    <a:pt x="202" y="613"/>
                    <a:pt x="202" y="613"/>
                    <a:pt x="202" y="612"/>
                  </a:cubicBezTo>
                  <a:cubicBezTo>
                    <a:pt x="203" y="611"/>
                    <a:pt x="204" y="611"/>
                    <a:pt x="206" y="611"/>
                  </a:cubicBezTo>
                  <a:cubicBezTo>
                    <a:pt x="207" y="611"/>
                    <a:pt x="208" y="612"/>
                    <a:pt x="208" y="613"/>
                  </a:cubicBezTo>
                  <a:cubicBezTo>
                    <a:pt x="209" y="613"/>
                    <a:pt x="209" y="612"/>
                    <a:pt x="211" y="612"/>
                  </a:cubicBezTo>
                  <a:cubicBezTo>
                    <a:pt x="211" y="613"/>
                    <a:pt x="210" y="613"/>
                    <a:pt x="208" y="613"/>
                  </a:cubicBezTo>
                  <a:cubicBezTo>
                    <a:pt x="208" y="614"/>
                    <a:pt x="208" y="615"/>
                    <a:pt x="207" y="615"/>
                  </a:cubicBezTo>
                  <a:cubicBezTo>
                    <a:pt x="209" y="616"/>
                    <a:pt x="211" y="616"/>
                    <a:pt x="211" y="616"/>
                  </a:cubicBezTo>
                  <a:cubicBezTo>
                    <a:pt x="211" y="616"/>
                    <a:pt x="211" y="616"/>
                    <a:pt x="212" y="616"/>
                  </a:cubicBezTo>
                  <a:cubicBezTo>
                    <a:pt x="211" y="615"/>
                    <a:pt x="210" y="615"/>
                    <a:pt x="209" y="615"/>
                  </a:cubicBezTo>
                  <a:cubicBezTo>
                    <a:pt x="210" y="614"/>
                    <a:pt x="211" y="614"/>
                    <a:pt x="213" y="615"/>
                  </a:cubicBezTo>
                  <a:cubicBezTo>
                    <a:pt x="213" y="614"/>
                    <a:pt x="213" y="614"/>
                    <a:pt x="213" y="614"/>
                  </a:cubicBezTo>
                  <a:cubicBezTo>
                    <a:pt x="213" y="614"/>
                    <a:pt x="214" y="612"/>
                    <a:pt x="215" y="613"/>
                  </a:cubicBezTo>
                  <a:cubicBezTo>
                    <a:pt x="216" y="612"/>
                    <a:pt x="216" y="612"/>
                    <a:pt x="217" y="613"/>
                  </a:cubicBezTo>
                  <a:cubicBezTo>
                    <a:pt x="217" y="613"/>
                    <a:pt x="216" y="613"/>
                    <a:pt x="216" y="614"/>
                  </a:cubicBezTo>
                  <a:cubicBezTo>
                    <a:pt x="216" y="614"/>
                    <a:pt x="217" y="616"/>
                    <a:pt x="216" y="615"/>
                  </a:cubicBezTo>
                  <a:cubicBezTo>
                    <a:pt x="216" y="615"/>
                    <a:pt x="215" y="615"/>
                    <a:pt x="215" y="615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614"/>
                    <a:pt x="214" y="615"/>
                    <a:pt x="214" y="615"/>
                  </a:cubicBezTo>
                  <a:cubicBezTo>
                    <a:pt x="215" y="615"/>
                    <a:pt x="216" y="616"/>
                    <a:pt x="216" y="616"/>
                  </a:cubicBezTo>
                  <a:cubicBezTo>
                    <a:pt x="216" y="617"/>
                    <a:pt x="215" y="616"/>
                    <a:pt x="214" y="616"/>
                  </a:cubicBezTo>
                  <a:cubicBezTo>
                    <a:pt x="214" y="616"/>
                    <a:pt x="214" y="617"/>
                    <a:pt x="214" y="617"/>
                  </a:cubicBezTo>
                  <a:cubicBezTo>
                    <a:pt x="215" y="617"/>
                    <a:pt x="216" y="616"/>
                    <a:pt x="216" y="616"/>
                  </a:cubicBezTo>
                  <a:cubicBezTo>
                    <a:pt x="217" y="617"/>
                    <a:pt x="218" y="620"/>
                    <a:pt x="220" y="618"/>
                  </a:cubicBezTo>
                  <a:cubicBezTo>
                    <a:pt x="220" y="618"/>
                    <a:pt x="219" y="617"/>
                    <a:pt x="219" y="617"/>
                  </a:cubicBezTo>
                  <a:cubicBezTo>
                    <a:pt x="219" y="617"/>
                    <a:pt x="219" y="617"/>
                    <a:pt x="219" y="617"/>
                  </a:cubicBezTo>
                  <a:cubicBezTo>
                    <a:pt x="219" y="617"/>
                    <a:pt x="219" y="617"/>
                    <a:pt x="218" y="617"/>
                  </a:cubicBezTo>
                  <a:cubicBezTo>
                    <a:pt x="218" y="616"/>
                    <a:pt x="219" y="615"/>
                    <a:pt x="220" y="616"/>
                  </a:cubicBezTo>
                  <a:cubicBezTo>
                    <a:pt x="220" y="616"/>
                    <a:pt x="220" y="616"/>
                    <a:pt x="220" y="616"/>
                  </a:cubicBezTo>
                  <a:cubicBezTo>
                    <a:pt x="221" y="615"/>
                    <a:pt x="224" y="617"/>
                    <a:pt x="225" y="617"/>
                  </a:cubicBezTo>
                  <a:cubicBezTo>
                    <a:pt x="223" y="618"/>
                    <a:pt x="225" y="619"/>
                    <a:pt x="226" y="620"/>
                  </a:cubicBezTo>
                  <a:cubicBezTo>
                    <a:pt x="227" y="619"/>
                    <a:pt x="229" y="618"/>
                    <a:pt x="231" y="618"/>
                  </a:cubicBezTo>
                  <a:cubicBezTo>
                    <a:pt x="230" y="619"/>
                    <a:pt x="228" y="620"/>
                    <a:pt x="226" y="620"/>
                  </a:cubicBezTo>
                  <a:cubicBezTo>
                    <a:pt x="227" y="621"/>
                    <a:pt x="227" y="621"/>
                    <a:pt x="226" y="622"/>
                  </a:cubicBezTo>
                  <a:cubicBezTo>
                    <a:pt x="225" y="624"/>
                    <a:pt x="222" y="622"/>
                    <a:pt x="221" y="624"/>
                  </a:cubicBezTo>
                  <a:cubicBezTo>
                    <a:pt x="220" y="624"/>
                    <a:pt x="222" y="624"/>
                    <a:pt x="222" y="624"/>
                  </a:cubicBezTo>
                  <a:cubicBezTo>
                    <a:pt x="221" y="626"/>
                    <a:pt x="219" y="627"/>
                    <a:pt x="222" y="628"/>
                  </a:cubicBezTo>
                  <a:cubicBezTo>
                    <a:pt x="222" y="628"/>
                    <a:pt x="227" y="629"/>
                    <a:pt x="228" y="629"/>
                  </a:cubicBezTo>
                  <a:cubicBezTo>
                    <a:pt x="231" y="629"/>
                    <a:pt x="233" y="629"/>
                    <a:pt x="235" y="631"/>
                  </a:cubicBezTo>
                  <a:cubicBezTo>
                    <a:pt x="232" y="631"/>
                    <a:pt x="231" y="632"/>
                    <a:pt x="228" y="633"/>
                  </a:cubicBezTo>
                  <a:cubicBezTo>
                    <a:pt x="228" y="633"/>
                    <a:pt x="229" y="633"/>
                    <a:pt x="229" y="633"/>
                  </a:cubicBezTo>
                  <a:cubicBezTo>
                    <a:pt x="229" y="633"/>
                    <a:pt x="228" y="633"/>
                    <a:pt x="228" y="633"/>
                  </a:cubicBezTo>
                  <a:cubicBezTo>
                    <a:pt x="228" y="633"/>
                    <a:pt x="228" y="633"/>
                    <a:pt x="227" y="633"/>
                  </a:cubicBezTo>
                  <a:cubicBezTo>
                    <a:pt x="224" y="633"/>
                    <a:pt x="221" y="630"/>
                    <a:pt x="218" y="630"/>
                  </a:cubicBezTo>
                  <a:cubicBezTo>
                    <a:pt x="218" y="630"/>
                    <a:pt x="215" y="633"/>
                    <a:pt x="214" y="633"/>
                  </a:cubicBezTo>
                  <a:cubicBezTo>
                    <a:pt x="213" y="633"/>
                    <a:pt x="212" y="632"/>
                    <a:pt x="212" y="633"/>
                  </a:cubicBezTo>
                  <a:cubicBezTo>
                    <a:pt x="212" y="633"/>
                    <a:pt x="213" y="633"/>
                    <a:pt x="213" y="634"/>
                  </a:cubicBezTo>
                  <a:cubicBezTo>
                    <a:pt x="213" y="634"/>
                    <a:pt x="213" y="634"/>
                    <a:pt x="214" y="634"/>
                  </a:cubicBezTo>
                  <a:cubicBezTo>
                    <a:pt x="214" y="633"/>
                    <a:pt x="215" y="633"/>
                    <a:pt x="216" y="633"/>
                  </a:cubicBezTo>
                  <a:cubicBezTo>
                    <a:pt x="216" y="633"/>
                    <a:pt x="217" y="633"/>
                    <a:pt x="217" y="633"/>
                  </a:cubicBezTo>
                  <a:cubicBezTo>
                    <a:pt x="217" y="633"/>
                    <a:pt x="217" y="633"/>
                    <a:pt x="217" y="633"/>
                  </a:cubicBezTo>
                  <a:cubicBezTo>
                    <a:pt x="218" y="633"/>
                    <a:pt x="219" y="633"/>
                    <a:pt x="219" y="634"/>
                  </a:cubicBezTo>
                  <a:cubicBezTo>
                    <a:pt x="219" y="634"/>
                    <a:pt x="219" y="635"/>
                    <a:pt x="218" y="635"/>
                  </a:cubicBezTo>
                  <a:cubicBezTo>
                    <a:pt x="218" y="636"/>
                    <a:pt x="217" y="637"/>
                    <a:pt x="216" y="637"/>
                  </a:cubicBezTo>
                  <a:cubicBezTo>
                    <a:pt x="215" y="637"/>
                    <a:pt x="213" y="636"/>
                    <a:pt x="213" y="635"/>
                  </a:cubicBezTo>
                  <a:cubicBezTo>
                    <a:pt x="213" y="635"/>
                    <a:pt x="213" y="635"/>
                    <a:pt x="213" y="635"/>
                  </a:cubicBezTo>
                  <a:cubicBezTo>
                    <a:pt x="213" y="636"/>
                    <a:pt x="211" y="636"/>
                    <a:pt x="210" y="636"/>
                  </a:cubicBezTo>
                  <a:cubicBezTo>
                    <a:pt x="210" y="636"/>
                    <a:pt x="210" y="637"/>
                    <a:pt x="211" y="637"/>
                  </a:cubicBezTo>
                  <a:cubicBezTo>
                    <a:pt x="211" y="637"/>
                    <a:pt x="211" y="637"/>
                    <a:pt x="211" y="637"/>
                  </a:cubicBezTo>
                  <a:cubicBezTo>
                    <a:pt x="212" y="637"/>
                    <a:pt x="211" y="637"/>
                    <a:pt x="211" y="637"/>
                  </a:cubicBezTo>
                  <a:cubicBezTo>
                    <a:pt x="212" y="639"/>
                    <a:pt x="215" y="640"/>
                    <a:pt x="216" y="641"/>
                  </a:cubicBezTo>
                  <a:cubicBezTo>
                    <a:pt x="214" y="641"/>
                    <a:pt x="214" y="642"/>
                    <a:pt x="214" y="642"/>
                  </a:cubicBezTo>
                  <a:cubicBezTo>
                    <a:pt x="216" y="641"/>
                    <a:pt x="219" y="642"/>
                    <a:pt x="216" y="643"/>
                  </a:cubicBezTo>
                  <a:cubicBezTo>
                    <a:pt x="216" y="643"/>
                    <a:pt x="216" y="644"/>
                    <a:pt x="216" y="644"/>
                  </a:cubicBezTo>
                  <a:cubicBezTo>
                    <a:pt x="216" y="644"/>
                    <a:pt x="217" y="644"/>
                    <a:pt x="217" y="645"/>
                  </a:cubicBezTo>
                  <a:cubicBezTo>
                    <a:pt x="219" y="644"/>
                    <a:pt x="222" y="643"/>
                    <a:pt x="224" y="643"/>
                  </a:cubicBezTo>
                  <a:cubicBezTo>
                    <a:pt x="228" y="642"/>
                    <a:pt x="223" y="645"/>
                    <a:pt x="221" y="645"/>
                  </a:cubicBezTo>
                  <a:cubicBezTo>
                    <a:pt x="220" y="645"/>
                    <a:pt x="218" y="646"/>
                    <a:pt x="216" y="646"/>
                  </a:cubicBezTo>
                  <a:cubicBezTo>
                    <a:pt x="216" y="647"/>
                    <a:pt x="216" y="647"/>
                    <a:pt x="215" y="647"/>
                  </a:cubicBezTo>
                  <a:cubicBezTo>
                    <a:pt x="215" y="647"/>
                    <a:pt x="214" y="647"/>
                    <a:pt x="214" y="647"/>
                  </a:cubicBezTo>
                  <a:cubicBezTo>
                    <a:pt x="212" y="648"/>
                    <a:pt x="211" y="648"/>
                    <a:pt x="210" y="649"/>
                  </a:cubicBezTo>
                  <a:cubicBezTo>
                    <a:pt x="209" y="650"/>
                    <a:pt x="208" y="651"/>
                    <a:pt x="208" y="652"/>
                  </a:cubicBezTo>
                  <a:cubicBezTo>
                    <a:pt x="209" y="652"/>
                    <a:pt x="209" y="652"/>
                    <a:pt x="210" y="653"/>
                  </a:cubicBezTo>
                  <a:cubicBezTo>
                    <a:pt x="210" y="653"/>
                    <a:pt x="210" y="653"/>
                    <a:pt x="210" y="653"/>
                  </a:cubicBezTo>
                  <a:cubicBezTo>
                    <a:pt x="210" y="653"/>
                    <a:pt x="210" y="653"/>
                    <a:pt x="211" y="653"/>
                  </a:cubicBezTo>
                  <a:cubicBezTo>
                    <a:pt x="211" y="653"/>
                    <a:pt x="213" y="654"/>
                    <a:pt x="213" y="654"/>
                  </a:cubicBezTo>
                  <a:cubicBezTo>
                    <a:pt x="213" y="654"/>
                    <a:pt x="213" y="655"/>
                    <a:pt x="213" y="655"/>
                  </a:cubicBezTo>
                  <a:cubicBezTo>
                    <a:pt x="213" y="656"/>
                    <a:pt x="212" y="657"/>
                    <a:pt x="210" y="657"/>
                  </a:cubicBezTo>
                  <a:cubicBezTo>
                    <a:pt x="210" y="658"/>
                    <a:pt x="210" y="658"/>
                    <a:pt x="209" y="659"/>
                  </a:cubicBezTo>
                  <a:cubicBezTo>
                    <a:pt x="209" y="659"/>
                    <a:pt x="209" y="659"/>
                    <a:pt x="209" y="659"/>
                  </a:cubicBezTo>
                  <a:cubicBezTo>
                    <a:pt x="210" y="660"/>
                    <a:pt x="212" y="660"/>
                    <a:pt x="213" y="660"/>
                  </a:cubicBezTo>
                  <a:cubicBezTo>
                    <a:pt x="214" y="660"/>
                    <a:pt x="216" y="660"/>
                    <a:pt x="216" y="661"/>
                  </a:cubicBezTo>
                  <a:cubicBezTo>
                    <a:pt x="217" y="662"/>
                    <a:pt x="218" y="663"/>
                    <a:pt x="218" y="663"/>
                  </a:cubicBezTo>
                  <a:cubicBezTo>
                    <a:pt x="218" y="663"/>
                    <a:pt x="219" y="663"/>
                    <a:pt x="220" y="664"/>
                  </a:cubicBezTo>
                  <a:cubicBezTo>
                    <a:pt x="221" y="665"/>
                    <a:pt x="221" y="667"/>
                    <a:pt x="219" y="667"/>
                  </a:cubicBezTo>
                  <a:cubicBezTo>
                    <a:pt x="219" y="667"/>
                    <a:pt x="219" y="667"/>
                    <a:pt x="219" y="667"/>
                  </a:cubicBezTo>
                  <a:cubicBezTo>
                    <a:pt x="219" y="668"/>
                    <a:pt x="219" y="668"/>
                    <a:pt x="219" y="669"/>
                  </a:cubicBezTo>
                  <a:cubicBezTo>
                    <a:pt x="220" y="669"/>
                    <a:pt x="221" y="668"/>
                    <a:pt x="222" y="669"/>
                  </a:cubicBezTo>
                  <a:cubicBezTo>
                    <a:pt x="222" y="668"/>
                    <a:pt x="223" y="667"/>
                    <a:pt x="223" y="667"/>
                  </a:cubicBezTo>
                  <a:cubicBezTo>
                    <a:pt x="223" y="667"/>
                    <a:pt x="225" y="666"/>
                    <a:pt x="226" y="666"/>
                  </a:cubicBezTo>
                  <a:cubicBezTo>
                    <a:pt x="227" y="664"/>
                    <a:pt x="228" y="664"/>
                    <a:pt x="229" y="664"/>
                  </a:cubicBezTo>
                  <a:cubicBezTo>
                    <a:pt x="230" y="664"/>
                    <a:pt x="229" y="663"/>
                    <a:pt x="230" y="663"/>
                  </a:cubicBezTo>
                  <a:cubicBezTo>
                    <a:pt x="231" y="662"/>
                    <a:pt x="232" y="664"/>
                    <a:pt x="232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4" y="663"/>
                  </a:cubicBezTo>
                  <a:cubicBezTo>
                    <a:pt x="235" y="664"/>
                    <a:pt x="235" y="662"/>
                    <a:pt x="236" y="663"/>
                  </a:cubicBezTo>
                  <a:cubicBezTo>
                    <a:pt x="236" y="663"/>
                    <a:pt x="235" y="664"/>
                    <a:pt x="235" y="664"/>
                  </a:cubicBezTo>
                  <a:cubicBezTo>
                    <a:pt x="236" y="665"/>
                    <a:pt x="241" y="668"/>
                    <a:pt x="241" y="670"/>
                  </a:cubicBezTo>
                  <a:cubicBezTo>
                    <a:pt x="241" y="672"/>
                    <a:pt x="236" y="672"/>
                    <a:pt x="235" y="674"/>
                  </a:cubicBezTo>
                  <a:cubicBezTo>
                    <a:pt x="235" y="675"/>
                    <a:pt x="236" y="676"/>
                    <a:pt x="235" y="677"/>
                  </a:cubicBezTo>
                  <a:cubicBezTo>
                    <a:pt x="233" y="677"/>
                    <a:pt x="234" y="675"/>
                    <a:pt x="233" y="675"/>
                  </a:cubicBezTo>
                  <a:cubicBezTo>
                    <a:pt x="232" y="674"/>
                    <a:pt x="227" y="674"/>
                    <a:pt x="225" y="673"/>
                  </a:cubicBezTo>
                  <a:cubicBezTo>
                    <a:pt x="225" y="673"/>
                    <a:pt x="224" y="672"/>
                    <a:pt x="223" y="672"/>
                  </a:cubicBezTo>
                  <a:cubicBezTo>
                    <a:pt x="221" y="673"/>
                    <a:pt x="217" y="673"/>
                    <a:pt x="217" y="674"/>
                  </a:cubicBezTo>
                  <a:cubicBezTo>
                    <a:pt x="216" y="674"/>
                    <a:pt x="218" y="674"/>
                    <a:pt x="218" y="675"/>
                  </a:cubicBezTo>
                  <a:cubicBezTo>
                    <a:pt x="217" y="675"/>
                    <a:pt x="216" y="674"/>
                    <a:pt x="215" y="674"/>
                  </a:cubicBezTo>
                  <a:cubicBezTo>
                    <a:pt x="213" y="674"/>
                    <a:pt x="210" y="675"/>
                    <a:pt x="207" y="675"/>
                  </a:cubicBezTo>
                  <a:cubicBezTo>
                    <a:pt x="208" y="676"/>
                    <a:pt x="208" y="677"/>
                    <a:pt x="208" y="677"/>
                  </a:cubicBezTo>
                  <a:cubicBezTo>
                    <a:pt x="209" y="677"/>
                    <a:pt x="209" y="676"/>
                    <a:pt x="209" y="676"/>
                  </a:cubicBezTo>
                  <a:cubicBezTo>
                    <a:pt x="210" y="676"/>
                    <a:pt x="212" y="677"/>
                    <a:pt x="214" y="679"/>
                  </a:cubicBezTo>
                  <a:cubicBezTo>
                    <a:pt x="215" y="679"/>
                    <a:pt x="216" y="679"/>
                    <a:pt x="216" y="679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7" y="681"/>
                    <a:pt x="216" y="682"/>
                    <a:pt x="216" y="682"/>
                  </a:cubicBezTo>
                  <a:cubicBezTo>
                    <a:pt x="218" y="684"/>
                    <a:pt x="222" y="683"/>
                    <a:pt x="224" y="683"/>
                  </a:cubicBezTo>
                  <a:cubicBezTo>
                    <a:pt x="224" y="683"/>
                    <a:pt x="224" y="684"/>
                    <a:pt x="225" y="684"/>
                  </a:cubicBezTo>
                  <a:cubicBezTo>
                    <a:pt x="225" y="684"/>
                    <a:pt x="225" y="684"/>
                    <a:pt x="225" y="684"/>
                  </a:cubicBezTo>
                  <a:cubicBezTo>
                    <a:pt x="225" y="683"/>
                    <a:pt x="230" y="681"/>
                    <a:pt x="231" y="682"/>
                  </a:cubicBezTo>
                  <a:cubicBezTo>
                    <a:pt x="232" y="684"/>
                    <a:pt x="231" y="686"/>
                    <a:pt x="229" y="686"/>
                  </a:cubicBezTo>
                  <a:cubicBezTo>
                    <a:pt x="229" y="686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30" y="688"/>
                    <a:pt x="231" y="688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3" y="686"/>
                    <a:pt x="233" y="686"/>
                  </a:cubicBezTo>
                  <a:cubicBezTo>
                    <a:pt x="234" y="685"/>
                    <a:pt x="237" y="685"/>
                    <a:pt x="239" y="683"/>
                  </a:cubicBezTo>
                  <a:cubicBezTo>
                    <a:pt x="240" y="682"/>
                    <a:pt x="243" y="680"/>
                    <a:pt x="244" y="680"/>
                  </a:cubicBezTo>
                  <a:cubicBezTo>
                    <a:pt x="245" y="681"/>
                    <a:pt x="245" y="682"/>
                    <a:pt x="246" y="683"/>
                  </a:cubicBezTo>
                  <a:cubicBezTo>
                    <a:pt x="246" y="683"/>
                    <a:pt x="246" y="682"/>
                    <a:pt x="247" y="682"/>
                  </a:cubicBezTo>
                  <a:cubicBezTo>
                    <a:pt x="248" y="682"/>
                    <a:pt x="249" y="683"/>
                    <a:pt x="249" y="684"/>
                  </a:cubicBezTo>
                  <a:cubicBezTo>
                    <a:pt x="250" y="684"/>
                    <a:pt x="251" y="684"/>
                    <a:pt x="251" y="685"/>
                  </a:cubicBezTo>
                  <a:cubicBezTo>
                    <a:pt x="251" y="685"/>
                    <a:pt x="250" y="686"/>
                    <a:pt x="249" y="686"/>
                  </a:cubicBezTo>
                  <a:cubicBezTo>
                    <a:pt x="248" y="687"/>
                    <a:pt x="247" y="688"/>
                    <a:pt x="246" y="686"/>
                  </a:cubicBezTo>
                  <a:cubicBezTo>
                    <a:pt x="246" y="685"/>
                    <a:pt x="246" y="686"/>
                    <a:pt x="246" y="687"/>
                  </a:cubicBezTo>
                  <a:cubicBezTo>
                    <a:pt x="247" y="688"/>
                    <a:pt x="248" y="688"/>
                    <a:pt x="248" y="689"/>
                  </a:cubicBezTo>
                  <a:cubicBezTo>
                    <a:pt x="248" y="690"/>
                    <a:pt x="247" y="690"/>
                    <a:pt x="245" y="691"/>
                  </a:cubicBezTo>
                  <a:cubicBezTo>
                    <a:pt x="247" y="692"/>
                    <a:pt x="248" y="693"/>
                    <a:pt x="248" y="694"/>
                  </a:cubicBezTo>
                  <a:cubicBezTo>
                    <a:pt x="248" y="694"/>
                    <a:pt x="247" y="696"/>
                    <a:pt x="246" y="697"/>
                  </a:cubicBezTo>
                  <a:cubicBezTo>
                    <a:pt x="252" y="699"/>
                    <a:pt x="257" y="700"/>
                    <a:pt x="263" y="702"/>
                  </a:cubicBezTo>
                  <a:cubicBezTo>
                    <a:pt x="263" y="702"/>
                    <a:pt x="263" y="702"/>
                    <a:pt x="264" y="701"/>
                  </a:cubicBezTo>
                  <a:cubicBezTo>
                    <a:pt x="264" y="701"/>
                    <a:pt x="265" y="702"/>
                    <a:pt x="266" y="702"/>
                  </a:cubicBezTo>
                  <a:cubicBezTo>
                    <a:pt x="267" y="702"/>
                    <a:pt x="267" y="701"/>
                    <a:pt x="268" y="701"/>
                  </a:cubicBezTo>
                  <a:cubicBezTo>
                    <a:pt x="269" y="701"/>
                    <a:pt x="271" y="702"/>
                    <a:pt x="273" y="702"/>
                  </a:cubicBezTo>
                  <a:cubicBezTo>
                    <a:pt x="274" y="703"/>
                    <a:pt x="274" y="702"/>
                    <a:pt x="274" y="703"/>
                  </a:cubicBezTo>
                  <a:cubicBezTo>
                    <a:pt x="275" y="703"/>
                    <a:pt x="274" y="704"/>
                    <a:pt x="274" y="705"/>
                  </a:cubicBezTo>
                  <a:cubicBezTo>
                    <a:pt x="281" y="707"/>
                    <a:pt x="289" y="708"/>
                    <a:pt x="296" y="709"/>
                  </a:cubicBezTo>
                  <a:cubicBezTo>
                    <a:pt x="297" y="708"/>
                    <a:pt x="297" y="708"/>
                    <a:pt x="298" y="707"/>
                  </a:cubicBezTo>
                  <a:cubicBezTo>
                    <a:pt x="298" y="707"/>
                    <a:pt x="304" y="707"/>
                    <a:pt x="305" y="707"/>
                  </a:cubicBezTo>
                  <a:cubicBezTo>
                    <a:pt x="306" y="707"/>
                    <a:pt x="307" y="708"/>
                    <a:pt x="308" y="708"/>
                  </a:cubicBezTo>
                  <a:cubicBezTo>
                    <a:pt x="307" y="708"/>
                    <a:pt x="307" y="708"/>
                    <a:pt x="307" y="707"/>
                  </a:cubicBezTo>
                  <a:cubicBezTo>
                    <a:pt x="306" y="706"/>
                    <a:pt x="306" y="704"/>
                    <a:pt x="307" y="703"/>
                  </a:cubicBezTo>
                  <a:cubicBezTo>
                    <a:pt x="311" y="699"/>
                    <a:pt x="321" y="702"/>
                    <a:pt x="325" y="704"/>
                  </a:cubicBezTo>
                  <a:cubicBezTo>
                    <a:pt x="325" y="703"/>
                    <a:pt x="325" y="703"/>
                    <a:pt x="325" y="702"/>
                  </a:cubicBezTo>
                  <a:cubicBezTo>
                    <a:pt x="326" y="699"/>
                    <a:pt x="334" y="701"/>
                    <a:pt x="334" y="704"/>
                  </a:cubicBezTo>
                  <a:cubicBezTo>
                    <a:pt x="334" y="704"/>
                    <a:pt x="336" y="705"/>
                    <a:pt x="336" y="705"/>
                  </a:cubicBezTo>
                  <a:cubicBezTo>
                    <a:pt x="336" y="706"/>
                    <a:pt x="334" y="706"/>
                    <a:pt x="334" y="705"/>
                  </a:cubicBezTo>
                  <a:cubicBezTo>
                    <a:pt x="333" y="706"/>
                    <a:pt x="330" y="707"/>
                    <a:pt x="328" y="706"/>
                  </a:cubicBezTo>
                  <a:cubicBezTo>
                    <a:pt x="327" y="706"/>
                    <a:pt x="325" y="706"/>
                    <a:pt x="324" y="708"/>
                  </a:cubicBezTo>
                  <a:cubicBezTo>
                    <a:pt x="324" y="708"/>
                    <a:pt x="324" y="710"/>
                    <a:pt x="324" y="710"/>
                  </a:cubicBezTo>
                  <a:cubicBezTo>
                    <a:pt x="323" y="711"/>
                    <a:pt x="321" y="711"/>
                    <a:pt x="321" y="711"/>
                  </a:cubicBezTo>
                  <a:cubicBezTo>
                    <a:pt x="321" y="712"/>
                    <a:pt x="322" y="713"/>
                    <a:pt x="323" y="713"/>
                  </a:cubicBezTo>
                  <a:cubicBezTo>
                    <a:pt x="328" y="713"/>
                    <a:pt x="334" y="714"/>
                    <a:pt x="339" y="714"/>
                  </a:cubicBezTo>
                  <a:cubicBezTo>
                    <a:pt x="338" y="712"/>
                    <a:pt x="340" y="712"/>
                    <a:pt x="342" y="712"/>
                  </a:cubicBezTo>
                  <a:cubicBezTo>
                    <a:pt x="342" y="712"/>
                    <a:pt x="343" y="712"/>
                    <a:pt x="344" y="712"/>
                  </a:cubicBezTo>
                  <a:cubicBezTo>
                    <a:pt x="344" y="712"/>
                    <a:pt x="344" y="713"/>
                    <a:pt x="344" y="713"/>
                  </a:cubicBezTo>
                  <a:cubicBezTo>
                    <a:pt x="344" y="713"/>
                    <a:pt x="345" y="713"/>
                    <a:pt x="345" y="714"/>
                  </a:cubicBezTo>
                  <a:cubicBezTo>
                    <a:pt x="345" y="714"/>
                    <a:pt x="346" y="714"/>
                    <a:pt x="346" y="714"/>
                  </a:cubicBezTo>
                  <a:cubicBezTo>
                    <a:pt x="346" y="713"/>
                    <a:pt x="347" y="712"/>
                    <a:pt x="347" y="712"/>
                  </a:cubicBezTo>
                  <a:cubicBezTo>
                    <a:pt x="348" y="712"/>
                    <a:pt x="349" y="712"/>
                    <a:pt x="349" y="712"/>
                  </a:cubicBezTo>
                  <a:cubicBezTo>
                    <a:pt x="350" y="712"/>
                    <a:pt x="351" y="711"/>
                    <a:pt x="352" y="711"/>
                  </a:cubicBezTo>
                  <a:cubicBezTo>
                    <a:pt x="352" y="710"/>
                    <a:pt x="352" y="710"/>
                    <a:pt x="354" y="709"/>
                  </a:cubicBezTo>
                  <a:cubicBezTo>
                    <a:pt x="355" y="709"/>
                    <a:pt x="355" y="708"/>
                    <a:pt x="357" y="708"/>
                  </a:cubicBezTo>
                  <a:cubicBezTo>
                    <a:pt x="360" y="707"/>
                    <a:pt x="365" y="706"/>
                    <a:pt x="369" y="705"/>
                  </a:cubicBezTo>
                  <a:cubicBezTo>
                    <a:pt x="370" y="705"/>
                    <a:pt x="370" y="705"/>
                    <a:pt x="370" y="705"/>
                  </a:cubicBezTo>
                  <a:cubicBezTo>
                    <a:pt x="370" y="705"/>
                    <a:pt x="369" y="705"/>
                    <a:pt x="369" y="705"/>
                  </a:cubicBezTo>
                  <a:cubicBezTo>
                    <a:pt x="368" y="705"/>
                    <a:pt x="367" y="704"/>
                    <a:pt x="366" y="702"/>
                  </a:cubicBezTo>
                  <a:cubicBezTo>
                    <a:pt x="365" y="702"/>
                    <a:pt x="365" y="702"/>
                    <a:pt x="365" y="701"/>
                  </a:cubicBezTo>
                  <a:cubicBezTo>
                    <a:pt x="365" y="700"/>
                    <a:pt x="364" y="699"/>
                    <a:pt x="365" y="698"/>
                  </a:cubicBezTo>
                  <a:cubicBezTo>
                    <a:pt x="366" y="692"/>
                    <a:pt x="379" y="693"/>
                    <a:pt x="384" y="696"/>
                  </a:cubicBezTo>
                  <a:cubicBezTo>
                    <a:pt x="386" y="697"/>
                    <a:pt x="387" y="699"/>
                    <a:pt x="388" y="701"/>
                  </a:cubicBezTo>
                  <a:cubicBezTo>
                    <a:pt x="390" y="700"/>
                    <a:pt x="392" y="699"/>
                    <a:pt x="392" y="700"/>
                  </a:cubicBezTo>
                  <a:cubicBezTo>
                    <a:pt x="393" y="701"/>
                    <a:pt x="391" y="702"/>
                    <a:pt x="389" y="702"/>
                  </a:cubicBezTo>
                  <a:cubicBezTo>
                    <a:pt x="389" y="702"/>
                    <a:pt x="389" y="702"/>
                    <a:pt x="389" y="702"/>
                  </a:cubicBezTo>
                  <a:cubicBezTo>
                    <a:pt x="390" y="703"/>
                    <a:pt x="391" y="704"/>
                    <a:pt x="391" y="704"/>
                  </a:cubicBezTo>
                  <a:cubicBezTo>
                    <a:pt x="391" y="706"/>
                    <a:pt x="387" y="707"/>
                    <a:pt x="383" y="708"/>
                  </a:cubicBezTo>
                  <a:cubicBezTo>
                    <a:pt x="388" y="708"/>
                    <a:pt x="395" y="708"/>
                    <a:pt x="399" y="708"/>
                  </a:cubicBezTo>
                  <a:cubicBezTo>
                    <a:pt x="399" y="708"/>
                    <a:pt x="406" y="707"/>
                    <a:pt x="406" y="708"/>
                  </a:cubicBezTo>
                  <a:cubicBezTo>
                    <a:pt x="407" y="710"/>
                    <a:pt x="401" y="709"/>
                    <a:pt x="400" y="709"/>
                  </a:cubicBezTo>
                  <a:cubicBezTo>
                    <a:pt x="394" y="709"/>
                    <a:pt x="384" y="709"/>
                    <a:pt x="378" y="709"/>
                  </a:cubicBezTo>
                  <a:cubicBezTo>
                    <a:pt x="378" y="709"/>
                    <a:pt x="377" y="709"/>
                    <a:pt x="377" y="709"/>
                  </a:cubicBezTo>
                  <a:cubicBezTo>
                    <a:pt x="377" y="709"/>
                    <a:pt x="377" y="709"/>
                    <a:pt x="377" y="708"/>
                  </a:cubicBezTo>
                  <a:cubicBezTo>
                    <a:pt x="378" y="708"/>
                    <a:pt x="378" y="708"/>
                    <a:pt x="379" y="708"/>
                  </a:cubicBezTo>
                  <a:cubicBezTo>
                    <a:pt x="377" y="708"/>
                    <a:pt x="376" y="708"/>
                    <a:pt x="375" y="708"/>
                  </a:cubicBezTo>
                  <a:cubicBezTo>
                    <a:pt x="374" y="708"/>
                    <a:pt x="374" y="709"/>
                    <a:pt x="373" y="709"/>
                  </a:cubicBezTo>
                  <a:cubicBezTo>
                    <a:pt x="373" y="709"/>
                    <a:pt x="372" y="709"/>
                    <a:pt x="372" y="709"/>
                  </a:cubicBezTo>
                  <a:cubicBezTo>
                    <a:pt x="372" y="709"/>
                    <a:pt x="371" y="710"/>
                    <a:pt x="370" y="710"/>
                  </a:cubicBezTo>
                  <a:cubicBezTo>
                    <a:pt x="369" y="710"/>
                    <a:pt x="367" y="710"/>
                    <a:pt x="366" y="711"/>
                  </a:cubicBezTo>
                  <a:cubicBezTo>
                    <a:pt x="364" y="711"/>
                    <a:pt x="363" y="712"/>
                    <a:pt x="361" y="713"/>
                  </a:cubicBezTo>
                  <a:cubicBezTo>
                    <a:pt x="360" y="713"/>
                    <a:pt x="360" y="713"/>
                    <a:pt x="360" y="713"/>
                  </a:cubicBezTo>
                  <a:cubicBezTo>
                    <a:pt x="359" y="713"/>
                    <a:pt x="358" y="714"/>
                    <a:pt x="357" y="715"/>
                  </a:cubicBezTo>
                  <a:cubicBezTo>
                    <a:pt x="357" y="715"/>
                    <a:pt x="357" y="715"/>
                    <a:pt x="357" y="715"/>
                  </a:cubicBezTo>
                  <a:cubicBezTo>
                    <a:pt x="554" y="715"/>
                    <a:pt x="714" y="555"/>
                    <a:pt x="714" y="357"/>
                  </a:cubicBezTo>
                  <a:cubicBezTo>
                    <a:pt x="714" y="339"/>
                    <a:pt x="713" y="322"/>
                    <a:pt x="710" y="304"/>
                  </a:cubicBezTo>
                  <a:close/>
                  <a:moveTo>
                    <a:pt x="703" y="277"/>
                  </a:moveTo>
                  <a:cubicBezTo>
                    <a:pt x="704" y="277"/>
                    <a:pt x="703" y="279"/>
                    <a:pt x="702" y="279"/>
                  </a:cubicBezTo>
                  <a:cubicBezTo>
                    <a:pt x="702" y="278"/>
                    <a:pt x="703" y="278"/>
                    <a:pt x="703" y="277"/>
                  </a:cubicBezTo>
                  <a:close/>
                  <a:moveTo>
                    <a:pt x="702" y="292"/>
                  </a:moveTo>
                  <a:cubicBezTo>
                    <a:pt x="702" y="292"/>
                    <a:pt x="702" y="292"/>
                    <a:pt x="702" y="292"/>
                  </a:cubicBezTo>
                  <a:cubicBezTo>
                    <a:pt x="702" y="292"/>
                    <a:pt x="701" y="293"/>
                    <a:pt x="701" y="293"/>
                  </a:cubicBezTo>
                  <a:cubicBezTo>
                    <a:pt x="701" y="293"/>
                    <a:pt x="701" y="292"/>
                    <a:pt x="702" y="292"/>
                  </a:cubicBezTo>
                  <a:close/>
                  <a:moveTo>
                    <a:pt x="699" y="271"/>
                  </a:moveTo>
                  <a:cubicBezTo>
                    <a:pt x="697" y="274"/>
                    <a:pt x="700" y="270"/>
                    <a:pt x="699" y="271"/>
                  </a:cubicBezTo>
                  <a:close/>
                  <a:moveTo>
                    <a:pt x="681" y="279"/>
                  </a:moveTo>
                  <a:cubicBezTo>
                    <a:pt x="681" y="277"/>
                    <a:pt x="683" y="278"/>
                    <a:pt x="681" y="279"/>
                  </a:cubicBezTo>
                  <a:close/>
                  <a:moveTo>
                    <a:pt x="682" y="275"/>
                  </a:moveTo>
                  <a:cubicBezTo>
                    <a:pt x="683" y="276"/>
                    <a:pt x="681" y="277"/>
                    <a:pt x="682" y="275"/>
                  </a:cubicBezTo>
                  <a:close/>
                  <a:moveTo>
                    <a:pt x="686" y="247"/>
                  </a:moveTo>
                  <a:cubicBezTo>
                    <a:pt x="687" y="248"/>
                    <a:pt x="687" y="250"/>
                    <a:pt x="687" y="252"/>
                  </a:cubicBezTo>
                  <a:cubicBezTo>
                    <a:pt x="686" y="251"/>
                    <a:pt x="686" y="249"/>
                    <a:pt x="686" y="247"/>
                  </a:cubicBezTo>
                  <a:close/>
                  <a:moveTo>
                    <a:pt x="680" y="254"/>
                  </a:moveTo>
                  <a:cubicBezTo>
                    <a:pt x="680" y="255"/>
                    <a:pt x="681" y="252"/>
                    <a:pt x="680" y="254"/>
                  </a:cubicBezTo>
                  <a:close/>
                  <a:moveTo>
                    <a:pt x="684" y="227"/>
                  </a:moveTo>
                  <a:cubicBezTo>
                    <a:pt x="687" y="230"/>
                    <a:pt x="682" y="233"/>
                    <a:pt x="680" y="234"/>
                  </a:cubicBezTo>
                  <a:cubicBezTo>
                    <a:pt x="678" y="231"/>
                    <a:pt x="681" y="225"/>
                    <a:pt x="684" y="227"/>
                  </a:cubicBezTo>
                  <a:close/>
                  <a:moveTo>
                    <a:pt x="634" y="190"/>
                  </a:moveTo>
                  <a:cubicBezTo>
                    <a:pt x="634" y="190"/>
                    <a:pt x="634" y="191"/>
                    <a:pt x="634" y="191"/>
                  </a:cubicBezTo>
                  <a:cubicBezTo>
                    <a:pt x="635" y="194"/>
                    <a:pt x="630" y="192"/>
                    <a:pt x="634" y="190"/>
                  </a:cubicBezTo>
                  <a:close/>
                  <a:moveTo>
                    <a:pt x="574" y="146"/>
                  </a:moveTo>
                  <a:cubicBezTo>
                    <a:pt x="575" y="147"/>
                    <a:pt x="573" y="147"/>
                    <a:pt x="573" y="146"/>
                  </a:cubicBezTo>
                  <a:cubicBezTo>
                    <a:pt x="572" y="146"/>
                    <a:pt x="574" y="145"/>
                    <a:pt x="574" y="146"/>
                  </a:cubicBezTo>
                  <a:close/>
                  <a:moveTo>
                    <a:pt x="571" y="138"/>
                  </a:moveTo>
                  <a:cubicBezTo>
                    <a:pt x="571" y="138"/>
                    <a:pt x="571" y="138"/>
                    <a:pt x="571" y="138"/>
                  </a:cubicBezTo>
                  <a:cubicBezTo>
                    <a:pt x="572" y="140"/>
                    <a:pt x="569" y="137"/>
                    <a:pt x="571" y="138"/>
                  </a:cubicBezTo>
                  <a:close/>
                  <a:moveTo>
                    <a:pt x="566" y="136"/>
                  </a:moveTo>
                  <a:cubicBezTo>
                    <a:pt x="566" y="137"/>
                    <a:pt x="564" y="137"/>
                    <a:pt x="564" y="137"/>
                  </a:cubicBezTo>
                  <a:cubicBezTo>
                    <a:pt x="564" y="136"/>
                    <a:pt x="566" y="135"/>
                    <a:pt x="566" y="136"/>
                  </a:cubicBezTo>
                  <a:close/>
                  <a:moveTo>
                    <a:pt x="562" y="145"/>
                  </a:moveTo>
                  <a:cubicBezTo>
                    <a:pt x="563" y="146"/>
                    <a:pt x="562" y="146"/>
                    <a:pt x="562" y="146"/>
                  </a:cubicBezTo>
                  <a:cubicBezTo>
                    <a:pt x="561" y="145"/>
                    <a:pt x="562" y="145"/>
                    <a:pt x="562" y="145"/>
                  </a:cubicBezTo>
                  <a:close/>
                  <a:moveTo>
                    <a:pt x="549" y="88"/>
                  </a:moveTo>
                  <a:cubicBezTo>
                    <a:pt x="549" y="88"/>
                    <a:pt x="549" y="88"/>
                    <a:pt x="549" y="88"/>
                  </a:cubicBezTo>
                  <a:cubicBezTo>
                    <a:pt x="549" y="88"/>
                    <a:pt x="549" y="88"/>
                    <a:pt x="549" y="88"/>
                  </a:cubicBezTo>
                  <a:close/>
                  <a:moveTo>
                    <a:pt x="549" y="88"/>
                  </a:moveTo>
                  <a:cubicBezTo>
                    <a:pt x="549" y="88"/>
                    <a:pt x="548" y="88"/>
                    <a:pt x="549" y="88"/>
                  </a:cubicBezTo>
                  <a:close/>
                  <a:moveTo>
                    <a:pt x="549" y="90"/>
                  </a:moveTo>
                  <a:cubicBezTo>
                    <a:pt x="549" y="91"/>
                    <a:pt x="548" y="91"/>
                    <a:pt x="548" y="91"/>
                  </a:cubicBezTo>
                  <a:cubicBezTo>
                    <a:pt x="548" y="91"/>
                    <a:pt x="549" y="90"/>
                    <a:pt x="549" y="90"/>
                  </a:cubicBezTo>
                  <a:close/>
                  <a:moveTo>
                    <a:pt x="547" y="89"/>
                  </a:moveTo>
                  <a:cubicBezTo>
                    <a:pt x="546" y="89"/>
                    <a:pt x="546" y="90"/>
                    <a:pt x="545" y="90"/>
                  </a:cubicBezTo>
                  <a:cubicBezTo>
                    <a:pt x="546" y="90"/>
                    <a:pt x="544" y="88"/>
                    <a:pt x="544" y="88"/>
                  </a:cubicBezTo>
                  <a:cubicBezTo>
                    <a:pt x="545" y="87"/>
                    <a:pt x="547" y="87"/>
                    <a:pt x="547" y="89"/>
                  </a:cubicBezTo>
                  <a:close/>
                  <a:moveTo>
                    <a:pt x="540" y="94"/>
                  </a:moveTo>
                  <a:cubicBezTo>
                    <a:pt x="541" y="94"/>
                    <a:pt x="539" y="94"/>
                    <a:pt x="539" y="94"/>
                  </a:cubicBezTo>
                  <a:cubicBezTo>
                    <a:pt x="539" y="93"/>
                    <a:pt x="540" y="93"/>
                    <a:pt x="540" y="94"/>
                  </a:cubicBezTo>
                  <a:close/>
                  <a:moveTo>
                    <a:pt x="540" y="97"/>
                  </a:moveTo>
                  <a:cubicBezTo>
                    <a:pt x="540" y="96"/>
                    <a:pt x="538" y="98"/>
                    <a:pt x="539" y="97"/>
                  </a:cubicBezTo>
                  <a:cubicBezTo>
                    <a:pt x="539" y="96"/>
                    <a:pt x="542" y="93"/>
                    <a:pt x="544" y="93"/>
                  </a:cubicBezTo>
                  <a:cubicBezTo>
                    <a:pt x="546" y="93"/>
                    <a:pt x="549" y="94"/>
                    <a:pt x="548" y="96"/>
                  </a:cubicBezTo>
                  <a:cubicBezTo>
                    <a:pt x="548" y="98"/>
                    <a:pt x="544" y="100"/>
                    <a:pt x="542" y="100"/>
                  </a:cubicBezTo>
                  <a:cubicBezTo>
                    <a:pt x="541" y="100"/>
                    <a:pt x="540" y="99"/>
                    <a:pt x="540" y="99"/>
                  </a:cubicBezTo>
                  <a:cubicBezTo>
                    <a:pt x="539" y="99"/>
                    <a:pt x="538" y="101"/>
                    <a:pt x="538" y="99"/>
                  </a:cubicBezTo>
                  <a:cubicBezTo>
                    <a:pt x="538" y="99"/>
                    <a:pt x="540" y="97"/>
                    <a:pt x="540" y="97"/>
                  </a:cubicBezTo>
                  <a:close/>
                  <a:moveTo>
                    <a:pt x="535" y="95"/>
                  </a:moveTo>
                  <a:cubicBezTo>
                    <a:pt x="536" y="96"/>
                    <a:pt x="533" y="95"/>
                    <a:pt x="535" y="95"/>
                  </a:cubicBezTo>
                  <a:close/>
                  <a:moveTo>
                    <a:pt x="535" y="97"/>
                  </a:moveTo>
                  <a:cubicBezTo>
                    <a:pt x="535" y="97"/>
                    <a:pt x="535" y="96"/>
                    <a:pt x="535" y="96"/>
                  </a:cubicBezTo>
                  <a:cubicBezTo>
                    <a:pt x="535" y="97"/>
                    <a:pt x="536" y="97"/>
                    <a:pt x="535" y="97"/>
                  </a:cubicBezTo>
                  <a:close/>
                  <a:moveTo>
                    <a:pt x="534" y="111"/>
                  </a:moveTo>
                  <a:cubicBezTo>
                    <a:pt x="534" y="110"/>
                    <a:pt x="535" y="109"/>
                    <a:pt x="536" y="110"/>
                  </a:cubicBezTo>
                  <a:cubicBezTo>
                    <a:pt x="537" y="111"/>
                    <a:pt x="535" y="111"/>
                    <a:pt x="534" y="111"/>
                  </a:cubicBezTo>
                  <a:close/>
                  <a:moveTo>
                    <a:pt x="535" y="84"/>
                  </a:moveTo>
                  <a:cubicBezTo>
                    <a:pt x="538" y="83"/>
                    <a:pt x="536" y="88"/>
                    <a:pt x="534" y="87"/>
                  </a:cubicBezTo>
                  <a:cubicBezTo>
                    <a:pt x="532" y="86"/>
                    <a:pt x="534" y="85"/>
                    <a:pt x="535" y="84"/>
                  </a:cubicBezTo>
                  <a:close/>
                  <a:moveTo>
                    <a:pt x="545" y="73"/>
                  </a:moveTo>
                  <a:cubicBezTo>
                    <a:pt x="544" y="74"/>
                    <a:pt x="544" y="72"/>
                    <a:pt x="545" y="73"/>
                  </a:cubicBezTo>
                  <a:close/>
                  <a:moveTo>
                    <a:pt x="541" y="72"/>
                  </a:moveTo>
                  <a:cubicBezTo>
                    <a:pt x="540" y="73"/>
                    <a:pt x="539" y="73"/>
                    <a:pt x="537" y="73"/>
                  </a:cubicBezTo>
                  <a:cubicBezTo>
                    <a:pt x="539" y="73"/>
                    <a:pt x="539" y="71"/>
                    <a:pt x="541" y="72"/>
                  </a:cubicBezTo>
                  <a:close/>
                  <a:moveTo>
                    <a:pt x="534" y="73"/>
                  </a:moveTo>
                  <a:cubicBezTo>
                    <a:pt x="534" y="74"/>
                    <a:pt x="532" y="75"/>
                    <a:pt x="532" y="74"/>
                  </a:cubicBezTo>
                  <a:cubicBezTo>
                    <a:pt x="531" y="74"/>
                    <a:pt x="534" y="73"/>
                    <a:pt x="534" y="73"/>
                  </a:cubicBezTo>
                  <a:close/>
                  <a:moveTo>
                    <a:pt x="531" y="74"/>
                  </a:moveTo>
                  <a:cubicBezTo>
                    <a:pt x="532" y="75"/>
                    <a:pt x="530" y="74"/>
                    <a:pt x="530" y="74"/>
                  </a:cubicBezTo>
                  <a:cubicBezTo>
                    <a:pt x="529" y="73"/>
                    <a:pt x="531" y="73"/>
                    <a:pt x="531" y="74"/>
                  </a:cubicBezTo>
                  <a:close/>
                  <a:moveTo>
                    <a:pt x="458" y="41"/>
                  </a:moveTo>
                  <a:cubicBezTo>
                    <a:pt x="458" y="42"/>
                    <a:pt x="458" y="42"/>
                    <a:pt x="458" y="42"/>
                  </a:cubicBezTo>
                  <a:cubicBezTo>
                    <a:pt x="458" y="41"/>
                    <a:pt x="457" y="40"/>
                    <a:pt x="458" y="41"/>
                  </a:cubicBezTo>
                  <a:close/>
                  <a:moveTo>
                    <a:pt x="421" y="34"/>
                  </a:moveTo>
                  <a:cubicBezTo>
                    <a:pt x="420" y="34"/>
                    <a:pt x="420" y="33"/>
                    <a:pt x="421" y="34"/>
                  </a:cubicBezTo>
                  <a:close/>
                  <a:moveTo>
                    <a:pt x="421" y="29"/>
                  </a:moveTo>
                  <a:cubicBezTo>
                    <a:pt x="422" y="30"/>
                    <a:pt x="420" y="30"/>
                    <a:pt x="420" y="30"/>
                  </a:cubicBezTo>
                  <a:cubicBezTo>
                    <a:pt x="419" y="29"/>
                    <a:pt x="421" y="29"/>
                    <a:pt x="421" y="29"/>
                  </a:cubicBezTo>
                  <a:close/>
                  <a:moveTo>
                    <a:pt x="461" y="19"/>
                  </a:moveTo>
                  <a:cubicBezTo>
                    <a:pt x="461" y="20"/>
                    <a:pt x="458" y="20"/>
                    <a:pt x="458" y="19"/>
                  </a:cubicBezTo>
                  <a:cubicBezTo>
                    <a:pt x="457" y="18"/>
                    <a:pt x="461" y="17"/>
                    <a:pt x="461" y="19"/>
                  </a:cubicBezTo>
                  <a:close/>
                  <a:moveTo>
                    <a:pt x="456" y="20"/>
                  </a:moveTo>
                  <a:cubicBezTo>
                    <a:pt x="457" y="21"/>
                    <a:pt x="454" y="22"/>
                    <a:pt x="454" y="20"/>
                  </a:cubicBezTo>
                  <a:cubicBezTo>
                    <a:pt x="454" y="20"/>
                    <a:pt x="456" y="20"/>
                    <a:pt x="456" y="20"/>
                  </a:cubicBezTo>
                  <a:close/>
                  <a:moveTo>
                    <a:pt x="455" y="23"/>
                  </a:moveTo>
                  <a:cubicBezTo>
                    <a:pt x="456" y="24"/>
                    <a:pt x="453" y="23"/>
                    <a:pt x="453" y="23"/>
                  </a:cubicBezTo>
                  <a:cubicBezTo>
                    <a:pt x="453" y="22"/>
                    <a:pt x="455" y="22"/>
                    <a:pt x="455" y="23"/>
                  </a:cubicBezTo>
                  <a:close/>
                  <a:moveTo>
                    <a:pt x="434" y="24"/>
                  </a:moveTo>
                  <a:cubicBezTo>
                    <a:pt x="434" y="25"/>
                    <a:pt x="430" y="24"/>
                    <a:pt x="430" y="23"/>
                  </a:cubicBezTo>
                  <a:cubicBezTo>
                    <a:pt x="430" y="22"/>
                    <a:pt x="433" y="22"/>
                    <a:pt x="434" y="24"/>
                  </a:cubicBezTo>
                  <a:close/>
                  <a:moveTo>
                    <a:pt x="427" y="20"/>
                  </a:moveTo>
                  <a:cubicBezTo>
                    <a:pt x="427" y="21"/>
                    <a:pt x="425" y="20"/>
                    <a:pt x="425" y="20"/>
                  </a:cubicBezTo>
                  <a:cubicBezTo>
                    <a:pt x="425" y="20"/>
                    <a:pt x="427" y="19"/>
                    <a:pt x="427" y="20"/>
                  </a:cubicBezTo>
                  <a:close/>
                  <a:moveTo>
                    <a:pt x="418" y="41"/>
                  </a:moveTo>
                  <a:cubicBezTo>
                    <a:pt x="418" y="41"/>
                    <a:pt x="418" y="40"/>
                    <a:pt x="418" y="40"/>
                  </a:cubicBezTo>
                  <a:cubicBezTo>
                    <a:pt x="416" y="39"/>
                    <a:pt x="420" y="40"/>
                    <a:pt x="418" y="41"/>
                  </a:cubicBezTo>
                  <a:close/>
                  <a:moveTo>
                    <a:pt x="415" y="43"/>
                  </a:moveTo>
                  <a:cubicBezTo>
                    <a:pt x="416" y="44"/>
                    <a:pt x="414" y="44"/>
                    <a:pt x="414" y="44"/>
                  </a:cubicBezTo>
                  <a:cubicBezTo>
                    <a:pt x="414" y="44"/>
                    <a:pt x="414" y="43"/>
                    <a:pt x="415" y="43"/>
                  </a:cubicBezTo>
                  <a:close/>
                  <a:moveTo>
                    <a:pt x="388" y="45"/>
                  </a:moveTo>
                  <a:cubicBezTo>
                    <a:pt x="388" y="43"/>
                    <a:pt x="393" y="43"/>
                    <a:pt x="393" y="45"/>
                  </a:cubicBezTo>
                  <a:cubicBezTo>
                    <a:pt x="393" y="48"/>
                    <a:pt x="388" y="46"/>
                    <a:pt x="388" y="45"/>
                  </a:cubicBezTo>
                  <a:close/>
                  <a:moveTo>
                    <a:pt x="394" y="10"/>
                  </a:moveTo>
                  <a:cubicBezTo>
                    <a:pt x="394" y="11"/>
                    <a:pt x="393" y="11"/>
                    <a:pt x="392" y="11"/>
                  </a:cubicBezTo>
                  <a:cubicBezTo>
                    <a:pt x="393" y="10"/>
                    <a:pt x="394" y="10"/>
                    <a:pt x="394" y="10"/>
                  </a:cubicBezTo>
                  <a:close/>
                  <a:moveTo>
                    <a:pt x="389" y="10"/>
                  </a:moveTo>
                  <a:cubicBezTo>
                    <a:pt x="391" y="9"/>
                    <a:pt x="391" y="12"/>
                    <a:pt x="389" y="10"/>
                  </a:cubicBezTo>
                  <a:close/>
                  <a:moveTo>
                    <a:pt x="387" y="32"/>
                  </a:moveTo>
                  <a:cubicBezTo>
                    <a:pt x="393" y="30"/>
                    <a:pt x="399" y="30"/>
                    <a:pt x="404" y="30"/>
                  </a:cubicBezTo>
                  <a:cubicBezTo>
                    <a:pt x="399" y="31"/>
                    <a:pt x="391" y="32"/>
                    <a:pt x="384" y="33"/>
                  </a:cubicBezTo>
                  <a:cubicBezTo>
                    <a:pt x="379" y="35"/>
                    <a:pt x="386" y="32"/>
                    <a:pt x="387" y="32"/>
                  </a:cubicBezTo>
                  <a:close/>
                  <a:moveTo>
                    <a:pt x="380" y="25"/>
                  </a:moveTo>
                  <a:cubicBezTo>
                    <a:pt x="381" y="24"/>
                    <a:pt x="382" y="26"/>
                    <a:pt x="380" y="25"/>
                  </a:cubicBezTo>
                  <a:close/>
                  <a:moveTo>
                    <a:pt x="355" y="52"/>
                  </a:moveTo>
                  <a:cubicBezTo>
                    <a:pt x="355" y="51"/>
                    <a:pt x="357" y="50"/>
                    <a:pt x="357" y="51"/>
                  </a:cubicBezTo>
                  <a:cubicBezTo>
                    <a:pt x="358" y="53"/>
                    <a:pt x="356" y="52"/>
                    <a:pt x="355" y="52"/>
                  </a:cubicBezTo>
                  <a:close/>
                  <a:moveTo>
                    <a:pt x="375" y="42"/>
                  </a:move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lose/>
                  <a:moveTo>
                    <a:pt x="371" y="6"/>
                  </a:moveTo>
                  <a:cubicBezTo>
                    <a:pt x="372" y="5"/>
                    <a:pt x="373" y="7"/>
                    <a:pt x="371" y="6"/>
                  </a:cubicBezTo>
                  <a:close/>
                  <a:moveTo>
                    <a:pt x="367" y="52"/>
                  </a:moveTo>
                  <a:cubicBezTo>
                    <a:pt x="366" y="53"/>
                    <a:pt x="365" y="53"/>
                    <a:pt x="364" y="53"/>
                  </a:cubicBezTo>
                  <a:cubicBezTo>
                    <a:pt x="365" y="52"/>
                    <a:pt x="366" y="52"/>
                    <a:pt x="367" y="52"/>
                  </a:cubicBezTo>
                  <a:close/>
                  <a:moveTo>
                    <a:pt x="360" y="41"/>
                  </a:moveTo>
                  <a:cubicBezTo>
                    <a:pt x="358" y="42"/>
                    <a:pt x="354" y="43"/>
                    <a:pt x="351" y="41"/>
                  </a:cubicBezTo>
                  <a:cubicBezTo>
                    <a:pt x="351" y="40"/>
                    <a:pt x="360" y="41"/>
                    <a:pt x="360" y="41"/>
                  </a:cubicBezTo>
                  <a:close/>
                  <a:moveTo>
                    <a:pt x="2" y="391"/>
                  </a:moveTo>
                  <a:cubicBezTo>
                    <a:pt x="2" y="392"/>
                    <a:pt x="2" y="389"/>
                    <a:pt x="2" y="391"/>
                  </a:cubicBezTo>
                  <a:close/>
                  <a:moveTo>
                    <a:pt x="2" y="338"/>
                  </a:moveTo>
                  <a:cubicBezTo>
                    <a:pt x="1" y="339"/>
                    <a:pt x="1" y="336"/>
                    <a:pt x="2" y="337"/>
                  </a:cubicBezTo>
                  <a:cubicBezTo>
                    <a:pt x="2" y="337"/>
                    <a:pt x="2" y="337"/>
                    <a:pt x="2" y="338"/>
                  </a:cubicBezTo>
                  <a:close/>
                  <a:moveTo>
                    <a:pt x="6" y="411"/>
                  </a:moveTo>
                  <a:cubicBezTo>
                    <a:pt x="7" y="410"/>
                    <a:pt x="8" y="410"/>
                    <a:pt x="6" y="411"/>
                  </a:cubicBezTo>
                  <a:close/>
                  <a:moveTo>
                    <a:pt x="7" y="377"/>
                  </a:moveTo>
                  <a:cubicBezTo>
                    <a:pt x="8" y="377"/>
                    <a:pt x="8" y="378"/>
                    <a:pt x="7" y="379"/>
                  </a:cubicBezTo>
                  <a:cubicBezTo>
                    <a:pt x="6" y="380"/>
                    <a:pt x="7" y="377"/>
                    <a:pt x="7" y="377"/>
                  </a:cubicBezTo>
                  <a:close/>
                  <a:moveTo>
                    <a:pt x="7" y="415"/>
                  </a:moveTo>
                  <a:cubicBezTo>
                    <a:pt x="7" y="416"/>
                    <a:pt x="7" y="413"/>
                    <a:pt x="8" y="414"/>
                  </a:cubicBezTo>
                  <a:cubicBezTo>
                    <a:pt x="9" y="414"/>
                    <a:pt x="8" y="415"/>
                    <a:pt x="7" y="415"/>
                  </a:cubicBezTo>
                  <a:close/>
                  <a:moveTo>
                    <a:pt x="7" y="368"/>
                  </a:moveTo>
                  <a:cubicBezTo>
                    <a:pt x="6" y="367"/>
                    <a:pt x="7" y="364"/>
                    <a:pt x="8" y="363"/>
                  </a:cubicBezTo>
                  <a:cubicBezTo>
                    <a:pt x="8" y="365"/>
                    <a:pt x="7" y="366"/>
                    <a:pt x="7" y="368"/>
                  </a:cubicBezTo>
                  <a:close/>
                  <a:moveTo>
                    <a:pt x="13" y="438"/>
                  </a:moveTo>
                  <a:cubicBezTo>
                    <a:pt x="13" y="438"/>
                    <a:pt x="13" y="439"/>
                    <a:pt x="13" y="439"/>
                  </a:cubicBezTo>
                  <a:cubicBezTo>
                    <a:pt x="13" y="441"/>
                    <a:pt x="12" y="437"/>
                    <a:pt x="13" y="438"/>
                  </a:cubicBezTo>
                  <a:close/>
                  <a:moveTo>
                    <a:pt x="12" y="423"/>
                  </a:moveTo>
                  <a:cubicBezTo>
                    <a:pt x="13" y="423"/>
                    <a:pt x="11" y="425"/>
                    <a:pt x="12" y="423"/>
                  </a:cubicBezTo>
                  <a:close/>
                  <a:moveTo>
                    <a:pt x="15" y="295"/>
                  </a:moveTo>
                  <a:cubicBezTo>
                    <a:pt x="15" y="298"/>
                    <a:pt x="13" y="296"/>
                    <a:pt x="15" y="295"/>
                  </a:cubicBezTo>
                  <a:close/>
                  <a:moveTo>
                    <a:pt x="13" y="368"/>
                  </a:moveTo>
                  <a:cubicBezTo>
                    <a:pt x="14" y="368"/>
                    <a:pt x="13" y="369"/>
                    <a:pt x="13" y="369"/>
                  </a:cubicBezTo>
                  <a:cubicBezTo>
                    <a:pt x="12" y="370"/>
                    <a:pt x="12" y="367"/>
                    <a:pt x="13" y="368"/>
                  </a:cubicBezTo>
                  <a:close/>
                  <a:moveTo>
                    <a:pt x="12" y="352"/>
                  </a:moveTo>
                  <a:cubicBezTo>
                    <a:pt x="11" y="353"/>
                    <a:pt x="11" y="350"/>
                    <a:pt x="12" y="351"/>
                  </a:cubicBezTo>
                  <a:cubicBezTo>
                    <a:pt x="13" y="351"/>
                    <a:pt x="12" y="352"/>
                    <a:pt x="12" y="352"/>
                  </a:cubicBezTo>
                  <a:close/>
                  <a:moveTo>
                    <a:pt x="10" y="333"/>
                  </a:moveTo>
                  <a:cubicBezTo>
                    <a:pt x="12" y="332"/>
                    <a:pt x="14" y="337"/>
                    <a:pt x="12" y="338"/>
                  </a:cubicBezTo>
                  <a:cubicBezTo>
                    <a:pt x="9" y="339"/>
                    <a:pt x="9" y="334"/>
                    <a:pt x="10" y="333"/>
                  </a:cubicBezTo>
                  <a:close/>
                  <a:moveTo>
                    <a:pt x="10" y="355"/>
                  </a:moveTo>
                  <a:cubicBezTo>
                    <a:pt x="9" y="356"/>
                    <a:pt x="10" y="353"/>
                    <a:pt x="10" y="353"/>
                  </a:cubicBezTo>
                  <a:cubicBezTo>
                    <a:pt x="11" y="354"/>
                    <a:pt x="10" y="355"/>
                    <a:pt x="10" y="355"/>
                  </a:cubicBezTo>
                  <a:close/>
                  <a:moveTo>
                    <a:pt x="9" y="371"/>
                  </a:moveTo>
                  <a:cubicBezTo>
                    <a:pt x="8" y="372"/>
                    <a:pt x="8" y="369"/>
                    <a:pt x="9" y="370"/>
                  </a:cubicBezTo>
                  <a:cubicBezTo>
                    <a:pt x="9" y="370"/>
                    <a:pt x="9" y="371"/>
                    <a:pt x="9" y="371"/>
                  </a:cubicBezTo>
                  <a:close/>
                  <a:moveTo>
                    <a:pt x="9" y="359"/>
                  </a:moveTo>
                  <a:cubicBezTo>
                    <a:pt x="8" y="359"/>
                    <a:pt x="9" y="357"/>
                    <a:pt x="10" y="357"/>
                  </a:cubicBezTo>
                  <a:cubicBezTo>
                    <a:pt x="9" y="358"/>
                    <a:pt x="9" y="358"/>
                    <a:pt x="9" y="359"/>
                  </a:cubicBezTo>
                  <a:close/>
                  <a:moveTo>
                    <a:pt x="10" y="438"/>
                  </a:moveTo>
                  <a:cubicBezTo>
                    <a:pt x="9" y="439"/>
                    <a:pt x="10" y="436"/>
                    <a:pt x="11" y="436"/>
                  </a:cubicBezTo>
                  <a:cubicBezTo>
                    <a:pt x="12" y="437"/>
                    <a:pt x="11" y="437"/>
                    <a:pt x="10" y="438"/>
                  </a:cubicBezTo>
                  <a:close/>
                  <a:moveTo>
                    <a:pt x="10" y="424"/>
                  </a:moveTo>
                  <a:cubicBezTo>
                    <a:pt x="9" y="425"/>
                    <a:pt x="10" y="422"/>
                    <a:pt x="11" y="423"/>
                  </a:cubicBezTo>
                  <a:cubicBezTo>
                    <a:pt x="12" y="424"/>
                    <a:pt x="11" y="424"/>
                    <a:pt x="10" y="424"/>
                  </a:cubicBezTo>
                  <a:close/>
                  <a:moveTo>
                    <a:pt x="11" y="386"/>
                  </a:moveTo>
                  <a:cubicBezTo>
                    <a:pt x="10" y="386"/>
                    <a:pt x="10" y="387"/>
                    <a:pt x="10" y="385"/>
                  </a:cubicBezTo>
                  <a:cubicBezTo>
                    <a:pt x="10" y="383"/>
                    <a:pt x="14" y="374"/>
                    <a:pt x="14" y="374"/>
                  </a:cubicBezTo>
                  <a:cubicBezTo>
                    <a:pt x="16" y="374"/>
                    <a:pt x="13" y="377"/>
                    <a:pt x="13" y="378"/>
                  </a:cubicBezTo>
                  <a:cubicBezTo>
                    <a:pt x="12" y="381"/>
                    <a:pt x="14" y="385"/>
                    <a:pt x="11" y="386"/>
                  </a:cubicBezTo>
                  <a:close/>
                  <a:moveTo>
                    <a:pt x="14" y="394"/>
                  </a:moveTo>
                  <a:cubicBezTo>
                    <a:pt x="13" y="396"/>
                    <a:pt x="14" y="393"/>
                    <a:pt x="14" y="393"/>
                  </a:cubicBezTo>
                  <a:cubicBezTo>
                    <a:pt x="15" y="393"/>
                    <a:pt x="15" y="394"/>
                    <a:pt x="14" y="394"/>
                  </a:cubicBezTo>
                  <a:close/>
                  <a:moveTo>
                    <a:pt x="15" y="388"/>
                  </a:moveTo>
                  <a:cubicBezTo>
                    <a:pt x="14" y="388"/>
                    <a:pt x="15" y="387"/>
                    <a:pt x="15" y="387"/>
                  </a:cubicBezTo>
                  <a:cubicBezTo>
                    <a:pt x="15" y="387"/>
                    <a:pt x="15" y="388"/>
                    <a:pt x="15" y="388"/>
                  </a:cubicBezTo>
                  <a:close/>
                  <a:moveTo>
                    <a:pt x="15" y="300"/>
                  </a:moveTo>
                  <a:cubicBezTo>
                    <a:pt x="16" y="302"/>
                    <a:pt x="14" y="301"/>
                    <a:pt x="15" y="300"/>
                  </a:cubicBezTo>
                  <a:close/>
                  <a:moveTo>
                    <a:pt x="16" y="366"/>
                  </a:moveTo>
                  <a:cubicBezTo>
                    <a:pt x="15" y="367"/>
                    <a:pt x="17" y="364"/>
                    <a:pt x="16" y="366"/>
                  </a:cubicBezTo>
                  <a:close/>
                  <a:moveTo>
                    <a:pt x="17" y="380"/>
                  </a:moveTo>
                  <a:cubicBezTo>
                    <a:pt x="16" y="381"/>
                    <a:pt x="16" y="379"/>
                    <a:pt x="17" y="379"/>
                  </a:cubicBezTo>
                  <a:cubicBezTo>
                    <a:pt x="17" y="378"/>
                    <a:pt x="17" y="380"/>
                    <a:pt x="17" y="380"/>
                  </a:cubicBezTo>
                  <a:close/>
                  <a:moveTo>
                    <a:pt x="27" y="420"/>
                  </a:move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lose/>
                  <a:moveTo>
                    <a:pt x="23" y="346"/>
                  </a:moveTo>
                  <a:cubicBezTo>
                    <a:pt x="23" y="346"/>
                    <a:pt x="23" y="347"/>
                    <a:pt x="23" y="347"/>
                  </a:cubicBezTo>
                  <a:cubicBezTo>
                    <a:pt x="22" y="347"/>
                    <a:pt x="22" y="346"/>
                    <a:pt x="23" y="346"/>
                  </a:cubicBezTo>
                  <a:close/>
                  <a:moveTo>
                    <a:pt x="19" y="405"/>
                  </a:moveTo>
                  <a:cubicBezTo>
                    <a:pt x="19" y="405"/>
                    <a:pt x="18" y="404"/>
                    <a:pt x="18" y="404"/>
                  </a:cubicBezTo>
                  <a:cubicBezTo>
                    <a:pt x="18" y="404"/>
                    <a:pt x="20" y="404"/>
                    <a:pt x="19" y="405"/>
                  </a:cubicBezTo>
                  <a:close/>
                  <a:moveTo>
                    <a:pt x="20" y="406"/>
                  </a:moveTo>
                  <a:cubicBezTo>
                    <a:pt x="19" y="406"/>
                    <a:pt x="20" y="405"/>
                    <a:pt x="20" y="404"/>
                  </a:cubicBezTo>
                  <a:cubicBezTo>
                    <a:pt x="21" y="404"/>
                    <a:pt x="20" y="405"/>
                    <a:pt x="20" y="406"/>
                  </a:cubicBezTo>
                  <a:close/>
                  <a:moveTo>
                    <a:pt x="20" y="360"/>
                  </a:moveTo>
                  <a:cubicBezTo>
                    <a:pt x="19" y="359"/>
                    <a:pt x="21" y="359"/>
                    <a:pt x="20" y="360"/>
                  </a:cubicBezTo>
                  <a:close/>
                  <a:moveTo>
                    <a:pt x="22" y="268"/>
                  </a:moveTo>
                  <a:cubicBezTo>
                    <a:pt x="23" y="268"/>
                    <a:pt x="22" y="270"/>
                    <a:pt x="22" y="271"/>
                  </a:cubicBezTo>
                  <a:cubicBezTo>
                    <a:pt x="19" y="273"/>
                    <a:pt x="19" y="267"/>
                    <a:pt x="22" y="268"/>
                  </a:cubicBezTo>
                  <a:close/>
                  <a:moveTo>
                    <a:pt x="21" y="397"/>
                  </a:moveTo>
                  <a:cubicBezTo>
                    <a:pt x="21" y="396"/>
                    <a:pt x="22" y="397"/>
                    <a:pt x="22" y="398"/>
                  </a:cubicBezTo>
                  <a:cubicBezTo>
                    <a:pt x="21" y="399"/>
                    <a:pt x="20" y="397"/>
                    <a:pt x="21" y="397"/>
                  </a:cubicBezTo>
                  <a:close/>
                  <a:moveTo>
                    <a:pt x="21" y="415"/>
                  </a:moveTo>
                  <a:cubicBezTo>
                    <a:pt x="22" y="416"/>
                    <a:pt x="21" y="417"/>
                    <a:pt x="21" y="415"/>
                  </a:cubicBezTo>
                  <a:close/>
                  <a:moveTo>
                    <a:pt x="21" y="413"/>
                  </a:moveTo>
                  <a:cubicBezTo>
                    <a:pt x="21" y="413"/>
                    <a:pt x="23" y="413"/>
                    <a:pt x="23" y="413"/>
                  </a:cubicBezTo>
                  <a:cubicBezTo>
                    <a:pt x="23" y="414"/>
                    <a:pt x="20" y="414"/>
                    <a:pt x="21" y="413"/>
                  </a:cubicBezTo>
                  <a:close/>
                  <a:moveTo>
                    <a:pt x="24" y="367"/>
                  </a:moveTo>
                  <a:cubicBezTo>
                    <a:pt x="25" y="368"/>
                    <a:pt x="23" y="369"/>
                    <a:pt x="24" y="367"/>
                  </a:cubicBezTo>
                  <a:close/>
                  <a:moveTo>
                    <a:pt x="24" y="412"/>
                  </a:moveTo>
                  <a:cubicBezTo>
                    <a:pt x="24" y="413"/>
                    <a:pt x="24" y="410"/>
                    <a:pt x="24" y="412"/>
                  </a:cubicBezTo>
                  <a:close/>
                  <a:moveTo>
                    <a:pt x="25" y="401"/>
                  </a:moveTo>
                  <a:cubicBezTo>
                    <a:pt x="24" y="402"/>
                    <a:pt x="24" y="400"/>
                    <a:pt x="24" y="399"/>
                  </a:cubicBezTo>
                  <a:cubicBezTo>
                    <a:pt x="25" y="399"/>
                    <a:pt x="25" y="401"/>
                    <a:pt x="25" y="401"/>
                  </a:cubicBezTo>
                  <a:close/>
                  <a:moveTo>
                    <a:pt x="27" y="397"/>
                  </a:moveTo>
                  <a:cubicBezTo>
                    <a:pt x="27" y="398"/>
                    <a:pt x="28" y="396"/>
                    <a:pt x="27" y="397"/>
                  </a:cubicBezTo>
                  <a:close/>
                  <a:moveTo>
                    <a:pt x="25" y="343"/>
                  </a:moveTo>
                  <a:cubicBezTo>
                    <a:pt x="23" y="342"/>
                    <a:pt x="25" y="340"/>
                    <a:pt x="25" y="338"/>
                  </a:cubicBezTo>
                  <a:cubicBezTo>
                    <a:pt x="25" y="340"/>
                    <a:pt x="26" y="339"/>
                    <a:pt x="27" y="340"/>
                  </a:cubicBezTo>
                  <a:cubicBezTo>
                    <a:pt x="29" y="342"/>
                    <a:pt x="26" y="345"/>
                    <a:pt x="25" y="343"/>
                  </a:cubicBezTo>
                  <a:close/>
                  <a:moveTo>
                    <a:pt x="31" y="233"/>
                  </a:moveTo>
                  <a:cubicBezTo>
                    <a:pt x="30" y="234"/>
                    <a:pt x="30" y="231"/>
                    <a:pt x="30" y="231"/>
                  </a:cubicBezTo>
                  <a:cubicBezTo>
                    <a:pt x="32" y="231"/>
                    <a:pt x="31" y="233"/>
                    <a:pt x="31" y="233"/>
                  </a:cubicBezTo>
                  <a:close/>
                  <a:moveTo>
                    <a:pt x="33" y="290"/>
                  </a:moveTo>
                  <a:cubicBezTo>
                    <a:pt x="32" y="291"/>
                    <a:pt x="32" y="288"/>
                    <a:pt x="33" y="289"/>
                  </a:cubicBezTo>
                  <a:cubicBezTo>
                    <a:pt x="34" y="289"/>
                    <a:pt x="33" y="290"/>
                    <a:pt x="33" y="290"/>
                  </a:cubicBezTo>
                  <a:close/>
                  <a:moveTo>
                    <a:pt x="34" y="385"/>
                  </a:moveTo>
                  <a:cubicBezTo>
                    <a:pt x="33" y="386"/>
                    <a:pt x="34" y="383"/>
                    <a:pt x="35" y="383"/>
                  </a:cubicBezTo>
                  <a:cubicBezTo>
                    <a:pt x="35" y="384"/>
                    <a:pt x="34" y="385"/>
                    <a:pt x="34" y="385"/>
                  </a:cubicBezTo>
                  <a:close/>
                  <a:moveTo>
                    <a:pt x="36" y="305"/>
                  </a:moveTo>
                  <a:cubicBezTo>
                    <a:pt x="35" y="307"/>
                    <a:pt x="37" y="303"/>
                    <a:pt x="36" y="305"/>
                  </a:cubicBezTo>
                  <a:close/>
                  <a:moveTo>
                    <a:pt x="37" y="344"/>
                  </a:moveTo>
                  <a:cubicBezTo>
                    <a:pt x="37" y="344"/>
                    <a:pt x="38" y="344"/>
                    <a:pt x="38" y="344"/>
                  </a:cubicBezTo>
                  <a:cubicBezTo>
                    <a:pt x="38" y="345"/>
                    <a:pt x="37" y="345"/>
                    <a:pt x="37" y="344"/>
                  </a:cubicBezTo>
                  <a:close/>
                  <a:moveTo>
                    <a:pt x="29" y="469"/>
                  </a:moveTo>
                  <a:cubicBezTo>
                    <a:pt x="25" y="471"/>
                    <a:pt x="25" y="463"/>
                    <a:pt x="29" y="464"/>
                  </a:cubicBezTo>
                  <a:cubicBezTo>
                    <a:pt x="31" y="464"/>
                    <a:pt x="31" y="468"/>
                    <a:pt x="29" y="469"/>
                  </a:cubicBezTo>
                  <a:close/>
                  <a:moveTo>
                    <a:pt x="34" y="484"/>
                  </a:moveTo>
                  <a:cubicBezTo>
                    <a:pt x="34" y="485"/>
                    <a:pt x="34" y="485"/>
                    <a:pt x="33" y="485"/>
                  </a:cubicBezTo>
                  <a:cubicBezTo>
                    <a:pt x="32" y="486"/>
                    <a:pt x="33" y="483"/>
                    <a:pt x="34" y="484"/>
                  </a:cubicBezTo>
                  <a:close/>
                  <a:moveTo>
                    <a:pt x="36" y="466"/>
                  </a:moveTo>
                  <a:cubicBezTo>
                    <a:pt x="34" y="467"/>
                    <a:pt x="34" y="464"/>
                    <a:pt x="35" y="463"/>
                  </a:cubicBezTo>
                  <a:cubicBezTo>
                    <a:pt x="36" y="463"/>
                    <a:pt x="37" y="465"/>
                    <a:pt x="36" y="466"/>
                  </a:cubicBezTo>
                  <a:close/>
                  <a:moveTo>
                    <a:pt x="38" y="455"/>
                  </a:moveTo>
                  <a:cubicBezTo>
                    <a:pt x="38" y="455"/>
                    <a:pt x="38" y="456"/>
                    <a:pt x="38" y="456"/>
                  </a:cubicBezTo>
                  <a:cubicBezTo>
                    <a:pt x="37" y="458"/>
                    <a:pt x="36" y="454"/>
                    <a:pt x="38" y="455"/>
                  </a:cubicBezTo>
                  <a:close/>
                  <a:moveTo>
                    <a:pt x="38" y="461"/>
                  </a:moveTo>
                  <a:cubicBezTo>
                    <a:pt x="36" y="462"/>
                    <a:pt x="38" y="459"/>
                    <a:pt x="39" y="459"/>
                  </a:cubicBezTo>
                  <a:cubicBezTo>
                    <a:pt x="39" y="460"/>
                    <a:pt x="38" y="461"/>
                    <a:pt x="38" y="461"/>
                  </a:cubicBezTo>
                  <a:close/>
                  <a:moveTo>
                    <a:pt x="66" y="337"/>
                  </a:moveTo>
                  <a:cubicBezTo>
                    <a:pt x="66" y="337"/>
                    <a:pt x="66" y="338"/>
                    <a:pt x="66" y="338"/>
                  </a:cubicBezTo>
                  <a:cubicBezTo>
                    <a:pt x="65" y="339"/>
                    <a:pt x="65" y="336"/>
                    <a:pt x="66" y="337"/>
                  </a:cubicBezTo>
                  <a:close/>
                  <a:moveTo>
                    <a:pt x="66" y="380"/>
                  </a:moveTo>
                  <a:cubicBezTo>
                    <a:pt x="67" y="380"/>
                    <a:pt x="67" y="382"/>
                    <a:pt x="66" y="382"/>
                  </a:cubicBezTo>
                  <a:cubicBezTo>
                    <a:pt x="65" y="384"/>
                    <a:pt x="65" y="379"/>
                    <a:pt x="66" y="380"/>
                  </a:cubicBezTo>
                  <a:close/>
                  <a:moveTo>
                    <a:pt x="63" y="330"/>
                  </a:moveTo>
                  <a:cubicBezTo>
                    <a:pt x="62" y="331"/>
                    <a:pt x="64" y="329"/>
                    <a:pt x="63" y="330"/>
                  </a:cubicBezTo>
                  <a:close/>
                  <a:moveTo>
                    <a:pt x="64" y="346"/>
                  </a:moveTo>
                  <a:cubicBezTo>
                    <a:pt x="66" y="346"/>
                    <a:pt x="65" y="351"/>
                    <a:pt x="62" y="351"/>
                  </a:cubicBezTo>
                  <a:cubicBezTo>
                    <a:pt x="62" y="351"/>
                    <a:pt x="62" y="345"/>
                    <a:pt x="64" y="346"/>
                  </a:cubicBezTo>
                  <a:close/>
                  <a:moveTo>
                    <a:pt x="64" y="393"/>
                  </a:moveTo>
                  <a:cubicBezTo>
                    <a:pt x="64" y="392"/>
                    <a:pt x="65" y="394"/>
                    <a:pt x="64" y="393"/>
                  </a:cubicBezTo>
                  <a:close/>
                  <a:moveTo>
                    <a:pt x="61" y="364"/>
                  </a:moveTo>
                  <a:cubicBezTo>
                    <a:pt x="61" y="362"/>
                    <a:pt x="62" y="363"/>
                    <a:pt x="61" y="364"/>
                  </a:cubicBezTo>
                  <a:close/>
                  <a:moveTo>
                    <a:pt x="61" y="403"/>
                  </a:moveTo>
                  <a:cubicBezTo>
                    <a:pt x="61" y="403"/>
                    <a:pt x="61" y="403"/>
                    <a:pt x="62" y="403"/>
                  </a:cubicBezTo>
                  <a:cubicBezTo>
                    <a:pt x="63" y="402"/>
                    <a:pt x="61" y="403"/>
                    <a:pt x="61" y="403"/>
                  </a:cubicBezTo>
                  <a:close/>
                  <a:moveTo>
                    <a:pt x="61" y="365"/>
                  </a:moveTo>
                  <a:cubicBezTo>
                    <a:pt x="61" y="366"/>
                    <a:pt x="59" y="365"/>
                    <a:pt x="61" y="365"/>
                  </a:cubicBezTo>
                  <a:close/>
                  <a:moveTo>
                    <a:pt x="58" y="357"/>
                  </a:moveTo>
                  <a:cubicBezTo>
                    <a:pt x="59" y="357"/>
                    <a:pt x="58" y="359"/>
                    <a:pt x="58" y="359"/>
                  </a:cubicBezTo>
                  <a:cubicBezTo>
                    <a:pt x="56" y="361"/>
                    <a:pt x="55" y="356"/>
                    <a:pt x="58" y="357"/>
                  </a:cubicBezTo>
                  <a:close/>
                  <a:moveTo>
                    <a:pt x="56" y="405"/>
                  </a:moveTo>
                  <a:cubicBezTo>
                    <a:pt x="56" y="405"/>
                    <a:pt x="56" y="406"/>
                    <a:pt x="56" y="406"/>
                  </a:cubicBezTo>
                  <a:cubicBezTo>
                    <a:pt x="55" y="407"/>
                    <a:pt x="55" y="405"/>
                    <a:pt x="56" y="405"/>
                  </a:cubicBezTo>
                  <a:close/>
                  <a:moveTo>
                    <a:pt x="54" y="374"/>
                  </a:moveTo>
                  <a:cubicBezTo>
                    <a:pt x="55" y="374"/>
                    <a:pt x="55" y="375"/>
                    <a:pt x="54" y="375"/>
                  </a:cubicBezTo>
                  <a:cubicBezTo>
                    <a:pt x="53" y="376"/>
                    <a:pt x="53" y="374"/>
                    <a:pt x="54" y="374"/>
                  </a:cubicBezTo>
                  <a:close/>
                  <a:moveTo>
                    <a:pt x="49" y="398"/>
                  </a:moveTo>
                  <a:cubicBezTo>
                    <a:pt x="51" y="396"/>
                    <a:pt x="52" y="393"/>
                    <a:pt x="54" y="390"/>
                  </a:cubicBezTo>
                  <a:cubicBezTo>
                    <a:pt x="53" y="393"/>
                    <a:pt x="51" y="396"/>
                    <a:pt x="49" y="398"/>
                  </a:cubicBezTo>
                  <a:close/>
                  <a:moveTo>
                    <a:pt x="51" y="408"/>
                  </a:moveTo>
                  <a:cubicBezTo>
                    <a:pt x="50" y="407"/>
                    <a:pt x="52" y="406"/>
                    <a:pt x="52" y="407"/>
                  </a:cubicBezTo>
                  <a:cubicBezTo>
                    <a:pt x="54" y="408"/>
                    <a:pt x="52" y="410"/>
                    <a:pt x="51" y="408"/>
                  </a:cubicBezTo>
                  <a:close/>
                  <a:moveTo>
                    <a:pt x="46" y="404"/>
                  </a:moveTo>
                  <a:cubicBezTo>
                    <a:pt x="46" y="404"/>
                    <a:pt x="47" y="400"/>
                    <a:pt x="48" y="399"/>
                  </a:cubicBezTo>
                  <a:cubicBezTo>
                    <a:pt x="48" y="400"/>
                    <a:pt x="47" y="404"/>
                    <a:pt x="46" y="404"/>
                  </a:cubicBezTo>
                  <a:close/>
                  <a:moveTo>
                    <a:pt x="47" y="409"/>
                  </a:moveTo>
                  <a:cubicBezTo>
                    <a:pt x="48" y="408"/>
                    <a:pt x="47" y="410"/>
                    <a:pt x="47" y="409"/>
                  </a:cubicBezTo>
                  <a:close/>
                  <a:moveTo>
                    <a:pt x="48" y="392"/>
                  </a:moveTo>
                  <a:cubicBezTo>
                    <a:pt x="46" y="393"/>
                    <a:pt x="46" y="388"/>
                    <a:pt x="49" y="389"/>
                  </a:cubicBezTo>
                  <a:cubicBezTo>
                    <a:pt x="50" y="389"/>
                    <a:pt x="49" y="392"/>
                    <a:pt x="48" y="392"/>
                  </a:cubicBezTo>
                  <a:close/>
                  <a:moveTo>
                    <a:pt x="53" y="323"/>
                  </a:moveTo>
                  <a:cubicBezTo>
                    <a:pt x="54" y="323"/>
                    <a:pt x="54" y="325"/>
                    <a:pt x="53" y="325"/>
                  </a:cubicBezTo>
                  <a:cubicBezTo>
                    <a:pt x="52" y="326"/>
                    <a:pt x="52" y="323"/>
                    <a:pt x="53" y="323"/>
                  </a:cubicBezTo>
                  <a:close/>
                  <a:moveTo>
                    <a:pt x="50" y="354"/>
                  </a:moveTo>
                  <a:cubicBezTo>
                    <a:pt x="53" y="355"/>
                    <a:pt x="51" y="360"/>
                    <a:pt x="50" y="360"/>
                  </a:cubicBezTo>
                  <a:cubicBezTo>
                    <a:pt x="45" y="362"/>
                    <a:pt x="47" y="352"/>
                    <a:pt x="50" y="354"/>
                  </a:cubicBezTo>
                  <a:close/>
                  <a:moveTo>
                    <a:pt x="47" y="328"/>
                  </a:moveTo>
                  <a:cubicBezTo>
                    <a:pt x="47" y="328"/>
                    <a:pt x="48" y="328"/>
                    <a:pt x="48" y="327"/>
                  </a:cubicBezTo>
                  <a:cubicBezTo>
                    <a:pt x="49" y="327"/>
                    <a:pt x="49" y="328"/>
                    <a:pt x="47" y="328"/>
                  </a:cubicBezTo>
                  <a:close/>
                  <a:moveTo>
                    <a:pt x="48" y="267"/>
                  </a:moveTo>
                  <a:cubicBezTo>
                    <a:pt x="47" y="267"/>
                    <a:pt x="47" y="267"/>
                    <a:pt x="47" y="266"/>
                  </a:cubicBezTo>
                  <a:cubicBezTo>
                    <a:pt x="47" y="266"/>
                    <a:pt x="49" y="266"/>
                    <a:pt x="48" y="267"/>
                  </a:cubicBezTo>
                  <a:close/>
                  <a:moveTo>
                    <a:pt x="46" y="377"/>
                  </a:moveTo>
                  <a:cubicBezTo>
                    <a:pt x="45" y="378"/>
                    <a:pt x="45" y="376"/>
                    <a:pt x="46" y="376"/>
                  </a:cubicBezTo>
                  <a:cubicBezTo>
                    <a:pt x="47" y="376"/>
                    <a:pt x="46" y="377"/>
                    <a:pt x="46" y="377"/>
                  </a:cubicBezTo>
                  <a:close/>
                  <a:moveTo>
                    <a:pt x="45" y="192"/>
                  </a:moveTo>
                  <a:cubicBezTo>
                    <a:pt x="46" y="192"/>
                    <a:pt x="46" y="193"/>
                    <a:pt x="46" y="193"/>
                  </a:cubicBezTo>
                  <a:cubicBezTo>
                    <a:pt x="44" y="195"/>
                    <a:pt x="44" y="191"/>
                    <a:pt x="45" y="192"/>
                  </a:cubicBezTo>
                  <a:close/>
                  <a:moveTo>
                    <a:pt x="45" y="207"/>
                  </a:moveTo>
                  <a:cubicBezTo>
                    <a:pt x="46" y="207"/>
                    <a:pt x="45" y="208"/>
                    <a:pt x="45" y="209"/>
                  </a:cubicBezTo>
                  <a:cubicBezTo>
                    <a:pt x="44" y="210"/>
                    <a:pt x="44" y="207"/>
                    <a:pt x="45" y="207"/>
                  </a:cubicBezTo>
                  <a:close/>
                  <a:moveTo>
                    <a:pt x="44" y="360"/>
                  </a:moveTo>
                  <a:cubicBezTo>
                    <a:pt x="45" y="361"/>
                    <a:pt x="44" y="363"/>
                    <a:pt x="44" y="363"/>
                  </a:cubicBezTo>
                  <a:cubicBezTo>
                    <a:pt x="42" y="364"/>
                    <a:pt x="43" y="360"/>
                    <a:pt x="44" y="360"/>
                  </a:cubicBezTo>
                  <a:close/>
                  <a:moveTo>
                    <a:pt x="43" y="227"/>
                  </a:moveTo>
                  <a:cubicBezTo>
                    <a:pt x="43" y="227"/>
                    <a:pt x="43" y="228"/>
                    <a:pt x="43" y="228"/>
                  </a:cubicBezTo>
                  <a:cubicBezTo>
                    <a:pt x="42" y="229"/>
                    <a:pt x="43" y="226"/>
                    <a:pt x="43" y="227"/>
                  </a:cubicBezTo>
                  <a:close/>
                  <a:moveTo>
                    <a:pt x="40" y="322"/>
                  </a:moveTo>
                  <a:cubicBezTo>
                    <a:pt x="41" y="320"/>
                    <a:pt x="39" y="322"/>
                    <a:pt x="40" y="322"/>
                  </a:cubicBezTo>
                  <a:close/>
                  <a:moveTo>
                    <a:pt x="36" y="429"/>
                  </a:moveTo>
                  <a:cubicBezTo>
                    <a:pt x="35" y="431"/>
                    <a:pt x="35" y="428"/>
                    <a:pt x="36" y="428"/>
                  </a:cubicBezTo>
                  <a:cubicBezTo>
                    <a:pt x="36" y="429"/>
                    <a:pt x="36" y="429"/>
                    <a:pt x="36" y="429"/>
                  </a:cubicBezTo>
                  <a:close/>
                  <a:moveTo>
                    <a:pt x="35" y="428"/>
                  </a:moveTo>
                  <a:cubicBezTo>
                    <a:pt x="34" y="427"/>
                    <a:pt x="36" y="425"/>
                    <a:pt x="36" y="426"/>
                  </a:cubicBezTo>
                  <a:cubicBezTo>
                    <a:pt x="37" y="428"/>
                    <a:pt x="35" y="429"/>
                    <a:pt x="35" y="428"/>
                  </a:cubicBezTo>
                  <a:close/>
                  <a:moveTo>
                    <a:pt x="38" y="424"/>
                  </a:moveTo>
                  <a:cubicBezTo>
                    <a:pt x="35" y="427"/>
                    <a:pt x="33" y="418"/>
                    <a:pt x="37" y="417"/>
                  </a:cubicBezTo>
                  <a:cubicBezTo>
                    <a:pt x="35" y="420"/>
                    <a:pt x="39" y="419"/>
                    <a:pt x="39" y="420"/>
                  </a:cubicBezTo>
                  <a:cubicBezTo>
                    <a:pt x="39" y="421"/>
                    <a:pt x="39" y="423"/>
                    <a:pt x="38" y="424"/>
                  </a:cubicBezTo>
                  <a:close/>
                  <a:moveTo>
                    <a:pt x="40" y="358"/>
                  </a:moveTo>
                  <a:cubicBezTo>
                    <a:pt x="38" y="358"/>
                    <a:pt x="41" y="356"/>
                    <a:pt x="40" y="357"/>
                  </a:cubicBezTo>
                  <a:cubicBezTo>
                    <a:pt x="40" y="357"/>
                    <a:pt x="40" y="358"/>
                    <a:pt x="40" y="358"/>
                  </a:cubicBezTo>
                  <a:close/>
                  <a:moveTo>
                    <a:pt x="41" y="431"/>
                  </a:moveTo>
                  <a:cubicBezTo>
                    <a:pt x="42" y="430"/>
                    <a:pt x="43" y="432"/>
                    <a:pt x="41" y="431"/>
                  </a:cubicBezTo>
                  <a:close/>
                  <a:moveTo>
                    <a:pt x="42" y="382"/>
                  </a:moveTo>
                  <a:cubicBezTo>
                    <a:pt x="42" y="380"/>
                    <a:pt x="43" y="381"/>
                    <a:pt x="44" y="380"/>
                  </a:cubicBezTo>
                  <a:cubicBezTo>
                    <a:pt x="44" y="379"/>
                    <a:pt x="44" y="378"/>
                    <a:pt x="46" y="378"/>
                  </a:cubicBezTo>
                  <a:cubicBezTo>
                    <a:pt x="50" y="378"/>
                    <a:pt x="48" y="384"/>
                    <a:pt x="45" y="385"/>
                  </a:cubicBezTo>
                  <a:cubicBezTo>
                    <a:pt x="43" y="385"/>
                    <a:pt x="41" y="385"/>
                    <a:pt x="42" y="382"/>
                  </a:cubicBezTo>
                  <a:close/>
                  <a:moveTo>
                    <a:pt x="44" y="391"/>
                  </a:moveTo>
                  <a:cubicBezTo>
                    <a:pt x="43" y="392"/>
                    <a:pt x="45" y="389"/>
                    <a:pt x="44" y="391"/>
                  </a:cubicBezTo>
                  <a:close/>
                  <a:moveTo>
                    <a:pt x="42" y="449"/>
                  </a:moveTo>
                  <a:cubicBezTo>
                    <a:pt x="42" y="450"/>
                    <a:pt x="43" y="447"/>
                    <a:pt x="42" y="449"/>
                  </a:cubicBezTo>
                  <a:close/>
                  <a:moveTo>
                    <a:pt x="44" y="465"/>
                  </a:moveTo>
                  <a:cubicBezTo>
                    <a:pt x="45" y="464"/>
                    <a:pt x="43" y="466"/>
                    <a:pt x="44" y="465"/>
                  </a:cubicBezTo>
                  <a:close/>
                  <a:moveTo>
                    <a:pt x="45" y="462"/>
                  </a:moveTo>
                  <a:cubicBezTo>
                    <a:pt x="45" y="462"/>
                    <a:pt x="45" y="462"/>
                    <a:pt x="46" y="462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46" y="462"/>
                    <a:pt x="45" y="462"/>
                    <a:pt x="45" y="462"/>
                  </a:cubicBezTo>
                  <a:close/>
                  <a:moveTo>
                    <a:pt x="43" y="445"/>
                  </a:moveTo>
                  <a:cubicBezTo>
                    <a:pt x="43" y="443"/>
                    <a:pt x="45" y="441"/>
                    <a:pt x="47" y="439"/>
                  </a:cubicBezTo>
                  <a:cubicBezTo>
                    <a:pt x="47" y="442"/>
                    <a:pt x="44" y="443"/>
                    <a:pt x="43" y="445"/>
                  </a:cubicBezTo>
                  <a:close/>
                  <a:moveTo>
                    <a:pt x="46" y="434"/>
                  </a:moveTo>
                  <a:cubicBezTo>
                    <a:pt x="46" y="434"/>
                    <a:pt x="47" y="433"/>
                    <a:pt x="46" y="434"/>
                  </a:cubicBezTo>
                  <a:cubicBezTo>
                    <a:pt x="46" y="434"/>
                    <a:pt x="46" y="434"/>
                    <a:pt x="46" y="434"/>
                  </a:cubicBezTo>
                  <a:close/>
                  <a:moveTo>
                    <a:pt x="47" y="432"/>
                  </a:moveTo>
                  <a:cubicBezTo>
                    <a:pt x="48" y="430"/>
                    <a:pt x="50" y="431"/>
                    <a:pt x="47" y="432"/>
                  </a:cubicBezTo>
                  <a:close/>
                  <a:moveTo>
                    <a:pt x="50" y="418"/>
                  </a:moveTo>
                  <a:cubicBezTo>
                    <a:pt x="50" y="419"/>
                    <a:pt x="52" y="419"/>
                    <a:pt x="51" y="420"/>
                  </a:cubicBezTo>
                  <a:cubicBezTo>
                    <a:pt x="52" y="419"/>
                    <a:pt x="48" y="420"/>
                    <a:pt x="49" y="421"/>
                  </a:cubicBezTo>
                  <a:cubicBezTo>
                    <a:pt x="48" y="420"/>
                    <a:pt x="48" y="419"/>
                    <a:pt x="49" y="418"/>
                  </a:cubicBezTo>
                  <a:cubicBezTo>
                    <a:pt x="47" y="418"/>
                    <a:pt x="45" y="417"/>
                    <a:pt x="45" y="416"/>
                  </a:cubicBezTo>
                  <a:cubicBezTo>
                    <a:pt x="44" y="413"/>
                    <a:pt x="47" y="411"/>
                    <a:pt x="49" y="410"/>
                  </a:cubicBezTo>
                  <a:cubicBezTo>
                    <a:pt x="49" y="410"/>
                    <a:pt x="49" y="409"/>
                    <a:pt x="49" y="409"/>
                  </a:cubicBezTo>
                  <a:cubicBezTo>
                    <a:pt x="50" y="409"/>
                    <a:pt x="51" y="411"/>
                    <a:pt x="51" y="411"/>
                  </a:cubicBezTo>
                  <a:cubicBezTo>
                    <a:pt x="53" y="412"/>
                    <a:pt x="52" y="407"/>
                    <a:pt x="54" y="407"/>
                  </a:cubicBezTo>
                  <a:cubicBezTo>
                    <a:pt x="56" y="408"/>
                    <a:pt x="54" y="410"/>
                    <a:pt x="54" y="411"/>
                  </a:cubicBezTo>
                  <a:cubicBezTo>
                    <a:pt x="54" y="413"/>
                    <a:pt x="55" y="413"/>
                    <a:pt x="53" y="414"/>
                  </a:cubicBezTo>
                  <a:cubicBezTo>
                    <a:pt x="52" y="415"/>
                    <a:pt x="51" y="418"/>
                    <a:pt x="50" y="418"/>
                  </a:cubicBezTo>
                  <a:close/>
                  <a:moveTo>
                    <a:pt x="58" y="443"/>
                  </a:moveTo>
                  <a:cubicBezTo>
                    <a:pt x="57" y="444"/>
                    <a:pt x="57" y="442"/>
                    <a:pt x="58" y="441"/>
                  </a:cubicBezTo>
                  <a:cubicBezTo>
                    <a:pt x="59" y="441"/>
                    <a:pt x="58" y="442"/>
                    <a:pt x="58" y="443"/>
                  </a:cubicBezTo>
                  <a:close/>
                  <a:moveTo>
                    <a:pt x="59" y="440"/>
                  </a:moveTo>
                  <a:cubicBezTo>
                    <a:pt x="57" y="441"/>
                    <a:pt x="59" y="437"/>
                    <a:pt x="60" y="439"/>
                  </a:cubicBezTo>
                  <a:cubicBezTo>
                    <a:pt x="60" y="439"/>
                    <a:pt x="59" y="440"/>
                    <a:pt x="59" y="440"/>
                  </a:cubicBezTo>
                  <a:close/>
                  <a:moveTo>
                    <a:pt x="63" y="454"/>
                  </a:moveTo>
                  <a:cubicBezTo>
                    <a:pt x="64" y="455"/>
                    <a:pt x="62" y="456"/>
                    <a:pt x="63" y="454"/>
                  </a:cubicBezTo>
                  <a:close/>
                  <a:moveTo>
                    <a:pt x="60" y="436"/>
                  </a:moveTo>
                  <a:cubicBezTo>
                    <a:pt x="60" y="435"/>
                    <a:pt x="64" y="434"/>
                    <a:pt x="64" y="437"/>
                  </a:cubicBezTo>
                  <a:cubicBezTo>
                    <a:pt x="64" y="439"/>
                    <a:pt x="58" y="440"/>
                    <a:pt x="60" y="436"/>
                  </a:cubicBezTo>
                  <a:close/>
                  <a:moveTo>
                    <a:pt x="63" y="432"/>
                  </a:moveTo>
                  <a:cubicBezTo>
                    <a:pt x="62" y="431"/>
                    <a:pt x="64" y="430"/>
                    <a:pt x="63" y="432"/>
                  </a:cubicBezTo>
                  <a:close/>
                  <a:moveTo>
                    <a:pt x="64" y="427"/>
                  </a:moveTo>
                  <a:cubicBezTo>
                    <a:pt x="64" y="427"/>
                    <a:pt x="64" y="428"/>
                    <a:pt x="64" y="428"/>
                  </a:cubicBezTo>
                  <a:cubicBezTo>
                    <a:pt x="63" y="429"/>
                    <a:pt x="63" y="426"/>
                    <a:pt x="64" y="427"/>
                  </a:cubicBezTo>
                  <a:close/>
                  <a:moveTo>
                    <a:pt x="64" y="419"/>
                  </a:moveTo>
                  <a:cubicBezTo>
                    <a:pt x="62" y="420"/>
                    <a:pt x="59" y="423"/>
                    <a:pt x="58" y="424"/>
                  </a:cubicBezTo>
                  <a:cubicBezTo>
                    <a:pt x="57" y="426"/>
                    <a:pt x="56" y="428"/>
                    <a:pt x="54" y="429"/>
                  </a:cubicBezTo>
                  <a:cubicBezTo>
                    <a:pt x="57" y="423"/>
                    <a:pt x="63" y="418"/>
                    <a:pt x="66" y="413"/>
                  </a:cubicBezTo>
                  <a:cubicBezTo>
                    <a:pt x="69" y="409"/>
                    <a:pt x="65" y="417"/>
                    <a:pt x="64" y="419"/>
                  </a:cubicBezTo>
                  <a:close/>
                  <a:moveTo>
                    <a:pt x="66" y="423"/>
                  </a:moveTo>
                  <a:cubicBezTo>
                    <a:pt x="66" y="423"/>
                    <a:pt x="65" y="423"/>
                    <a:pt x="65" y="423"/>
                  </a:cubicBezTo>
                  <a:cubicBezTo>
                    <a:pt x="64" y="423"/>
                    <a:pt x="66" y="422"/>
                    <a:pt x="66" y="423"/>
                  </a:cubicBezTo>
                  <a:close/>
                  <a:moveTo>
                    <a:pt x="67" y="443"/>
                  </a:moveTo>
                  <a:cubicBezTo>
                    <a:pt x="67" y="443"/>
                    <a:pt x="67" y="443"/>
                    <a:pt x="67" y="443"/>
                  </a:cubicBezTo>
                  <a:cubicBezTo>
                    <a:pt x="67" y="441"/>
                    <a:pt x="69" y="445"/>
                    <a:pt x="67" y="443"/>
                  </a:cubicBezTo>
                  <a:close/>
                  <a:moveTo>
                    <a:pt x="67" y="430"/>
                  </a:moveTo>
                  <a:cubicBezTo>
                    <a:pt x="67" y="431"/>
                    <a:pt x="66" y="432"/>
                    <a:pt x="66" y="431"/>
                  </a:cubicBezTo>
                  <a:cubicBezTo>
                    <a:pt x="62" y="428"/>
                    <a:pt x="71" y="428"/>
                    <a:pt x="67" y="430"/>
                  </a:cubicBezTo>
                  <a:close/>
                  <a:moveTo>
                    <a:pt x="68" y="358"/>
                  </a:moveTo>
                  <a:cubicBezTo>
                    <a:pt x="65" y="360"/>
                    <a:pt x="65" y="354"/>
                    <a:pt x="67" y="355"/>
                  </a:cubicBezTo>
                  <a:cubicBezTo>
                    <a:pt x="69" y="355"/>
                    <a:pt x="68" y="357"/>
                    <a:pt x="68" y="358"/>
                  </a:cubicBezTo>
                  <a:close/>
                  <a:moveTo>
                    <a:pt x="80" y="396"/>
                  </a:moveTo>
                  <a:cubicBezTo>
                    <a:pt x="79" y="397"/>
                    <a:pt x="80" y="395"/>
                    <a:pt x="80" y="396"/>
                  </a:cubicBezTo>
                  <a:close/>
                  <a:moveTo>
                    <a:pt x="76" y="428"/>
                  </a:moveTo>
                  <a:cubicBezTo>
                    <a:pt x="76" y="428"/>
                    <a:pt x="76" y="428"/>
                    <a:pt x="76" y="428"/>
                  </a:cubicBezTo>
                  <a:cubicBezTo>
                    <a:pt x="77" y="427"/>
                    <a:pt x="76" y="428"/>
                    <a:pt x="76" y="428"/>
                  </a:cubicBezTo>
                  <a:close/>
                  <a:moveTo>
                    <a:pt x="76" y="353"/>
                  </a:moveTo>
                  <a:cubicBezTo>
                    <a:pt x="76" y="355"/>
                    <a:pt x="75" y="355"/>
                    <a:pt x="75" y="356"/>
                  </a:cubicBezTo>
                  <a:cubicBezTo>
                    <a:pt x="74" y="355"/>
                    <a:pt x="76" y="354"/>
                    <a:pt x="76" y="353"/>
                  </a:cubicBezTo>
                  <a:close/>
                  <a:moveTo>
                    <a:pt x="75" y="387"/>
                  </a:moveTo>
                  <a:cubicBezTo>
                    <a:pt x="74" y="387"/>
                    <a:pt x="77" y="386"/>
                    <a:pt x="75" y="387"/>
                  </a:cubicBezTo>
                  <a:close/>
                  <a:moveTo>
                    <a:pt x="73" y="290"/>
                  </a:moveTo>
                  <a:cubicBezTo>
                    <a:pt x="73" y="291"/>
                    <a:pt x="73" y="292"/>
                    <a:pt x="72" y="293"/>
                  </a:cubicBezTo>
                  <a:cubicBezTo>
                    <a:pt x="72" y="292"/>
                    <a:pt x="73" y="290"/>
                    <a:pt x="73" y="290"/>
                  </a:cubicBezTo>
                  <a:close/>
                  <a:moveTo>
                    <a:pt x="69" y="327"/>
                  </a:moveTo>
                  <a:cubicBezTo>
                    <a:pt x="69" y="326"/>
                    <a:pt x="71" y="325"/>
                    <a:pt x="72" y="324"/>
                  </a:cubicBezTo>
                  <a:cubicBezTo>
                    <a:pt x="72" y="326"/>
                    <a:pt x="70" y="326"/>
                    <a:pt x="69" y="327"/>
                  </a:cubicBezTo>
                  <a:close/>
                  <a:moveTo>
                    <a:pt x="72" y="428"/>
                  </a:moveTo>
                  <a:cubicBezTo>
                    <a:pt x="70" y="430"/>
                    <a:pt x="71" y="426"/>
                    <a:pt x="72" y="427"/>
                  </a:cubicBezTo>
                  <a:cubicBezTo>
                    <a:pt x="73" y="427"/>
                    <a:pt x="73" y="428"/>
                    <a:pt x="72" y="428"/>
                  </a:cubicBezTo>
                  <a:close/>
                  <a:moveTo>
                    <a:pt x="72" y="367"/>
                  </a:moveTo>
                  <a:cubicBezTo>
                    <a:pt x="72" y="367"/>
                    <a:pt x="72" y="368"/>
                    <a:pt x="72" y="368"/>
                  </a:cubicBezTo>
                  <a:cubicBezTo>
                    <a:pt x="71" y="369"/>
                    <a:pt x="71" y="366"/>
                    <a:pt x="72" y="367"/>
                  </a:cubicBezTo>
                  <a:close/>
                  <a:moveTo>
                    <a:pt x="73" y="356"/>
                  </a:moveTo>
                  <a:cubicBezTo>
                    <a:pt x="70" y="358"/>
                    <a:pt x="71" y="351"/>
                    <a:pt x="73" y="352"/>
                  </a:cubicBezTo>
                  <a:cubicBezTo>
                    <a:pt x="75" y="353"/>
                    <a:pt x="73" y="356"/>
                    <a:pt x="73" y="356"/>
                  </a:cubicBezTo>
                  <a:close/>
                  <a:moveTo>
                    <a:pt x="75" y="401"/>
                  </a:moveTo>
                  <a:cubicBezTo>
                    <a:pt x="73" y="402"/>
                    <a:pt x="73" y="397"/>
                    <a:pt x="75" y="398"/>
                  </a:cubicBezTo>
                  <a:cubicBezTo>
                    <a:pt x="76" y="399"/>
                    <a:pt x="76" y="400"/>
                    <a:pt x="75" y="401"/>
                  </a:cubicBezTo>
                  <a:close/>
                  <a:moveTo>
                    <a:pt x="76" y="434"/>
                  </a:moveTo>
                  <a:cubicBezTo>
                    <a:pt x="77" y="432"/>
                    <a:pt x="79" y="430"/>
                    <a:pt x="80" y="429"/>
                  </a:cubicBezTo>
                  <a:cubicBezTo>
                    <a:pt x="79" y="431"/>
                    <a:pt x="78" y="432"/>
                    <a:pt x="76" y="434"/>
                  </a:cubicBezTo>
                  <a:close/>
                  <a:moveTo>
                    <a:pt x="81" y="418"/>
                  </a:moveTo>
                  <a:cubicBezTo>
                    <a:pt x="80" y="418"/>
                    <a:pt x="82" y="417"/>
                    <a:pt x="81" y="418"/>
                  </a:cubicBezTo>
                  <a:close/>
                  <a:moveTo>
                    <a:pt x="81" y="339"/>
                  </a:moveTo>
                  <a:cubicBezTo>
                    <a:pt x="80" y="339"/>
                    <a:pt x="81" y="337"/>
                    <a:pt x="82" y="337"/>
                  </a:cubicBezTo>
                  <a:cubicBezTo>
                    <a:pt x="82" y="338"/>
                    <a:pt x="81" y="338"/>
                    <a:pt x="81" y="339"/>
                  </a:cubicBezTo>
                  <a:close/>
                  <a:moveTo>
                    <a:pt x="87" y="450"/>
                  </a:moveTo>
                  <a:cubicBezTo>
                    <a:pt x="87" y="450"/>
                    <a:pt x="88" y="449"/>
                    <a:pt x="89" y="449"/>
                  </a:cubicBezTo>
                  <a:cubicBezTo>
                    <a:pt x="89" y="449"/>
                    <a:pt x="88" y="450"/>
                    <a:pt x="87" y="450"/>
                  </a:cubicBezTo>
                  <a:close/>
                  <a:moveTo>
                    <a:pt x="90" y="457"/>
                  </a:moveTo>
                  <a:cubicBezTo>
                    <a:pt x="90" y="457"/>
                    <a:pt x="90" y="457"/>
                    <a:pt x="90" y="456"/>
                  </a:cubicBezTo>
                  <a:cubicBezTo>
                    <a:pt x="92" y="455"/>
                    <a:pt x="91" y="456"/>
                    <a:pt x="90" y="457"/>
                  </a:cubicBezTo>
                  <a:close/>
                  <a:moveTo>
                    <a:pt x="91" y="435"/>
                  </a:moveTo>
                  <a:cubicBezTo>
                    <a:pt x="89" y="437"/>
                    <a:pt x="92" y="434"/>
                    <a:pt x="91" y="435"/>
                  </a:cubicBezTo>
                  <a:close/>
                  <a:moveTo>
                    <a:pt x="109" y="452"/>
                  </a:moveTo>
                  <a:cubicBezTo>
                    <a:pt x="109" y="453"/>
                    <a:pt x="108" y="452"/>
                    <a:pt x="109" y="452"/>
                  </a:cubicBezTo>
                  <a:close/>
                  <a:moveTo>
                    <a:pt x="104" y="235"/>
                  </a:moveTo>
                  <a:cubicBezTo>
                    <a:pt x="103" y="236"/>
                    <a:pt x="105" y="234"/>
                    <a:pt x="104" y="235"/>
                  </a:cubicBezTo>
                  <a:close/>
                  <a:moveTo>
                    <a:pt x="100" y="336"/>
                  </a:moveTo>
                  <a:cubicBezTo>
                    <a:pt x="101" y="335"/>
                    <a:pt x="101" y="335"/>
                    <a:pt x="100" y="336"/>
                  </a:cubicBezTo>
                  <a:close/>
                  <a:moveTo>
                    <a:pt x="98" y="332"/>
                  </a:moveTo>
                  <a:cubicBezTo>
                    <a:pt x="97" y="331"/>
                    <a:pt x="100" y="331"/>
                    <a:pt x="98" y="332"/>
                  </a:cubicBezTo>
                  <a:close/>
                  <a:moveTo>
                    <a:pt x="96" y="215"/>
                  </a:moveTo>
                  <a:cubicBezTo>
                    <a:pt x="97" y="215"/>
                    <a:pt x="97" y="216"/>
                    <a:pt x="96" y="217"/>
                  </a:cubicBezTo>
                  <a:cubicBezTo>
                    <a:pt x="95" y="219"/>
                    <a:pt x="95" y="214"/>
                    <a:pt x="96" y="215"/>
                  </a:cubicBezTo>
                  <a:close/>
                  <a:moveTo>
                    <a:pt x="87" y="329"/>
                  </a:moveTo>
                  <a:cubicBezTo>
                    <a:pt x="87" y="330"/>
                    <a:pt x="86" y="330"/>
                    <a:pt x="86" y="331"/>
                  </a:cubicBezTo>
                  <a:cubicBezTo>
                    <a:pt x="85" y="331"/>
                    <a:pt x="86" y="329"/>
                    <a:pt x="87" y="329"/>
                  </a:cubicBezTo>
                  <a:close/>
                  <a:moveTo>
                    <a:pt x="85" y="293"/>
                  </a:moveTo>
                  <a:cubicBezTo>
                    <a:pt x="85" y="293"/>
                    <a:pt x="85" y="294"/>
                    <a:pt x="85" y="294"/>
                  </a:cubicBezTo>
                  <a:cubicBezTo>
                    <a:pt x="83" y="296"/>
                    <a:pt x="83" y="291"/>
                    <a:pt x="85" y="293"/>
                  </a:cubicBezTo>
                  <a:close/>
                  <a:moveTo>
                    <a:pt x="84" y="332"/>
                  </a:moveTo>
                  <a:cubicBezTo>
                    <a:pt x="86" y="333"/>
                    <a:pt x="84" y="335"/>
                    <a:pt x="82" y="336"/>
                  </a:cubicBezTo>
                  <a:cubicBezTo>
                    <a:pt x="83" y="334"/>
                    <a:pt x="85" y="333"/>
                    <a:pt x="84" y="332"/>
                  </a:cubicBezTo>
                  <a:close/>
                  <a:moveTo>
                    <a:pt x="83" y="441"/>
                  </a:moveTo>
                  <a:cubicBezTo>
                    <a:pt x="82" y="442"/>
                    <a:pt x="84" y="440"/>
                    <a:pt x="83" y="441"/>
                  </a:cubicBezTo>
                  <a:close/>
                  <a:moveTo>
                    <a:pt x="84" y="423"/>
                  </a:moveTo>
                  <a:cubicBezTo>
                    <a:pt x="83" y="424"/>
                    <a:pt x="84" y="421"/>
                    <a:pt x="85" y="422"/>
                  </a:cubicBezTo>
                  <a:cubicBezTo>
                    <a:pt x="86" y="422"/>
                    <a:pt x="85" y="423"/>
                    <a:pt x="84" y="423"/>
                  </a:cubicBezTo>
                  <a:close/>
                  <a:moveTo>
                    <a:pt x="88" y="356"/>
                  </a:moveTo>
                  <a:cubicBezTo>
                    <a:pt x="86" y="358"/>
                    <a:pt x="87" y="353"/>
                    <a:pt x="88" y="354"/>
                  </a:cubicBezTo>
                  <a:cubicBezTo>
                    <a:pt x="89" y="355"/>
                    <a:pt x="88" y="356"/>
                    <a:pt x="88" y="356"/>
                  </a:cubicBezTo>
                  <a:close/>
                  <a:moveTo>
                    <a:pt x="96" y="325"/>
                  </a:moveTo>
                  <a:cubicBezTo>
                    <a:pt x="96" y="326"/>
                    <a:pt x="95" y="326"/>
                    <a:pt x="94" y="328"/>
                  </a:cubicBezTo>
                  <a:cubicBezTo>
                    <a:pt x="92" y="330"/>
                    <a:pt x="89" y="335"/>
                    <a:pt x="87" y="340"/>
                  </a:cubicBezTo>
                  <a:cubicBezTo>
                    <a:pt x="85" y="344"/>
                    <a:pt x="85" y="347"/>
                    <a:pt x="83" y="350"/>
                  </a:cubicBezTo>
                  <a:cubicBezTo>
                    <a:pt x="83" y="350"/>
                    <a:pt x="82" y="350"/>
                    <a:pt x="82" y="350"/>
                  </a:cubicBezTo>
                  <a:cubicBezTo>
                    <a:pt x="81" y="350"/>
                    <a:pt x="84" y="344"/>
                    <a:pt x="85" y="342"/>
                  </a:cubicBezTo>
                  <a:cubicBezTo>
                    <a:pt x="86" y="339"/>
                    <a:pt x="87" y="337"/>
                    <a:pt x="89" y="334"/>
                  </a:cubicBezTo>
                  <a:cubicBezTo>
                    <a:pt x="90" y="332"/>
                    <a:pt x="93" y="329"/>
                    <a:pt x="93" y="326"/>
                  </a:cubicBezTo>
                  <a:cubicBezTo>
                    <a:pt x="93" y="326"/>
                    <a:pt x="92" y="325"/>
                    <a:pt x="92" y="324"/>
                  </a:cubicBezTo>
                  <a:cubicBezTo>
                    <a:pt x="92" y="320"/>
                    <a:pt x="99" y="320"/>
                    <a:pt x="96" y="325"/>
                  </a:cubicBezTo>
                  <a:close/>
                  <a:moveTo>
                    <a:pt x="96" y="227"/>
                  </a:moveTo>
                  <a:cubicBezTo>
                    <a:pt x="97" y="227"/>
                    <a:pt x="97" y="228"/>
                    <a:pt x="97" y="229"/>
                  </a:cubicBezTo>
                  <a:cubicBezTo>
                    <a:pt x="96" y="230"/>
                    <a:pt x="96" y="227"/>
                    <a:pt x="96" y="227"/>
                  </a:cubicBezTo>
                  <a:close/>
                  <a:moveTo>
                    <a:pt x="98" y="402"/>
                  </a:moveTo>
                  <a:cubicBezTo>
                    <a:pt x="98" y="402"/>
                    <a:pt x="98" y="402"/>
                    <a:pt x="97" y="402"/>
                  </a:cubicBezTo>
                  <a:cubicBezTo>
                    <a:pt x="95" y="401"/>
                    <a:pt x="100" y="400"/>
                    <a:pt x="98" y="402"/>
                  </a:cubicBezTo>
                  <a:close/>
                  <a:moveTo>
                    <a:pt x="99" y="416"/>
                  </a:moveTo>
                  <a:cubicBezTo>
                    <a:pt x="101" y="416"/>
                    <a:pt x="100" y="421"/>
                    <a:pt x="99" y="422"/>
                  </a:cubicBezTo>
                  <a:cubicBezTo>
                    <a:pt x="94" y="424"/>
                    <a:pt x="98" y="416"/>
                    <a:pt x="99" y="416"/>
                  </a:cubicBezTo>
                  <a:close/>
                  <a:moveTo>
                    <a:pt x="101" y="433"/>
                  </a:moveTo>
                  <a:cubicBezTo>
                    <a:pt x="103" y="434"/>
                    <a:pt x="100" y="438"/>
                    <a:pt x="100" y="439"/>
                  </a:cubicBezTo>
                  <a:cubicBezTo>
                    <a:pt x="94" y="441"/>
                    <a:pt x="98" y="431"/>
                    <a:pt x="101" y="433"/>
                  </a:cubicBezTo>
                  <a:close/>
                  <a:moveTo>
                    <a:pt x="100" y="444"/>
                  </a:moveTo>
                  <a:cubicBezTo>
                    <a:pt x="101" y="443"/>
                    <a:pt x="99" y="445"/>
                    <a:pt x="100" y="444"/>
                  </a:cubicBezTo>
                  <a:close/>
                  <a:moveTo>
                    <a:pt x="102" y="444"/>
                  </a:moveTo>
                  <a:cubicBezTo>
                    <a:pt x="102" y="445"/>
                    <a:pt x="101" y="445"/>
                    <a:pt x="101" y="445"/>
                  </a:cubicBezTo>
                  <a:cubicBezTo>
                    <a:pt x="99" y="443"/>
                    <a:pt x="104" y="442"/>
                    <a:pt x="102" y="444"/>
                  </a:cubicBezTo>
                  <a:close/>
                  <a:moveTo>
                    <a:pt x="102" y="431"/>
                  </a:moveTo>
                  <a:cubicBezTo>
                    <a:pt x="100" y="432"/>
                    <a:pt x="100" y="428"/>
                    <a:pt x="102" y="429"/>
                  </a:cubicBezTo>
                  <a:cubicBezTo>
                    <a:pt x="103" y="429"/>
                    <a:pt x="103" y="430"/>
                    <a:pt x="102" y="431"/>
                  </a:cubicBezTo>
                  <a:close/>
                  <a:moveTo>
                    <a:pt x="103" y="445"/>
                  </a:moveTo>
                  <a:cubicBezTo>
                    <a:pt x="102" y="447"/>
                    <a:pt x="105" y="444"/>
                    <a:pt x="103" y="445"/>
                  </a:cubicBezTo>
                  <a:close/>
                  <a:moveTo>
                    <a:pt x="104" y="399"/>
                  </a:moveTo>
                  <a:cubicBezTo>
                    <a:pt x="103" y="399"/>
                    <a:pt x="103" y="397"/>
                    <a:pt x="104" y="398"/>
                  </a:cubicBezTo>
                  <a:cubicBezTo>
                    <a:pt x="104" y="398"/>
                    <a:pt x="104" y="399"/>
                    <a:pt x="104" y="399"/>
                  </a:cubicBezTo>
                  <a:close/>
                  <a:moveTo>
                    <a:pt x="104" y="288"/>
                  </a:moveTo>
                  <a:cubicBezTo>
                    <a:pt x="103" y="290"/>
                    <a:pt x="105" y="287"/>
                    <a:pt x="104" y="288"/>
                  </a:cubicBezTo>
                  <a:close/>
                  <a:moveTo>
                    <a:pt x="105" y="307"/>
                  </a:moveTo>
                  <a:cubicBezTo>
                    <a:pt x="104" y="306"/>
                    <a:pt x="106" y="303"/>
                    <a:pt x="107" y="302"/>
                  </a:cubicBezTo>
                  <a:cubicBezTo>
                    <a:pt x="107" y="304"/>
                    <a:pt x="106" y="306"/>
                    <a:pt x="105" y="307"/>
                  </a:cubicBezTo>
                  <a:close/>
                  <a:moveTo>
                    <a:pt x="106" y="414"/>
                  </a:moveTo>
                  <a:cubicBezTo>
                    <a:pt x="106" y="413"/>
                    <a:pt x="108" y="413"/>
                    <a:pt x="106" y="414"/>
                  </a:cubicBezTo>
                  <a:close/>
                  <a:moveTo>
                    <a:pt x="108" y="455"/>
                  </a:moveTo>
                  <a:cubicBezTo>
                    <a:pt x="107" y="454"/>
                    <a:pt x="109" y="454"/>
                    <a:pt x="108" y="455"/>
                  </a:cubicBezTo>
                  <a:close/>
                  <a:moveTo>
                    <a:pt x="107" y="441"/>
                  </a:moveTo>
                  <a:cubicBezTo>
                    <a:pt x="106" y="441"/>
                    <a:pt x="108" y="440"/>
                    <a:pt x="108" y="440"/>
                  </a:cubicBezTo>
                  <a:cubicBezTo>
                    <a:pt x="108" y="440"/>
                    <a:pt x="107" y="440"/>
                    <a:pt x="107" y="441"/>
                  </a:cubicBezTo>
                  <a:close/>
                  <a:moveTo>
                    <a:pt x="108" y="388"/>
                  </a:moveTo>
                  <a:cubicBezTo>
                    <a:pt x="107" y="390"/>
                    <a:pt x="107" y="386"/>
                    <a:pt x="108" y="387"/>
                  </a:cubicBezTo>
                  <a:cubicBezTo>
                    <a:pt x="109" y="387"/>
                    <a:pt x="108" y="388"/>
                    <a:pt x="108" y="388"/>
                  </a:cubicBezTo>
                  <a:close/>
                  <a:moveTo>
                    <a:pt x="109" y="420"/>
                  </a:moveTo>
                  <a:cubicBezTo>
                    <a:pt x="109" y="421"/>
                    <a:pt x="109" y="418"/>
                    <a:pt x="109" y="420"/>
                  </a:cubicBezTo>
                  <a:close/>
                  <a:moveTo>
                    <a:pt x="108" y="301"/>
                  </a:moveTo>
                  <a:cubicBezTo>
                    <a:pt x="107" y="300"/>
                    <a:pt x="108" y="298"/>
                    <a:pt x="110" y="298"/>
                  </a:cubicBezTo>
                  <a:cubicBezTo>
                    <a:pt x="110" y="299"/>
                    <a:pt x="108" y="300"/>
                    <a:pt x="108" y="301"/>
                  </a:cubicBezTo>
                  <a:close/>
                  <a:moveTo>
                    <a:pt x="110" y="401"/>
                  </a:moveTo>
                  <a:cubicBezTo>
                    <a:pt x="110" y="401"/>
                    <a:pt x="110" y="401"/>
                    <a:pt x="110" y="401"/>
                  </a:cubicBezTo>
                  <a:cubicBezTo>
                    <a:pt x="110" y="401"/>
                    <a:pt x="110" y="400"/>
                    <a:pt x="110" y="401"/>
                  </a:cubicBezTo>
                  <a:close/>
                  <a:moveTo>
                    <a:pt x="69" y="513"/>
                  </a:moveTo>
                  <a:cubicBezTo>
                    <a:pt x="69" y="513"/>
                    <a:pt x="70" y="512"/>
                    <a:pt x="70" y="512"/>
                  </a:cubicBezTo>
                  <a:cubicBezTo>
                    <a:pt x="70" y="513"/>
                    <a:pt x="69" y="513"/>
                    <a:pt x="69" y="513"/>
                  </a:cubicBezTo>
                  <a:close/>
                  <a:moveTo>
                    <a:pt x="73" y="498"/>
                  </a:moveTo>
                  <a:cubicBezTo>
                    <a:pt x="73" y="497"/>
                    <a:pt x="74" y="496"/>
                    <a:pt x="75" y="496"/>
                  </a:cubicBezTo>
                  <a:cubicBezTo>
                    <a:pt x="75" y="497"/>
                    <a:pt x="74" y="498"/>
                    <a:pt x="73" y="498"/>
                  </a:cubicBezTo>
                  <a:close/>
                  <a:moveTo>
                    <a:pt x="76" y="499"/>
                  </a:moveTo>
                  <a:cubicBezTo>
                    <a:pt x="76" y="500"/>
                    <a:pt x="77" y="498"/>
                    <a:pt x="76" y="499"/>
                  </a:cubicBezTo>
                  <a:close/>
                  <a:moveTo>
                    <a:pt x="87" y="502"/>
                  </a:moveTo>
                  <a:cubicBezTo>
                    <a:pt x="86" y="500"/>
                    <a:pt x="89" y="499"/>
                    <a:pt x="87" y="502"/>
                  </a:cubicBezTo>
                  <a:close/>
                  <a:moveTo>
                    <a:pt x="100" y="477"/>
                  </a:moveTo>
                  <a:cubicBezTo>
                    <a:pt x="101" y="479"/>
                    <a:pt x="100" y="481"/>
                    <a:pt x="100" y="483"/>
                  </a:cubicBezTo>
                  <a:cubicBezTo>
                    <a:pt x="99" y="481"/>
                    <a:pt x="99" y="479"/>
                    <a:pt x="100" y="477"/>
                  </a:cubicBezTo>
                  <a:close/>
                  <a:moveTo>
                    <a:pt x="100" y="502"/>
                  </a:moveTo>
                  <a:cubicBezTo>
                    <a:pt x="97" y="499"/>
                    <a:pt x="102" y="497"/>
                    <a:pt x="104" y="496"/>
                  </a:cubicBezTo>
                  <a:cubicBezTo>
                    <a:pt x="105" y="499"/>
                    <a:pt x="102" y="505"/>
                    <a:pt x="100" y="502"/>
                  </a:cubicBezTo>
                  <a:close/>
                  <a:moveTo>
                    <a:pt x="144" y="546"/>
                  </a:moveTo>
                  <a:cubicBezTo>
                    <a:pt x="143" y="546"/>
                    <a:pt x="144" y="546"/>
                    <a:pt x="144" y="545"/>
                  </a:cubicBezTo>
                  <a:cubicBezTo>
                    <a:pt x="143" y="542"/>
                    <a:pt x="147" y="545"/>
                    <a:pt x="144" y="546"/>
                  </a:cubicBezTo>
                  <a:close/>
                  <a:moveTo>
                    <a:pt x="196" y="598"/>
                  </a:moveTo>
                  <a:cubicBezTo>
                    <a:pt x="196" y="598"/>
                    <a:pt x="198" y="597"/>
                    <a:pt x="198" y="598"/>
                  </a:cubicBezTo>
                  <a:cubicBezTo>
                    <a:pt x="198" y="599"/>
                    <a:pt x="197" y="599"/>
                    <a:pt x="196" y="598"/>
                  </a:cubicBezTo>
                  <a:close/>
                  <a:moveTo>
                    <a:pt x="199" y="607"/>
                  </a:moveTo>
                  <a:cubicBezTo>
                    <a:pt x="198" y="607"/>
                    <a:pt x="198" y="607"/>
                    <a:pt x="198" y="607"/>
                  </a:cubicBezTo>
                  <a:cubicBezTo>
                    <a:pt x="198" y="605"/>
                    <a:pt x="200" y="608"/>
                    <a:pt x="199" y="607"/>
                  </a:cubicBezTo>
                  <a:close/>
                  <a:moveTo>
                    <a:pt x="203" y="609"/>
                  </a:moveTo>
                  <a:cubicBezTo>
                    <a:pt x="203" y="608"/>
                    <a:pt x="205" y="608"/>
                    <a:pt x="205" y="609"/>
                  </a:cubicBezTo>
                  <a:cubicBezTo>
                    <a:pt x="205" y="609"/>
                    <a:pt x="203" y="610"/>
                    <a:pt x="203" y="609"/>
                  </a:cubicBezTo>
                  <a:close/>
                  <a:moveTo>
                    <a:pt x="208" y="600"/>
                  </a:moveTo>
                  <a:cubicBezTo>
                    <a:pt x="207" y="600"/>
                    <a:pt x="209" y="600"/>
                    <a:pt x="209" y="600"/>
                  </a:cubicBezTo>
                  <a:cubicBezTo>
                    <a:pt x="209" y="601"/>
                    <a:pt x="208" y="601"/>
                    <a:pt x="208" y="600"/>
                  </a:cubicBezTo>
                  <a:close/>
                  <a:moveTo>
                    <a:pt x="226" y="627"/>
                  </a:moveTo>
                  <a:cubicBezTo>
                    <a:pt x="225" y="627"/>
                    <a:pt x="223" y="627"/>
                    <a:pt x="224" y="625"/>
                  </a:cubicBezTo>
                  <a:cubicBezTo>
                    <a:pt x="225" y="624"/>
                    <a:pt x="229" y="624"/>
                    <a:pt x="229" y="625"/>
                  </a:cubicBezTo>
                  <a:cubicBezTo>
                    <a:pt x="229" y="626"/>
                    <a:pt x="229" y="626"/>
                    <a:pt x="228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8" y="628"/>
                    <a:pt x="227" y="628"/>
                    <a:pt x="226" y="627"/>
                  </a:cubicBezTo>
                  <a:close/>
                  <a:moveTo>
                    <a:pt x="229" y="628"/>
                  </a:moveTo>
                  <a:cubicBezTo>
                    <a:pt x="229" y="628"/>
                    <a:pt x="231" y="628"/>
                    <a:pt x="231" y="628"/>
                  </a:cubicBezTo>
                  <a:cubicBezTo>
                    <a:pt x="231" y="629"/>
                    <a:pt x="229" y="628"/>
                    <a:pt x="229" y="628"/>
                  </a:cubicBezTo>
                  <a:close/>
                  <a:moveTo>
                    <a:pt x="228" y="653"/>
                  </a:moveTo>
                  <a:cubicBezTo>
                    <a:pt x="228" y="653"/>
                    <a:pt x="228" y="653"/>
                    <a:pt x="228" y="653"/>
                  </a:cubicBezTo>
                  <a:cubicBezTo>
                    <a:pt x="228" y="653"/>
                    <a:pt x="228" y="652"/>
                    <a:pt x="228" y="653"/>
                  </a:cubicBezTo>
                  <a:close/>
                  <a:moveTo>
                    <a:pt x="213" y="659"/>
                  </a:moveTo>
                  <a:cubicBezTo>
                    <a:pt x="213" y="659"/>
                    <a:pt x="213" y="659"/>
                    <a:pt x="213" y="659"/>
                  </a:cubicBezTo>
                  <a:cubicBezTo>
                    <a:pt x="213" y="659"/>
                    <a:pt x="213" y="659"/>
                    <a:pt x="213" y="659"/>
                  </a:cubicBezTo>
                  <a:close/>
                  <a:moveTo>
                    <a:pt x="213" y="659"/>
                  </a:moveTo>
                  <a:cubicBezTo>
                    <a:pt x="214" y="659"/>
                    <a:pt x="213" y="659"/>
                    <a:pt x="213" y="659"/>
                  </a:cubicBezTo>
                  <a:close/>
                  <a:moveTo>
                    <a:pt x="213" y="657"/>
                  </a:moveTo>
                  <a:cubicBezTo>
                    <a:pt x="213" y="656"/>
                    <a:pt x="214" y="656"/>
                    <a:pt x="214" y="656"/>
                  </a:cubicBezTo>
                  <a:cubicBezTo>
                    <a:pt x="215" y="657"/>
                    <a:pt x="214" y="657"/>
                    <a:pt x="213" y="657"/>
                  </a:cubicBezTo>
                  <a:close/>
                  <a:moveTo>
                    <a:pt x="216" y="659"/>
                  </a:moveTo>
                  <a:cubicBezTo>
                    <a:pt x="216" y="658"/>
                    <a:pt x="216" y="657"/>
                    <a:pt x="217" y="658"/>
                  </a:cubicBezTo>
                  <a:cubicBezTo>
                    <a:pt x="216" y="658"/>
                    <a:pt x="218" y="660"/>
                    <a:pt x="218" y="660"/>
                  </a:cubicBezTo>
                  <a:cubicBezTo>
                    <a:pt x="217" y="661"/>
                    <a:pt x="215" y="661"/>
                    <a:pt x="216" y="659"/>
                  </a:cubicBezTo>
                  <a:close/>
                  <a:moveTo>
                    <a:pt x="223" y="655"/>
                  </a:moveTo>
                  <a:cubicBezTo>
                    <a:pt x="222" y="654"/>
                    <a:pt x="224" y="654"/>
                    <a:pt x="224" y="655"/>
                  </a:cubicBezTo>
                  <a:cubicBezTo>
                    <a:pt x="224" y="655"/>
                    <a:pt x="223" y="655"/>
                    <a:pt x="223" y="655"/>
                  </a:cubicBezTo>
                  <a:close/>
                  <a:moveTo>
                    <a:pt x="218" y="655"/>
                  </a:moveTo>
                  <a:cubicBezTo>
                    <a:pt x="217" y="655"/>
                    <a:pt x="214" y="653"/>
                    <a:pt x="215" y="651"/>
                  </a:cubicBezTo>
                  <a:cubicBezTo>
                    <a:pt x="216" y="650"/>
                    <a:pt x="220" y="648"/>
                    <a:pt x="222" y="648"/>
                  </a:cubicBezTo>
                  <a:cubicBezTo>
                    <a:pt x="223" y="649"/>
                    <a:pt x="224" y="649"/>
                    <a:pt x="224" y="650"/>
                  </a:cubicBezTo>
                  <a:cubicBezTo>
                    <a:pt x="224" y="650"/>
                    <a:pt x="226" y="648"/>
                    <a:pt x="225" y="650"/>
                  </a:cubicBezTo>
                  <a:cubicBezTo>
                    <a:pt x="225" y="650"/>
                    <a:pt x="223" y="651"/>
                    <a:pt x="223" y="652"/>
                  </a:cubicBezTo>
                  <a:cubicBezTo>
                    <a:pt x="224" y="652"/>
                    <a:pt x="225" y="651"/>
                    <a:pt x="225" y="652"/>
                  </a:cubicBezTo>
                  <a:cubicBezTo>
                    <a:pt x="224" y="652"/>
                    <a:pt x="221" y="655"/>
                    <a:pt x="218" y="655"/>
                  </a:cubicBezTo>
                  <a:close/>
                  <a:moveTo>
                    <a:pt x="227" y="665"/>
                  </a:moveTo>
                  <a:cubicBezTo>
                    <a:pt x="223" y="666"/>
                    <a:pt x="226" y="661"/>
                    <a:pt x="228" y="662"/>
                  </a:cubicBezTo>
                  <a:cubicBezTo>
                    <a:pt x="229" y="664"/>
                    <a:pt x="228" y="664"/>
                    <a:pt x="227" y="665"/>
                  </a:cubicBezTo>
                  <a:close/>
                  <a:moveTo>
                    <a:pt x="228" y="654"/>
                  </a:moveTo>
                  <a:cubicBezTo>
                    <a:pt x="227" y="653"/>
                    <a:pt x="230" y="655"/>
                    <a:pt x="228" y="654"/>
                  </a:cubicBezTo>
                  <a:close/>
                  <a:moveTo>
                    <a:pt x="229" y="639"/>
                  </a:moveTo>
                  <a:cubicBezTo>
                    <a:pt x="228" y="638"/>
                    <a:pt x="231" y="638"/>
                    <a:pt x="231" y="639"/>
                  </a:cubicBezTo>
                  <a:cubicBezTo>
                    <a:pt x="231" y="639"/>
                    <a:pt x="230" y="640"/>
                    <a:pt x="229" y="639"/>
                  </a:cubicBezTo>
                  <a:close/>
                  <a:moveTo>
                    <a:pt x="215" y="675"/>
                  </a:moveTo>
                  <a:cubicBezTo>
                    <a:pt x="216" y="673"/>
                    <a:pt x="216" y="675"/>
                    <a:pt x="215" y="675"/>
                  </a:cubicBezTo>
                  <a:close/>
                  <a:moveTo>
                    <a:pt x="219" y="676"/>
                  </a:moveTo>
                  <a:cubicBezTo>
                    <a:pt x="220" y="675"/>
                    <a:pt x="221" y="676"/>
                    <a:pt x="223" y="676"/>
                  </a:cubicBezTo>
                  <a:cubicBezTo>
                    <a:pt x="221" y="676"/>
                    <a:pt x="220" y="677"/>
                    <a:pt x="219" y="676"/>
                  </a:cubicBezTo>
                  <a:close/>
                  <a:moveTo>
                    <a:pt x="226" y="676"/>
                  </a:moveTo>
                  <a:cubicBezTo>
                    <a:pt x="226" y="675"/>
                    <a:pt x="228" y="675"/>
                    <a:pt x="228" y="675"/>
                  </a:cubicBezTo>
                  <a:cubicBezTo>
                    <a:pt x="228" y="676"/>
                    <a:pt x="226" y="676"/>
                    <a:pt x="226" y="676"/>
                  </a:cubicBezTo>
                  <a:close/>
                  <a:moveTo>
                    <a:pt x="229" y="676"/>
                  </a:moveTo>
                  <a:cubicBezTo>
                    <a:pt x="229" y="675"/>
                    <a:pt x="230" y="676"/>
                    <a:pt x="230" y="676"/>
                  </a:cubicBezTo>
                  <a:cubicBezTo>
                    <a:pt x="230" y="676"/>
                    <a:pt x="229" y="677"/>
                    <a:pt x="229" y="676"/>
                  </a:cubicBezTo>
                  <a:close/>
                  <a:moveTo>
                    <a:pt x="234" y="679"/>
                  </a:moveTo>
                  <a:cubicBezTo>
                    <a:pt x="234" y="678"/>
                    <a:pt x="235" y="678"/>
                    <a:pt x="235" y="678"/>
                  </a:cubicBezTo>
                  <a:cubicBezTo>
                    <a:pt x="236" y="679"/>
                    <a:pt x="234" y="679"/>
                    <a:pt x="234" y="679"/>
                  </a:cubicBezTo>
                  <a:close/>
                  <a:moveTo>
                    <a:pt x="248" y="692"/>
                  </a:moveTo>
                  <a:cubicBezTo>
                    <a:pt x="248" y="691"/>
                    <a:pt x="250" y="691"/>
                    <a:pt x="250" y="691"/>
                  </a:cubicBezTo>
                  <a:cubicBezTo>
                    <a:pt x="251" y="692"/>
                    <a:pt x="249" y="692"/>
                    <a:pt x="248" y="692"/>
                  </a:cubicBezTo>
                  <a:close/>
                  <a:moveTo>
                    <a:pt x="349" y="41"/>
                  </a:moveTo>
                  <a:cubicBezTo>
                    <a:pt x="348" y="41"/>
                    <a:pt x="345" y="42"/>
                    <a:pt x="344" y="41"/>
                  </a:cubicBezTo>
                  <a:cubicBezTo>
                    <a:pt x="344" y="40"/>
                    <a:pt x="348" y="40"/>
                    <a:pt x="349" y="41"/>
                  </a:cubicBezTo>
                  <a:close/>
                  <a:moveTo>
                    <a:pt x="343" y="7"/>
                  </a:moveTo>
                  <a:cubicBezTo>
                    <a:pt x="344" y="6"/>
                    <a:pt x="345" y="8"/>
                    <a:pt x="343" y="7"/>
                  </a:cubicBezTo>
                  <a:close/>
                  <a:moveTo>
                    <a:pt x="342" y="38"/>
                  </a:moveTo>
                  <a:cubicBezTo>
                    <a:pt x="341" y="38"/>
                    <a:pt x="340" y="37"/>
                    <a:pt x="339" y="38"/>
                  </a:cubicBezTo>
                  <a:cubicBezTo>
                    <a:pt x="339" y="37"/>
                    <a:pt x="341" y="37"/>
                    <a:pt x="342" y="38"/>
                  </a:cubicBezTo>
                  <a:close/>
                  <a:moveTo>
                    <a:pt x="335" y="37"/>
                  </a:moveTo>
                  <a:cubicBezTo>
                    <a:pt x="336" y="36"/>
                    <a:pt x="337" y="39"/>
                    <a:pt x="335" y="37"/>
                  </a:cubicBezTo>
                  <a:close/>
                  <a:moveTo>
                    <a:pt x="336" y="97"/>
                  </a:move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5" y="96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lose/>
                  <a:moveTo>
                    <a:pt x="316" y="49"/>
                  </a:moveTo>
                  <a:cubicBezTo>
                    <a:pt x="316" y="49"/>
                    <a:pt x="313" y="50"/>
                    <a:pt x="313" y="49"/>
                  </a:cubicBezTo>
                  <a:cubicBezTo>
                    <a:pt x="312" y="49"/>
                    <a:pt x="315" y="48"/>
                    <a:pt x="316" y="49"/>
                  </a:cubicBezTo>
                  <a:close/>
                  <a:moveTo>
                    <a:pt x="321" y="108"/>
                  </a:moveTo>
                  <a:cubicBezTo>
                    <a:pt x="319" y="109"/>
                    <a:pt x="315" y="112"/>
                    <a:pt x="311" y="111"/>
                  </a:cubicBezTo>
                  <a:cubicBezTo>
                    <a:pt x="314" y="109"/>
                    <a:pt x="317" y="109"/>
                    <a:pt x="321" y="108"/>
                  </a:cubicBezTo>
                  <a:close/>
                  <a:moveTo>
                    <a:pt x="320" y="636"/>
                  </a:moveTo>
                  <a:cubicBezTo>
                    <a:pt x="319" y="636"/>
                    <a:pt x="320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lose/>
                  <a:moveTo>
                    <a:pt x="319" y="620"/>
                  </a:moveTo>
                  <a:cubicBezTo>
                    <a:pt x="319" y="620"/>
                    <a:pt x="318" y="620"/>
                    <a:pt x="317" y="620"/>
                  </a:cubicBezTo>
                  <a:cubicBezTo>
                    <a:pt x="318" y="620"/>
                    <a:pt x="319" y="619"/>
                    <a:pt x="319" y="620"/>
                  </a:cubicBezTo>
                  <a:close/>
                  <a:moveTo>
                    <a:pt x="318" y="614"/>
                  </a:moveTo>
                  <a:cubicBezTo>
                    <a:pt x="317" y="613"/>
                    <a:pt x="319" y="615"/>
                    <a:pt x="318" y="614"/>
                  </a:cubicBezTo>
                  <a:close/>
                  <a:moveTo>
                    <a:pt x="313" y="137"/>
                  </a:moveTo>
                  <a:cubicBezTo>
                    <a:pt x="312" y="140"/>
                    <a:pt x="312" y="135"/>
                    <a:pt x="312" y="137"/>
                  </a:cubicBezTo>
                  <a:cubicBezTo>
                    <a:pt x="312" y="137"/>
                    <a:pt x="313" y="137"/>
                    <a:pt x="313" y="137"/>
                  </a:cubicBezTo>
                  <a:close/>
                  <a:moveTo>
                    <a:pt x="311" y="41"/>
                  </a:moveTo>
                  <a:cubicBezTo>
                    <a:pt x="310" y="42"/>
                    <a:pt x="309" y="40"/>
                    <a:pt x="311" y="41"/>
                  </a:cubicBezTo>
                  <a:close/>
                  <a:moveTo>
                    <a:pt x="309" y="527"/>
                  </a:moveTo>
                  <a:cubicBezTo>
                    <a:pt x="309" y="528"/>
                    <a:pt x="306" y="529"/>
                    <a:pt x="306" y="527"/>
                  </a:cubicBezTo>
                  <a:cubicBezTo>
                    <a:pt x="306" y="525"/>
                    <a:pt x="309" y="526"/>
                    <a:pt x="309" y="527"/>
                  </a:cubicBezTo>
                  <a:close/>
                  <a:moveTo>
                    <a:pt x="307" y="61"/>
                  </a:moveTo>
                  <a:cubicBezTo>
                    <a:pt x="306" y="60"/>
                    <a:pt x="308" y="61"/>
                    <a:pt x="307" y="61"/>
                  </a:cubicBezTo>
                  <a:close/>
                  <a:moveTo>
                    <a:pt x="293" y="53"/>
                  </a:moveTo>
                  <a:cubicBezTo>
                    <a:pt x="298" y="52"/>
                    <a:pt x="304" y="52"/>
                    <a:pt x="309" y="51"/>
                  </a:cubicBezTo>
                  <a:cubicBezTo>
                    <a:pt x="304" y="53"/>
                    <a:pt x="299" y="53"/>
                    <a:pt x="293" y="53"/>
                  </a:cubicBezTo>
                  <a:close/>
                  <a:moveTo>
                    <a:pt x="282" y="662"/>
                  </a:moveTo>
                  <a:cubicBezTo>
                    <a:pt x="281" y="662"/>
                    <a:pt x="279" y="663"/>
                    <a:pt x="277" y="663"/>
                  </a:cubicBezTo>
                  <a:cubicBezTo>
                    <a:pt x="279" y="662"/>
                    <a:pt x="281" y="661"/>
                    <a:pt x="282" y="662"/>
                  </a:cubicBezTo>
                  <a:close/>
                  <a:moveTo>
                    <a:pt x="278" y="582"/>
                  </a:moveTo>
                  <a:cubicBezTo>
                    <a:pt x="278" y="581"/>
                    <a:pt x="280" y="581"/>
                    <a:pt x="279" y="582"/>
                  </a:cubicBezTo>
                  <a:cubicBezTo>
                    <a:pt x="279" y="582"/>
                    <a:pt x="279" y="582"/>
                    <a:pt x="278" y="582"/>
                  </a:cubicBezTo>
                  <a:close/>
                  <a:moveTo>
                    <a:pt x="282" y="582"/>
                  </a:moveTo>
                  <a:cubicBezTo>
                    <a:pt x="282" y="582"/>
                    <a:pt x="280" y="583"/>
                    <a:pt x="280" y="581"/>
                  </a:cubicBezTo>
                  <a:cubicBezTo>
                    <a:pt x="280" y="580"/>
                    <a:pt x="282" y="581"/>
                    <a:pt x="282" y="582"/>
                  </a:cubicBezTo>
                  <a:close/>
                  <a:moveTo>
                    <a:pt x="281" y="574"/>
                  </a:moveTo>
                  <a:cubicBezTo>
                    <a:pt x="281" y="575"/>
                    <a:pt x="280" y="575"/>
                    <a:pt x="280" y="574"/>
                  </a:cubicBezTo>
                  <a:cubicBezTo>
                    <a:pt x="279" y="574"/>
                    <a:pt x="281" y="573"/>
                    <a:pt x="281" y="574"/>
                  </a:cubicBezTo>
                  <a:close/>
                  <a:moveTo>
                    <a:pt x="294" y="551"/>
                  </a:moveTo>
                  <a:cubicBezTo>
                    <a:pt x="291" y="553"/>
                    <a:pt x="287" y="555"/>
                    <a:pt x="285" y="556"/>
                  </a:cubicBezTo>
                  <a:cubicBezTo>
                    <a:pt x="285" y="556"/>
                    <a:pt x="283" y="557"/>
                    <a:pt x="284" y="556"/>
                  </a:cubicBezTo>
                  <a:cubicBezTo>
                    <a:pt x="286" y="553"/>
                    <a:pt x="291" y="553"/>
                    <a:pt x="294" y="551"/>
                  </a:cubicBezTo>
                  <a:close/>
                  <a:moveTo>
                    <a:pt x="286" y="536"/>
                  </a:moveTo>
                  <a:cubicBezTo>
                    <a:pt x="286" y="535"/>
                    <a:pt x="286" y="536"/>
                    <a:pt x="286" y="536"/>
                  </a:cubicBezTo>
                  <a:cubicBezTo>
                    <a:pt x="285" y="536"/>
                    <a:pt x="286" y="535"/>
                    <a:pt x="286" y="536"/>
                  </a:cubicBezTo>
                  <a:close/>
                  <a:moveTo>
                    <a:pt x="287" y="536"/>
                  </a:moveTo>
                  <a:cubicBezTo>
                    <a:pt x="287" y="534"/>
                    <a:pt x="289" y="534"/>
                    <a:pt x="289" y="536"/>
                  </a:cubicBezTo>
                  <a:cubicBezTo>
                    <a:pt x="289" y="537"/>
                    <a:pt x="287" y="536"/>
                    <a:pt x="287" y="536"/>
                  </a:cubicBezTo>
                  <a:close/>
                  <a:moveTo>
                    <a:pt x="290" y="512"/>
                  </a:moveTo>
                  <a:cubicBezTo>
                    <a:pt x="291" y="510"/>
                    <a:pt x="293" y="509"/>
                    <a:pt x="294" y="508"/>
                  </a:cubicBezTo>
                  <a:cubicBezTo>
                    <a:pt x="294" y="509"/>
                    <a:pt x="292" y="510"/>
                    <a:pt x="290" y="512"/>
                  </a:cubicBezTo>
                  <a:close/>
                  <a:moveTo>
                    <a:pt x="290" y="550"/>
                  </a:moveTo>
                  <a:cubicBezTo>
                    <a:pt x="290" y="549"/>
                    <a:pt x="291" y="548"/>
                    <a:pt x="292" y="549"/>
                  </a:cubicBezTo>
                  <a:cubicBezTo>
                    <a:pt x="292" y="550"/>
                    <a:pt x="290" y="551"/>
                    <a:pt x="290" y="550"/>
                  </a:cubicBezTo>
                  <a:close/>
                  <a:moveTo>
                    <a:pt x="287" y="638"/>
                  </a:moveTo>
                  <a:cubicBezTo>
                    <a:pt x="288" y="637"/>
                    <a:pt x="289" y="637"/>
                    <a:pt x="290" y="637"/>
                  </a:cubicBezTo>
                  <a:cubicBezTo>
                    <a:pt x="289" y="637"/>
                    <a:pt x="288" y="638"/>
                    <a:pt x="287" y="638"/>
                  </a:cubicBezTo>
                  <a:close/>
                  <a:moveTo>
                    <a:pt x="290" y="640"/>
                  </a:moveTo>
                  <a:cubicBezTo>
                    <a:pt x="289" y="641"/>
                    <a:pt x="288" y="640"/>
                    <a:pt x="287" y="641"/>
                  </a:cubicBezTo>
                  <a:cubicBezTo>
                    <a:pt x="287" y="640"/>
                    <a:pt x="289" y="639"/>
                    <a:pt x="290" y="640"/>
                  </a:cubicBezTo>
                  <a:close/>
                  <a:moveTo>
                    <a:pt x="292" y="594"/>
                  </a:moveTo>
                  <a:cubicBezTo>
                    <a:pt x="292" y="595"/>
                    <a:pt x="288" y="596"/>
                    <a:pt x="288" y="593"/>
                  </a:cubicBezTo>
                  <a:cubicBezTo>
                    <a:pt x="288" y="591"/>
                    <a:pt x="292" y="592"/>
                    <a:pt x="292" y="594"/>
                  </a:cubicBezTo>
                  <a:close/>
                  <a:moveTo>
                    <a:pt x="288" y="573"/>
                  </a:moveTo>
                  <a:cubicBezTo>
                    <a:pt x="288" y="572"/>
                    <a:pt x="290" y="571"/>
                    <a:pt x="291" y="571"/>
                  </a:cubicBezTo>
                  <a:cubicBezTo>
                    <a:pt x="290" y="572"/>
                    <a:pt x="289" y="572"/>
                    <a:pt x="288" y="573"/>
                  </a:cubicBezTo>
                  <a:close/>
                  <a:moveTo>
                    <a:pt x="292" y="571"/>
                  </a:moveTo>
                  <a:cubicBezTo>
                    <a:pt x="292" y="570"/>
                    <a:pt x="293" y="569"/>
                    <a:pt x="294" y="570"/>
                  </a:cubicBezTo>
                  <a:cubicBezTo>
                    <a:pt x="294" y="571"/>
                    <a:pt x="292" y="571"/>
                    <a:pt x="292" y="571"/>
                  </a:cubicBezTo>
                  <a:close/>
                  <a:moveTo>
                    <a:pt x="293" y="594"/>
                  </a:moveTo>
                  <a:cubicBezTo>
                    <a:pt x="293" y="596"/>
                    <a:pt x="291" y="595"/>
                    <a:pt x="293" y="594"/>
                  </a:cubicBezTo>
                  <a:close/>
                  <a:moveTo>
                    <a:pt x="291" y="595"/>
                  </a:moveTo>
                  <a:cubicBezTo>
                    <a:pt x="290" y="597"/>
                    <a:pt x="288" y="596"/>
                    <a:pt x="291" y="595"/>
                  </a:cubicBezTo>
                  <a:close/>
                  <a:moveTo>
                    <a:pt x="290" y="625"/>
                  </a:moveTo>
                  <a:cubicBezTo>
                    <a:pt x="291" y="626"/>
                    <a:pt x="290" y="625"/>
                    <a:pt x="290" y="625"/>
                  </a:cubicBezTo>
                  <a:cubicBezTo>
                    <a:pt x="290" y="625"/>
                    <a:pt x="290" y="625"/>
                    <a:pt x="290" y="625"/>
                  </a:cubicBezTo>
                  <a:close/>
                  <a:moveTo>
                    <a:pt x="289" y="602"/>
                  </a:moveTo>
                  <a:cubicBezTo>
                    <a:pt x="289" y="601"/>
                    <a:pt x="292" y="601"/>
                    <a:pt x="293" y="601"/>
                  </a:cubicBezTo>
                  <a:cubicBezTo>
                    <a:pt x="292" y="602"/>
                    <a:pt x="290" y="602"/>
                    <a:pt x="289" y="602"/>
                  </a:cubicBezTo>
                  <a:close/>
                  <a:moveTo>
                    <a:pt x="291" y="634"/>
                  </a:moveTo>
                  <a:cubicBezTo>
                    <a:pt x="292" y="634"/>
                    <a:pt x="293" y="634"/>
                    <a:pt x="292" y="635"/>
                  </a:cubicBezTo>
                  <a:cubicBezTo>
                    <a:pt x="292" y="636"/>
                    <a:pt x="291" y="635"/>
                    <a:pt x="291" y="634"/>
                  </a:cubicBezTo>
                  <a:close/>
                  <a:moveTo>
                    <a:pt x="295" y="635"/>
                  </a:moveTo>
                  <a:cubicBezTo>
                    <a:pt x="294" y="636"/>
                    <a:pt x="293" y="637"/>
                    <a:pt x="291" y="636"/>
                  </a:cubicBezTo>
                  <a:cubicBezTo>
                    <a:pt x="292" y="636"/>
                    <a:pt x="294" y="636"/>
                    <a:pt x="295" y="635"/>
                  </a:cubicBezTo>
                  <a:close/>
                  <a:moveTo>
                    <a:pt x="293" y="583"/>
                  </a:moveTo>
                  <a:cubicBezTo>
                    <a:pt x="293" y="583"/>
                    <a:pt x="294" y="583"/>
                    <a:pt x="294" y="583"/>
                  </a:cubicBezTo>
                  <a:cubicBezTo>
                    <a:pt x="295" y="584"/>
                    <a:pt x="293" y="585"/>
                    <a:pt x="293" y="583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538"/>
                  </a:moveTo>
                  <a:cubicBezTo>
                    <a:pt x="283" y="538"/>
                    <a:pt x="284" y="537"/>
                    <a:pt x="284" y="537"/>
                  </a:cubicBezTo>
                  <a:cubicBezTo>
                    <a:pt x="285" y="537"/>
                    <a:pt x="284" y="538"/>
                    <a:pt x="284" y="538"/>
                  </a:cubicBezTo>
                  <a:close/>
                  <a:moveTo>
                    <a:pt x="285" y="588"/>
                  </a:moveTo>
                  <a:cubicBezTo>
                    <a:pt x="284" y="589"/>
                    <a:pt x="283" y="589"/>
                    <a:pt x="282" y="590"/>
                  </a:cubicBezTo>
                  <a:cubicBezTo>
                    <a:pt x="282" y="590"/>
                    <a:pt x="284" y="588"/>
                    <a:pt x="285" y="588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612"/>
                  </a:moveTo>
                  <a:cubicBezTo>
                    <a:pt x="281" y="614"/>
                    <a:pt x="281" y="612"/>
                    <a:pt x="284" y="612"/>
                  </a:cubicBezTo>
                  <a:close/>
                  <a:moveTo>
                    <a:pt x="283" y="648"/>
                  </a:moveTo>
                  <a:cubicBezTo>
                    <a:pt x="284" y="645"/>
                    <a:pt x="286" y="647"/>
                    <a:pt x="283" y="648"/>
                  </a:cubicBezTo>
                  <a:close/>
                  <a:moveTo>
                    <a:pt x="287" y="661"/>
                  </a:moveTo>
                  <a:cubicBezTo>
                    <a:pt x="287" y="661"/>
                    <a:pt x="285" y="662"/>
                    <a:pt x="284" y="662"/>
                  </a:cubicBezTo>
                  <a:cubicBezTo>
                    <a:pt x="284" y="661"/>
                    <a:pt x="287" y="660"/>
                    <a:pt x="287" y="661"/>
                  </a:cubicBezTo>
                  <a:close/>
                  <a:moveTo>
                    <a:pt x="288" y="667"/>
                  </a:moveTo>
                  <a:cubicBezTo>
                    <a:pt x="288" y="668"/>
                    <a:pt x="286" y="668"/>
                    <a:pt x="286" y="667"/>
                  </a:cubicBezTo>
                  <a:cubicBezTo>
                    <a:pt x="285" y="666"/>
                    <a:pt x="288" y="666"/>
                    <a:pt x="288" y="667"/>
                  </a:cubicBezTo>
                  <a:close/>
                  <a:moveTo>
                    <a:pt x="287" y="650"/>
                  </a:moveTo>
                  <a:cubicBezTo>
                    <a:pt x="287" y="648"/>
                    <a:pt x="290" y="647"/>
                    <a:pt x="291" y="649"/>
                  </a:cubicBezTo>
                  <a:cubicBezTo>
                    <a:pt x="295" y="653"/>
                    <a:pt x="286" y="654"/>
                    <a:pt x="287" y="650"/>
                  </a:cubicBezTo>
                  <a:close/>
                  <a:moveTo>
                    <a:pt x="292" y="691"/>
                  </a:moveTo>
                  <a:cubicBezTo>
                    <a:pt x="292" y="691"/>
                    <a:pt x="292" y="691"/>
                    <a:pt x="292" y="691"/>
                  </a:cubicBezTo>
                  <a:cubicBezTo>
                    <a:pt x="292" y="689"/>
                    <a:pt x="294" y="692"/>
                    <a:pt x="292" y="691"/>
                  </a:cubicBezTo>
                  <a:close/>
                  <a:moveTo>
                    <a:pt x="292" y="646"/>
                  </a:moveTo>
                  <a:cubicBezTo>
                    <a:pt x="290" y="644"/>
                    <a:pt x="297" y="643"/>
                    <a:pt x="294" y="646"/>
                  </a:cubicBezTo>
                  <a:cubicBezTo>
                    <a:pt x="294" y="646"/>
                    <a:pt x="293" y="646"/>
                    <a:pt x="292" y="646"/>
                  </a:cubicBezTo>
                  <a:close/>
                  <a:moveTo>
                    <a:pt x="294" y="600"/>
                  </a:moveTo>
                  <a:cubicBezTo>
                    <a:pt x="294" y="600"/>
                    <a:pt x="296" y="599"/>
                    <a:pt x="297" y="599"/>
                  </a:cubicBezTo>
                  <a:cubicBezTo>
                    <a:pt x="296" y="600"/>
                    <a:pt x="295" y="600"/>
                    <a:pt x="294" y="600"/>
                  </a:cubicBezTo>
                  <a:close/>
                  <a:moveTo>
                    <a:pt x="293" y="530"/>
                  </a:moveTo>
                  <a:cubicBezTo>
                    <a:pt x="294" y="529"/>
                    <a:pt x="296" y="528"/>
                    <a:pt x="297" y="530"/>
                  </a:cubicBezTo>
                  <a:cubicBezTo>
                    <a:pt x="298" y="532"/>
                    <a:pt x="293" y="534"/>
                    <a:pt x="293" y="530"/>
                  </a:cubicBezTo>
                  <a:close/>
                  <a:moveTo>
                    <a:pt x="303" y="581"/>
                  </a:moveTo>
                  <a:cubicBezTo>
                    <a:pt x="303" y="584"/>
                    <a:pt x="298" y="584"/>
                    <a:pt x="297" y="581"/>
                  </a:cubicBezTo>
                  <a:cubicBezTo>
                    <a:pt x="297" y="578"/>
                    <a:pt x="303" y="579"/>
                    <a:pt x="303" y="581"/>
                  </a:cubicBezTo>
                  <a:close/>
                  <a:moveTo>
                    <a:pt x="298" y="504"/>
                  </a:moveTo>
                  <a:cubicBezTo>
                    <a:pt x="298" y="503"/>
                    <a:pt x="300" y="504"/>
                    <a:pt x="298" y="504"/>
                  </a:cubicBezTo>
                  <a:close/>
                  <a:moveTo>
                    <a:pt x="300" y="102"/>
                  </a:moveTo>
                  <a:cubicBezTo>
                    <a:pt x="298" y="103"/>
                    <a:pt x="297" y="101"/>
                    <a:pt x="300" y="102"/>
                  </a:cubicBezTo>
                  <a:close/>
                  <a:moveTo>
                    <a:pt x="299" y="578"/>
                  </a:moveTo>
                  <a:cubicBezTo>
                    <a:pt x="299" y="578"/>
                    <a:pt x="298" y="579"/>
                    <a:pt x="298" y="578"/>
                  </a:cubicBezTo>
                  <a:cubicBezTo>
                    <a:pt x="297" y="577"/>
                    <a:pt x="300" y="577"/>
                    <a:pt x="299" y="578"/>
                  </a:cubicBezTo>
                  <a:close/>
                  <a:moveTo>
                    <a:pt x="303" y="67"/>
                  </a:moveTo>
                  <a:cubicBezTo>
                    <a:pt x="302" y="69"/>
                    <a:pt x="302" y="67"/>
                    <a:pt x="303" y="67"/>
                  </a:cubicBezTo>
                  <a:close/>
                  <a:moveTo>
                    <a:pt x="304" y="592"/>
                  </a:moveTo>
                  <a:cubicBezTo>
                    <a:pt x="304" y="593"/>
                    <a:pt x="301" y="593"/>
                    <a:pt x="300" y="594"/>
                  </a:cubicBezTo>
                  <a:cubicBezTo>
                    <a:pt x="301" y="593"/>
                    <a:pt x="303" y="592"/>
                    <a:pt x="304" y="592"/>
                  </a:cubicBezTo>
                  <a:close/>
                  <a:moveTo>
                    <a:pt x="304" y="660"/>
                  </a:moveTo>
                  <a:cubicBezTo>
                    <a:pt x="304" y="661"/>
                    <a:pt x="304" y="662"/>
                    <a:pt x="304" y="662"/>
                  </a:cubicBezTo>
                  <a:cubicBezTo>
                    <a:pt x="302" y="664"/>
                    <a:pt x="301" y="659"/>
                    <a:pt x="304" y="660"/>
                  </a:cubicBezTo>
                  <a:close/>
                  <a:moveTo>
                    <a:pt x="308" y="41"/>
                  </a:moveTo>
                  <a:cubicBezTo>
                    <a:pt x="308" y="41"/>
                    <a:pt x="307" y="42"/>
                    <a:pt x="307" y="42"/>
                  </a:cubicBezTo>
                  <a:cubicBezTo>
                    <a:pt x="306" y="42"/>
                    <a:pt x="307" y="41"/>
                    <a:pt x="308" y="41"/>
                  </a:cubicBezTo>
                  <a:close/>
                  <a:moveTo>
                    <a:pt x="298" y="26"/>
                  </a:moveTo>
                  <a:cubicBezTo>
                    <a:pt x="300" y="25"/>
                    <a:pt x="300" y="27"/>
                    <a:pt x="298" y="26"/>
                  </a:cubicBezTo>
                  <a:close/>
                  <a:moveTo>
                    <a:pt x="299" y="30"/>
                  </a:moveTo>
                  <a:cubicBezTo>
                    <a:pt x="297" y="31"/>
                    <a:pt x="295" y="30"/>
                    <a:pt x="293" y="30"/>
                  </a:cubicBezTo>
                  <a:cubicBezTo>
                    <a:pt x="295" y="29"/>
                    <a:pt x="297" y="29"/>
                    <a:pt x="299" y="30"/>
                  </a:cubicBezTo>
                  <a:close/>
                  <a:moveTo>
                    <a:pt x="291" y="53"/>
                  </a:moveTo>
                  <a:cubicBezTo>
                    <a:pt x="287" y="54"/>
                    <a:pt x="283" y="55"/>
                    <a:pt x="279" y="55"/>
                  </a:cubicBezTo>
                  <a:cubicBezTo>
                    <a:pt x="283" y="54"/>
                    <a:pt x="287" y="53"/>
                    <a:pt x="291" y="53"/>
                  </a:cubicBezTo>
                  <a:close/>
                  <a:moveTo>
                    <a:pt x="288" y="513"/>
                  </a:moveTo>
                  <a:cubicBezTo>
                    <a:pt x="287" y="513"/>
                    <a:pt x="290" y="512"/>
                    <a:pt x="289" y="512"/>
                  </a:cubicBezTo>
                  <a:cubicBezTo>
                    <a:pt x="290" y="512"/>
                    <a:pt x="289" y="514"/>
                    <a:pt x="288" y="513"/>
                  </a:cubicBezTo>
                  <a:close/>
                  <a:moveTo>
                    <a:pt x="282" y="526"/>
                  </a:moveTo>
                  <a:cubicBezTo>
                    <a:pt x="282" y="526"/>
                    <a:pt x="281" y="527"/>
                    <a:pt x="280" y="526"/>
                  </a:cubicBezTo>
                  <a:cubicBezTo>
                    <a:pt x="280" y="526"/>
                    <a:pt x="282" y="525"/>
                    <a:pt x="282" y="526"/>
                  </a:cubicBezTo>
                  <a:close/>
                  <a:moveTo>
                    <a:pt x="286" y="526"/>
                  </a:moveTo>
                  <a:cubicBezTo>
                    <a:pt x="286" y="526"/>
                    <a:pt x="291" y="524"/>
                    <a:pt x="290" y="526"/>
                  </a:cubicBezTo>
                  <a:cubicBezTo>
                    <a:pt x="290" y="527"/>
                    <a:pt x="285" y="527"/>
                    <a:pt x="284" y="527"/>
                  </a:cubicBezTo>
                  <a:cubicBezTo>
                    <a:pt x="281" y="527"/>
                    <a:pt x="278" y="530"/>
                    <a:pt x="275" y="529"/>
                  </a:cubicBezTo>
                  <a:cubicBezTo>
                    <a:pt x="276" y="527"/>
                    <a:pt x="284" y="527"/>
                    <a:pt x="286" y="526"/>
                  </a:cubicBezTo>
                  <a:close/>
                  <a:moveTo>
                    <a:pt x="277" y="694"/>
                  </a:moveTo>
                  <a:cubicBezTo>
                    <a:pt x="277" y="695"/>
                    <a:pt x="275" y="695"/>
                    <a:pt x="275" y="694"/>
                  </a:cubicBezTo>
                  <a:cubicBezTo>
                    <a:pt x="275" y="693"/>
                    <a:pt x="277" y="694"/>
                    <a:pt x="277" y="694"/>
                  </a:cubicBezTo>
                  <a:close/>
                  <a:moveTo>
                    <a:pt x="266" y="653"/>
                  </a:moveTo>
                  <a:cubicBezTo>
                    <a:pt x="266" y="653"/>
                    <a:pt x="266" y="652"/>
                    <a:pt x="266" y="651"/>
                  </a:cubicBezTo>
                  <a:cubicBezTo>
                    <a:pt x="267" y="648"/>
                    <a:pt x="270" y="649"/>
                    <a:pt x="271" y="650"/>
                  </a:cubicBezTo>
                  <a:cubicBezTo>
                    <a:pt x="271" y="650"/>
                    <a:pt x="271" y="650"/>
                    <a:pt x="271" y="650"/>
                  </a:cubicBezTo>
                  <a:cubicBezTo>
                    <a:pt x="271" y="650"/>
                    <a:pt x="271" y="650"/>
                    <a:pt x="272" y="650"/>
                  </a:cubicBezTo>
                  <a:cubicBezTo>
                    <a:pt x="275" y="651"/>
                    <a:pt x="270" y="659"/>
                    <a:pt x="266" y="653"/>
                  </a:cubicBezTo>
                  <a:close/>
                  <a:moveTo>
                    <a:pt x="268" y="657"/>
                  </a:moveTo>
                  <a:cubicBezTo>
                    <a:pt x="267" y="656"/>
                    <a:pt x="269" y="657"/>
                    <a:pt x="268" y="657"/>
                  </a:cubicBezTo>
                  <a:close/>
                  <a:moveTo>
                    <a:pt x="264" y="633"/>
                  </a:moveTo>
                  <a:cubicBezTo>
                    <a:pt x="263" y="633"/>
                    <a:pt x="264" y="632"/>
                    <a:pt x="265" y="632"/>
                  </a:cubicBezTo>
                  <a:cubicBezTo>
                    <a:pt x="265" y="633"/>
                    <a:pt x="264" y="632"/>
                    <a:pt x="264" y="633"/>
                  </a:cubicBezTo>
                  <a:close/>
                  <a:moveTo>
                    <a:pt x="263" y="663"/>
                  </a:moveTo>
                  <a:cubicBezTo>
                    <a:pt x="265" y="662"/>
                    <a:pt x="265" y="664"/>
                    <a:pt x="263" y="663"/>
                  </a:cubicBezTo>
                  <a:close/>
                  <a:moveTo>
                    <a:pt x="265" y="623"/>
                  </a:moveTo>
                  <a:cubicBezTo>
                    <a:pt x="267" y="623"/>
                    <a:pt x="269" y="624"/>
                    <a:pt x="269" y="627"/>
                  </a:cubicBezTo>
                  <a:cubicBezTo>
                    <a:pt x="268" y="625"/>
                    <a:pt x="267" y="628"/>
                    <a:pt x="265" y="629"/>
                  </a:cubicBezTo>
                  <a:cubicBezTo>
                    <a:pt x="258" y="631"/>
                    <a:pt x="258" y="621"/>
                    <a:pt x="265" y="623"/>
                  </a:cubicBezTo>
                  <a:close/>
                  <a:moveTo>
                    <a:pt x="271" y="560"/>
                  </a:moveTo>
                  <a:cubicBezTo>
                    <a:pt x="272" y="561"/>
                    <a:pt x="269" y="562"/>
                    <a:pt x="269" y="561"/>
                  </a:cubicBezTo>
                  <a:cubicBezTo>
                    <a:pt x="269" y="560"/>
                    <a:pt x="271" y="559"/>
                    <a:pt x="271" y="560"/>
                  </a:cubicBezTo>
                  <a:close/>
                  <a:moveTo>
                    <a:pt x="271" y="507"/>
                  </a:moveTo>
                  <a:cubicBezTo>
                    <a:pt x="271" y="505"/>
                    <a:pt x="271" y="509"/>
                    <a:pt x="271" y="507"/>
                  </a:cubicBezTo>
                  <a:close/>
                  <a:moveTo>
                    <a:pt x="273" y="532"/>
                  </a:moveTo>
                  <a:cubicBezTo>
                    <a:pt x="273" y="532"/>
                    <a:pt x="273" y="533"/>
                    <a:pt x="273" y="533"/>
                  </a:cubicBezTo>
                  <a:cubicBezTo>
                    <a:pt x="270" y="531"/>
                    <a:pt x="277" y="530"/>
                    <a:pt x="273" y="532"/>
                  </a:cubicBezTo>
                  <a:close/>
                  <a:moveTo>
                    <a:pt x="273" y="556"/>
                  </a:moveTo>
                  <a:cubicBezTo>
                    <a:pt x="273" y="555"/>
                    <a:pt x="274" y="555"/>
                    <a:pt x="274" y="555"/>
                  </a:cubicBezTo>
                  <a:cubicBezTo>
                    <a:pt x="277" y="555"/>
                    <a:pt x="274" y="558"/>
                    <a:pt x="273" y="556"/>
                  </a:cubicBezTo>
                  <a:close/>
                  <a:moveTo>
                    <a:pt x="270" y="624"/>
                  </a:moveTo>
                  <a:cubicBezTo>
                    <a:pt x="270" y="624"/>
                    <a:pt x="269" y="624"/>
                    <a:pt x="269" y="624"/>
                  </a:cubicBezTo>
                  <a:cubicBezTo>
                    <a:pt x="269" y="623"/>
                    <a:pt x="271" y="623"/>
                    <a:pt x="270" y="624"/>
                  </a:cubicBezTo>
                  <a:close/>
                  <a:moveTo>
                    <a:pt x="266" y="617"/>
                  </a:moveTo>
                  <a:cubicBezTo>
                    <a:pt x="266" y="615"/>
                    <a:pt x="269" y="616"/>
                    <a:pt x="269" y="617"/>
                  </a:cubicBezTo>
                  <a:cubicBezTo>
                    <a:pt x="269" y="618"/>
                    <a:pt x="267" y="618"/>
                    <a:pt x="266" y="617"/>
                  </a:cubicBezTo>
                  <a:close/>
                  <a:moveTo>
                    <a:pt x="271" y="647"/>
                  </a:moveTo>
                  <a:cubicBezTo>
                    <a:pt x="271" y="648"/>
                    <a:pt x="269" y="648"/>
                    <a:pt x="269" y="647"/>
                  </a:cubicBezTo>
                  <a:cubicBezTo>
                    <a:pt x="269" y="647"/>
                    <a:pt x="270" y="646"/>
                    <a:pt x="271" y="647"/>
                  </a:cubicBezTo>
                  <a:close/>
                  <a:moveTo>
                    <a:pt x="270" y="628"/>
                  </a:moveTo>
                  <a:cubicBezTo>
                    <a:pt x="270" y="627"/>
                    <a:pt x="273" y="626"/>
                    <a:pt x="273" y="628"/>
                  </a:cubicBezTo>
                  <a:cubicBezTo>
                    <a:pt x="273" y="628"/>
                    <a:pt x="270" y="630"/>
                    <a:pt x="270" y="628"/>
                  </a:cubicBezTo>
                  <a:close/>
                  <a:moveTo>
                    <a:pt x="273" y="613"/>
                  </a:moveTo>
                  <a:cubicBezTo>
                    <a:pt x="273" y="614"/>
                    <a:pt x="271" y="614"/>
                    <a:pt x="271" y="614"/>
                  </a:cubicBezTo>
                  <a:cubicBezTo>
                    <a:pt x="270" y="613"/>
                    <a:pt x="272" y="613"/>
                    <a:pt x="273" y="613"/>
                  </a:cubicBezTo>
                  <a:close/>
                  <a:moveTo>
                    <a:pt x="270" y="571"/>
                  </a:moveTo>
                  <a:cubicBezTo>
                    <a:pt x="270" y="571"/>
                    <a:pt x="270" y="571"/>
                    <a:pt x="270" y="571"/>
                  </a:cubicBezTo>
                  <a:cubicBezTo>
                    <a:pt x="270" y="569"/>
                    <a:pt x="272" y="572"/>
                    <a:pt x="270" y="571"/>
                  </a:cubicBezTo>
                  <a:close/>
                  <a:moveTo>
                    <a:pt x="271" y="564"/>
                  </a:moveTo>
                  <a:cubicBezTo>
                    <a:pt x="269" y="565"/>
                    <a:pt x="268" y="566"/>
                    <a:pt x="267" y="566"/>
                  </a:cubicBezTo>
                  <a:cubicBezTo>
                    <a:pt x="268" y="565"/>
                    <a:pt x="269" y="564"/>
                    <a:pt x="271" y="564"/>
                  </a:cubicBezTo>
                  <a:close/>
                  <a:moveTo>
                    <a:pt x="271" y="572"/>
                  </a:moveTo>
                  <a:cubicBezTo>
                    <a:pt x="269" y="573"/>
                    <a:pt x="269" y="574"/>
                    <a:pt x="271" y="574"/>
                  </a:cubicBezTo>
                  <a:cubicBezTo>
                    <a:pt x="270" y="576"/>
                    <a:pt x="266" y="579"/>
                    <a:pt x="263" y="577"/>
                  </a:cubicBezTo>
                  <a:cubicBezTo>
                    <a:pt x="258" y="573"/>
                    <a:pt x="266" y="568"/>
                    <a:pt x="271" y="572"/>
                  </a:cubicBezTo>
                  <a:close/>
                  <a:moveTo>
                    <a:pt x="264" y="612"/>
                  </a:moveTo>
                  <a:cubicBezTo>
                    <a:pt x="265" y="612"/>
                    <a:pt x="263" y="612"/>
                    <a:pt x="263" y="612"/>
                  </a:cubicBezTo>
                  <a:cubicBezTo>
                    <a:pt x="263" y="611"/>
                    <a:pt x="264" y="611"/>
                    <a:pt x="264" y="612"/>
                  </a:cubicBezTo>
                  <a:close/>
                  <a:moveTo>
                    <a:pt x="266" y="632"/>
                  </a:moveTo>
                  <a:cubicBezTo>
                    <a:pt x="266" y="632"/>
                    <a:pt x="266" y="632"/>
                    <a:pt x="266" y="632"/>
                  </a:cubicBezTo>
                  <a:cubicBezTo>
                    <a:pt x="265" y="630"/>
                    <a:pt x="268" y="633"/>
                    <a:pt x="266" y="632"/>
                  </a:cubicBezTo>
                  <a:close/>
                  <a:moveTo>
                    <a:pt x="276" y="663"/>
                  </a:moveTo>
                  <a:cubicBezTo>
                    <a:pt x="274" y="664"/>
                    <a:pt x="273" y="665"/>
                    <a:pt x="271" y="665"/>
                  </a:cubicBezTo>
                  <a:cubicBezTo>
                    <a:pt x="272" y="663"/>
                    <a:pt x="274" y="663"/>
                    <a:pt x="276" y="663"/>
                  </a:cubicBezTo>
                  <a:close/>
                  <a:moveTo>
                    <a:pt x="270" y="486"/>
                  </a:moveTo>
                  <a:cubicBezTo>
                    <a:pt x="270" y="486"/>
                    <a:pt x="270" y="486"/>
                    <a:pt x="270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0" y="485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lose/>
                  <a:moveTo>
                    <a:pt x="274" y="496"/>
                  </a:moveTo>
                  <a:cubicBezTo>
                    <a:pt x="274" y="499"/>
                    <a:pt x="269" y="498"/>
                    <a:pt x="269" y="496"/>
                  </a:cubicBezTo>
                  <a:cubicBezTo>
                    <a:pt x="269" y="496"/>
                    <a:pt x="274" y="494"/>
                    <a:pt x="274" y="496"/>
                  </a:cubicBezTo>
                  <a:close/>
                  <a:moveTo>
                    <a:pt x="276" y="504"/>
                  </a:moveTo>
                  <a:cubicBezTo>
                    <a:pt x="274" y="506"/>
                    <a:pt x="271" y="506"/>
                    <a:pt x="269" y="507"/>
                  </a:cubicBezTo>
                  <a:cubicBezTo>
                    <a:pt x="270" y="506"/>
                    <a:pt x="274" y="504"/>
                    <a:pt x="276" y="504"/>
                  </a:cubicBezTo>
                  <a:close/>
                  <a:moveTo>
                    <a:pt x="268" y="467"/>
                  </a:moveTo>
                  <a:cubicBezTo>
                    <a:pt x="268" y="468"/>
                    <a:pt x="268" y="468"/>
                    <a:pt x="267" y="468"/>
                  </a:cubicBezTo>
                  <a:cubicBezTo>
                    <a:pt x="267" y="468"/>
                    <a:pt x="268" y="467"/>
                    <a:pt x="268" y="467"/>
                  </a:cubicBezTo>
                  <a:close/>
                  <a:moveTo>
                    <a:pt x="267" y="506"/>
                  </a:moveTo>
                  <a:cubicBezTo>
                    <a:pt x="268" y="506"/>
                    <a:pt x="267" y="507"/>
                    <a:pt x="267" y="507"/>
                  </a:cubicBezTo>
                  <a:cubicBezTo>
                    <a:pt x="266" y="506"/>
                    <a:pt x="267" y="506"/>
                    <a:pt x="267" y="506"/>
                  </a:cubicBezTo>
                  <a:close/>
                  <a:moveTo>
                    <a:pt x="264" y="562"/>
                  </a:moveTo>
                  <a:cubicBezTo>
                    <a:pt x="265" y="562"/>
                    <a:pt x="262" y="562"/>
                    <a:pt x="262" y="562"/>
                  </a:cubicBezTo>
                  <a:cubicBezTo>
                    <a:pt x="262" y="562"/>
                    <a:pt x="264" y="561"/>
                    <a:pt x="264" y="562"/>
                  </a:cubicBezTo>
                  <a:close/>
                  <a:moveTo>
                    <a:pt x="262" y="562"/>
                  </a:moveTo>
                  <a:cubicBezTo>
                    <a:pt x="261" y="563"/>
                    <a:pt x="260" y="561"/>
                    <a:pt x="262" y="562"/>
                  </a:cubicBezTo>
                  <a:close/>
                  <a:moveTo>
                    <a:pt x="260" y="440"/>
                  </a:moveTo>
                  <a:cubicBezTo>
                    <a:pt x="261" y="440"/>
                    <a:pt x="260" y="441"/>
                    <a:pt x="260" y="441"/>
                  </a:cubicBezTo>
                  <a:cubicBezTo>
                    <a:pt x="257" y="443"/>
                    <a:pt x="259" y="439"/>
                    <a:pt x="260" y="440"/>
                  </a:cubicBezTo>
                  <a:close/>
                  <a:moveTo>
                    <a:pt x="257" y="484"/>
                  </a:moveTo>
                  <a:cubicBezTo>
                    <a:pt x="257" y="484"/>
                    <a:pt x="257" y="483"/>
                    <a:pt x="257" y="483"/>
                  </a:cubicBezTo>
                  <a:cubicBezTo>
                    <a:pt x="257" y="484"/>
                    <a:pt x="257" y="484"/>
                    <a:pt x="257" y="484"/>
                  </a:cubicBezTo>
                  <a:cubicBezTo>
                    <a:pt x="257" y="484"/>
                    <a:pt x="257" y="484"/>
                    <a:pt x="257" y="484"/>
                  </a:cubicBezTo>
                  <a:close/>
                  <a:moveTo>
                    <a:pt x="256" y="495"/>
                  </a:moveTo>
                  <a:cubicBezTo>
                    <a:pt x="255" y="496"/>
                    <a:pt x="255" y="496"/>
                    <a:pt x="254" y="495"/>
                  </a:cubicBezTo>
                  <a:cubicBezTo>
                    <a:pt x="254" y="494"/>
                    <a:pt x="257" y="494"/>
                    <a:pt x="256" y="495"/>
                  </a:cubicBezTo>
                  <a:close/>
                  <a:moveTo>
                    <a:pt x="252" y="519"/>
                  </a:moveTo>
                  <a:cubicBezTo>
                    <a:pt x="252" y="519"/>
                    <a:pt x="252" y="520"/>
                    <a:pt x="252" y="520"/>
                  </a:cubicBezTo>
                  <a:cubicBezTo>
                    <a:pt x="251" y="519"/>
                    <a:pt x="252" y="518"/>
                    <a:pt x="252" y="519"/>
                  </a:cubicBezTo>
                  <a:close/>
                  <a:moveTo>
                    <a:pt x="250" y="460"/>
                  </a:moveTo>
                  <a:cubicBezTo>
                    <a:pt x="251" y="459"/>
                    <a:pt x="251" y="460"/>
                    <a:pt x="251" y="461"/>
                  </a:cubicBezTo>
                  <a:cubicBezTo>
                    <a:pt x="250" y="462"/>
                    <a:pt x="249" y="460"/>
                    <a:pt x="250" y="460"/>
                  </a:cubicBezTo>
                  <a:close/>
                  <a:moveTo>
                    <a:pt x="253" y="530"/>
                  </a:moveTo>
                  <a:cubicBezTo>
                    <a:pt x="254" y="528"/>
                    <a:pt x="259" y="522"/>
                    <a:pt x="261" y="522"/>
                  </a:cubicBezTo>
                  <a:cubicBezTo>
                    <a:pt x="264" y="521"/>
                    <a:pt x="260" y="524"/>
                    <a:pt x="259" y="524"/>
                  </a:cubicBezTo>
                  <a:cubicBezTo>
                    <a:pt x="257" y="526"/>
                    <a:pt x="255" y="529"/>
                    <a:pt x="253" y="531"/>
                  </a:cubicBezTo>
                  <a:cubicBezTo>
                    <a:pt x="253" y="531"/>
                    <a:pt x="253" y="531"/>
                    <a:pt x="253" y="531"/>
                  </a:cubicBezTo>
                  <a:cubicBezTo>
                    <a:pt x="253" y="531"/>
                    <a:pt x="253" y="532"/>
                    <a:pt x="252" y="532"/>
                  </a:cubicBezTo>
                  <a:cubicBezTo>
                    <a:pt x="252" y="532"/>
                    <a:pt x="252" y="532"/>
                    <a:pt x="252" y="532"/>
                  </a:cubicBezTo>
                  <a:cubicBezTo>
                    <a:pt x="251" y="533"/>
                    <a:pt x="251" y="533"/>
                    <a:pt x="250" y="534"/>
                  </a:cubicBezTo>
                  <a:cubicBezTo>
                    <a:pt x="250" y="534"/>
                    <a:pt x="249" y="533"/>
                    <a:pt x="249" y="533"/>
                  </a:cubicBezTo>
                  <a:cubicBezTo>
                    <a:pt x="249" y="533"/>
                    <a:pt x="251" y="531"/>
                    <a:pt x="253" y="530"/>
                  </a:cubicBezTo>
                  <a:close/>
                  <a:moveTo>
                    <a:pt x="253" y="640"/>
                  </a:moveTo>
                  <a:cubicBezTo>
                    <a:pt x="253" y="638"/>
                    <a:pt x="257" y="638"/>
                    <a:pt x="258" y="639"/>
                  </a:cubicBezTo>
                  <a:cubicBezTo>
                    <a:pt x="259" y="641"/>
                    <a:pt x="254" y="642"/>
                    <a:pt x="253" y="640"/>
                  </a:cubicBezTo>
                  <a:close/>
                  <a:moveTo>
                    <a:pt x="255" y="652"/>
                  </a:moveTo>
                  <a:cubicBezTo>
                    <a:pt x="256" y="653"/>
                    <a:pt x="254" y="653"/>
                    <a:pt x="254" y="652"/>
                  </a:cubicBezTo>
                  <a:cubicBezTo>
                    <a:pt x="253" y="651"/>
                    <a:pt x="255" y="651"/>
                    <a:pt x="255" y="652"/>
                  </a:cubicBezTo>
                  <a:close/>
                  <a:moveTo>
                    <a:pt x="240" y="645"/>
                  </a:moveTo>
                  <a:cubicBezTo>
                    <a:pt x="238" y="644"/>
                    <a:pt x="237" y="642"/>
                    <a:pt x="239" y="640"/>
                  </a:cubicBezTo>
                  <a:cubicBezTo>
                    <a:pt x="240" y="639"/>
                    <a:pt x="242" y="639"/>
                    <a:pt x="244" y="639"/>
                  </a:cubicBezTo>
                  <a:cubicBezTo>
                    <a:pt x="245" y="639"/>
                    <a:pt x="247" y="639"/>
                    <a:pt x="247" y="640"/>
                  </a:cubicBezTo>
                  <a:cubicBezTo>
                    <a:pt x="247" y="640"/>
                    <a:pt x="247" y="640"/>
                    <a:pt x="246" y="640"/>
                  </a:cubicBezTo>
                  <a:cubicBezTo>
                    <a:pt x="246" y="640"/>
                    <a:pt x="247" y="640"/>
                    <a:pt x="247" y="640"/>
                  </a:cubicBezTo>
                  <a:cubicBezTo>
                    <a:pt x="247" y="640"/>
                    <a:pt x="247" y="641"/>
                    <a:pt x="247" y="641"/>
                  </a:cubicBezTo>
                  <a:cubicBezTo>
                    <a:pt x="248" y="642"/>
                    <a:pt x="242" y="646"/>
                    <a:pt x="240" y="645"/>
                  </a:cubicBezTo>
                  <a:close/>
                  <a:moveTo>
                    <a:pt x="241" y="660"/>
                  </a:moveTo>
                  <a:cubicBezTo>
                    <a:pt x="240" y="661"/>
                    <a:pt x="239" y="660"/>
                    <a:pt x="240" y="659"/>
                  </a:cubicBezTo>
                  <a:cubicBezTo>
                    <a:pt x="240" y="659"/>
                    <a:pt x="242" y="659"/>
                    <a:pt x="241" y="660"/>
                  </a:cubicBezTo>
                  <a:close/>
                  <a:moveTo>
                    <a:pt x="250" y="593"/>
                  </a:moveTo>
                  <a:cubicBezTo>
                    <a:pt x="247" y="595"/>
                    <a:pt x="244" y="594"/>
                    <a:pt x="240" y="596"/>
                  </a:cubicBezTo>
                  <a:cubicBezTo>
                    <a:pt x="243" y="594"/>
                    <a:pt x="247" y="594"/>
                    <a:pt x="250" y="593"/>
                  </a:cubicBezTo>
                  <a:close/>
                  <a:moveTo>
                    <a:pt x="245" y="578"/>
                  </a:moveTo>
                  <a:cubicBezTo>
                    <a:pt x="246" y="579"/>
                    <a:pt x="245" y="579"/>
                    <a:pt x="245" y="579"/>
                  </a:cubicBezTo>
                  <a:cubicBezTo>
                    <a:pt x="243" y="581"/>
                    <a:pt x="244" y="577"/>
                    <a:pt x="245" y="578"/>
                  </a:cubicBezTo>
                  <a:close/>
                  <a:moveTo>
                    <a:pt x="253" y="551"/>
                  </a:moveTo>
                  <a:cubicBezTo>
                    <a:pt x="254" y="550"/>
                    <a:pt x="255" y="549"/>
                    <a:pt x="257" y="549"/>
                  </a:cubicBezTo>
                  <a:cubicBezTo>
                    <a:pt x="256" y="550"/>
                    <a:pt x="254" y="551"/>
                    <a:pt x="253" y="551"/>
                  </a:cubicBezTo>
                  <a:close/>
                  <a:moveTo>
                    <a:pt x="255" y="555"/>
                  </a:moveTo>
                  <a:cubicBezTo>
                    <a:pt x="253" y="557"/>
                    <a:pt x="254" y="552"/>
                    <a:pt x="256" y="554"/>
                  </a:cubicBezTo>
                  <a:cubicBezTo>
                    <a:pt x="257" y="554"/>
                    <a:pt x="256" y="555"/>
                    <a:pt x="255" y="555"/>
                  </a:cubicBezTo>
                  <a:close/>
                  <a:moveTo>
                    <a:pt x="258" y="564"/>
                  </a:moveTo>
                  <a:cubicBezTo>
                    <a:pt x="258" y="566"/>
                    <a:pt x="252" y="567"/>
                    <a:pt x="252" y="564"/>
                  </a:cubicBezTo>
                  <a:cubicBezTo>
                    <a:pt x="252" y="561"/>
                    <a:pt x="258" y="562"/>
                    <a:pt x="258" y="564"/>
                  </a:cubicBezTo>
                  <a:close/>
                  <a:moveTo>
                    <a:pt x="257" y="589"/>
                  </a:moveTo>
                  <a:cubicBezTo>
                    <a:pt x="256" y="590"/>
                    <a:pt x="258" y="588"/>
                    <a:pt x="257" y="589"/>
                  </a:cubicBezTo>
                  <a:close/>
                  <a:moveTo>
                    <a:pt x="254" y="619"/>
                  </a:moveTo>
                  <a:cubicBezTo>
                    <a:pt x="254" y="619"/>
                    <a:pt x="253" y="619"/>
                    <a:pt x="254" y="619"/>
                  </a:cubicBezTo>
                  <a:close/>
                  <a:moveTo>
                    <a:pt x="254" y="612"/>
                  </a:moveTo>
                  <a:cubicBezTo>
                    <a:pt x="254" y="612"/>
                    <a:pt x="254" y="613"/>
                    <a:pt x="254" y="613"/>
                  </a:cubicBezTo>
                  <a:cubicBezTo>
                    <a:pt x="253" y="613"/>
                    <a:pt x="254" y="612"/>
                    <a:pt x="254" y="612"/>
                  </a:cubicBezTo>
                  <a:close/>
                  <a:moveTo>
                    <a:pt x="254" y="619"/>
                  </a:moveTo>
                  <a:cubicBezTo>
                    <a:pt x="257" y="616"/>
                    <a:pt x="255" y="621"/>
                    <a:pt x="254" y="620"/>
                  </a:cubicBezTo>
                  <a:cubicBezTo>
                    <a:pt x="254" y="620"/>
                    <a:pt x="254" y="619"/>
                    <a:pt x="254" y="619"/>
                  </a:cubicBezTo>
                  <a:close/>
                  <a:moveTo>
                    <a:pt x="253" y="608"/>
                  </a:moveTo>
                  <a:cubicBezTo>
                    <a:pt x="250" y="609"/>
                    <a:pt x="255" y="604"/>
                    <a:pt x="257" y="605"/>
                  </a:cubicBezTo>
                  <a:cubicBezTo>
                    <a:pt x="256" y="605"/>
                    <a:pt x="254" y="607"/>
                    <a:pt x="253" y="608"/>
                  </a:cubicBezTo>
                  <a:close/>
                  <a:moveTo>
                    <a:pt x="255" y="600"/>
                  </a:moveTo>
                  <a:cubicBezTo>
                    <a:pt x="254" y="602"/>
                    <a:pt x="252" y="601"/>
                    <a:pt x="255" y="600"/>
                  </a:cubicBezTo>
                  <a:close/>
                  <a:moveTo>
                    <a:pt x="256" y="599"/>
                  </a:moveTo>
                  <a:cubicBezTo>
                    <a:pt x="255" y="599"/>
                    <a:pt x="256" y="598"/>
                    <a:pt x="256" y="599"/>
                  </a:cubicBezTo>
                  <a:cubicBezTo>
                    <a:pt x="256" y="599"/>
                    <a:pt x="256" y="599"/>
                    <a:pt x="256" y="599"/>
                  </a:cubicBezTo>
                  <a:close/>
                  <a:moveTo>
                    <a:pt x="253" y="571"/>
                  </a:moveTo>
                  <a:cubicBezTo>
                    <a:pt x="253" y="571"/>
                    <a:pt x="252" y="572"/>
                    <a:pt x="252" y="571"/>
                  </a:cubicBezTo>
                  <a:cubicBezTo>
                    <a:pt x="251" y="570"/>
                    <a:pt x="253" y="570"/>
                    <a:pt x="253" y="571"/>
                  </a:cubicBezTo>
                  <a:close/>
                  <a:moveTo>
                    <a:pt x="251" y="558"/>
                  </a:moveTo>
                  <a:cubicBezTo>
                    <a:pt x="251" y="557"/>
                    <a:pt x="253" y="556"/>
                    <a:pt x="253" y="557"/>
                  </a:cubicBezTo>
                  <a:cubicBezTo>
                    <a:pt x="253" y="558"/>
                    <a:pt x="252" y="558"/>
                    <a:pt x="251" y="558"/>
                  </a:cubicBezTo>
                  <a:close/>
                  <a:moveTo>
                    <a:pt x="246" y="555"/>
                  </a:moveTo>
                  <a:cubicBezTo>
                    <a:pt x="247" y="553"/>
                    <a:pt x="251" y="552"/>
                    <a:pt x="253" y="551"/>
                  </a:cubicBezTo>
                  <a:cubicBezTo>
                    <a:pt x="251" y="553"/>
                    <a:pt x="248" y="554"/>
                    <a:pt x="246" y="555"/>
                  </a:cubicBezTo>
                  <a:close/>
                  <a:moveTo>
                    <a:pt x="245" y="613"/>
                  </a:moveTo>
                  <a:cubicBezTo>
                    <a:pt x="244" y="615"/>
                    <a:pt x="242" y="615"/>
                    <a:pt x="240" y="615"/>
                  </a:cubicBezTo>
                  <a:cubicBezTo>
                    <a:pt x="241" y="614"/>
                    <a:pt x="243" y="613"/>
                    <a:pt x="244" y="613"/>
                  </a:cubicBezTo>
                  <a:cubicBezTo>
                    <a:pt x="244" y="613"/>
                    <a:pt x="243" y="613"/>
                    <a:pt x="244" y="612"/>
                  </a:cubicBezTo>
                  <a:cubicBezTo>
                    <a:pt x="244" y="611"/>
                    <a:pt x="247" y="612"/>
                    <a:pt x="247" y="612"/>
                  </a:cubicBezTo>
                  <a:cubicBezTo>
                    <a:pt x="247" y="613"/>
                    <a:pt x="246" y="613"/>
                    <a:pt x="245" y="613"/>
                  </a:cubicBezTo>
                  <a:cubicBezTo>
                    <a:pt x="245" y="613"/>
                    <a:pt x="245" y="613"/>
                    <a:pt x="245" y="613"/>
                  </a:cubicBezTo>
                  <a:close/>
                  <a:moveTo>
                    <a:pt x="241" y="634"/>
                  </a:moveTo>
                  <a:cubicBezTo>
                    <a:pt x="241" y="634"/>
                    <a:pt x="241" y="634"/>
                    <a:pt x="242" y="634"/>
                  </a:cubicBezTo>
                  <a:cubicBezTo>
                    <a:pt x="242" y="634"/>
                    <a:pt x="242" y="635"/>
                    <a:pt x="241" y="634"/>
                  </a:cubicBezTo>
                  <a:close/>
                  <a:moveTo>
                    <a:pt x="240" y="485"/>
                  </a:moveTo>
                  <a:cubicBezTo>
                    <a:pt x="240" y="485"/>
                    <a:pt x="241" y="484"/>
                    <a:pt x="241" y="484"/>
                  </a:cubicBezTo>
                  <a:cubicBezTo>
                    <a:pt x="241" y="485"/>
                    <a:pt x="240" y="485"/>
                    <a:pt x="240" y="485"/>
                  </a:cubicBezTo>
                  <a:close/>
                  <a:moveTo>
                    <a:pt x="240" y="535"/>
                  </a:moveTo>
                  <a:cubicBezTo>
                    <a:pt x="240" y="535"/>
                    <a:pt x="240" y="535"/>
                    <a:pt x="239" y="535"/>
                  </a:cubicBezTo>
                  <a:cubicBezTo>
                    <a:pt x="239" y="535"/>
                    <a:pt x="240" y="534"/>
                    <a:pt x="240" y="535"/>
                  </a:cubicBezTo>
                  <a:close/>
                  <a:moveTo>
                    <a:pt x="243" y="647"/>
                  </a:moveTo>
                  <a:cubicBezTo>
                    <a:pt x="243" y="646"/>
                    <a:pt x="244" y="647"/>
                    <a:pt x="243" y="647"/>
                  </a:cubicBezTo>
                  <a:close/>
                  <a:moveTo>
                    <a:pt x="243" y="664"/>
                  </a:moveTo>
                  <a:cubicBezTo>
                    <a:pt x="242" y="665"/>
                    <a:pt x="242" y="663"/>
                    <a:pt x="243" y="664"/>
                  </a:cubicBezTo>
                  <a:close/>
                  <a:moveTo>
                    <a:pt x="244" y="665"/>
                  </a:moveTo>
                  <a:cubicBezTo>
                    <a:pt x="244" y="666"/>
                    <a:pt x="243" y="666"/>
                    <a:pt x="243" y="666"/>
                  </a:cubicBezTo>
                  <a:cubicBezTo>
                    <a:pt x="242" y="665"/>
                    <a:pt x="244" y="665"/>
                    <a:pt x="244" y="665"/>
                  </a:cubicBezTo>
                  <a:close/>
                  <a:moveTo>
                    <a:pt x="244" y="658"/>
                  </a:moveTo>
                  <a:cubicBezTo>
                    <a:pt x="244" y="656"/>
                    <a:pt x="249" y="657"/>
                    <a:pt x="247" y="659"/>
                  </a:cubicBezTo>
                  <a:cubicBezTo>
                    <a:pt x="247" y="660"/>
                    <a:pt x="244" y="659"/>
                    <a:pt x="244" y="658"/>
                  </a:cubicBezTo>
                  <a:close/>
                  <a:moveTo>
                    <a:pt x="248" y="619"/>
                  </a:moveTo>
                  <a:cubicBezTo>
                    <a:pt x="246" y="620"/>
                    <a:pt x="246" y="618"/>
                    <a:pt x="248" y="619"/>
                  </a:cubicBezTo>
                  <a:close/>
                  <a:moveTo>
                    <a:pt x="249" y="639"/>
                  </a:moveTo>
                  <a:cubicBezTo>
                    <a:pt x="250" y="640"/>
                    <a:pt x="249" y="640"/>
                    <a:pt x="249" y="640"/>
                  </a:cubicBezTo>
                  <a:cubicBezTo>
                    <a:pt x="247" y="642"/>
                    <a:pt x="248" y="638"/>
                    <a:pt x="249" y="639"/>
                  </a:cubicBezTo>
                  <a:close/>
                  <a:moveTo>
                    <a:pt x="249" y="606"/>
                  </a:moveTo>
                  <a:cubicBezTo>
                    <a:pt x="248" y="605"/>
                    <a:pt x="251" y="605"/>
                    <a:pt x="251" y="605"/>
                  </a:cubicBezTo>
                  <a:cubicBezTo>
                    <a:pt x="251" y="606"/>
                    <a:pt x="249" y="606"/>
                    <a:pt x="249" y="606"/>
                  </a:cubicBezTo>
                  <a:close/>
                  <a:moveTo>
                    <a:pt x="247" y="598"/>
                  </a:moveTo>
                  <a:cubicBezTo>
                    <a:pt x="247" y="598"/>
                    <a:pt x="248" y="596"/>
                    <a:pt x="248" y="596"/>
                  </a:cubicBezTo>
                  <a:cubicBezTo>
                    <a:pt x="249" y="595"/>
                    <a:pt x="250" y="594"/>
                    <a:pt x="251" y="596"/>
                  </a:cubicBezTo>
                  <a:cubicBezTo>
                    <a:pt x="251" y="596"/>
                    <a:pt x="251" y="596"/>
                    <a:pt x="250" y="597"/>
                  </a:cubicBezTo>
                  <a:cubicBezTo>
                    <a:pt x="251" y="597"/>
                    <a:pt x="253" y="598"/>
                    <a:pt x="253" y="598"/>
                  </a:cubicBezTo>
                  <a:cubicBezTo>
                    <a:pt x="254" y="602"/>
                    <a:pt x="247" y="599"/>
                    <a:pt x="247" y="598"/>
                  </a:cubicBezTo>
                  <a:close/>
                  <a:moveTo>
                    <a:pt x="253" y="601"/>
                  </a:moveTo>
                  <a:cubicBezTo>
                    <a:pt x="253" y="602"/>
                    <a:pt x="252" y="602"/>
                    <a:pt x="251" y="602"/>
                  </a:cubicBezTo>
                  <a:cubicBezTo>
                    <a:pt x="251" y="602"/>
                    <a:pt x="252" y="601"/>
                    <a:pt x="253" y="601"/>
                  </a:cubicBezTo>
                  <a:close/>
                  <a:moveTo>
                    <a:pt x="253" y="609"/>
                  </a:moveTo>
                  <a:cubicBezTo>
                    <a:pt x="254" y="609"/>
                    <a:pt x="252" y="610"/>
                    <a:pt x="252" y="610"/>
                  </a:cubicBezTo>
                  <a:cubicBezTo>
                    <a:pt x="251" y="609"/>
                    <a:pt x="253" y="608"/>
                    <a:pt x="253" y="609"/>
                  </a:cubicBezTo>
                  <a:close/>
                  <a:moveTo>
                    <a:pt x="254" y="650"/>
                  </a:moveTo>
                  <a:cubicBezTo>
                    <a:pt x="253" y="652"/>
                    <a:pt x="252" y="649"/>
                    <a:pt x="254" y="650"/>
                  </a:cubicBezTo>
                  <a:close/>
                  <a:moveTo>
                    <a:pt x="256" y="592"/>
                  </a:moveTo>
                  <a:cubicBezTo>
                    <a:pt x="255" y="590"/>
                    <a:pt x="259" y="590"/>
                    <a:pt x="260" y="591"/>
                  </a:cubicBezTo>
                  <a:cubicBezTo>
                    <a:pt x="260" y="592"/>
                    <a:pt x="256" y="594"/>
                    <a:pt x="256" y="592"/>
                  </a:cubicBezTo>
                  <a:close/>
                  <a:moveTo>
                    <a:pt x="249" y="520"/>
                  </a:moveTo>
                  <a:cubicBezTo>
                    <a:pt x="249" y="520"/>
                    <a:pt x="249" y="521"/>
                    <a:pt x="249" y="521"/>
                  </a:cubicBezTo>
                  <a:cubicBezTo>
                    <a:pt x="248" y="522"/>
                    <a:pt x="248" y="519"/>
                    <a:pt x="249" y="520"/>
                  </a:cubicBezTo>
                  <a:close/>
                  <a:moveTo>
                    <a:pt x="249" y="536"/>
                  </a:moveTo>
                  <a:cubicBezTo>
                    <a:pt x="249" y="538"/>
                    <a:pt x="244" y="540"/>
                    <a:pt x="244" y="536"/>
                  </a:cubicBezTo>
                  <a:cubicBezTo>
                    <a:pt x="244" y="535"/>
                    <a:pt x="249" y="534"/>
                    <a:pt x="249" y="536"/>
                  </a:cubicBezTo>
                  <a:close/>
                  <a:moveTo>
                    <a:pt x="244" y="450"/>
                  </a:moveTo>
                  <a:cubicBezTo>
                    <a:pt x="244" y="450"/>
                    <a:pt x="244" y="450"/>
                    <a:pt x="244" y="450"/>
                  </a:cubicBezTo>
                  <a:cubicBezTo>
                    <a:pt x="243" y="450"/>
                    <a:pt x="244" y="449"/>
                    <a:pt x="244" y="450"/>
                  </a:cubicBezTo>
                  <a:close/>
                  <a:moveTo>
                    <a:pt x="243" y="420"/>
                  </a:moveTo>
                  <a:cubicBezTo>
                    <a:pt x="243" y="420"/>
                    <a:pt x="243" y="420"/>
                    <a:pt x="243" y="420"/>
                  </a:cubicBezTo>
                  <a:cubicBezTo>
                    <a:pt x="244" y="420"/>
                    <a:pt x="244" y="420"/>
                    <a:pt x="243" y="420"/>
                  </a:cubicBezTo>
                  <a:close/>
                  <a:moveTo>
                    <a:pt x="241" y="504"/>
                  </a:moveTo>
                  <a:cubicBezTo>
                    <a:pt x="240" y="502"/>
                    <a:pt x="243" y="504"/>
                    <a:pt x="241" y="504"/>
                  </a:cubicBezTo>
                  <a:close/>
                  <a:moveTo>
                    <a:pt x="235" y="479"/>
                  </a:moveTo>
                  <a:cubicBezTo>
                    <a:pt x="236" y="477"/>
                    <a:pt x="240" y="471"/>
                    <a:pt x="242" y="470"/>
                  </a:cubicBezTo>
                  <a:cubicBezTo>
                    <a:pt x="240" y="473"/>
                    <a:pt x="238" y="476"/>
                    <a:pt x="235" y="479"/>
                  </a:cubicBezTo>
                  <a:close/>
                  <a:moveTo>
                    <a:pt x="236" y="507"/>
                  </a:moveTo>
                  <a:cubicBezTo>
                    <a:pt x="236" y="508"/>
                    <a:pt x="235" y="508"/>
                    <a:pt x="235" y="507"/>
                  </a:cubicBezTo>
                  <a:cubicBezTo>
                    <a:pt x="235" y="506"/>
                    <a:pt x="236" y="507"/>
                    <a:pt x="236" y="507"/>
                  </a:cubicBezTo>
                  <a:close/>
                  <a:moveTo>
                    <a:pt x="242" y="337"/>
                  </a:moveTo>
                  <a:cubicBezTo>
                    <a:pt x="240" y="339"/>
                    <a:pt x="238" y="341"/>
                    <a:pt x="235" y="343"/>
                  </a:cubicBezTo>
                  <a:cubicBezTo>
                    <a:pt x="237" y="341"/>
                    <a:pt x="240" y="338"/>
                    <a:pt x="242" y="337"/>
                  </a:cubicBezTo>
                  <a:close/>
                  <a:moveTo>
                    <a:pt x="235" y="428"/>
                  </a:moveTo>
                  <a:cubicBezTo>
                    <a:pt x="235" y="427"/>
                    <a:pt x="234" y="429"/>
                    <a:pt x="235" y="428"/>
                  </a:cubicBezTo>
                  <a:close/>
                  <a:moveTo>
                    <a:pt x="236" y="488"/>
                  </a:moveTo>
                  <a:cubicBezTo>
                    <a:pt x="233" y="491"/>
                    <a:pt x="233" y="494"/>
                    <a:pt x="230" y="496"/>
                  </a:cubicBezTo>
                  <a:cubicBezTo>
                    <a:pt x="231" y="494"/>
                    <a:pt x="233" y="489"/>
                    <a:pt x="236" y="488"/>
                  </a:cubicBezTo>
                  <a:close/>
                  <a:moveTo>
                    <a:pt x="235" y="529"/>
                  </a:moveTo>
                  <a:cubicBezTo>
                    <a:pt x="235" y="529"/>
                    <a:pt x="234" y="529"/>
                    <a:pt x="234" y="529"/>
                  </a:cubicBezTo>
                  <a:cubicBezTo>
                    <a:pt x="234" y="528"/>
                    <a:pt x="235" y="529"/>
                    <a:pt x="235" y="529"/>
                  </a:cubicBezTo>
                  <a:close/>
                  <a:moveTo>
                    <a:pt x="232" y="503"/>
                  </a:moveTo>
                  <a:cubicBezTo>
                    <a:pt x="232" y="504"/>
                    <a:pt x="231" y="504"/>
                    <a:pt x="231" y="504"/>
                  </a:cubicBezTo>
                  <a:cubicBezTo>
                    <a:pt x="231" y="503"/>
                    <a:pt x="232" y="502"/>
                    <a:pt x="232" y="503"/>
                  </a:cubicBezTo>
                  <a:close/>
                  <a:moveTo>
                    <a:pt x="233" y="322"/>
                  </a:moveTo>
                  <a:cubicBezTo>
                    <a:pt x="234" y="320"/>
                    <a:pt x="232" y="323"/>
                    <a:pt x="233" y="322"/>
                  </a:cubicBezTo>
                  <a:close/>
                  <a:moveTo>
                    <a:pt x="233" y="463"/>
                  </a:moveTo>
                  <a:cubicBezTo>
                    <a:pt x="232" y="465"/>
                    <a:pt x="234" y="462"/>
                    <a:pt x="233" y="463"/>
                  </a:cubicBezTo>
                  <a:close/>
                  <a:moveTo>
                    <a:pt x="232" y="465"/>
                  </a:moveTo>
                  <a:cubicBezTo>
                    <a:pt x="233" y="467"/>
                    <a:pt x="229" y="469"/>
                    <a:pt x="228" y="466"/>
                  </a:cubicBezTo>
                  <a:cubicBezTo>
                    <a:pt x="228" y="464"/>
                    <a:pt x="231" y="463"/>
                    <a:pt x="232" y="465"/>
                  </a:cubicBezTo>
                  <a:close/>
                  <a:moveTo>
                    <a:pt x="231" y="364"/>
                  </a:moveTo>
                  <a:cubicBezTo>
                    <a:pt x="232" y="365"/>
                    <a:pt x="230" y="367"/>
                    <a:pt x="230" y="367"/>
                  </a:cubicBezTo>
                  <a:cubicBezTo>
                    <a:pt x="226" y="369"/>
                    <a:pt x="229" y="363"/>
                    <a:pt x="231" y="364"/>
                  </a:cubicBezTo>
                  <a:close/>
                  <a:moveTo>
                    <a:pt x="227" y="421"/>
                  </a:moveTo>
                  <a:cubicBezTo>
                    <a:pt x="228" y="421"/>
                    <a:pt x="227" y="422"/>
                    <a:pt x="227" y="422"/>
                  </a:cubicBezTo>
                  <a:cubicBezTo>
                    <a:pt x="225" y="423"/>
                    <a:pt x="226" y="420"/>
                    <a:pt x="227" y="421"/>
                  </a:cubicBezTo>
                  <a:close/>
                  <a:moveTo>
                    <a:pt x="227" y="484"/>
                  </a:moveTo>
                  <a:cubicBezTo>
                    <a:pt x="225" y="484"/>
                    <a:pt x="228" y="482"/>
                    <a:pt x="227" y="483"/>
                  </a:cubicBezTo>
                  <a:cubicBezTo>
                    <a:pt x="227" y="483"/>
                    <a:pt x="227" y="484"/>
                    <a:pt x="227" y="484"/>
                  </a:cubicBezTo>
                  <a:close/>
                  <a:moveTo>
                    <a:pt x="227" y="436"/>
                  </a:moveTo>
                  <a:cubicBezTo>
                    <a:pt x="226" y="435"/>
                    <a:pt x="228" y="435"/>
                    <a:pt x="227" y="436"/>
                  </a:cubicBezTo>
                  <a:close/>
                  <a:moveTo>
                    <a:pt x="227" y="526"/>
                  </a:moveTo>
                  <a:cubicBezTo>
                    <a:pt x="226" y="527"/>
                    <a:pt x="225" y="526"/>
                    <a:pt x="227" y="526"/>
                  </a:cubicBezTo>
                  <a:close/>
                  <a:moveTo>
                    <a:pt x="227" y="527"/>
                  </a:moveTo>
                  <a:cubicBezTo>
                    <a:pt x="228" y="528"/>
                    <a:pt x="226" y="529"/>
                    <a:pt x="226" y="529"/>
                  </a:cubicBezTo>
                  <a:cubicBezTo>
                    <a:pt x="225" y="529"/>
                    <a:pt x="227" y="527"/>
                    <a:pt x="227" y="527"/>
                  </a:cubicBezTo>
                  <a:close/>
                  <a:moveTo>
                    <a:pt x="225" y="375"/>
                  </a:moveTo>
                  <a:cubicBezTo>
                    <a:pt x="227" y="376"/>
                    <a:pt x="225" y="376"/>
                    <a:pt x="225" y="375"/>
                  </a:cubicBezTo>
                  <a:close/>
                  <a:moveTo>
                    <a:pt x="224" y="359"/>
                  </a:moveTo>
                  <a:cubicBezTo>
                    <a:pt x="224" y="360"/>
                    <a:pt x="223" y="360"/>
                    <a:pt x="223" y="361"/>
                  </a:cubicBezTo>
                  <a:cubicBezTo>
                    <a:pt x="222" y="360"/>
                    <a:pt x="224" y="360"/>
                    <a:pt x="224" y="359"/>
                  </a:cubicBezTo>
                  <a:close/>
                  <a:moveTo>
                    <a:pt x="222" y="500"/>
                  </a:moveTo>
                  <a:cubicBezTo>
                    <a:pt x="222" y="499"/>
                    <a:pt x="223" y="499"/>
                    <a:pt x="224" y="499"/>
                  </a:cubicBezTo>
                  <a:cubicBezTo>
                    <a:pt x="224" y="500"/>
                    <a:pt x="222" y="501"/>
                    <a:pt x="222" y="500"/>
                  </a:cubicBezTo>
                  <a:close/>
                  <a:moveTo>
                    <a:pt x="222" y="564"/>
                  </a:moveTo>
                  <a:cubicBezTo>
                    <a:pt x="222" y="565"/>
                    <a:pt x="219" y="565"/>
                    <a:pt x="219" y="564"/>
                  </a:cubicBezTo>
                  <a:cubicBezTo>
                    <a:pt x="219" y="562"/>
                    <a:pt x="222" y="563"/>
                    <a:pt x="222" y="564"/>
                  </a:cubicBezTo>
                  <a:close/>
                  <a:moveTo>
                    <a:pt x="224" y="489"/>
                  </a:moveTo>
                  <a:cubicBezTo>
                    <a:pt x="224" y="489"/>
                    <a:pt x="223" y="490"/>
                    <a:pt x="223" y="490"/>
                  </a:cubicBezTo>
                  <a:cubicBezTo>
                    <a:pt x="222" y="489"/>
                    <a:pt x="225" y="488"/>
                    <a:pt x="224" y="489"/>
                  </a:cubicBezTo>
                  <a:close/>
                  <a:moveTo>
                    <a:pt x="224" y="467"/>
                  </a:moveTo>
                  <a:cubicBezTo>
                    <a:pt x="224" y="470"/>
                    <a:pt x="222" y="469"/>
                    <a:pt x="224" y="467"/>
                  </a:cubicBezTo>
                  <a:close/>
                  <a:moveTo>
                    <a:pt x="223" y="272"/>
                  </a:moveTo>
                  <a:cubicBezTo>
                    <a:pt x="223" y="273"/>
                    <a:pt x="222" y="274"/>
                    <a:pt x="221" y="275"/>
                  </a:cubicBezTo>
                  <a:cubicBezTo>
                    <a:pt x="221" y="273"/>
                    <a:pt x="222" y="273"/>
                    <a:pt x="223" y="272"/>
                  </a:cubicBezTo>
                  <a:close/>
                  <a:moveTo>
                    <a:pt x="222" y="308"/>
                  </a:moveTo>
                  <a:cubicBezTo>
                    <a:pt x="222" y="310"/>
                    <a:pt x="220" y="312"/>
                    <a:pt x="218" y="313"/>
                  </a:cubicBezTo>
                  <a:cubicBezTo>
                    <a:pt x="220" y="312"/>
                    <a:pt x="220" y="310"/>
                    <a:pt x="222" y="308"/>
                  </a:cubicBezTo>
                  <a:close/>
                  <a:moveTo>
                    <a:pt x="218" y="378"/>
                  </a:moveTo>
                  <a:cubicBezTo>
                    <a:pt x="218" y="376"/>
                    <a:pt x="220" y="378"/>
                    <a:pt x="218" y="378"/>
                  </a:cubicBezTo>
                  <a:close/>
                  <a:moveTo>
                    <a:pt x="218" y="467"/>
                  </a:moveTo>
                  <a:cubicBezTo>
                    <a:pt x="218" y="467"/>
                    <a:pt x="217" y="467"/>
                    <a:pt x="217" y="466"/>
                  </a:cubicBezTo>
                  <a:cubicBezTo>
                    <a:pt x="217" y="466"/>
                    <a:pt x="218" y="466"/>
                    <a:pt x="218" y="467"/>
                  </a:cubicBezTo>
                  <a:close/>
                  <a:moveTo>
                    <a:pt x="217" y="315"/>
                  </a:move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lose/>
                  <a:moveTo>
                    <a:pt x="218" y="382"/>
                  </a:moveTo>
                  <a:cubicBezTo>
                    <a:pt x="217" y="382"/>
                    <a:pt x="217" y="382"/>
                    <a:pt x="217" y="382"/>
                  </a:cubicBezTo>
                  <a:cubicBezTo>
                    <a:pt x="216" y="381"/>
                    <a:pt x="219" y="380"/>
                    <a:pt x="218" y="382"/>
                  </a:cubicBezTo>
                  <a:close/>
                  <a:moveTo>
                    <a:pt x="212" y="322"/>
                  </a:moveTo>
                  <a:cubicBezTo>
                    <a:pt x="212" y="321"/>
                    <a:pt x="215" y="318"/>
                    <a:pt x="216" y="316"/>
                  </a:cubicBezTo>
                  <a:cubicBezTo>
                    <a:pt x="216" y="319"/>
                    <a:pt x="210" y="325"/>
                    <a:pt x="212" y="322"/>
                  </a:cubicBezTo>
                  <a:close/>
                  <a:moveTo>
                    <a:pt x="215" y="450"/>
                  </a:moveTo>
                  <a:cubicBezTo>
                    <a:pt x="215" y="450"/>
                    <a:pt x="215" y="450"/>
                    <a:pt x="215" y="450"/>
                  </a:cubicBezTo>
                  <a:cubicBezTo>
                    <a:pt x="215" y="450"/>
                    <a:pt x="215" y="450"/>
                    <a:pt x="215" y="450"/>
                  </a:cubicBezTo>
                  <a:close/>
                  <a:moveTo>
                    <a:pt x="214" y="449"/>
                  </a:moveTo>
                  <a:cubicBezTo>
                    <a:pt x="214" y="449"/>
                    <a:pt x="214" y="448"/>
                    <a:pt x="214" y="448"/>
                  </a:cubicBezTo>
                  <a:cubicBezTo>
                    <a:pt x="214" y="446"/>
                    <a:pt x="216" y="448"/>
                    <a:pt x="214" y="449"/>
                  </a:cubicBezTo>
                  <a:close/>
                  <a:moveTo>
                    <a:pt x="214" y="524"/>
                  </a:moveTo>
                  <a:cubicBezTo>
                    <a:pt x="213" y="523"/>
                    <a:pt x="214" y="523"/>
                    <a:pt x="215" y="522"/>
                  </a:cubicBezTo>
                  <a:cubicBezTo>
                    <a:pt x="215" y="523"/>
                    <a:pt x="214" y="523"/>
                    <a:pt x="214" y="524"/>
                  </a:cubicBezTo>
                  <a:close/>
                  <a:moveTo>
                    <a:pt x="212" y="508"/>
                  </a:moveTo>
                  <a:cubicBezTo>
                    <a:pt x="210" y="509"/>
                    <a:pt x="214" y="507"/>
                    <a:pt x="212" y="508"/>
                  </a:cubicBezTo>
                  <a:close/>
                  <a:moveTo>
                    <a:pt x="202" y="518"/>
                  </a:moveTo>
                  <a:cubicBezTo>
                    <a:pt x="210" y="516"/>
                    <a:pt x="209" y="525"/>
                    <a:pt x="203" y="526"/>
                  </a:cubicBezTo>
                  <a:cubicBezTo>
                    <a:pt x="198" y="527"/>
                    <a:pt x="197" y="520"/>
                    <a:pt x="202" y="518"/>
                  </a:cubicBezTo>
                  <a:close/>
                  <a:moveTo>
                    <a:pt x="201" y="548"/>
                  </a:moveTo>
                  <a:cubicBezTo>
                    <a:pt x="201" y="548"/>
                    <a:pt x="201" y="548"/>
                    <a:pt x="201" y="548"/>
                  </a:cubicBezTo>
                  <a:cubicBezTo>
                    <a:pt x="201" y="546"/>
                    <a:pt x="203" y="550"/>
                    <a:pt x="201" y="548"/>
                  </a:cubicBezTo>
                  <a:close/>
                  <a:moveTo>
                    <a:pt x="199" y="549"/>
                  </a:moveTo>
                  <a:cubicBezTo>
                    <a:pt x="199" y="551"/>
                    <a:pt x="197" y="549"/>
                    <a:pt x="199" y="549"/>
                  </a:cubicBezTo>
                  <a:close/>
                  <a:moveTo>
                    <a:pt x="200" y="494"/>
                  </a:moveTo>
                  <a:cubicBezTo>
                    <a:pt x="199" y="495"/>
                    <a:pt x="198" y="496"/>
                    <a:pt x="196" y="496"/>
                  </a:cubicBezTo>
                  <a:cubicBezTo>
                    <a:pt x="197" y="495"/>
                    <a:pt x="199" y="495"/>
                    <a:pt x="200" y="494"/>
                  </a:cubicBezTo>
                  <a:close/>
                  <a:moveTo>
                    <a:pt x="202" y="420"/>
                  </a:moveTo>
                  <a:cubicBezTo>
                    <a:pt x="201" y="421"/>
                    <a:pt x="201" y="421"/>
                    <a:pt x="200" y="421"/>
                  </a:cubicBezTo>
                  <a:cubicBezTo>
                    <a:pt x="199" y="420"/>
                    <a:pt x="203" y="418"/>
                    <a:pt x="202" y="420"/>
                  </a:cubicBezTo>
                  <a:close/>
                  <a:moveTo>
                    <a:pt x="203" y="493"/>
                  </a:moveTo>
                  <a:cubicBezTo>
                    <a:pt x="204" y="493"/>
                    <a:pt x="204" y="493"/>
                    <a:pt x="204" y="493"/>
                  </a:cubicBezTo>
                  <a:cubicBezTo>
                    <a:pt x="204" y="493"/>
                    <a:pt x="200" y="494"/>
                    <a:pt x="203" y="493"/>
                  </a:cubicBezTo>
                  <a:close/>
                  <a:moveTo>
                    <a:pt x="206" y="456"/>
                  </a:moveTo>
                  <a:cubicBezTo>
                    <a:pt x="206" y="456"/>
                    <a:pt x="205" y="456"/>
                    <a:pt x="205" y="456"/>
                  </a:cubicBezTo>
                  <a:cubicBezTo>
                    <a:pt x="204" y="456"/>
                    <a:pt x="206" y="455"/>
                    <a:pt x="206" y="456"/>
                  </a:cubicBezTo>
                  <a:close/>
                  <a:moveTo>
                    <a:pt x="206" y="475"/>
                  </a:moveTo>
                  <a:cubicBezTo>
                    <a:pt x="206" y="473"/>
                    <a:pt x="210" y="475"/>
                    <a:pt x="210" y="477"/>
                  </a:cubicBezTo>
                  <a:cubicBezTo>
                    <a:pt x="209" y="479"/>
                    <a:pt x="204" y="479"/>
                    <a:pt x="206" y="475"/>
                  </a:cubicBezTo>
                  <a:close/>
                  <a:moveTo>
                    <a:pt x="208" y="439"/>
                  </a:moveTo>
                  <a:cubicBezTo>
                    <a:pt x="208" y="440"/>
                    <a:pt x="207" y="440"/>
                    <a:pt x="207" y="440"/>
                  </a:cubicBezTo>
                  <a:cubicBezTo>
                    <a:pt x="207" y="439"/>
                    <a:pt x="208" y="439"/>
                    <a:pt x="208" y="439"/>
                  </a:cubicBezTo>
                  <a:close/>
                  <a:moveTo>
                    <a:pt x="208" y="405"/>
                  </a:moveTo>
                  <a:cubicBezTo>
                    <a:pt x="207" y="406"/>
                    <a:pt x="208" y="404"/>
                    <a:pt x="208" y="405"/>
                  </a:cubicBezTo>
                  <a:close/>
                  <a:moveTo>
                    <a:pt x="209" y="467"/>
                  </a:moveTo>
                  <a:cubicBezTo>
                    <a:pt x="209" y="467"/>
                    <a:pt x="209" y="468"/>
                    <a:pt x="209" y="468"/>
                  </a:cubicBezTo>
                  <a:cubicBezTo>
                    <a:pt x="208" y="467"/>
                    <a:pt x="210" y="466"/>
                    <a:pt x="209" y="467"/>
                  </a:cubicBezTo>
                  <a:close/>
                  <a:moveTo>
                    <a:pt x="210" y="509"/>
                  </a:moveTo>
                  <a:cubicBezTo>
                    <a:pt x="208" y="511"/>
                    <a:pt x="211" y="508"/>
                    <a:pt x="210" y="509"/>
                  </a:cubicBezTo>
                  <a:close/>
                  <a:moveTo>
                    <a:pt x="210" y="444"/>
                  </a:moveTo>
                  <a:cubicBezTo>
                    <a:pt x="207" y="445"/>
                    <a:pt x="209" y="441"/>
                    <a:pt x="210" y="443"/>
                  </a:cubicBezTo>
                  <a:cubicBezTo>
                    <a:pt x="211" y="443"/>
                    <a:pt x="210" y="443"/>
                    <a:pt x="210" y="444"/>
                  </a:cubicBezTo>
                  <a:close/>
                  <a:moveTo>
                    <a:pt x="210" y="185"/>
                  </a:moveTo>
                  <a:cubicBezTo>
                    <a:pt x="210" y="185"/>
                    <a:pt x="210" y="185"/>
                    <a:pt x="210" y="185"/>
                  </a:cubicBezTo>
                  <a:cubicBezTo>
                    <a:pt x="209" y="185"/>
                    <a:pt x="211" y="184"/>
                    <a:pt x="210" y="185"/>
                  </a:cubicBezTo>
                  <a:close/>
                  <a:moveTo>
                    <a:pt x="210" y="203"/>
                  </a:moveTo>
                  <a:cubicBezTo>
                    <a:pt x="211" y="203"/>
                    <a:pt x="209" y="205"/>
                    <a:pt x="209" y="205"/>
                  </a:cubicBezTo>
                  <a:cubicBezTo>
                    <a:pt x="209" y="204"/>
                    <a:pt x="209" y="204"/>
                    <a:pt x="210" y="203"/>
                  </a:cubicBezTo>
                  <a:close/>
                  <a:moveTo>
                    <a:pt x="210" y="371"/>
                  </a:moveTo>
                  <a:cubicBezTo>
                    <a:pt x="209" y="372"/>
                    <a:pt x="209" y="372"/>
                    <a:pt x="208" y="372"/>
                  </a:cubicBezTo>
                  <a:cubicBezTo>
                    <a:pt x="208" y="372"/>
                    <a:pt x="208" y="371"/>
                    <a:pt x="210" y="371"/>
                  </a:cubicBezTo>
                  <a:close/>
                  <a:moveTo>
                    <a:pt x="208" y="181"/>
                  </a:moveTo>
                  <a:cubicBezTo>
                    <a:pt x="209" y="181"/>
                    <a:pt x="207" y="184"/>
                    <a:pt x="207" y="184"/>
                  </a:cubicBezTo>
                  <a:cubicBezTo>
                    <a:pt x="204" y="186"/>
                    <a:pt x="206" y="180"/>
                    <a:pt x="208" y="181"/>
                  </a:cubicBezTo>
                  <a:close/>
                  <a:moveTo>
                    <a:pt x="207" y="374"/>
                  </a:moveTo>
                  <a:cubicBezTo>
                    <a:pt x="206" y="373"/>
                    <a:pt x="208" y="373"/>
                    <a:pt x="207" y="374"/>
                  </a:cubicBezTo>
                  <a:close/>
                  <a:moveTo>
                    <a:pt x="207" y="387"/>
                  </a:moveTo>
                  <a:cubicBezTo>
                    <a:pt x="206" y="387"/>
                    <a:pt x="206" y="388"/>
                    <a:pt x="206" y="387"/>
                  </a:cubicBezTo>
                  <a:cubicBezTo>
                    <a:pt x="205" y="386"/>
                    <a:pt x="209" y="385"/>
                    <a:pt x="207" y="387"/>
                  </a:cubicBezTo>
                  <a:close/>
                  <a:moveTo>
                    <a:pt x="204" y="211"/>
                  </a:moveTo>
                  <a:cubicBezTo>
                    <a:pt x="204" y="213"/>
                    <a:pt x="202" y="214"/>
                    <a:pt x="201" y="216"/>
                  </a:cubicBezTo>
                  <a:cubicBezTo>
                    <a:pt x="201" y="214"/>
                    <a:pt x="203" y="213"/>
                    <a:pt x="204" y="211"/>
                  </a:cubicBezTo>
                  <a:close/>
                  <a:moveTo>
                    <a:pt x="202" y="326"/>
                  </a:moveTo>
                  <a:cubicBezTo>
                    <a:pt x="202" y="327"/>
                    <a:pt x="202" y="328"/>
                    <a:pt x="201" y="328"/>
                  </a:cubicBezTo>
                  <a:cubicBezTo>
                    <a:pt x="201" y="327"/>
                    <a:pt x="202" y="327"/>
                    <a:pt x="202" y="326"/>
                  </a:cubicBezTo>
                  <a:close/>
                  <a:moveTo>
                    <a:pt x="205" y="387"/>
                  </a:moveTo>
                  <a:cubicBezTo>
                    <a:pt x="205" y="388"/>
                    <a:pt x="203" y="389"/>
                    <a:pt x="201" y="390"/>
                  </a:cubicBezTo>
                  <a:cubicBezTo>
                    <a:pt x="202" y="388"/>
                    <a:pt x="204" y="388"/>
                    <a:pt x="205" y="387"/>
                  </a:cubicBezTo>
                  <a:close/>
                  <a:moveTo>
                    <a:pt x="196" y="218"/>
                  </a:moveTo>
                  <a:cubicBezTo>
                    <a:pt x="198" y="219"/>
                    <a:pt x="196" y="220"/>
                    <a:pt x="196" y="218"/>
                  </a:cubicBezTo>
                  <a:close/>
                  <a:moveTo>
                    <a:pt x="196" y="249"/>
                  </a:moveTo>
                  <a:cubicBezTo>
                    <a:pt x="195" y="251"/>
                    <a:pt x="197" y="248"/>
                    <a:pt x="196" y="249"/>
                  </a:cubicBezTo>
                  <a:close/>
                  <a:moveTo>
                    <a:pt x="198" y="349"/>
                  </a:moveTo>
                  <a:cubicBezTo>
                    <a:pt x="198" y="350"/>
                    <a:pt x="196" y="351"/>
                    <a:pt x="196" y="352"/>
                  </a:cubicBezTo>
                  <a:cubicBezTo>
                    <a:pt x="195" y="351"/>
                    <a:pt x="197" y="350"/>
                    <a:pt x="198" y="349"/>
                  </a:cubicBezTo>
                  <a:close/>
                  <a:moveTo>
                    <a:pt x="196" y="296"/>
                  </a:moveTo>
                  <a:cubicBezTo>
                    <a:pt x="196" y="296"/>
                    <a:pt x="195" y="298"/>
                    <a:pt x="195" y="298"/>
                  </a:cubicBezTo>
                  <a:cubicBezTo>
                    <a:pt x="193" y="300"/>
                    <a:pt x="194" y="295"/>
                    <a:pt x="196" y="296"/>
                  </a:cubicBezTo>
                  <a:close/>
                  <a:moveTo>
                    <a:pt x="194" y="353"/>
                  </a:moveTo>
                  <a:cubicBezTo>
                    <a:pt x="195" y="354"/>
                    <a:pt x="193" y="354"/>
                    <a:pt x="194" y="353"/>
                  </a:cubicBezTo>
                  <a:close/>
                  <a:moveTo>
                    <a:pt x="192" y="213"/>
                  </a:moveTo>
                  <a:cubicBezTo>
                    <a:pt x="192" y="212"/>
                    <a:pt x="194" y="211"/>
                    <a:pt x="192" y="213"/>
                  </a:cubicBezTo>
                  <a:close/>
                  <a:moveTo>
                    <a:pt x="193" y="252"/>
                  </a:moveTo>
                  <a:cubicBezTo>
                    <a:pt x="194" y="253"/>
                    <a:pt x="193" y="254"/>
                    <a:pt x="192" y="254"/>
                  </a:cubicBezTo>
                  <a:cubicBezTo>
                    <a:pt x="192" y="253"/>
                    <a:pt x="193" y="253"/>
                    <a:pt x="193" y="252"/>
                  </a:cubicBezTo>
                  <a:close/>
                  <a:moveTo>
                    <a:pt x="193" y="354"/>
                  </a:moveTo>
                  <a:cubicBezTo>
                    <a:pt x="193" y="355"/>
                    <a:pt x="193" y="356"/>
                    <a:pt x="192" y="356"/>
                  </a:cubicBezTo>
                  <a:cubicBezTo>
                    <a:pt x="192" y="355"/>
                    <a:pt x="193" y="355"/>
                    <a:pt x="193" y="354"/>
                  </a:cubicBezTo>
                  <a:close/>
                  <a:moveTo>
                    <a:pt x="192" y="305"/>
                  </a:moveTo>
                  <a:cubicBezTo>
                    <a:pt x="190" y="307"/>
                    <a:pt x="193" y="304"/>
                    <a:pt x="192" y="305"/>
                  </a:cubicBezTo>
                  <a:close/>
                  <a:moveTo>
                    <a:pt x="188" y="397"/>
                  </a:moveTo>
                  <a:cubicBezTo>
                    <a:pt x="187" y="398"/>
                    <a:pt x="185" y="400"/>
                    <a:pt x="183" y="401"/>
                  </a:cubicBezTo>
                  <a:cubicBezTo>
                    <a:pt x="184" y="399"/>
                    <a:pt x="186" y="398"/>
                    <a:pt x="188" y="397"/>
                  </a:cubicBezTo>
                  <a:close/>
                  <a:moveTo>
                    <a:pt x="184" y="384"/>
                  </a:moveTo>
                  <a:cubicBezTo>
                    <a:pt x="185" y="384"/>
                    <a:pt x="185" y="383"/>
                    <a:pt x="186" y="383"/>
                  </a:cubicBezTo>
                  <a:cubicBezTo>
                    <a:pt x="185" y="384"/>
                    <a:pt x="185" y="384"/>
                    <a:pt x="184" y="384"/>
                  </a:cubicBezTo>
                  <a:close/>
                  <a:moveTo>
                    <a:pt x="184" y="243"/>
                  </a:moveTo>
                  <a:cubicBezTo>
                    <a:pt x="185" y="242"/>
                    <a:pt x="183" y="244"/>
                    <a:pt x="184" y="243"/>
                  </a:cubicBezTo>
                  <a:close/>
                  <a:moveTo>
                    <a:pt x="182" y="186"/>
                  </a:moveTo>
                  <a:cubicBezTo>
                    <a:pt x="182" y="185"/>
                    <a:pt x="181" y="187"/>
                    <a:pt x="182" y="186"/>
                  </a:cubicBezTo>
                  <a:close/>
                  <a:moveTo>
                    <a:pt x="184" y="243"/>
                  </a:moveTo>
                  <a:cubicBezTo>
                    <a:pt x="185" y="244"/>
                    <a:pt x="183" y="249"/>
                    <a:pt x="182" y="249"/>
                  </a:cubicBezTo>
                  <a:cubicBezTo>
                    <a:pt x="180" y="249"/>
                    <a:pt x="182" y="243"/>
                    <a:pt x="184" y="243"/>
                  </a:cubicBezTo>
                  <a:close/>
                  <a:moveTo>
                    <a:pt x="177" y="208"/>
                  </a:moveTo>
                  <a:cubicBezTo>
                    <a:pt x="178" y="209"/>
                    <a:pt x="177" y="209"/>
                    <a:pt x="177" y="210"/>
                  </a:cubicBezTo>
                  <a:cubicBezTo>
                    <a:pt x="176" y="210"/>
                    <a:pt x="177" y="209"/>
                    <a:pt x="177" y="208"/>
                  </a:cubicBezTo>
                  <a:close/>
                  <a:moveTo>
                    <a:pt x="182" y="322"/>
                  </a:moveTo>
                  <a:cubicBezTo>
                    <a:pt x="179" y="324"/>
                    <a:pt x="177" y="329"/>
                    <a:pt x="175" y="329"/>
                  </a:cubicBezTo>
                  <a:cubicBezTo>
                    <a:pt x="175" y="329"/>
                    <a:pt x="179" y="322"/>
                    <a:pt x="182" y="322"/>
                  </a:cubicBezTo>
                  <a:close/>
                  <a:moveTo>
                    <a:pt x="180" y="403"/>
                  </a:moveTo>
                  <a:cubicBezTo>
                    <a:pt x="179" y="404"/>
                    <a:pt x="178" y="406"/>
                    <a:pt x="176" y="406"/>
                  </a:cubicBezTo>
                  <a:cubicBezTo>
                    <a:pt x="177" y="405"/>
                    <a:pt x="179" y="404"/>
                    <a:pt x="180" y="403"/>
                  </a:cubicBezTo>
                  <a:close/>
                  <a:moveTo>
                    <a:pt x="178" y="383"/>
                  </a:move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2"/>
                    <a:pt x="178" y="382"/>
                  </a:cubicBezTo>
                  <a:cubicBezTo>
                    <a:pt x="178" y="382"/>
                    <a:pt x="178" y="382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lose/>
                  <a:moveTo>
                    <a:pt x="181" y="393"/>
                  </a:moveTo>
                  <a:cubicBezTo>
                    <a:pt x="181" y="393"/>
                    <a:pt x="180" y="395"/>
                    <a:pt x="180" y="395"/>
                  </a:cubicBezTo>
                  <a:cubicBezTo>
                    <a:pt x="178" y="397"/>
                    <a:pt x="179" y="392"/>
                    <a:pt x="181" y="393"/>
                  </a:cubicBezTo>
                  <a:close/>
                  <a:moveTo>
                    <a:pt x="179" y="358"/>
                  </a:moveTo>
                  <a:cubicBezTo>
                    <a:pt x="179" y="358"/>
                    <a:pt x="180" y="359"/>
                    <a:pt x="180" y="359"/>
                  </a:cubicBezTo>
                  <a:cubicBezTo>
                    <a:pt x="180" y="360"/>
                    <a:pt x="178" y="359"/>
                    <a:pt x="179" y="358"/>
                  </a:cubicBezTo>
                  <a:close/>
                  <a:moveTo>
                    <a:pt x="182" y="418"/>
                  </a:moveTo>
                  <a:cubicBezTo>
                    <a:pt x="183" y="416"/>
                    <a:pt x="187" y="412"/>
                    <a:pt x="190" y="410"/>
                  </a:cubicBezTo>
                  <a:cubicBezTo>
                    <a:pt x="190" y="410"/>
                    <a:pt x="190" y="408"/>
                    <a:pt x="191" y="409"/>
                  </a:cubicBezTo>
                  <a:cubicBezTo>
                    <a:pt x="192" y="410"/>
                    <a:pt x="189" y="414"/>
                    <a:pt x="189" y="414"/>
                  </a:cubicBezTo>
                  <a:cubicBezTo>
                    <a:pt x="188" y="415"/>
                    <a:pt x="186" y="415"/>
                    <a:pt x="184" y="417"/>
                  </a:cubicBezTo>
                  <a:cubicBezTo>
                    <a:pt x="180" y="419"/>
                    <a:pt x="178" y="424"/>
                    <a:pt x="174" y="426"/>
                  </a:cubicBezTo>
                  <a:cubicBezTo>
                    <a:pt x="174" y="422"/>
                    <a:pt x="180" y="421"/>
                    <a:pt x="182" y="418"/>
                  </a:cubicBezTo>
                  <a:close/>
                  <a:moveTo>
                    <a:pt x="193" y="479"/>
                  </a:moveTo>
                  <a:cubicBezTo>
                    <a:pt x="192" y="481"/>
                    <a:pt x="192" y="479"/>
                    <a:pt x="193" y="479"/>
                  </a:cubicBezTo>
                  <a:close/>
                  <a:moveTo>
                    <a:pt x="193" y="432"/>
                  </a:moveTo>
                  <a:cubicBezTo>
                    <a:pt x="194" y="432"/>
                    <a:pt x="193" y="433"/>
                    <a:pt x="193" y="432"/>
                  </a:cubicBezTo>
                  <a:cubicBezTo>
                    <a:pt x="192" y="432"/>
                    <a:pt x="193" y="432"/>
                    <a:pt x="193" y="432"/>
                  </a:cubicBezTo>
                  <a:close/>
                  <a:moveTo>
                    <a:pt x="191" y="460"/>
                  </a:moveTo>
                  <a:cubicBezTo>
                    <a:pt x="192" y="458"/>
                    <a:pt x="193" y="460"/>
                    <a:pt x="191" y="460"/>
                  </a:cubicBezTo>
                  <a:close/>
                  <a:moveTo>
                    <a:pt x="193" y="489"/>
                  </a:moveTo>
                  <a:cubicBezTo>
                    <a:pt x="193" y="490"/>
                    <a:pt x="192" y="491"/>
                    <a:pt x="191" y="491"/>
                  </a:cubicBezTo>
                  <a:cubicBezTo>
                    <a:pt x="189" y="492"/>
                    <a:pt x="191" y="487"/>
                    <a:pt x="193" y="489"/>
                  </a:cubicBezTo>
                  <a:close/>
                  <a:moveTo>
                    <a:pt x="190" y="440"/>
                  </a:moveTo>
                  <a:cubicBezTo>
                    <a:pt x="189" y="439"/>
                    <a:pt x="191" y="438"/>
                    <a:pt x="191" y="439"/>
                  </a:cubicBezTo>
                  <a:cubicBezTo>
                    <a:pt x="191" y="439"/>
                    <a:pt x="190" y="440"/>
                    <a:pt x="190" y="440"/>
                  </a:cubicBezTo>
                  <a:close/>
                  <a:moveTo>
                    <a:pt x="189" y="511"/>
                  </a:moveTo>
                  <a:cubicBezTo>
                    <a:pt x="189" y="511"/>
                    <a:pt x="189" y="512"/>
                    <a:pt x="188" y="511"/>
                  </a:cubicBezTo>
                  <a:cubicBezTo>
                    <a:pt x="188" y="511"/>
                    <a:pt x="189" y="510"/>
                    <a:pt x="189" y="511"/>
                  </a:cubicBezTo>
                  <a:close/>
                  <a:moveTo>
                    <a:pt x="186" y="470"/>
                  </a:moveTo>
                  <a:cubicBezTo>
                    <a:pt x="185" y="469"/>
                    <a:pt x="188" y="469"/>
                    <a:pt x="188" y="470"/>
                  </a:cubicBezTo>
                  <a:cubicBezTo>
                    <a:pt x="189" y="471"/>
                    <a:pt x="186" y="472"/>
                    <a:pt x="186" y="470"/>
                  </a:cubicBezTo>
                  <a:close/>
                  <a:moveTo>
                    <a:pt x="184" y="470"/>
                  </a:moveTo>
                  <a:cubicBezTo>
                    <a:pt x="185" y="471"/>
                    <a:pt x="184" y="472"/>
                    <a:pt x="183" y="472"/>
                  </a:cubicBezTo>
                  <a:cubicBezTo>
                    <a:pt x="180" y="474"/>
                    <a:pt x="182" y="469"/>
                    <a:pt x="184" y="470"/>
                  </a:cubicBezTo>
                  <a:close/>
                  <a:moveTo>
                    <a:pt x="183" y="435"/>
                  </a:moveTo>
                  <a:cubicBezTo>
                    <a:pt x="183" y="434"/>
                    <a:pt x="182" y="436"/>
                    <a:pt x="183" y="435"/>
                  </a:cubicBezTo>
                  <a:close/>
                  <a:moveTo>
                    <a:pt x="180" y="443"/>
                  </a:moveTo>
                  <a:cubicBezTo>
                    <a:pt x="180" y="443"/>
                    <a:pt x="179" y="443"/>
                    <a:pt x="179" y="443"/>
                  </a:cubicBezTo>
                  <a:cubicBezTo>
                    <a:pt x="178" y="445"/>
                    <a:pt x="180" y="440"/>
                    <a:pt x="180" y="443"/>
                  </a:cubicBezTo>
                  <a:close/>
                  <a:moveTo>
                    <a:pt x="174" y="445"/>
                  </a:moveTo>
                  <a:cubicBezTo>
                    <a:pt x="173" y="446"/>
                    <a:pt x="174" y="444"/>
                    <a:pt x="174" y="445"/>
                  </a:cubicBezTo>
                  <a:close/>
                  <a:moveTo>
                    <a:pt x="173" y="182"/>
                  </a:moveTo>
                  <a:cubicBezTo>
                    <a:pt x="172" y="182"/>
                    <a:pt x="174" y="180"/>
                    <a:pt x="173" y="182"/>
                  </a:cubicBezTo>
                  <a:close/>
                  <a:moveTo>
                    <a:pt x="173" y="438"/>
                  </a:moveTo>
                  <a:cubicBezTo>
                    <a:pt x="174" y="437"/>
                    <a:pt x="172" y="440"/>
                    <a:pt x="173" y="438"/>
                  </a:cubicBezTo>
                  <a:close/>
                  <a:moveTo>
                    <a:pt x="173" y="477"/>
                  </a:moveTo>
                  <a:cubicBezTo>
                    <a:pt x="172" y="478"/>
                    <a:pt x="172" y="478"/>
                    <a:pt x="170" y="478"/>
                  </a:cubicBezTo>
                  <a:cubicBezTo>
                    <a:pt x="171" y="478"/>
                    <a:pt x="171" y="477"/>
                    <a:pt x="173" y="477"/>
                  </a:cubicBezTo>
                  <a:close/>
                  <a:moveTo>
                    <a:pt x="173" y="314"/>
                  </a:move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lose/>
                  <a:moveTo>
                    <a:pt x="171" y="307"/>
                  </a:moveTo>
                  <a:cubicBezTo>
                    <a:pt x="171" y="308"/>
                    <a:pt x="171" y="309"/>
                    <a:pt x="169" y="310"/>
                  </a:cubicBezTo>
                  <a:cubicBezTo>
                    <a:pt x="168" y="310"/>
                    <a:pt x="167" y="310"/>
                    <a:pt x="166" y="309"/>
                  </a:cubicBezTo>
                  <a:cubicBezTo>
                    <a:pt x="164" y="305"/>
                    <a:pt x="171" y="303"/>
                    <a:pt x="171" y="307"/>
                  </a:cubicBezTo>
                  <a:close/>
                  <a:moveTo>
                    <a:pt x="168" y="501"/>
                  </a:moveTo>
                  <a:cubicBezTo>
                    <a:pt x="168" y="501"/>
                    <a:pt x="168" y="501"/>
                    <a:pt x="169" y="501"/>
                  </a:cubicBezTo>
                  <a:cubicBezTo>
                    <a:pt x="169" y="501"/>
                    <a:pt x="168" y="502"/>
                    <a:pt x="168" y="501"/>
                  </a:cubicBezTo>
                  <a:close/>
                  <a:moveTo>
                    <a:pt x="166" y="342"/>
                  </a:moveTo>
                  <a:cubicBezTo>
                    <a:pt x="166" y="342"/>
                    <a:pt x="166" y="342"/>
                    <a:pt x="166" y="342"/>
                  </a:cubicBezTo>
                  <a:cubicBezTo>
                    <a:pt x="166" y="342"/>
                    <a:pt x="166" y="343"/>
                    <a:pt x="165" y="343"/>
                  </a:cubicBezTo>
                  <a:cubicBezTo>
                    <a:pt x="165" y="343"/>
                    <a:pt x="165" y="343"/>
                    <a:pt x="165" y="343"/>
                  </a:cubicBezTo>
                  <a:cubicBezTo>
                    <a:pt x="165" y="343"/>
                    <a:pt x="166" y="342"/>
                    <a:pt x="166" y="342"/>
                  </a:cubicBezTo>
                  <a:close/>
                  <a:moveTo>
                    <a:pt x="165" y="307"/>
                  </a:moveTo>
                  <a:cubicBezTo>
                    <a:pt x="163" y="308"/>
                    <a:pt x="167" y="306"/>
                    <a:pt x="165" y="307"/>
                  </a:cubicBezTo>
                  <a:close/>
                  <a:moveTo>
                    <a:pt x="164" y="344"/>
                  </a:moveTo>
                  <a:cubicBezTo>
                    <a:pt x="163" y="344"/>
                    <a:pt x="166" y="342"/>
                    <a:pt x="164" y="344"/>
                  </a:cubicBezTo>
                  <a:close/>
                  <a:moveTo>
                    <a:pt x="165" y="345"/>
                  </a:moveTo>
                  <a:cubicBezTo>
                    <a:pt x="164" y="346"/>
                    <a:pt x="164" y="347"/>
                    <a:pt x="162" y="347"/>
                  </a:cubicBezTo>
                  <a:cubicBezTo>
                    <a:pt x="163" y="347"/>
                    <a:pt x="163" y="346"/>
                    <a:pt x="165" y="345"/>
                  </a:cubicBezTo>
                  <a:close/>
                  <a:moveTo>
                    <a:pt x="161" y="347"/>
                  </a:moveTo>
                  <a:cubicBezTo>
                    <a:pt x="160" y="348"/>
                    <a:pt x="162" y="346"/>
                    <a:pt x="161" y="347"/>
                  </a:cubicBezTo>
                  <a:close/>
                  <a:moveTo>
                    <a:pt x="160" y="350"/>
                  </a:moveTo>
                  <a:cubicBezTo>
                    <a:pt x="161" y="348"/>
                    <a:pt x="162" y="349"/>
                    <a:pt x="160" y="350"/>
                  </a:cubicBezTo>
                  <a:close/>
                  <a:moveTo>
                    <a:pt x="168" y="370"/>
                  </a:moveTo>
                  <a:cubicBezTo>
                    <a:pt x="165" y="373"/>
                    <a:pt x="163" y="376"/>
                    <a:pt x="158" y="378"/>
                  </a:cubicBezTo>
                  <a:cubicBezTo>
                    <a:pt x="161" y="375"/>
                    <a:pt x="164" y="372"/>
                    <a:pt x="168" y="370"/>
                  </a:cubicBezTo>
                  <a:close/>
                  <a:moveTo>
                    <a:pt x="167" y="392"/>
                  </a:moveTo>
                  <a:cubicBezTo>
                    <a:pt x="166" y="393"/>
                    <a:pt x="168" y="390"/>
                    <a:pt x="167" y="391"/>
                  </a:cubicBezTo>
                  <a:cubicBezTo>
                    <a:pt x="167" y="391"/>
                    <a:pt x="167" y="392"/>
                    <a:pt x="167" y="392"/>
                  </a:cubicBezTo>
                  <a:close/>
                  <a:moveTo>
                    <a:pt x="168" y="424"/>
                  </a:moveTo>
                  <a:cubicBezTo>
                    <a:pt x="168" y="424"/>
                    <a:pt x="167" y="424"/>
                    <a:pt x="167" y="424"/>
                  </a:cubicBezTo>
                  <a:cubicBezTo>
                    <a:pt x="166" y="423"/>
                    <a:pt x="168" y="423"/>
                    <a:pt x="168" y="424"/>
                  </a:cubicBezTo>
                  <a:close/>
                  <a:moveTo>
                    <a:pt x="161" y="457"/>
                  </a:moveTo>
                  <a:cubicBezTo>
                    <a:pt x="161" y="458"/>
                    <a:pt x="158" y="461"/>
                    <a:pt x="157" y="460"/>
                  </a:cubicBezTo>
                  <a:cubicBezTo>
                    <a:pt x="156" y="458"/>
                    <a:pt x="159" y="456"/>
                    <a:pt x="161" y="457"/>
                  </a:cubicBezTo>
                  <a:close/>
                  <a:moveTo>
                    <a:pt x="157" y="477"/>
                  </a:move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lose/>
                  <a:moveTo>
                    <a:pt x="161" y="502"/>
                  </a:moveTo>
                  <a:cubicBezTo>
                    <a:pt x="161" y="503"/>
                    <a:pt x="159" y="504"/>
                    <a:pt x="159" y="503"/>
                  </a:cubicBezTo>
                  <a:cubicBezTo>
                    <a:pt x="159" y="502"/>
                    <a:pt x="160" y="501"/>
                    <a:pt x="161" y="502"/>
                  </a:cubicBezTo>
                  <a:close/>
                  <a:moveTo>
                    <a:pt x="159" y="482"/>
                  </a:moveTo>
                  <a:cubicBezTo>
                    <a:pt x="158" y="483"/>
                    <a:pt x="160" y="481"/>
                    <a:pt x="159" y="482"/>
                  </a:cubicBezTo>
                  <a:close/>
                  <a:moveTo>
                    <a:pt x="162" y="484"/>
                  </a:moveTo>
                  <a:cubicBezTo>
                    <a:pt x="163" y="484"/>
                    <a:pt x="162" y="485"/>
                    <a:pt x="161" y="485"/>
                  </a:cubicBezTo>
                  <a:cubicBezTo>
                    <a:pt x="160" y="486"/>
                    <a:pt x="161" y="483"/>
                    <a:pt x="162" y="484"/>
                  </a:cubicBezTo>
                  <a:close/>
                  <a:moveTo>
                    <a:pt x="161" y="428"/>
                  </a:moveTo>
                  <a:cubicBezTo>
                    <a:pt x="162" y="429"/>
                    <a:pt x="160" y="432"/>
                    <a:pt x="160" y="432"/>
                  </a:cubicBezTo>
                  <a:cubicBezTo>
                    <a:pt x="155" y="435"/>
                    <a:pt x="158" y="426"/>
                    <a:pt x="161" y="428"/>
                  </a:cubicBezTo>
                  <a:close/>
                  <a:moveTo>
                    <a:pt x="164" y="506"/>
                  </a:moveTo>
                  <a:cubicBezTo>
                    <a:pt x="165" y="507"/>
                    <a:pt x="160" y="510"/>
                    <a:pt x="159" y="510"/>
                  </a:cubicBezTo>
                  <a:cubicBezTo>
                    <a:pt x="154" y="511"/>
                    <a:pt x="163" y="505"/>
                    <a:pt x="164" y="506"/>
                  </a:cubicBezTo>
                  <a:close/>
                  <a:moveTo>
                    <a:pt x="163" y="443"/>
                  </a:moveTo>
                  <a:cubicBezTo>
                    <a:pt x="163" y="443"/>
                    <a:pt x="163" y="444"/>
                    <a:pt x="162" y="444"/>
                  </a:cubicBezTo>
                  <a:cubicBezTo>
                    <a:pt x="162" y="443"/>
                    <a:pt x="163" y="443"/>
                    <a:pt x="163" y="443"/>
                  </a:cubicBezTo>
                  <a:close/>
                  <a:moveTo>
                    <a:pt x="159" y="351"/>
                  </a:moveTo>
                  <a:cubicBezTo>
                    <a:pt x="159" y="351"/>
                    <a:pt x="159" y="350"/>
                    <a:pt x="160" y="350"/>
                  </a:cubicBezTo>
                  <a:cubicBezTo>
                    <a:pt x="160" y="350"/>
                    <a:pt x="160" y="351"/>
                    <a:pt x="159" y="351"/>
                  </a:cubicBezTo>
                  <a:close/>
                  <a:moveTo>
                    <a:pt x="160" y="259"/>
                  </a:moveTo>
                  <a:cubicBezTo>
                    <a:pt x="160" y="259"/>
                    <a:pt x="160" y="260"/>
                    <a:pt x="160" y="260"/>
                  </a:cubicBezTo>
                  <a:cubicBezTo>
                    <a:pt x="159" y="261"/>
                    <a:pt x="158" y="258"/>
                    <a:pt x="160" y="259"/>
                  </a:cubicBezTo>
                  <a:close/>
                  <a:moveTo>
                    <a:pt x="160" y="349"/>
                  </a:moveTo>
                  <a:cubicBezTo>
                    <a:pt x="159" y="350"/>
                    <a:pt x="159" y="350"/>
                    <a:pt x="158" y="351"/>
                  </a:cubicBezTo>
                  <a:cubicBezTo>
                    <a:pt x="158" y="350"/>
                    <a:pt x="159" y="349"/>
                    <a:pt x="160" y="349"/>
                  </a:cubicBezTo>
                  <a:close/>
                  <a:moveTo>
                    <a:pt x="159" y="352"/>
                  </a:moveTo>
                  <a:cubicBezTo>
                    <a:pt x="158" y="352"/>
                    <a:pt x="158" y="353"/>
                    <a:pt x="157" y="353"/>
                  </a:cubicBezTo>
                  <a:cubicBezTo>
                    <a:pt x="157" y="352"/>
                    <a:pt x="158" y="352"/>
                    <a:pt x="159" y="352"/>
                  </a:cubicBezTo>
                  <a:close/>
                  <a:moveTo>
                    <a:pt x="156" y="354"/>
                  </a:moveTo>
                  <a:cubicBezTo>
                    <a:pt x="155" y="355"/>
                    <a:pt x="158" y="353"/>
                    <a:pt x="156" y="354"/>
                  </a:cubicBezTo>
                  <a:close/>
                  <a:moveTo>
                    <a:pt x="157" y="415"/>
                  </a:moveTo>
                  <a:cubicBezTo>
                    <a:pt x="158" y="416"/>
                    <a:pt x="157" y="417"/>
                    <a:pt x="156" y="417"/>
                  </a:cubicBezTo>
                  <a:cubicBezTo>
                    <a:pt x="156" y="416"/>
                    <a:pt x="157" y="416"/>
                    <a:pt x="157" y="415"/>
                  </a:cubicBezTo>
                  <a:close/>
                  <a:moveTo>
                    <a:pt x="133" y="461"/>
                  </a:moveTo>
                  <a:cubicBezTo>
                    <a:pt x="137" y="457"/>
                    <a:pt x="142" y="453"/>
                    <a:pt x="148" y="450"/>
                  </a:cubicBezTo>
                  <a:cubicBezTo>
                    <a:pt x="143" y="454"/>
                    <a:pt x="138" y="457"/>
                    <a:pt x="133" y="461"/>
                  </a:cubicBezTo>
                  <a:close/>
                  <a:moveTo>
                    <a:pt x="138" y="463"/>
                  </a:moveTo>
                  <a:cubicBezTo>
                    <a:pt x="138" y="464"/>
                    <a:pt x="137" y="464"/>
                    <a:pt x="137" y="463"/>
                  </a:cubicBezTo>
                  <a:cubicBezTo>
                    <a:pt x="136" y="462"/>
                    <a:pt x="138" y="463"/>
                    <a:pt x="138" y="463"/>
                  </a:cubicBezTo>
                  <a:close/>
                  <a:moveTo>
                    <a:pt x="147" y="446"/>
                  </a:moveTo>
                  <a:cubicBezTo>
                    <a:pt x="146" y="446"/>
                    <a:pt x="145" y="447"/>
                    <a:pt x="145" y="447"/>
                  </a:cubicBezTo>
                  <a:cubicBezTo>
                    <a:pt x="144" y="446"/>
                    <a:pt x="152" y="439"/>
                    <a:pt x="153" y="440"/>
                  </a:cubicBezTo>
                  <a:cubicBezTo>
                    <a:pt x="154" y="440"/>
                    <a:pt x="147" y="446"/>
                    <a:pt x="147" y="446"/>
                  </a:cubicBezTo>
                  <a:close/>
                  <a:moveTo>
                    <a:pt x="148" y="401"/>
                  </a:moveTo>
                  <a:cubicBezTo>
                    <a:pt x="151" y="399"/>
                    <a:pt x="146" y="402"/>
                    <a:pt x="148" y="401"/>
                  </a:cubicBezTo>
                  <a:close/>
                  <a:moveTo>
                    <a:pt x="150" y="439"/>
                  </a:moveTo>
                  <a:cubicBezTo>
                    <a:pt x="150" y="440"/>
                    <a:pt x="149" y="440"/>
                    <a:pt x="148" y="440"/>
                  </a:cubicBezTo>
                  <a:cubicBezTo>
                    <a:pt x="148" y="439"/>
                    <a:pt x="149" y="439"/>
                    <a:pt x="150" y="439"/>
                  </a:cubicBezTo>
                  <a:close/>
                  <a:moveTo>
                    <a:pt x="151" y="379"/>
                  </a:moveTo>
                  <a:cubicBezTo>
                    <a:pt x="150" y="380"/>
                    <a:pt x="151" y="378"/>
                    <a:pt x="151" y="379"/>
                  </a:cubicBezTo>
                  <a:close/>
                  <a:moveTo>
                    <a:pt x="153" y="447"/>
                  </a:moveTo>
                  <a:cubicBezTo>
                    <a:pt x="153" y="449"/>
                    <a:pt x="150" y="449"/>
                    <a:pt x="149" y="450"/>
                  </a:cubicBezTo>
                  <a:cubicBezTo>
                    <a:pt x="149" y="449"/>
                    <a:pt x="152" y="448"/>
                    <a:pt x="153" y="447"/>
                  </a:cubicBezTo>
                  <a:close/>
                  <a:moveTo>
                    <a:pt x="156" y="472"/>
                  </a:moveTo>
                  <a:cubicBezTo>
                    <a:pt x="155" y="473"/>
                    <a:pt x="152" y="475"/>
                    <a:pt x="151" y="475"/>
                  </a:cubicBezTo>
                  <a:cubicBezTo>
                    <a:pt x="151" y="475"/>
                    <a:pt x="154" y="471"/>
                    <a:pt x="156" y="472"/>
                  </a:cubicBezTo>
                  <a:close/>
                  <a:moveTo>
                    <a:pt x="156" y="435"/>
                  </a:moveTo>
                  <a:cubicBezTo>
                    <a:pt x="156" y="435"/>
                    <a:pt x="156" y="435"/>
                    <a:pt x="157" y="435"/>
                  </a:cubicBezTo>
                  <a:cubicBezTo>
                    <a:pt x="156" y="435"/>
                    <a:pt x="156" y="435"/>
                    <a:pt x="156" y="435"/>
                  </a:cubicBezTo>
                  <a:cubicBezTo>
                    <a:pt x="156" y="435"/>
                    <a:pt x="156" y="435"/>
                    <a:pt x="156" y="435"/>
                  </a:cubicBezTo>
                  <a:close/>
                  <a:moveTo>
                    <a:pt x="155" y="447"/>
                  </a:moveTo>
                  <a:cubicBezTo>
                    <a:pt x="155" y="447"/>
                    <a:pt x="154" y="448"/>
                    <a:pt x="154" y="447"/>
                  </a:cubicBezTo>
                  <a:cubicBezTo>
                    <a:pt x="153" y="446"/>
                    <a:pt x="156" y="445"/>
                    <a:pt x="155" y="447"/>
                  </a:cubicBezTo>
                  <a:close/>
                  <a:moveTo>
                    <a:pt x="155" y="434"/>
                  </a:moveTo>
                  <a:cubicBezTo>
                    <a:pt x="155" y="434"/>
                    <a:pt x="154" y="435"/>
                    <a:pt x="154" y="435"/>
                  </a:cubicBezTo>
                  <a:cubicBezTo>
                    <a:pt x="152" y="437"/>
                    <a:pt x="153" y="432"/>
                    <a:pt x="155" y="434"/>
                  </a:cubicBezTo>
                  <a:close/>
                  <a:moveTo>
                    <a:pt x="152" y="391"/>
                  </a:moveTo>
                  <a:cubicBezTo>
                    <a:pt x="153" y="391"/>
                    <a:pt x="152" y="392"/>
                    <a:pt x="152" y="392"/>
                  </a:cubicBezTo>
                  <a:cubicBezTo>
                    <a:pt x="151" y="393"/>
                    <a:pt x="151" y="390"/>
                    <a:pt x="152" y="391"/>
                  </a:cubicBezTo>
                  <a:close/>
                  <a:moveTo>
                    <a:pt x="151" y="438"/>
                  </a:moveTo>
                  <a:cubicBezTo>
                    <a:pt x="152" y="436"/>
                    <a:pt x="154" y="438"/>
                    <a:pt x="151" y="438"/>
                  </a:cubicBezTo>
                  <a:close/>
                  <a:moveTo>
                    <a:pt x="151" y="253"/>
                  </a:moveTo>
                  <a:cubicBezTo>
                    <a:pt x="151" y="253"/>
                    <a:pt x="151" y="254"/>
                    <a:pt x="150" y="254"/>
                  </a:cubicBezTo>
                  <a:cubicBezTo>
                    <a:pt x="150" y="253"/>
                    <a:pt x="151" y="252"/>
                    <a:pt x="151" y="253"/>
                  </a:cubicBezTo>
                  <a:close/>
                  <a:moveTo>
                    <a:pt x="150" y="436"/>
                  </a:moveTo>
                  <a:cubicBezTo>
                    <a:pt x="151" y="436"/>
                    <a:pt x="150" y="437"/>
                    <a:pt x="150" y="437"/>
                  </a:cubicBezTo>
                  <a:cubicBezTo>
                    <a:pt x="149" y="439"/>
                    <a:pt x="149" y="435"/>
                    <a:pt x="150" y="436"/>
                  </a:cubicBezTo>
                  <a:close/>
                  <a:moveTo>
                    <a:pt x="149" y="322"/>
                  </a:moveTo>
                  <a:cubicBezTo>
                    <a:pt x="149" y="323"/>
                    <a:pt x="148" y="322"/>
                    <a:pt x="149" y="322"/>
                  </a:cubicBezTo>
                  <a:close/>
                  <a:moveTo>
                    <a:pt x="149" y="365"/>
                  </a:moveTo>
                  <a:cubicBezTo>
                    <a:pt x="149" y="366"/>
                    <a:pt x="147" y="366"/>
                    <a:pt x="148" y="365"/>
                  </a:cubicBezTo>
                  <a:cubicBezTo>
                    <a:pt x="148" y="365"/>
                    <a:pt x="149" y="365"/>
                    <a:pt x="149" y="365"/>
                  </a:cubicBezTo>
                  <a:close/>
                  <a:moveTo>
                    <a:pt x="147" y="197"/>
                  </a:moveTo>
                  <a:cubicBezTo>
                    <a:pt x="146" y="198"/>
                    <a:pt x="146" y="198"/>
                    <a:pt x="145" y="197"/>
                  </a:cubicBezTo>
                  <a:cubicBezTo>
                    <a:pt x="142" y="194"/>
                    <a:pt x="150" y="194"/>
                    <a:pt x="147" y="197"/>
                  </a:cubicBezTo>
                  <a:close/>
                  <a:moveTo>
                    <a:pt x="145" y="359"/>
                  </a:moveTo>
                  <a:cubicBezTo>
                    <a:pt x="147" y="359"/>
                    <a:pt x="145" y="362"/>
                    <a:pt x="145" y="362"/>
                  </a:cubicBezTo>
                  <a:cubicBezTo>
                    <a:pt x="143" y="363"/>
                    <a:pt x="143" y="358"/>
                    <a:pt x="145" y="359"/>
                  </a:cubicBezTo>
                  <a:close/>
                  <a:moveTo>
                    <a:pt x="145" y="402"/>
                  </a:moveTo>
                  <a:cubicBezTo>
                    <a:pt x="145" y="404"/>
                    <a:pt x="144" y="404"/>
                    <a:pt x="143" y="405"/>
                  </a:cubicBezTo>
                  <a:cubicBezTo>
                    <a:pt x="143" y="404"/>
                    <a:pt x="144" y="403"/>
                    <a:pt x="145" y="402"/>
                  </a:cubicBezTo>
                  <a:close/>
                  <a:moveTo>
                    <a:pt x="132" y="456"/>
                  </a:moveTo>
                  <a:cubicBezTo>
                    <a:pt x="134" y="453"/>
                    <a:pt x="139" y="450"/>
                    <a:pt x="143" y="448"/>
                  </a:cubicBezTo>
                  <a:cubicBezTo>
                    <a:pt x="139" y="451"/>
                    <a:pt x="137" y="455"/>
                    <a:pt x="132" y="456"/>
                  </a:cubicBezTo>
                  <a:close/>
                  <a:moveTo>
                    <a:pt x="131" y="395"/>
                  </a:moveTo>
                  <a:cubicBezTo>
                    <a:pt x="132" y="394"/>
                    <a:pt x="132" y="393"/>
                    <a:pt x="134" y="393"/>
                  </a:cubicBezTo>
                  <a:cubicBezTo>
                    <a:pt x="134" y="393"/>
                    <a:pt x="132" y="395"/>
                    <a:pt x="131" y="395"/>
                  </a:cubicBezTo>
                  <a:close/>
                  <a:moveTo>
                    <a:pt x="134" y="448"/>
                  </a:moveTo>
                  <a:cubicBezTo>
                    <a:pt x="134" y="448"/>
                    <a:pt x="133" y="449"/>
                    <a:pt x="133" y="448"/>
                  </a:cubicBezTo>
                  <a:cubicBezTo>
                    <a:pt x="132" y="447"/>
                    <a:pt x="135" y="447"/>
                    <a:pt x="134" y="448"/>
                  </a:cubicBezTo>
                  <a:close/>
                  <a:moveTo>
                    <a:pt x="132" y="422"/>
                  </a:moveTo>
                  <a:cubicBezTo>
                    <a:pt x="131" y="421"/>
                    <a:pt x="131" y="420"/>
                    <a:pt x="132" y="420"/>
                  </a:cubicBezTo>
                  <a:cubicBezTo>
                    <a:pt x="133" y="420"/>
                    <a:pt x="134" y="421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5" y="424"/>
                    <a:pt x="130" y="426"/>
                    <a:pt x="130" y="423"/>
                  </a:cubicBezTo>
                  <a:cubicBezTo>
                    <a:pt x="130" y="422"/>
                    <a:pt x="131" y="422"/>
                    <a:pt x="132" y="422"/>
                  </a:cubicBezTo>
                  <a:close/>
                  <a:moveTo>
                    <a:pt x="138" y="416"/>
                  </a:moveTo>
                  <a:cubicBezTo>
                    <a:pt x="137" y="417"/>
                    <a:pt x="139" y="415"/>
                    <a:pt x="138" y="416"/>
                  </a:cubicBezTo>
                  <a:close/>
                  <a:moveTo>
                    <a:pt x="139" y="433"/>
                  </a:moveTo>
                  <a:cubicBezTo>
                    <a:pt x="139" y="432"/>
                    <a:pt x="139" y="432"/>
                    <a:pt x="139" y="432"/>
                  </a:cubicBezTo>
                  <a:cubicBezTo>
                    <a:pt x="139" y="430"/>
                    <a:pt x="141" y="433"/>
                    <a:pt x="139" y="433"/>
                  </a:cubicBezTo>
                  <a:close/>
                  <a:moveTo>
                    <a:pt x="140" y="443"/>
                  </a:moveTo>
                  <a:cubicBezTo>
                    <a:pt x="140" y="443"/>
                    <a:pt x="141" y="443"/>
                    <a:pt x="141" y="444"/>
                  </a:cubicBezTo>
                  <a:cubicBezTo>
                    <a:pt x="141" y="444"/>
                    <a:pt x="140" y="444"/>
                    <a:pt x="140" y="443"/>
                  </a:cubicBezTo>
                  <a:close/>
                  <a:moveTo>
                    <a:pt x="142" y="387"/>
                  </a:moveTo>
                  <a:cubicBezTo>
                    <a:pt x="141" y="387"/>
                    <a:pt x="144" y="386"/>
                    <a:pt x="142" y="387"/>
                  </a:cubicBezTo>
                  <a:close/>
                  <a:moveTo>
                    <a:pt x="142" y="436"/>
                  </a:moveTo>
                  <a:cubicBezTo>
                    <a:pt x="143" y="436"/>
                    <a:pt x="142" y="439"/>
                    <a:pt x="141" y="437"/>
                  </a:cubicBezTo>
                  <a:cubicBezTo>
                    <a:pt x="141" y="436"/>
                    <a:pt x="142" y="436"/>
                    <a:pt x="142" y="436"/>
                  </a:cubicBezTo>
                  <a:close/>
                  <a:moveTo>
                    <a:pt x="142" y="387"/>
                  </a:moveTo>
                  <a:cubicBezTo>
                    <a:pt x="141" y="389"/>
                    <a:pt x="139" y="391"/>
                    <a:pt x="137" y="392"/>
                  </a:cubicBezTo>
                  <a:cubicBezTo>
                    <a:pt x="137" y="392"/>
                    <a:pt x="139" y="388"/>
                    <a:pt x="142" y="387"/>
                  </a:cubicBezTo>
                  <a:close/>
                  <a:moveTo>
                    <a:pt x="136" y="246"/>
                  </a:moveTo>
                  <a:cubicBezTo>
                    <a:pt x="135" y="246"/>
                    <a:pt x="137" y="245"/>
                    <a:pt x="136" y="246"/>
                  </a:cubicBezTo>
                  <a:close/>
                  <a:moveTo>
                    <a:pt x="134" y="301"/>
                  </a:moveTo>
                  <a:cubicBezTo>
                    <a:pt x="134" y="298"/>
                    <a:pt x="136" y="300"/>
                    <a:pt x="134" y="301"/>
                  </a:cubicBezTo>
                  <a:close/>
                  <a:moveTo>
                    <a:pt x="135" y="342"/>
                  </a:moveTo>
                  <a:cubicBezTo>
                    <a:pt x="135" y="343"/>
                    <a:pt x="134" y="344"/>
                    <a:pt x="134" y="345"/>
                  </a:cubicBezTo>
                  <a:cubicBezTo>
                    <a:pt x="133" y="344"/>
                    <a:pt x="134" y="342"/>
                    <a:pt x="135" y="342"/>
                  </a:cubicBezTo>
                  <a:close/>
                  <a:moveTo>
                    <a:pt x="129" y="351"/>
                  </a:moveTo>
                  <a:cubicBezTo>
                    <a:pt x="129" y="350"/>
                    <a:pt x="132" y="348"/>
                    <a:pt x="132" y="346"/>
                  </a:cubicBezTo>
                  <a:cubicBezTo>
                    <a:pt x="133" y="347"/>
                    <a:pt x="130" y="349"/>
                    <a:pt x="129" y="351"/>
                  </a:cubicBezTo>
                  <a:close/>
                  <a:moveTo>
                    <a:pt x="132" y="280"/>
                  </a:moveTo>
                  <a:cubicBezTo>
                    <a:pt x="132" y="282"/>
                    <a:pt x="130" y="281"/>
                    <a:pt x="132" y="280"/>
                  </a:cubicBezTo>
                  <a:close/>
                  <a:moveTo>
                    <a:pt x="129" y="305"/>
                  </a:moveTo>
                  <a:cubicBezTo>
                    <a:pt x="131" y="306"/>
                    <a:pt x="130" y="307"/>
                    <a:pt x="129" y="307"/>
                  </a:cubicBezTo>
                  <a:cubicBezTo>
                    <a:pt x="127" y="309"/>
                    <a:pt x="128" y="305"/>
                    <a:pt x="129" y="305"/>
                  </a:cubicBezTo>
                  <a:close/>
                  <a:moveTo>
                    <a:pt x="118" y="327"/>
                  </a:moveTo>
                  <a:cubicBezTo>
                    <a:pt x="118" y="327"/>
                    <a:pt x="117" y="327"/>
                    <a:pt x="117" y="326"/>
                  </a:cubicBezTo>
                  <a:cubicBezTo>
                    <a:pt x="117" y="326"/>
                    <a:pt x="119" y="326"/>
                    <a:pt x="118" y="327"/>
                  </a:cubicBezTo>
                  <a:close/>
                  <a:moveTo>
                    <a:pt x="118" y="336"/>
                  </a:moveTo>
                  <a:cubicBezTo>
                    <a:pt x="118" y="336"/>
                    <a:pt x="118" y="337"/>
                    <a:pt x="117" y="336"/>
                  </a:cubicBezTo>
                  <a:cubicBezTo>
                    <a:pt x="117" y="336"/>
                    <a:pt x="119" y="334"/>
                    <a:pt x="118" y="336"/>
                  </a:cubicBezTo>
                  <a:close/>
                  <a:moveTo>
                    <a:pt x="115" y="336"/>
                  </a:moveTo>
                  <a:cubicBezTo>
                    <a:pt x="116" y="335"/>
                    <a:pt x="114" y="337"/>
                    <a:pt x="115" y="336"/>
                  </a:cubicBezTo>
                  <a:close/>
                  <a:moveTo>
                    <a:pt x="115" y="386"/>
                  </a:moveTo>
                  <a:cubicBezTo>
                    <a:pt x="116" y="387"/>
                    <a:pt x="115" y="387"/>
                    <a:pt x="114" y="387"/>
                  </a:cubicBezTo>
                  <a:cubicBezTo>
                    <a:pt x="114" y="388"/>
                    <a:pt x="115" y="386"/>
                    <a:pt x="115" y="386"/>
                  </a:cubicBezTo>
                  <a:close/>
                  <a:moveTo>
                    <a:pt x="114" y="388"/>
                  </a:moveTo>
                  <a:cubicBezTo>
                    <a:pt x="114" y="389"/>
                    <a:pt x="113" y="389"/>
                    <a:pt x="113" y="390"/>
                  </a:cubicBezTo>
                  <a:cubicBezTo>
                    <a:pt x="112" y="390"/>
                    <a:pt x="113" y="388"/>
                    <a:pt x="114" y="388"/>
                  </a:cubicBezTo>
                  <a:close/>
                  <a:moveTo>
                    <a:pt x="111" y="394"/>
                  </a:moveTo>
                  <a:cubicBezTo>
                    <a:pt x="110" y="393"/>
                    <a:pt x="112" y="392"/>
                    <a:pt x="112" y="391"/>
                  </a:cubicBezTo>
                  <a:cubicBezTo>
                    <a:pt x="113" y="392"/>
                    <a:pt x="111" y="393"/>
                    <a:pt x="111" y="394"/>
                  </a:cubicBezTo>
                  <a:close/>
                  <a:moveTo>
                    <a:pt x="112" y="243"/>
                  </a:moveTo>
                  <a:cubicBezTo>
                    <a:pt x="111" y="245"/>
                    <a:pt x="111" y="241"/>
                    <a:pt x="112" y="242"/>
                  </a:cubicBezTo>
                  <a:cubicBezTo>
                    <a:pt x="113" y="242"/>
                    <a:pt x="112" y="243"/>
                    <a:pt x="112" y="243"/>
                  </a:cubicBezTo>
                  <a:close/>
                  <a:moveTo>
                    <a:pt x="115" y="433"/>
                  </a:moveTo>
                  <a:cubicBezTo>
                    <a:pt x="111" y="434"/>
                    <a:pt x="116" y="429"/>
                    <a:pt x="116" y="432"/>
                  </a:cubicBezTo>
                  <a:cubicBezTo>
                    <a:pt x="116" y="432"/>
                    <a:pt x="115" y="433"/>
                    <a:pt x="115" y="433"/>
                  </a:cubicBezTo>
                  <a:close/>
                  <a:moveTo>
                    <a:pt x="116" y="435"/>
                  </a:moveTo>
                  <a:cubicBezTo>
                    <a:pt x="115" y="436"/>
                    <a:pt x="117" y="434"/>
                    <a:pt x="116" y="435"/>
                  </a:cubicBezTo>
                  <a:close/>
                  <a:moveTo>
                    <a:pt x="113" y="417"/>
                  </a:moveTo>
                  <a:cubicBezTo>
                    <a:pt x="115" y="413"/>
                    <a:pt x="118" y="409"/>
                    <a:pt x="121" y="406"/>
                  </a:cubicBezTo>
                  <a:cubicBezTo>
                    <a:pt x="119" y="410"/>
                    <a:pt x="117" y="414"/>
                    <a:pt x="113" y="417"/>
                  </a:cubicBezTo>
                  <a:close/>
                  <a:moveTo>
                    <a:pt x="121" y="276"/>
                  </a:moveTo>
                  <a:cubicBezTo>
                    <a:pt x="121" y="276"/>
                    <a:pt x="121" y="277"/>
                    <a:pt x="121" y="277"/>
                  </a:cubicBezTo>
                  <a:cubicBezTo>
                    <a:pt x="120" y="276"/>
                    <a:pt x="122" y="275"/>
                    <a:pt x="121" y="276"/>
                  </a:cubicBezTo>
                  <a:close/>
                  <a:moveTo>
                    <a:pt x="122" y="193"/>
                  </a:moveTo>
                  <a:cubicBezTo>
                    <a:pt x="123" y="193"/>
                    <a:pt x="123" y="195"/>
                    <a:pt x="122" y="195"/>
                  </a:cubicBezTo>
                  <a:cubicBezTo>
                    <a:pt x="121" y="197"/>
                    <a:pt x="121" y="192"/>
                    <a:pt x="122" y="193"/>
                  </a:cubicBezTo>
                  <a:close/>
                  <a:moveTo>
                    <a:pt x="122" y="472"/>
                  </a:moveTo>
                  <a:cubicBezTo>
                    <a:pt x="122" y="473"/>
                    <a:pt x="121" y="474"/>
                    <a:pt x="120" y="475"/>
                  </a:cubicBezTo>
                  <a:cubicBezTo>
                    <a:pt x="120" y="474"/>
                    <a:pt x="121" y="472"/>
                    <a:pt x="122" y="472"/>
                  </a:cubicBezTo>
                  <a:close/>
                  <a:moveTo>
                    <a:pt x="120" y="461"/>
                  </a:moveTo>
                  <a:cubicBezTo>
                    <a:pt x="121" y="463"/>
                    <a:pt x="118" y="467"/>
                    <a:pt x="116" y="466"/>
                  </a:cubicBezTo>
                  <a:cubicBezTo>
                    <a:pt x="115" y="464"/>
                    <a:pt x="119" y="462"/>
                    <a:pt x="120" y="461"/>
                  </a:cubicBezTo>
                  <a:close/>
                  <a:moveTo>
                    <a:pt x="111" y="479"/>
                  </a:moveTo>
                  <a:cubicBezTo>
                    <a:pt x="110" y="481"/>
                    <a:pt x="109" y="480"/>
                    <a:pt x="111" y="479"/>
                  </a:cubicBezTo>
                  <a:close/>
                  <a:moveTo>
                    <a:pt x="110" y="496"/>
                  </a:moveTo>
                  <a:cubicBezTo>
                    <a:pt x="111" y="495"/>
                    <a:pt x="109" y="497"/>
                    <a:pt x="110" y="496"/>
                  </a:cubicBezTo>
                  <a:close/>
                  <a:moveTo>
                    <a:pt x="107" y="477"/>
                  </a:moveTo>
                  <a:cubicBezTo>
                    <a:pt x="107" y="476"/>
                    <a:pt x="106" y="478"/>
                    <a:pt x="107" y="477"/>
                  </a:cubicBezTo>
                  <a:close/>
                  <a:moveTo>
                    <a:pt x="109" y="509"/>
                  </a:moveTo>
                  <a:cubicBezTo>
                    <a:pt x="108" y="510"/>
                    <a:pt x="107" y="509"/>
                    <a:pt x="106" y="508"/>
                  </a:cubicBezTo>
                  <a:cubicBezTo>
                    <a:pt x="104" y="505"/>
                    <a:pt x="110" y="501"/>
                    <a:pt x="111" y="503"/>
                  </a:cubicBezTo>
                  <a:cubicBezTo>
                    <a:pt x="114" y="504"/>
                    <a:pt x="111" y="509"/>
                    <a:pt x="109" y="509"/>
                  </a:cubicBezTo>
                  <a:close/>
                  <a:moveTo>
                    <a:pt x="115" y="501"/>
                  </a:moveTo>
                  <a:cubicBezTo>
                    <a:pt x="115" y="499"/>
                    <a:pt x="117" y="501"/>
                    <a:pt x="115" y="501"/>
                  </a:cubicBezTo>
                  <a:close/>
                  <a:moveTo>
                    <a:pt x="115" y="498"/>
                  </a:moveTo>
                  <a:cubicBezTo>
                    <a:pt x="115" y="498"/>
                    <a:pt x="115" y="498"/>
                    <a:pt x="115" y="498"/>
                  </a:cubicBezTo>
                  <a:cubicBezTo>
                    <a:pt x="115" y="499"/>
                    <a:pt x="115" y="499"/>
                    <a:pt x="115" y="499"/>
                  </a:cubicBezTo>
                  <a:cubicBezTo>
                    <a:pt x="114" y="500"/>
                    <a:pt x="114" y="500"/>
                    <a:pt x="114" y="501"/>
                  </a:cubicBezTo>
                  <a:cubicBezTo>
                    <a:pt x="114" y="501"/>
                    <a:pt x="114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1"/>
                    <a:pt x="113" y="501"/>
                  </a:cubicBezTo>
                  <a:cubicBezTo>
                    <a:pt x="114" y="499"/>
                    <a:pt x="115" y="496"/>
                    <a:pt x="116" y="494"/>
                  </a:cubicBezTo>
                  <a:cubicBezTo>
                    <a:pt x="116" y="495"/>
                    <a:pt x="116" y="497"/>
                    <a:pt x="115" y="498"/>
                  </a:cubicBezTo>
                  <a:close/>
                  <a:moveTo>
                    <a:pt x="115" y="482"/>
                  </a:moveTo>
                  <a:cubicBezTo>
                    <a:pt x="116" y="481"/>
                    <a:pt x="118" y="481"/>
                    <a:pt x="120" y="480"/>
                  </a:cubicBezTo>
                  <a:cubicBezTo>
                    <a:pt x="119" y="482"/>
                    <a:pt x="117" y="482"/>
                    <a:pt x="115" y="482"/>
                  </a:cubicBezTo>
                  <a:close/>
                  <a:moveTo>
                    <a:pt x="121" y="500"/>
                  </a:moveTo>
                  <a:cubicBezTo>
                    <a:pt x="122" y="501"/>
                    <a:pt x="121" y="503"/>
                    <a:pt x="119" y="503"/>
                  </a:cubicBezTo>
                  <a:cubicBezTo>
                    <a:pt x="117" y="502"/>
                    <a:pt x="119" y="499"/>
                    <a:pt x="121" y="500"/>
                  </a:cubicBezTo>
                  <a:cubicBezTo>
                    <a:pt x="119" y="498"/>
                    <a:pt x="121" y="493"/>
                    <a:pt x="124" y="494"/>
                  </a:cubicBezTo>
                  <a:cubicBezTo>
                    <a:pt x="128" y="495"/>
                    <a:pt x="124" y="503"/>
                    <a:pt x="121" y="500"/>
                  </a:cubicBezTo>
                  <a:close/>
                  <a:moveTo>
                    <a:pt x="123" y="425"/>
                  </a:moveTo>
                  <a:cubicBezTo>
                    <a:pt x="123" y="425"/>
                    <a:pt x="123" y="424"/>
                    <a:pt x="124" y="424"/>
                  </a:cubicBezTo>
                  <a:cubicBezTo>
                    <a:pt x="124" y="424"/>
                    <a:pt x="123" y="425"/>
                    <a:pt x="123" y="425"/>
                  </a:cubicBezTo>
                  <a:close/>
                  <a:moveTo>
                    <a:pt x="123" y="474"/>
                  </a:moveTo>
                  <a:cubicBezTo>
                    <a:pt x="123" y="472"/>
                    <a:pt x="125" y="474"/>
                    <a:pt x="123" y="474"/>
                  </a:cubicBezTo>
                  <a:close/>
                  <a:moveTo>
                    <a:pt x="123" y="471"/>
                  </a:moveTo>
                  <a:cubicBezTo>
                    <a:pt x="125" y="469"/>
                    <a:pt x="122" y="472"/>
                    <a:pt x="123" y="471"/>
                  </a:cubicBezTo>
                  <a:close/>
                  <a:moveTo>
                    <a:pt x="126" y="472"/>
                  </a:moveTo>
                  <a:cubicBezTo>
                    <a:pt x="126" y="472"/>
                    <a:pt x="126" y="472"/>
                    <a:pt x="126" y="472"/>
                  </a:cubicBezTo>
                  <a:cubicBezTo>
                    <a:pt x="125" y="472"/>
                    <a:pt x="125" y="473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lose/>
                  <a:moveTo>
                    <a:pt x="127" y="431"/>
                  </a:moveTo>
                  <a:cubicBezTo>
                    <a:pt x="127" y="431"/>
                    <a:pt x="128" y="431"/>
                    <a:pt x="127" y="432"/>
                  </a:cubicBezTo>
                  <a:cubicBezTo>
                    <a:pt x="127" y="433"/>
                    <a:pt x="126" y="431"/>
                    <a:pt x="127" y="431"/>
                  </a:cubicBezTo>
                  <a:close/>
                  <a:moveTo>
                    <a:pt x="127" y="501"/>
                  </a:moveTo>
                  <a:cubicBezTo>
                    <a:pt x="127" y="500"/>
                    <a:pt x="127" y="500"/>
                    <a:pt x="127" y="500"/>
                  </a:cubicBezTo>
                  <a:cubicBezTo>
                    <a:pt x="127" y="498"/>
                    <a:pt x="129" y="501"/>
                    <a:pt x="127" y="501"/>
                  </a:cubicBezTo>
                  <a:close/>
                  <a:moveTo>
                    <a:pt x="128" y="501"/>
                  </a:moveTo>
                  <a:cubicBezTo>
                    <a:pt x="127" y="502"/>
                    <a:pt x="128" y="499"/>
                    <a:pt x="129" y="500"/>
                  </a:cubicBezTo>
                  <a:cubicBezTo>
                    <a:pt x="130" y="501"/>
                    <a:pt x="129" y="501"/>
                    <a:pt x="128" y="501"/>
                  </a:cubicBezTo>
                  <a:close/>
                  <a:moveTo>
                    <a:pt x="128" y="456"/>
                  </a:moveTo>
                  <a:cubicBezTo>
                    <a:pt x="129" y="455"/>
                    <a:pt x="127" y="457"/>
                    <a:pt x="128" y="456"/>
                  </a:cubicBezTo>
                  <a:close/>
                  <a:moveTo>
                    <a:pt x="125" y="401"/>
                  </a:moveTo>
                  <a:cubicBezTo>
                    <a:pt x="125" y="401"/>
                    <a:pt x="122" y="406"/>
                    <a:pt x="123" y="403"/>
                  </a:cubicBezTo>
                  <a:cubicBezTo>
                    <a:pt x="123" y="401"/>
                    <a:pt x="128" y="398"/>
                    <a:pt x="130" y="396"/>
                  </a:cubicBezTo>
                  <a:cubicBezTo>
                    <a:pt x="129" y="398"/>
                    <a:pt x="127" y="399"/>
                    <a:pt x="125" y="401"/>
                  </a:cubicBezTo>
                  <a:close/>
                  <a:moveTo>
                    <a:pt x="131" y="424"/>
                  </a:moveTo>
                  <a:cubicBezTo>
                    <a:pt x="131" y="424"/>
                    <a:pt x="131" y="425"/>
                    <a:pt x="130" y="426"/>
                  </a:cubicBezTo>
                  <a:cubicBezTo>
                    <a:pt x="130" y="426"/>
                    <a:pt x="130" y="424"/>
                    <a:pt x="131" y="424"/>
                  </a:cubicBezTo>
                  <a:close/>
                  <a:moveTo>
                    <a:pt x="131" y="503"/>
                  </a:moveTo>
                  <a:cubicBezTo>
                    <a:pt x="129" y="502"/>
                    <a:pt x="134" y="500"/>
                    <a:pt x="132" y="503"/>
                  </a:cubicBezTo>
                  <a:cubicBezTo>
                    <a:pt x="132" y="503"/>
                    <a:pt x="131" y="504"/>
                    <a:pt x="131" y="503"/>
                  </a:cubicBezTo>
                  <a:close/>
                  <a:moveTo>
                    <a:pt x="132" y="505"/>
                  </a:moveTo>
                  <a:cubicBezTo>
                    <a:pt x="132" y="506"/>
                    <a:pt x="133" y="504"/>
                    <a:pt x="132" y="505"/>
                  </a:cubicBezTo>
                  <a:close/>
                  <a:moveTo>
                    <a:pt x="132" y="478"/>
                  </a:moveTo>
                  <a:cubicBezTo>
                    <a:pt x="130" y="480"/>
                    <a:pt x="130" y="474"/>
                    <a:pt x="132" y="475"/>
                  </a:cubicBezTo>
                  <a:cubicBezTo>
                    <a:pt x="134" y="476"/>
                    <a:pt x="133" y="478"/>
                    <a:pt x="132" y="478"/>
                  </a:cubicBezTo>
                  <a:close/>
                  <a:moveTo>
                    <a:pt x="138" y="496"/>
                  </a:moveTo>
                  <a:cubicBezTo>
                    <a:pt x="136" y="498"/>
                    <a:pt x="135" y="493"/>
                    <a:pt x="137" y="494"/>
                  </a:cubicBezTo>
                  <a:cubicBezTo>
                    <a:pt x="138" y="494"/>
                    <a:pt x="138" y="496"/>
                    <a:pt x="138" y="496"/>
                  </a:cubicBezTo>
                  <a:close/>
                  <a:moveTo>
                    <a:pt x="140" y="501"/>
                  </a:moveTo>
                  <a:cubicBezTo>
                    <a:pt x="141" y="500"/>
                    <a:pt x="141" y="502"/>
                    <a:pt x="140" y="501"/>
                  </a:cubicBezTo>
                  <a:close/>
                  <a:moveTo>
                    <a:pt x="139" y="469"/>
                  </a:moveTo>
                  <a:cubicBezTo>
                    <a:pt x="138" y="471"/>
                    <a:pt x="136" y="474"/>
                    <a:pt x="135" y="475"/>
                  </a:cubicBezTo>
                  <a:cubicBezTo>
                    <a:pt x="130" y="476"/>
                    <a:pt x="139" y="468"/>
                    <a:pt x="141" y="467"/>
                  </a:cubicBezTo>
                  <a:cubicBezTo>
                    <a:pt x="138" y="469"/>
                    <a:pt x="141" y="465"/>
                    <a:pt x="142" y="466"/>
                  </a:cubicBezTo>
                  <a:cubicBezTo>
                    <a:pt x="143" y="467"/>
                    <a:pt x="140" y="469"/>
                    <a:pt x="139" y="469"/>
                  </a:cubicBezTo>
                  <a:close/>
                  <a:moveTo>
                    <a:pt x="143" y="510"/>
                  </a:moveTo>
                  <a:cubicBezTo>
                    <a:pt x="142" y="510"/>
                    <a:pt x="142" y="511"/>
                    <a:pt x="142" y="511"/>
                  </a:cubicBezTo>
                  <a:cubicBezTo>
                    <a:pt x="143" y="510"/>
                    <a:pt x="143" y="509"/>
                    <a:pt x="143" y="510"/>
                  </a:cubicBezTo>
                  <a:close/>
                  <a:moveTo>
                    <a:pt x="143" y="484"/>
                  </a:moveTo>
                  <a:cubicBezTo>
                    <a:pt x="143" y="484"/>
                    <a:pt x="144" y="483"/>
                    <a:pt x="144" y="483"/>
                  </a:cubicBezTo>
                  <a:cubicBezTo>
                    <a:pt x="144" y="483"/>
                    <a:pt x="144" y="484"/>
                    <a:pt x="143" y="484"/>
                  </a:cubicBezTo>
                  <a:close/>
                  <a:moveTo>
                    <a:pt x="144" y="494"/>
                  </a:moveTo>
                  <a:cubicBezTo>
                    <a:pt x="144" y="493"/>
                    <a:pt x="147" y="493"/>
                    <a:pt x="147" y="494"/>
                  </a:cubicBezTo>
                  <a:cubicBezTo>
                    <a:pt x="147" y="495"/>
                    <a:pt x="144" y="497"/>
                    <a:pt x="144" y="494"/>
                  </a:cubicBezTo>
                  <a:close/>
                  <a:moveTo>
                    <a:pt x="145" y="517"/>
                  </a:moveTo>
                  <a:cubicBezTo>
                    <a:pt x="144" y="515"/>
                    <a:pt x="148" y="516"/>
                    <a:pt x="148" y="517"/>
                  </a:cubicBezTo>
                  <a:cubicBezTo>
                    <a:pt x="147" y="518"/>
                    <a:pt x="145" y="519"/>
                    <a:pt x="145" y="517"/>
                  </a:cubicBezTo>
                  <a:close/>
                  <a:moveTo>
                    <a:pt x="142" y="481"/>
                  </a:moveTo>
                  <a:cubicBezTo>
                    <a:pt x="144" y="479"/>
                    <a:pt x="146" y="477"/>
                    <a:pt x="149" y="476"/>
                  </a:cubicBezTo>
                  <a:cubicBezTo>
                    <a:pt x="147" y="478"/>
                    <a:pt x="145" y="480"/>
                    <a:pt x="142" y="481"/>
                  </a:cubicBezTo>
                  <a:close/>
                  <a:moveTo>
                    <a:pt x="149" y="515"/>
                  </a:moveTo>
                  <a:cubicBezTo>
                    <a:pt x="149" y="515"/>
                    <a:pt x="147" y="515"/>
                    <a:pt x="148" y="514"/>
                  </a:cubicBezTo>
                  <a:cubicBezTo>
                    <a:pt x="148" y="514"/>
                    <a:pt x="150" y="515"/>
                    <a:pt x="149" y="515"/>
                  </a:cubicBezTo>
                  <a:close/>
                  <a:moveTo>
                    <a:pt x="150" y="472"/>
                  </a:moveTo>
                  <a:cubicBezTo>
                    <a:pt x="149" y="472"/>
                    <a:pt x="150" y="470"/>
                    <a:pt x="150" y="470"/>
                  </a:cubicBezTo>
                  <a:cubicBezTo>
                    <a:pt x="151" y="471"/>
                    <a:pt x="149" y="472"/>
                    <a:pt x="150" y="472"/>
                  </a:cubicBezTo>
                  <a:close/>
                  <a:moveTo>
                    <a:pt x="150" y="468"/>
                  </a:moveTo>
                  <a:cubicBezTo>
                    <a:pt x="150" y="468"/>
                    <a:pt x="150" y="468"/>
                    <a:pt x="151" y="468"/>
                  </a:cubicBezTo>
                  <a:cubicBezTo>
                    <a:pt x="151" y="468"/>
                    <a:pt x="151" y="467"/>
                    <a:pt x="151" y="467"/>
                  </a:cubicBezTo>
                  <a:cubicBezTo>
                    <a:pt x="151" y="467"/>
                    <a:pt x="151" y="467"/>
                    <a:pt x="151" y="467"/>
                  </a:cubicBezTo>
                  <a:cubicBezTo>
                    <a:pt x="151" y="468"/>
                    <a:pt x="151" y="468"/>
                    <a:pt x="151" y="468"/>
                  </a:cubicBezTo>
                  <a:cubicBezTo>
                    <a:pt x="150" y="468"/>
                    <a:pt x="150" y="468"/>
                    <a:pt x="150" y="468"/>
                  </a:cubicBezTo>
                  <a:close/>
                  <a:moveTo>
                    <a:pt x="152" y="551"/>
                  </a:moveTo>
                  <a:cubicBezTo>
                    <a:pt x="151" y="551"/>
                    <a:pt x="151" y="551"/>
                    <a:pt x="151" y="551"/>
                  </a:cubicBezTo>
                  <a:cubicBezTo>
                    <a:pt x="150" y="550"/>
                    <a:pt x="153" y="549"/>
                    <a:pt x="152" y="551"/>
                  </a:cubicBezTo>
                  <a:close/>
                  <a:moveTo>
                    <a:pt x="152" y="540"/>
                  </a:moveTo>
                  <a:cubicBezTo>
                    <a:pt x="150" y="541"/>
                    <a:pt x="150" y="536"/>
                    <a:pt x="153" y="537"/>
                  </a:cubicBezTo>
                  <a:cubicBezTo>
                    <a:pt x="154" y="537"/>
                    <a:pt x="153" y="539"/>
                    <a:pt x="152" y="540"/>
                  </a:cubicBezTo>
                  <a:close/>
                  <a:moveTo>
                    <a:pt x="154" y="484"/>
                  </a:moveTo>
                  <a:cubicBezTo>
                    <a:pt x="153" y="483"/>
                    <a:pt x="155" y="483"/>
                    <a:pt x="155" y="484"/>
                  </a:cubicBezTo>
                  <a:cubicBezTo>
                    <a:pt x="155" y="484"/>
                    <a:pt x="154" y="485"/>
                    <a:pt x="154" y="484"/>
                  </a:cubicBezTo>
                  <a:close/>
                  <a:moveTo>
                    <a:pt x="158" y="546"/>
                  </a:moveTo>
                  <a:cubicBezTo>
                    <a:pt x="158" y="546"/>
                    <a:pt x="158" y="547"/>
                    <a:pt x="158" y="547"/>
                  </a:cubicBezTo>
                  <a:cubicBezTo>
                    <a:pt x="158" y="547"/>
                    <a:pt x="158" y="547"/>
                    <a:pt x="158" y="547"/>
                  </a:cubicBezTo>
                  <a:cubicBezTo>
                    <a:pt x="157" y="547"/>
                    <a:pt x="155" y="548"/>
                    <a:pt x="154" y="548"/>
                  </a:cubicBezTo>
                  <a:cubicBezTo>
                    <a:pt x="155" y="546"/>
                    <a:pt x="158" y="546"/>
                    <a:pt x="160" y="545"/>
                  </a:cubicBezTo>
                  <a:cubicBezTo>
                    <a:pt x="160" y="545"/>
                    <a:pt x="159" y="546"/>
                    <a:pt x="158" y="546"/>
                  </a:cubicBezTo>
                  <a:close/>
                  <a:moveTo>
                    <a:pt x="155" y="544"/>
                  </a:moveTo>
                  <a:cubicBezTo>
                    <a:pt x="155" y="544"/>
                    <a:pt x="156" y="543"/>
                    <a:pt x="156" y="544"/>
                  </a:cubicBezTo>
                  <a:cubicBezTo>
                    <a:pt x="156" y="544"/>
                    <a:pt x="155" y="546"/>
                    <a:pt x="155" y="544"/>
                  </a:cubicBezTo>
                  <a:close/>
                  <a:moveTo>
                    <a:pt x="160" y="521"/>
                  </a:moveTo>
                  <a:cubicBezTo>
                    <a:pt x="151" y="525"/>
                    <a:pt x="154" y="511"/>
                    <a:pt x="161" y="512"/>
                  </a:cubicBezTo>
                  <a:cubicBezTo>
                    <a:pt x="165" y="513"/>
                    <a:pt x="162" y="520"/>
                    <a:pt x="160" y="521"/>
                  </a:cubicBezTo>
                  <a:close/>
                  <a:moveTo>
                    <a:pt x="162" y="544"/>
                  </a:moveTo>
                  <a:cubicBezTo>
                    <a:pt x="162" y="545"/>
                    <a:pt x="161" y="545"/>
                    <a:pt x="161" y="545"/>
                  </a:cubicBezTo>
                  <a:cubicBezTo>
                    <a:pt x="160" y="544"/>
                    <a:pt x="165" y="543"/>
                    <a:pt x="162" y="544"/>
                  </a:cubicBezTo>
                  <a:close/>
                  <a:moveTo>
                    <a:pt x="168" y="525"/>
                  </a:moveTo>
                  <a:cubicBezTo>
                    <a:pt x="168" y="525"/>
                    <a:pt x="169" y="525"/>
                    <a:pt x="169" y="525"/>
                  </a:cubicBezTo>
                  <a:cubicBezTo>
                    <a:pt x="169" y="526"/>
                    <a:pt x="168" y="526"/>
                    <a:pt x="168" y="525"/>
                  </a:cubicBezTo>
                  <a:close/>
                  <a:moveTo>
                    <a:pt x="170" y="537"/>
                  </a:moveTo>
                  <a:cubicBezTo>
                    <a:pt x="168" y="538"/>
                    <a:pt x="168" y="535"/>
                    <a:pt x="170" y="535"/>
                  </a:cubicBezTo>
                  <a:cubicBezTo>
                    <a:pt x="171" y="536"/>
                    <a:pt x="170" y="536"/>
                    <a:pt x="170" y="537"/>
                  </a:cubicBezTo>
                  <a:close/>
                  <a:moveTo>
                    <a:pt x="172" y="521"/>
                  </a:moveTo>
                  <a:cubicBezTo>
                    <a:pt x="170" y="522"/>
                    <a:pt x="165" y="524"/>
                    <a:pt x="161" y="525"/>
                  </a:cubicBezTo>
                  <a:cubicBezTo>
                    <a:pt x="164" y="523"/>
                    <a:pt x="170" y="520"/>
                    <a:pt x="173" y="519"/>
                  </a:cubicBezTo>
                  <a:cubicBezTo>
                    <a:pt x="172" y="519"/>
                    <a:pt x="175" y="519"/>
                    <a:pt x="175" y="519"/>
                  </a:cubicBezTo>
                  <a:cubicBezTo>
                    <a:pt x="175" y="520"/>
                    <a:pt x="173" y="520"/>
                    <a:pt x="172" y="521"/>
                  </a:cubicBezTo>
                  <a:close/>
                  <a:moveTo>
                    <a:pt x="176" y="546"/>
                  </a:moveTo>
                  <a:cubicBezTo>
                    <a:pt x="175" y="547"/>
                    <a:pt x="175" y="547"/>
                    <a:pt x="175" y="546"/>
                  </a:cubicBezTo>
                  <a:cubicBezTo>
                    <a:pt x="174" y="545"/>
                    <a:pt x="177" y="545"/>
                    <a:pt x="176" y="546"/>
                  </a:cubicBezTo>
                  <a:close/>
                  <a:moveTo>
                    <a:pt x="174" y="497"/>
                  </a:moveTo>
                  <a:cubicBezTo>
                    <a:pt x="174" y="496"/>
                    <a:pt x="176" y="497"/>
                    <a:pt x="176" y="497"/>
                  </a:cubicBezTo>
                  <a:cubicBezTo>
                    <a:pt x="176" y="498"/>
                    <a:pt x="174" y="499"/>
                    <a:pt x="174" y="497"/>
                  </a:cubicBezTo>
                  <a:close/>
                  <a:moveTo>
                    <a:pt x="176" y="431"/>
                  </a:moveTo>
                  <a:cubicBezTo>
                    <a:pt x="176" y="431"/>
                    <a:pt x="176" y="431"/>
                    <a:pt x="176" y="431"/>
                  </a:cubicBezTo>
                  <a:cubicBezTo>
                    <a:pt x="175" y="433"/>
                    <a:pt x="176" y="429"/>
                    <a:pt x="176" y="431"/>
                  </a:cubicBezTo>
                  <a:close/>
                  <a:moveTo>
                    <a:pt x="176" y="487"/>
                  </a:moveTo>
                  <a:cubicBezTo>
                    <a:pt x="176" y="485"/>
                    <a:pt x="181" y="484"/>
                    <a:pt x="181" y="486"/>
                  </a:cubicBezTo>
                  <a:cubicBezTo>
                    <a:pt x="182" y="489"/>
                    <a:pt x="176" y="491"/>
                    <a:pt x="176" y="487"/>
                  </a:cubicBezTo>
                  <a:close/>
                  <a:moveTo>
                    <a:pt x="180" y="543"/>
                  </a:moveTo>
                  <a:cubicBezTo>
                    <a:pt x="180" y="543"/>
                    <a:pt x="181" y="542"/>
                    <a:pt x="182" y="543"/>
                  </a:cubicBezTo>
                  <a:cubicBezTo>
                    <a:pt x="182" y="544"/>
                    <a:pt x="180" y="544"/>
                    <a:pt x="180" y="543"/>
                  </a:cubicBezTo>
                  <a:close/>
                  <a:moveTo>
                    <a:pt x="182" y="538"/>
                  </a:moveTo>
                  <a:cubicBezTo>
                    <a:pt x="181" y="539"/>
                    <a:pt x="182" y="536"/>
                    <a:pt x="183" y="537"/>
                  </a:cubicBezTo>
                  <a:cubicBezTo>
                    <a:pt x="183" y="537"/>
                    <a:pt x="183" y="538"/>
                    <a:pt x="182" y="538"/>
                  </a:cubicBezTo>
                  <a:close/>
                  <a:moveTo>
                    <a:pt x="183" y="485"/>
                  </a:moveTo>
                  <a:cubicBezTo>
                    <a:pt x="183" y="484"/>
                    <a:pt x="181" y="483"/>
                    <a:pt x="181" y="482"/>
                  </a:cubicBezTo>
                  <a:cubicBezTo>
                    <a:pt x="182" y="480"/>
                    <a:pt x="183" y="482"/>
                    <a:pt x="184" y="481"/>
                  </a:cubicBezTo>
                  <a:cubicBezTo>
                    <a:pt x="186" y="479"/>
                    <a:pt x="186" y="475"/>
                    <a:pt x="189" y="472"/>
                  </a:cubicBezTo>
                  <a:cubicBezTo>
                    <a:pt x="188" y="476"/>
                    <a:pt x="185" y="481"/>
                    <a:pt x="183" y="485"/>
                  </a:cubicBezTo>
                  <a:close/>
                  <a:moveTo>
                    <a:pt x="186" y="544"/>
                  </a:moveTo>
                  <a:cubicBezTo>
                    <a:pt x="184" y="546"/>
                    <a:pt x="184" y="543"/>
                    <a:pt x="186" y="544"/>
                  </a:cubicBezTo>
                  <a:close/>
                  <a:moveTo>
                    <a:pt x="185" y="507"/>
                  </a:moveTo>
                  <a:cubicBezTo>
                    <a:pt x="183" y="504"/>
                    <a:pt x="190" y="504"/>
                    <a:pt x="187" y="507"/>
                  </a:cubicBezTo>
                  <a:cubicBezTo>
                    <a:pt x="187" y="507"/>
                    <a:pt x="186" y="507"/>
                    <a:pt x="185" y="507"/>
                  </a:cubicBezTo>
                  <a:close/>
                  <a:moveTo>
                    <a:pt x="189" y="542"/>
                  </a:moveTo>
                  <a:cubicBezTo>
                    <a:pt x="189" y="542"/>
                    <a:pt x="190" y="541"/>
                    <a:pt x="190" y="541"/>
                  </a:cubicBezTo>
                  <a:cubicBezTo>
                    <a:pt x="191" y="541"/>
                    <a:pt x="190" y="541"/>
                    <a:pt x="189" y="542"/>
                  </a:cubicBezTo>
                  <a:close/>
                  <a:moveTo>
                    <a:pt x="193" y="537"/>
                  </a:moveTo>
                  <a:cubicBezTo>
                    <a:pt x="193" y="537"/>
                    <a:pt x="193" y="538"/>
                    <a:pt x="193" y="538"/>
                  </a:cubicBezTo>
                  <a:cubicBezTo>
                    <a:pt x="191" y="539"/>
                    <a:pt x="193" y="535"/>
                    <a:pt x="193" y="537"/>
                  </a:cubicBezTo>
                  <a:close/>
                  <a:moveTo>
                    <a:pt x="188" y="542"/>
                  </a:moveTo>
                  <a:cubicBezTo>
                    <a:pt x="188" y="540"/>
                    <a:pt x="191" y="536"/>
                    <a:pt x="193" y="535"/>
                  </a:cubicBezTo>
                  <a:cubicBezTo>
                    <a:pt x="191" y="537"/>
                    <a:pt x="190" y="540"/>
                    <a:pt x="188" y="542"/>
                  </a:cubicBezTo>
                  <a:close/>
                  <a:moveTo>
                    <a:pt x="190" y="499"/>
                  </a:moveTo>
                  <a:cubicBezTo>
                    <a:pt x="191" y="498"/>
                    <a:pt x="192" y="497"/>
                    <a:pt x="194" y="497"/>
                  </a:cubicBezTo>
                  <a:cubicBezTo>
                    <a:pt x="193" y="498"/>
                    <a:pt x="192" y="499"/>
                    <a:pt x="190" y="499"/>
                  </a:cubicBezTo>
                  <a:close/>
                  <a:moveTo>
                    <a:pt x="194" y="533"/>
                  </a:moveTo>
                  <a:cubicBezTo>
                    <a:pt x="193" y="533"/>
                    <a:pt x="195" y="531"/>
                    <a:pt x="195" y="531"/>
                  </a:cubicBezTo>
                  <a:cubicBezTo>
                    <a:pt x="196" y="531"/>
                    <a:pt x="194" y="533"/>
                    <a:pt x="194" y="533"/>
                  </a:cubicBezTo>
                  <a:close/>
                  <a:moveTo>
                    <a:pt x="194" y="497"/>
                  </a:moveTo>
                  <a:cubicBezTo>
                    <a:pt x="194" y="497"/>
                    <a:pt x="194" y="497"/>
                    <a:pt x="194" y="497"/>
                  </a:cubicBezTo>
                  <a:close/>
                  <a:moveTo>
                    <a:pt x="195" y="497"/>
                  </a:move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7"/>
                  </a:cubicBezTo>
                  <a:close/>
                  <a:moveTo>
                    <a:pt x="189" y="398"/>
                  </a:moveTo>
                  <a:cubicBezTo>
                    <a:pt x="192" y="394"/>
                    <a:pt x="196" y="392"/>
                    <a:pt x="201" y="389"/>
                  </a:cubicBezTo>
                  <a:cubicBezTo>
                    <a:pt x="198" y="392"/>
                    <a:pt x="192" y="395"/>
                    <a:pt x="189" y="398"/>
                  </a:cubicBezTo>
                  <a:close/>
                  <a:moveTo>
                    <a:pt x="196" y="530"/>
                  </a:moveTo>
                  <a:cubicBezTo>
                    <a:pt x="196" y="531"/>
                    <a:pt x="195" y="529"/>
                    <a:pt x="196" y="530"/>
                  </a:cubicBezTo>
                  <a:close/>
                  <a:moveTo>
                    <a:pt x="198" y="514"/>
                  </a:moveTo>
                  <a:cubicBezTo>
                    <a:pt x="198" y="514"/>
                    <a:pt x="198" y="515"/>
                    <a:pt x="197" y="515"/>
                  </a:cubicBezTo>
                  <a:cubicBezTo>
                    <a:pt x="196" y="516"/>
                    <a:pt x="197" y="513"/>
                    <a:pt x="198" y="514"/>
                  </a:cubicBezTo>
                  <a:close/>
                  <a:moveTo>
                    <a:pt x="198" y="558"/>
                  </a:moveTo>
                  <a:cubicBezTo>
                    <a:pt x="198" y="556"/>
                    <a:pt x="204" y="555"/>
                    <a:pt x="204" y="558"/>
                  </a:cubicBezTo>
                  <a:cubicBezTo>
                    <a:pt x="205" y="561"/>
                    <a:pt x="197" y="562"/>
                    <a:pt x="198" y="558"/>
                  </a:cubicBezTo>
                  <a:close/>
                  <a:moveTo>
                    <a:pt x="204" y="554"/>
                  </a:moveTo>
                  <a:cubicBezTo>
                    <a:pt x="205" y="554"/>
                    <a:pt x="206" y="553"/>
                    <a:pt x="207" y="553"/>
                  </a:cubicBezTo>
                  <a:cubicBezTo>
                    <a:pt x="207" y="554"/>
                    <a:pt x="204" y="555"/>
                    <a:pt x="204" y="554"/>
                  </a:cubicBezTo>
                  <a:close/>
                  <a:moveTo>
                    <a:pt x="203" y="542"/>
                  </a:moveTo>
                  <a:cubicBezTo>
                    <a:pt x="200" y="539"/>
                    <a:pt x="203" y="534"/>
                    <a:pt x="205" y="533"/>
                  </a:cubicBezTo>
                  <a:cubicBezTo>
                    <a:pt x="207" y="532"/>
                    <a:pt x="210" y="533"/>
                    <a:pt x="211" y="532"/>
                  </a:cubicBezTo>
                  <a:cubicBezTo>
                    <a:pt x="215" y="532"/>
                    <a:pt x="213" y="532"/>
                    <a:pt x="215" y="534"/>
                  </a:cubicBezTo>
                  <a:cubicBezTo>
                    <a:pt x="217" y="537"/>
                    <a:pt x="216" y="541"/>
                    <a:pt x="213" y="540"/>
                  </a:cubicBezTo>
                  <a:cubicBezTo>
                    <a:pt x="214" y="535"/>
                    <a:pt x="211" y="542"/>
                    <a:pt x="210" y="543"/>
                  </a:cubicBezTo>
                  <a:cubicBezTo>
                    <a:pt x="209" y="543"/>
                    <a:pt x="204" y="543"/>
                    <a:pt x="203" y="542"/>
                  </a:cubicBezTo>
                  <a:close/>
                  <a:moveTo>
                    <a:pt x="213" y="545"/>
                  </a:moveTo>
                  <a:cubicBezTo>
                    <a:pt x="213" y="544"/>
                    <a:pt x="216" y="545"/>
                    <a:pt x="215" y="546"/>
                  </a:cubicBezTo>
                  <a:cubicBezTo>
                    <a:pt x="215" y="546"/>
                    <a:pt x="214" y="546"/>
                    <a:pt x="213" y="545"/>
                  </a:cubicBezTo>
                  <a:close/>
                  <a:moveTo>
                    <a:pt x="215" y="609"/>
                  </a:moveTo>
                  <a:cubicBezTo>
                    <a:pt x="215" y="609"/>
                    <a:pt x="215" y="609"/>
                    <a:pt x="215" y="609"/>
                  </a:cubicBezTo>
                  <a:cubicBezTo>
                    <a:pt x="214" y="607"/>
                    <a:pt x="217" y="611"/>
                    <a:pt x="215" y="609"/>
                  </a:cubicBezTo>
                  <a:close/>
                  <a:moveTo>
                    <a:pt x="214" y="557"/>
                  </a:moveTo>
                  <a:cubicBezTo>
                    <a:pt x="214" y="556"/>
                    <a:pt x="216" y="555"/>
                    <a:pt x="217" y="556"/>
                  </a:cubicBezTo>
                  <a:cubicBezTo>
                    <a:pt x="217" y="558"/>
                    <a:pt x="214" y="557"/>
                    <a:pt x="214" y="557"/>
                  </a:cubicBezTo>
                  <a:close/>
                  <a:moveTo>
                    <a:pt x="209" y="544"/>
                  </a:moveTo>
                  <a:cubicBezTo>
                    <a:pt x="210" y="544"/>
                    <a:pt x="217" y="540"/>
                    <a:pt x="217" y="542"/>
                  </a:cubicBezTo>
                  <a:cubicBezTo>
                    <a:pt x="217" y="543"/>
                    <a:pt x="211" y="545"/>
                    <a:pt x="209" y="544"/>
                  </a:cubicBezTo>
                  <a:close/>
                  <a:moveTo>
                    <a:pt x="216" y="527"/>
                  </a:moveTo>
                  <a:cubicBezTo>
                    <a:pt x="216" y="526"/>
                    <a:pt x="216" y="526"/>
                    <a:pt x="216" y="526"/>
                  </a:cubicBezTo>
                  <a:cubicBezTo>
                    <a:pt x="217" y="525"/>
                    <a:pt x="217" y="527"/>
                    <a:pt x="216" y="527"/>
                  </a:cubicBezTo>
                  <a:close/>
                  <a:moveTo>
                    <a:pt x="217" y="615"/>
                  </a:moveTo>
                  <a:cubicBezTo>
                    <a:pt x="216" y="614"/>
                    <a:pt x="218" y="613"/>
                    <a:pt x="218" y="614"/>
                  </a:cubicBezTo>
                  <a:cubicBezTo>
                    <a:pt x="218" y="614"/>
                    <a:pt x="217" y="614"/>
                    <a:pt x="217" y="615"/>
                  </a:cubicBezTo>
                  <a:close/>
                  <a:moveTo>
                    <a:pt x="219" y="542"/>
                  </a:moveTo>
                  <a:cubicBezTo>
                    <a:pt x="216" y="544"/>
                    <a:pt x="217" y="538"/>
                    <a:pt x="219" y="539"/>
                  </a:cubicBezTo>
                  <a:cubicBezTo>
                    <a:pt x="221" y="540"/>
                    <a:pt x="219" y="542"/>
                    <a:pt x="219" y="542"/>
                  </a:cubicBezTo>
                  <a:close/>
                  <a:moveTo>
                    <a:pt x="219" y="567"/>
                  </a:moveTo>
                  <a:cubicBezTo>
                    <a:pt x="219" y="566"/>
                    <a:pt x="220" y="566"/>
                    <a:pt x="221" y="566"/>
                  </a:cubicBezTo>
                  <a:cubicBezTo>
                    <a:pt x="220" y="567"/>
                    <a:pt x="220" y="567"/>
                    <a:pt x="219" y="567"/>
                  </a:cubicBezTo>
                  <a:close/>
                  <a:moveTo>
                    <a:pt x="222" y="589"/>
                  </a:moveTo>
                  <a:cubicBezTo>
                    <a:pt x="222" y="589"/>
                    <a:pt x="221" y="589"/>
                    <a:pt x="220" y="589"/>
                  </a:cubicBezTo>
                  <a:cubicBezTo>
                    <a:pt x="220" y="589"/>
                    <a:pt x="222" y="588"/>
                    <a:pt x="222" y="589"/>
                  </a:cubicBezTo>
                  <a:close/>
                  <a:moveTo>
                    <a:pt x="221" y="615"/>
                  </a:moveTo>
                  <a:cubicBezTo>
                    <a:pt x="221" y="614"/>
                    <a:pt x="222" y="614"/>
                    <a:pt x="223" y="614"/>
                  </a:cubicBezTo>
                  <a:cubicBezTo>
                    <a:pt x="222" y="615"/>
                    <a:pt x="221" y="614"/>
                    <a:pt x="221" y="615"/>
                  </a:cubicBezTo>
                  <a:close/>
                  <a:moveTo>
                    <a:pt x="223" y="565"/>
                  </a:moveTo>
                  <a:cubicBezTo>
                    <a:pt x="223" y="565"/>
                    <a:pt x="223" y="565"/>
                    <a:pt x="223" y="566"/>
                  </a:cubicBezTo>
                  <a:cubicBezTo>
                    <a:pt x="223" y="566"/>
                    <a:pt x="223" y="566"/>
                    <a:pt x="223" y="566"/>
                  </a:cubicBezTo>
                  <a:cubicBezTo>
                    <a:pt x="223" y="567"/>
                    <a:pt x="223" y="566"/>
                    <a:pt x="223" y="566"/>
                  </a:cubicBezTo>
                  <a:cubicBezTo>
                    <a:pt x="223" y="565"/>
                    <a:pt x="223" y="565"/>
                    <a:pt x="223" y="565"/>
                  </a:cubicBezTo>
                  <a:close/>
                  <a:moveTo>
                    <a:pt x="223" y="571"/>
                  </a:moveTo>
                  <a:cubicBezTo>
                    <a:pt x="223" y="569"/>
                    <a:pt x="227" y="570"/>
                    <a:pt x="226" y="571"/>
                  </a:cubicBezTo>
                  <a:cubicBezTo>
                    <a:pt x="226" y="572"/>
                    <a:pt x="223" y="572"/>
                    <a:pt x="223" y="571"/>
                  </a:cubicBezTo>
                  <a:close/>
                  <a:moveTo>
                    <a:pt x="226" y="582"/>
                  </a:moveTo>
                  <a:cubicBezTo>
                    <a:pt x="226" y="581"/>
                    <a:pt x="226" y="583"/>
                    <a:pt x="226" y="582"/>
                  </a:cubicBezTo>
                  <a:close/>
                  <a:moveTo>
                    <a:pt x="227" y="608"/>
                  </a:moveTo>
                  <a:cubicBezTo>
                    <a:pt x="227" y="608"/>
                    <a:pt x="225" y="608"/>
                    <a:pt x="224" y="607"/>
                  </a:cubicBezTo>
                  <a:cubicBezTo>
                    <a:pt x="224" y="606"/>
                    <a:pt x="228" y="607"/>
                    <a:pt x="227" y="608"/>
                  </a:cubicBezTo>
                  <a:close/>
                  <a:moveTo>
                    <a:pt x="226" y="578"/>
                  </a:moveTo>
                  <a:cubicBezTo>
                    <a:pt x="226" y="578"/>
                    <a:pt x="227" y="577"/>
                    <a:pt x="227" y="578"/>
                  </a:cubicBezTo>
                  <a:cubicBezTo>
                    <a:pt x="227" y="578"/>
                    <a:pt x="226" y="578"/>
                    <a:pt x="226" y="578"/>
                  </a:cubicBezTo>
                  <a:close/>
                  <a:moveTo>
                    <a:pt x="236" y="538"/>
                  </a:moveTo>
                  <a:cubicBezTo>
                    <a:pt x="237" y="537"/>
                    <a:pt x="238" y="536"/>
                    <a:pt x="239" y="537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40" y="538"/>
                    <a:pt x="239" y="539"/>
                    <a:pt x="239" y="539"/>
                  </a:cubicBezTo>
                  <a:cubicBezTo>
                    <a:pt x="238" y="540"/>
                    <a:pt x="237" y="539"/>
                    <a:pt x="237" y="539"/>
                  </a:cubicBezTo>
                  <a:cubicBezTo>
                    <a:pt x="236" y="539"/>
                    <a:pt x="236" y="538"/>
                    <a:pt x="235" y="539"/>
                  </a:cubicBezTo>
                  <a:cubicBezTo>
                    <a:pt x="234" y="539"/>
                    <a:pt x="228" y="544"/>
                    <a:pt x="227" y="543"/>
                  </a:cubicBezTo>
                  <a:cubicBezTo>
                    <a:pt x="226" y="541"/>
                    <a:pt x="235" y="538"/>
                    <a:pt x="236" y="538"/>
                  </a:cubicBezTo>
                  <a:close/>
                  <a:moveTo>
                    <a:pt x="235" y="592"/>
                  </a:moveTo>
                  <a:cubicBezTo>
                    <a:pt x="235" y="592"/>
                    <a:pt x="234" y="593"/>
                    <a:pt x="234" y="592"/>
                  </a:cubicBezTo>
                  <a:cubicBezTo>
                    <a:pt x="233" y="592"/>
                    <a:pt x="235" y="591"/>
                    <a:pt x="235" y="592"/>
                  </a:cubicBezTo>
                  <a:close/>
                  <a:moveTo>
                    <a:pt x="233" y="585"/>
                  </a:moveTo>
                  <a:cubicBezTo>
                    <a:pt x="233" y="585"/>
                    <a:pt x="234" y="583"/>
                    <a:pt x="235" y="584"/>
                  </a:cubicBezTo>
                  <a:cubicBezTo>
                    <a:pt x="235" y="585"/>
                    <a:pt x="233" y="586"/>
                    <a:pt x="233" y="585"/>
                  </a:cubicBezTo>
                  <a:close/>
                  <a:moveTo>
                    <a:pt x="228" y="573"/>
                  </a:moveTo>
                  <a:cubicBezTo>
                    <a:pt x="228" y="571"/>
                    <a:pt x="230" y="572"/>
                    <a:pt x="228" y="573"/>
                  </a:cubicBezTo>
                  <a:close/>
                  <a:moveTo>
                    <a:pt x="229" y="580"/>
                  </a:moveTo>
                  <a:cubicBezTo>
                    <a:pt x="229" y="581"/>
                    <a:pt x="228" y="581"/>
                    <a:pt x="228" y="581"/>
                  </a:cubicBezTo>
                  <a:cubicBezTo>
                    <a:pt x="227" y="579"/>
                    <a:pt x="230" y="579"/>
                    <a:pt x="229" y="580"/>
                  </a:cubicBezTo>
                  <a:close/>
                  <a:moveTo>
                    <a:pt x="231" y="599"/>
                  </a:moveTo>
                  <a:cubicBezTo>
                    <a:pt x="231" y="599"/>
                    <a:pt x="233" y="598"/>
                    <a:pt x="233" y="599"/>
                  </a:cubicBezTo>
                  <a:cubicBezTo>
                    <a:pt x="233" y="600"/>
                    <a:pt x="231" y="601"/>
                    <a:pt x="231" y="599"/>
                  </a:cubicBezTo>
                  <a:close/>
                  <a:moveTo>
                    <a:pt x="236" y="624"/>
                  </a:moveTo>
                  <a:cubicBezTo>
                    <a:pt x="236" y="624"/>
                    <a:pt x="237" y="623"/>
                    <a:pt x="237" y="623"/>
                  </a:cubicBezTo>
                  <a:cubicBezTo>
                    <a:pt x="237" y="623"/>
                    <a:pt x="237" y="624"/>
                    <a:pt x="236" y="624"/>
                  </a:cubicBezTo>
                  <a:close/>
                  <a:moveTo>
                    <a:pt x="232" y="618"/>
                  </a:moveTo>
                  <a:cubicBezTo>
                    <a:pt x="233" y="616"/>
                    <a:pt x="237" y="616"/>
                    <a:pt x="239" y="615"/>
                  </a:cubicBezTo>
                  <a:cubicBezTo>
                    <a:pt x="237" y="617"/>
                    <a:pt x="234" y="617"/>
                    <a:pt x="232" y="618"/>
                  </a:cubicBezTo>
                  <a:close/>
                  <a:moveTo>
                    <a:pt x="238" y="665"/>
                  </a:moveTo>
                  <a:cubicBezTo>
                    <a:pt x="238" y="664"/>
                    <a:pt x="239" y="665"/>
                    <a:pt x="240" y="665"/>
                  </a:cubicBezTo>
                  <a:cubicBezTo>
                    <a:pt x="240" y="666"/>
                    <a:pt x="239" y="665"/>
                    <a:pt x="238" y="665"/>
                  </a:cubicBezTo>
                  <a:close/>
                  <a:moveTo>
                    <a:pt x="240" y="664"/>
                  </a:moveTo>
                  <a:cubicBezTo>
                    <a:pt x="240" y="664"/>
                    <a:pt x="239" y="663"/>
                    <a:pt x="239" y="663"/>
                  </a:cubicBezTo>
                  <a:cubicBezTo>
                    <a:pt x="239" y="662"/>
                    <a:pt x="241" y="663"/>
                    <a:pt x="240" y="664"/>
                  </a:cubicBezTo>
                  <a:close/>
                  <a:moveTo>
                    <a:pt x="251" y="679"/>
                  </a:moveTo>
                  <a:cubicBezTo>
                    <a:pt x="249" y="681"/>
                    <a:pt x="247" y="678"/>
                    <a:pt x="244" y="678"/>
                  </a:cubicBezTo>
                  <a:cubicBezTo>
                    <a:pt x="242" y="678"/>
                    <a:pt x="238" y="679"/>
                    <a:pt x="237" y="677"/>
                  </a:cubicBezTo>
                  <a:cubicBezTo>
                    <a:pt x="237" y="676"/>
                    <a:pt x="243" y="677"/>
                    <a:pt x="243" y="677"/>
                  </a:cubicBezTo>
                  <a:cubicBezTo>
                    <a:pt x="243" y="676"/>
                    <a:pt x="241" y="672"/>
                    <a:pt x="241" y="672"/>
                  </a:cubicBezTo>
                  <a:cubicBezTo>
                    <a:pt x="240" y="664"/>
                    <a:pt x="252" y="669"/>
                    <a:pt x="255" y="671"/>
                  </a:cubicBezTo>
                  <a:cubicBezTo>
                    <a:pt x="259" y="674"/>
                    <a:pt x="250" y="671"/>
                    <a:pt x="253" y="676"/>
                  </a:cubicBezTo>
                  <a:cubicBezTo>
                    <a:pt x="250" y="674"/>
                    <a:pt x="251" y="679"/>
                    <a:pt x="251" y="679"/>
                  </a:cubicBezTo>
                  <a:close/>
                  <a:moveTo>
                    <a:pt x="254" y="687"/>
                  </a:moveTo>
                  <a:cubicBezTo>
                    <a:pt x="254" y="686"/>
                    <a:pt x="254" y="685"/>
                    <a:pt x="255" y="686"/>
                  </a:cubicBezTo>
                  <a:cubicBezTo>
                    <a:pt x="257" y="686"/>
                    <a:pt x="254" y="689"/>
                    <a:pt x="254" y="687"/>
                  </a:cubicBezTo>
                  <a:close/>
                  <a:moveTo>
                    <a:pt x="254" y="690"/>
                  </a:moveTo>
                  <a:cubicBezTo>
                    <a:pt x="255" y="689"/>
                    <a:pt x="256" y="689"/>
                    <a:pt x="258" y="689"/>
                  </a:cubicBezTo>
                  <a:cubicBezTo>
                    <a:pt x="257" y="690"/>
                    <a:pt x="255" y="690"/>
                    <a:pt x="254" y="690"/>
                  </a:cubicBezTo>
                  <a:close/>
                  <a:moveTo>
                    <a:pt x="257" y="690"/>
                  </a:moveTo>
                  <a:cubicBezTo>
                    <a:pt x="257" y="689"/>
                    <a:pt x="258" y="689"/>
                    <a:pt x="258" y="690"/>
                  </a:cubicBezTo>
                  <a:cubicBezTo>
                    <a:pt x="258" y="689"/>
                    <a:pt x="258" y="691"/>
                    <a:pt x="257" y="690"/>
                  </a:cubicBezTo>
                  <a:close/>
                  <a:moveTo>
                    <a:pt x="259" y="689"/>
                  </a:moveTo>
                  <a:cubicBezTo>
                    <a:pt x="258" y="689"/>
                    <a:pt x="261" y="689"/>
                    <a:pt x="259" y="689"/>
                  </a:cubicBezTo>
                  <a:close/>
                  <a:moveTo>
                    <a:pt x="260" y="660"/>
                  </a:moveTo>
                  <a:cubicBezTo>
                    <a:pt x="259" y="660"/>
                    <a:pt x="259" y="659"/>
                    <a:pt x="260" y="660"/>
                  </a:cubicBezTo>
                  <a:close/>
                  <a:moveTo>
                    <a:pt x="261" y="631"/>
                  </a:moveTo>
                  <a:cubicBezTo>
                    <a:pt x="260" y="631"/>
                    <a:pt x="261" y="630"/>
                    <a:pt x="261" y="630"/>
                  </a:cubicBezTo>
                  <a:cubicBezTo>
                    <a:pt x="262" y="630"/>
                    <a:pt x="261" y="631"/>
                    <a:pt x="261" y="631"/>
                  </a:cubicBezTo>
                  <a:close/>
                  <a:moveTo>
                    <a:pt x="263" y="682"/>
                  </a:moveTo>
                  <a:cubicBezTo>
                    <a:pt x="263" y="681"/>
                    <a:pt x="265" y="681"/>
                    <a:pt x="265" y="682"/>
                  </a:cubicBezTo>
                  <a:cubicBezTo>
                    <a:pt x="266" y="682"/>
                    <a:pt x="263" y="683"/>
                    <a:pt x="263" y="682"/>
                  </a:cubicBezTo>
                  <a:close/>
                  <a:moveTo>
                    <a:pt x="264" y="690"/>
                  </a:moveTo>
                  <a:cubicBezTo>
                    <a:pt x="263" y="689"/>
                    <a:pt x="265" y="690"/>
                    <a:pt x="265" y="690"/>
                  </a:cubicBezTo>
                  <a:cubicBezTo>
                    <a:pt x="265" y="691"/>
                    <a:pt x="264" y="691"/>
                    <a:pt x="264" y="690"/>
                  </a:cubicBezTo>
                  <a:close/>
                  <a:moveTo>
                    <a:pt x="265" y="694"/>
                  </a:moveTo>
                  <a:cubicBezTo>
                    <a:pt x="266" y="694"/>
                    <a:pt x="266" y="694"/>
                    <a:pt x="267" y="694"/>
                  </a:cubicBezTo>
                  <a:cubicBezTo>
                    <a:pt x="266" y="695"/>
                    <a:pt x="266" y="695"/>
                    <a:pt x="265" y="694"/>
                  </a:cubicBezTo>
                  <a:close/>
                  <a:moveTo>
                    <a:pt x="263" y="667"/>
                  </a:moveTo>
                  <a:cubicBezTo>
                    <a:pt x="264" y="666"/>
                    <a:pt x="273" y="668"/>
                    <a:pt x="273" y="668"/>
                  </a:cubicBezTo>
                  <a:cubicBezTo>
                    <a:pt x="272" y="669"/>
                    <a:pt x="265" y="667"/>
                    <a:pt x="263" y="667"/>
                  </a:cubicBezTo>
                  <a:close/>
                  <a:moveTo>
                    <a:pt x="270" y="681"/>
                  </a:moveTo>
                  <a:cubicBezTo>
                    <a:pt x="269" y="683"/>
                    <a:pt x="268" y="680"/>
                    <a:pt x="270" y="681"/>
                  </a:cubicBezTo>
                  <a:close/>
                  <a:moveTo>
                    <a:pt x="268" y="696"/>
                  </a:moveTo>
                  <a:cubicBezTo>
                    <a:pt x="268" y="695"/>
                    <a:pt x="269" y="695"/>
                    <a:pt x="269" y="695"/>
                  </a:cubicBezTo>
                  <a:cubicBezTo>
                    <a:pt x="270" y="695"/>
                    <a:pt x="269" y="696"/>
                    <a:pt x="268" y="696"/>
                  </a:cubicBezTo>
                  <a:close/>
                  <a:moveTo>
                    <a:pt x="269" y="689"/>
                  </a:moveTo>
                  <a:cubicBezTo>
                    <a:pt x="268" y="688"/>
                    <a:pt x="270" y="688"/>
                    <a:pt x="270" y="688"/>
                  </a:cubicBezTo>
                  <a:cubicBezTo>
                    <a:pt x="270" y="689"/>
                    <a:pt x="269" y="689"/>
                    <a:pt x="269" y="689"/>
                  </a:cubicBezTo>
                  <a:close/>
                  <a:moveTo>
                    <a:pt x="269" y="673"/>
                  </a:moveTo>
                  <a:cubicBezTo>
                    <a:pt x="269" y="671"/>
                    <a:pt x="274" y="673"/>
                    <a:pt x="273" y="674"/>
                  </a:cubicBezTo>
                  <a:cubicBezTo>
                    <a:pt x="273" y="676"/>
                    <a:pt x="268" y="676"/>
                    <a:pt x="269" y="673"/>
                  </a:cubicBezTo>
                  <a:close/>
                  <a:moveTo>
                    <a:pt x="272" y="683"/>
                  </a:moveTo>
                  <a:cubicBezTo>
                    <a:pt x="271" y="681"/>
                    <a:pt x="276" y="682"/>
                    <a:pt x="276" y="683"/>
                  </a:cubicBezTo>
                  <a:cubicBezTo>
                    <a:pt x="277" y="685"/>
                    <a:pt x="272" y="686"/>
                    <a:pt x="272" y="683"/>
                  </a:cubicBezTo>
                  <a:close/>
                  <a:moveTo>
                    <a:pt x="275" y="696"/>
                  </a:moveTo>
                  <a:cubicBezTo>
                    <a:pt x="275" y="696"/>
                    <a:pt x="274" y="696"/>
                    <a:pt x="274" y="696"/>
                  </a:cubicBezTo>
                  <a:cubicBezTo>
                    <a:pt x="274" y="694"/>
                    <a:pt x="277" y="698"/>
                    <a:pt x="275" y="696"/>
                  </a:cubicBezTo>
                  <a:close/>
                  <a:moveTo>
                    <a:pt x="274" y="701"/>
                  </a:moveTo>
                  <a:cubicBezTo>
                    <a:pt x="274" y="699"/>
                    <a:pt x="277" y="699"/>
                    <a:pt x="277" y="700"/>
                  </a:cubicBezTo>
                  <a:cubicBezTo>
                    <a:pt x="278" y="701"/>
                    <a:pt x="274" y="701"/>
                    <a:pt x="274" y="701"/>
                  </a:cubicBezTo>
                  <a:close/>
                  <a:moveTo>
                    <a:pt x="282" y="681"/>
                  </a:moveTo>
                  <a:cubicBezTo>
                    <a:pt x="284" y="680"/>
                    <a:pt x="289" y="680"/>
                    <a:pt x="291" y="681"/>
                  </a:cubicBezTo>
                  <a:cubicBezTo>
                    <a:pt x="292" y="682"/>
                    <a:pt x="291" y="684"/>
                    <a:pt x="290" y="683"/>
                  </a:cubicBezTo>
                  <a:cubicBezTo>
                    <a:pt x="289" y="683"/>
                    <a:pt x="289" y="682"/>
                    <a:pt x="289" y="682"/>
                  </a:cubicBezTo>
                  <a:cubicBezTo>
                    <a:pt x="288" y="681"/>
                    <a:pt x="287" y="683"/>
                    <a:pt x="287" y="683"/>
                  </a:cubicBezTo>
                  <a:cubicBezTo>
                    <a:pt x="287" y="684"/>
                    <a:pt x="288" y="684"/>
                    <a:pt x="288" y="685"/>
                  </a:cubicBezTo>
                  <a:cubicBezTo>
                    <a:pt x="289" y="684"/>
                    <a:pt x="289" y="685"/>
                    <a:pt x="288" y="685"/>
                  </a:cubicBezTo>
                  <a:cubicBezTo>
                    <a:pt x="287" y="686"/>
                    <a:pt x="286" y="685"/>
                    <a:pt x="286" y="685"/>
                  </a:cubicBezTo>
                  <a:cubicBezTo>
                    <a:pt x="285" y="685"/>
                    <a:pt x="284" y="686"/>
                    <a:pt x="283" y="685"/>
                  </a:cubicBezTo>
                  <a:cubicBezTo>
                    <a:pt x="282" y="685"/>
                    <a:pt x="278" y="682"/>
                    <a:pt x="282" y="681"/>
                  </a:cubicBezTo>
                  <a:close/>
                  <a:moveTo>
                    <a:pt x="291" y="693"/>
                  </a:moveTo>
                  <a:cubicBezTo>
                    <a:pt x="290" y="694"/>
                    <a:pt x="288" y="696"/>
                    <a:pt x="287" y="694"/>
                  </a:cubicBezTo>
                  <a:cubicBezTo>
                    <a:pt x="285" y="693"/>
                    <a:pt x="290" y="692"/>
                    <a:pt x="291" y="693"/>
                  </a:cubicBezTo>
                  <a:close/>
                  <a:moveTo>
                    <a:pt x="289" y="706"/>
                  </a:moveTo>
                  <a:cubicBezTo>
                    <a:pt x="290" y="707"/>
                    <a:pt x="288" y="706"/>
                    <a:pt x="289" y="706"/>
                  </a:cubicBezTo>
                  <a:close/>
                  <a:moveTo>
                    <a:pt x="292" y="708"/>
                  </a:moveTo>
                  <a:cubicBezTo>
                    <a:pt x="291" y="707"/>
                    <a:pt x="292" y="708"/>
                    <a:pt x="293" y="708"/>
                  </a:cubicBezTo>
                  <a:cubicBezTo>
                    <a:pt x="293" y="708"/>
                    <a:pt x="292" y="708"/>
                    <a:pt x="292" y="708"/>
                  </a:cubicBezTo>
                  <a:close/>
                  <a:moveTo>
                    <a:pt x="304" y="701"/>
                  </a:moveTo>
                  <a:cubicBezTo>
                    <a:pt x="299" y="701"/>
                    <a:pt x="295" y="701"/>
                    <a:pt x="290" y="702"/>
                  </a:cubicBezTo>
                  <a:cubicBezTo>
                    <a:pt x="289" y="702"/>
                    <a:pt x="282" y="702"/>
                    <a:pt x="282" y="700"/>
                  </a:cubicBezTo>
                  <a:cubicBezTo>
                    <a:pt x="281" y="699"/>
                    <a:pt x="290" y="699"/>
                    <a:pt x="292" y="700"/>
                  </a:cubicBezTo>
                  <a:cubicBezTo>
                    <a:pt x="296" y="700"/>
                    <a:pt x="299" y="700"/>
                    <a:pt x="301" y="699"/>
                  </a:cubicBezTo>
                  <a:cubicBezTo>
                    <a:pt x="299" y="699"/>
                    <a:pt x="297" y="697"/>
                    <a:pt x="297" y="695"/>
                  </a:cubicBezTo>
                  <a:cubicBezTo>
                    <a:pt x="299" y="690"/>
                    <a:pt x="306" y="693"/>
                    <a:pt x="309" y="695"/>
                  </a:cubicBezTo>
                  <a:cubicBezTo>
                    <a:pt x="309" y="695"/>
                    <a:pt x="309" y="696"/>
                    <a:pt x="310" y="696"/>
                  </a:cubicBezTo>
                  <a:cubicBezTo>
                    <a:pt x="310" y="697"/>
                    <a:pt x="307" y="699"/>
                    <a:pt x="305" y="699"/>
                  </a:cubicBezTo>
                  <a:cubicBezTo>
                    <a:pt x="306" y="699"/>
                    <a:pt x="307" y="699"/>
                    <a:pt x="309" y="700"/>
                  </a:cubicBezTo>
                  <a:cubicBezTo>
                    <a:pt x="313" y="700"/>
                    <a:pt x="305" y="701"/>
                    <a:pt x="304" y="701"/>
                  </a:cubicBezTo>
                  <a:close/>
                  <a:moveTo>
                    <a:pt x="308" y="684"/>
                  </a:moveTo>
                  <a:cubicBezTo>
                    <a:pt x="309" y="683"/>
                    <a:pt x="312" y="683"/>
                    <a:pt x="314" y="683"/>
                  </a:cubicBezTo>
                  <a:cubicBezTo>
                    <a:pt x="312" y="684"/>
                    <a:pt x="310" y="684"/>
                    <a:pt x="308" y="684"/>
                  </a:cubicBezTo>
                  <a:close/>
                  <a:moveTo>
                    <a:pt x="313" y="612"/>
                  </a:moveTo>
                  <a:cubicBezTo>
                    <a:pt x="314" y="612"/>
                    <a:pt x="309" y="616"/>
                    <a:pt x="308" y="614"/>
                  </a:cubicBezTo>
                  <a:cubicBezTo>
                    <a:pt x="307" y="612"/>
                    <a:pt x="313" y="611"/>
                    <a:pt x="313" y="612"/>
                  </a:cubicBezTo>
                  <a:close/>
                  <a:moveTo>
                    <a:pt x="313" y="683"/>
                  </a:moveTo>
                  <a:cubicBezTo>
                    <a:pt x="312" y="682"/>
                    <a:pt x="314" y="681"/>
                    <a:pt x="314" y="682"/>
                  </a:cubicBezTo>
                  <a:cubicBezTo>
                    <a:pt x="314" y="682"/>
                    <a:pt x="313" y="683"/>
                    <a:pt x="313" y="683"/>
                  </a:cubicBezTo>
                  <a:close/>
                  <a:moveTo>
                    <a:pt x="313" y="589"/>
                  </a:moveTo>
                  <a:cubicBezTo>
                    <a:pt x="311" y="590"/>
                    <a:pt x="308" y="592"/>
                    <a:pt x="307" y="592"/>
                  </a:cubicBezTo>
                  <a:cubicBezTo>
                    <a:pt x="304" y="593"/>
                    <a:pt x="309" y="590"/>
                    <a:pt x="309" y="590"/>
                  </a:cubicBezTo>
                  <a:cubicBezTo>
                    <a:pt x="310" y="590"/>
                    <a:pt x="312" y="589"/>
                    <a:pt x="313" y="589"/>
                  </a:cubicBezTo>
                  <a:cubicBezTo>
                    <a:pt x="314" y="589"/>
                    <a:pt x="314" y="589"/>
                    <a:pt x="315" y="589"/>
                  </a:cubicBezTo>
                  <a:cubicBezTo>
                    <a:pt x="314" y="589"/>
                    <a:pt x="314" y="589"/>
                    <a:pt x="313" y="589"/>
                  </a:cubicBezTo>
                  <a:close/>
                  <a:moveTo>
                    <a:pt x="315" y="519"/>
                  </a:moveTo>
                  <a:cubicBezTo>
                    <a:pt x="315" y="517"/>
                    <a:pt x="318" y="518"/>
                    <a:pt x="315" y="519"/>
                  </a:cubicBezTo>
                  <a:close/>
                  <a:moveTo>
                    <a:pt x="317" y="683"/>
                  </a:moveTo>
                  <a:cubicBezTo>
                    <a:pt x="315" y="684"/>
                    <a:pt x="315" y="682"/>
                    <a:pt x="317" y="683"/>
                  </a:cubicBezTo>
                  <a:close/>
                  <a:moveTo>
                    <a:pt x="317" y="683"/>
                  </a:moveTo>
                  <a:cubicBezTo>
                    <a:pt x="318" y="682"/>
                    <a:pt x="319" y="682"/>
                    <a:pt x="321" y="682"/>
                  </a:cubicBezTo>
                  <a:cubicBezTo>
                    <a:pt x="321" y="683"/>
                    <a:pt x="318" y="683"/>
                    <a:pt x="317" y="683"/>
                  </a:cubicBezTo>
                  <a:close/>
                  <a:moveTo>
                    <a:pt x="333" y="104"/>
                  </a:moveTo>
                  <a:cubicBezTo>
                    <a:pt x="333" y="104"/>
                    <a:pt x="336" y="103"/>
                    <a:pt x="334" y="104"/>
                  </a:cubicBezTo>
                  <a:cubicBezTo>
                    <a:pt x="331" y="106"/>
                    <a:pt x="326" y="107"/>
                    <a:pt x="322" y="108"/>
                  </a:cubicBezTo>
                  <a:cubicBezTo>
                    <a:pt x="325" y="106"/>
                    <a:pt x="329" y="104"/>
                    <a:pt x="333" y="104"/>
                  </a:cubicBezTo>
                  <a:close/>
                  <a:moveTo>
                    <a:pt x="323" y="170"/>
                  </a:moveTo>
                  <a:cubicBezTo>
                    <a:pt x="324" y="170"/>
                    <a:pt x="324" y="170"/>
                    <a:pt x="325" y="170"/>
                  </a:cubicBezTo>
                  <a:cubicBezTo>
                    <a:pt x="325" y="171"/>
                    <a:pt x="324" y="171"/>
                    <a:pt x="323" y="170"/>
                  </a:cubicBezTo>
                  <a:close/>
                  <a:moveTo>
                    <a:pt x="322" y="617"/>
                  </a:moveTo>
                  <a:cubicBezTo>
                    <a:pt x="323" y="616"/>
                    <a:pt x="324" y="618"/>
                    <a:pt x="322" y="617"/>
                  </a:cubicBezTo>
                  <a:close/>
                  <a:moveTo>
                    <a:pt x="322" y="627"/>
                  </a:moveTo>
                  <a:cubicBezTo>
                    <a:pt x="323" y="627"/>
                    <a:pt x="327" y="626"/>
                    <a:pt x="327" y="627"/>
                  </a:cubicBezTo>
                  <a:cubicBezTo>
                    <a:pt x="326" y="626"/>
                    <a:pt x="324" y="628"/>
                    <a:pt x="322" y="627"/>
                  </a:cubicBezTo>
                  <a:close/>
                  <a:moveTo>
                    <a:pt x="327" y="574"/>
                  </a:moveTo>
                  <a:cubicBezTo>
                    <a:pt x="327" y="572"/>
                    <a:pt x="330" y="573"/>
                    <a:pt x="329" y="574"/>
                  </a:cubicBezTo>
                  <a:cubicBezTo>
                    <a:pt x="329" y="575"/>
                    <a:pt x="328" y="574"/>
                    <a:pt x="327" y="574"/>
                  </a:cubicBezTo>
                  <a:close/>
                  <a:moveTo>
                    <a:pt x="329" y="627"/>
                  </a:moveTo>
                  <a:cubicBezTo>
                    <a:pt x="329" y="626"/>
                    <a:pt x="331" y="626"/>
                    <a:pt x="331" y="626"/>
                  </a:cubicBezTo>
                  <a:cubicBezTo>
                    <a:pt x="331" y="626"/>
                    <a:pt x="330" y="627"/>
                    <a:pt x="329" y="627"/>
                  </a:cubicBezTo>
                  <a:close/>
                  <a:moveTo>
                    <a:pt x="329" y="589"/>
                  </a:moveTo>
                  <a:cubicBezTo>
                    <a:pt x="328" y="587"/>
                    <a:pt x="332" y="588"/>
                    <a:pt x="332" y="589"/>
                  </a:cubicBezTo>
                  <a:cubicBezTo>
                    <a:pt x="332" y="590"/>
                    <a:pt x="329" y="590"/>
                    <a:pt x="329" y="589"/>
                  </a:cubicBezTo>
                  <a:close/>
                  <a:moveTo>
                    <a:pt x="328" y="583"/>
                  </a:moveTo>
                  <a:cubicBezTo>
                    <a:pt x="329" y="579"/>
                    <a:pt x="336" y="581"/>
                    <a:pt x="336" y="583"/>
                  </a:cubicBezTo>
                  <a:cubicBezTo>
                    <a:pt x="335" y="586"/>
                    <a:pt x="328" y="587"/>
                    <a:pt x="328" y="583"/>
                  </a:cubicBezTo>
                  <a:close/>
                  <a:moveTo>
                    <a:pt x="335" y="131"/>
                  </a:moveTo>
                  <a:cubicBezTo>
                    <a:pt x="334" y="130"/>
                    <a:pt x="336" y="131"/>
                    <a:pt x="335" y="131"/>
                  </a:cubicBezTo>
                  <a:close/>
                  <a:moveTo>
                    <a:pt x="336" y="659"/>
                  </a:moveTo>
                  <a:cubicBezTo>
                    <a:pt x="337" y="661"/>
                    <a:pt x="335" y="659"/>
                    <a:pt x="336" y="659"/>
                  </a:cubicBezTo>
                  <a:close/>
                  <a:moveTo>
                    <a:pt x="336" y="131"/>
                  </a:moveTo>
                  <a:cubicBezTo>
                    <a:pt x="336" y="130"/>
                    <a:pt x="338" y="130"/>
                    <a:pt x="338" y="130"/>
                  </a:cubicBezTo>
                  <a:cubicBezTo>
                    <a:pt x="338" y="131"/>
                    <a:pt x="337" y="130"/>
                    <a:pt x="336" y="131"/>
                  </a:cubicBezTo>
                  <a:close/>
                  <a:moveTo>
                    <a:pt x="337" y="711"/>
                  </a:moveTo>
                  <a:cubicBezTo>
                    <a:pt x="336" y="711"/>
                    <a:pt x="337" y="710"/>
                    <a:pt x="337" y="710"/>
                  </a:cubicBezTo>
                  <a:cubicBezTo>
                    <a:pt x="338" y="711"/>
                    <a:pt x="338" y="712"/>
                    <a:pt x="337" y="711"/>
                  </a:cubicBezTo>
                  <a:close/>
                  <a:moveTo>
                    <a:pt x="337" y="685"/>
                  </a:moveTo>
                  <a:cubicBezTo>
                    <a:pt x="337" y="684"/>
                    <a:pt x="339" y="684"/>
                    <a:pt x="339" y="685"/>
                  </a:cubicBezTo>
                  <a:cubicBezTo>
                    <a:pt x="340" y="685"/>
                    <a:pt x="338" y="686"/>
                    <a:pt x="337" y="685"/>
                  </a:cubicBezTo>
                  <a:close/>
                  <a:moveTo>
                    <a:pt x="338" y="705"/>
                  </a:moveTo>
                  <a:cubicBezTo>
                    <a:pt x="338" y="704"/>
                    <a:pt x="340" y="704"/>
                    <a:pt x="340" y="705"/>
                  </a:cubicBezTo>
                  <a:cubicBezTo>
                    <a:pt x="340" y="705"/>
                    <a:pt x="339" y="706"/>
                    <a:pt x="338" y="705"/>
                  </a:cubicBezTo>
                  <a:close/>
                  <a:moveTo>
                    <a:pt x="338" y="680"/>
                  </a:moveTo>
                  <a:cubicBezTo>
                    <a:pt x="338" y="680"/>
                    <a:pt x="341" y="680"/>
                    <a:pt x="341" y="680"/>
                  </a:cubicBezTo>
                  <a:cubicBezTo>
                    <a:pt x="341" y="681"/>
                    <a:pt x="337" y="682"/>
                    <a:pt x="338" y="680"/>
                  </a:cubicBezTo>
                  <a:close/>
                  <a:moveTo>
                    <a:pt x="342" y="110"/>
                  </a:moveTo>
                  <a:cubicBezTo>
                    <a:pt x="341" y="111"/>
                    <a:pt x="341" y="109"/>
                    <a:pt x="342" y="110"/>
                  </a:cubicBezTo>
                  <a:close/>
                  <a:moveTo>
                    <a:pt x="328" y="108"/>
                  </a:moveTo>
                  <a:cubicBezTo>
                    <a:pt x="326" y="108"/>
                    <a:pt x="329" y="107"/>
                    <a:pt x="331" y="106"/>
                  </a:cubicBezTo>
                  <a:cubicBezTo>
                    <a:pt x="334" y="106"/>
                    <a:pt x="339" y="104"/>
                    <a:pt x="342" y="104"/>
                  </a:cubicBezTo>
                  <a:cubicBezTo>
                    <a:pt x="343" y="104"/>
                    <a:pt x="344" y="105"/>
                    <a:pt x="344" y="105"/>
                  </a:cubicBezTo>
                  <a:cubicBezTo>
                    <a:pt x="344" y="105"/>
                    <a:pt x="330" y="108"/>
                    <a:pt x="328" y="108"/>
                  </a:cubicBezTo>
                  <a:close/>
                  <a:moveTo>
                    <a:pt x="345" y="576"/>
                  </a:moveTo>
                  <a:cubicBezTo>
                    <a:pt x="345" y="576"/>
                    <a:pt x="345" y="576"/>
                    <a:pt x="345" y="576"/>
                  </a:cubicBezTo>
                  <a:cubicBezTo>
                    <a:pt x="346" y="576"/>
                    <a:pt x="346" y="576"/>
                    <a:pt x="346" y="576"/>
                  </a:cubicBezTo>
                  <a:cubicBezTo>
                    <a:pt x="346" y="576"/>
                    <a:pt x="345" y="576"/>
                    <a:pt x="345" y="576"/>
                  </a:cubicBezTo>
                  <a:close/>
                  <a:moveTo>
                    <a:pt x="346" y="704"/>
                  </a:moveTo>
                  <a:cubicBezTo>
                    <a:pt x="346" y="703"/>
                    <a:pt x="347" y="703"/>
                    <a:pt x="347" y="703"/>
                  </a:cubicBezTo>
                  <a:cubicBezTo>
                    <a:pt x="348" y="704"/>
                    <a:pt x="346" y="704"/>
                    <a:pt x="346" y="704"/>
                  </a:cubicBezTo>
                  <a:close/>
                  <a:moveTo>
                    <a:pt x="344" y="537"/>
                  </a:moveTo>
                  <a:cubicBezTo>
                    <a:pt x="345" y="535"/>
                    <a:pt x="348" y="535"/>
                    <a:pt x="349" y="534"/>
                  </a:cubicBezTo>
                  <a:cubicBezTo>
                    <a:pt x="348" y="535"/>
                    <a:pt x="345" y="536"/>
                    <a:pt x="344" y="537"/>
                  </a:cubicBezTo>
                  <a:close/>
                  <a:moveTo>
                    <a:pt x="348" y="89"/>
                  </a:moveTo>
                  <a:cubicBezTo>
                    <a:pt x="347" y="90"/>
                    <a:pt x="346" y="89"/>
                    <a:pt x="348" y="89"/>
                  </a:cubicBezTo>
                  <a:close/>
                  <a:moveTo>
                    <a:pt x="347" y="71"/>
                  </a:moveTo>
                  <a:cubicBezTo>
                    <a:pt x="347" y="72"/>
                    <a:pt x="348" y="72"/>
                    <a:pt x="347" y="72"/>
                  </a:cubicBezTo>
                  <a:cubicBezTo>
                    <a:pt x="347" y="72"/>
                    <a:pt x="347" y="72"/>
                    <a:pt x="347" y="71"/>
                  </a:cubicBezTo>
                  <a:close/>
                  <a:moveTo>
                    <a:pt x="345" y="44"/>
                  </a:moveTo>
                  <a:cubicBezTo>
                    <a:pt x="346" y="42"/>
                    <a:pt x="350" y="42"/>
                    <a:pt x="350" y="45"/>
                  </a:cubicBezTo>
                  <a:cubicBezTo>
                    <a:pt x="349" y="47"/>
                    <a:pt x="345" y="46"/>
                    <a:pt x="345" y="44"/>
                  </a:cubicBezTo>
                  <a:close/>
                  <a:moveTo>
                    <a:pt x="350" y="626"/>
                  </a:moveTo>
                  <a:cubicBezTo>
                    <a:pt x="350" y="627"/>
                    <a:pt x="349" y="625"/>
                    <a:pt x="350" y="626"/>
                  </a:cubicBezTo>
                  <a:close/>
                  <a:moveTo>
                    <a:pt x="350" y="205"/>
                  </a:moveTo>
                  <a:cubicBezTo>
                    <a:pt x="349" y="205"/>
                    <a:pt x="350" y="203"/>
                    <a:pt x="350" y="204"/>
                  </a:cubicBezTo>
                  <a:cubicBezTo>
                    <a:pt x="351" y="204"/>
                    <a:pt x="351" y="205"/>
                    <a:pt x="350" y="205"/>
                  </a:cubicBezTo>
                  <a:close/>
                  <a:moveTo>
                    <a:pt x="538" y="122"/>
                  </a:moveTo>
                  <a:cubicBezTo>
                    <a:pt x="538" y="121"/>
                    <a:pt x="540" y="121"/>
                    <a:pt x="540" y="122"/>
                  </a:cubicBezTo>
                  <a:cubicBezTo>
                    <a:pt x="542" y="121"/>
                    <a:pt x="543" y="121"/>
                    <a:pt x="543" y="123"/>
                  </a:cubicBezTo>
                  <a:cubicBezTo>
                    <a:pt x="543" y="124"/>
                    <a:pt x="539" y="125"/>
                    <a:pt x="538" y="124"/>
                  </a:cubicBezTo>
                  <a:cubicBezTo>
                    <a:pt x="538" y="123"/>
                    <a:pt x="538" y="123"/>
                    <a:pt x="538" y="122"/>
                  </a:cubicBezTo>
                  <a:cubicBezTo>
                    <a:pt x="538" y="122"/>
                    <a:pt x="538" y="122"/>
                    <a:pt x="538" y="122"/>
                  </a:cubicBezTo>
                  <a:close/>
                  <a:moveTo>
                    <a:pt x="538" y="121"/>
                  </a:moveTo>
                  <a:cubicBezTo>
                    <a:pt x="538" y="121"/>
                    <a:pt x="536" y="122"/>
                    <a:pt x="536" y="121"/>
                  </a:cubicBezTo>
                  <a:cubicBezTo>
                    <a:pt x="536" y="121"/>
                    <a:pt x="537" y="121"/>
                    <a:pt x="538" y="121"/>
                  </a:cubicBezTo>
                  <a:close/>
                  <a:moveTo>
                    <a:pt x="531" y="126"/>
                  </a:moveTo>
                  <a:cubicBezTo>
                    <a:pt x="531" y="126"/>
                    <a:pt x="531" y="127"/>
                    <a:pt x="530" y="127"/>
                  </a:cubicBezTo>
                  <a:cubicBezTo>
                    <a:pt x="530" y="127"/>
                    <a:pt x="531" y="126"/>
                    <a:pt x="531" y="126"/>
                  </a:cubicBezTo>
                  <a:close/>
                  <a:moveTo>
                    <a:pt x="531" y="154"/>
                  </a:moveTo>
                  <a:cubicBezTo>
                    <a:pt x="529" y="157"/>
                    <a:pt x="525" y="158"/>
                    <a:pt x="522" y="159"/>
                  </a:cubicBezTo>
                  <a:cubicBezTo>
                    <a:pt x="524" y="156"/>
                    <a:pt x="528" y="156"/>
                    <a:pt x="531" y="154"/>
                  </a:cubicBezTo>
                  <a:close/>
                  <a:moveTo>
                    <a:pt x="525" y="201"/>
                  </a:moveTo>
                  <a:cubicBezTo>
                    <a:pt x="524" y="202"/>
                    <a:pt x="523" y="203"/>
                    <a:pt x="521" y="203"/>
                  </a:cubicBezTo>
                  <a:cubicBezTo>
                    <a:pt x="522" y="202"/>
                    <a:pt x="523" y="201"/>
                    <a:pt x="525" y="201"/>
                  </a:cubicBezTo>
                  <a:close/>
                  <a:moveTo>
                    <a:pt x="521" y="198"/>
                  </a:moveTo>
                  <a:cubicBezTo>
                    <a:pt x="521" y="198"/>
                    <a:pt x="521" y="197"/>
                    <a:pt x="522" y="197"/>
                  </a:cubicBezTo>
                  <a:cubicBezTo>
                    <a:pt x="524" y="195"/>
                    <a:pt x="523" y="200"/>
                    <a:pt x="521" y="198"/>
                  </a:cubicBezTo>
                  <a:close/>
                  <a:moveTo>
                    <a:pt x="524" y="195"/>
                  </a:moveTo>
                  <a:cubicBezTo>
                    <a:pt x="524" y="194"/>
                    <a:pt x="525" y="194"/>
                    <a:pt x="525" y="194"/>
                  </a:cubicBezTo>
                  <a:cubicBezTo>
                    <a:pt x="526" y="195"/>
                    <a:pt x="524" y="195"/>
                    <a:pt x="524" y="195"/>
                  </a:cubicBezTo>
                  <a:close/>
                  <a:moveTo>
                    <a:pt x="531" y="196"/>
                  </a:moveTo>
                  <a:cubicBezTo>
                    <a:pt x="530" y="198"/>
                    <a:pt x="527" y="199"/>
                    <a:pt x="525" y="201"/>
                  </a:cubicBezTo>
                  <a:cubicBezTo>
                    <a:pt x="526" y="199"/>
                    <a:pt x="529" y="197"/>
                    <a:pt x="531" y="196"/>
                  </a:cubicBezTo>
                  <a:close/>
                  <a:moveTo>
                    <a:pt x="529" y="172"/>
                  </a:moveTo>
                  <a:cubicBezTo>
                    <a:pt x="531" y="170"/>
                    <a:pt x="530" y="174"/>
                    <a:pt x="528" y="173"/>
                  </a:cubicBezTo>
                  <a:cubicBezTo>
                    <a:pt x="528" y="173"/>
                    <a:pt x="529" y="172"/>
                    <a:pt x="529" y="172"/>
                  </a:cubicBezTo>
                  <a:close/>
                  <a:moveTo>
                    <a:pt x="522" y="181"/>
                  </a:moveTo>
                  <a:cubicBezTo>
                    <a:pt x="521" y="181"/>
                    <a:pt x="523" y="180"/>
                    <a:pt x="523" y="181"/>
                  </a:cubicBezTo>
                  <a:cubicBezTo>
                    <a:pt x="524" y="181"/>
                    <a:pt x="522" y="182"/>
                    <a:pt x="522" y="181"/>
                  </a:cubicBezTo>
                  <a:close/>
                  <a:moveTo>
                    <a:pt x="529" y="135"/>
                  </a:moveTo>
                  <a:cubicBezTo>
                    <a:pt x="528" y="136"/>
                    <a:pt x="526" y="138"/>
                    <a:pt x="524" y="138"/>
                  </a:cubicBezTo>
                  <a:cubicBezTo>
                    <a:pt x="525" y="138"/>
                    <a:pt x="526" y="138"/>
                    <a:pt x="525" y="139"/>
                  </a:cubicBezTo>
                  <a:cubicBezTo>
                    <a:pt x="525" y="140"/>
                    <a:pt x="522" y="140"/>
                    <a:pt x="522" y="139"/>
                  </a:cubicBezTo>
                  <a:cubicBezTo>
                    <a:pt x="522" y="139"/>
                    <a:pt x="523" y="138"/>
                    <a:pt x="524" y="138"/>
                  </a:cubicBezTo>
                  <a:cubicBezTo>
                    <a:pt x="524" y="138"/>
                    <a:pt x="524" y="138"/>
                    <a:pt x="524" y="138"/>
                  </a:cubicBezTo>
                  <a:cubicBezTo>
                    <a:pt x="525" y="136"/>
                    <a:pt x="527" y="136"/>
                    <a:pt x="529" y="135"/>
                  </a:cubicBezTo>
                  <a:close/>
                  <a:moveTo>
                    <a:pt x="525" y="117"/>
                  </a:moveTo>
                  <a:cubicBezTo>
                    <a:pt x="525" y="117"/>
                    <a:pt x="525" y="117"/>
                    <a:pt x="524" y="117"/>
                  </a:cubicBezTo>
                  <a:cubicBezTo>
                    <a:pt x="524" y="117"/>
                    <a:pt x="524" y="116"/>
                    <a:pt x="525" y="117"/>
                  </a:cubicBezTo>
                  <a:close/>
                  <a:moveTo>
                    <a:pt x="524" y="86"/>
                  </a:moveTo>
                  <a:cubicBezTo>
                    <a:pt x="523" y="86"/>
                    <a:pt x="522" y="86"/>
                    <a:pt x="521" y="86"/>
                  </a:cubicBezTo>
                  <a:cubicBezTo>
                    <a:pt x="522" y="85"/>
                    <a:pt x="523" y="85"/>
                    <a:pt x="524" y="86"/>
                  </a:cubicBezTo>
                  <a:close/>
                  <a:moveTo>
                    <a:pt x="521" y="87"/>
                  </a:moveTo>
                  <a:cubicBezTo>
                    <a:pt x="521" y="87"/>
                    <a:pt x="523" y="88"/>
                    <a:pt x="523" y="88"/>
                  </a:cubicBezTo>
                  <a:cubicBezTo>
                    <a:pt x="523" y="88"/>
                    <a:pt x="520" y="88"/>
                    <a:pt x="521" y="87"/>
                  </a:cubicBezTo>
                  <a:close/>
                  <a:moveTo>
                    <a:pt x="523" y="92"/>
                  </a:moveTo>
                  <a:cubicBezTo>
                    <a:pt x="523" y="92"/>
                    <a:pt x="521" y="92"/>
                    <a:pt x="521" y="91"/>
                  </a:cubicBezTo>
                  <a:cubicBezTo>
                    <a:pt x="522" y="90"/>
                    <a:pt x="523" y="91"/>
                    <a:pt x="523" y="92"/>
                  </a:cubicBezTo>
                  <a:close/>
                  <a:moveTo>
                    <a:pt x="521" y="105"/>
                  </a:moveTo>
                  <a:cubicBezTo>
                    <a:pt x="521" y="106"/>
                    <a:pt x="520" y="104"/>
                    <a:pt x="521" y="105"/>
                  </a:cubicBezTo>
                  <a:close/>
                  <a:moveTo>
                    <a:pt x="525" y="106"/>
                  </a:moveTo>
                  <a:cubicBezTo>
                    <a:pt x="527" y="106"/>
                    <a:pt x="528" y="108"/>
                    <a:pt x="526" y="111"/>
                  </a:cubicBezTo>
                  <a:cubicBezTo>
                    <a:pt x="525" y="112"/>
                    <a:pt x="523" y="112"/>
                    <a:pt x="522" y="112"/>
                  </a:cubicBezTo>
                  <a:cubicBezTo>
                    <a:pt x="520" y="112"/>
                    <a:pt x="518" y="112"/>
                    <a:pt x="518" y="112"/>
                  </a:cubicBezTo>
                  <a:cubicBezTo>
                    <a:pt x="518" y="112"/>
                    <a:pt x="519" y="112"/>
                    <a:pt x="519" y="112"/>
                  </a:cubicBezTo>
                  <a:cubicBezTo>
                    <a:pt x="519" y="112"/>
                    <a:pt x="518" y="112"/>
                    <a:pt x="518" y="112"/>
                  </a:cubicBezTo>
                  <a:cubicBezTo>
                    <a:pt x="518" y="112"/>
                    <a:pt x="518" y="111"/>
                    <a:pt x="518" y="111"/>
                  </a:cubicBezTo>
                  <a:cubicBezTo>
                    <a:pt x="517" y="110"/>
                    <a:pt x="522" y="106"/>
                    <a:pt x="525" y="106"/>
                  </a:cubicBezTo>
                  <a:close/>
                  <a:moveTo>
                    <a:pt x="520" y="133"/>
                  </a:moveTo>
                  <a:cubicBezTo>
                    <a:pt x="522" y="131"/>
                    <a:pt x="522" y="133"/>
                    <a:pt x="520" y="133"/>
                  </a:cubicBezTo>
                  <a:close/>
                  <a:moveTo>
                    <a:pt x="519" y="147"/>
                  </a:moveTo>
                  <a:cubicBezTo>
                    <a:pt x="519" y="146"/>
                    <a:pt x="521" y="145"/>
                    <a:pt x="521" y="146"/>
                  </a:cubicBezTo>
                  <a:cubicBezTo>
                    <a:pt x="522" y="147"/>
                    <a:pt x="520" y="147"/>
                    <a:pt x="519" y="147"/>
                  </a:cubicBezTo>
                  <a:close/>
                  <a:moveTo>
                    <a:pt x="513" y="162"/>
                  </a:moveTo>
                  <a:cubicBezTo>
                    <a:pt x="512" y="161"/>
                    <a:pt x="516" y="159"/>
                    <a:pt x="516" y="161"/>
                  </a:cubicBezTo>
                  <a:cubicBezTo>
                    <a:pt x="517" y="162"/>
                    <a:pt x="513" y="163"/>
                    <a:pt x="513" y="162"/>
                  </a:cubicBezTo>
                  <a:close/>
                  <a:moveTo>
                    <a:pt x="516" y="163"/>
                  </a:moveTo>
                  <a:cubicBezTo>
                    <a:pt x="516" y="164"/>
                    <a:pt x="515" y="165"/>
                    <a:pt x="516" y="164"/>
                  </a:cubicBezTo>
                  <a:cubicBezTo>
                    <a:pt x="516" y="164"/>
                    <a:pt x="516" y="164"/>
                    <a:pt x="516" y="163"/>
                  </a:cubicBezTo>
                  <a:close/>
                  <a:moveTo>
                    <a:pt x="514" y="191"/>
                  </a:moveTo>
                  <a:cubicBezTo>
                    <a:pt x="515" y="190"/>
                    <a:pt x="516" y="192"/>
                    <a:pt x="514" y="191"/>
                  </a:cubicBezTo>
                  <a:close/>
                  <a:moveTo>
                    <a:pt x="512" y="192"/>
                  </a:moveTo>
                  <a:cubicBezTo>
                    <a:pt x="512" y="191"/>
                    <a:pt x="514" y="191"/>
                    <a:pt x="514" y="191"/>
                  </a:cubicBezTo>
                  <a:cubicBezTo>
                    <a:pt x="514" y="192"/>
                    <a:pt x="512" y="192"/>
                    <a:pt x="512" y="192"/>
                  </a:cubicBezTo>
                  <a:close/>
                  <a:moveTo>
                    <a:pt x="514" y="247"/>
                  </a:moveTo>
                  <a:cubicBezTo>
                    <a:pt x="514" y="248"/>
                    <a:pt x="513" y="245"/>
                    <a:pt x="514" y="247"/>
                  </a:cubicBezTo>
                  <a:close/>
                  <a:moveTo>
                    <a:pt x="504" y="183"/>
                  </a:moveTo>
                  <a:cubicBezTo>
                    <a:pt x="506" y="182"/>
                    <a:pt x="506" y="181"/>
                    <a:pt x="504" y="181"/>
                  </a:cubicBezTo>
                  <a:cubicBezTo>
                    <a:pt x="505" y="178"/>
                    <a:pt x="508" y="175"/>
                    <a:pt x="511" y="176"/>
                  </a:cubicBezTo>
                  <a:cubicBezTo>
                    <a:pt x="517" y="179"/>
                    <a:pt x="509" y="186"/>
                    <a:pt x="504" y="183"/>
                  </a:cubicBezTo>
                  <a:close/>
                  <a:moveTo>
                    <a:pt x="505" y="184"/>
                  </a:moveTo>
                  <a:cubicBezTo>
                    <a:pt x="505" y="184"/>
                    <a:pt x="505" y="184"/>
                    <a:pt x="505" y="184"/>
                  </a:cubicBezTo>
                  <a:cubicBezTo>
                    <a:pt x="506" y="186"/>
                    <a:pt x="503" y="183"/>
                    <a:pt x="505" y="184"/>
                  </a:cubicBezTo>
                  <a:close/>
                  <a:moveTo>
                    <a:pt x="494" y="127"/>
                  </a:moveTo>
                  <a:cubicBezTo>
                    <a:pt x="494" y="127"/>
                    <a:pt x="497" y="125"/>
                    <a:pt x="498" y="127"/>
                  </a:cubicBezTo>
                  <a:cubicBezTo>
                    <a:pt x="498" y="128"/>
                    <a:pt x="494" y="129"/>
                    <a:pt x="494" y="127"/>
                  </a:cubicBezTo>
                  <a:close/>
                  <a:moveTo>
                    <a:pt x="496" y="219"/>
                  </a:moveTo>
                  <a:cubicBezTo>
                    <a:pt x="495" y="219"/>
                    <a:pt x="496" y="218"/>
                    <a:pt x="496" y="218"/>
                  </a:cubicBezTo>
                  <a:cubicBezTo>
                    <a:pt x="497" y="218"/>
                    <a:pt x="496" y="219"/>
                    <a:pt x="496" y="219"/>
                  </a:cubicBezTo>
                  <a:close/>
                  <a:moveTo>
                    <a:pt x="493" y="182"/>
                  </a:moveTo>
                  <a:cubicBezTo>
                    <a:pt x="493" y="181"/>
                    <a:pt x="495" y="181"/>
                    <a:pt x="495" y="181"/>
                  </a:cubicBezTo>
                  <a:cubicBezTo>
                    <a:pt x="496" y="182"/>
                    <a:pt x="494" y="183"/>
                    <a:pt x="493" y="182"/>
                  </a:cubicBezTo>
                  <a:close/>
                  <a:moveTo>
                    <a:pt x="494" y="221"/>
                  </a:moveTo>
                  <a:cubicBezTo>
                    <a:pt x="494" y="221"/>
                    <a:pt x="495" y="220"/>
                    <a:pt x="495" y="220"/>
                  </a:cubicBezTo>
                  <a:cubicBezTo>
                    <a:pt x="495" y="220"/>
                    <a:pt x="494" y="222"/>
                    <a:pt x="494" y="221"/>
                  </a:cubicBezTo>
                  <a:close/>
                  <a:moveTo>
                    <a:pt x="484" y="206"/>
                  </a:moveTo>
                  <a:cubicBezTo>
                    <a:pt x="487" y="204"/>
                    <a:pt x="490" y="201"/>
                    <a:pt x="492" y="200"/>
                  </a:cubicBezTo>
                  <a:cubicBezTo>
                    <a:pt x="492" y="200"/>
                    <a:pt x="494" y="199"/>
                    <a:pt x="493" y="200"/>
                  </a:cubicBezTo>
                  <a:cubicBezTo>
                    <a:pt x="492" y="203"/>
                    <a:pt x="487" y="205"/>
                    <a:pt x="484" y="206"/>
                  </a:cubicBezTo>
                  <a:close/>
                  <a:moveTo>
                    <a:pt x="491" y="221"/>
                  </a:moveTo>
                  <a:cubicBezTo>
                    <a:pt x="491" y="220"/>
                    <a:pt x="493" y="220"/>
                    <a:pt x="493" y="221"/>
                  </a:cubicBezTo>
                  <a:cubicBezTo>
                    <a:pt x="493" y="222"/>
                    <a:pt x="491" y="222"/>
                    <a:pt x="491" y="221"/>
                  </a:cubicBezTo>
                  <a:close/>
                  <a:moveTo>
                    <a:pt x="480" y="95"/>
                  </a:moveTo>
                  <a:cubicBezTo>
                    <a:pt x="482" y="94"/>
                    <a:pt x="483" y="93"/>
                    <a:pt x="485" y="93"/>
                  </a:cubicBezTo>
                  <a:cubicBezTo>
                    <a:pt x="483" y="94"/>
                    <a:pt x="482" y="95"/>
                    <a:pt x="480" y="95"/>
                  </a:cubicBezTo>
                  <a:close/>
                  <a:moveTo>
                    <a:pt x="481" y="162"/>
                  </a:moveTo>
                  <a:cubicBezTo>
                    <a:pt x="481" y="160"/>
                    <a:pt x="484" y="161"/>
                    <a:pt x="481" y="162"/>
                  </a:cubicBezTo>
                  <a:close/>
                  <a:moveTo>
                    <a:pt x="482" y="109"/>
                  </a:moveTo>
                  <a:cubicBezTo>
                    <a:pt x="481" y="112"/>
                    <a:pt x="478" y="110"/>
                    <a:pt x="482" y="109"/>
                  </a:cubicBezTo>
                  <a:close/>
                  <a:moveTo>
                    <a:pt x="496" y="72"/>
                  </a:moveTo>
                  <a:cubicBezTo>
                    <a:pt x="496" y="73"/>
                    <a:pt x="495" y="73"/>
                    <a:pt x="494" y="73"/>
                  </a:cubicBezTo>
                  <a:cubicBezTo>
                    <a:pt x="494" y="73"/>
                    <a:pt x="496" y="71"/>
                    <a:pt x="496" y="72"/>
                  </a:cubicBezTo>
                  <a:close/>
                  <a:moveTo>
                    <a:pt x="494" y="43"/>
                  </a:moveTo>
                  <a:cubicBezTo>
                    <a:pt x="494" y="43"/>
                    <a:pt x="496" y="43"/>
                    <a:pt x="496" y="43"/>
                  </a:cubicBezTo>
                  <a:cubicBezTo>
                    <a:pt x="497" y="45"/>
                    <a:pt x="494" y="44"/>
                    <a:pt x="494" y="43"/>
                  </a:cubicBezTo>
                  <a:close/>
                  <a:moveTo>
                    <a:pt x="493" y="64"/>
                  </a:moveTo>
                  <a:cubicBezTo>
                    <a:pt x="493" y="64"/>
                    <a:pt x="494" y="64"/>
                    <a:pt x="495" y="65"/>
                  </a:cubicBezTo>
                  <a:cubicBezTo>
                    <a:pt x="495" y="66"/>
                    <a:pt x="493" y="65"/>
                    <a:pt x="493" y="64"/>
                  </a:cubicBezTo>
                  <a:close/>
                  <a:moveTo>
                    <a:pt x="499" y="87"/>
                  </a:moveTo>
                  <a:cubicBezTo>
                    <a:pt x="498" y="89"/>
                    <a:pt x="488" y="88"/>
                    <a:pt x="488" y="87"/>
                  </a:cubicBezTo>
                  <a:cubicBezTo>
                    <a:pt x="489" y="86"/>
                    <a:pt x="496" y="88"/>
                    <a:pt x="499" y="87"/>
                  </a:cubicBezTo>
                  <a:close/>
                  <a:moveTo>
                    <a:pt x="493" y="105"/>
                  </a:moveTo>
                  <a:cubicBezTo>
                    <a:pt x="493" y="105"/>
                    <a:pt x="493" y="105"/>
                    <a:pt x="493" y="105"/>
                  </a:cubicBezTo>
                  <a:cubicBezTo>
                    <a:pt x="493" y="105"/>
                    <a:pt x="493" y="105"/>
                    <a:pt x="492" y="105"/>
                  </a:cubicBezTo>
                  <a:cubicBezTo>
                    <a:pt x="489" y="105"/>
                    <a:pt x="493" y="97"/>
                    <a:pt x="497" y="101"/>
                  </a:cubicBezTo>
                  <a:cubicBezTo>
                    <a:pt x="498" y="102"/>
                    <a:pt x="498" y="102"/>
                    <a:pt x="498" y="103"/>
                  </a:cubicBezTo>
                  <a:cubicBezTo>
                    <a:pt x="498" y="106"/>
                    <a:pt x="494" y="107"/>
                    <a:pt x="493" y="105"/>
                  </a:cubicBezTo>
                  <a:close/>
                  <a:moveTo>
                    <a:pt x="495" y="108"/>
                  </a:moveTo>
                  <a:cubicBezTo>
                    <a:pt x="495" y="108"/>
                    <a:pt x="494" y="109"/>
                    <a:pt x="494" y="108"/>
                  </a:cubicBezTo>
                  <a:cubicBezTo>
                    <a:pt x="493" y="108"/>
                    <a:pt x="495" y="107"/>
                    <a:pt x="495" y="108"/>
                  </a:cubicBezTo>
                  <a:close/>
                  <a:moveTo>
                    <a:pt x="494" y="174"/>
                  </a:moveTo>
                  <a:cubicBezTo>
                    <a:pt x="494" y="175"/>
                    <a:pt x="492" y="176"/>
                    <a:pt x="492" y="175"/>
                  </a:cubicBezTo>
                  <a:cubicBezTo>
                    <a:pt x="492" y="174"/>
                    <a:pt x="494" y="173"/>
                    <a:pt x="494" y="174"/>
                  </a:cubicBezTo>
                  <a:close/>
                  <a:moveTo>
                    <a:pt x="495" y="98"/>
                  </a:moveTo>
                  <a:cubicBezTo>
                    <a:pt x="496" y="99"/>
                    <a:pt x="494" y="98"/>
                    <a:pt x="495" y="98"/>
                  </a:cubicBezTo>
                  <a:close/>
                  <a:moveTo>
                    <a:pt x="499" y="91"/>
                  </a:moveTo>
                  <a:cubicBezTo>
                    <a:pt x="498" y="92"/>
                    <a:pt x="497" y="91"/>
                    <a:pt x="499" y="91"/>
                  </a:cubicBezTo>
                  <a:close/>
                  <a:moveTo>
                    <a:pt x="491" y="166"/>
                  </a:moveTo>
                  <a:cubicBezTo>
                    <a:pt x="491" y="167"/>
                    <a:pt x="489" y="169"/>
                    <a:pt x="488" y="169"/>
                  </a:cubicBezTo>
                  <a:cubicBezTo>
                    <a:pt x="488" y="167"/>
                    <a:pt x="490" y="167"/>
                    <a:pt x="491" y="166"/>
                  </a:cubicBezTo>
                  <a:close/>
                  <a:moveTo>
                    <a:pt x="485" y="144"/>
                  </a:moveTo>
                  <a:cubicBezTo>
                    <a:pt x="488" y="143"/>
                    <a:pt x="489" y="145"/>
                    <a:pt x="485" y="144"/>
                  </a:cubicBezTo>
                  <a:close/>
                  <a:moveTo>
                    <a:pt x="486" y="93"/>
                  </a:moveTo>
                  <a:cubicBezTo>
                    <a:pt x="488" y="92"/>
                    <a:pt x="489" y="91"/>
                    <a:pt x="491" y="90"/>
                  </a:cubicBezTo>
                  <a:cubicBezTo>
                    <a:pt x="490" y="92"/>
                    <a:pt x="488" y="92"/>
                    <a:pt x="486" y="93"/>
                  </a:cubicBezTo>
                  <a:close/>
                  <a:moveTo>
                    <a:pt x="491" y="61"/>
                  </a:moveTo>
                  <a:cubicBezTo>
                    <a:pt x="491" y="60"/>
                    <a:pt x="492" y="60"/>
                    <a:pt x="493" y="61"/>
                  </a:cubicBezTo>
                  <a:cubicBezTo>
                    <a:pt x="492" y="61"/>
                    <a:pt x="492" y="61"/>
                    <a:pt x="491" y="61"/>
                  </a:cubicBezTo>
                  <a:close/>
                  <a:moveTo>
                    <a:pt x="490" y="74"/>
                  </a:moveTo>
                  <a:cubicBezTo>
                    <a:pt x="491" y="73"/>
                    <a:pt x="491" y="75"/>
                    <a:pt x="490" y="74"/>
                  </a:cubicBezTo>
                  <a:close/>
                  <a:moveTo>
                    <a:pt x="489" y="67"/>
                  </a:moveTo>
                  <a:cubicBezTo>
                    <a:pt x="488" y="66"/>
                    <a:pt x="490" y="66"/>
                    <a:pt x="490" y="66"/>
                  </a:cubicBezTo>
                  <a:cubicBezTo>
                    <a:pt x="491" y="67"/>
                    <a:pt x="489" y="68"/>
                    <a:pt x="489" y="67"/>
                  </a:cubicBezTo>
                  <a:close/>
                  <a:moveTo>
                    <a:pt x="488" y="60"/>
                  </a:moveTo>
                  <a:cubicBezTo>
                    <a:pt x="488" y="60"/>
                    <a:pt x="489" y="60"/>
                    <a:pt x="489" y="60"/>
                  </a:cubicBezTo>
                  <a:cubicBezTo>
                    <a:pt x="489" y="60"/>
                    <a:pt x="489" y="61"/>
                    <a:pt x="488" y="60"/>
                  </a:cubicBezTo>
                  <a:close/>
                  <a:moveTo>
                    <a:pt x="492" y="82"/>
                  </a:moveTo>
                  <a:cubicBezTo>
                    <a:pt x="492" y="84"/>
                    <a:pt x="487" y="83"/>
                    <a:pt x="487" y="81"/>
                  </a:cubicBezTo>
                  <a:cubicBezTo>
                    <a:pt x="487" y="79"/>
                    <a:pt x="492" y="79"/>
                    <a:pt x="492" y="82"/>
                  </a:cubicBezTo>
                  <a:close/>
                  <a:moveTo>
                    <a:pt x="483" y="73"/>
                  </a:moveTo>
                  <a:cubicBezTo>
                    <a:pt x="482" y="71"/>
                    <a:pt x="487" y="70"/>
                    <a:pt x="487" y="72"/>
                  </a:cubicBezTo>
                  <a:cubicBezTo>
                    <a:pt x="488" y="75"/>
                    <a:pt x="483" y="74"/>
                    <a:pt x="483" y="73"/>
                  </a:cubicBezTo>
                  <a:close/>
                  <a:moveTo>
                    <a:pt x="483" y="60"/>
                  </a:moveTo>
                  <a:cubicBezTo>
                    <a:pt x="483" y="60"/>
                    <a:pt x="483" y="60"/>
                    <a:pt x="483" y="60"/>
                  </a:cubicBezTo>
                  <a:cubicBezTo>
                    <a:pt x="484" y="62"/>
                    <a:pt x="481" y="59"/>
                    <a:pt x="483" y="60"/>
                  </a:cubicBezTo>
                  <a:close/>
                  <a:moveTo>
                    <a:pt x="482" y="62"/>
                  </a:moveTo>
                  <a:cubicBezTo>
                    <a:pt x="483" y="63"/>
                    <a:pt x="481" y="63"/>
                    <a:pt x="481" y="62"/>
                  </a:cubicBezTo>
                  <a:cubicBezTo>
                    <a:pt x="481" y="62"/>
                    <a:pt x="482" y="62"/>
                    <a:pt x="482" y="62"/>
                  </a:cubicBezTo>
                  <a:close/>
                  <a:moveTo>
                    <a:pt x="487" y="184"/>
                  </a:moveTo>
                  <a:cubicBezTo>
                    <a:pt x="487" y="185"/>
                    <a:pt x="485" y="186"/>
                    <a:pt x="484" y="186"/>
                  </a:cubicBezTo>
                  <a:cubicBezTo>
                    <a:pt x="485" y="185"/>
                    <a:pt x="486" y="185"/>
                    <a:pt x="487" y="184"/>
                  </a:cubicBezTo>
                  <a:close/>
                  <a:moveTo>
                    <a:pt x="495" y="174"/>
                  </a:moveTo>
                  <a:cubicBezTo>
                    <a:pt x="495" y="174"/>
                    <a:pt x="495" y="174"/>
                    <a:pt x="495" y="174"/>
                  </a:cubicBezTo>
                  <a:cubicBezTo>
                    <a:pt x="495" y="175"/>
                    <a:pt x="494" y="175"/>
                    <a:pt x="495" y="174"/>
                  </a:cubicBezTo>
                  <a:close/>
                  <a:moveTo>
                    <a:pt x="498" y="141"/>
                  </a:moveTo>
                  <a:cubicBezTo>
                    <a:pt x="499" y="142"/>
                    <a:pt x="497" y="143"/>
                    <a:pt x="497" y="142"/>
                  </a:cubicBezTo>
                  <a:cubicBezTo>
                    <a:pt x="496" y="141"/>
                    <a:pt x="498" y="141"/>
                    <a:pt x="498" y="141"/>
                  </a:cubicBezTo>
                  <a:close/>
                  <a:moveTo>
                    <a:pt x="497" y="131"/>
                  </a:moveTo>
                  <a:cubicBezTo>
                    <a:pt x="497" y="131"/>
                    <a:pt x="498" y="131"/>
                    <a:pt x="498" y="131"/>
                  </a:cubicBezTo>
                  <a:cubicBezTo>
                    <a:pt x="499" y="132"/>
                    <a:pt x="497" y="132"/>
                    <a:pt x="497" y="131"/>
                  </a:cubicBezTo>
                  <a:close/>
                  <a:moveTo>
                    <a:pt x="498" y="128"/>
                  </a:moveTo>
                  <a:cubicBezTo>
                    <a:pt x="499" y="129"/>
                    <a:pt x="500" y="126"/>
                    <a:pt x="501" y="126"/>
                  </a:cubicBezTo>
                  <a:cubicBezTo>
                    <a:pt x="508" y="122"/>
                    <a:pt x="510" y="132"/>
                    <a:pt x="502" y="132"/>
                  </a:cubicBezTo>
                  <a:cubicBezTo>
                    <a:pt x="501" y="132"/>
                    <a:pt x="498" y="131"/>
                    <a:pt x="498" y="128"/>
                  </a:cubicBezTo>
                  <a:close/>
                  <a:moveTo>
                    <a:pt x="502" y="94"/>
                  </a:moveTo>
                  <a:cubicBezTo>
                    <a:pt x="503" y="93"/>
                    <a:pt x="504" y="95"/>
                    <a:pt x="502" y="94"/>
                  </a:cubicBezTo>
                  <a:close/>
                  <a:moveTo>
                    <a:pt x="505" y="67"/>
                  </a:moveTo>
                  <a:cubicBezTo>
                    <a:pt x="505" y="67"/>
                    <a:pt x="505" y="68"/>
                    <a:pt x="504" y="68"/>
                  </a:cubicBezTo>
                  <a:cubicBezTo>
                    <a:pt x="502" y="68"/>
                    <a:pt x="504" y="64"/>
                    <a:pt x="505" y="67"/>
                  </a:cubicBezTo>
                  <a:close/>
                  <a:moveTo>
                    <a:pt x="503" y="121"/>
                  </a:moveTo>
                  <a:cubicBezTo>
                    <a:pt x="504" y="121"/>
                    <a:pt x="502" y="123"/>
                    <a:pt x="501" y="122"/>
                  </a:cubicBezTo>
                  <a:cubicBezTo>
                    <a:pt x="502" y="122"/>
                    <a:pt x="502" y="122"/>
                    <a:pt x="503" y="121"/>
                  </a:cubicBezTo>
                  <a:close/>
                  <a:moveTo>
                    <a:pt x="506" y="123"/>
                  </a:moveTo>
                  <a:cubicBezTo>
                    <a:pt x="507" y="123"/>
                    <a:pt x="505" y="124"/>
                    <a:pt x="505" y="124"/>
                  </a:cubicBezTo>
                  <a:cubicBezTo>
                    <a:pt x="505" y="123"/>
                    <a:pt x="505" y="122"/>
                    <a:pt x="506" y="123"/>
                  </a:cubicBezTo>
                  <a:close/>
                  <a:moveTo>
                    <a:pt x="506" y="142"/>
                  </a:moveTo>
                  <a:cubicBezTo>
                    <a:pt x="507" y="142"/>
                    <a:pt x="505" y="143"/>
                    <a:pt x="505" y="142"/>
                  </a:cubicBezTo>
                  <a:cubicBezTo>
                    <a:pt x="505" y="142"/>
                    <a:pt x="506" y="142"/>
                    <a:pt x="506" y="142"/>
                  </a:cubicBezTo>
                  <a:close/>
                  <a:moveTo>
                    <a:pt x="502" y="137"/>
                  </a:moveTo>
                  <a:cubicBezTo>
                    <a:pt x="503" y="139"/>
                    <a:pt x="499" y="139"/>
                    <a:pt x="499" y="138"/>
                  </a:cubicBezTo>
                  <a:cubicBezTo>
                    <a:pt x="499" y="136"/>
                    <a:pt x="502" y="136"/>
                    <a:pt x="502" y="137"/>
                  </a:cubicBezTo>
                  <a:close/>
                  <a:moveTo>
                    <a:pt x="504" y="199"/>
                  </a:moveTo>
                  <a:cubicBezTo>
                    <a:pt x="504" y="199"/>
                    <a:pt x="503" y="200"/>
                    <a:pt x="503" y="200"/>
                  </a:cubicBezTo>
                  <a:cubicBezTo>
                    <a:pt x="501" y="200"/>
                    <a:pt x="503" y="197"/>
                    <a:pt x="504" y="199"/>
                  </a:cubicBezTo>
                  <a:close/>
                  <a:moveTo>
                    <a:pt x="512" y="113"/>
                  </a:moveTo>
                  <a:cubicBezTo>
                    <a:pt x="512" y="114"/>
                    <a:pt x="509" y="116"/>
                    <a:pt x="507" y="114"/>
                  </a:cubicBezTo>
                  <a:cubicBezTo>
                    <a:pt x="506" y="113"/>
                    <a:pt x="511" y="111"/>
                    <a:pt x="512" y="113"/>
                  </a:cubicBezTo>
                  <a:close/>
                  <a:moveTo>
                    <a:pt x="508" y="101"/>
                  </a:moveTo>
                  <a:cubicBezTo>
                    <a:pt x="508" y="100"/>
                    <a:pt x="509" y="100"/>
                    <a:pt x="510" y="101"/>
                  </a:cubicBezTo>
                  <a:cubicBezTo>
                    <a:pt x="511" y="102"/>
                    <a:pt x="508" y="102"/>
                    <a:pt x="508" y="101"/>
                  </a:cubicBezTo>
                  <a:close/>
                  <a:moveTo>
                    <a:pt x="510" y="102"/>
                  </a:moveTo>
                  <a:cubicBezTo>
                    <a:pt x="511" y="101"/>
                    <a:pt x="512" y="103"/>
                    <a:pt x="510" y="102"/>
                  </a:cubicBezTo>
                  <a:close/>
                  <a:moveTo>
                    <a:pt x="514" y="132"/>
                  </a:moveTo>
                  <a:cubicBezTo>
                    <a:pt x="514" y="132"/>
                    <a:pt x="514" y="133"/>
                    <a:pt x="514" y="134"/>
                  </a:cubicBezTo>
                  <a:cubicBezTo>
                    <a:pt x="512" y="137"/>
                    <a:pt x="512" y="131"/>
                    <a:pt x="514" y="132"/>
                  </a:cubicBezTo>
                  <a:close/>
                  <a:moveTo>
                    <a:pt x="515" y="154"/>
                  </a:moveTo>
                  <a:cubicBezTo>
                    <a:pt x="515" y="154"/>
                    <a:pt x="515" y="153"/>
                    <a:pt x="515" y="153"/>
                  </a:cubicBezTo>
                  <a:cubicBezTo>
                    <a:pt x="516" y="154"/>
                    <a:pt x="515" y="155"/>
                    <a:pt x="515" y="154"/>
                  </a:cubicBezTo>
                  <a:close/>
                  <a:moveTo>
                    <a:pt x="516" y="153"/>
                  </a:moveTo>
                  <a:cubicBezTo>
                    <a:pt x="516" y="151"/>
                    <a:pt x="519" y="152"/>
                    <a:pt x="516" y="153"/>
                  </a:cubicBezTo>
                  <a:close/>
                  <a:moveTo>
                    <a:pt x="513" y="148"/>
                  </a:moveTo>
                  <a:cubicBezTo>
                    <a:pt x="514" y="147"/>
                    <a:pt x="516" y="145"/>
                    <a:pt x="517" y="145"/>
                  </a:cubicBezTo>
                  <a:cubicBezTo>
                    <a:pt x="520" y="143"/>
                    <a:pt x="516" y="149"/>
                    <a:pt x="513" y="148"/>
                  </a:cubicBezTo>
                  <a:close/>
                  <a:moveTo>
                    <a:pt x="515" y="134"/>
                  </a:moveTo>
                  <a:cubicBezTo>
                    <a:pt x="514" y="133"/>
                    <a:pt x="515" y="133"/>
                    <a:pt x="515" y="134"/>
                  </a:cubicBezTo>
                  <a:close/>
                  <a:moveTo>
                    <a:pt x="518" y="86"/>
                  </a:moveTo>
                  <a:cubicBezTo>
                    <a:pt x="517" y="86"/>
                    <a:pt x="519" y="86"/>
                    <a:pt x="519" y="86"/>
                  </a:cubicBezTo>
                  <a:cubicBezTo>
                    <a:pt x="520" y="86"/>
                    <a:pt x="518" y="87"/>
                    <a:pt x="518" y="86"/>
                  </a:cubicBezTo>
                  <a:close/>
                  <a:moveTo>
                    <a:pt x="518" y="88"/>
                  </a:moveTo>
                  <a:cubicBezTo>
                    <a:pt x="519" y="87"/>
                    <a:pt x="520" y="88"/>
                    <a:pt x="518" y="88"/>
                  </a:cubicBezTo>
                  <a:close/>
                  <a:moveTo>
                    <a:pt x="519" y="94"/>
                  </a:moveTo>
                  <a:cubicBezTo>
                    <a:pt x="519" y="96"/>
                    <a:pt x="514" y="96"/>
                    <a:pt x="515" y="93"/>
                  </a:cubicBezTo>
                  <a:cubicBezTo>
                    <a:pt x="515" y="92"/>
                    <a:pt x="519" y="92"/>
                    <a:pt x="519" y="94"/>
                  </a:cubicBezTo>
                  <a:close/>
                  <a:moveTo>
                    <a:pt x="516" y="113"/>
                  </a:moveTo>
                  <a:cubicBezTo>
                    <a:pt x="516" y="112"/>
                    <a:pt x="516" y="112"/>
                    <a:pt x="516" y="112"/>
                  </a:cubicBezTo>
                  <a:cubicBezTo>
                    <a:pt x="518" y="110"/>
                    <a:pt x="517" y="114"/>
                    <a:pt x="516" y="113"/>
                  </a:cubicBezTo>
                  <a:close/>
                  <a:moveTo>
                    <a:pt x="518" y="143"/>
                  </a:moveTo>
                  <a:cubicBezTo>
                    <a:pt x="518" y="143"/>
                    <a:pt x="516" y="144"/>
                    <a:pt x="516" y="144"/>
                  </a:cubicBezTo>
                  <a:cubicBezTo>
                    <a:pt x="516" y="143"/>
                    <a:pt x="517" y="142"/>
                    <a:pt x="518" y="143"/>
                  </a:cubicBezTo>
                  <a:close/>
                  <a:moveTo>
                    <a:pt x="515" y="139"/>
                  </a:moveTo>
                  <a:cubicBezTo>
                    <a:pt x="516" y="140"/>
                    <a:pt x="515" y="140"/>
                    <a:pt x="515" y="140"/>
                  </a:cubicBezTo>
                  <a:cubicBezTo>
                    <a:pt x="515" y="140"/>
                    <a:pt x="515" y="139"/>
                    <a:pt x="515" y="139"/>
                  </a:cubicBezTo>
                  <a:close/>
                  <a:moveTo>
                    <a:pt x="519" y="150"/>
                  </a:moveTo>
                  <a:cubicBezTo>
                    <a:pt x="520" y="150"/>
                    <a:pt x="518" y="151"/>
                    <a:pt x="518" y="151"/>
                  </a:cubicBezTo>
                  <a:cubicBezTo>
                    <a:pt x="517" y="150"/>
                    <a:pt x="519" y="150"/>
                    <a:pt x="519" y="150"/>
                  </a:cubicBezTo>
                  <a:close/>
                  <a:moveTo>
                    <a:pt x="525" y="72"/>
                  </a:moveTo>
                  <a:cubicBezTo>
                    <a:pt x="525" y="72"/>
                    <a:pt x="525" y="72"/>
                    <a:pt x="524" y="72"/>
                  </a:cubicBezTo>
                  <a:cubicBezTo>
                    <a:pt x="524" y="72"/>
                    <a:pt x="525" y="71"/>
                    <a:pt x="525" y="72"/>
                  </a:cubicBezTo>
                  <a:close/>
                  <a:moveTo>
                    <a:pt x="509" y="73"/>
                  </a:moveTo>
                  <a:cubicBezTo>
                    <a:pt x="510" y="72"/>
                    <a:pt x="513" y="74"/>
                    <a:pt x="516" y="74"/>
                  </a:cubicBezTo>
                  <a:cubicBezTo>
                    <a:pt x="517" y="73"/>
                    <a:pt x="522" y="72"/>
                    <a:pt x="523" y="73"/>
                  </a:cubicBezTo>
                  <a:cubicBezTo>
                    <a:pt x="523" y="75"/>
                    <a:pt x="517" y="75"/>
                    <a:pt x="517" y="75"/>
                  </a:cubicBezTo>
                  <a:cubicBezTo>
                    <a:pt x="517" y="76"/>
                    <a:pt x="520" y="79"/>
                    <a:pt x="520" y="79"/>
                  </a:cubicBezTo>
                  <a:cubicBezTo>
                    <a:pt x="522" y="87"/>
                    <a:pt x="509" y="84"/>
                    <a:pt x="506" y="82"/>
                  </a:cubicBezTo>
                  <a:cubicBezTo>
                    <a:pt x="501" y="80"/>
                    <a:pt x="510" y="81"/>
                    <a:pt x="507" y="77"/>
                  </a:cubicBezTo>
                  <a:cubicBezTo>
                    <a:pt x="511" y="79"/>
                    <a:pt x="508" y="74"/>
                    <a:pt x="509" y="73"/>
                  </a:cubicBezTo>
                  <a:close/>
                  <a:moveTo>
                    <a:pt x="509" y="61"/>
                  </a:moveTo>
                  <a:cubicBezTo>
                    <a:pt x="510" y="61"/>
                    <a:pt x="508" y="62"/>
                    <a:pt x="507" y="61"/>
                  </a:cubicBezTo>
                  <a:cubicBezTo>
                    <a:pt x="507" y="61"/>
                    <a:pt x="509" y="60"/>
                    <a:pt x="509" y="61"/>
                  </a:cubicBezTo>
                  <a:close/>
                  <a:moveTo>
                    <a:pt x="511" y="36"/>
                  </a:moveTo>
                  <a:cubicBezTo>
                    <a:pt x="511" y="37"/>
                    <a:pt x="509" y="37"/>
                    <a:pt x="509" y="36"/>
                  </a:cubicBezTo>
                  <a:cubicBezTo>
                    <a:pt x="509" y="35"/>
                    <a:pt x="510" y="35"/>
                    <a:pt x="511" y="36"/>
                  </a:cubicBezTo>
                  <a:close/>
                  <a:moveTo>
                    <a:pt x="509" y="38"/>
                  </a:moveTo>
                  <a:cubicBezTo>
                    <a:pt x="509" y="40"/>
                    <a:pt x="506" y="39"/>
                    <a:pt x="506" y="38"/>
                  </a:cubicBezTo>
                  <a:cubicBezTo>
                    <a:pt x="506" y="37"/>
                    <a:pt x="509" y="36"/>
                    <a:pt x="509" y="38"/>
                  </a:cubicBezTo>
                  <a:close/>
                  <a:moveTo>
                    <a:pt x="509" y="50"/>
                  </a:moveTo>
                  <a:cubicBezTo>
                    <a:pt x="504" y="53"/>
                    <a:pt x="503" y="50"/>
                    <a:pt x="509" y="50"/>
                  </a:cubicBezTo>
                  <a:close/>
                  <a:moveTo>
                    <a:pt x="506" y="53"/>
                  </a:moveTo>
                  <a:cubicBezTo>
                    <a:pt x="505" y="54"/>
                    <a:pt x="504" y="53"/>
                    <a:pt x="504" y="53"/>
                  </a:cubicBezTo>
                  <a:cubicBezTo>
                    <a:pt x="504" y="53"/>
                    <a:pt x="506" y="53"/>
                    <a:pt x="506" y="53"/>
                  </a:cubicBezTo>
                  <a:close/>
                  <a:moveTo>
                    <a:pt x="504" y="64"/>
                  </a:moveTo>
                  <a:cubicBezTo>
                    <a:pt x="503" y="65"/>
                    <a:pt x="502" y="65"/>
                    <a:pt x="501" y="65"/>
                  </a:cubicBezTo>
                  <a:cubicBezTo>
                    <a:pt x="501" y="64"/>
                    <a:pt x="503" y="63"/>
                    <a:pt x="504" y="64"/>
                  </a:cubicBezTo>
                  <a:close/>
                  <a:moveTo>
                    <a:pt x="501" y="64"/>
                  </a:moveTo>
                  <a:cubicBezTo>
                    <a:pt x="501" y="64"/>
                    <a:pt x="500" y="65"/>
                    <a:pt x="500" y="64"/>
                  </a:cubicBezTo>
                  <a:cubicBezTo>
                    <a:pt x="500" y="64"/>
                    <a:pt x="501" y="63"/>
                    <a:pt x="501" y="64"/>
                  </a:cubicBezTo>
                  <a:close/>
                  <a:moveTo>
                    <a:pt x="501" y="123"/>
                  </a:moveTo>
                  <a:cubicBezTo>
                    <a:pt x="501" y="123"/>
                    <a:pt x="501" y="123"/>
                    <a:pt x="501" y="123"/>
                  </a:cubicBezTo>
                  <a:cubicBezTo>
                    <a:pt x="502" y="125"/>
                    <a:pt x="499" y="121"/>
                    <a:pt x="501" y="123"/>
                  </a:cubicBezTo>
                  <a:close/>
                  <a:moveTo>
                    <a:pt x="499" y="65"/>
                  </a:moveTo>
                  <a:cubicBezTo>
                    <a:pt x="501" y="65"/>
                    <a:pt x="497" y="65"/>
                    <a:pt x="499" y="65"/>
                  </a:cubicBezTo>
                  <a:close/>
                  <a:moveTo>
                    <a:pt x="498" y="38"/>
                  </a:moveTo>
                  <a:cubicBezTo>
                    <a:pt x="498" y="38"/>
                    <a:pt x="497" y="39"/>
                    <a:pt x="497" y="38"/>
                  </a:cubicBezTo>
                  <a:cubicBezTo>
                    <a:pt x="497" y="38"/>
                    <a:pt x="497" y="37"/>
                    <a:pt x="498" y="38"/>
                  </a:cubicBezTo>
                  <a:close/>
                  <a:moveTo>
                    <a:pt x="497" y="31"/>
                  </a:moveTo>
                  <a:cubicBezTo>
                    <a:pt x="497" y="32"/>
                    <a:pt x="495" y="32"/>
                    <a:pt x="495" y="31"/>
                  </a:cubicBezTo>
                  <a:cubicBezTo>
                    <a:pt x="495" y="31"/>
                    <a:pt x="496" y="31"/>
                    <a:pt x="497" y="31"/>
                  </a:cubicBezTo>
                  <a:close/>
                  <a:moveTo>
                    <a:pt x="496" y="40"/>
                  </a:moveTo>
                  <a:cubicBezTo>
                    <a:pt x="496" y="41"/>
                    <a:pt x="493" y="42"/>
                    <a:pt x="493" y="41"/>
                  </a:cubicBezTo>
                  <a:cubicBezTo>
                    <a:pt x="492" y="40"/>
                    <a:pt x="495" y="39"/>
                    <a:pt x="496" y="40"/>
                  </a:cubicBezTo>
                  <a:close/>
                  <a:moveTo>
                    <a:pt x="492" y="44"/>
                  </a:moveTo>
                  <a:cubicBezTo>
                    <a:pt x="493" y="43"/>
                    <a:pt x="494" y="45"/>
                    <a:pt x="492" y="44"/>
                  </a:cubicBezTo>
                  <a:close/>
                  <a:moveTo>
                    <a:pt x="488" y="29"/>
                  </a:moveTo>
                  <a:cubicBezTo>
                    <a:pt x="489" y="30"/>
                    <a:pt x="486" y="30"/>
                    <a:pt x="486" y="29"/>
                  </a:cubicBezTo>
                  <a:cubicBezTo>
                    <a:pt x="486" y="28"/>
                    <a:pt x="488" y="28"/>
                    <a:pt x="488" y="29"/>
                  </a:cubicBezTo>
                  <a:close/>
                  <a:moveTo>
                    <a:pt x="487" y="31"/>
                  </a:moveTo>
                  <a:cubicBezTo>
                    <a:pt x="487" y="31"/>
                    <a:pt x="488" y="31"/>
                    <a:pt x="488" y="31"/>
                  </a:cubicBezTo>
                  <a:cubicBezTo>
                    <a:pt x="489" y="32"/>
                    <a:pt x="487" y="32"/>
                    <a:pt x="487" y="31"/>
                  </a:cubicBezTo>
                  <a:close/>
                  <a:moveTo>
                    <a:pt x="488" y="40"/>
                  </a:moveTo>
                  <a:cubicBezTo>
                    <a:pt x="488" y="41"/>
                    <a:pt x="487" y="41"/>
                    <a:pt x="486" y="41"/>
                  </a:cubicBezTo>
                  <a:cubicBezTo>
                    <a:pt x="486" y="40"/>
                    <a:pt x="487" y="40"/>
                    <a:pt x="488" y="40"/>
                  </a:cubicBezTo>
                  <a:close/>
                  <a:moveTo>
                    <a:pt x="484" y="41"/>
                  </a:moveTo>
                  <a:cubicBezTo>
                    <a:pt x="485" y="42"/>
                    <a:pt x="483" y="42"/>
                    <a:pt x="483" y="42"/>
                  </a:cubicBezTo>
                  <a:cubicBezTo>
                    <a:pt x="483" y="41"/>
                    <a:pt x="484" y="41"/>
                    <a:pt x="484" y="41"/>
                  </a:cubicBezTo>
                  <a:close/>
                  <a:moveTo>
                    <a:pt x="483" y="38"/>
                  </a:moveTo>
                  <a:cubicBezTo>
                    <a:pt x="482" y="37"/>
                    <a:pt x="484" y="38"/>
                    <a:pt x="483" y="38"/>
                  </a:cubicBezTo>
                  <a:close/>
                  <a:moveTo>
                    <a:pt x="483" y="51"/>
                  </a:moveTo>
                  <a:cubicBezTo>
                    <a:pt x="485" y="47"/>
                    <a:pt x="492" y="43"/>
                    <a:pt x="496" y="48"/>
                  </a:cubicBezTo>
                  <a:cubicBezTo>
                    <a:pt x="496" y="49"/>
                    <a:pt x="494" y="53"/>
                    <a:pt x="493" y="53"/>
                  </a:cubicBezTo>
                  <a:cubicBezTo>
                    <a:pt x="493" y="53"/>
                    <a:pt x="491" y="53"/>
                    <a:pt x="490" y="53"/>
                  </a:cubicBezTo>
                  <a:cubicBezTo>
                    <a:pt x="490" y="53"/>
                    <a:pt x="490" y="54"/>
                    <a:pt x="489" y="54"/>
                  </a:cubicBezTo>
                  <a:cubicBezTo>
                    <a:pt x="488" y="54"/>
                    <a:pt x="485" y="54"/>
                    <a:pt x="483" y="54"/>
                  </a:cubicBezTo>
                  <a:cubicBezTo>
                    <a:pt x="483" y="54"/>
                    <a:pt x="483" y="54"/>
                    <a:pt x="482" y="54"/>
                  </a:cubicBezTo>
                  <a:cubicBezTo>
                    <a:pt x="482" y="53"/>
                    <a:pt x="483" y="52"/>
                    <a:pt x="483" y="51"/>
                  </a:cubicBezTo>
                  <a:close/>
                  <a:moveTo>
                    <a:pt x="482" y="56"/>
                  </a:moveTo>
                  <a:cubicBezTo>
                    <a:pt x="483" y="57"/>
                    <a:pt x="480" y="57"/>
                    <a:pt x="480" y="57"/>
                  </a:cubicBezTo>
                  <a:cubicBezTo>
                    <a:pt x="479" y="55"/>
                    <a:pt x="482" y="55"/>
                    <a:pt x="482" y="56"/>
                  </a:cubicBezTo>
                  <a:close/>
                  <a:moveTo>
                    <a:pt x="479" y="43"/>
                  </a:moveTo>
                  <a:cubicBezTo>
                    <a:pt x="479" y="45"/>
                    <a:pt x="475" y="45"/>
                    <a:pt x="474" y="44"/>
                  </a:cubicBezTo>
                  <a:cubicBezTo>
                    <a:pt x="474" y="43"/>
                    <a:pt x="478" y="42"/>
                    <a:pt x="479" y="43"/>
                  </a:cubicBezTo>
                  <a:close/>
                  <a:moveTo>
                    <a:pt x="473" y="28"/>
                  </a:moveTo>
                  <a:cubicBezTo>
                    <a:pt x="472" y="28"/>
                    <a:pt x="474" y="28"/>
                    <a:pt x="473" y="28"/>
                  </a:cubicBezTo>
                  <a:close/>
                  <a:moveTo>
                    <a:pt x="471" y="33"/>
                  </a:moveTo>
                  <a:cubicBezTo>
                    <a:pt x="471" y="34"/>
                    <a:pt x="470" y="34"/>
                    <a:pt x="469" y="34"/>
                  </a:cubicBezTo>
                  <a:cubicBezTo>
                    <a:pt x="469" y="33"/>
                    <a:pt x="471" y="32"/>
                    <a:pt x="471" y="33"/>
                  </a:cubicBezTo>
                  <a:close/>
                  <a:moveTo>
                    <a:pt x="467" y="32"/>
                  </a:moveTo>
                  <a:cubicBezTo>
                    <a:pt x="469" y="31"/>
                    <a:pt x="470" y="33"/>
                    <a:pt x="467" y="32"/>
                  </a:cubicBezTo>
                  <a:close/>
                  <a:moveTo>
                    <a:pt x="467" y="46"/>
                  </a:moveTo>
                  <a:cubicBezTo>
                    <a:pt x="468" y="44"/>
                    <a:pt x="469" y="47"/>
                    <a:pt x="467" y="46"/>
                  </a:cubicBezTo>
                  <a:close/>
                  <a:moveTo>
                    <a:pt x="467" y="52"/>
                  </a:moveTo>
                  <a:cubicBezTo>
                    <a:pt x="466" y="52"/>
                    <a:pt x="468" y="53"/>
                    <a:pt x="467" y="52"/>
                  </a:cubicBezTo>
                  <a:close/>
                  <a:moveTo>
                    <a:pt x="467" y="30"/>
                  </a:moveTo>
                  <a:cubicBezTo>
                    <a:pt x="467" y="30"/>
                    <a:pt x="468" y="31"/>
                    <a:pt x="467" y="31"/>
                  </a:cubicBezTo>
                  <a:cubicBezTo>
                    <a:pt x="465" y="31"/>
                    <a:pt x="467" y="28"/>
                    <a:pt x="467" y="30"/>
                  </a:cubicBezTo>
                  <a:close/>
                  <a:moveTo>
                    <a:pt x="468" y="38"/>
                  </a:moveTo>
                  <a:cubicBezTo>
                    <a:pt x="468" y="39"/>
                    <a:pt x="466" y="40"/>
                    <a:pt x="465" y="39"/>
                  </a:cubicBezTo>
                  <a:cubicBezTo>
                    <a:pt x="465" y="38"/>
                    <a:pt x="467" y="37"/>
                    <a:pt x="468" y="38"/>
                  </a:cubicBezTo>
                  <a:close/>
                  <a:moveTo>
                    <a:pt x="464" y="49"/>
                  </a:moveTo>
                  <a:cubicBezTo>
                    <a:pt x="463" y="50"/>
                    <a:pt x="462" y="48"/>
                    <a:pt x="462" y="49"/>
                  </a:cubicBezTo>
                  <a:cubicBezTo>
                    <a:pt x="460" y="46"/>
                    <a:pt x="468" y="49"/>
                    <a:pt x="464" y="49"/>
                  </a:cubicBezTo>
                  <a:close/>
                  <a:moveTo>
                    <a:pt x="463" y="51"/>
                  </a:moveTo>
                  <a:cubicBezTo>
                    <a:pt x="463" y="51"/>
                    <a:pt x="464" y="51"/>
                    <a:pt x="464" y="51"/>
                  </a:cubicBezTo>
                  <a:cubicBezTo>
                    <a:pt x="465" y="52"/>
                    <a:pt x="464" y="51"/>
                    <a:pt x="463" y="51"/>
                  </a:cubicBezTo>
                  <a:close/>
                  <a:moveTo>
                    <a:pt x="447" y="79"/>
                  </a:moveTo>
                  <a:cubicBezTo>
                    <a:pt x="448" y="79"/>
                    <a:pt x="446" y="80"/>
                    <a:pt x="446" y="80"/>
                  </a:cubicBezTo>
                  <a:cubicBezTo>
                    <a:pt x="446" y="79"/>
                    <a:pt x="446" y="79"/>
                    <a:pt x="447" y="79"/>
                  </a:cubicBezTo>
                  <a:close/>
                  <a:moveTo>
                    <a:pt x="446" y="189"/>
                  </a:moveTo>
                  <a:cubicBezTo>
                    <a:pt x="446" y="188"/>
                    <a:pt x="448" y="188"/>
                    <a:pt x="448" y="189"/>
                  </a:cubicBezTo>
                  <a:cubicBezTo>
                    <a:pt x="448" y="190"/>
                    <a:pt x="446" y="190"/>
                    <a:pt x="446" y="189"/>
                  </a:cubicBezTo>
                  <a:close/>
                  <a:moveTo>
                    <a:pt x="449" y="610"/>
                  </a:moveTo>
                  <a:cubicBezTo>
                    <a:pt x="448" y="610"/>
                    <a:pt x="447" y="610"/>
                    <a:pt x="446" y="610"/>
                  </a:cubicBezTo>
                  <a:cubicBezTo>
                    <a:pt x="447" y="609"/>
                    <a:pt x="448" y="609"/>
                    <a:pt x="449" y="610"/>
                  </a:cubicBezTo>
                  <a:close/>
                  <a:moveTo>
                    <a:pt x="447" y="145"/>
                  </a:moveTo>
                  <a:cubicBezTo>
                    <a:pt x="446" y="146"/>
                    <a:pt x="445" y="145"/>
                    <a:pt x="447" y="145"/>
                  </a:cubicBezTo>
                  <a:close/>
                  <a:moveTo>
                    <a:pt x="447" y="126"/>
                  </a:moveTo>
                  <a:cubicBezTo>
                    <a:pt x="447" y="126"/>
                    <a:pt x="446" y="127"/>
                    <a:pt x="446" y="127"/>
                  </a:cubicBezTo>
                  <a:cubicBezTo>
                    <a:pt x="446" y="127"/>
                    <a:pt x="446" y="126"/>
                    <a:pt x="447" y="126"/>
                  </a:cubicBezTo>
                  <a:close/>
                  <a:moveTo>
                    <a:pt x="446" y="180"/>
                  </a:moveTo>
                  <a:cubicBezTo>
                    <a:pt x="446" y="184"/>
                    <a:pt x="439" y="183"/>
                    <a:pt x="438" y="180"/>
                  </a:cubicBezTo>
                  <a:cubicBezTo>
                    <a:pt x="438" y="178"/>
                    <a:pt x="446" y="176"/>
                    <a:pt x="446" y="180"/>
                  </a:cubicBezTo>
                  <a:close/>
                  <a:moveTo>
                    <a:pt x="441" y="175"/>
                  </a:moveTo>
                  <a:cubicBezTo>
                    <a:pt x="441" y="173"/>
                    <a:pt x="444" y="173"/>
                    <a:pt x="444" y="174"/>
                  </a:cubicBezTo>
                  <a:cubicBezTo>
                    <a:pt x="445" y="176"/>
                    <a:pt x="442" y="176"/>
                    <a:pt x="441" y="175"/>
                  </a:cubicBezTo>
                  <a:close/>
                  <a:moveTo>
                    <a:pt x="446" y="135"/>
                  </a:moveTo>
                  <a:cubicBezTo>
                    <a:pt x="444" y="136"/>
                    <a:pt x="441" y="137"/>
                    <a:pt x="440" y="136"/>
                  </a:cubicBezTo>
                  <a:cubicBezTo>
                    <a:pt x="442" y="136"/>
                    <a:pt x="444" y="134"/>
                    <a:pt x="446" y="135"/>
                  </a:cubicBezTo>
                  <a:close/>
                  <a:moveTo>
                    <a:pt x="443" y="79"/>
                  </a:moveTo>
                  <a:cubicBezTo>
                    <a:pt x="444" y="78"/>
                    <a:pt x="445" y="80"/>
                    <a:pt x="443" y="79"/>
                  </a:cubicBezTo>
                  <a:close/>
                  <a:moveTo>
                    <a:pt x="443" y="79"/>
                  </a:moveTo>
                  <a:cubicBezTo>
                    <a:pt x="442" y="80"/>
                    <a:pt x="440" y="81"/>
                    <a:pt x="439" y="81"/>
                  </a:cubicBezTo>
                  <a:cubicBezTo>
                    <a:pt x="439" y="79"/>
                    <a:pt x="441" y="80"/>
                    <a:pt x="443" y="79"/>
                  </a:cubicBezTo>
                  <a:close/>
                  <a:moveTo>
                    <a:pt x="438" y="137"/>
                  </a:moveTo>
                  <a:cubicBezTo>
                    <a:pt x="439" y="137"/>
                    <a:pt x="437" y="138"/>
                    <a:pt x="437" y="138"/>
                  </a:cubicBezTo>
                  <a:cubicBezTo>
                    <a:pt x="437" y="138"/>
                    <a:pt x="438" y="137"/>
                    <a:pt x="438" y="137"/>
                  </a:cubicBezTo>
                  <a:close/>
                  <a:moveTo>
                    <a:pt x="437" y="228"/>
                  </a:moveTo>
                  <a:cubicBezTo>
                    <a:pt x="436" y="229"/>
                    <a:pt x="433" y="230"/>
                    <a:pt x="432" y="232"/>
                  </a:cubicBezTo>
                  <a:cubicBezTo>
                    <a:pt x="433" y="230"/>
                    <a:pt x="435" y="229"/>
                    <a:pt x="437" y="228"/>
                  </a:cubicBezTo>
                  <a:close/>
                  <a:moveTo>
                    <a:pt x="431" y="647"/>
                  </a:moveTo>
                  <a:cubicBezTo>
                    <a:pt x="432" y="648"/>
                    <a:pt x="430" y="646"/>
                    <a:pt x="431" y="647"/>
                  </a:cubicBezTo>
                  <a:close/>
                  <a:moveTo>
                    <a:pt x="430" y="190"/>
                  </a:move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lose/>
                  <a:moveTo>
                    <a:pt x="430" y="233"/>
                  </a:moveTo>
                  <a:cubicBezTo>
                    <a:pt x="428" y="236"/>
                    <a:pt x="427" y="233"/>
                    <a:pt x="430" y="233"/>
                  </a:cubicBezTo>
                  <a:close/>
                  <a:moveTo>
                    <a:pt x="430" y="647"/>
                  </a:moveTo>
                  <a:cubicBezTo>
                    <a:pt x="430" y="648"/>
                    <a:pt x="428" y="648"/>
                    <a:pt x="428" y="648"/>
                  </a:cubicBezTo>
                  <a:cubicBezTo>
                    <a:pt x="428" y="647"/>
                    <a:pt x="429" y="647"/>
                    <a:pt x="430" y="647"/>
                  </a:cubicBezTo>
                  <a:close/>
                  <a:moveTo>
                    <a:pt x="427" y="105"/>
                  </a:moveTo>
                  <a:cubicBezTo>
                    <a:pt x="426" y="104"/>
                    <a:pt x="428" y="106"/>
                    <a:pt x="427" y="105"/>
                  </a:cubicBezTo>
                  <a:close/>
                  <a:moveTo>
                    <a:pt x="426" y="572"/>
                  </a:moveTo>
                  <a:cubicBezTo>
                    <a:pt x="427" y="571"/>
                    <a:pt x="427" y="574"/>
                    <a:pt x="426" y="573"/>
                  </a:cubicBezTo>
                  <a:cubicBezTo>
                    <a:pt x="426" y="573"/>
                    <a:pt x="426" y="572"/>
                    <a:pt x="426" y="572"/>
                  </a:cubicBezTo>
                  <a:close/>
                  <a:moveTo>
                    <a:pt x="424" y="210"/>
                  </a:moveTo>
                  <a:cubicBezTo>
                    <a:pt x="425" y="209"/>
                    <a:pt x="426" y="211"/>
                    <a:pt x="424" y="210"/>
                  </a:cubicBezTo>
                  <a:close/>
                  <a:moveTo>
                    <a:pt x="422" y="80"/>
                  </a:moveTo>
                  <a:cubicBezTo>
                    <a:pt x="423" y="81"/>
                    <a:pt x="421" y="81"/>
                    <a:pt x="420" y="81"/>
                  </a:cubicBezTo>
                  <a:cubicBezTo>
                    <a:pt x="420" y="80"/>
                    <a:pt x="422" y="80"/>
                    <a:pt x="422" y="80"/>
                  </a:cubicBezTo>
                  <a:close/>
                  <a:moveTo>
                    <a:pt x="423" y="85"/>
                  </a:moveTo>
                  <a:cubicBezTo>
                    <a:pt x="423" y="85"/>
                    <a:pt x="420" y="86"/>
                    <a:pt x="420" y="85"/>
                  </a:cubicBezTo>
                  <a:cubicBezTo>
                    <a:pt x="419" y="85"/>
                    <a:pt x="424" y="83"/>
                    <a:pt x="423" y="85"/>
                  </a:cubicBezTo>
                  <a:close/>
                  <a:moveTo>
                    <a:pt x="421" y="667"/>
                  </a:moveTo>
                  <a:cubicBezTo>
                    <a:pt x="423" y="666"/>
                    <a:pt x="422" y="668"/>
                    <a:pt x="421" y="667"/>
                  </a:cubicBezTo>
                  <a:close/>
                  <a:moveTo>
                    <a:pt x="419" y="54"/>
                  </a:moveTo>
                  <a:cubicBezTo>
                    <a:pt x="420" y="54"/>
                    <a:pt x="419" y="55"/>
                    <a:pt x="419" y="55"/>
                  </a:cubicBezTo>
                  <a:cubicBezTo>
                    <a:pt x="418" y="55"/>
                    <a:pt x="418" y="54"/>
                    <a:pt x="419" y="54"/>
                  </a:cubicBezTo>
                  <a:close/>
                  <a:moveTo>
                    <a:pt x="419" y="61"/>
                  </a:moveTo>
                  <a:cubicBezTo>
                    <a:pt x="419" y="61"/>
                    <a:pt x="417" y="61"/>
                    <a:pt x="417" y="60"/>
                  </a:cubicBezTo>
                  <a:cubicBezTo>
                    <a:pt x="417" y="60"/>
                    <a:pt x="418" y="60"/>
                    <a:pt x="419" y="61"/>
                  </a:cubicBezTo>
                  <a:close/>
                  <a:moveTo>
                    <a:pt x="411" y="63"/>
                  </a:moveTo>
                  <a:cubicBezTo>
                    <a:pt x="411" y="63"/>
                    <a:pt x="410" y="64"/>
                    <a:pt x="410" y="63"/>
                  </a:cubicBezTo>
                  <a:cubicBezTo>
                    <a:pt x="409" y="63"/>
                    <a:pt x="411" y="62"/>
                    <a:pt x="411" y="63"/>
                  </a:cubicBezTo>
                  <a:close/>
                  <a:moveTo>
                    <a:pt x="408" y="93"/>
                  </a:moveTo>
                  <a:cubicBezTo>
                    <a:pt x="408" y="94"/>
                    <a:pt x="407" y="94"/>
                    <a:pt x="407" y="94"/>
                  </a:cubicBezTo>
                  <a:cubicBezTo>
                    <a:pt x="406" y="93"/>
                    <a:pt x="408" y="93"/>
                    <a:pt x="408" y="93"/>
                  </a:cubicBezTo>
                  <a:close/>
                  <a:moveTo>
                    <a:pt x="406" y="125"/>
                  </a:moveTo>
                  <a:cubicBezTo>
                    <a:pt x="406" y="126"/>
                    <a:pt x="404" y="125"/>
                    <a:pt x="406" y="125"/>
                  </a:cubicBezTo>
                  <a:close/>
                  <a:moveTo>
                    <a:pt x="405" y="97"/>
                  </a:moveTo>
                  <a:cubicBezTo>
                    <a:pt x="404" y="97"/>
                    <a:pt x="404" y="97"/>
                    <a:pt x="404" y="96"/>
                  </a:cubicBezTo>
                  <a:cubicBezTo>
                    <a:pt x="403" y="95"/>
                    <a:pt x="406" y="97"/>
                    <a:pt x="405" y="97"/>
                  </a:cubicBezTo>
                  <a:close/>
                  <a:moveTo>
                    <a:pt x="408" y="154"/>
                  </a:moveTo>
                  <a:cubicBezTo>
                    <a:pt x="406" y="156"/>
                    <a:pt x="402" y="158"/>
                    <a:pt x="399" y="158"/>
                  </a:cubicBezTo>
                  <a:cubicBezTo>
                    <a:pt x="402" y="157"/>
                    <a:pt x="405" y="156"/>
                    <a:pt x="408" y="154"/>
                  </a:cubicBezTo>
                  <a:close/>
                  <a:moveTo>
                    <a:pt x="399" y="122"/>
                  </a:moveTo>
                  <a:cubicBezTo>
                    <a:pt x="399" y="122"/>
                    <a:pt x="400" y="121"/>
                    <a:pt x="400" y="122"/>
                  </a:cubicBezTo>
                  <a:cubicBezTo>
                    <a:pt x="400" y="122"/>
                    <a:pt x="400" y="123"/>
                    <a:pt x="399" y="122"/>
                  </a:cubicBezTo>
                  <a:close/>
                  <a:moveTo>
                    <a:pt x="401" y="71"/>
                  </a:moveTo>
                  <a:cubicBezTo>
                    <a:pt x="402" y="72"/>
                    <a:pt x="400" y="73"/>
                    <a:pt x="399" y="72"/>
                  </a:cubicBezTo>
                  <a:cubicBezTo>
                    <a:pt x="399" y="71"/>
                    <a:pt x="401" y="70"/>
                    <a:pt x="401" y="71"/>
                  </a:cubicBezTo>
                  <a:close/>
                  <a:moveTo>
                    <a:pt x="399" y="97"/>
                  </a:moveTo>
                  <a:cubicBezTo>
                    <a:pt x="399" y="97"/>
                    <a:pt x="398" y="98"/>
                    <a:pt x="397" y="97"/>
                  </a:cubicBezTo>
                  <a:cubicBezTo>
                    <a:pt x="398" y="97"/>
                    <a:pt x="398" y="97"/>
                    <a:pt x="399" y="97"/>
                  </a:cubicBezTo>
                  <a:close/>
                  <a:moveTo>
                    <a:pt x="398" y="160"/>
                  </a:moveTo>
                  <a:cubicBezTo>
                    <a:pt x="398" y="160"/>
                    <a:pt x="398" y="159"/>
                    <a:pt x="399" y="159"/>
                  </a:cubicBezTo>
                  <a:cubicBezTo>
                    <a:pt x="399" y="159"/>
                    <a:pt x="398" y="160"/>
                    <a:pt x="398" y="160"/>
                  </a:cubicBezTo>
                  <a:close/>
                  <a:moveTo>
                    <a:pt x="398" y="169"/>
                  </a:moveTo>
                  <a:cubicBezTo>
                    <a:pt x="399" y="170"/>
                    <a:pt x="397" y="171"/>
                    <a:pt x="397" y="170"/>
                  </a:cubicBezTo>
                  <a:cubicBezTo>
                    <a:pt x="397" y="169"/>
                    <a:pt x="398" y="169"/>
                    <a:pt x="398" y="169"/>
                  </a:cubicBezTo>
                  <a:close/>
                  <a:moveTo>
                    <a:pt x="397" y="159"/>
                  </a:moveTo>
                  <a:cubicBezTo>
                    <a:pt x="397" y="160"/>
                    <a:pt x="395" y="162"/>
                    <a:pt x="395" y="161"/>
                  </a:cubicBezTo>
                  <a:cubicBezTo>
                    <a:pt x="395" y="160"/>
                    <a:pt x="397" y="160"/>
                    <a:pt x="397" y="159"/>
                  </a:cubicBezTo>
                  <a:close/>
                  <a:moveTo>
                    <a:pt x="395" y="78"/>
                  </a:moveTo>
                  <a:cubicBezTo>
                    <a:pt x="395" y="78"/>
                    <a:pt x="394" y="78"/>
                    <a:pt x="394" y="78"/>
                  </a:cubicBezTo>
                  <a:cubicBezTo>
                    <a:pt x="393" y="78"/>
                    <a:pt x="395" y="78"/>
                    <a:pt x="395" y="78"/>
                  </a:cubicBezTo>
                  <a:close/>
                  <a:moveTo>
                    <a:pt x="392" y="104"/>
                  </a:moveTo>
                  <a:cubicBezTo>
                    <a:pt x="393" y="106"/>
                    <a:pt x="390" y="105"/>
                    <a:pt x="390" y="104"/>
                  </a:cubicBezTo>
                  <a:cubicBezTo>
                    <a:pt x="390" y="102"/>
                    <a:pt x="392" y="103"/>
                    <a:pt x="392" y="104"/>
                  </a:cubicBezTo>
                  <a:close/>
                  <a:moveTo>
                    <a:pt x="388" y="79"/>
                  </a:moveTo>
                  <a:cubicBezTo>
                    <a:pt x="387" y="80"/>
                    <a:pt x="386" y="79"/>
                    <a:pt x="385" y="80"/>
                  </a:cubicBezTo>
                  <a:cubicBezTo>
                    <a:pt x="385" y="79"/>
                    <a:pt x="387" y="79"/>
                    <a:pt x="388" y="79"/>
                  </a:cubicBezTo>
                  <a:close/>
                  <a:moveTo>
                    <a:pt x="385" y="112"/>
                  </a:moveTo>
                  <a:cubicBezTo>
                    <a:pt x="385" y="112"/>
                    <a:pt x="387" y="111"/>
                    <a:pt x="387" y="112"/>
                  </a:cubicBezTo>
                  <a:cubicBezTo>
                    <a:pt x="388" y="114"/>
                    <a:pt x="384" y="114"/>
                    <a:pt x="385" y="112"/>
                  </a:cubicBezTo>
                  <a:close/>
                  <a:moveTo>
                    <a:pt x="382" y="113"/>
                  </a:moveTo>
                  <a:cubicBezTo>
                    <a:pt x="384" y="111"/>
                    <a:pt x="385" y="114"/>
                    <a:pt x="382" y="113"/>
                  </a:cubicBezTo>
                  <a:close/>
                  <a:moveTo>
                    <a:pt x="379" y="110"/>
                  </a:moveTo>
                  <a:cubicBezTo>
                    <a:pt x="380" y="111"/>
                    <a:pt x="376" y="111"/>
                    <a:pt x="376" y="110"/>
                  </a:cubicBezTo>
                  <a:cubicBezTo>
                    <a:pt x="375" y="109"/>
                    <a:pt x="378" y="108"/>
                    <a:pt x="379" y="110"/>
                  </a:cubicBezTo>
                  <a:close/>
                  <a:moveTo>
                    <a:pt x="379" y="80"/>
                  </a:moveTo>
                  <a:cubicBezTo>
                    <a:pt x="379" y="80"/>
                    <a:pt x="377" y="81"/>
                    <a:pt x="377" y="81"/>
                  </a:cubicBezTo>
                  <a:cubicBezTo>
                    <a:pt x="377" y="80"/>
                    <a:pt x="378" y="80"/>
                    <a:pt x="379" y="80"/>
                  </a:cubicBezTo>
                  <a:close/>
                  <a:moveTo>
                    <a:pt x="376" y="81"/>
                  </a:moveTo>
                  <a:cubicBezTo>
                    <a:pt x="375" y="81"/>
                    <a:pt x="374" y="81"/>
                    <a:pt x="374" y="81"/>
                  </a:cubicBezTo>
                  <a:cubicBezTo>
                    <a:pt x="373" y="81"/>
                    <a:pt x="375" y="81"/>
                    <a:pt x="376" y="81"/>
                  </a:cubicBezTo>
                  <a:close/>
                  <a:moveTo>
                    <a:pt x="372" y="76"/>
                  </a:moveTo>
                  <a:cubicBezTo>
                    <a:pt x="372" y="76"/>
                    <a:pt x="372" y="76"/>
                    <a:pt x="372" y="76"/>
                  </a:cubicBezTo>
                  <a:cubicBezTo>
                    <a:pt x="372" y="76"/>
                    <a:pt x="371" y="76"/>
                    <a:pt x="371" y="76"/>
                  </a:cubicBezTo>
                  <a:cubicBezTo>
                    <a:pt x="371" y="76"/>
                    <a:pt x="371" y="76"/>
                    <a:pt x="372" y="76"/>
                  </a:cubicBezTo>
                  <a:close/>
                  <a:moveTo>
                    <a:pt x="363" y="95"/>
                  </a:moveTo>
                  <a:cubicBezTo>
                    <a:pt x="362" y="96"/>
                    <a:pt x="361" y="94"/>
                    <a:pt x="363" y="95"/>
                  </a:cubicBezTo>
                  <a:close/>
                  <a:moveTo>
                    <a:pt x="362" y="110"/>
                  </a:moveTo>
                  <a:cubicBezTo>
                    <a:pt x="362" y="112"/>
                    <a:pt x="358" y="112"/>
                    <a:pt x="357" y="111"/>
                  </a:cubicBezTo>
                  <a:cubicBezTo>
                    <a:pt x="357" y="111"/>
                    <a:pt x="357" y="111"/>
                    <a:pt x="356" y="110"/>
                  </a:cubicBezTo>
                  <a:cubicBezTo>
                    <a:pt x="357" y="111"/>
                    <a:pt x="355" y="112"/>
                    <a:pt x="355" y="111"/>
                  </a:cubicBezTo>
                  <a:cubicBezTo>
                    <a:pt x="354" y="110"/>
                    <a:pt x="363" y="106"/>
                    <a:pt x="362" y="110"/>
                  </a:cubicBezTo>
                  <a:close/>
                  <a:moveTo>
                    <a:pt x="357" y="127"/>
                  </a:moveTo>
                  <a:cubicBezTo>
                    <a:pt x="362" y="124"/>
                    <a:pt x="368" y="124"/>
                    <a:pt x="374" y="121"/>
                  </a:cubicBezTo>
                  <a:cubicBezTo>
                    <a:pt x="379" y="119"/>
                    <a:pt x="384" y="116"/>
                    <a:pt x="389" y="116"/>
                  </a:cubicBezTo>
                  <a:cubicBezTo>
                    <a:pt x="389" y="116"/>
                    <a:pt x="390" y="117"/>
                    <a:pt x="390" y="117"/>
                  </a:cubicBezTo>
                  <a:cubicBezTo>
                    <a:pt x="390" y="118"/>
                    <a:pt x="381" y="121"/>
                    <a:pt x="378" y="122"/>
                  </a:cubicBezTo>
                  <a:cubicBezTo>
                    <a:pt x="373" y="123"/>
                    <a:pt x="369" y="124"/>
                    <a:pt x="364" y="125"/>
                  </a:cubicBezTo>
                  <a:cubicBezTo>
                    <a:pt x="363" y="126"/>
                    <a:pt x="357" y="129"/>
                    <a:pt x="355" y="129"/>
                  </a:cubicBezTo>
                  <a:cubicBezTo>
                    <a:pt x="352" y="129"/>
                    <a:pt x="356" y="127"/>
                    <a:pt x="357" y="127"/>
                  </a:cubicBezTo>
                  <a:close/>
                  <a:moveTo>
                    <a:pt x="357" y="587"/>
                  </a:moveTo>
                  <a:cubicBezTo>
                    <a:pt x="365" y="583"/>
                    <a:pt x="375" y="580"/>
                    <a:pt x="384" y="576"/>
                  </a:cubicBezTo>
                  <a:cubicBezTo>
                    <a:pt x="385" y="576"/>
                    <a:pt x="387" y="575"/>
                    <a:pt x="387" y="576"/>
                  </a:cubicBezTo>
                  <a:cubicBezTo>
                    <a:pt x="388" y="577"/>
                    <a:pt x="384" y="578"/>
                    <a:pt x="386" y="577"/>
                  </a:cubicBezTo>
                  <a:cubicBezTo>
                    <a:pt x="377" y="581"/>
                    <a:pt x="366" y="585"/>
                    <a:pt x="357" y="587"/>
                  </a:cubicBezTo>
                  <a:close/>
                  <a:moveTo>
                    <a:pt x="376" y="609"/>
                  </a:moveTo>
                  <a:cubicBezTo>
                    <a:pt x="376" y="610"/>
                    <a:pt x="374" y="610"/>
                    <a:pt x="374" y="610"/>
                  </a:cubicBezTo>
                  <a:cubicBezTo>
                    <a:pt x="373" y="609"/>
                    <a:pt x="376" y="608"/>
                    <a:pt x="376" y="609"/>
                  </a:cubicBezTo>
                  <a:close/>
                  <a:moveTo>
                    <a:pt x="374" y="600"/>
                  </a:moveTo>
                  <a:cubicBezTo>
                    <a:pt x="373" y="599"/>
                    <a:pt x="375" y="599"/>
                    <a:pt x="375" y="600"/>
                  </a:cubicBezTo>
                  <a:cubicBezTo>
                    <a:pt x="375" y="601"/>
                    <a:pt x="374" y="600"/>
                    <a:pt x="374" y="600"/>
                  </a:cubicBezTo>
                  <a:close/>
                  <a:moveTo>
                    <a:pt x="372" y="610"/>
                  </a:moveTo>
                  <a:cubicBezTo>
                    <a:pt x="371" y="610"/>
                    <a:pt x="373" y="609"/>
                    <a:pt x="373" y="610"/>
                  </a:cubicBezTo>
                  <a:cubicBezTo>
                    <a:pt x="373" y="610"/>
                    <a:pt x="373" y="611"/>
                    <a:pt x="372" y="610"/>
                  </a:cubicBezTo>
                  <a:close/>
                  <a:moveTo>
                    <a:pt x="364" y="137"/>
                  </a:moveTo>
                  <a:cubicBezTo>
                    <a:pt x="364" y="138"/>
                    <a:pt x="364" y="137"/>
                    <a:pt x="363" y="138"/>
                  </a:cubicBezTo>
                  <a:cubicBezTo>
                    <a:pt x="363" y="137"/>
                    <a:pt x="364" y="137"/>
                    <a:pt x="364" y="137"/>
                  </a:cubicBezTo>
                  <a:close/>
                  <a:moveTo>
                    <a:pt x="376" y="167"/>
                  </a:moveTo>
                  <a:cubicBezTo>
                    <a:pt x="377" y="168"/>
                    <a:pt x="373" y="170"/>
                    <a:pt x="371" y="170"/>
                  </a:cubicBezTo>
                  <a:cubicBezTo>
                    <a:pt x="371" y="170"/>
                    <a:pt x="368" y="169"/>
                    <a:pt x="367" y="169"/>
                  </a:cubicBezTo>
                  <a:cubicBezTo>
                    <a:pt x="367" y="168"/>
                    <a:pt x="371" y="165"/>
                    <a:pt x="373" y="168"/>
                  </a:cubicBezTo>
                  <a:cubicBezTo>
                    <a:pt x="373" y="168"/>
                    <a:pt x="373" y="169"/>
                    <a:pt x="373" y="169"/>
                  </a:cubicBezTo>
                  <a:cubicBezTo>
                    <a:pt x="374" y="169"/>
                    <a:pt x="375" y="168"/>
                    <a:pt x="376" y="167"/>
                  </a:cubicBezTo>
                  <a:close/>
                  <a:moveTo>
                    <a:pt x="369" y="576"/>
                  </a:moveTo>
                  <a:cubicBezTo>
                    <a:pt x="369" y="574"/>
                    <a:pt x="371" y="574"/>
                    <a:pt x="369" y="576"/>
                  </a:cubicBezTo>
                  <a:close/>
                  <a:moveTo>
                    <a:pt x="368" y="211"/>
                  </a:moveTo>
                  <a:cubicBezTo>
                    <a:pt x="367" y="211"/>
                    <a:pt x="368" y="209"/>
                    <a:pt x="369" y="210"/>
                  </a:cubicBezTo>
                  <a:cubicBezTo>
                    <a:pt x="369" y="210"/>
                    <a:pt x="368" y="211"/>
                    <a:pt x="368" y="211"/>
                  </a:cubicBezTo>
                  <a:close/>
                  <a:moveTo>
                    <a:pt x="368" y="576"/>
                  </a:moveTo>
                  <a:cubicBezTo>
                    <a:pt x="370" y="575"/>
                    <a:pt x="366" y="578"/>
                    <a:pt x="368" y="576"/>
                  </a:cubicBezTo>
                  <a:close/>
                  <a:moveTo>
                    <a:pt x="379" y="184"/>
                  </a:moveTo>
                  <a:cubicBezTo>
                    <a:pt x="379" y="183"/>
                    <a:pt x="380" y="182"/>
                    <a:pt x="380" y="183"/>
                  </a:cubicBezTo>
                  <a:cubicBezTo>
                    <a:pt x="380" y="184"/>
                    <a:pt x="379" y="184"/>
                    <a:pt x="379" y="184"/>
                  </a:cubicBezTo>
                  <a:close/>
                  <a:moveTo>
                    <a:pt x="356" y="609"/>
                  </a:moveTo>
                  <a:cubicBezTo>
                    <a:pt x="355" y="611"/>
                    <a:pt x="353" y="609"/>
                    <a:pt x="356" y="609"/>
                  </a:cubicBezTo>
                  <a:close/>
                  <a:moveTo>
                    <a:pt x="354" y="556"/>
                  </a:moveTo>
                  <a:cubicBezTo>
                    <a:pt x="353" y="557"/>
                    <a:pt x="352" y="555"/>
                    <a:pt x="354" y="556"/>
                  </a:cubicBezTo>
                  <a:close/>
                  <a:moveTo>
                    <a:pt x="352" y="532"/>
                  </a:moveTo>
                  <a:cubicBezTo>
                    <a:pt x="354" y="530"/>
                    <a:pt x="354" y="533"/>
                    <a:pt x="352" y="532"/>
                  </a:cubicBezTo>
                  <a:close/>
                  <a:moveTo>
                    <a:pt x="354" y="674"/>
                  </a:moveTo>
                  <a:cubicBezTo>
                    <a:pt x="354" y="673"/>
                    <a:pt x="355" y="673"/>
                    <a:pt x="355" y="673"/>
                  </a:cubicBezTo>
                  <a:cubicBezTo>
                    <a:pt x="355" y="674"/>
                    <a:pt x="354" y="674"/>
                    <a:pt x="354" y="674"/>
                  </a:cubicBezTo>
                  <a:close/>
                  <a:moveTo>
                    <a:pt x="357" y="697"/>
                  </a:moveTo>
                  <a:cubicBezTo>
                    <a:pt x="357" y="696"/>
                    <a:pt x="359" y="695"/>
                    <a:pt x="359" y="696"/>
                  </a:cubicBezTo>
                  <a:cubicBezTo>
                    <a:pt x="359" y="697"/>
                    <a:pt x="357" y="698"/>
                    <a:pt x="357" y="697"/>
                  </a:cubicBezTo>
                  <a:close/>
                  <a:moveTo>
                    <a:pt x="357" y="671"/>
                  </a:moveTo>
                  <a:cubicBezTo>
                    <a:pt x="358" y="671"/>
                    <a:pt x="358" y="671"/>
                    <a:pt x="358" y="672"/>
                  </a:cubicBezTo>
                  <a:cubicBezTo>
                    <a:pt x="358" y="673"/>
                    <a:pt x="356" y="671"/>
                    <a:pt x="357" y="671"/>
                  </a:cubicBezTo>
                  <a:close/>
                  <a:moveTo>
                    <a:pt x="360" y="643"/>
                  </a:moveTo>
                  <a:cubicBezTo>
                    <a:pt x="360" y="642"/>
                    <a:pt x="362" y="643"/>
                    <a:pt x="360" y="643"/>
                  </a:cubicBezTo>
                  <a:close/>
                  <a:moveTo>
                    <a:pt x="360" y="630"/>
                  </a:moveTo>
                  <a:cubicBezTo>
                    <a:pt x="358" y="633"/>
                    <a:pt x="350" y="631"/>
                    <a:pt x="351" y="627"/>
                  </a:cubicBezTo>
                  <a:cubicBezTo>
                    <a:pt x="352" y="621"/>
                    <a:pt x="365" y="624"/>
                    <a:pt x="360" y="630"/>
                  </a:cubicBezTo>
                  <a:close/>
                  <a:moveTo>
                    <a:pt x="371" y="611"/>
                  </a:moveTo>
                  <a:cubicBezTo>
                    <a:pt x="368" y="612"/>
                    <a:pt x="365" y="612"/>
                    <a:pt x="362" y="613"/>
                  </a:cubicBezTo>
                  <a:cubicBezTo>
                    <a:pt x="364" y="612"/>
                    <a:pt x="368" y="611"/>
                    <a:pt x="371" y="611"/>
                  </a:cubicBezTo>
                  <a:close/>
                  <a:moveTo>
                    <a:pt x="363" y="671"/>
                  </a:moveTo>
                  <a:cubicBezTo>
                    <a:pt x="363" y="671"/>
                    <a:pt x="364" y="671"/>
                    <a:pt x="365" y="671"/>
                  </a:cubicBezTo>
                  <a:cubicBezTo>
                    <a:pt x="364" y="672"/>
                    <a:pt x="363" y="672"/>
                    <a:pt x="363" y="671"/>
                  </a:cubicBezTo>
                  <a:close/>
                  <a:moveTo>
                    <a:pt x="364" y="691"/>
                  </a:moveTo>
                  <a:cubicBezTo>
                    <a:pt x="364" y="690"/>
                    <a:pt x="365" y="691"/>
                    <a:pt x="365" y="691"/>
                  </a:cubicBezTo>
                  <a:cubicBezTo>
                    <a:pt x="366" y="691"/>
                    <a:pt x="364" y="691"/>
                    <a:pt x="364" y="691"/>
                  </a:cubicBezTo>
                  <a:close/>
                  <a:moveTo>
                    <a:pt x="365" y="647"/>
                  </a:moveTo>
                  <a:cubicBezTo>
                    <a:pt x="365" y="646"/>
                    <a:pt x="366" y="646"/>
                    <a:pt x="366" y="646"/>
                  </a:cubicBezTo>
                  <a:cubicBezTo>
                    <a:pt x="367" y="647"/>
                    <a:pt x="365" y="647"/>
                    <a:pt x="365" y="647"/>
                  </a:cubicBezTo>
                  <a:close/>
                  <a:moveTo>
                    <a:pt x="370" y="666"/>
                  </a:moveTo>
                  <a:cubicBezTo>
                    <a:pt x="370" y="664"/>
                    <a:pt x="373" y="665"/>
                    <a:pt x="372" y="666"/>
                  </a:cubicBezTo>
                  <a:cubicBezTo>
                    <a:pt x="372" y="667"/>
                    <a:pt x="370" y="667"/>
                    <a:pt x="370" y="666"/>
                  </a:cubicBezTo>
                  <a:close/>
                  <a:moveTo>
                    <a:pt x="371" y="691"/>
                  </a:moveTo>
                  <a:cubicBezTo>
                    <a:pt x="372" y="690"/>
                    <a:pt x="373" y="691"/>
                    <a:pt x="374" y="691"/>
                  </a:cubicBezTo>
                  <a:cubicBezTo>
                    <a:pt x="374" y="692"/>
                    <a:pt x="372" y="691"/>
                    <a:pt x="371" y="691"/>
                  </a:cubicBezTo>
                  <a:close/>
                  <a:moveTo>
                    <a:pt x="379" y="659"/>
                  </a:moveTo>
                  <a:cubicBezTo>
                    <a:pt x="379" y="658"/>
                    <a:pt x="377" y="660"/>
                    <a:pt x="377" y="658"/>
                  </a:cubicBezTo>
                  <a:cubicBezTo>
                    <a:pt x="376" y="657"/>
                    <a:pt x="380" y="657"/>
                    <a:pt x="379" y="659"/>
                  </a:cubicBezTo>
                  <a:close/>
                  <a:moveTo>
                    <a:pt x="381" y="691"/>
                  </a:moveTo>
                  <a:cubicBezTo>
                    <a:pt x="380" y="691"/>
                    <a:pt x="382" y="690"/>
                    <a:pt x="383" y="691"/>
                  </a:cubicBezTo>
                  <a:cubicBezTo>
                    <a:pt x="382" y="691"/>
                    <a:pt x="381" y="691"/>
                    <a:pt x="381" y="691"/>
                  </a:cubicBezTo>
                  <a:close/>
                  <a:moveTo>
                    <a:pt x="382" y="658"/>
                  </a:moveTo>
                  <a:cubicBezTo>
                    <a:pt x="380" y="659"/>
                    <a:pt x="379" y="657"/>
                    <a:pt x="382" y="658"/>
                  </a:cubicBezTo>
                  <a:close/>
                  <a:moveTo>
                    <a:pt x="383" y="691"/>
                  </a:moveTo>
                  <a:cubicBezTo>
                    <a:pt x="384" y="691"/>
                    <a:pt x="385" y="691"/>
                    <a:pt x="386" y="691"/>
                  </a:cubicBezTo>
                  <a:cubicBezTo>
                    <a:pt x="386" y="691"/>
                    <a:pt x="384" y="691"/>
                    <a:pt x="383" y="691"/>
                  </a:cubicBezTo>
                  <a:close/>
                  <a:moveTo>
                    <a:pt x="387" y="696"/>
                  </a:move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lose/>
                  <a:moveTo>
                    <a:pt x="384" y="662"/>
                  </a:moveTo>
                  <a:cubicBezTo>
                    <a:pt x="384" y="660"/>
                    <a:pt x="388" y="661"/>
                    <a:pt x="388" y="662"/>
                  </a:cubicBezTo>
                  <a:cubicBezTo>
                    <a:pt x="388" y="663"/>
                    <a:pt x="385" y="664"/>
                    <a:pt x="384" y="662"/>
                  </a:cubicBezTo>
                  <a:close/>
                  <a:moveTo>
                    <a:pt x="398" y="679"/>
                  </a:moveTo>
                  <a:cubicBezTo>
                    <a:pt x="400" y="678"/>
                    <a:pt x="400" y="680"/>
                    <a:pt x="398" y="679"/>
                  </a:cubicBezTo>
                  <a:close/>
                  <a:moveTo>
                    <a:pt x="401" y="664"/>
                  </a:moveTo>
                  <a:cubicBezTo>
                    <a:pt x="402" y="662"/>
                    <a:pt x="405" y="663"/>
                    <a:pt x="406" y="663"/>
                  </a:cubicBezTo>
                  <a:cubicBezTo>
                    <a:pt x="406" y="663"/>
                    <a:pt x="407" y="664"/>
                    <a:pt x="407" y="664"/>
                  </a:cubicBezTo>
                  <a:cubicBezTo>
                    <a:pt x="406" y="664"/>
                    <a:pt x="408" y="663"/>
                    <a:pt x="409" y="664"/>
                  </a:cubicBezTo>
                  <a:cubicBezTo>
                    <a:pt x="409" y="665"/>
                    <a:pt x="400" y="667"/>
                    <a:pt x="401" y="664"/>
                  </a:cubicBezTo>
                  <a:close/>
                  <a:moveTo>
                    <a:pt x="411" y="704"/>
                  </a:moveTo>
                  <a:cubicBezTo>
                    <a:pt x="410" y="704"/>
                    <a:pt x="411" y="704"/>
                    <a:pt x="411" y="704"/>
                  </a:cubicBezTo>
                  <a:cubicBezTo>
                    <a:pt x="411" y="704"/>
                    <a:pt x="411" y="704"/>
                    <a:pt x="411" y="704"/>
                  </a:cubicBezTo>
                  <a:close/>
                  <a:moveTo>
                    <a:pt x="409" y="648"/>
                  </a:moveTo>
                  <a:cubicBezTo>
                    <a:pt x="403" y="650"/>
                    <a:pt x="397" y="649"/>
                    <a:pt x="391" y="651"/>
                  </a:cubicBezTo>
                  <a:cubicBezTo>
                    <a:pt x="386" y="652"/>
                    <a:pt x="381" y="655"/>
                    <a:pt x="376" y="654"/>
                  </a:cubicBezTo>
                  <a:cubicBezTo>
                    <a:pt x="375" y="654"/>
                    <a:pt x="375" y="653"/>
                    <a:pt x="375" y="653"/>
                  </a:cubicBezTo>
                  <a:cubicBezTo>
                    <a:pt x="374" y="652"/>
                    <a:pt x="384" y="650"/>
                    <a:pt x="387" y="650"/>
                  </a:cubicBezTo>
                  <a:cubicBezTo>
                    <a:pt x="393" y="649"/>
                    <a:pt x="396" y="649"/>
                    <a:pt x="401" y="648"/>
                  </a:cubicBezTo>
                  <a:cubicBezTo>
                    <a:pt x="403" y="648"/>
                    <a:pt x="408" y="646"/>
                    <a:pt x="410" y="646"/>
                  </a:cubicBezTo>
                  <a:cubicBezTo>
                    <a:pt x="413" y="647"/>
                    <a:pt x="409" y="648"/>
                    <a:pt x="409" y="648"/>
                  </a:cubicBezTo>
                  <a:close/>
                  <a:moveTo>
                    <a:pt x="394" y="589"/>
                  </a:moveTo>
                  <a:cubicBezTo>
                    <a:pt x="394" y="588"/>
                    <a:pt x="395" y="588"/>
                    <a:pt x="395" y="589"/>
                  </a:cubicBezTo>
                  <a:cubicBezTo>
                    <a:pt x="395" y="589"/>
                    <a:pt x="394" y="590"/>
                    <a:pt x="394" y="589"/>
                  </a:cubicBezTo>
                  <a:close/>
                  <a:moveTo>
                    <a:pt x="398" y="605"/>
                  </a:moveTo>
                  <a:cubicBezTo>
                    <a:pt x="398" y="605"/>
                    <a:pt x="399" y="604"/>
                    <a:pt x="399" y="604"/>
                  </a:cubicBezTo>
                  <a:cubicBezTo>
                    <a:pt x="398" y="604"/>
                    <a:pt x="396" y="605"/>
                    <a:pt x="395" y="605"/>
                  </a:cubicBezTo>
                  <a:cubicBezTo>
                    <a:pt x="395" y="605"/>
                    <a:pt x="399" y="603"/>
                    <a:pt x="400" y="603"/>
                  </a:cubicBezTo>
                  <a:cubicBezTo>
                    <a:pt x="401" y="603"/>
                    <a:pt x="404" y="605"/>
                    <a:pt x="404" y="605"/>
                  </a:cubicBezTo>
                  <a:cubicBezTo>
                    <a:pt x="404" y="606"/>
                    <a:pt x="400" y="608"/>
                    <a:pt x="398" y="605"/>
                  </a:cubicBezTo>
                  <a:close/>
                  <a:moveTo>
                    <a:pt x="403" y="636"/>
                  </a:moveTo>
                  <a:cubicBezTo>
                    <a:pt x="403" y="636"/>
                    <a:pt x="404" y="637"/>
                    <a:pt x="404" y="636"/>
                  </a:cubicBezTo>
                  <a:cubicBezTo>
                    <a:pt x="404" y="637"/>
                    <a:pt x="403" y="637"/>
                    <a:pt x="403" y="636"/>
                  </a:cubicBezTo>
                  <a:close/>
                  <a:moveTo>
                    <a:pt x="406" y="193"/>
                  </a:moveTo>
                  <a:cubicBezTo>
                    <a:pt x="406" y="195"/>
                    <a:pt x="404" y="195"/>
                    <a:pt x="406" y="193"/>
                  </a:cubicBezTo>
                  <a:close/>
                  <a:moveTo>
                    <a:pt x="407" y="192"/>
                  </a:moveTo>
                  <a:cubicBezTo>
                    <a:pt x="406" y="194"/>
                    <a:pt x="409" y="190"/>
                    <a:pt x="407" y="192"/>
                  </a:cubicBezTo>
                  <a:close/>
                  <a:moveTo>
                    <a:pt x="410" y="563"/>
                  </a:moveTo>
                  <a:cubicBezTo>
                    <a:pt x="410" y="564"/>
                    <a:pt x="410" y="565"/>
                    <a:pt x="409" y="564"/>
                  </a:cubicBezTo>
                  <a:cubicBezTo>
                    <a:pt x="408" y="564"/>
                    <a:pt x="409" y="563"/>
                    <a:pt x="410" y="563"/>
                  </a:cubicBezTo>
                  <a:close/>
                  <a:moveTo>
                    <a:pt x="412" y="687"/>
                  </a:moveTo>
                  <a:cubicBezTo>
                    <a:pt x="414" y="686"/>
                    <a:pt x="414" y="687"/>
                    <a:pt x="412" y="687"/>
                  </a:cubicBezTo>
                  <a:close/>
                  <a:moveTo>
                    <a:pt x="391" y="194"/>
                  </a:moveTo>
                  <a:cubicBezTo>
                    <a:pt x="391" y="194"/>
                    <a:pt x="389" y="196"/>
                    <a:pt x="388" y="195"/>
                  </a:cubicBezTo>
                  <a:cubicBezTo>
                    <a:pt x="388" y="194"/>
                    <a:pt x="391" y="193"/>
                    <a:pt x="390" y="194"/>
                  </a:cubicBezTo>
                  <a:cubicBezTo>
                    <a:pt x="398" y="189"/>
                    <a:pt x="408" y="183"/>
                    <a:pt x="417" y="179"/>
                  </a:cubicBezTo>
                  <a:cubicBezTo>
                    <a:pt x="409" y="185"/>
                    <a:pt x="400" y="189"/>
                    <a:pt x="391" y="194"/>
                  </a:cubicBezTo>
                  <a:close/>
                  <a:moveTo>
                    <a:pt x="414" y="158"/>
                  </a:moveTo>
                  <a:cubicBezTo>
                    <a:pt x="415" y="156"/>
                    <a:pt x="417" y="157"/>
                    <a:pt x="414" y="158"/>
                  </a:cubicBezTo>
                  <a:close/>
                  <a:moveTo>
                    <a:pt x="407" y="137"/>
                  </a:moveTo>
                  <a:cubicBezTo>
                    <a:pt x="409" y="134"/>
                    <a:pt x="417" y="135"/>
                    <a:pt x="417" y="139"/>
                  </a:cubicBezTo>
                  <a:cubicBezTo>
                    <a:pt x="417" y="145"/>
                    <a:pt x="403" y="144"/>
                    <a:pt x="407" y="137"/>
                  </a:cubicBezTo>
                  <a:close/>
                  <a:moveTo>
                    <a:pt x="418" y="140"/>
                  </a:moveTo>
                  <a:cubicBezTo>
                    <a:pt x="418" y="139"/>
                    <a:pt x="419" y="142"/>
                    <a:pt x="418" y="140"/>
                  </a:cubicBezTo>
                  <a:close/>
                  <a:moveTo>
                    <a:pt x="420" y="672"/>
                  </a:moveTo>
                  <a:cubicBezTo>
                    <a:pt x="419" y="672"/>
                    <a:pt x="418" y="672"/>
                    <a:pt x="418" y="672"/>
                  </a:cubicBezTo>
                  <a:cubicBezTo>
                    <a:pt x="418" y="671"/>
                    <a:pt x="432" y="670"/>
                    <a:pt x="435" y="670"/>
                  </a:cubicBezTo>
                  <a:cubicBezTo>
                    <a:pt x="437" y="671"/>
                    <a:pt x="433" y="672"/>
                    <a:pt x="432" y="672"/>
                  </a:cubicBezTo>
                  <a:cubicBezTo>
                    <a:pt x="428" y="672"/>
                    <a:pt x="423" y="673"/>
                    <a:pt x="420" y="672"/>
                  </a:cubicBezTo>
                  <a:close/>
                  <a:moveTo>
                    <a:pt x="425" y="681"/>
                  </a:moveTo>
                  <a:cubicBezTo>
                    <a:pt x="425" y="681"/>
                    <a:pt x="425" y="680"/>
                    <a:pt x="425" y="680"/>
                  </a:cubicBezTo>
                  <a:cubicBezTo>
                    <a:pt x="425" y="680"/>
                    <a:pt x="425" y="680"/>
                    <a:pt x="425" y="681"/>
                  </a:cubicBezTo>
                  <a:cubicBezTo>
                    <a:pt x="425" y="681"/>
                    <a:pt x="425" y="681"/>
                    <a:pt x="425" y="681"/>
                  </a:cubicBezTo>
                  <a:cubicBezTo>
                    <a:pt x="426" y="681"/>
                    <a:pt x="426" y="681"/>
                    <a:pt x="425" y="681"/>
                  </a:cubicBezTo>
                  <a:close/>
                  <a:moveTo>
                    <a:pt x="429" y="674"/>
                  </a:moveTo>
                  <a:cubicBezTo>
                    <a:pt x="429" y="674"/>
                    <a:pt x="426" y="674"/>
                    <a:pt x="428" y="673"/>
                  </a:cubicBezTo>
                  <a:cubicBezTo>
                    <a:pt x="431" y="672"/>
                    <a:pt x="437" y="672"/>
                    <a:pt x="441" y="672"/>
                  </a:cubicBezTo>
                  <a:cubicBezTo>
                    <a:pt x="438" y="673"/>
                    <a:pt x="433" y="674"/>
                    <a:pt x="429" y="674"/>
                  </a:cubicBezTo>
                  <a:close/>
                  <a:moveTo>
                    <a:pt x="442" y="672"/>
                  </a:moveTo>
                  <a:cubicBezTo>
                    <a:pt x="444" y="671"/>
                    <a:pt x="448" y="669"/>
                    <a:pt x="452" y="670"/>
                  </a:cubicBezTo>
                  <a:cubicBezTo>
                    <a:pt x="449" y="671"/>
                    <a:pt x="445" y="671"/>
                    <a:pt x="442" y="672"/>
                  </a:cubicBezTo>
                  <a:close/>
                  <a:moveTo>
                    <a:pt x="449" y="142"/>
                  </a:moveTo>
                  <a:cubicBezTo>
                    <a:pt x="450" y="141"/>
                    <a:pt x="450" y="141"/>
                    <a:pt x="451" y="142"/>
                  </a:cubicBezTo>
                  <a:cubicBezTo>
                    <a:pt x="451" y="142"/>
                    <a:pt x="450" y="142"/>
                    <a:pt x="449" y="142"/>
                  </a:cubicBezTo>
                  <a:close/>
                  <a:moveTo>
                    <a:pt x="451" y="148"/>
                  </a:moveTo>
                  <a:cubicBezTo>
                    <a:pt x="452" y="149"/>
                    <a:pt x="450" y="147"/>
                    <a:pt x="451" y="148"/>
                  </a:cubicBezTo>
                  <a:close/>
                  <a:moveTo>
                    <a:pt x="446" y="79"/>
                  </a:moveTo>
                  <a:cubicBezTo>
                    <a:pt x="448" y="77"/>
                    <a:pt x="450" y="78"/>
                    <a:pt x="452" y="77"/>
                  </a:cubicBezTo>
                  <a:cubicBezTo>
                    <a:pt x="451" y="78"/>
                    <a:pt x="448" y="79"/>
                    <a:pt x="446" y="79"/>
                  </a:cubicBezTo>
                  <a:close/>
                  <a:moveTo>
                    <a:pt x="454" y="644"/>
                  </a:moveTo>
                  <a:cubicBezTo>
                    <a:pt x="454" y="644"/>
                    <a:pt x="454" y="644"/>
                    <a:pt x="454" y="644"/>
                  </a:cubicBezTo>
                  <a:cubicBezTo>
                    <a:pt x="455" y="642"/>
                    <a:pt x="455" y="647"/>
                    <a:pt x="454" y="644"/>
                  </a:cubicBezTo>
                  <a:close/>
                  <a:moveTo>
                    <a:pt x="449" y="66"/>
                  </a:moveTo>
                  <a:cubicBezTo>
                    <a:pt x="449" y="66"/>
                    <a:pt x="448" y="65"/>
                    <a:pt x="448" y="65"/>
                  </a:cubicBezTo>
                  <a:cubicBezTo>
                    <a:pt x="448" y="64"/>
                    <a:pt x="451" y="62"/>
                    <a:pt x="453" y="61"/>
                  </a:cubicBezTo>
                  <a:cubicBezTo>
                    <a:pt x="451" y="61"/>
                    <a:pt x="450" y="62"/>
                    <a:pt x="448" y="62"/>
                  </a:cubicBezTo>
                  <a:cubicBezTo>
                    <a:pt x="444" y="62"/>
                    <a:pt x="452" y="60"/>
                    <a:pt x="453" y="60"/>
                  </a:cubicBezTo>
                  <a:cubicBezTo>
                    <a:pt x="458" y="59"/>
                    <a:pt x="462" y="58"/>
                    <a:pt x="466" y="57"/>
                  </a:cubicBezTo>
                  <a:cubicBezTo>
                    <a:pt x="468" y="57"/>
                    <a:pt x="475" y="56"/>
                    <a:pt x="475" y="57"/>
                  </a:cubicBezTo>
                  <a:cubicBezTo>
                    <a:pt x="476" y="58"/>
                    <a:pt x="468" y="59"/>
                    <a:pt x="465" y="59"/>
                  </a:cubicBezTo>
                  <a:cubicBezTo>
                    <a:pt x="461" y="60"/>
                    <a:pt x="459" y="60"/>
                    <a:pt x="456" y="61"/>
                  </a:cubicBezTo>
                  <a:cubicBezTo>
                    <a:pt x="458" y="61"/>
                    <a:pt x="461" y="62"/>
                    <a:pt x="460" y="64"/>
                  </a:cubicBezTo>
                  <a:cubicBezTo>
                    <a:pt x="460" y="69"/>
                    <a:pt x="453" y="68"/>
                    <a:pt x="449" y="66"/>
                  </a:cubicBezTo>
                  <a:close/>
                  <a:moveTo>
                    <a:pt x="467" y="66"/>
                  </a:moveTo>
                  <a:cubicBezTo>
                    <a:pt x="468" y="65"/>
                    <a:pt x="470" y="62"/>
                    <a:pt x="471" y="63"/>
                  </a:cubicBezTo>
                  <a:cubicBezTo>
                    <a:pt x="473" y="65"/>
                    <a:pt x="469" y="66"/>
                    <a:pt x="467" y="66"/>
                  </a:cubicBezTo>
                  <a:close/>
                  <a:moveTo>
                    <a:pt x="459" y="100"/>
                  </a:moveTo>
                  <a:cubicBezTo>
                    <a:pt x="458" y="100"/>
                    <a:pt x="458" y="99"/>
                    <a:pt x="459" y="98"/>
                  </a:cubicBezTo>
                  <a:cubicBezTo>
                    <a:pt x="461" y="96"/>
                    <a:pt x="462" y="100"/>
                    <a:pt x="459" y="100"/>
                  </a:cubicBezTo>
                  <a:close/>
                  <a:moveTo>
                    <a:pt x="456" y="149"/>
                  </a:moveTo>
                  <a:cubicBezTo>
                    <a:pt x="456" y="149"/>
                    <a:pt x="460" y="145"/>
                    <a:pt x="461" y="146"/>
                  </a:cubicBezTo>
                  <a:cubicBezTo>
                    <a:pt x="463" y="148"/>
                    <a:pt x="457" y="150"/>
                    <a:pt x="456" y="149"/>
                  </a:cubicBezTo>
                  <a:close/>
                  <a:moveTo>
                    <a:pt x="462" y="681"/>
                  </a:moveTo>
                  <a:cubicBezTo>
                    <a:pt x="464" y="680"/>
                    <a:pt x="464" y="682"/>
                    <a:pt x="462" y="681"/>
                  </a:cubicBezTo>
                  <a:close/>
                  <a:moveTo>
                    <a:pt x="464" y="170"/>
                  </a:moveTo>
                  <a:cubicBezTo>
                    <a:pt x="463" y="171"/>
                    <a:pt x="461" y="171"/>
                    <a:pt x="460" y="171"/>
                  </a:cubicBezTo>
                  <a:cubicBezTo>
                    <a:pt x="459" y="172"/>
                    <a:pt x="459" y="172"/>
                    <a:pt x="458" y="172"/>
                  </a:cubicBezTo>
                  <a:cubicBezTo>
                    <a:pt x="459" y="172"/>
                    <a:pt x="459" y="172"/>
                    <a:pt x="460" y="171"/>
                  </a:cubicBezTo>
                  <a:cubicBezTo>
                    <a:pt x="462" y="170"/>
                    <a:pt x="464" y="168"/>
                    <a:pt x="465" y="168"/>
                  </a:cubicBezTo>
                  <a:cubicBezTo>
                    <a:pt x="468" y="167"/>
                    <a:pt x="464" y="170"/>
                    <a:pt x="464" y="170"/>
                  </a:cubicBezTo>
                  <a:close/>
                  <a:moveTo>
                    <a:pt x="466" y="68"/>
                  </a:moveTo>
                  <a:cubicBezTo>
                    <a:pt x="466" y="68"/>
                    <a:pt x="466" y="68"/>
                    <a:pt x="466" y="68"/>
                  </a:cubicBezTo>
                  <a:cubicBezTo>
                    <a:pt x="467" y="70"/>
                    <a:pt x="464" y="67"/>
                    <a:pt x="466" y="68"/>
                  </a:cubicBezTo>
                  <a:close/>
                  <a:moveTo>
                    <a:pt x="468" y="241"/>
                  </a:moveTo>
                  <a:cubicBezTo>
                    <a:pt x="468" y="243"/>
                    <a:pt x="465" y="242"/>
                    <a:pt x="468" y="241"/>
                  </a:cubicBezTo>
                  <a:close/>
                  <a:moveTo>
                    <a:pt x="470" y="75"/>
                  </a:moveTo>
                  <a:cubicBezTo>
                    <a:pt x="470" y="75"/>
                    <a:pt x="470" y="76"/>
                    <a:pt x="470" y="77"/>
                  </a:cubicBezTo>
                  <a:cubicBezTo>
                    <a:pt x="471" y="77"/>
                    <a:pt x="472" y="75"/>
                    <a:pt x="472" y="75"/>
                  </a:cubicBezTo>
                  <a:cubicBezTo>
                    <a:pt x="472" y="74"/>
                    <a:pt x="471" y="74"/>
                    <a:pt x="471" y="73"/>
                  </a:cubicBezTo>
                  <a:cubicBezTo>
                    <a:pt x="471" y="74"/>
                    <a:pt x="470" y="73"/>
                    <a:pt x="471" y="73"/>
                  </a:cubicBezTo>
                  <a:cubicBezTo>
                    <a:pt x="472" y="72"/>
                    <a:pt x="473" y="73"/>
                    <a:pt x="473" y="73"/>
                  </a:cubicBezTo>
                  <a:cubicBezTo>
                    <a:pt x="474" y="72"/>
                    <a:pt x="475" y="72"/>
                    <a:pt x="476" y="72"/>
                  </a:cubicBezTo>
                  <a:cubicBezTo>
                    <a:pt x="477" y="72"/>
                    <a:pt x="481" y="75"/>
                    <a:pt x="478" y="76"/>
                  </a:cubicBezTo>
                  <a:cubicBezTo>
                    <a:pt x="476" y="77"/>
                    <a:pt x="471" y="78"/>
                    <a:pt x="469" y="77"/>
                  </a:cubicBezTo>
                  <a:cubicBezTo>
                    <a:pt x="468" y="77"/>
                    <a:pt x="468" y="74"/>
                    <a:pt x="470" y="75"/>
                  </a:cubicBezTo>
                  <a:close/>
                  <a:moveTo>
                    <a:pt x="478" y="117"/>
                  </a:moveTo>
                  <a:cubicBezTo>
                    <a:pt x="479" y="118"/>
                    <a:pt x="477" y="118"/>
                    <a:pt x="476" y="118"/>
                  </a:cubicBezTo>
                  <a:cubicBezTo>
                    <a:pt x="476" y="117"/>
                    <a:pt x="478" y="117"/>
                    <a:pt x="478" y="117"/>
                  </a:cubicBezTo>
                  <a:close/>
                  <a:moveTo>
                    <a:pt x="478" y="100"/>
                  </a:move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lose/>
                  <a:moveTo>
                    <a:pt x="478" y="100"/>
                  </a:moveTo>
                  <a:cubicBezTo>
                    <a:pt x="479" y="100"/>
                    <a:pt x="478" y="100"/>
                    <a:pt x="478" y="100"/>
                  </a:cubicBezTo>
                  <a:close/>
                  <a:moveTo>
                    <a:pt x="476" y="97"/>
                  </a:moveTo>
                  <a:cubicBezTo>
                    <a:pt x="475" y="96"/>
                    <a:pt x="478" y="96"/>
                    <a:pt x="478" y="96"/>
                  </a:cubicBezTo>
                  <a:cubicBezTo>
                    <a:pt x="479" y="96"/>
                    <a:pt x="476" y="97"/>
                    <a:pt x="476" y="97"/>
                  </a:cubicBezTo>
                  <a:close/>
                  <a:moveTo>
                    <a:pt x="474" y="91"/>
                  </a:moveTo>
                  <a:cubicBezTo>
                    <a:pt x="474" y="90"/>
                    <a:pt x="475" y="90"/>
                    <a:pt x="476" y="90"/>
                  </a:cubicBezTo>
                  <a:cubicBezTo>
                    <a:pt x="477" y="92"/>
                    <a:pt x="474" y="92"/>
                    <a:pt x="474" y="91"/>
                  </a:cubicBezTo>
                  <a:close/>
                  <a:moveTo>
                    <a:pt x="477" y="107"/>
                  </a:moveTo>
                  <a:cubicBezTo>
                    <a:pt x="477" y="109"/>
                    <a:pt x="474" y="111"/>
                    <a:pt x="473" y="109"/>
                  </a:cubicBezTo>
                  <a:cubicBezTo>
                    <a:pt x="469" y="106"/>
                    <a:pt x="477" y="104"/>
                    <a:pt x="477" y="107"/>
                  </a:cubicBezTo>
                  <a:close/>
                  <a:moveTo>
                    <a:pt x="472" y="112"/>
                  </a:moveTo>
                  <a:cubicBezTo>
                    <a:pt x="475" y="114"/>
                    <a:pt x="468" y="116"/>
                    <a:pt x="470" y="113"/>
                  </a:cubicBezTo>
                  <a:cubicBezTo>
                    <a:pt x="471" y="112"/>
                    <a:pt x="472" y="112"/>
                    <a:pt x="472" y="112"/>
                  </a:cubicBezTo>
                  <a:close/>
                  <a:moveTo>
                    <a:pt x="475" y="122"/>
                  </a:moveTo>
                  <a:cubicBezTo>
                    <a:pt x="474" y="122"/>
                    <a:pt x="473" y="123"/>
                    <a:pt x="472" y="123"/>
                  </a:cubicBezTo>
                  <a:cubicBezTo>
                    <a:pt x="472" y="123"/>
                    <a:pt x="473" y="121"/>
                    <a:pt x="475" y="122"/>
                  </a:cubicBezTo>
                  <a:close/>
                  <a:moveTo>
                    <a:pt x="474" y="123"/>
                  </a:moveTo>
                  <a:cubicBezTo>
                    <a:pt x="474" y="123"/>
                    <a:pt x="475" y="123"/>
                    <a:pt x="475" y="124"/>
                  </a:cubicBezTo>
                  <a:cubicBezTo>
                    <a:pt x="475" y="124"/>
                    <a:pt x="474" y="124"/>
                    <a:pt x="474" y="123"/>
                  </a:cubicBezTo>
                  <a:close/>
                  <a:moveTo>
                    <a:pt x="477" y="158"/>
                  </a:moveTo>
                  <a:cubicBezTo>
                    <a:pt x="477" y="158"/>
                    <a:pt x="476" y="159"/>
                    <a:pt x="475" y="159"/>
                  </a:cubicBezTo>
                  <a:cubicBezTo>
                    <a:pt x="475" y="159"/>
                    <a:pt x="476" y="158"/>
                    <a:pt x="477" y="158"/>
                  </a:cubicBezTo>
                  <a:close/>
                  <a:moveTo>
                    <a:pt x="476" y="121"/>
                  </a:moveTo>
                  <a:cubicBezTo>
                    <a:pt x="477" y="121"/>
                    <a:pt x="478" y="119"/>
                    <a:pt x="479" y="120"/>
                  </a:cubicBezTo>
                  <a:cubicBezTo>
                    <a:pt x="478" y="121"/>
                    <a:pt x="477" y="121"/>
                    <a:pt x="476" y="121"/>
                  </a:cubicBezTo>
                  <a:close/>
                  <a:moveTo>
                    <a:pt x="472" y="165"/>
                  </a:moveTo>
                  <a:cubicBezTo>
                    <a:pt x="472" y="166"/>
                    <a:pt x="470" y="167"/>
                    <a:pt x="469" y="168"/>
                  </a:cubicBezTo>
                  <a:cubicBezTo>
                    <a:pt x="469" y="166"/>
                    <a:pt x="471" y="166"/>
                    <a:pt x="472" y="165"/>
                  </a:cubicBezTo>
                  <a:close/>
                  <a:moveTo>
                    <a:pt x="471" y="178"/>
                  </a:moveTo>
                  <a:cubicBezTo>
                    <a:pt x="471" y="175"/>
                    <a:pt x="476" y="174"/>
                    <a:pt x="477" y="177"/>
                  </a:cubicBezTo>
                  <a:cubicBezTo>
                    <a:pt x="477" y="181"/>
                    <a:pt x="471" y="180"/>
                    <a:pt x="471" y="178"/>
                  </a:cubicBezTo>
                  <a:close/>
                  <a:moveTo>
                    <a:pt x="472" y="233"/>
                  </a:moveTo>
                  <a:cubicBezTo>
                    <a:pt x="472" y="232"/>
                    <a:pt x="475" y="230"/>
                    <a:pt x="475" y="232"/>
                  </a:cubicBezTo>
                  <a:cubicBezTo>
                    <a:pt x="476" y="234"/>
                    <a:pt x="473" y="234"/>
                    <a:pt x="472" y="233"/>
                  </a:cubicBezTo>
                  <a:close/>
                  <a:moveTo>
                    <a:pt x="475" y="180"/>
                  </a:moveTo>
                  <a:cubicBezTo>
                    <a:pt x="475" y="180"/>
                    <a:pt x="476" y="179"/>
                    <a:pt x="477" y="180"/>
                  </a:cubicBezTo>
                  <a:cubicBezTo>
                    <a:pt x="478" y="181"/>
                    <a:pt x="475" y="181"/>
                    <a:pt x="475" y="180"/>
                  </a:cubicBezTo>
                  <a:close/>
                  <a:moveTo>
                    <a:pt x="482" y="155"/>
                  </a:moveTo>
                  <a:cubicBezTo>
                    <a:pt x="482" y="156"/>
                    <a:pt x="480" y="157"/>
                    <a:pt x="479" y="157"/>
                  </a:cubicBezTo>
                  <a:cubicBezTo>
                    <a:pt x="479" y="156"/>
                    <a:pt x="481" y="156"/>
                    <a:pt x="482" y="155"/>
                  </a:cubicBezTo>
                  <a:close/>
                  <a:moveTo>
                    <a:pt x="479" y="164"/>
                  </a:moveTo>
                  <a:cubicBezTo>
                    <a:pt x="479" y="162"/>
                    <a:pt x="481" y="163"/>
                    <a:pt x="479" y="164"/>
                  </a:cubicBezTo>
                  <a:close/>
                  <a:moveTo>
                    <a:pt x="479" y="175"/>
                  </a:moveTo>
                  <a:cubicBezTo>
                    <a:pt x="478" y="174"/>
                    <a:pt x="480" y="173"/>
                    <a:pt x="480" y="174"/>
                  </a:cubicBezTo>
                  <a:cubicBezTo>
                    <a:pt x="480" y="175"/>
                    <a:pt x="480" y="175"/>
                    <a:pt x="479" y="175"/>
                  </a:cubicBezTo>
                  <a:close/>
                  <a:moveTo>
                    <a:pt x="480" y="164"/>
                  </a:moveTo>
                  <a:cubicBezTo>
                    <a:pt x="480" y="163"/>
                    <a:pt x="484" y="161"/>
                    <a:pt x="484" y="164"/>
                  </a:cubicBezTo>
                  <a:cubicBezTo>
                    <a:pt x="484" y="166"/>
                    <a:pt x="480" y="166"/>
                    <a:pt x="480" y="164"/>
                  </a:cubicBezTo>
                  <a:close/>
                  <a:moveTo>
                    <a:pt x="482" y="188"/>
                  </a:moveTo>
                  <a:cubicBezTo>
                    <a:pt x="482" y="187"/>
                    <a:pt x="483" y="187"/>
                    <a:pt x="484" y="187"/>
                  </a:cubicBezTo>
                  <a:cubicBezTo>
                    <a:pt x="484" y="187"/>
                    <a:pt x="482" y="189"/>
                    <a:pt x="482" y="188"/>
                  </a:cubicBezTo>
                  <a:close/>
                  <a:moveTo>
                    <a:pt x="487" y="253"/>
                  </a:moveTo>
                  <a:cubicBezTo>
                    <a:pt x="487" y="255"/>
                    <a:pt x="485" y="254"/>
                    <a:pt x="487" y="253"/>
                  </a:cubicBezTo>
                  <a:close/>
                  <a:moveTo>
                    <a:pt x="484" y="228"/>
                  </a:moveTo>
                  <a:cubicBezTo>
                    <a:pt x="482" y="226"/>
                    <a:pt x="488" y="223"/>
                    <a:pt x="488" y="227"/>
                  </a:cubicBezTo>
                  <a:cubicBezTo>
                    <a:pt x="488" y="228"/>
                    <a:pt x="485" y="230"/>
                    <a:pt x="484" y="228"/>
                  </a:cubicBezTo>
                  <a:close/>
                  <a:moveTo>
                    <a:pt x="486" y="208"/>
                  </a:moveTo>
                  <a:cubicBezTo>
                    <a:pt x="486" y="207"/>
                    <a:pt x="488" y="206"/>
                    <a:pt x="488" y="207"/>
                  </a:cubicBezTo>
                  <a:cubicBezTo>
                    <a:pt x="488" y="208"/>
                    <a:pt x="487" y="209"/>
                    <a:pt x="486" y="208"/>
                  </a:cubicBezTo>
                  <a:close/>
                  <a:moveTo>
                    <a:pt x="490" y="250"/>
                  </a:moveTo>
                  <a:cubicBezTo>
                    <a:pt x="490" y="248"/>
                    <a:pt x="492" y="246"/>
                    <a:pt x="493" y="245"/>
                  </a:cubicBezTo>
                  <a:cubicBezTo>
                    <a:pt x="493" y="246"/>
                    <a:pt x="491" y="248"/>
                    <a:pt x="490" y="250"/>
                  </a:cubicBezTo>
                  <a:close/>
                  <a:moveTo>
                    <a:pt x="494" y="245"/>
                  </a:moveTo>
                  <a:cubicBezTo>
                    <a:pt x="494" y="244"/>
                    <a:pt x="495" y="243"/>
                    <a:pt x="495" y="243"/>
                  </a:cubicBezTo>
                  <a:cubicBezTo>
                    <a:pt x="496" y="243"/>
                    <a:pt x="494" y="245"/>
                    <a:pt x="494" y="245"/>
                  </a:cubicBezTo>
                  <a:close/>
                  <a:moveTo>
                    <a:pt x="499" y="230"/>
                  </a:moveTo>
                  <a:cubicBezTo>
                    <a:pt x="499" y="229"/>
                    <a:pt x="501" y="229"/>
                    <a:pt x="501" y="229"/>
                  </a:cubicBezTo>
                  <a:cubicBezTo>
                    <a:pt x="502" y="229"/>
                    <a:pt x="500" y="230"/>
                    <a:pt x="499" y="230"/>
                  </a:cubicBezTo>
                  <a:close/>
                  <a:moveTo>
                    <a:pt x="496" y="230"/>
                  </a:moveTo>
                  <a:cubicBezTo>
                    <a:pt x="496" y="230"/>
                    <a:pt x="491" y="233"/>
                    <a:pt x="492" y="231"/>
                  </a:cubicBezTo>
                  <a:cubicBezTo>
                    <a:pt x="492" y="230"/>
                    <a:pt x="497" y="229"/>
                    <a:pt x="497" y="229"/>
                  </a:cubicBezTo>
                  <a:cubicBezTo>
                    <a:pt x="500" y="228"/>
                    <a:pt x="503" y="225"/>
                    <a:pt x="506" y="225"/>
                  </a:cubicBezTo>
                  <a:cubicBezTo>
                    <a:pt x="505" y="228"/>
                    <a:pt x="498" y="229"/>
                    <a:pt x="496" y="230"/>
                  </a:cubicBezTo>
                  <a:close/>
                  <a:moveTo>
                    <a:pt x="505" y="195"/>
                  </a:moveTo>
                  <a:cubicBezTo>
                    <a:pt x="505" y="194"/>
                    <a:pt x="507" y="192"/>
                    <a:pt x="508" y="193"/>
                  </a:cubicBezTo>
                  <a:cubicBezTo>
                    <a:pt x="508" y="194"/>
                    <a:pt x="506" y="196"/>
                    <a:pt x="505" y="195"/>
                  </a:cubicBezTo>
                  <a:close/>
                  <a:moveTo>
                    <a:pt x="507" y="222"/>
                  </a:moveTo>
                  <a:cubicBezTo>
                    <a:pt x="507" y="222"/>
                    <a:pt x="508" y="222"/>
                    <a:pt x="508" y="222"/>
                  </a:cubicBezTo>
                  <a:cubicBezTo>
                    <a:pt x="510" y="223"/>
                    <a:pt x="504" y="225"/>
                    <a:pt x="507" y="222"/>
                  </a:cubicBezTo>
                  <a:close/>
                  <a:moveTo>
                    <a:pt x="506" y="190"/>
                  </a:moveTo>
                  <a:cubicBezTo>
                    <a:pt x="506" y="189"/>
                    <a:pt x="507" y="188"/>
                    <a:pt x="509" y="188"/>
                  </a:cubicBezTo>
                  <a:cubicBezTo>
                    <a:pt x="508" y="189"/>
                    <a:pt x="507" y="190"/>
                    <a:pt x="506" y="190"/>
                  </a:cubicBezTo>
                  <a:close/>
                  <a:moveTo>
                    <a:pt x="516" y="247"/>
                  </a:moveTo>
                  <a:cubicBezTo>
                    <a:pt x="514" y="248"/>
                    <a:pt x="511" y="250"/>
                    <a:pt x="509" y="250"/>
                  </a:cubicBezTo>
                  <a:cubicBezTo>
                    <a:pt x="510" y="249"/>
                    <a:pt x="514" y="248"/>
                    <a:pt x="516" y="247"/>
                  </a:cubicBezTo>
                  <a:close/>
                  <a:moveTo>
                    <a:pt x="512" y="258"/>
                  </a:moveTo>
                  <a:cubicBezTo>
                    <a:pt x="512" y="255"/>
                    <a:pt x="516" y="256"/>
                    <a:pt x="516" y="257"/>
                  </a:cubicBezTo>
                  <a:cubicBezTo>
                    <a:pt x="517" y="258"/>
                    <a:pt x="512" y="260"/>
                    <a:pt x="512" y="258"/>
                  </a:cubicBezTo>
                  <a:close/>
                  <a:moveTo>
                    <a:pt x="517" y="268"/>
                  </a:moveTo>
                  <a:cubicBezTo>
                    <a:pt x="516" y="269"/>
                    <a:pt x="517" y="268"/>
                    <a:pt x="517" y="268"/>
                  </a:cubicBezTo>
                  <a:cubicBezTo>
                    <a:pt x="517" y="268"/>
                    <a:pt x="517" y="268"/>
                    <a:pt x="517" y="268"/>
                  </a:cubicBezTo>
                  <a:close/>
                  <a:moveTo>
                    <a:pt x="517" y="247"/>
                  </a:moveTo>
                  <a:cubicBezTo>
                    <a:pt x="517" y="247"/>
                    <a:pt x="517" y="247"/>
                    <a:pt x="517" y="247"/>
                  </a:cubicBezTo>
                  <a:cubicBezTo>
                    <a:pt x="518" y="247"/>
                    <a:pt x="517" y="247"/>
                    <a:pt x="517" y="247"/>
                  </a:cubicBezTo>
                  <a:close/>
                  <a:moveTo>
                    <a:pt x="518" y="154"/>
                  </a:moveTo>
                  <a:cubicBezTo>
                    <a:pt x="517" y="151"/>
                    <a:pt x="524" y="153"/>
                    <a:pt x="524" y="154"/>
                  </a:cubicBezTo>
                  <a:cubicBezTo>
                    <a:pt x="524" y="154"/>
                    <a:pt x="523" y="155"/>
                    <a:pt x="523" y="155"/>
                  </a:cubicBezTo>
                  <a:cubicBezTo>
                    <a:pt x="523" y="156"/>
                    <a:pt x="522" y="158"/>
                    <a:pt x="521" y="156"/>
                  </a:cubicBezTo>
                  <a:cubicBezTo>
                    <a:pt x="521" y="156"/>
                    <a:pt x="521" y="155"/>
                    <a:pt x="521" y="155"/>
                  </a:cubicBezTo>
                  <a:cubicBezTo>
                    <a:pt x="520" y="155"/>
                    <a:pt x="518" y="155"/>
                    <a:pt x="518" y="154"/>
                  </a:cubicBezTo>
                  <a:close/>
                  <a:moveTo>
                    <a:pt x="518" y="188"/>
                  </a:moveTo>
                  <a:cubicBezTo>
                    <a:pt x="518" y="186"/>
                    <a:pt x="524" y="185"/>
                    <a:pt x="524" y="188"/>
                  </a:cubicBezTo>
                  <a:cubicBezTo>
                    <a:pt x="524" y="190"/>
                    <a:pt x="519" y="190"/>
                    <a:pt x="518" y="188"/>
                  </a:cubicBezTo>
                  <a:close/>
                  <a:moveTo>
                    <a:pt x="522" y="286"/>
                  </a:moveTo>
                  <a:cubicBezTo>
                    <a:pt x="522" y="285"/>
                    <a:pt x="522" y="285"/>
                    <a:pt x="522" y="285"/>
                  </a:cubicBezTo>
                  <a:cubicBezTo>
                    <a:pt x="523" y="285"/>
                    <a:pt x="522" y="286"/>
                    <a:pt x="522" y="286"/>
                  </a:cubicBezTo>
                  <a:close/>
                  <a:moveTo>
                    <a:pt x="521" y="231"/>
                  </a:moveTo>
                  <a:cubicBezTo>
                    <a:pt x="518" y="232"/>
                    <a:pt x="522" y="229"/>
                    <a:pt x="523" y="228"/>
                  </a:cubicBezTo>
                  <a:cubicBezTo>
                    <a:pt x="524" y="226"/>
                    <a:pt x="526" y="223"/>
                    <a:pt x="528" y="220"/>
                  </a:cubicBezTo>
                  <a:cubicBezTo>
                    <a:pt x="528" y="221"/>
                    <a:pt x="527" y="221"/>
                    <a:pt x="527" y="220"/>
                  </a:cubicBezTo>
                  <a:cubicBezTo>
                    <a:pt x="527" y="220"/>
                    <a:pt x="528" y="220"/>
                    <a:pt x="528" y="220"/>
                  </a:cubicBezTo>
                  <a:cubicBezTo>
                    <a:pt x="528" y="220"/>
                    <a:pt x="528" y="220"/>
                    <a:pt x="528" y="220"/>
                  </a:cubicBezTo>
                  <a:cubicBezTo>
                    <a:pt x="529" y="219"/>
                    <a:pt x="529" y="218"/>
                    <a:pt x="530" y="218"/>
                  </a:cubicBezTo>
                  <a:cubicBezTo>
                    <a:pt x="530" y="218"/>
                    <a:pt x="531" y="218"/>
                    <a:pt x="531" y="218"/>
                  </a:cubicBezTo>
                  <a:cubicBezTo>
                    <a:pt x="531" y="218"/>
                    <a:pt x="529" y="220"/>
                    <a:pt x="528" y="222"/>
                  </a:cubicBezTo>
                  <a:cubicBezTo>
                    <a:pt x="527" y="223"/>
                    <a:pt x="523" y="230"/>
                    <a:pt x="521" y="231"/>
                  </a:cubicBezTo>
                  <a:close/>
                  <a:moveTo>
                    <a:pt x="530" y="232"/>
                  </a:moveTo>
                  <a:cubicBezTo>
                    <a:pt x="530" y="232"/>
                    <a:pt x="530" y="232"/>
                    <a:pt x="531" y="232"/>
                  </a:cubicBezTo>
                  <a:cubicBezTo>
                    <a:pt x="531" y="232"/>
                    <a:pt x="530" y="233"/>
                    <a:pt x="530" y="232"/>
                  </a:cubicBezTo>
                  <a:close/>
                  <a:moveTo>
                    <a:pt x="530" y="268"/>
                  </a:move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lose/>
                  <a:moveTo>
                    <a:pt x="530" y="256"/>
                  </a:moveTo>
                  <a:cubicBezTo>
                    <a:pt x="530" y="256"/>
                    <a:pt x="531" y="255"/>
                    <a:pt x="531" y="256"/>
                  </a:cubicBezTo>
                  <a:cubicBezTo>
                    <a:pt x="532" y="258"/>
                    <a:pt x="529" y="258"/>
                    <a:pt x="530" y="256"/>
                  </a:cubicBezTo>
                  <a:close/>
                  <a:moveTo>
                    <a:pt x="533" y="312"/>
                  </a:moveTo>
                  <a:cubicBezTo>
                    <a:pt x="533" y="311"/>
                    <a:pt x="533" y="310"/>
                    <a:pt x="534" y="310"/>
                  </a:cubicBezTo>
                  <a:cubicBezTo>
                    <a:pt x="536" y="308"/>
                    <a:pt x="535" y="313"/>
                    <a:pt x="533" y="312"/>
                  </a:cubicBezTo>
                  <a:close/>
                  <a:moveTo>
                    <a:pt x="533" y="230"/>
                  </a:moveTo>
                  <a:cubicBezTo>
                    <a:pt x="534" y="229"/>
                    <a:pt x="535" y="232"/>
                    <a:pt x="533" y="231"/>
                  </a:cubicBezTo>
                  <a:cubicBezTo>
                    <a:pt x="533" y="231"/>
                    <a:pt x="533" y="230"/>
                    <a:pt x="533" y="230"/>
                  </a:cubicBezTo>
                  <a:close/>
                  <a:moveTo>
                    <a:pt x="531" y="215"/>
                  </a:moveTo>
                  <a:cubicBezTo>
                    <a:pt x="530" y="213"/>
                    <a:pt x="535" y="211"/>
                    <a:pt x="535" y="214"/>
                  </a:cubicBezTo>
                  <a:cubicBezTo>
                    <a:pt x="535" y="215"/>
                    <a:pt x="531" y="217"/>
                    <a:pt x="531" y="215"/>
                  </a:cubicBezTo>
                  <a:close/>
                  <a:moveTo>
                    <a:pt x="530" y="135"/>
                  </a:moveTo>
                  <a:cubicBezTo>
                    <a:pt x="532" y="134"/>
                    <a:pt x="534" y="133"/>
                    <a:pt x="536" y="131"/>
                  </a:cubicBezTo>
                  <a:cubicBezTo>
                    <a:pt x="535" y="134"/>
                    <a:pt x="532" y="134"/>
                    <a:pt x="530" y="135"/>
                  </a:cubicBezTo>
                  <a:close/>
                  <a:moveTo>
                    <a:pt x="598" y="198"/>
                  </a:moveTo>
                  <a:cubicBezTo>
                    <a:pt x="598" y="198"/>
                    <a:pt x="597" y="199"/>
                    <a:pt x="597" y="199"/>
                  </a:cubicBezTo>
                  <a:cubicBezTo>
                    <a:pt x="596" y="198"/>
                    <a:pt x="598" y="198"/>
                    <a:pt x="598" y="198"/>
                  </a:cubicBezTo>
                  <a:close/>
                  <a:moveTo>
                    <a:pt x="596" y="204"/>
                  </a:moveTo>
                  <a:cubicBezTo>
                    <a:pt x="598" y="202"/>
                    <a:pt x="597" y="205"/>
                    <a:pt x="596" y="205"/>
                  </a:cubicBezTo>
                  <a:cubicBezTo>
                    <a:pt x="596" y="204"/>
                    <a:pt x="596" y="204"/>
                    <a:pt x="596" y="204"/>
                  </a:cubicBezTo>
                  <a:close/>
                  <a:moveTo>
                    <a:pt x="596" y="235"/>
                  </a:moveTo>
                  <a:cubicBezTo>
                    <a:pt x="597" y="235"/>
                    <a:pt x="598" y="234"/>
                    <a:pt x="598" y="235"/>
                  </a:cubicBezTo>
                  <a:cubicBezTo>
                    <a:pt x="601" y="237"/>
                    <a:pt x="594" y="238"/>
                    <a:pt x="596" y="235"/>
                  </a:cubicBezTo>
                  <a:close/>
                  <a:moveTo>
                    <a:pt x="599" y="282"/>
                  </a:moveTo>
                  <a:cubicBezTo>
                    <a:pt x="598" y="284"/>
                    <a:pt x="597" y="283"/>
                    <a:pt x="599" y="282"/>
                  </a:cubicBezTo>
                  <a:close/>
                  <a:moveTo>
                    <a:pt x="594" y="323"/>
                  </a:moveTo>
                  <a:cubicBezTo>
                    <a:pt x="594" y="322"/>
                    <a:pt x="595" y="322"/>
                    <a:pt x="595" y="322"/>
                  </a:cubicBezTo>
                  <a:cubicBezTo>
                    <a:pt x="597" y="323"/>
                    <a:pt x="593" y="325"/>
                    <a:pt x="594" y="323"/>
                  </a:cubicBezTo>
                  <a:close/>
                  <a:moveTo>
                    <a:pt x="596" y="370"/>
                  </a:moveTo>
                  <a:cubicBezTo>
                    <a:pt x="597" y="370"/>
                    <a:pt x="594" y="371"/>
                    <a:pt x="596" y="370"/>
                  </a:cubicBezTo>
                  <a:close/>
                  <a:moveTo>
                    <a:pt x="594" y="263"/>
                  </a:moveTo>
                  <a:cubicBezTo>
                    <a:pt x="595" y="262"/>
                    <a:pt x="596" y="264"/>
                    <a:pt x="594" y="263"/>
                  </a:cubicBezTo>
                  <a:close/>
                  <a:moveTo>
                    <a:pt x="594" y="231"/>
                  </a:moveTo>
                  <a:cubicBezTo>
                    <a:pt x="595" y="231"/>
                    <a:pt x="594" y="232"/>
                    <a:pt x="594" y="231"/>
                  </a:cubicBezTo>
                  <a:cubicBezTo>
                    <a:pt x="594" y="231"/>
                    <a:pt x="594" y="231"/>
                    <a:pt x="594" y="231"/>
                  </a:cubicBezTo>
                  <a:close/>
                  <a:moveTo>
                    <a:pt x="592" y="198"/>
                  </a:moveTo>
                  <a:cubicBezTo>
                    <a:pt x="594" y="196"/>
                    <a:pt x="594" y="199"/>
                    <a:pt x="592" y="198"/>
                  </a:cubicBezTo>
                  <a:close/>
                  <a:moveTo>
                    <a:pt x="594" y="244"/>
                  </a:moveTo>
                  <a:cubicBezTo>
                    <a:pt x="594" y="245"/>
                    <a:pt x="593" y="245"/>
                    <a:pt x="591" y="246"/>
                  </a:cubicBezTo>
                  <a:cubicBezTo>
                    <a:pt x="592" y="245"/>
                    <a:pt x="593" y="244"/>
                    <a:pt x="594" y="244"/>
                  </a:cubicBezTo>
                  <a:close/>
                  <a:moveTo>
                    <a:pt x="589" y="200"/>
                  </a:moveTo>
                  <a:cubicBezTo>
                    <a:pt x="590" y="201"/>
                    <a:pt x="588" y="202"/>
                    <a:pt x="588" y="202"/>
                  </a:cubicBezTo>
                  <a:cubicBezTo>
                    <a:pt x="588" y="201"/>
                    <a:pt x="589" y="201"/>
                    <a:pt x="589" y="200"/>
                  </a:cubicBezTo>
                  <a:close/>
                  <a:moveTo>
                    <a:pt x="591" y="200"/>
                  </a:moveTo>
                  <a:cubicBezTo>
                    <a:pt x="590" y="203"/>
                    <a:pt x="589" y="206"/>
                    <a:pt x="586" y="208"/>
                  </a:cubicBezTo>
                  <a:cubicBezTo>
                    <a:pt x="588" y="206"/>
                    <a:pt x="589" y="203"/>
                    <a:pt x="591" y="200"/>
                  </a:cubicBezTo>
                  <a:close/>
                  <a:moveTo>
                    <a:pt x="590" y="339"/>
                  </a:moveTo>
                  <a:cubicBezTo>
                    <a:pt x="591" y="338"/>
                    <a:pt x="590" y="340"/>
                    <a:pt x="590" y="339"/>
                  </a:cubicBezTo>
                  <a:close/>
                  <a:moveTo>
                    <a:pt x="590" y="246"/>
                  </a:moveTo>
                  <a:cubicBezTo>
                    <a:pt x="591" y="246"/>
                    <a:pt x="591" y="246"/>
                    <a:pt x="590" y="246"/>
                  </a:cubicBezTo>
                  <a:close/>
                  <a:moveTo>
                    <a:pt x="590" y="246"/>
                  </a:moveTo>
                  <a:cubicBezTo>
                    <a:pt x="590" y="246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6"/>
                  </a:cubicBezTo>
                  <a:close/>
                  <a:moveTo>
                    <a:pt x="587" y="206"/>
                  </a:moveTo>
                  <a:cubicBezTo>
                    <a:pt x="587" y="206"/>
                    <a:pt x="586" y="205"/>
                    <a:pt x="586" y="205"/>
                  </a:cubicBezTo>
                  <a:cubicBezTo>
                    <a:pt x="587" y="204"/>
                    <a:pt x="587" y="208"/>
                    <a:pt x="587" y="206"/>
                  </a:cubicBezTo>
                  <a:close/>
                  <a:moveTo>
                    <a:pt x="586" y="210"/>
                  </a:moveTo>
                  <a:cubicBezTo>
                    <a:pt x="587" y="211"/>
                    <a:pt x="585" y="212"/>
                    <a:pt x="585" y="213"/>
                  </a:cubicBezTo>
                  <a:cubicBezTo>
                    <a:pt x="584" y="212"/>
                    <a:pt x="586" y="210"/>
                    <a:pt x="586" y="210"/>
                  </a:cubicBezTo>
                  <a:close/>
                  <a:moveTo>
                    <a:pt x="585" y="229"/>
                  </a:moveTo>
                  <a:cubicBezTo>
                    <a:pt x="586" y="228"/>
                    <a:pt x="585" y="230"/>
                    <a:pt x="584" y="230"/>
                  </a:cubicBezTo>
                  <a:cubicBezTo>
                    <a:pt x="584" y="230"/>
                    <a:pt x="585" y="229"/>
                    <a:pt x="585" y="229"/>
                  </a:cubicBezTo>
                  <a:close/>
                  <a:moveTo>
                    <a:pt x="584" y="214"/>
                  </a:moveTo>
                  <a:cubicBezTo>
                    <a:pt x="584" y="212"/>
                    <a:pt x="585" y="214"/>
                    <a:pt x="584" y="214"/>
                  </a:cubicBezTo>
                  <a:close/>
                  <a:moveTo>
                    <a:pt x="583" y="250"/>
                  </a:moveTo>
                  <a:cubicBezTo>
                    <a:pt x="583" y="250"/>
                    <a:pt x="583" y="251"/>
                    <a:pt x="582" y="251"/>
                  </a:cubicBezTo>
                  <a:cubicBezTo>
                    <a:pt x="582" y="251"/>
                    <a:pt x="581" y="251"/>
                    <a:pt x="581" y="251"/>
                  </a:cubicBezTo>
                  <a:cubicBezTo>
                    <a:pt x="582" y="251"/>
                    <a:pt x="583" y="251"/>
                    <a:pt x="583" y="250"/>
                  </a:cubicBezTo>
                  <a:close/>
                  <a:moveTo>
                    <a:pt x="579" y="195"/>
                  </a:moveTo>
                  <a:cubicBezTo>
                    <a:pt x="578" y="194"/>
                    <a:pt x="581" y="195"/>
                    <a:pt x="579" y="195"/>
                  </a:cubicBezTo>
                  <a:close/>
                  <a:moveTo>
                    <a:pt x="578" y="186"/>
                  </a:moveTo>
                  <a:cubicBezTo>
                    <a:pt x="578" y="188"/>
                    <a:pt x="573" y="190"/>
                    <a:pt x="572" y="187"/>
                  </a:cubicBezTo>
                  <a:cubicBezTo>
                    <a:pt x="571" y="184"/>
                    <a:pt x="579" y="182"/>
                    <a:pt x="578" y="186"/>
                  </a:cubicBezTo>
                  <a:close/>
                  <a:moveTo>
                    <a:pt x="576" y="196"/>
                  </a:moveTo>
                  <a:cubicBezTo>
                    <a:pt x="576" y="196"/>
                    <a:pt x="576" y="196"/>
                    <a:pt x="576" y="196"/>
                  </a:cubicBezTo>
                  <a:cubicBezTo>
                    <a:pt x="577" y="198"/>
                    <a:pt x="574" y="195"/>
                    <a:pt x="576" y="196"/>
                  </a:cubicBezTo>
                  <a:close/>
                  <a:moveTo>
                    <a:pt x="573" y="191"/>
                  </a:moveTo>
                  <a:cubicBezTo>
                    <a:pt x="572" y="191"/>
                    <a:pt x="571" y="192"/>
                    <a:pt x="570" y="192"/>
                  </a:cubicBezTo>
                  <a:cubicBezTo>
                    <a:pt x="570" y="191"/>
                    <a:pt x="573" y="190"/>
                    <a:pt x="573" y="191"/>
                  </a:cubicBezTo>
                  <a:close/>
                  <a:moveTo>
                    <a:pt x="565" y="201"/>
                  </a:moveTo>
                  <a:cubicBezTo>
                    <a:pt x="565" y="202"/>
                    <a:pt x="563" y="202"/>
                    <a:pt x="563" y="201"/>
                  </a:cubicBezTo>
                  <a:cubicBezTo>
                    <a:pt x="563" y="200"/>
                    <a:pt x="564" y="200"/>
                    <a:pt x="565" y="201"/>
                  </a:cubicBezTo>
                  <a:close/>
                  <a:moveTo>
                    <a:pt x="569" y="202"/>
                  </a:moveTo>
                  <a:cubicBezTo>
                    <a:pt x="568" y="201"/>
                    <a:pt x="562" y="207"/>
                    <a:pt x="562" y="205"/>
                  </a:cubicBezTo>
                  <a:cubicBezTo>
                    <a:pt x="562" y="204"/>
                    <a:pt x="567" y="200"/>
                    <a:pt x="569" y="202"/>
                  </a:cubicBezTo>
                  <a:close/>
                  <a:moveTo>
                    <a:pt x="563" y="247"/>
                  </a:moveTo>
                  <a:cubicBezTo>
                    <a:pt x="563" y="247"/>
                    <a:pt x="561" y="248"/>
                    <a:pt x="561" y="248"/>
                  </a:cubicBezTo>
                  <a:cubicBezTo>
                    <a:pt x="560" y="247"/>
                    <a:pt x="562" y="245"/>
                    <a:pt x="563" y="247"/>
                  </a:cubicBezTo>
                  <a:close/>
                  <a:moveTo>
                    <a:pt x="562" y="189"/>
                  </a:moveTo>
                  <a:cubicBezTo>
                    <a:pt x="563" y="190"/>
                    <a:pt x="560" y="191"/>
                    <a:pt x="560" y="190"/>
                  </a:cubicBezTo>
                  <a:cubicBezTo>
                    <a:pt x="560" y="189"/>
                    <a:pt x="562" y="189"/>
                    <a:pt x="562" y="189"/>
                  </a:cubicBezTo>
                  <a:close/>
                  <a:moveTo>
                    <a:pt x="560" y="205"/>
                  </a:moveTo>
                  <a:cubicBezTo>
                    <a:pt x="563" y="203"/>
                    <a:pt x="562" y="209"/>
                    <a:pt x="560" y="207"/>
                  </a:cubicBezTo>
                  <a:cubicBezTo>
                    <a:pt x="558" y="207"/>
                    <a:pt x="560" y="205"/>
                    <a:pt x="560" y="205"/>
                  </a:cubicBezTo>
                  <a:close/>
                  <a:moveTo>
                    <a:pt x="560" y="264"/>
                  </a:moveTo>
                  <a:cubicBezTo>
                    <a:pt x="562" y="263"/>
                    <a:pt x="559" y="266"/>
                    <a:pt x="560" y="264"/>
                  </a:cubicBezTo>
                  <a:cubicBezTo>
                    <a:pt x="560" y="264"/>
                    <a:pt x="560" y="264"/>
                    <a:pt x="560" y="264"/>
                  </a:cubicBezTo>
                  <a:close/>
                  <a:moveTo>
                    <a:pt x="556" y="180"/>
                  </a:moveTo>
                  <a:cubicBezTo>
                    <a:pt x="557" y="181"/>
                    <a:pt x="555" y="182"/>
                    <a:pt x="555" y="181"/>
                  </a:cubicBezTo>
                  <a:cubicBezTo>
                    <a:pt x="555" y="181"/>
                    <a:pt x="556" y="181"/>
                    <a:pt x="556" y="180"/>
                  </a:cubicBezTo>
                  <a:close/>
                  <a:moveTo>
                    <a:pt x="554" y="138"/>
                  </a:moveTo>
                  <a:cubicBezTo>
                    <a:pt x="554" y="138"/>
                    <a:pt x="555" y="138"/>
                    <a:pt x="555" y="138"/>
                  </a:cubicBezTo>
                  <a:cubicBezTo>
                    <a:pt x="555" y="140"/>
                    <a:pt x="552" y="136"/>
                    <a:pt x="554" y="138"/>
                  </a:cubicBezTo>
                  <a:close/>
                  <a:moveTo>
                    <a:pt x="555" y="219"/>
                  </a:moveTo>
                  <a:cubicBezTo>
                    <a:pt x="555" y="219"/>
                    <a:pt x="554" y="221"/>
                    <a:pt x="553" y="221"/>
                  </a:cubicBezTo>
                  <a:cubicBezTo>
                    <a:pt x="553" y="220"/>
                    <a:pt x="554" y="218"/>
                    <a:pt x="555" y="219"/>
                  </a:cubicBezTo>
                  <a:close/>
                  <a:moveTo>
                    <a:pt x="553" y="245"/>
                  </a:moveTo>
                  <a:cubicBezTo>
                    <a:pt x="554" y="245"/>
                    <a:pt x="552" y="246"/>
                    <a:pt x="552" y="245"/>
                  </a:cubicBezTo>
                  <a:cubicBezTo>
                    <a:pt x="552" y="244"/>
                    <a:pt x="553" y="244"/>
                    <a:pt x="553" y="245"/>
                  </a:cubicBezTo>
                  <a:close/>
                  <a:moveTo>
                    <a:pt x="552" y="182"/>
                  </a:move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lose/>
                  <a:moveTo>
                    <a:pt x="552" y="133"/>
                  </a:moveTo>
                  <a:cubicBezTo>
                    <a:pt x="552" y="133"/>
                    <a:pt x="551" y="135"/>
                    <a:pt x="551" y="134"/>
                  </a:cubicBezTo>
                  <a:cubicBezTo>
                    <a:pt x="550" y="133"/>
                    <a:pt x="552" y="133"/>
                    <a:pt x="552" y="133"/>
                  </a:cubicBezTo>
                  <a:close/>
                  <a:moveTo>
                    <a:pt x="552" y="158"/>
                  </a:moveTo>
                  <a:cubicBezTo>
                    <a:pt x="552" y="159"/>
                    <a:pt x="550" y="160"/>
                    <a:pt x="550" y="159"/>
                  </a:cubicBezTo>
                  <a:cubicBezTo>
                    <a:pt x="550" y="158"/>
                    <a:pt x="551" y="158"/>
                    <a:pt x="552" y="158"/>
                  </a:cubicBezTo>
                  <a:close/>
                  <a:moveTo>
                    <a:pt x="552" y="177"/>
                  </a:moveTo>
                  <a:cubicBezTo>
                    <a:pt x="552" y="179"/>
                    <a:pt x="548" y="179"/>
                    <a:pt x="548" y="177"/>
                  </a:cubicBezTo>
                  <a:cubicBezTo>
                    <a:pt x="548" y="176"/>
                    <a:pt x="551" y="175"/>
                    <a:pt x="552" y="177"/>
                  </a:cubicBezTo>
                  <a:close/>
                  <a:moveTo>
                    <a:pt x="547" y="170"/>
                  </a:moveTo>
                  <a:cubicBezTo>
                    <a:pt x="548" y="170"/>
                    <a:pt x="547" y="171"/>
                    <a:pt x="546" y="171"/>
                  </a:cubicBezTo>
                  <a:cubicBezTo>
                    <a:pt x="546" y="170"/>
                    <a:pt x="547" y="170"/>
                    <a:pt x="547" y="170"/>
                  </a:cubicBezTo>
                  <a:close/>
                  <a:moveTo>
                    <a:pt x="547" y="166"/>
                  </a:moveTo>
                  <a:cubicBezTo>
                    <a:pt x="548" y="167"/>
                    <a:pt x="547" y="165"/>
                    <a:pt x="547" y="166"/>
                  </a:cubicBezTo>
                  <a:close/>
                  <a:moveTo>
                    <a:pt x="548" y="133"/>
                  </a:moveTo>
                  <a:cubicBezTo>
                    <a:pt x="548" y="134"/>
                    <a:pt x="547" y="134"/>
                    <a:pt x="546" y="134"/>
                  </a:cubicBezTo>
                  <a:cubicBezTo>
                    <a:pt x="546" y="133"/>
                    <a:pt x="547" y="134"/>
                    <a:pt x="548" y="133"/>
                  </a:cubicBezTo>
                  <a:close/>
                  <a:moveTo>
                    <a:pt x="547" y="176"/>
                  </a:moveTo>
                  <a:cubicBezTo>
                    <a:pt x="547" y="177"/>
                    <a:pt x="545" y="176"/>
                    <a:pt x="547" y="176"/>
                  </a:cubicBezTo>
                  <a:close/>
                  <a:moveTo>
                    <a:pt x="546" y="168"/>
                  </a:moveTo>
                  <a:cubicBezTo>
                    <a:pt x="546" y="169"/>
                    <a:pt x="544" y="170"/>
                    <a:pt x="544" y="168"/>
                  </a:cubicBezTo>
                  <a:cubicBezTo>
                    <a:pt x="545" y="168"/>
                    <a:pt x="545" y="168"/>
                    <a:pt x="546" y="168"/>
                  </a:cubicBezTo>
                  <a:close/>
                  <a:moveTo>
                    <a:pt x="545" y="141"/>
                  </a:moveTo>
                  <a:cubicBezTo>
                    <a:pt x="546" y="143"/>
                    <a:pt x="542" y="142"/>
                    <a:pt x="542" y="141"/>
                  </a:cubicBezTo>
                  <a:cubicBezTo>
                    <a:pt x="543" y="140"/>
                    <a:pt x="545" y="140"/>
                    <a:pt x="545" y="141"/>
                  </a:cubicBezTo>
                  <a:close/>
                  <a:moveTo>
                    <a:pt x="540" y="150"/>
                  </a:moveTo>
                  <a:cubicBezTo>
                    <a:pt x="540" y="150"/>
                    <a:pt x="538" y="151"/>
                    <a:pt x="537" y="150"/>
                  </a:cubicBezTo>
                  <a:cubicBezTo>
                    <a:pt x="537" y="149"/>
                    <a:pt x="539" y="148"/>
                    <a:pt x="540" y="150"/>
                  </a:cubicBezTo>
                  <a:close/>
                  <a:moveTo>
                    <a:pt x="537" y="158"/>
                  </a:moveTo>
                  <a:cubicBezTo>
                    <a:pt x="537" y="158"/>
                    <a:pt x="538" y="157"/>
                    <a:pt x="538" y="157"/>
                  </a:cubicBezTo>
                  <a:cubicBezTo>
                    <a:pt x="539" y="157"/>
                    <a:pt x="537" y="159"/>
                    <a:pt x="537" y="158"/>
                  </a:cubicBezTo>
                  <a:close/>
                  <a:moveTo>
                    <a:pt x="538" y="165"/>
                  </a:moveTo>
                  <a:cubicBezTo>
                    <a:pt x="538" y="165"/>
                    <a:pt x="540" y="163"/>
                    <a:pt x="540" y="165"/>
                  </a:cubicBezTo>
                  <a:cubicBezTo>
                    <a:pt x="540" y="164"/>
                    <a:pt x="539" y="166"/>
                    <a:pt x="538" y="165"/>
                  </a:cubicBezTo>
                  <a:close/>
                  <a:moveTo>
                    <a:pt x="540" y="214"/>
                  </a:moveTo>
                  <a:cubicBezTo>
                    <a:pt x="541" y="215"/>
                    <a:pt x="540" y="215"/>
                    <a:pt x="540" y="215"/>
                  </a:cubicBezTo>
                  <a:cubicBezTo>
                    <a:pt x="539" y="214"/>
                    <a:pt x="540" y="214"/>
                    <a:pt x="540" y="214"/>
                  </a:cubicBezTo>
                  <a:close/>
                  <a:moveTo>
                    <a:pt x="541" y="291"/>
                  </a:moveTo>
                  <a:cubicBezTo>
                    <a:pt x="540" y="291"/>
                    <a:pt x="539" y="291"/>
                    <a:pt x="540" y="290"/>
                  </a:cubicBezTo>
                  <a:cubicBezTo>
                    <a:pt x="540" y="289"/>
                    <a:pt x="541" y="290"/>
                    <a:pt x="541" y="291"/>
                  </a:cubicBezTo>
                  <a:close/>
                  <a:moveTo>
                    <a:pt x="541" y="212"/>
                  </a:moveTo>
                  <a:cubicBezTo>
                    <a:pt x="541" y="212"/>
                    <a:pt x="541" y="212"/>
                    <a:pt x="541" y="212"/>
                  </a:cubicBezTo>
                  <a:cubicBezTo>
                    <a:pt x="541" y="212"/>
                    <a:pt x="541" y="212"/>
                    <a:pt x="541" y="212"/>
                  </a:cubicBezTo>
                  <a:cubicBezTo>
                    <a:pt x="540" y="212"/>
                    <a:pt x="540" y="211"/>
                    <a:pt x="541" y="210"/>
                  </a:cubicBezTo>
                  <a:cubicBezTo>
                    <a:pt x="542" y="209"/>
                    <a:pt x="542" y="210"/>
                    <a:pt x="542" y="211"/>
                  </a:cubicBezTo>
                  <a:cubicBezTo>
                    <a:pt x="543" y="211"/>
                    <a:pt x="544" y="211"/>
                    <a:pt x="544" y="210"/>
                  </a:cubicBezTo>
                  <a:cubicBezTo>
                    <a:pt x="545" y="210"/>
                    <a:pt x="550" y="204"/>
                    <a:pt x="551" y="205"/>
                  </a:cubicBezTo>
                  <a:cubicBezTo>
                    <a:pt x="553" y="207"/>
                    <a:pt x="544" y="211"/>
                    <a:pt x="543" y="212"/>
                  </a:cubicBezTo>
                  <a:cubicBezTo>
                    <a:pt x="542" y="212"/>
                    <a:pt x="542" y="214"/>
                    <a:pt x="541" y="212"/>
                  </a:cubicBezTo>
                  <a:close/>
                  <a:moveTo>
                    <a:pt x="549" y="242"/>
                  </a:moveTo>
                  <a:cubicBezTo>
                    <a:pt x="549" y="242"/>
                    <a:pt x="547" y="242"/>
                    <a:pt x="547" y="241"/>
                  </a:cubicBezTo>
                  <a:cubicBezTo>
                    <a:pt x="547" y="241"/>
                    <a:pt x="549" y="240"/>
                    <a:pt x="549" y="242"/>
                  </a:cubicBezTo>
                  <a:close/>
                  <a:moveTo>
                    <a:pt x="543" y="245"/>
                  </a:moveTo>
                  <a:cubicBezTo>
                    <a:pt x="544" y="247"/>
                    <a:pt x="541" y="246"/>
                    <a:pt x="543" y="245"/>
                  </a:cubicBezTo>
                  <a:close/>
                  <a:moveTo>
                    <a:pt x="547" y="220"/>
                  </a:moveTo>
                  <a:cubicBezTo>
                    <a:pt x="546" y="220"/>
                    <a:pt x="546" y="220"/>
                    <a:pt x="546" y="220"/>
                  </a:cubicBezTo>
                  <a:cubicBezTo>
                    <a:pt x="545" y="220"/>
                    <a:pt x="547" y="219"/>
                    <a:pt x="547" y="220"/>
                  </a:cubicBezTo>
                  <a:close/>
                  <a:moveTo>
                    <a:pt x="546" y="265"/>
                  </a:moveTo>
                  <a:cubicBezTo>
                    <a:pt x="546" y="265"/>
                    <a:pt x="547" y="264"/>
                    <a:pt x="547" y="264"/>
                  </a:cubicBezTo>
                  <a:cubicBezTo>
                    <a:pt x="547" y="265"/>
                    <a:pt x="546" y="266"/>
                    <a:pt x="546" y="265"/>
                  </a:cubicBezTo>
                  <a:close/>
                  <a:moveTo>
                    <a:pt x="548" y="300"/>
                  </a:moveTo>
                  <a:cubicBezTo>
                    <a:pt x="548" y="299"/>
                    <a:pt x="548" y="299"/>
                    <a:pt x="548" y="299"/>
                  </a:cubicBezTo>
                  <a:cubicBezTo>
                    <a:pt x="549" y="299"/>
                    <a:pt x="548" y="301"/>
                    <a:pt x="548" y="300"/>
                  </a:cubicBezTo>
                  <a:close/>
                  <a:moveTo>
                    <a:pt x="547" y="280"/>
                  </a:moveTo>
                  <a:cubicBezTo>
                    <a:pt x="549" y="276"/>
                    <a:pt x="551" y="272"/>
                    <a:pt x="552" y="269"/>
                  </a:cubicBezTo>
                  <a:cubicBezTo>
                    <a:pt x="552" y="271"/>
                    <a:pt x="549" y="278"/>
                    <a:pt x="547" y="280"/>
                  </a:cubicBezTo>
                  <a:close/>
                  <a:moveTo>
                    <a:pt x="553" y="329"/>
                  </a:moveTo>
                  <a:cubicBezTo>
                    <a:pt x="553" y="329"/>
                    <a:pt x="553" y="329"/>
                    <a:pt x="553" y="329"/>
                  </a:cubicBezTo>
                  <a:cubicBezTo>
                    <a:pt x="553" y="329"/>
                    <a:pt x="553" y="329"/>
                    <a:pt x="553" y="329"/>
                  </a:cubicBezTo>
                  <a:close/>
                  <a:moveTo>
                    <a:pt x="551" y="261"/>
                  </a:moveTo>
                  <a:cubicBezTo>
                    <a:pt x="553" y="257"/>
                    <a:pt x="553" y="254"/>
                    <a:pt x="555" y="252"/>
                  </a:cubicBezTo>
                  <a:cubicBezTo>
                    <a:pt x="554" y="254"/>
                    <a:pt x="553" y="259"/>
                    <a:pt x="551" y="261"/>
                  </a:cubicBezTo>
                  <a:close/>
                  <a:moveTo>
                    <a:pt x="554" y="222"/>
                  </a:moveTo>
                  <a:cubicBezTo>
                    <a:pt x="555" y="221"/>
                    <a:pt x="556" y="222"/>
                    <a:pt x="554" y="222"/>
                  </a:cubicBezTo>
                  <a:close/>
                  <a:moveTo>
                    <a:pt x="554" y="184"/>
                  </a:moveTo>
                  <a:cubicBezTo>
                    <a:pt x="554" y="183"/>
                    <a:pt x="556" y="182"/>
                    <a:pt x="556" y="183"/>
                  </a:cubicBezTo>
                  <a:cubicBezTo>
                    <a:pt x="556" y="185"/>
                    <a:pt x="554" y="185"/>
                    <a:pt x="554" y="184"/>
                  </a:cubicBezTo>
                  <a:close/>
                  <a:moveTo>
                    <a:pt x="557" y="285"/>
                  </a:moveTo>
                  <a:cubicBezTo>
                    <a:pt x="557" y="283"/>
                    <a:pt x="556" y="286"/>
                    <a:pt x="557" y="285"/>
                  </a:cubicBezTo>
                  <a:close/>
                  <a:moveTo>
                    <a:pt x="560" y="320"/>
                  </a:moveTo>
                  <a:cubicBezTo>
                    <a:pt x="560" y="321"/>
                    <a:pt x="561" y="319"/>
                    <a:pt x="560" y="320"/>
                  </a:cubicBezTo>
                  <a:close/>
                  <a:moveTo>
                    <a:pt x="557" y="283"/>
                  </a:moveTo>
                  <a:cubicBezTo>
                    <a:pt x="556" y="281"/>
                    <a:pt x="561" y="279"/>
                    <a:pt x="561" y="281"/>
                  </a:cubicBezTo>
                  <a:cubicBezTo>
                    <a:pt x="562" y="283"/>
                    <a:pt x="558" y="284"/>
                    <a:pt x="557" y="283"/>
                  </a:cubicBezTo>
                  <a:close/>
                  <a:moveTo>
                    <a:pt x="562" y="258"/>
                  </a:moveTo>
                  <a:cubicBezTo>
                    <a:pt x="562" y="258"/>
                    <a:pt x="563" y="257"/>
                    <a:pt x="563" y="257"/>
                  </a:cubicBezTo>
                  <a:cubicBezTo>
                    <a:pt x="564" y="258"/>
                    <a:pt x="561" y="259"/>
                    <a:pt x="562" y="258"/>
                  </a:cubicBezTo>
                  <a:close/>
                  <a:moveTo>
                    <a:pt x="565" y="221"/>
                  </a:moveTo>
                  <a:cubicBezTo>
                    <a:pt x="564" y="221"/>
                    <a:pt x="564" y="219"/>
                    <a:pt x="565" y="220"/>
                  </a:cubicBezTo>
                  <a:cubicBezTo>
                    <a:pt x="565" y="220"/>
                    <a:pt x="565" y="221"/>
                    <a:pt x="565" y="221"/>
                  </a:cubicBezTo>
                  <a:close/>
                  <a:moveTo>
                    <a:pt x="566" y="206"/>
                  </a:moveTo>
                  <a:cubicBezTo>
                    <a:pt x="565" y="211"/>
                    <a:pt x="567" y="204"/>
                    <a:pt x="568" y="203"/>
                  </a:cubicBezTo>
                  <a:cubicBezTo>
                    <a:pt x="569" y="202"/>
                    <a:pt x="574" y="202"/>
                    <a:pt x="576" y="203"/>
                  </a:cubicBezTo>
                  <a:cubicBezTo>
                    <a:pt x="579" y="205"/>
                    <a:pt x="577" y="210"/>
                    <a:pt x="574" y="212"/>
                  </a:cubicBezTo>
                  <a:cubicBezTo>
                    <a:pt x="573" y="213"/>
                    <a:pt x="570" y="213"/>
                    <a:pt x="569" y="213"/>
                  </a:cubicBezTo>
                  <a:cubicBezTo>
                    <a:pt x="566" y="214"/>
                    <a:pt x="567" y="214"/>
                    <a:pt x="565" y="212"/>
                  </a:cubicBezTo>
                  <a:cubicBezTo>
                    <a:pt x="562" y="210"/>
                    <a:pt x="562" y="205"/>
                    <a:pt x="566" y="206"/>
                  </a:cubicBezTo>
                  <a:close/>
                  <a:moveTo>
                    <a:pt x="573" y="236"/>
                  </a:moveTo>
                  <a:cubicBezTo>
                    <a:pt x="575" y="234"/>
                    <a:pt x="572" y="237"/>
                    <a:pt x="573" y="236"/>
                  </a:cubicBezTo>
                  <a:close/>
                  <a:moveTo>
                    <a:pt x="571" y="238"/>
                  </a:moveTo>
                  <a:cubicBezTo>
                    <a:pt x="573" y="236"/>
                    <a:pt x="569" y="239"/>
                    <a:pt x="571" y="238"/>
                  </a:cubicBezTo>
                  <a:close/>
                  <a:moveTo>
                    <a:pt x="569" y="326"/>
                  </a:moveTo>
                  <a:cubicBezTo>
                    <a:pt x="568" y="326"/>
                    <a:pt x="569" y="325"/>
                    <a:pt x="569" y="325"/>
                  </a:cubicBezTo>
                  <a:cubicBezTo>
                    <a:pt x="570" y="324"/>
                    <a:pt x="570" y="327"/>
                    <a:pt x="569" y="326"/>
                  </a:cubicBezTo>
                  <a:close/>
                  <a:moveTo>
                    <a:pt x="567" y="224"/>
                  </a:moveTo>
                  <a:cubicBezTo>
                    <a:pt x="566" y="223"/>
                    <a:pt x="567" y="222"/>
                    <a:pt x="567" y="222"/>
                  </a:cubicBezTo>
                  <a:cubicBezTo>
                    <a:pt x="568" y="222"/>
                    <a:pt x="567" y="223"/>
                    <a:pt x="567" y="224"/>
                  </a:cubicBezTo>
                  <a:close/>
                  <a:moveTo>
                    <a:pt x="567" y="311"/>
                  </a:moveTo>
                  <a:cubicBezTo>
                    <a:pt x="568" y="312"/>
                    <a:pt x="566" y="312"/>
                    <a:pt x="567" y="311"/>
                  </a:cubicBezTo>
                  <a:close/>
                  <a:moveTo>
                    <a:pt x="565" y="280"/>
                  </a:moveTo>
                  <a:cubicBezTo>
                    <a:pt x="565" y="277"/>
                    <a:pt x="567" y="277"/>
                    <a:pt x="565" y="280"/>
                  </a:cubicBezTo>
                  <a:close/>
                  <a:moveTo>
                    <a:pt x="566" y="411"/>
                  </a:moveTo>
                  <a:cubicBezTo>
                    <a:pt x="568" y="409"/>
                    <a:pt x="569" y="406"/>
                    <a:pt x="572" y="405"/>
                  </a:cubicBezTo>
                  <a:cubicBezTo>
                    <a:pt x="570" y="407"/>
                    <a:pt x="568" y="410"/>
                    <a:pt x="566" y="411"/>
                  </a:cubicBezTo>
                  <a:close/>
                  <a:moveTo>
                    <a:pt x="571" y="279"/>
                  </a:moveTo>
                  <a:cubicBezTo>
                    <a:pt x="571" y="279"/>
                    <a:pt x="573" y="279"/>
                    <a:pt x="572" y="279"/>
                  </a:cubicBezTo>
                  <a:cubicBezTo>
                    <a:pt x="572" y="280"/>
                    <a:pt x="571" y="280"/>
                    <a:pt x="571" y="279"/>
                  </a:cubicBezTo>
                  <a:close/>
                  <a:moveTo>
                    <a:pt x="573" y="383"/>
                  </a:moveTo>
                  <a:cubicBezTo>
                    <a:pt x="571" y="382"/>
                    <a:pt x="573" y="380"/>
                    <a:pt x="574" y="379"/>
                  </a:cubicBezTo>
                  <a:cubicBezTo>
                    <a:pt x="577" y="377"/>
                    <a:pt x="575" y="384"/>
                    <a:pt x="573" y="383"/>
                  </a:cubicBezTo>
                  <a:close/>
                  <a:moveTo>
                    <a:pt x="578" y="218"/>
                  </a:moveTo>
                  <a:cubicBezTo>
                    <a:pt x="583" y="216"/>
                    <a:pt x="584" y="224"/>
                    <a:pt x="580" y="226"/>
                  </a:cubicBezTo>
                  <a:cubicBezTo>
                    <a:pt x="573" y="230"/>
                    <a:pt x="572" y="220"/>
                    <a:pt x="578" y="218"/>
                  </a:cubicBezTo>
                  <a:close/>
                  <a:moveTo>
                    <a:pt x="577" y="295"/>
                  </a:moveTo>
                  <a:cubicBezTo>
                    <a:pt x="577" y="295"/>
                    <a:pt x="577" y="295"/>
                    <a:pt x="577" y="296"/>
                  </a:cubicBezTo>
                  <a:cubicBezTo>
                    <a:pt x="576" y="296"/>
                    <a:pt x="577" y="295"/>
                    <a:pt x="577" y="295"/>
                  </a:cubicBezTo>
                  <a:close/>
                  <a:moveTo>
                    <a:pt x="577" y="425"/>
                  </a:moveTo>
                  <a:cubicBezTo>
                    <a:pt x="576" y="426"/>
                    <a:pt x="578" y="423"/>
                    <a:pt x="577" y="425"/>
                  </a:cubicBezTo>
                  <a:close/>
                  <a:moveTo>
                    <a:pt x="577" y="371"/>
                  </a:moveTo>
                  <a:cubicBezTo>
                    <a:pt x="576" y="370"/>
                    <a:pt x="578" y="370"/>
                    <a:pt x="577" y="371"/>
                  </a:cubicBezTo>
                  <a:close/>
                  <a:moveTo>
                    <a:pt x="577" y="297"/>
                  </a:moveTo>
                  <a:cubicBezTo>
                    <a:pt x="578" y="296"/>
                    <a:pt x="578" y="297"/>
                    <a:pt x="578" y="297"/>
                  </a:cubicBezTo>
                  <a:cubicBezTo>
                    <a:pt x="579" y="299"/>
                    <a:pt x="576" y="297"/>
                    <a:pt x="577" y="297"/>
                  </a:cubicBezTo>
                  <a:close/>
                  <a:moveTo>
                    <a:pt x="580" y="277"/>
                  </a:moveTo>
                  <a:cubicBezTo>
                    <a:pt x="580" y="277"/>
                    <a:pt x="580" y="277"/>
                    <a:pt x="580" y="277"/>
                  </a:cubicBezTo>
                  <a:cubicBezTo>
                    <a:pt x="581" y="277"/>
                    <a:pt x="579" y="278"/>
                    <a:pt x="580" y="277"/>
                  </a:cubicBezTo>
                  <a:close/>
                  <a:moveTo>
                    <a:pt x="580" y="387"/>
                  </a:moveTo>
                  <a:cubicBezTo>
                    <a:pt x="580" y="386"/>
                    <a:pt x="582" y="385"/>
                    <a:pt x="582" y="384"/>
                  </a:cubicBezTo>
                  <a:cubicBezTo>
                    <a:pt x="583" y="385"/>
                    <a:pt x="581" y="386"/>
                    <a:pt x="580" y="387"/>
                  </a:cubicBezTo>
                  <a:close/>
                  <a:moveTo>
                    <a:pt x="578" y="268"/>
                  </a:moveTo>
                  <a:cubicBezTo>
                    <a:pt x="578" y="266"/>
                    <a:pt x="584" y="266"/>
                    <a:pt x="582" y="269"/>
                  </a:cubicBezTo>
                  <a:cubicBezTo>
                    <a:pt x="582" y="271"/>
                    <a:pt x="578" y="270"/>
                    <a:pt x="578" y="268"/>
                  </a:cubicBezTo>
                  <a:close/>
                  <a:moveTo>
                    <a:pt x="582" y="302"/>
                  </a:moveTo>
                  <a:cubicBezTo>
                    <a:pt x="582" y="302"/>
                    <a:pt x="582" y="301"/>
                    <a:pt x="583" y="301"/>
                  </a:cubicBezTo>
                  <a:cubicBezTo>
                    <a:pt x="585" y="299"/>
                    <a:pt x="584" y="304"/>
                    <a:pt x="582" y="302"/>
                  </a:cubicBezTo>
                  <a:close/>
                  <a:moveTo>
                    <a:pt x="584" y="367"/>
                  </a:moveTo>
                  <a:cubicBezTo>
                    <a:pt x="584" y="369"/>
                    <a:pt x="582" y="368"/>
                    <a:pt x="584" y="367"/>
                  </a:cubicBezTo>
                  <a:close/>
                  <a:moveTo>
                    <a:pt x="584" y="364"/>
                  </a:moveTo>
                  <a:cubicBezTo>
                    <a:pt x="584" y="363"/>
                    <a:pt x="584" y="363"/>
                    <a:pt x="585" y="363"/>
                  </a:cubicBezTo>
                  <a:cubicBezTo>
                    <a:pt x="586" y="363"/>
                    <a:pt x="583" y="365"/>
                    <a:pt x="584" y="364"/>
                  </a:cubicBezTo>
                  <a:close/>
                  <a:moveTo>
                    <a:pt x="585" y="305"/>
                  </a:moveTo>
                  <a:cubicBezTo>
                    <a:pt x="585" y="305"/>
                    <a:pt x="586" y="304"/>
                    <a:pt x="586" y="305"/>
                  </a:cubicBezTo>
                  <a:cubicBezTo>
                    <a:pt x="587" y="305"/>
                    <a:pt x="585" y="306"/>
                    <a:pt x="585" y="305"/>
                  </a:cubicBezTo>
                  <a:close/>
                  <a:moveTo>
                    <a:pt x="585" y="289"/>
                  </a:moveTo>
                  <a:cubicBezTo>
                    <a:pt x="585" y="288"/>
                    <a:pt x="586" y="288"/>
                    <a:pt x="586" y="288"/>
                  </a:cubicBezTo>
                  <a:cubicBezTo>
                    <a:pt x="586" y="288"/>
                    <a:pt x="585" y="289"/>
                    <a:pt x="585" y="289"/>
                  </a:cubicBezTo>
                  <a:close/>
                  <a:moveTo>
                    <a:pt x="585" y="250"/>
                  </a:moveTo>
                  <a:cubicBezTo>
                    <a:pt x="586" y="249"/>
                    <a:pt x="587" y="248"/>
                    <a:pt x="589" y="247"/>
                  </a:cubicBezTo>
                  <a:cubicBezTo>
                    <a:pt x="588" y="248"/>
                    <a:pt x="586" y="249"/>
                    <a:pt x="585" y="250"/>
                  </a:cubicBezTo>
                  <a:close/>
                  <a:moveTo>
                    <a:pt x="590" y="437"/>
                  </a:moveTo>
                  <a:cubicBezTo>
                    <a:pt x="589" y="435"/>
                    <a:pt x="591" y="433"/>
                    <a:pt x="593" y="431"/>
                  </a:cubicBezTo>
                  <a:cubicBezTo>
                    <a:pt x="592" y="433"/>
                    <a:pt x="591" y="435"/>
                    <a:pt x="590" y="437"/>
                  </a:cubicBezTo>
                  <a:close/>
                  <a:moveTo>
                    <a:pt x="594" y="251"/>
                  </a:moveTo>
                  <a:cubicBezTo>
                    <a:pt x="596" y="250"/>
                    <a:pt x="595" y="255"/>
                    <a:pt x="593" y="253"/>
                  </a:cubicBezTo>
                  <a:cubicBezTo>
                    <a:pt x="593" y="253"/>
                    <a:pt x="593" y="252"/>
                    <a:pt x="594" y="251"/>
                  </a:cubicBezTo>
                  <a:close/>
                  <a:moveTo>
                    <a:pt x="594" y="357"/>
                  </a:moveTo>
                  <a:cubicBezTo>
                    <a:pt x="594" y="357"/>
                    <a:pt x="594" y="356"/>
                    <a:pt x="595" y="356"/>
                  </a:cubicBezTo>
                  <a:cubicBezTo>
                    <a:pt x="596" y="357"/>
                    <a:pt x="592" y="359"/>
                    <a:pt x="594" y="357"/>
                  </a:cubicBezTo>
                  <a:close/>
                  <a:moveTo>
                    <a:pt x="595" y="371"/>
                  </a:moveTo>
                  <a:cubicBezTo>
                    <a:pt x="595" y="372"/>
                    <a:pt x="594" y="373"/>
                    <a:pt x="593" y="373"/>
                  </a:cubicBezTo>
                  <a:cubicBezTo>
                    <a:pt x="593" y="372"/>
                    <a:pt x="594" y="371"/>
                    <a:pt x="595" y="371"/>
                  </a:cubicBezTo>
                  <a:close/>
                  <a:moveTo>
                    <a:pt x="593" y="429"/>
                  </a:move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lose/>
                  <a:moveTo>
                    <a:pt x="594" y="472"/>
                  </a:moveTo>
                  <a:cubicBezTo>
                    <a:pt x="594" y="472"/>
                    <a:pt x="595" y="470"/>
                    <a:pt x="595" y="470"/>
                  </a:cubicBezTo>
                  <a:cubicBezTo>
                    <a:pt x="596" y="471"/>
                    <a:pt x="594" y="472"/>
                    <a:pt x="594" y="472"/>
                  </a:cubicBezTo>
                  <a:close/>
                  <a:moveTo>
                    <a:pt x="598" y="422"/>
                  </a:moveTo>
                  <a:cubicBezTo>
                    <a:pt x="598" y="423"/>
                    <a:pt x="596" y="426"/>
                    <a:pt x="594" y="428"/>
                  </a:cubicBezTo>
                  <a:cubicBezTo>
                    <a:pt x="594" y="425"/>
                    <a:pt x="599" y="418"/>
                    <a:pt x="598" y="422"/>
                  </a:cubicBezTo>
                  <a:close/>
                  <a:moveTo>
                    <a:pt x="595" y="356"/>
                  </a:moveTo>
                  <a:cubicBezTo>
                    <a:pt x="596" y="355"/>
                    <a:pt x="597" y="354"/>
                    <a:pt x="599" y="353"/>
                  </a:cubicBezTo>
                  <a:cubicBezTo>
                    <a:pt x="598" y="355"/>
                    <a:pt x="597" y="355"/>
                    <a:pt x="595" y="356"/>
                  </a:cubicBezTo>
                  <a:close/>
                  <a:moveTo>
                    <a:pt x="686" y="310"/>
                  </a:moveTo>
                  <a:cubicBezTo>
                    <a:pt x="686" y="309"/>
                    <a:pt x="686" y="312"/>
                    <a:pt x="686" y="310"/>
                  </a:cubicBezTo>
                  <a:close/>
                  <a:moveTo>
                    <a:pt x="679" y="298"/>
                  </a:moveTo>
                  <a:cubicBezTo>
                    <a:pt x="682" y="297"/>
                    <a:pt x="678" y="302"/>
                    <a:pt x="678" y="299"/>
                  </a:cubicBezTo>
                  <a:cubicBezTo>
                    <a:pt x="678" y="299"/>
                    <a:pt x="678" y="298"/>
                    <a:pt x="679" y="298"/>
                  </a:cubicBezTo>
                  <a:close/>
                  <a:moveTo>
                    <a:pt x="676" y="297"/>
                  </a:moveTo>
                  <a:cubicBezTo>
                    <a:pt x="677" y="295"/>
                    <a:pt x="676" y="298"/>
                    <a:pt x="676" y="297"/>
                  </a:cubicBezTo>
                  <a:close/>
                  <a:moveTo>
                    <a:pt x="671" y="307"/>
                  </a:moveTo>
                  <a:cubicBezTo>
                    <a:pt x="671" y="307"/>
                    <a:pt x="672" y="308"/>
                    <a:pt x="671" y="308"/>
                  </a:cubicBezTo>
                  <a:cubicBezTo>
                    <a:pt x="670" y="309"/>
                    <a:pt x="671" y="307"/>
                    <a:pt x="671" y="307"/>
                  </a:cubicBezTo>
                  <a:close/>
                  <a:moveTo>
                    <a:pt x="672" y="331"/>
                  </a:moveTo>
                  <a:cubicBezTo>
                    <a:pt x="672" y="331"/>
                    <a:pt x="675" y="326"/>
                    <a:pt x="675" y="328"/>
                  </a:cubicBezTo>
                  <a:cubicBezTo>
                    <a:pt x="675" y="331"/>
                    <a:pt x="670" y="334"/>
                    <a:pt x="668" y="337"/>
                  </a:cubicBezTo>
                  <a:cubicBezTo>
                    <a:pt x="669" y="335"/>
                    <a:pt x="671" y="333"/>
                    <a:pt x="672" y="331"/>
                  </a:cubicBezTo>
                  <a:close/>
                  <a:moveTo>
                    <a:pt x="669" y="271"/>
                  </a:moveTo>
                  <a:cubicBezTo>
                    <a:pt x="668" y="270"/>
                    <a:pt x="671" y="264"/>
                    <a:pt x="672" y="266"/>
                  </a:cubicBezTo>
                  <a:cubicBezTo>
                    <a:pt x="674" y="267"/>
                    <a:pt x="670" y="270"/>
                    <a:pt x="669" y="271"/>
                  </a:cubicBezTo>
                  <a:close/>
                  <a:moveTo>
                    <a:pt x="674" y="235"/>
                  </a:moveTo>
                  <a:cubicBezTo>
                    <a:pt x="673" y="236"/>
                    <a:pt x="675" y="233"/>
                    <a:pt x="674" y="235"/>
                  </a:cubicBezTo>
                  <a:close/>
                  <a:moveTo>
                    <a:pt x="676" y="252"/>
                  </a:moveTo>
                  <a:cubicBezTo>
                    <a:pt x="676" y="250"/>
                    <a:pt x="677" y="251"/>
                    <a:pt x="676" y="252"/>
                  </a:cubicBezTo>
                  <a:close/>
                  <a:moveTo>
                    <a:pt x="673" y="222"/>
                  </a:moveTo>
                  <a:cubicBezTo>
                    <a:pt x="674" y="221"/>
                    <a:pt x="676" y="222"/>
                    <a:pt x="676" y="222"/>
                  </a:cubicBezTo>
                  <a:cubicBezTo>
                    <a:pt x="678" y="225"/>
                    <a:pt x="674" y="230"/>
                    <a:pt x="672" y="229"/>
                  </a:cubicBezTo>
                  <a:cubicBezTo>
                    <a:pt x="669" y="227"/>
                    <a:pt x="671" y="223"/>
                    <a:pt x="673" y="222"/>
                  </a:cubicBezTo>
                  <a:close/>
                  <a:moveTo>
                    <a:pt x="669" y="233"/>
                  </a:moveTo>
                  <a:cubicBezTo>
                    <a:pt x="669" y="232"/>
                    <a:pt x="670" y="231"/>
                    <a:pt x="670" y="230"/>
                  </a:cubicBezTo>
                  <a:cubicBezTo>
                    <a:pt x="669" y="230"/>
                    <a:pt x="669" y="230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1" y="229"/>
                  </a:cubicBezTo>
                  <a:cubicBezTo>
                    <a:pt x="670" y="230"/>
                    <a:pt x="670" y="230"/>
                    <a:pt x="670" y="230"/>
                  </a:cubicBezTo>
                  <a:cubicBezTo>
                    <a:pt x="670" y="233"/>
                    <a:pt x="669" y="236"/>
                    <a:pt x="668" y="238"/>
                  </a:cubicBezTo>
                  <a:cubicBezTo>
                    <a:pt x="668" y="237"/>
                    <a:pt x="668" y="235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lose/>
                  <a:moveTo>
                    <a:pt x="668" y="231"/>
                  </a:moveTo>
                  <a:cubicBezTo>
                    <a:pt x="668" y="233"/>
                    <a:pt x="666" y="231"/>
                    <a:pt x="668" y="231"/>
                  </a:cubicBezTo>
                  <a:close/>
                  <a:moveTo>
                    <a:pt x="671" y="249"/>
                  </a:moveTo>
                  <a:cubicBezTo>
                    <a:pt x="670" y="250"/>
                    <a:pt x="668" y="251"/>
                    <a:pt x="666" y="252"/>
                  </a:cubicBezTo>
                  <a:cubicBezTo>
                    <a:pt x="667" y="250"/>
                    <a:pt x="669" y="250"/>
                    <a:pt x="671" y="249"/>
                  </a:cubicBezTo>
                  <a:close/>
                  <a:moveTo>
                    <a:pt x="667" y="257"/>
                  </a:moveTo>
                  <a:cubicBezTo>
                    <a:pt x="667" y="258"/>
                    <a:pt x="666" y="260"/>
                    <a:pt x="665" y="261"/>
                  </a:cubicBezTo>
                  <a:cubicBezTo>
                    <a:pt x="665" y="259"/>
                    <a:pt x="667" y="259"/>
                    <a:pt x="667" y="257"/>
                  </a:cubicBezTo>
                  <a:close/>
                  <a:moveTo>
                    <a:pt x="666" y="302"/>
                  </a:moveTo>
                  <a:cubicBezTo>
                    <a:pt x="666" y="302"/>
                    <a:pt x="666" y="302"/>
                    <a:pt x="666" y="301"/>
                  </a:cubicBezTo>
                  <a:cubicBezTo>
                    <a:pt x="666" y="300"/>
                    <a:pt x="667" y="302"/>
                    <a:pt x="666" y="302"/>
                  </a:cubicBezTo>
                  <a:close/>
                  <a:moveTo>
                    <a:pt x="657" y="233"/>
                  </a:moveTo>
                  <a:cubicBezTo>
                    <a:pt x="657" y="233"/>
                    <a:pt x="657" y="233"/>
                    <a:pt x="657" y="233"/>
                  </a:cubicBezTo>
                  <a:cubicBezTo>
                    <a:pt x="657" y="235"/>
                    <a:pt x="655" y="233"/>
                    <a:pt x="657" y="233"/>
                  </a:cubicBezTo>
                  <a:close/>
                  <a:moveTo>
                    <a:pt x="655" y="232"/>
                  </a:moveTo>
                  <a:cubicBezTo>
                    <a:pt x="656" y="232"/>
                    <a:pt x="656" y="234"/>
                    <a:pt x="655" y="234"/>
                  </a:cubicBezTo>
                  <a:cubicBezTo>
                    <a:pt x="654" y="233"/>
                    <a:pt x="655" y="232"/>
                    <a:pt x="655" y="232"/>
                  </a:cubicBezTo>
                  <a:close/>
                  <a:moveTo>
                    <a:pt x="655" y="256"/>
                  </a:moveTo>
                  <a:cubicBezTo>
                    <a:pt x="657" y="254"/>
                    <a:pt x="657" y="259"/>
                    <a:pt x="655" y="259"/>
                  </a:cubicBezTo>
                  <a:cubicBezTo>
                    <a:pt x="654" y="258"/>
                    <a:pt x="654" y="256"/>
                    <a:pt x="655" y="256"/>
                  </a:cubicBezTo>
                  <a:close/>
                  <a:moveTo>
                    <a:pt x="651" y="231"/>
                  </a:moveTo>
                  <a:cubicBezTo>
                    <a:pt x="651" y="231"/>
                    <a:pt x="652" y="230"/>
                    <a:pt x="653" y="231"/>
                  </a:cubicBezTo>
                  <a:cubicBezTo>
                    <a:pt x="654" y="232"/>
                    <a:pt x="650" y="234"/>
                    <a:pt x="651" y="231"/>
                  </a:cubicBezTo>
                  <a:close/>
                  <a:moveTo>
                    <a:pt x="651" y="229"/>
                  </a:moveTo>
                  <a:cubicBezTo>
                    <a:pt x="651" y="228"/>
                    <a:pt x="650" y="231"/>
                    <a:pt x="651" y="229"/>
                  </a:cubicBezTo>
                  <a:close/>
                  <a:moveTo>
                    <a:pt x="647" y="239"/>
                  </a:moveTo>
                  <a:cubicBezTo>
                    <a:pt x="648" y="237"/>
                    <a:pt x="650" y="241"/>
                    <a:pt x="647" y="241"/>
                  </a:cubicBezTo>
                  <a:cubicBezTo>
                    <a:pt x="647" y="240"/>
                    <a:pt x="646" y="239"/>
                    <a:pt x="647" y="239"/>
                  </a:cubicBezTo>
                  <a:close/>
                  <a:moveTo>
                    <a:pt x="649" y="265"/>
                  </a:moveTo>
                  <a:cubicBezTo>
                    <a:pt x="650" y="264"/>
                    <a:pt x="651" y="260"/>
                    <a:pt x="653" y="260"/>
                  </a:cubicBezTo>
                  <a:cubicBezTo>
                    <a:pt x="657" y="258"/>
                    <a:pt x="649" y="267"/>
                    <a:pt x="648" y="268"/>
                  </a:cubicBezTo>
                  <a:cubicBezTo>
                    <a:pt x="650" y="266"/>
                    <a:pt x="648" y="270"/>
                    <a:pt x="647" y="269"/>
                  </a:cubicBezTo>
                  <a:cubicBezTo>
                    <a:pt x="646" y="269"/>
                    <a:pt x="648" y="266"/>
                    <a:pt x="649" y="265"/>
                  </a:cubicBezTo>
                  <a:close/>
                  <a:moveTo>
                    <a:pt x="652" y="271"/>
                  </a:moveTo>
                  <a:cubicBezTo>
                    <a:pt x="653" y="272"/>
                    <a:pt x="651" y="272"/>
                    <a:pt x="651" y="272"/>
                  </a:cubicBezTo>
                  <a:cubicBezTo>
                    <a:pt x="651" y="271"/>
                    <a:pt x="652" y="270"/>
                    <a:pt x="652" y="271"/>
                  </a:cubicBezTo>
                  <a:close/>
                  <a:moveTo>
                    <a:pt x="657" y="273"/>
                  </a:moveTo>
                  <a:cubicBezTo>
                    <a:pt x="653" y="278"/>
                    <a:pt x="649" y="282"/>
                    <a:pt x="643" y="286"/>
                  </a:cubicBezTo>
                  <a:cubicBezTo>
                    <a:pt x="648" y="281"/>
                    <a:pt x="652" y="277"/>
                    <a:pt x="657" y="273"/>
                  </a:cubicBezTo>
                  <a:close/>
                  <a:moveTo>
                    <a:pt x="645" y="387"/>
                  </a:moveTo>
                  <a:cubicBezTo>
                    <a:pt x="645" y="389"/>
                    <a:pt x="643" y="388"/>
                    <a:pt x="645" y="387"/>
                  </a:cubicBezTo>
                  <a:close/>
                  <a:moveTo>
                    <a:pt x="645" y="390"/>
                  </a:moveTo>
                  <a:cubicBezTo>
                    <a:pt x="645" y="388"/>
                    <a:pt x="644" y="391"/>
                    <a:pt x="645" y="390"/>
                  </a:cubicBezTo>
                  <a:close/>
                  <a:moveTo>
                    <a:pt x="641" y="392"/>
                  </a:moveTo>
                  <a:cubicBezTo>
                    <a:pt x="642" y="391"/>
                    <a:pt x="642" y="390"/>
                    <a:pt x="643" y="389"/>
                  </a:cubicBezTo>
                  <a:cubicBezTo>
                    <a:pt x="643" y="390"/>
                    <a:pt x="643" y="391"/>
                    <a:pt x="641" y="392"/>
                  </a:cubicBezTo>
                  <a:close/>
                  <a:moveTo>
                    <a:pt x="642" y="393"/>
                  </a:moveTo>
                  <a:cubicBezTo>
                    <a:pt x="643" y="393"/>
                    <a:pt x="640" y="395"/>
                    <a:pt x="642" y="393"/>
                  </a:cubicBezTo>
                  <a:close/>
                  <a:moveTo>
                    <a:pt x="643" y="300"/>
                  </a:moveTo>
                  <a:cubicBezTo>
                    <a:pt x="642" y="300"/>
                    <a:pt x="643" y="299"/>
                    <a:pt x="643" y="299"/>
                  </a:cubicBezTo>
                  <a:cubicBezTo>
                    <a:pt x="644" y="297"/>
                    <a:pt x="644" y="301"/>
                    <a:pt x="643" y="300"/>
                  </a:cubicBezTo>
                  <a:close/>
                  <a:moveTo>
                    <a:pt x="642" y="297"/>
                  </a:moveTo>
                  <a:cubicBezTo>
                    <a:pt x="642" y="296"/>
                    <a:pt x="643" y="296"/>
                    <a:pt x="644" y="295"/>
                  </a:cubicBezTo>
                  <a:cubicBezTo>
                    <a:pt x="644" y="296"/>
                    <a:pt x="643" y="297"/>
                    <a:pt x="642" y="297"/>
                  </a:cubicBezTo>
                  <a:close/>
                  <a:moveTo>
                    <a:pt x="639" y="297"/>
                  </a:moveTo>
                  <a:cubicBezTo>
                    <a:pt x="638" y="296"/>
                    <a:pt x="644" y="290"/>
                    <a:pt x="645" y="290"/>
                  </a:cubicBezTo>
                  <a:cubicBezTo>
                    <a:pt x="645" y="289"/>
                    <a:pt x="646" y="289"/>
                    <a:pt x="647" y="289"/>
                  </a:cubicBezTo>
                  <a:cubicBezTo>
                    <a:pt x="647" y="289"/>
                    <a:pt x="640" y="298"/>
                    <a:pt x="639" y="297"/>
                  </a:cubicBezTo>
                  <a:close/>
                  <a:moveTo>
                    <a:pt x="642" y="298"/>
                  </a:moveTo>
                  <a:cubicBezTo>
                    <a:pt x="641" y="300"/>
                    <a:pt x="639" y="299"/>
                    <a:pt x="642" y="298"/>
                  </a:cubicBezTo>
                  <a:close/>
                  <a:moveTo>
                    <a:pt x="639" y="303"/>
                  </a:moveTo>
                  <a:cubicBezTo>
                    <a:pt x="639" y="303"/>
                    <a:pt x="639" y="302"/>
                    <a:pt x="639" y="302"/>
                  </a:cubicBezTo>
                  <a:cubicBezTo>
                    <a:pt x="641" y="300"/>
                    <a:pt x="640" y="304"/>
                    <a:pt x="639" y="303"/>
                  </a:cubicBezTo>
                  <a:close/>
                  <a:moveTo>
                    <a:pt x="640" y="320"/>
                  </a:moveTo>
                  <a:cubicBezTo>
                    <a:pt x="640" y="320"/>
                    <a:pt x="639" y="321"/>
                    <a:pt x="639" y="321"/>
                  </a:cubicBezTo>
                  <a:cubicBezTo>
                    <a:pt x="638" y="321"/>
                    <a:pt x="639" y="320"/>
                    <a:pt x="640" y="320"/>
                  </a:cubicBezTo>
                  <a:close/>
                  <a:moveTo>
                    <a:pt x="638" y="266"/>
                  </a:moveTo>
                  <a:cubicBezTo>
                    <a:pt x="637" y="266"/>
                    <a:pt x="639" y="265"/>
                    <a:pt x="638" y="264"/>
                  </a:cubicBezTo>
                  <a:cubicBezTo>
                    <a:pt x="639" y="264"/>
                    <a:pt x="638" y="266"/>
                    <a:pt x="638" y="266"/>
                  </a:cubicBezTo>
                  <a:close/>
                  <a:moveTo>
                    <a:pt x="638" y="268"/>
                  </a:moveTo>
                  <a:cubicBezTo>
                    <a:pt x="638" y="268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8"/>
                  </a:cubicBezTo>
                  <a:close/>
                  <a:moveTo>
                    <a:pt x="642" y="286"/>
                  </a:moveTo>
                  <a:cubicBezTo>
                    <a:pt x="642" y="287"/>
                    <a:pt x="639" y="289"/>
                    <a:pt x="638" y="290"/>
                  </a:cubicBezTo>
                  <a:cubicBezTo>
                    <a:pt x="638" y="288"/>
                    <a:pt x="641" y="288"/>
                    <a:pt x="642" y="286"/>
                  </a:cubicBezTo>
                  <a:close/>
                  <a:moveTo>
                    <a:pt x="644" y="234"/>
                  </a:moveTo>
                  <a:cubicBezTo>
                    <a:pt x="643" y="235"/>
                    <a:pt x="643" y="234"/>
                    <a:pt x="644" y="234"/>
                  </a:cubicBezTo>
                  <a:close/>
                  <a:moveTo>
                    <a:pt x="643" y="251"/>
                  </a:moveTo>
                  <a:cubicBezTo>
                    <a:pt x="643" y="252"/>
                    <a:pt x="642" y="253"/>
                    <a:pt x="642" y="253"/>
                  </a:cubicBezTo>
                  <a:cubicBezTo>
                    <a:pt x="642" y="253"/>
                    <a:pt x="642" y="251"/>
                    <a:pt x="643" y="251"/>
                  </a:cubicBezTo>
                  <a:close/>
                  <a:moveTo>
                    <a:pt x="645" y="254"/>
                  </a:moveTo>
                  <a:cubicBezTo>
                    <a:pt x="643" y="257"/>
                    <a:pt x="641" y="258"/>
                    <a:pt x="638" y="260"/>
                  </a:cubicBezTo>
                  <a:cubicBezTo>
                    <a:pt x="640" y="258"/>
                    <a:pt x="642" y="256"/>
                    <a:pt x="645" y="254"/>
                  </a:cubicBezTo>
                  <a:close/>
                  <a:moveTo>
                    <a:pt x="640" y="225"/>
                  </a:moveTo>
                  <a:cubicBezTo>
                    <a:pt x="640" y="225"/>
                    <a:pt x="640" y="225"/>
                    <a:pt x="640" y="225"/>
                  </a:cubicBezTo>
                  <a:cubicBezTo>
                    <a:pt x="640" y="225"/>
                    <a:pt x="640" y="225"/>
                    <a:pt x="640" y="226"/>
                  </a:cubicBezTo>
                  <a:cubicBezTo>
                    <a:pt x="640" y="226"/>
                    <a:pt x="640" y="226"/>
                    <a:pt x="640" y="225"/>
                  </a:cubicBezTo>
                  <a:close/>
                  <a:moveTo>
                    <a:pt x="640" y="241"/>
                  </a:moveTo>
                  <a:cubicBezTo>
                    <a:pt x="641" y="243"/>
                    <a:pt x="638" y="244"/>
                    <a:pt x="638" y="242"/>
                  </a:cubicBezTo>
                  <a:cubicBezTo>
                    <a:pt x="637" y="241"/>
                    <a:pt x="640" y="239"/>
                    <a:pt x="640" y="241"/>
                  </a:cubicBezTo>
                  <a:close/>
                  <a:moveTo>
                    <a:pt x="638" y="290"/>
                  </a:moveTo>
                  <a:cubicBezTo>
                    <a:pt x="639" y="291"/>
                    <a:pt x="635" y="292"/>
                    <a:pt x="636" y="290"/>
                  </a:cubicBezTo>
                  <a:cubicBezTo>
                    <a:pt x="637" y="289"/>
                    <a:pt x="637" y="289"/>
                    <a:pt x="638" y="290"/>
                  </a:cubicBezTo>
                  <a:close/>
                  <a:moveTo>
                    <a:pt x="637" y="302"/>
                  </a:move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lose/>
                  <a:moveTo>
                    <a:pt x="632" y="265"/>
                  </a:moveTo>
                  <a:cubicBezTo>
                    <a:pt x="633" y="264"/>
                    <a:pt x="635" y="262"/>
                    <a:pt x="636" y="262"/>
                  </a:cubicBezTo>
                  <a:cubicBezTo>
                    <a:pt x="636" y="262"/>
                    <a:pt x="634" y="265"/>
                    <a:pt x="632" y="265"/>
                  </a:cubicBezTo>
                  <a:close/>
                  <a:moveTo>
                    <a:pt x="637" y="219"/>
                  </a:moveTo>
                  <a:cubicBezTo>
                    <a:pt x="637" y="221"/>
                    <a:pt x="634" y="221"/>
                    <a:pt x="634" y="219"/>
                  </a:cubicBezTo>
                  <a:cubicBezTo>
                    <a:pt x="634" y="218"/>
                    <a:pt x="636" y="217"/>
                    <a:pt x="637" y="219"/>
                  </a:cubicBezTo>
                  <a:close/>
                  <a:moveTo>
                    <a:pt x="633" y="221"/>
                  </a:moveTo>
                  <a:cubicBezTo>
                    <a:pt x="633" y="221"/>
                    <a:pt x="635" y="221"/>
                    <a:pt x="634" y="222"/>
                  </a:cubicBezTo>
                  <a:cubicBezTo>
                    <a:pt x="634" y="222"/>
                    <a:pt x="632" y="222"/>
                    <a:pt x="633" y="221"/>
                  </a:cubicBezTo>
                  <a:close/>
                  <a:moveTo>
                    <a:pt x="633" y="253"/>
                  </a:moveTo>
                  <a:cubicBezTo>
                    <a:pt x="633" y="254"/>
                    <a:pt x="632" y="254"/>
                    <a:pt x="631" y="254"/>
                  </a:cubicBezTo>
                  <a:cubicBezTo>
                    <a:pt x="631" y="253"/>
                    <a:pt x="632" y="252"/>
                    <a:pt x="633" y="253"/>
                  </a:cubicBezTo>
                  <a:close/>
                  <a:moveTo>
                    <a:pt x="630" y="260"/>
                  </a:moveTo>
                  <a:cubicBezTo>
                    <a:pt x="630" y="260"/>
                    <a:pt x="630" y="260"/>
                    <a:pt x="630" y="261"/>
                  </a:cubicBezTo>
                  <a:cubicBezTo>
                    <a:pt x="630" y="261"/>
                    <a:pt x="630" y="261"/>
                    <a:pt x="630" y="261"/>
                  </a:cubicBezTo>
                  <a:cubicBezTo>
                    <a:pt x="630" y="261"/>
                    <a:pt x="630" y="260"/>
                    <a:pt x="630" y="260"/>
                  </a:cubicBezTo>
                  <a:close/>
                  <a:moveTo>
                    <a:pt x="632" y="277"/>
                  </a:moveTo>
                  <a:cubicBezTo>
                    <a:pt x="634" y="279"/>
                    <a:pt x="631" y="281"/>
                    <a:pt x="629" y="281"/>
                  </a:cubicBezTo>
                  <a:cubicBezTo>
                    <a:pt x="629" y="280"/>
                    <a:pt x="631" y="277"/>
                    <a:pt x="632" y="277"/>
                  </a:cubicBezTo>
                  <a:close/>
                  <a:moveTo>
                    <a:pt x="632" y="347"/>
                  </a:moveTo>
                  <a:cubicBezTo>
                    <a:pt x="632" y="347"/>
                    <a:pt x="632" y="346"/>
                    <a:pt x="632" y="346"/>
                  </a:cubicBezTo>
                  <a:cubicBezTo>
                    <a:pt x="633" y="344"/>
                    <a:pt x="632" y="348"/>
                    <a:pt x="632" y="347"/>
                  </a:cubicBezTo>
                  <a:close/>
                  <a:moveTo>
                    <a:pt x="630" y="294"/>
                  </a:moveTo>
                  <a:cubicBezTo>
                    <a:pt x="630" y="295"/>
                    <a:pt x="629" y="295"/>
                    <a:pt x="629" y="295"/>
                  </a:cubicBezTo>
                  <a:cubicBezTo>
                    <a:pt x="629" y="295"/>
                    <a:pt x="629" y="294"/>
                    <a:pt x="630" y="294"/>
                  </a:cubicBezTo>
                  <a:close/>
                  <a:moveTo>
                    <a:pt x="627" y="314"/>
                  </a:moveTo>
                  <a:cubicBezTo>
                    <a:pt x="627" y="314"/>
                    <a:pt x="628" y="314"/>
                    <a:pt x="628" y="314"/>
                  </a:cubicBezTo>
                  <a:cubicBezTo>
                    <a:pt x="629" y="315"/>
                    <a:pt x="627" y="315"/>
                    <a:pt x="627" y="314"/>
                  </a:cubicBezTo>
                  <a:close/>
                  <a:moveTo>
                    <a:pt x="628" y="256"/>
                  </a:moveTo>
                  <a:cubicBezTo>
                    <a:pt x="628" y="254"/>
                    <a:pt x="627" y="257"/>
                    <a:pt x="628" y="256"/>
                  </a:cubicBezTo>
                  <a:close/>
                  <a:moveTo>
                    <a:pt x="626" y="201"/>
                  </a:moveTo>
                  <a:cubicBezTo>
                    <a:pt x="624" y="200"/>
                    <a:pt x="625" y="198"/>
                    <a:pt x="626" y="198"/>
                  </a:cubicBezTo>
                  <a:cubicBezTo>
                    <a:pt x="629" y="196"/>
                    <a:pt x="628" y="201"/>
                    <a:pt x="626" y="201"/>
                  </a:cubicBezTo>
                  <a:close/>
                  <a:moveTo>
                    <a:pt x="625" y="187"/>
                  </a:moveTo>
                  <a:cubicBezTo>
                    <a:pt x="625" y="186"/>
                    <a:pt x="626" y="186"/>
                    <a:pt x="626" y="186"/>
                  </a:cubicBezTo>
                  <a:cubicBezTo>
                    <a:pt x="627" y="187"/>
                    <a:pt x="624" y="188"/>
                    <a:pt x="625" y="187"/>
                  </a:cubicBezTo>
                  <a:close/>
                  <a:moveTo>
                    <a:pt x="622" y="226"/>
                  </a:moveTo>
                  <a:cubicBezTo>
                    <a:pt x="617" y="226"/>
                    <a:pt x="619" y="218"/>
                    <a:pt x="621" y="217"/>
                  </a:cubicBezTo>
                  <a:cubicBezTo>
                    <a:pt x="629" y="212"/>
                    <a:pt x="628" y="227"/>
                    <a:pt x="622" y="226"/>
                  </a:cubicBezTo>
                  <a:close/>
                  <a:moveTo>
                    <a:pt x="619" y="233"/>
                  </a:moveTo>
                  <a:cubicBezTo>
                    <a:pt x="618" y="232"/>
                    <a:pt x="623" y="228"/>
                    <a:pt x="624" y="228"/>
                  </a:cubicBezTo>
                  <a:cubicBezTo>
                    <a:pt x="628" y="226"/>
                    <a:pt x="620" y="234"/>
                    <a:pt x="619" y="233"/>
                  </a:cubicBezTo>
                  <a:close/>
                  <a:moveTo>
                    <a:pt x="625" y="235"/>
                  </a:moveTo>
                  <a:cubicBezTo>
                    <a:pt x="625" y="236"/>
                    <a:pt x="623" y="237"/>
                    <a:pt x="623" y="236"/>
                  </a:cubicBezTo>
                  <a:cubicBezTo>
                    <a:pt x="622" y="235"/>
                    <a:pt x="624" y="234"/>
                    <a:pt x="625" y="235"/>
                  </a:cubicBezTo>
                  <a:close/>
                  <a:moveTo>
                    <a:pt x="622" y="357"/>
                  </a:move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lose/>
                  <a:moveTo>
                    <a:pt x="608" y="328"/>
                  </a:moveTo>
                  <a:cubicBezTo>
                    <a:pt x="608" y="327"/>
                    <a:pt x="611" y="326"/>
                    <a:pt x="612" y="324"/>
                  </a:cubicBezTo>
                  <a:cubicBezTo>
                    <a:pt x="615" y="321"/>
                    <a:pt x="617" y="315"/>
                    <a:pt x="621" y="313"/>
                  </a:cubicBezTo>
                  <a:cubicBezTo>
                    <a:pt x="621" y="317"/>
                    <a:pt x="615" y="319"/>
                    <a:pt x="614" y="322"/>
                  </a:cubicBezTo>
                  <a:cubicBezTo>
                    <a:pt x="613" y="324"/>
                    <a:pt x="610" y="329"/>
                    <a:pt x="607" y="331"/>
                  </a:cubicBezTo>
                  <a:cubicBezTo>
                    <a:pt x="607" y="331"/>
                    <a:pt x="607" y="333"/>
                    <a:pt x="606" y="332"/>
                  </a:cubicBezTo>
                  <a:cubicBezTo>
                    <a:pt x="605" y="331"/>
                    <a:pt x="608" y="328"/>
                    <a:pt x="608" y="328"/>
                  </a:cubicBezTo>
                  <a:close/>
                  <a:moveTo>
                    <a:pt x="605" y="271"/>
                  </a:moveTo>
                  <a:cubicBezTo>
                    <a:pt x="604" y="270"/>
                    <a:pt x="605" y="269"/>
                    <a:pt x="605" y="269"/>
                  </a:cubicBezTo>
                  <a:cubicBezTo>
                    <a:pt x="608" y="267"/>
                    <a:pt x="606" y="272"/>
                    <a:pt x="605" y="271"/>
                  </a:cubicBezTo>
                  <a:close/>
                  <a:moveTo>
                    <a:pt x="609" y="243"/>
                  </a:moveTo>
                  <a:cubicBezTo>
                    <a:pt x="608" y="242"/>
                    <a:pt x="610" y="241"/>
                    <a:pt x="611" y="243"/>
                  </a:cubicBezTo>
                  <a:cubicBezTo>
                    <a:pt x="611" y="244"/>
                    <a:pt x="609" y="244"/>
                    <a:pt x="609" y="243"/>
                  </a:cubicBezTo>
                  <a:close/>
                  <a:moveTo>
                    <a:pt x="611" y="305"/>
                  </a:moveTo>
                  <a:cubicBezTo>
                    <a:pt x="610" y="306"/>
                    <a:pt x="611" y="304"/>
                    <a:pt x="611" y="305"/>
                  </a:cubicBezTo>
                  <a:close/>
                  <a:moveTo>
                    <a:pt x="613" y="298"/>
                  </a:moveTo>
                  <a:cubicBezTo>
                    <a:pt x="613" y="298"/>
                    <a:pt x="613" y="298"/>
                    <a:pt x="613" y="298"/>
                  </a:cubicBezTo>
                  <a:cubicBezTo>
                    <a:pt x="614" y="295"/>
                    <a:pt x="613" y="300"/>
                    <a:pt x="613" y="298"/>
                  </a:cubicBezTo>
                  <a:close/>
                  <a:moveTo>
                    <a:pt x="617" y="261"/>
                  </a:moveTo>
                  <a:cubicBezTo>
                    <a:pt x="617" y="262"/>
                    <a:pt x="616" y="262"/>
                    <a:pt x="615" y="263"/>
                  </a:cubicBezTo>
                  <a:cubicBezTo>
                    <a:pt x="615" y="262"/>
                    <a:pt x="616" y="261"/>
                    <a:pt x="617" y="261"/>
                  </a:cubicBezTo>
                  <a:close/>
                  <a:moveTo>
                    <a:pt x="616" y="238"/>
                  </a:moveTo>
                  <a:cubicBezTo>
                    <a:pt x="616" y="238"/>
                    <a:pt x="616" y="239"/>
                    <a:pt x="615" y="239"/>
                  </a:cubicBezTo>
                  <a:cubicBezTo>
                    <a:pt x="615" y="238"/>
                    <a:pt x="615" y="238"/>
                    <a:pt x="616" y="238"/>
                  </a:cubicBezTo>
                  <a:close/>
                  <a:moveTo>
                    <a:pt x="618" y="309"/>
                  </a:moveTo>
                  <a:cubicBezTo>
                    <a:pt x="618" y="309"/>
                    <a:pt x="618" y="308"/>
                    <a:pt x="618" y="308"/>
                  </a:cubicBezTo>
                  <a:cubicBezTo>
                    <a:pt x="619" y="306"/>
                    <a:pt x="618" y="311"/>
                    <a:pt x="618" y="309"/>
                  </a:cubicBezTo>
                  <a:close/>
                  <a:moveTo>
                    <a:pt x="618" y="295"/>
                  </a:moveTo>
                  <a:cubicBezTo>
                    <a:pt x="619" y="293"/>
                    <a:pt x="618" y="296"/>
                    <a:pt x="618" y="295"/>
                  </a:cubicBezTo>
                  <a:close/>
                  <a:moveTo>
                    <a:pt x="620" y="301"/>
                  </a:moveTo>
                  <a:cubicBezTo>
                    <a:pt x="619" y="302"/>
                    <a:pt x="621" y="300"/>
                    <a:pt x="620" y="301"/>
                  </a:cubicBezTo>
                  <a:close/>
                  <a:moveTo>
                    <a:pt x="621" y="333"/>
                  </a:moveTo>
                  <a:cubicBezTo>
                    <a:pt x="620" y="335"/>
                    <a:pt x="619" y="336"/>
                    <a:pt x="618" y="337"/>
                  </a:cubicBezTo>
                  <a:cubicBezTo>
                    <a:pt x="619" y="336"/>
                    <a:pt x="620" y="334"/>
                    <a:pt x="621" y="333"/>
                  </a:cubicBezTo>
                  <a:close/>
                  <a:moveTo>
                    <a:pt x="622" y="194"/>
                  </a:moveTo>
                  <a:cubicBezTo>
                    <a:pt x="621" y="194"/>
                    <a:pt x="622" y="192"/>
                    <a:pt x="623" y="193"/>
                  </a:cubicBezTo>
                  <a:cubicBezTo>
                    <a:pt x="623" y="194"/>
                    <a:pt x="622" y="195"/>
                    <a:pt x="622" y="194"/>
                  </a:cubicBezTo>
                  <a:close/>
                  <a:moveTo>
                    <a:pt x="619" y="192"/>
                  </a:moveTo>
                  <a:cubicBezTo>
                    <a:pt x="619" y="192"/>
                    <a:pt x="619" y="192"/>
                    <a:pt x="620" y="191"/>
                  </a:cubicBezTo>
                  <a:cubicBezTo>
                    <a:pt x="620" y="192"/>
                    <a:pt x="620" y="192"/>
                    <a:pt x="620" y="192"/>
                  </a:cubicBezTo>
                  <a:cubicBezTo>
                    <a:pt x="621" y="191"/>
                    <a:pt x="622" y="190"/>
                    <a:pt x="623" y="190"/>
                  </a:cubicBezTo>
                  <a:cubicBezTo>
                    <a:pt x="622" y="192"/>
                    <a:pt x="620" y="193"/>
                    <a:pt x="617" y="194"/>
                  </a:cubicBezTo>
                  <a:cubicBezTo>
                    <a:pt x="618" y="193"/>
                    <a:pt x="618" y="193"/>
                    <a:pt x="619" y="192"/>
                  </a:cubicBezTo>
                  <a:close/>
                  <a:moveTo>
                    <a:pt x="615" y="194"/>
                  </a:moveTo>
                  <a:cubicBezTo>
                    <a:pt x="616" y="194"/>
                    <a:pt x="617" y="193"/>
                    <a:pt x="617" y="194"/>
                  </a:cubicBezTo>
                  <a:cubicBezTo>
                    <a:pt x="618" y="195"/>
                    <a:pt x="613" y="196"/>
                    <a:pt x="615" y="194"/>
                  </a:cubicBezTo>
                  <a:close/>
                  <a:moveTo>
                    <a:pt x="612" y="214"/>
                  </a:moveTo>
                  <a:cubicBezTo>
                    <a:pt x="613" y="215"/>
                    <a:pt x="612" y="215"/>
                    <a:pt x="611" y="214"/>
                  </a:cubicBezTo>
                  <a:cubicBezTo>
                    <a:pt x="611" y="214"/>
                    <a:pt x="612" y="213"/>
                    <a:pt x="612" y="214"/>
                  </a:cubicBezTo>
                  <a:close/>
                  <a:moveTo>
                    <a:pt x="609" y="203"/>
                  </a:moveTo>
                  <a:cubicBezTo>
                    <a:pt x="611" y="201"/>
                    <a:pt x="611" y="205"/>
                    <a:pt x="609" y="205"/>
                  </a:cubicBezTo>
                  <a:cubicBezTo>
                    <a:pt x="609" y="204"/>
                    <a:pt x="609" y="204"/>
                    <a:pt x="609" y="203"/>
                  </a:cubicBezTo>
                  <a:close/>
                  <a:moveTo>
                    <a:pt x="609" y="219"/>
                  </a:moveTo>
                  <a:cubicBezTo>
                    <a:pt x="612" y="218"/>
                    <a:pt x="616" y="215"/>
                    <a:pt x="620" y="214"/>
                  </a:cubicBezTo>
                  <a:cubicBezTo>
                    <a:pt x="617" y="216"/>
                    <a:pt x="611" y="220"/>
                    <a:pt x="608" y="221"/>
                  </a:cubicBezTo>
                  <a:cubicBezTo>
                    <a:pt x="609" y="221"/>
                    <a:pt x="607" y="222"/>
                    <a:pt x="607" y="221"/>
                  </a:cubicBezTo>
                  <a:cubicBezTo>
                    <a:pt x="606" y="220"/>
                    <a:pt x="609" y="220"/>
                    <a:pt x="609" y="219"/>
                  </a:cubicBezTo>
                  <a:close/>
                  <a:moveTo>
                    <a:pt x="610" y="253"/>
                  </a:moveTo>
                  <a:cubicBezTo>
                    <a:pt x="610" y="255"/>
                    <a:pt x="605" y="256"/>
                    <a:pt x="605" y="255"/>
                  </a:cubicBezTo>
                  <a:cubicBezTo>
                    <a:pt x="604" y="252"/>
                    <a:pt x="610" y="249"/>
                    <a:pt x="610" y="253"/>
                  </a:cubicBezTo>
                  <a:close/>
                  <a:moveTo>
                    <a:pt x="602" y="194"/>
                  </a:moveTo>
                  <a:cubicBezTo>
                    <a:pt x="602" y="194"/>
                    <a:pt x="603" y="194"/>
                    <a:pt x="603" y="194"/>
                  </a:cubicBezTo>
                  <a:cubicBezTo>
                    <a:pt x="604" y="196"/>
                    <a:pt x="601" y="196"/>
                    <a:pt x="602" y="194"/>
                  </a:cubicBezTo>
                  <a:close/>
                  <a:moveTo>
                    <a:pt x="604" y="256"/>
                  </a:moveTo>
                  <a:cubicBezTo>
                    <a:pt x="604" y="257"/>
                    <a:pt x="606" y="258"/>
                    <a:pt x="606" y="259"/>
                  </a:cubicBezTo>
                  <a:cubicBezTo>
                    <a:pt x="605" y="261"/>
                    <a:pt x="604" y="259"/>
                    <a:pt x="603" y="260"/>
                  </a:cubicBezTo>
                  <a:cubicBezTo>
                    <a:pt x="601" y="262"/>
                    <a:pt x="602" y="267"/>
                    <a:pt x="600" y="270"/>
                  </a:cubicBezTo>
                  <a:cubicBezTo>
                    <a:pt x="600" y="265"/>
                    <a:pt x="602" y="261"/>
                    <a:pt x="604" y="256"/>
                  </a:cubicBezTo>
                  <a:close/>
                  <a:moveTo>
                    <a:pt x="600" y="272"/>
                  </a:moveTo>
                  <a:cubicBezTo>
                    <a:pt x="600" y="271"/>
                    <a:pt x="602" y="269"/>
                    <a:pt x="603" y="271"/>
                  </a:cubicBezTo>
                  <a:cubicBezTo>
                    <a:pt x="603" y="273"/>
                    <a:pt x="601" y="273"/>
                    <a:pt x="600" y="272"/>
                  </a:cubicBezTo>
                  <a:close/>
                  <a:moveTo>
                    <a:pt x="601" y="310"/>
                  </a:moveTo>
                  <a:cubicBezTo>
                    <a:pt x="600" y="310"/>
                    <a:pt x="601" y="310"/>
                    <a:pt x="601" y="310"/>
                  </a:cubicBezTo>
                  <a:cubicBezTo>
                    <a:pt x="602" y="310"/>
                    <a:pt x="601" y="310"/>
                    <a:pt x="601" y="310"/>
                  </a:cubicBezTo>
                  <a:close/>
                  <a:moveTo>
                    <a:pt x="602" y="303"/>
                  </a:moveTo>
                  <a:cubicBezTo>
                    <a:pt x="602" y="302"/>
                    <a:pt x="603" y="302"/>
                    <a:pt x="603" y="302"/>
                  </a:cubicBezTo>
                  <a:cubicBezTo>
                    <a:pt x="604" y="302"/>
                    <a:pt x="602" y="304"/>
                    <a:pt x="602" y="303"/>
                  </a:cubicBezTo>
                  <a:close/>
                  <a:moveTo>
                    <a:pt x="607" y="416"/>
                  </a:moveTo>
                  <a:cubicBezTo>
                    <a:pt x="607" y="415"/>
                    <a:pt x="607" y="415"/>
                    <a:pt x="608" y="414"/>
                  </a:cubicBezTo>
                  <a:cubicBezTo>
                    <a:pt x="607" y="415"/>
                    <a:pt x="607" y="416"/>
                    <a:pt x="607" y="416"/>
                  </a:cubicBezTo>
                  <a:close/>
                  <a:moveTo>
                    <a:pt x="608" y="393"/>
                  </a:moveTo>
                  <a:cubicBezTo>
                    <a:pt x="608" y="392"/>
                    <a:pt x="609" y="391"/>
                    <a:pt x="610" y="390"/>
                  </a:cubicBezTo>
                  <a:cubicBezTo>
                    <a:pt x="610" y="390"/>
                    <a:pt x="609" y="392"/>
                    <a:pt x="608" y="393"/>
                  </a:cubicBezTo>
                  <a:close/>
                  <a:moveTo>
                    <a:pt x="600" y="353"/>
                  </a:moveTo>
                  <a:cubicBezTo>
                    <a:pt x="601" y="350"/>
                    <a:pt x="607" y="346"/>
                    <a:pt x="610" y="343"/>
                  </a:cubicBezTo>
                  <a:cubicBezTo>
                    <a:pt x="608" y="347"/>
                    <a:pt x="603" y="350"/>
                    <a:pt x="600" y="353"/>
                  </a:cubicBezTo>
                  <a:close/>
                  <a:moveTo>
                    <a:pt x="611" y="388"/>
                  </a:moveTo>
                  <a:cubicBezTo>
                    <a:pt x="610" y="388"/>
                    <a:pt x="612" y="387"/>
                    <a:pt x="611" y="388"/>
                  </a:cubicBezTo>
                  <a:close/>
                  <a:moveTo>
                    <a:pt x="612" y="387"/>
                  </a:moveTo>
                  <a:cubicBezTo>
                    <a:pt x="612" y="386"/>
                    <a:pt x="612" y="386"/>
                    <a:pt x="613" y="385"/>
                  </a:cubicBezTo>
                  <a:cubicBezTo>
                    <a:pt x="613" y="386"/>
                    <a:pt x="612" y="387"/>
                    <a:pt x="612" y="387"/>
                  </a:cubicBezTo>
                  <a:close/>
                  <a:moveTo>
                    <a:pt x="611" y="344"/>
                  </a:moveTo>
                  <a:cubicBezTo>
                    <a:pt x="612" y="342"/>
                    <a:pt x="613" y="341"/>
                    <a:pt x="616" y="339"/>
                  </a:cubicBezTo>
                  <a:cubicBezTo>
                    <a:pt x="614" y="341"/>
                    <a:pt x="613" y="343"/>
                    <a:pt x="611" y="344"/>
                  </a:cubicBezTo>
                  <a:close/>
                  <a:moveTo>
                    <a:pt x="615" y="357"/>
                  </a:moveTo>
                  <a:cubicBezTo>
                    <a:pt x="615" y="357"/>
                    <a:pt x="616" y="356"/>
                    <a:pt x="617" y="356"/>
                  </a:cubicBezTo>
                  <a:cubicBezTo>
                    <a:pt x="616" y="357"/>
                    <a:pt x="615" y="357"/>
                    <a:pt x="615" y="357"/>
                  </a:cubicBezTo>
                  <a:close/>
                  <a:moveTo>
                    <a:pt x="617" y="539"/>
                  </a:moveTo>
                  <a:cubicBezTo>
                    <a:pt x="616" y="539"/>
                    <a:pt x="617" y="537"/>
                    <a:pt x="618" y="537"/>
                  </a:cubicBezTo>
                  <a:cubicBezTo>
                    <a:pt x="618" y="538"/>
                    <a:pt x="617" y="539"/>
                    <a:pt x="617" y="539"/>
                  </a:cubicBezTo>
                  <a:close/>
                  <a:moveTo>
                    <a:pt x="618" y="445"/>
                  </a:moveTo>
                  <a:cubicBezTo>
                    <a:pt x="617" y="445"/>
                    <a:pt x="618" y="443"/>
                    <a:pt x="618" y="443"/>
                  </a:cubicBezTo>
                  <a:cubicBezTo>
                    <a:pt x="620" y="441"/>
                    <a:pt x="619" y="446"/>
                    <a:pt x="618" y="445"/>
                  </a:cubicBezTo>
                  <a:close/>
                  <a:moveTo>
                    <a:pt x="619" y="557"/>
                  </a:moveTo>
                  <a:cubicBezTo>
                    <a:pt x="619" y="557"/>
                    <a:pt x="619" y="556"/>
                    <a:pt x="619" y="557"/>
                  </a:cubicBezTo>
                  <a:cubicBezTo>
                    <a:pt x="620" y="557"/>
                    <a:pt x="619" y="558"/>
                    <a:pt x="619" y="557"/>
                  </a:cubicBezTo>
                  <a:close/>
                  <a:moveTo>
                    <a:pt x="619" y="347"/>
                  </a:moveTo>
                  <a:cubicBezTo>
                    <a:pt x="618" y="347"/>
                    <a:pt x="619" y="345"/>
                    <a:pt x="619" y="345"/>
                  </a:cubicBezTo>
                  <a:cubicBezTo>
                    <a:pt x="621" y="342"/>
                    <a:pt x="620" y="348"/>
                    <a:pt x="619" y="347"/>
                  </a:cubicBezTo>
                  <a:close/>
                  <a:moveTo>
                    <a:pt x="620" y="435"/>
                  </a:moveTo>
                  <a:cubicBezTo>
                    <a:pt x="621" y="434"/>
                    <a:pt x="619" y="437"/>
                    <a:pt x="620" y="435"/>
                  </a:cubicBezTo>
                  <a:close/>
                  <a:moveTo>
                    <a:pt x="623" y="526"/>
                  </a:moveTo>
                  <a:cubicBezTo>
                    <a:pt x="624" y="527"/>
                    <a:pt x="622" y="529"/>
                    <a:pt x="621" y="530"/>
                  </a:cubicBezTo>
                  <a:cubicBezTo>
                    <a:pt x="621" y="529"/>
                    <a:pt x="623" y="527"/>
                    <a:pt x="623" y="526"/>
                  </a:cubicBezTo>
                  <a:close/>
                  <a:moveTo>
                    <a:pt x="622" y="561"/>
                  </a:moveTo>
                  <a:cubicBezTo>
                    <a:pt x="621" y="560"/>
                    <a:pt x="622" y="558"/>
                    <a:pt x="622" y="558"/>
                  </a:cubicBezTo>
                  <a:cubicBezTo>
                    <a:pt x="625" y="555"/>
                    <a:pt x="624" y="562"/>
                    <a:pt x="622" y="561"/>
                  </a:cubicBezTo>
                  <a:close/>
                  <a:moveTo>
                    <a:pt x="624" y="492"/>
                  </a:moveTo>
                  <a:cubicBezTo>
                    <a:pt x="624" y="490"/>
                    <a:pt x="623" y="493"/>
                    <a:pt x="624" y="492"/>
                  </a:cubicBezTo>
                  <a:close/>
                  <a:moveTo>
                    <a:pt x="625" y="381"/>
                  </a:moveTo>
                  <a:cubicBezTo>
                    <a:pt x="625" y="381"/>
                    <a:pt x="624" y="381"/>
                    <a:pt x="624" y="381"/>
                  </a:cubicBezTo>
                  <a:cubicBezTo>
                    <a:pt x="625" y="379"/>
                    <a:pt x="626" y="381"/>
                    <a:pt x="625" y="381"/>
                  </a:cubicBezTo>
                  <a:close/>
                  <a:moveTo>
                    <a:pt x="624" y="254"/>
                  </a:moveTo>
                  <a:cubicBezTo>
                    <a:pt x="624" y="254"/>
                    <a:pt x="625" y="253"/>
                    <a:pt x="625" y="253"/>
                  </a:cubicBezTo>
                  <a:cubicBezTo>
                    <a:pt x="626" y="252"/>
                    <a:pt x="625" y="255"/>
                    <a:pt x="624" y="254"/>
                  </a:cubicBezTo>
                  <a:close/>
                  <a:moveTo>
                    <a:pt x="626" y="488"/>
                  </a:moveTo>
                  <a:cubicBezTo>
                    <a:pt x="626" y="488"/>
                    <a:pt x="627" y="486"/>
                    <a:pt x="627" y="486"/>
                  </a:cubicBezTo>
                  <a:cubicBezTo>
                    <a:pt x="627" y="487"/>
                    <a:pt x="626" y="487"/>
                    <a:pt x="626" y="488"/>
                  </a:cubicBezTo>
                  <a:close/>
                  <a:moveTo>
                    <a:pt x="628" y="522"/>
                  </a:moveTo>
                  <a:cubicBezTo>
                    <a:pt x="626" y="521"/>
                    <a:pt x="628" y="521"/>
                    <a:pt x="628" y="522"/>
                  </a:cubicBezTo>
                  <a:close/>
                  <a:moveTo>
                    <a:pt x="633" y="526"/>
                  </a:moveTo>
                  <a:cubicBezTo>
                    <a:pt x="634" y="528"/>
                    <a:pt x="631" y="529"/>
                    <a:pt x="633" y="526"/>
                  </a:cubicBezTo>
                  <a:close/>
                  <a:moveTo>
                    <a:pt x="628" y="417"/>
                  </a:moveTo>
                  <a:cubicBezTo>
                    <a:pt x="630" y="415"/>
                    <a:pt x="631" y="410"/>
                    <a:pt x="634" y="409"/>
                  </a:cubicBezTo>
                  <a:cubicBezTo>
                    <a:pt x="633" y="409"/>
                    <a:pt x="631" y="417"/>
                    <a:pt x="628" y="417"/>
                  </a:cubicBezTo>
                  <a:close/>
                  <a:moveTo>
                    <a:pt x="633" y="310"/>
                  </a:moveTo>
                  <a:cubicBezTo>
                    <a:pt x="632" y="309"/>
                    <a:pt x="634" y="305"/>
                    <a:pt x="634" y="305"/>
                  </a:cubicBezTo>
                  <a:cubicBezTo>
                    <a:pt x="638" y="302"/>
                    <a:pt x="636" y="311"/>
                    <a:pt x="633" y="310"/>
                  </a:cubicBezTo>
                  <a:close/>
                  <a:moveTo>
                    <a:pt x="637" y="496"/>
                  </a:moveTo>
                  <a:cubicBezTo>
                    <a:pt x="636" y="497"/>
                    <a:pt x="637" y="495"/>
                    <a:pt x="637" y="496"/>
                  </a:cubicBezTo>
                  <a:close/>
                  <a:moveTo>
                    <a:pt x="637" y="495"/>
                  </a:moveTo>
                  <a:cubicBezTo>
                    <a:pt x="635" y="495"/>
                    <a:pt x="637" y="490"/>
                    <a:pt x="638" y="490"/>
                  </a:cubicBezTo>
                  <a:cubicBezTo>
                    <a:pt x="640" y="489"/>
                    <a:pt x="639" y="496"/>
                    <a:pt x="637" y="495"/>
                  </a:cubicBezTo>
                  <a:close/>
                  <a:moveTo>
                    <a:pt x="638" y="424"/>
                  </a:move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lose/>
                  <a:moveTo>
                    <a:pt x="634" y="368"/>
                  </a:moveTo>
                  <a:cubicBezTo>
                    <a:pt x="637" y="365"/>
                    <a:pt x="639" y="361"/>
                    <a:pt x="643" y="358"/>
                  </a:cubicBezTo>
                  <a:cubicBezTo>
                    <a:pt x="641" y="362"/>
                    <a:pt x="638" y="365"/>
                    <a:pt x="634" y="368"/>
                  </a:cubicBezTo>
                  <a:close/>
                  <a:moveTo>
                    <a:pt x="641" y="395"/>
                  </a:moveTo>
                  <a:cubicBezTo>
                    <a:pt x="641" y="395"/>
                    <a:pt x="641" y="395"/>
                    <a:pt x="641" y="395"/>
                  </a:cubicBezTo>
                  <a:cubicBezTo>
                    <a:pt x="641" y="395"/>
                    <a:pt x="641" y="394"/>
                    <a:pt x="641" y="395"/>
                  </a:cubicBezTo>
                  <a:close/>
                  <a:moveTo>
                    <a:pt x="640" y="430"/>
                  </a:moveTo>
                  <a:cubicBezTo>
                    <a:pt x="640" y="430"/>
                    <a:pt x="640" y="428"/>
                    <a:pt x="642" y="428"/>
                  </a:cubicBezTo>
                  <a:cubicBezTo>
                    <a:pt x="643" y="427"/>
                    <a:pt x="644" y="427"/>
                    <a:pt x="645" y="428"/>
                  </a:cubicBezTo>
                  <a:cubicBezTo>
                    <a:pt x="648" y="432"/>
                    <a:pt x="641" y="434"/>
                    <a:pt x="640" y="430"/>
                  </a:cubicBezTo>
                  <a:close/>
                  <a:moveTo>
                    <a:pt x="645" y="387"/>
                  </a:moveTo>
                  <a:cubicBezTo>
                    <a:pt x="645" y="386"/>
                    <a:pt x="645" y="385"/>
                    <a:pt x="646" y="385"/>
                  </a:cubicBezTo>
                  <a:cubicBezTo>
                    <a:pt x="646" y="386"/>
                    <a:pt x="646" y="386"/>
                    <a:pt x="645" y="387"/>
                  </a:cubicBezTo>
                  <a:close/>
                  <a:moveTo>
                    <a:pt x="647" y="552"/>
                  </a:moveTo>
                  <a:cubicBezTo>
                    <a:pt x="646" y="553"/>
                    <a:pt x="648" y="551"/>
                    <a:pt x="647" y="552"/>
                  </a:cubicBezTo>
                  <a:close/>
                  <a:moveTo>
                    <a:pt x="647" y="429"/>
                  </a:moveTo>
                  <a:cubicBezTo>
                    <a:pt x="648" y="428"/>
                    <a:pt x="645" y="431"/>
                    <a:pt x="647" y="429"/>
                  </a:cubicBezTo>
                  <a:close/>
                  <a:moveTo>
                    <a:pt x="646" y="388"/>
                  </a:moveTo>
                  <a:cubicBezTo>
                    <a:pt x="646" y="387"/>
                    <a:pt x="647" y="386"/>
                    <a:pt x="647" y="385"/>
                  </a:cubicBezTo>
                  <a:cubicBezTo>
                    <a:pt x="647" y="386"/>
                    <a:pt x="647" y="387"/>
                    <a:pt x="646" y="388"/>
                  </a:cubicBezTo>
                  <a:close/>
                  <a:moveTo>
                    <a:pt x="646" y="385"/>
                  </a:moveTo>
                  <a:cubicBezTo>
                    <a:pt x="647" y="384"/>
                    <a:pt x="647" y="383"/>
                    <a:pt x="648" y="383"/>
                  </a:cubicBezTo>
                  <a:cubicBezTo>
                    <a:pt x="648" y="384"/>
                    <a:pt x="647" y="384"/>
                    <a:pt x="646" y="385"/>
                  </a:cubicBezTo>
                  <a:close/>
                  <a:moveTo>
                    <a:pt x="647" y="345"/>
                  </a:moveTo>
                  <a:cubicBezTo>
                    <a:pt x="646" y="345"/>
                    <a:pt x="647" y="344"/>
                    <a:pt x="647" y="344"/>
                  </a:cubicBezTo>
                  <a:cubicBezTo>
                    <a:pt x="648" y="342"/>
                    <a:pt x="648" y="345"/>
                    <a:pt x="647" y="345"/>
                  </a:cubicBezTo>
                  <a:close/>
                  <a:moveTo>
                    <a:pt x="648" y="529"/>
                  </a:moveTo>
                  <a:cubicBezTo>
                    <a:pt x="647" y="529"/>
                    <a:pt x="648" y="528"/>
                    <a:pt x="648" y="528"/>
                  </a:cubicBezTo>
                  <a:cubicBezTo>
                    <a:pt x="649" y="528"/>
                    <a:pt x="648" y="529"/>
                    <a:pt x="648" y="529"/>
                  </a:cubicBezTo>
                  <a:close/>
                  <a:moveTo>
                    <a:pt x="648" y="382"/>
                  </a:moveTo>
                  <a:cubicBezTo>
                    <a:pt x="649" y="381"/>
                    <a:pt x="647" y="383"/>
                    <a:pt x="648" y="382"/>
                  </a:cubicBezTo>
                  <a:close/>
                  <a:moveTo>
                    <a:pt x="650" y="335"/>
                  </a:moveTo>
                  <a:cubicBezTo>
                    <a:pt x="647" y="337"/>
                    <a:pt x="652" y="333"/>
                    <a:pt x="650" y="335"/>
                  </a:cubicBezTo>
                  <a:close/>
                  <a:moveTo>
                    <a:pt x="651" y="357"/>
                  </a:moveTo>
                  <a:cubicBezTo>
                    <a:pt x="651" y="355"/>
                    <a:pt x="650" y="358"/>
                    <a:pt x="651" y="357"/>
                  </a:cubicBezTo>
                  <a:close/>
                  <a:moveTo>
                    <a:pt x="651" y="299"/>
                  </a:moveTo>
                  <a:cubicBezTo>
                    <a:pt x="649" y="299"/>
                    <a:pt x="651" y="296"/>
                    <a:pt x="652" y="298"/>
                  </a:cubicBezTo>
                  <a:cubicBezTo>
                    <a:pt x="652" y="298"/>
                    <a:pt x="651" y="299"/>
                    <a:pt x="651" y="299"/>
                  </a:cubicBezTo>
                  <a:close/>
                  <a:moveTo>
                    <a:pt x="651" y="291"/>
                  </a:moveTo>
                  <a:cubicBezTo>
                    <a:pt x="651" y="291"/>
                    <a:pt x="652" y="291"/>
                    <a:pt x="652" y="291"/>
                  </a:cubicBezTo>
                  <a:cubicBezTo>
                    <a:pt x="652" y="292"/>
                    <a:pt x="651" y="291"/>
                    <a:pt x="651" y="291"/>
                  </a:cubicBezTo>
                  <a:close/>
                  <a:moveTo>
                    <a:pt x="652" y="333"/>
                  </a:moveTo>
                  <a:cubicBezTo>
                    <a:pt x="652" y="331"/>
                    <a:pt x="654" y="331"/>
                    <a:pt x="654" y="330"/>
                  </a:cubicBezTo>
                  <a:cubicBezTo>
                    <a:pt x="654" y="331"/>
                    <a:pt x="653" y="332"/>
                    <a:pt x="652" y="333"/>
                  </a:cubicBezTo>
                  <a:close/>
                  <a:moveTo>
                    <a:pt x="654" y="302"/>
                  </a:moveTo>
                  <a:cubicBezTo>
                    <a:pt x="655" y="302"/>
                    <a:pt x="654" y="302"/>
                    <a:pt x="654" y="302"/>
                  </a:cubicBezTo>
                  <a:cubicBezTo>
                    <a:pt x="655" y="304"/>
                    <a:pt x="652" y="302"/>
                    <a:pt x="654" y="302"/>
                  </a:cubicBezTo>
                  <a:close/>
                  <a:moveTo>
                    <a:pt x="654" y="370"/>
                  </a:moveTo>
                  <a:cubicBezTo>
                    <a:pt x="654" y="369"/>
                    <a:pt x="656" y="369"/>
                    <a:pt x="655" y="370"/>
                  </a:cubicBezTo>
                  <a:cubicBezTo>
                    <a:pt x="655" y="370"/>
                    <a:pt x="654" y="370"/>
                    <a:pt x="654" y="370"/>
                  </a:cubicBezTo>
                  <a:close/>
                  <a:moveTo>
                    <a:pt x="648" y="287"/>
                  </a:moveTo>
                  <a:cubicBezTo>
                    <a:pt x="651" y="284"/>
                    <a:pt x="653" y="280"/>
                    <a:pt x="658" y="277"/>
                  </a:cubicBezTo>
                  <a:cubicBezTo>
                    <a:pt x="657" y="281"/>
                    <a:pt x="652" y="285"/>
                    <a:pt x="648" y="287"/>
                  </a:cubicBezTo>
                  <a:close/>
                  <a:moveTo>
                    <a:pt x="657" y="286"/>
                  </a:moveTo>
                  <a:cubicBezTo>
                    <a:pt x="657" y="285"/>
                    <a:pt x="658" y="285"/>
                    <a:pt x="658" y="285"/>
                  </a:cubicBezTo>
                  <a:cubicBezTo>
                    <a:pt x="659" y="286"/>
                    <a:pt x="656" y="287"/>
                    <a:pt x="657" y="286"/>
                  </a:cubicBezTo>
                  <a:close/>
                  <a:moveTo>
                    <a:pt x="658" y="318"/>
                  </a:moveTo>
                  <a:cubicBezTo>
                    <a:pt x="659" y="317"/>
                    <a:pt x="657" y="319"/>
                    <a:pt x="658" y="318"/>
                  </a:cubicBezTo>
                  <a:close/>
                  <a:moveTo>
                    <a:pt x="658" y="348"/>
                  </a:moveTo>
                  <a:cubicBezTo>
                    <a:pt x="659" y="347"/>
                    <a:pt x="656" y="349"/>
                    <a:pt x="658" y="348"/>
                  </a:cubicBezTo>
                  <a:close/>
                  <a:moveTo>
                    <a:pt x="658" y="477"/>
                  </a:moveTo>
                  <a:cubicBezTo>
                    <a:pt x="658" y="476"/>
                    <a:pt x="658" y="476"/>
                    <a:pt x="658" y="476"/>
                  </a:cubicBezTo>
                  <a:cubicBezTo>
                    <a:pt x="659" y="474"/>
                    <a:pt x="660" y="477"/>
                    <a:pt x="658" y="477"/>
                  </a:cubicBezTo>
                  <a:close/>
                  <a:moveTo>
                    <a:pt x="658" y="376"/>
                  </a:moveTo>
                  <a:cubicBezTo>
                    <a:pt x="657" y="375"/>
                    <a:pt x="658" y="373"/>
                    <a:pt x="658" y="373"/>
                  </a:cubicBezTo>
                  <a:cubicBezTo>
                    <a:pt x="661" y="371"/>
                    <a:pt x="661" y="376"/>
                    <a:pt x="658" y="376"/>
                  </a:cubicBezTo>
                  <a:close/>
                  <a:moveTo>
                    <a:pt x="660" y="413"/>
                  </a:moveTo>
                  <a:cubicBezTo>
                    <a:pt x="660" y="412"/>
                    <a:pt x="661" y="412"/>
                    <a:pt x="660" y="413"/>
                  </a:cubicBezTo>
                  <a:close/>
                  <a:moveTo>
                    <a:pt x="658" y="347"/>
                  </a:moveTo>
                  <a:cubicBezTo>
                    <a:pt x="659" y="345"/>
                    <a:pt x="660" y="343"/>
                    <a:pt x="662" y="342"/>
                  </a:cubicBezTo>
                  <a:cubicBezTo>
                    <a:pt x="662" y="342"/>
                    <a:pt x="660" y="346"/>
                    <a:pt x="658" y="347"/>
                  </a:cubicBezTo>
                  <a:close/>
                  <a:moveTo>
                    <a:pt x="663" y="312"/>
                  </a:moveTo>
                  <a:cubicBezTo>
                    <a:pt x="663" y="312"/>
                    <a:pt x="664" y="313"/>
                    <a:pt x="663" y="313"/>
                  </a:cubicBezTo>
                  <a:cubicBezTo>
                    <a:pt x="662" y="314"/>
                    <a:pt x="661" y="312"/>
                    <a:pt x="662" y="312"/>
                  </a:cubicBezTo>
                  <a:cubicBezTo>
                    <a:pt x="662" y="312"/>
                    <a:pt x="662" y="312"/>
                    <a:pt x="662" y="312"/>
                  </a:cubicBezTo>
                  <a:cubicBezTo>
                    <a:pt x="662" y="311"/>
                    <a:pt x="662" y="311"/>
                    <a:pt x="661" y="311"/>
                  </a:cubicBezTo>
                  <a:cubicBezTo>
                    <a:pt x="660" y="310"/>
                    <a:pt x="664" y="308"/>
                    <a:pt x="664" y="310"/>
                  </a:cubicBezTo>
                  <a:cubicBezTo>
                    <a:pt x="664" y="311"/>
                    <a:pt x="664" y="311"/>
                    <a:pt x="663" y="312"/>
                  </a:cubicBezTo>
                  <a:close/>
                  <a:moveTo>
                    <a:pt x="662" y="277"/>
                  </a:moveTo>
                  <a:cubicBezTo>
                    <a:pt x="661" y="279"/>
                    <a:pt x="662" y="276"/>
                    <a:pt x="662" y="277"/>
                  </a:cubicBezTo>
                  <a:close/>
                  <a:moveTo>
                    <a:pt x="662" y="261"/>
                  </a:moveTo>
                  <a:cubicBezTo>
                    <a:pt x="662" y="261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ubicBezTo>
                    <a:pt x="662" y="260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lose/>
                  <a:moveTo>
                    <a:pt x="664" y="309"/>
                  </a:moveTo>
                  <a:cubicBezTo>
                    <a:pt x="663" y="309"/>
                    <a:pt x="663" y="308"/>
                    <a:pt x="664" y="308"/>
                  </a:cubicBezTo>
                  <a:cubicBezTo>
                    <a:pt x="664" y="307"/>
                    <a:pt x="665" y="309"/>
                    <a:pt x="664" y="309"/>
                  </a:cubicBezTo>
                  <a:close/>
                  <a:moveTo>
                    <a:pt x="664" y="258"/>
                  </a:moveTo>
                  <a:cubicBezTo>
                    <a:pt x="664" y="260"/>
                    <a:pt x="662" y="259"/>
                    <a:pt x="664" y="258"/>
                  </a:cubicBezTo>
                  <a:close/>
                  <a:moveTo>
                    <a:pt x="665" y="262"/>
                  </a:moveTo>
                  <a:cubicBezTo>
                    <a:pt x="663" y="263"/>
                    <a:pt x="666" y="260"/>
                    <a:pt x="665" y="262"/>
                  </a:cubicBezTo>
                  <a:close/>
                  <a:moveTo>
                    <a:pt x="663" y="233"/>
                  </a:moveTo>
                  <a:cubicBezTo>
                    <a:pt x="665" y="234"/>
                    <a:pt x="663" y="240"/>
                    <a:pt x="660" y="239"/>
                  </a:cubicBezTo>
                  <a:cubicBezTo>
                    <a:pt x="657" y="239"/>
                    <a:pt x="659" y="230"/>
                    <a:pt x="663" y="233"/>
                  </a:cubicBezTo>
                  <a:cubicBezTo>
                    <a:pt x="662" y="232"/>
                    <a:pt x="662" y="229"/>
                    <a:pt x="664" y="230"/>
                  </a:cubicBezTo>
                  <a:cubicBezTo>
                    <a:pt x="666" y="230"/>
                    <a:pt x="665" y="234"/>
                    <a:pt x="663" y="233"/>
                  </a:cubicBezTo>
                  <a:close/>
                  <a:moveTo>
                    <a:pt x="665" y="341"/>
                  </a:moveTo>
                  <a:cubicBezTo>
                    <a:pt x="665" y="340"/>
                    <a:pt x="667" y="338"/>
                    <a:pt x="668" y="337"/>
                  </a:cubicBezTo>
                  <a:cubicBezTo>
                    <a:pt x="667" y="339"/>
                    <a:pt x="667" y="340"/>
                    <a:pt x="665" y="341"/>
                  </a:cubicBezTo>
                  <a:close/>
                  <a:moveTo>
                    <a:pt x="668" y="481"/>
                  </a:moveTo>
                  <a:cubicBezTo>
                    <a:pt x="668" y="481"/>
                    <a:pt x="668" y="480"/>
                    <a:pt x="668" y="481"/>
                  </a:cubicBezTo>
                  <a:cubicBezTo>
                    <a:pt x="669" y="481"/>
                    <a:pt x="668" y="482"/>
                    <a:pt x="668" y="481"/>
                  </a:cubicBezTo>
                  <a:close/>
                  <a:moveTo>
                    <a:pt x="671" y="391"/>
                  </a:moveTo>
                  <a:cubicBezTo>
                    <a:pt x="671" y="390"/>
                    <a:pt x="672" y="389"/>
                    <a:pt x="672" y="388"/>
                  </a:cubicBezTo>
                  <a:cubicBezTo>
                    <a:pt x="673" y="389"/>
                    <a:pt x="672" y="391"/>
                    <a:pt x="671" y="391"/>
                  </a:cubicBezTo>
                  <a:close/>
                  <a:moveTo>
                    <a:pt x="673" y="387"/>
                  </a:moveTo>
                  <a:cubicBezTo>
                    <a:pt x="673" y="385"/>
                    <a:pt x="675" y="383"/>
                    <a:pt x="675" y="381"/>
                  </a:cubicBezTo>
                  <a:cubicBezTo>
                    <a:pt x="676" y="383"/>
                    <a:pt x="674" y="385"/>
                    <a:pt x="673" y="387"/>
                  </a:cubicBezTo>
                  <a:close/>
                  <a:moveTo>
                    <a:pt x="683" y="314"/>
                  </a:moveTo>
                  <a:cubicBezTo>
                    <a:pt x="681" y="318"/>
                    <a:pt x="678" y="322"/>
                    <a:pt x="676" y="326"/>
                  </a:cubicBezTo>
                  <a:cubicBezTo>
                    <a:pt x="678" y="322"/>
                    <a:pt x="679" y="317"/>
                    <a:pt x="683" y="314"/>
                  </a:cubicBezTo>
                  <a:close/>
                  <a:moveTo>
                    <a:pt x="678" y="432"/>
                  </a:moveTo>
                  <a:cubicBezTo>
                    <a:pt x="678" y="434"/>
                    <a:pt x="676" y="433"/>
                    <a:pt x="678" y="432"/>
                  </a:cubicBezTo>
                  <a:close/>
                  <a:moveTo>
                    <a:pt x="682" y="426"/>
                  </a:moveTo>
                  <a:cubicBezTo>
                    <a:pt x="681" y="426"/>
                    <a:pt x="681" y="425"/>
                    <a:pt x="682" y="424"/>
                  </a:cubicBezTo>
                  <a:cubicBezTo>
                    <a:pt x="683" y="423"/>
                    <a:pt x="684" y="427"/>
                    <a:pt x="682" y="426"/>
                  </a:cubicBezTo>
                  <a:close/>
                  <a:moveTo>
                    <a:pt x="683" y="451"/>
                  </a:moveTo>
                  <a:cubicBezTo>
                    <a:pt x="683" y="450"/>
                    <a:pt x="685" y="451"/>
                    <a:pt x="683" y="451"/>
                  </a:cubicBezTo>
                  <a:close/>
                  <a:moveTo>
                    <a:pt x="683" y="486"/>
                  </a:moveTo>
                  <a:cubicBezTo>
                    <a:pt x="684" y="486"/>
                    <a:pt x="682" y="487"/>
                    <a:pt x="683" y="486"/>
                  </a:cubicBezTo>
                  <a:close/>
                  <a:moveTo>
                    <a:pt x="685" y="289"/>
                  </a:moveTo>
                  <a:cubicBezTo>
                    <a:pt x="686" y="289"/>
                    <a:pt x="684" y="290"/>
                    <a:pt x="684" y="290"/>
                  </a:cubicBezTo>
                  <a:cubicBezTo>
                    <a:pt x="684" y="290"/>
                    <a:pt x="685" y="290"/>
                    <a:pt x="685" y="289"/>
                  </a:cubicBezTo>
                  <a:close/>
                  <a:moveTo>
                    <a:pt x="685" y="345"/>
                  </a:moveTo>
                  <a:cubicBezTo>
                    <a:pt x="684" y="344"/>
                    <a:pt x="685" y="344"/>
                    <a:pt x="685" y="343"/>
                  </a:cubicBezTo>
                  <a:cubicBezTo>
                    <a:pt x="686" y="343"/>
                    <a:pt x="685" y="345"/>
                    <a:pt x="685" y="345"/>
                  </a:cubicBezTo>
                  <a:close/>
                  <a:moveTo>
                    <a:pt x="686" y="342"/>
                  </a:moveTo>
                  <a:cubicBezTo>
                    <a:pt x="685" y="341"/>
                    <a:pt x="686" y="341"/>
                    <a:pt x="686" y="340"/>
                  </a:cubicBezTo>
                  <a:cubicBezTo>
                    <a:pt x="687" y="340"/>
                    <a:pt x="686" y="342"/>
                    <a:pt x="686" y="342"/>
                  </a:cubicBezTo>
                  <a:close/>
                  <a:moveTo>
                    <a:pt x="687" y="340"/>
                  </a:moveTo>
                  <a:cubicBezTo>
                    <a:pt x="686" y="339"/>
                    <a:pt x="687" y="337"/>
                    <a:pt x="688" y="336"/>
                  </a:cubicBezTo>
                  <a:cubicBezTo>
                    <a:pt x="688" y="337"/>
                    <a:pt x="687" y="339"/>
                    <a:pt x="687" y="340"/>
                  </a:cubicBezTo>
                  <a:close/>
                  <a:moveTo>
                    <a:pt x="688" y="329"/>
                  </a:moveTo>
                  <a:cubicBezTo>
                    <a:pt x="688" y="329"/>
                    <a:pt x="688" y="329"/>
                    <a:pt x="688" y="329"/>
                  </a:cubicBezTo>
                  <a:cubicBezTo>
                    <a:pt x="688" y="329"/>
                    <a:pt x="687" y="330"/>
                    <a:pt x="688" y="329"/>
                  </a:cubicBezTo>
                  <a:close/>
                  <a:moveTo>
                    <a:pt x="688" y="284"/>
                  </a:moveTo>
                  <a:cubicBezTo>
                    <a:pt x="689" y="283"/>
                    <a:pt x="686" y="286"/>
                    <a:pt x="688" y="284"/>
                  </a:cubicBezTo>
                  <a:close/>
                  <a:moveTo>
                    <a:pt x="693" y="290"/>
                  </a:moveTo>
                  <a:cubicBezTo>
                    <a:pt x="697" y="288"/>
                    <a:pt x="695" y="297"/>
                    <a:pt x="692" y="296"/>
                  </a:cubicBezTo>
                  <a:cubicBezTo>
                    <a:pt x="690" y="295"/>
                    <a:pt x="692" y="291"/>
                    <a:pt x="693" y="290"/>
                  </a:cubicBezTo>
                  <a:close/>
                  <a:moveTo>
                    <a:pt x="691" y="285"/>
                  </a:moveTo>
                  <a:cubicBezTo>
                    <a:pt x="691" y="286"/>
                    <a:pt x="692" y="284"/>
                    <a:pt x="691" y="285"/>
                  </a:cubicBezTo>
                  <a:close/>
                  <a:moveTo>
                    <a:pt x="689" y="285"/>
                  </a:moveTo>
                  <a:cubicBezTo>
                    <a:pt x="690" y="285"/>
                    <a:pt x="690" y="284"/>
                    <a:pt x="691" y="284"/>
                  </a:cubicBezTo>
                  <a:cubicBezTo>
                    <a:pt x="693" y="285"/>
                    <a:pt x="688" y="288"/>
                    <a:pt x="689" y="285"/>
                  </a:cubicBezTo>
                  <a:close/>
                  <a:moveTo>
                    <a:pt x="689" y="316"/>
                  </a:moveTo>
                  <a:cubicBezTo>
                    <a:pt x="690" y="317"/>
                    <a:pt x="688" y="316"/>
                    <a:pt x="689" y="316"/>
                  </a:cubicBezTo>
                  <a:close/>
                  <a:moveTo>
                    <a:pt x="689" y="395"/>
                  </a:moveTo>
                  <a:cubicBezTo>
                    <a:pt x="689" y="395"/>
                    <a:pt x="689" y="394"/>
                    <a:pt x="689" y="394"/>
                  </a:cubicBezTo>
                  <a:cubicBezTo>
                    <a:pt x="690" y="394"/>
                    <a:pt x="688" y="397"/>
                    <a:pt x="689" y="395"/>
                  </a:cubicBezTo>
                  <a:close/>
                  <a:moveTo>
                    <a:pt x="690" y="404"/>
                  </a:moveTo>
                  <a:cubicBezTo>
                    <a:pt x="690" y="403"/>
                    <a:pt x="691" y="404"/>
                    <a:pt x="691" y="404"/>
                  </a:cubicBezTo>
                  <a:cubicBezTo>
                    <a:pt x="691" y="405"/>
                    <a:pt x="689" y="405"/>
                    <a:pt x="690" y="404"/>
                  </a:cubicBezTo>
                  <a:close/>
                  <a:moveTo>
                    <a:pt x="691" y="343"/>
                  </a:moveTo>
                  <a:cubicBezTo>
                    <a:pt x="691" y="342"/>
                    <a:pt x="691" y="341"/>
                    <a:pt x="691" y="341"/>
                  </a:cubicBezTo>
                  <a:cubicBezTo>
                    <a:pt x="692" y="340"/>
                    <a:pt x="692" y="343"/>
                    <a:pt x="691" y="343"/>
                  </a:cubicBezTo>
                  <a:close/>
                  <a:moveTo>
                    <a:pt x="692" y="394"/>
                  </a:moveTo>
                  <a:cubicBezTo>
                    <a:pt x="691" y="395"/>
                    <a:pt x="693" y="393"/>
                    <a:pt x="692" y="394"/>
                  </a:cubicBezTo>
                  <a:close/>
                  <a:moveTo>
                    <a:pt x="692" y="300"/>
                  </a:moveTo>
                  <a:cubicBezTo>
                    <a:pt x="690" y="300"/>
                    <a:pt x="691" y="299"/>
                    <a:pt x="692" y="298"/>
                  </a:cubicBezTo>
                  <a:cubicBezTo>
                    <a:pt x="693" y="297"/>
                    <a:pt x="693" y="300"/>
                    <a:pt x="692" y="300"/>
                  </a:cubicBezTo>
                  <a:close/>
                  <a:moveTo>
                    <a:pt x="694" y="330"/>
                  </a:moveTo>
                  <a:cubicBezTo>
                    <a:pt x="695" y="329"/>
                    <a:pt x="695" y="332"/>
                    <a:pt x="694" y="331"/>
                  </a:cubicBezTo>
                  <a:cubicBezTo>
                    <a:pt x="693" y="331"/>
                    <a:pt x="694" y="330"/>
                    <a:pt x="694" y="330"/>
                  </a:cubicBezTo>
                  <a:close/>
                  <a:moveTo>
                    <a:pt x="694" y="454"/>
                  </a:moveTo>
                  <a:cubicBezTo>
                    <a:pt x="694" y="454"/>
                    <a:pt x="694" y="454"/>
                    <a:pt x="695" y="454"/>
                  </a:cubicBezTo>
                  <a:cubicBezTo>
                    <a:pt x="696" y="454"/>
                    <a:pt x="693" y="455"/>
                    <a:pt x="694" y="454"/>
                  </a:cubicBezTo>
                  <a:close/>
                  <a:moveTo>
                    <a:pt x="696" y="312"/>
                  </a:moveTo>
                  <a:cubicBezTo>
                    <a:pt x="694" y="313"/>
                    <a:pt x="694" y="308"/>
                    <a:pt x="695" y="307"/>
                  </a:cubicBezTo>
                  <a:cubicBezTo>
                    <a:pt x="700" y="304"/>
                    <a:pt x="697" y="312"/>
                    <a:pt x="696" y="312"/>
                  </a:cubicBezTo>
                  <a:close/>
                  <a:moveTo>
                    <a:pt x="699" y="327"/>
                  </a:moveTo>
                  <a:cubicBezTo>
                    <a:pt x="699" y="327"/>
                    <a:pt x="700" y="326"/>
                    <a:pt x="700" y="326"/>
                  </a:cubicBezTo>
                  <a:cubicBezTo>
                    <a:pt x="702" y="327"/>
                    <a:pt x="698" y="329"/>
                    <a:pt x="699" y="327"/>
                  </a:cubicBezTo>
                  <a:close/>
                  <a:moveTo>
                    <a:pt x="702" y="431"/>
                  </a:moveTo>
                  <a:cubicBezTo>
                    <a:pt x="702" y="430"/>
                    <a:pt x="704" y="429"/>
                    <a:pt x="704" y="428"/>
                  </a:cubicBezTo>
                  <a:cubicBezTo>
                    <a:pt x="704" y="429"/>
                    <a:pt x="704" y="431"/>
                    <a:pt x="702" y="431"/>
                  </a:cubicBezTo>
                  <a:close/>
                  <a:moveTo>
                    <a:pt x="704" y="427"/>
                  </a:moveTo>
                  <a:cubicBezTo>
                    <a:pt x="705" y="425"/>
                    <a:pt x="705" y="423"/>
                    <a:pt x="706" y="421"/>
                  </a:cubicBezTo>
                  <a:cubicBezTo>
                    <a:pt x="707" y="422"/>
                    <a:pt x="705" y="426"/>
                    <a:pt x="704" y="427"/>
                  </a:cubicBezTo>
                  <a:close/>
                  <a:moveTo>
                    <a:pt x="706" y="392"/>
                  </a:moveTo>
                  <a:cubicBezTo>
                    <a:pt x="706" y="393"/>
                    <a:pt x="706" y="393"/>
                    <a:pt x="706" y="392"/>
                  </a:cubicBezTo>
                  <a:close/>
                  <a:moveTo>
                    <a:pt x="709" y="396"/>
                  </a:moveTo>
                  <a:cubicBezTo>
                    <a:pt x="710" y="397"/>
                    <a:pt x="708" y="397"/>
                    <a:pt x="709" y="3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ora" pitchFamily="2" charset="0"/>
              </a:endParaRPr>
            </a:p>
          </p:txBody>
        </p:sp>
        <p:sp>
          <p:nvSpPr>
            <p:cNvPr id="6" name="Freeform 97">
              <a:extLst>
                <a:ext uri="{FF2B5EF4-FFF2-40B4-BE49-F238E27FC236}">
                  <a16:creationId xmlns:a16="http://schemas.microsoft.com/office/drawing/2014/main" id="{BED13B30-D0C4-5641-BF9D-91E5D595EF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3559" y="3907810"/>
              <a:ext cx="1604882" cy="1604882"/>
            </a:xfrm>
            <a:custGeom>
              <a:avLst/>
              <a:gdLst>
                <a:gd name="T0" fmla="*/ 677 w 714"/>
                <a:gd name="T1" fmla="*/ 212 h 715"/>
                <a:gd name="T2" fmla="*/ 626 w 714"/>
                <a:gd name="T3" fmla="*/ 179 h 715"/>
                <a:gd name="T4" fmla="*/ 573 w 714"/>
                <a:gd name="T5" fmla="*/ 139 h 715"/>
                <a:gd name="T6" fmla="*/ 553 w 714"/>
                <a:gd name="T7" fmla="*/ 94 h 715"/>
                <a:gd name="T8" fmla="*/ 516 w 714"/>
                <a:gd name="T9" fmla="*/ 53 h 715"/>
                <a:gd name="T10" fmla="*/ 421 w 714"/>
                <a:gd name="T11" fmla="*/ 60 h 715"/>
                <a:gd name="T12" fmla="*/ 429 w 714"/>
                <a:gd name="T13" fmla="*/ 26 h 715"/>
                <a:gd name="T14" fmla="*/ 22 w 714"/>
                <a:gd name="T15" fmla="*/ 436 h 715"/>
                <a:gd name="T16" fmla="*/ 39 w 714"/>
                <a:gd name="T17" fmla="*/ 451 h 715"/>
                <a:gd name="T18" fmla="*/ 60 w 714"/>
                <a:gd name="T19" fmla="*/ 465 h 715"/>
                <a:gd name="T20" fmla="*/ 108 w 714"/>
                <a:gd name="T21" fmla="*/ 446 h 715"/>
                <a:gd name="T22" fmla="*/ 102 w 714"/>
                <a:gd name="T23" fmla="*/ 508 h 715"/>
                <a:gd name="T24" fmla="*/ 146 w 714"/>
                <a:gd name="T25" fmla="*/ 552 h 715"/>
                <a:gd name="T26" fmla="*/ 190 w 714"/>
                <a:gd name="T27" fmla="*/ 596 h 715"/>
                <a:gd name="T28" fmla="*/ 214 w 714"/>
                <a:gd name="T29" fmla="*/ 647 h 715"/>
                <a:gd name="T30" fmla="*/ 296 w 714"/>
                <a:gd name="T31" fmla="*/ 709 h 715"/>
                <a:gd name="T32" fmla="*/ 684 w 714"/>
                <a:gd name="T33" fmla="*/ 227 h 715"/>
                <a:gd name="T34" fmla="*/ 434 w 714"/>
                <a:gd name="T35" fmla="*/ 24 h 715"/>
                <a:gd name="T36" fmla="*/ 9 w 714"/>
                <a:gd name="T37" fmla="*/ 371 h 715"/>
                <a:gd name="T38" fmla="*/ 37 w 714"/>
                <a:gd name="T39" fmla="*/ 344 h 715"/>
                <a:gd name="T40" fmla="*/ 45 w 714"/>
                <a:gd name="T41" fmla="*/ 192 h 715"/>
                <a:gd name="T42" fmla="*/ 64 w 714"/>
                <a:gd name="T43" fmla="*/ 419 h 715"/>
                <a:gd name="T44" fmla="*/ 84 w 714"/>
                <a:gd name="T45" fmla="*/ 332 h 715"/>
                <a:gd name="T46" fmla="*/ 87 w 714"/>
                <a:gd name="T47" fmla="*/ 502 h 715"/>
                <a:gd name="T48" fmla="*/ 234 w 714"/>
                <a:gd name="T49" fmla="*/ 679 h 715"/>
                <a:gd name="T50" fmla="*/ 287 w 714"/>
                <a:gd name="T51" fmla="*/ 641 h 715"/>
                <a:gd name="T52" fmla="*/ 303 w 714"/>
                <a:gd name="T53" fmla="*/ 67 h 715"/>
                <a:gd name="T54" fmla="*/ 270 w 714"/>
                <a:gd name="T55" fmla="*/ 571 h 715"/>
                <a:gd name="T56" fmla="*/ 246 w 714"/>
                <a:gd name="T57" fmla="*/ 640 h 715"/>
                <a:gd name="T58" fmla="*/ 249 w 714"/>
                <a:gd name="T59" fmla="*/ 640 h 715"/>
                <a:gd name="T60" fmla="*/ 227 w 714"/>
                <a:gd name="T61" fmla="*/ 527 h 715"/>
                <a:gd name="T62" fmla="*/ 209 w 714"/>
                <a:gd name="T63" fmla="*/ 468 h 715"/>
                <a:gd name="T64" fmla="*/ 178 w 714"/>
                <a:gd name="T65" fmla="*/ 383 h 715"/>
                <a:gd name="T66" fmla="*/ 165 w 714"/>
                <a:gd name="T67" fmla="*/ 345 h 715"/>
                <a:gd name="T68" fmla="*/ 156 w 714"/>
                <a:gd name="T69" fmla="*/ 435 h 715"/>
                <a:gd name="T70" fmla="*/ 132 w 714"/>
                <a:gd name="T71" fmla="*/ 280 h 715"/>
                <a:gd name="T72" fmla="*/ 123 w 714"/>
                <a:gd name="T73" fmla="*/ 474 h 715"/>
                <a:gd name="T74" fmla="*/ 154 w 714"/>
                <a:gd name="T75" fmla="*/ 484 h 715"/>
                <a:gd name="T76" fmla="*/ 189 w 714"/>
                <a:gd name="T77" fmla="*/ 398 h 715"/>
                <a:gd name="T78" fmla="*/ 235 w 714"/>
                <a:gd name="T79" fmla="*/ 592 h 715"/>
                <a:gd name="T80" fmla="*/ 277 w 714"/>
                <a:gd name="T81" fmla="*/ 700 h 715"/>
                <a:gd name="T82" fmla="*/ 335 w 714"/>
                <a:gd name="T83" fmla="*/ 131 h 715"/>
                <a:gd name="T84" fmla="*/ 522 w 714"/>
                <a:gd name="T85" fmla="*/ 181 h 715"/>
                <a:gd name="T86" fmla="*/ 480 w 714"/>
                <a:gd name="T87" fmla="*/ 95 h 715"/>
                <a:gd name="T88" fmla="*/ 502 w 714"/>
                <a:gd name="T89" fmla="*/ 132 h 715"/>
                <a:gd name="T90" fmla="*/ 509 w 714"/>
                <a:gd name="T91" fmla="*/ 36 h 715"/>
                <a:gd name="T92" fmla="*/ 462 w 714"/>
                <a:gd name="T93" fmla="*/ 49 h 715"/>
                <a:gd name="T94" fmla="*/ 406 w 714"/>
                <a:gd name="T95" fmla="*/ 125 h 715"/>
                <a:gd name="T96" fmla="*/ 372 w 714"/>
                <a:gd name="T97" fmla="*/ 610 h 715"/>
                <a:gd name="T98" fmla="*/ 398 w 714"/>
                <a:gd name="T99" fmla="*/ 679 h 715"/>
                <a:gd name="T100" fmla="*/ 454 w 714"/>
                <a:gd name="T101" fmla="*/ 644 h 715"/>
                <a:gd name="T102" fmla="*/ 469 w 714"/>
                <a:gd name="T103" fmla="*/ 168 h 715"/>
                <a:gd name="T104" fmla="*/ 522 w 714"/>
                <a:gd name="T105" fmla="*/ 285 h 715"/>
                <a:gd name="T106" fmla="*/ 585 w 714"/>
                <a:gd name="T107" fmla="*/ 213 h 715"/>
                <a:gd name="T108" fmla="*/ 544 w 714"/>
                <a:gd name="T109" fmla="*/ 168 h 715"/>
                <a:gd name="T110" fmla="*/ 573 w 714"/>
                <a:gd name="T111" fmla="*/ 236 h 715"/>
                <a:gd name="T112" fmla="*/ 595 w 714"/>
                <a:gd name="T113" fmla="*/ 470 h 715"/>
                <a:gd name="T114" fmla="*/ 651 w 714"/>
                <a:gd name="T115" fmla="*/ 272 h 715"/>
                <a:gd name="T116" fmla="*/ 630 w 714"/>
                <a:gd name="T117" fmla="*/ 261 h 715"/>
                <a:gd name="T118" fmla="*/ 615 w 714"/>
                <a:gd name="T119" fmla="*/ 194 h 715"/>
                <a:gd name="T120" fmla="*/ 625 w 714"/>
                <a:gd name="T121" fmla="*/ 381 h 715"/>
                <a:gd name="T122" fmla="*/ 658 w 714"/>
                <a:gd name="T123" fmla="*/ 277 h 715"/>
                <a:gd name="T124" fmla="*/ 686 w 714"/>
                <a:gd name="T125" fmla="*/ 342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4" h="715">
                  <a:moveTo>
                    <a:pt x="710" y="304"/>
                  </a:moveTo>
                  <a:cubicBezTo>
                    <a:pt x="710" y="305"/>
                    <a:pt x="710" y="305"/>
                    <a:pt x="709" y="305"/>
                  </a:cubicBezTo>
                  <a:cubicBezTo>
                    <a:pt x="709" y="304"/>
                    <a:pt x="710" y="303"/>
                    <a:pt x="710" y="303"/>
                  </a:cubicBezTo>
                  <a:cubicBezTo>
                    <a:pt x="710" y="303"/>
                    <a:pt x="710" y="303"/>
                    <a:pt x="710" y="303"/>
                  </a:cubicBezTo>
                  <a:cubicBezTo>
                    <a:pt x="709" y="297"/>
                    <a:pt x="708" y="292"/>
                    <a:pt x="707" y="286"/>
                  </a:cubicBezTo>
                  <a:cubicBezTo>
                    <a:pt x="707" y="287"/>
                    <a:pt x="707" y="288"/>
                    <a:pt x="706" y="290"/>
                  </a:cubicBezTo>
                  <a:cubicBezTo>
                    <a:pt x="706" y="289"/>
                    <a:pt x="707" y="289"/>
                    <a:pt x="707" y="289"/>
                  </a:cubicBezTo>
                  <a:cubicBezTo>
                    <a:pt x="707" y="290"/>
                    <a:pt x="706" y="290"/>
                    <a:pt x="706" y="290"/>
                  </a:cubicBezTo>
                  <a:cubicBezTo>
                    <a:pt x="706" y="292"/>
                    <a:pt x="706" y="294"/>
                    <a:pt x="705" y="295"/>
                  </a:cubicBezTo>
                  <a:cubicBezTo>
                    <a:pt x="703" y="298"/>
                    <a:pt x="703" y="301"/>
                    <a:pt x="703" y="301"/>
                  </a:cubicBezTo>
                  <a:cubicBezTo>
                    <a:pt x="702" y="302"/>
                    <a:pt x="700" y="300"/>
                    <a:pt x="699" y="300"/>
                  </a:cubicBezTo>
                  <a:cubicBezTo>
                    <a:pt x="697" y="301"/>
                    <a:pt x="697" y="303"/>
                    <a:pt x="696" y="300"/>
                  </a:cubicBezTo>
                  <a:cubicBezTo>
                    <a:pt x="696" y="299"/>
                    <a:pt x="696" y="301"/>
                    <a:pt x="695" y="298"/>
                  </a:cubicBezTo>
                  <a:cubicBezTo>
                    <a:pt x="695" y="297"/>
                    <a:pt x="697" y="291"/>
                    <a:pt x="700" y="292"/>
                  </a:cubicBezTo>
                  <a:cubicBezTo>
                    <a:pt x="701" y="293"/>
                    <a:pt x="702" y="295"/>
                    <a:pt x="703" y="292"/>
                  </a:cubicBezTo>
                  <a:cubicBezTo>
                    <a:pt x="703" y="291"/>
                    <a:pt x="703" y="290"/>
                    <a:pt x="703" y="289"/>
                  </a:cubicBezTo>
                  <a:cubicBezTo>
                    <a:pt x="703" y="287"/>
                    <a:pt x="705" y="284"/>
                    <a:pt x="706" y="282"/>
                  </a:cubicBezTo>
                  <a:cubicBezTo>
                    <a:pt x="705" y="276"/>
                    <a:pt x="704" y="270"/>
                    <a:pt x="702" y="264"/>
                  </a:cubicBezTo>
                  <a:cubicBezTo>
                    <a:pt x="701" y="268"/>
                    <a:pt x="695" y="273"/>
                    <a:pt x="691" y="270"/>
                  </a:cubicBezTo>
                  <a:cubicBezTo>
                    <a:pt x="691" y="271"/>
                    <a:pt x="691" y="270"/>
                    <a:pt x="690" y="270"/>
                  </a:cubicBezTo>
                  <a:cubicBezTo>
                    <a:pt x="690" y="270"/>
                    <a:pt x="690" y="270"/>
                    <a:pt x="690" y="270"/>
                  </a:cubicBezTo>
                  <a:cubicBezTo>
                    <a:pt x="690" y="271"/>
                    <a:pt x="690" y="270"/>
                    <a:pt x="690" y="270"/>
                  </a:cubicBezTo>
                  <a:cubicBezTo>
                    <a:pt x="690" y="270"/>
                    <a:pt x="690" y="270"/>
                    <a:pt x="690" y="269"/>
                  </a:cubicBezTo>
                  <a:cubicBezTo>
                    <a:pt x="689" y="270"/>
                    <a:pt x="688" y="271"/>
                    <a:pt x="688" y="271"/>
                  </a:cubicBezTo>
                  <a:cubicBezTo>
                    <a:pt x="686" y="270"/>
                    <a:pt x="686" y="273"/>
                    <a:pt x="685" y="274"/>
                  </a:cubicBezTo>
                  <a:cubicBezTo>
                    <a:pt x="684" y="274"/>
                    <a:pt x="682" y="273"/>
                    <a:pt x="682" y="275"/>
                  </a:cubicBezTo>
                  <a:cubicBezTo>
                    <a:pt x="681" y="270"/>
                    <a:pt x="674" y="279"/>
                    <a:pt x="674" y="281"/>
                  </a:cubicBezTo>
                  <a:cubicBezTo>
                    <a:pt x="675" y="280"/>
                    <a:pt x="681" y="280"/>
                    <a:pt x="680" y="280"/>
                  </a:cubicBezTo>
                  <a:cubicBezTo>
                    <a:pt x="680" y="280"/>
                    <a:pt x="681" y="280"/>
                    <a:pt x="681" y="280"/>
                  </a:cubicBezTo>
                  <a:cubicBezTo>
                    <a:pt x="681" y="280"/>
                    <a:pt x="681" y="280"/>
                    <a:pt x="681" y="280"/>
                  </a:cubicBezTo>
                  <a:cubicBezTo>
                    <a:pt x="681" y="279"/>
                    <a:pt x="682" y="278"/>
                    <a:pt x="682" y="279"/>
                  </a:cubicBezTo>
                  <a:cubicBezTo>
                    <a:pt x="684" y="280"/>
                    <a:pt x="681" y="280"/>
                    <a:pt x="681" y="281"/>
                  </a:cubicBezTo>
                  <a:cubicBezTo>
                    <a:pt x="681" y="282"/>
                    <a:pt x="681" y="282"/>
                    <a:pt x="681" y="282"/>
                  </a:cubicBezTo>
                  <a:cubicBezTo>
                    <a:pt x="682" y="282"/>
                    <a:pt x="683" y="282"/>
                    <a:pt x="683" y="284"/>
                  </a:cubicBezTo>
                  <a:cubicBezTo>
                    <a:pt x="683" y="284"/>
                    <a:pt x="683" y="284"/>
                    <a:pt x="683" y="284"/>
                  </a:cubicBezTo>
                  <a:cubicBezTo>
                    <a:pt x="683" y="284"/>
                    <a:pt x="684" y="285"/>
                    <a:pt x="684" y="286"/>
                  </a:cubicBezTo>
                  <a:cubicBezTo>
                    <a:pt x="684" y="286"/>
                    <a:pt x="681" y="289"/>
                    <a:pt x="681" y="290"/>
                  </a:cubicBezTo>
                  <a:cubicBezTo>
                    <a:pt x="680" y="290"/>
                    <a:pt x="679" y="295"/>
                    <a:pt x="678" y="295"/>
                  </a:cubicBezTo>
                  <a:cubicBezTo>
                    <a:pt x="676" y="295"/>
                    <a:pt x="679" y="293"/>
                    <a:pt x="677" y="292"/>
                  </a:cubicBezTo>
                  <a:cubicBezTo>
                    <a:pt x="677" y="291"/>
                    <a:pt x="675" y="293"/>
                    <a:pt x="674" y="293"/>
                  </a:cubicBezTo>
                  <a:cubicBezTo>
                    <a:pt x="673" y="292"/>
                    <a:pt x="674" y="291"/>
                    <a:pt x="673" y="290"/>
                  </a:cubicBezTo>
                  <a:cubicBezTo>
                    <a:pt x="673" y="290"/>
                    <a:pt x="671" y="292"/>
                    <a:pt x="670" y="290"/>
                  </a:cubicBezTo>
                  <a:cubicBezTo>
                    <a:pt x="669" y="288"/>
                    <a:pt x="672" y="289"/>
                    <a:pt x="672" y="288"/>
                  </a:cubicBezTo>
                  <a:cubicBezTo>
                    <a:pt x="672" y="287"/>
                    <a:pt x="671" y="287"/>
                    <a:pt x="671" y="287"/>
                  </a:cubicBezTo>
                  <a:cubicBezTo>
                    <a:pt x="671" y="286"/>
                    <a:pt x="672" y="285"/>
                    <a:pt x="672" y="283"/>
                  </a:cubicBezTo>
                  <a:cubicBezTo>
                    <a:pt x="672" y="283"/>
                    <a:pt x="672" y="282"/>
                    <a:pt x="672" y="282"/>
                  </a:cubicBezTo>
                  <a:cubicBezTo>
                    <a:pt x="673" y="279"/>
                    <a:pt x="678" y="276"/>
                    <a:pt x="677" y="271"/>
                  </a:cubicBezTo>
                  <a:cubicBezTo>
                    <a:pt x="676" y="270"/>
                    <a:pt x="675" y="271"/>
                    <a:pt x="674" y="272"/>
                  </a:cubicBezTo>
                  <a:cubicBezTo>
                    <a:pt x="675" y="269"/>
                    <a:pt x="676" y="260"/>
                    <a:pt x="681" y="259"/>
                  </a:cubicBezTo>
                  <a:cubicBezTo>
                    <a:pt x="681" y="259"/>
                    <a:pt x="684" y="259"/>
                    <a:pt x="685" y="259"/>
                  </a:cubicBezTo>
                  <a:cubicBezTo>
                    <a:pt x="685" y="259"/>
                    <a:pt x="686" y="260"/>
                    <a:pt x="687" y="261"/>
                  </a:cubicBezTo>
                  <a:cubicBezTo>
                    <a:pt x="687" y="261"/>
                    <a:pt x="687" y="261"/>
                    <a:pt x="688" y="261"/>
                  </a:cubicBezTo>
                  <a:cubicBezTo>
                    <a:pt x="688" y="261"/>
                    <a:pt x="688" y="261"/>
                    <a:pt x="688" y="261"/>
                  </a:cubicBezTo>
                  <a:cubicBezTo>
                    <a:pt x="688" y="262"/>
                    <a:pt x="688" y="262"/>
                    <a:pt x="689" y="262"/>
                  </a:cubicBezTo>
                  <a:cubicBezTo>
                    <a:pt x="690" y="261"/>
                    <a:pt x="691" y="259"/>
                    <a:pt x="692" y="258"/>
                  </a:cubicBezTo>
                  <a:cubicBezTo>
                    <a:pt x="691" y="257"/>
                    <a:pt x="690" y="258"/>
                    <a:pt x="689" y="259"/>
                  </a:cubicBezTo>
                  <a:cubicBezTo>
                    <a:pt x="689" y="258"/>
                    <a:pt x="689" y="258"/>
                    <a:pt x="689" y="258"/>
                  </a:cubicBezTo>
                  <a:cubicBezTo>
                    <a:pt x="688" y="258"/>
                    <a:pt x="687" y="258"/>
                    <a:pt x="687" y="257"/>
                  </a:cubicBezTo>
                  <a:cubicBezTo>
                    <a:pt x="686" y="256"/>
                    <a:pt x="688" y="256"/>
                    <a:pt x="688" y="256"/>
                  </a:cubicBezTo>
                  <a:cubicBezTo>
                    <a:pt x="689" y="254"/>
                    <a:pt x="687" y="255"/>
                    <a:pt x="688" y="253"/>
                  </a:cubicBezTo>
                  <a:cubicBezTo>
                    <a:pt x="689" y="252"/>
                    <a:pt x="692" y="252"/>
                    <a:pt x="692" y="251"/>
                  </a:cubicBezTo>
                  <a:cubicBezTo>
                    <a:pt x="692" y="251"/>
                    <a:pt x="692" y="250"/>
                    <a:pt x="692" y="250"/>
                  </a:cubicBezTo>
                  <a:cubicBezTo>
                    <a:pt x="692" y="250"/>
                    <a:pt x="691" y="249"/>
                    <a:pt x="691" y="249"/>
                  </a:cubicBezTo>
                  <a:cubicBezTo>
                    <a:pt x="691" y="249"/>
                    <a:pt x="692" y="247"/>
                    <a:pt x="691" y="246"/>
                  </a:cubicBezTo>
                  <a:cubicBezTo>
                    <a:pt x="690" y="245"/>
                    <a:pt x="690" y="246"/>
                    <a:pt x="690" y="246"/>
                  </a:cubicBezTo>
                  <a:cubicBezTo>
                    <a:pt x="689" y="246"/>
                    <a:pt x="688" y="242"/>
                    <a:pt x="688" y="242"/>
                  </a:cubicBezTo>
                  <a:cubicBezTo>
                    <a:pt x="689" y="240"/>
                    <a:pt x="691" y="242"/>
                    <a:pt x="693" y="241"/>
                  </a:cubicBezTo>
                  <a:cubicBezTo>
                    <a:pt x="692" y="241"/>
                    <a:pt x="693" y="239"/>
                    <a:pt x="694" y="239"/>
                  </a:cubicBezTo>
                  <a:cubicBezTo>
                    <a:pt x="693" y="235"/>
                    <a:pt x="691" y="231"/>
                    <a:pt x="690" y="227"/>
                  </a:cubicBezTo>
                  <a:cubicBezTo>
                    <a:pt x="690" y="227"/>
                    <a:pt x="689" y="227"/>
                    <a:pt x="689" y="227"/>
                  </a:cubicBezTo>
                  <a:cubicBezTo>
                    <a:pt x="688" y="227"/>
                    <a:pt x="689" y="225"/>
                    <a:pt x="688" y="224"/>
                  </a:cubicBezTo>
                  <a:cubicBezTo>
                    <a:pt x="688" y="223"/>
                    <a:pt x="688" y="223"/>
                    <a:pt x="688" y="223"/>
                  </a:cubicBezTo>
                  <a:cubicBezTo>
                    <a:pt x="688" y="222"/>
                    <a:pt x="688" y="222"/>
                    <a:pt x="688" y="221"/>
                  </a:cubicBezTo>
                  <a:cubicBezTo>
                    <a:pt x="685" y="222"/>
                    <a:pt x="682" y="222"/>
                    <a:pt x="681" y="222"/>
                  </a:cubicBezTo>
                  <a:cubicBezTo>
                    <a:pt x="679" y="222"/>
                    <a:pt x="680" y="219"/>
                    <a:pt x="678" y="220"/>
                  </a:cubicBezTo>
                  <a:cubicBezTo>
                    <a:pt x="680" y="218"/>
                    <a:pt x="676" y="218"/>
                    <a:pt x="676" y="216"/>
                  </a:cubicBezTo>
                  <a:cubicBezTo>
                    <a:pt x="675" y="215"/>
                    <a:pt x="677" y="215"/>
                    <a:pt x="677" y="215"/>
                  </a:cubicBezTo>
                  <a:cubicBezTo>
                    <a:pt x="678" y="214"/>
                    <a:pt x="676" y="213"/>
                    <a:pt x="677" y="212"/>
                  </a:cubicBezTo>
                  <a:cubicBezTo>
                    <a:pt x="677" y="212"/>
                    <a:pt x="677" y="212"/>
                    <a:pt x="677" y="212"/>
                  </a:cubicBezTo>
                  <a:cubicBezTo>
                    <a:pt x="676" y="212"/>
                    <a:pt x="675" y="210"/>
                    <a:pt x="675" y="209"/>
                  </a:cubicBezTo>
                  <a:cubicBezTo>
                    <a:pt x="674" y="209"/>
                    <a:pt x="674" y="209"/>
                    <a:pt x="673" y="209"/>
                  </a:cubicBezTo>
                  <a:cubicBezTo>
                    <a:pt x="674" y="210"/>
                    <a:pt x="674" y="210"/>
                    <a:pt x="674" y="211"/>
                  </a:cubicBezTo>
                  <a:cubicBezTo>
                    <a:pt x="674" y="212"/>
                    <a:pt x="674" y="212"/>
                    <a:pt x="673" y="213"/>
                  </a:cubicBezTo>
                  <a:cubicBezTo>
                    <a:pt x="673" y="214"/>
                    <a:pt x="673" y="214"/>
                    <a:pt x="673" y="215"/>
                  </a:cubicBezTo>
                  <a:cubicBezTo>
                    <a:pt x="673" y="215"/>
                    <a:pt x="673" y="215"/>
                    <a:pt x="673" y="215"/>
                  </a:cubicBezTo>
                  <a:cubicBezTo>
                    <a:pt x="673" y="215"/>
                    <a:pt x="672" y="216"/>
                    <a:pt x="672" y="216"/>
                  </a:cubicBezTo>
                  <a:cubicBezTo>
                    <a:pt x="671" y="217"/>
                    <a:pt x="669" y="218"/>
                    <a:pt x="669" y="220"/>
                  </a:cubicBezTo>
                  <a:cubicBezTo>
                    <a:pt x="670" y="217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7" y="219"/>
                  </a:cubicBezTo>
                  <a:cubicBezTo>
                    <a:pt x="668" y="220"/>
                    <a:pt x="668" y="224"/>
                    <a:pt x="667" y="225"/>
                  </a:cubicBezTo>
                  <a:cubicBezTo>
                    <a:pt x="667" y="225"/>
                    <a:pt x="667" y="224"/>
                    <a:pt x="666" y="224"/>
                  </a:cubicBezTo>
                  <a:cubicBezTo>
                    <a:pt x="665" y="225"/>
                    <a:pt x="663" y="228"/>
                    <a:pt x="660" y="228"/>
                  </a:cubicBezTo>
                  <a:cubicBezTo>
                    <a:pt x="661" y="226"/>
                    <a:pt x="663" y="226"/>
                    <a:pt x="663" y="225"/>
                  </a:cubicBezTo>
                  <a:cubicBezTo>
                    <a:pt x="663" y="224"/>
                    <a:pt x="662" y="225"/>
                    <a:pt x="661" y="224"/>
                  </a:cubicBezTo>
                  <a:cubicBezTo>
                    <a:pt x="660" y="223"/>
                    <a:pt x="662" y="219"/>
                    <a:pt x="665" y="218"/>
                  </a:cubicBezTo>
                  <a:cubicBezTo>
                    <a:pt x="665" y="217"/>
                    <a:pt x="665" y="216"/>
                    <a:pt x="665" y="216"/>
                  </a:cubicBezTo>
                  <a:cubicBezTo>
                    <a:pt x="665" y="215"/>
                    <a:pt x="664" y="215"/>
                    <a:pt x="664" y="215"/>
                  </a:cubicBezTo>
                  <a:cubicBezTo>
                    <a:pt x="663" y="217"/>
                    <a:pt x="661" y="218"/>
                    <a:pt x="660" y="220"/>
                  </a:cubicBezTo>
                  <a:cubicBezTo>
                    <a:pt x="660" y="221"/>
                    <a:pt x="661" y="222"/>
                    <a:pt x="660" y="223"/>
                  </a:cubicBezTo>
                  <a:cubicBezTo>
                    <a:pt x="660" y="223"/>
                    <a:pt x="659" y="224"/>
                    <a:pt x="659" y="225"/>
                  </a:cubicBezTo>
                  <a:cubicBezTo>
                    <a:pt x="659" y="226"/>
                    <a:pt x="661" y="225"/>
                    <a:pt x="660" y="226"/>
                  </a:cubicBezTo>
                  <a:cubicBezTo>
                    <a:pt x="660" y="227"/>
                    <a:pt x="659" y="228"/>
                    <a:pt x="659" y="227"/>
                  </a:cubicBezTo>
                  <a:cubicBezTo>
                    <a:pt x="658" y="227"/>
                    <a:pt x="658" y="225"/>
                    <a:pt x="657" y="224"/>
                  </a:cubicBezTo>
                  <a:cubicBezTo>
                    <a:pt x="657" y="223"/>
                    <a:pt x="656" y="224"/>
                    <a:pt x="655" y="223"/>
                  </a:cubicBezTo>
                  <a:cubicBezTo>
                    <a:pt x="653" y="223"/>
                    <a:pt x="653" y="221"/>
                    <a:pt x="650" y="224"/>
                  </a:cubicBezTo>
                  <a:cubicBezTo>
                    <a:pt x="653" y="220"/>
                    <a:pt x="649" y="222"/>
                    <a:pt x="648" y="221"/>
                  </a:cubicBezTo>
                  <a:cubicBezTo>
                    <a:pt x="648" y="222"/>
                    <a:pt x="647" y="215"/>
                    <a:pt x="647" y="215"/>
                  </a:cubicBezTo>
                  <a:cubicBezTo>
                    <a:pt x="647" y="214"/>
                    <a:pt x="648" y="211"/>
                    <a:pt x="648" y="209"/>
                  </a:cubicBezTo>
                  <a:cubicBezTo>
                    <a:pt x="648" y="210"/>
                    <a:pt x="648" y="210"/>
                    <a:pt x="647" y="210"/>
                  </a:cubicBezTo>
                  <a:cubicBezTo>
                    <a:pt x="647" y="210"/>
                    <a:pt x="647" y="209"/>
                    <a:pt x="648" y="208"/>
                  </a:cubicBezTo>
                  <a:cubicBezTo>
                    <a:pt x="648" y="208"/>
                    <a:pt x="648" y="208"/>
                    <a:pt x="648" y="208"/>
                  </a:cubicBezTo>
                  <a:cubicBezTo>
                    <a:pt x="647" y="208"/>
                    <a:pt x="647" y="209"/>
                    <a:pt x="647" y="209"/>
                  </a:cubicBezTo>
                  <a:cubicBezTo>
                    <a:pt x="647" y="209"/>
                    <a:pt x="647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4" y="211"/>
                    <a:pt x="639" y="212"/>
                    <a:pt x="635" y="212"/>
                  </a:cubicBezTo>
                  <a:cubicBezTo>
                    <a:pt x="635" y="213"/>
                    <a:pt x="635" y="214"/>
                    <a:pt x="635" y="214"/>
                  </a:cubicBezTo>
                  <a:cubicBezTo>
                    <a:pt x="634" y="214"/>
                    <a:pt x="634" y="213"/>
                    <a:pt x="634" y="212"/>
                  </a:cubicBezTo>
                  <a:cubicBezTo>
                    <a:pt x="633" y="212"/>
                    <a:pt x="633" y="212"/>
                    <a:pt x="633" y="212"/>
                  </a:cubicBezTo>
                  <a:cubicBezTo>
                    <a:pt x="633" y="211"/>
                    <a:pt x="633" y="210"/>
                    <a:pt x="635" y="210"/>
                  </a:cubicBezTo>
                  <a:cubicBezTo>
                    <a:pt x="634" y="210"/>
                    <a:pt x="634" y="209"/>
                    <a:pt x="634" y="209"/>
                  </a:cubicBezTo>
                  <a:cubicBezTo>
                    <a:pt x="633" y="208"/>
                    <a:pt x="634" y="207"/>
                    <a:pt x="635" y="206"/>
                  </a:cubicBezTo>
                  <a:cubicBezTo>
                    <a:pt x="634" y="205"/>
                    <a:pt x="634" y="204"/>
                    <a:pt x="635" y="203"/>
                  </a:cubicBezTo>
                  <a:cubicBezTo>
                    <a:pt x="636" y="203"/>
                    <a:pt x="636" y="203"/>
                    <a:pt x="637" y="203"/>
                  </a:cubicBezTo>
                  <a:cubicBezTo>
                    <a:pt x="637" y="202"/>
                    <a:pt x="636" y="202"/>
                    <a:pt x="635" y="203"/>
                  </a:cubicBezTo>
                  <a:cubicBezTo>
                    <a:pt x="634" y="203"/>
                    <a:pt x="632" y="206"/>
                    <a:pt x="632" y="206"/>
                  </a:cubicBezTo>
                  <a:cubicBezTo>
                    <a:pt x="632" y="207"/>
                    <a:pt x="632" y="207"/>
                    <a:pt x="633" y="207"/>
                  </a:cubicBezTo>
                  <a:cubicBezTo>
                    <a:pt x="629" y="209"/>
                    <a:pt x="629" y="201"/>
                    <a:pt x="631" y="201"/>
                  </a:cubicBezTo>
                  <a:cubicBezTo>
                    <a:pt x="631" y="201"/>
                    <a:pt x="632" y="203"/>
                    <a:pt x="632" y="203"/>
                  </a:cubicBezTo>
                  <a:cubicBezTo>
                    <a:pt x="633" y="203"/>
                    <a:pt x="636" y="199"/>
                    <a:pt x="638" y="198"/>
                  </a:cubicBezTo>
                  <a:cubicBezTo>
                    <a:pt x="638" y="198"/>
                    <a:pt x="638" y="197"/>
                    <a:pt x="639" y="197"/>
                  </a:cubicBezTo>
                  <a:cubicBezTo>
                    <a:pt x="639" y="196"/>
                    <a:pt x="637" y="195"/>
                    <a:pt x="637" y="194"/>
                  </a:cubicBezTo>
                  <a:cubicBezTo>
                    <a:pt x="637" y="193"/>
                    <a:pt x="639" y="193"/>
                    <a:pt x="639" y="193"/>
                  </a:cubicBezTo>
                  <a:cubicBezTo>
                    <a:pt x="639" y="192"/>
                    <a:pt x="640" y="189"/>
                    <a:pt x="639" y="189"/>
                  </a:cubicBezTo>
                  <a:cubicBezTo>
                    <a:pt x="639" y="188"/>
                    <a:pt x="637" y="189"/>
                    <a:pt x="638" y="190"/>
                  </a:cubicBezTo>
                  <a:cubicBezTo>
                    <a:pt x="638" y="190"/>
                    <a:pt x="636" y="188"/>
                    <a:pt x="637" y="187"/>
                  </a:cubicBezTo>
                  <a:cubicBezTo>
                    <a:pt x="637" y="187"/>
                    <a:pt x="637" y="187"/>
                    <a:pt x="637" y="187"/>
                  </a:cubicBezTo>
                  <a:cubicBezTo>
                    <a:pt x="637" y="186"/>
                    <a:pt x="637" y="186"/>
                    <a:pt x="636" y="186"/>
                  </a:cubicBezTo>
                  <a:cubicBezTo>
                    <a:pt x="636" y="187"/>
                    <a:pt x="636" y="188"/>
                    <a:pt x="636" y="188"/>
                  </a:cubicBezTo>
                  <a:cubicBezTo>
                    <a:pt x="636" y="188"/>
                    <a:pt x="636" y="188"/>
                    <a:pt x="637" y="188"/>
                  </a:cubicBezTo>
                  <a:cubicBezTo>
                    <a:pt x="637" y="189"/>
                    <a:pt x="637" y="189"/>
                    <a:pt x="636" y="189"/>
                  </a:cubicBezTo>
                  <a:cubicBezTo>
                    <a:pt x="637" y="190"/>
                    <a:pt x="636" y="191"/>
                    <a:pt x="635" y="190"/>
                  </a:cubicBezTo>
                  <a:cubicBezTo>
                    <a:pt x="635" y="190"/>
                    <a:pt x="635" y="190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4" y="190"/>
                    <a:pt x="633" y="190"/>
                    <a:pt x="632" y="189"/>
                  </a:cubicBezTo>
                  <a:cubicBezTo>
                    <a:pt x="631" y="188"/>
                    <a:pt x="631" y="186"/>
                    <a:pt x="632" y="185"/>
                  </a:cubicBezTo>
                  <a:cubicBezTo>
                    <a:pt x="632" y="185"/>
                    <a:pt x="632" y="185"/>
                    <a:pt x="631" y="185"/>
                  </a:cubicBezTo>
                  <a:cubicBezTo>
                    <a:pt x="630" y="186"/>
                    <a:pt x="632" y="185"/>
                    <a:pt x="631" y="184"/>
                  </a:cubicBezTo>
                  <a:cubicBezTo>
                    <a:pt x="630" y="184"/>
                    <a:pt x="630" y="185"/>
                    <a:pt x="630" y="185"/>
                  </a:cubicBezTo>
                  <a:cubicBezTo>
                    <a:pt x="629" y="185"/>
                    <a:pt x="630" y="185"/>
                    <a:pt x="630" y="185"/>
                  </a:cubicBezTo>
                  <a:cubicBezTo>
                    <a:pt x="629" y="185"/>
                    <a:pt x="629" y="186"/>
                    <a:pt x="628" y="185"/>
                  </a:cubicBezTo>
                  <a:cubicBezTo>
                    <a:pt x="625" y="185"/>
                    <a:pt x="628" y="181"/>
                    <a:pt x="626" y="179"/>
                  </a:cubicBezTo>
                  <a:cubicBezTo>
                    <a:pt x="625" y="180"/>
                    <a:pt x="624" y="180"/>
                    <a:pt x="624" y="180"/>
                  </a:cubicBezTo>
                  <a:cubicBezTo>
                    <a:pt x="623" y="181"/>
                    <a:pt x="623" y="182"/>
                    <a:pt x="623" y="183"/>
                  </a:cubicBezTo>
                  <a:cubicBezTo>
                    <a:pt x="624" y="184"/>
                    <a:pt x="625" y="185"/>
                    <a:pt x="624" y="186"/>
                  </a:cubicBezTo>
                  <a:cubicBezTo>
                    <a:pt x="624" y="191"/>
                    <a:pt x="618" y="190"/>
                    <a:pt x="617" y="188"/>
                  </a:cubicBezTo>
                  <a:cubicBezTo>
                    <a:pt x="616" y="188"/>
                    <a:pt x="615" y="188"/>
                    <a:pt x="615" y="189"/>
                  </a:cubicBezTo>
                  <a:cubicBezTo>
                    <a:pt x="615" y="189"/>
                    <a:pt x="616" y="188"/>
                    <a:pt x="615" y="188"/>
                  </a:cubicBezTo>
                  <a:cubicBezTo>
                    <a:pt x="614" y="189"/>
                    <a:pt x="612" y="190"/>
                    <a:pt x="610" y="190"/>
                  </a:cubicBezTo>
                  <a:cubicBezTo>
                    <a:pt x="609" y="191"/>
                    <a:pt x="607" y="191"/>
                    <a:pt x="607" y="191"/>
                  </a:cubicBezTo>
                  <a:cubicBezTo>
                    <a:pt x="607" y="190"/>
                    <a:pt x="608" y="190"/>
                    <a:pt x="609" y="189"/>
                  </a:cubicBezTo>
                  <a:cubicBezTo>
                    <a:pt x="609" y="189"/>
                    <a:pt x="608" y="189"/>
                    <a:pt x="608" y="189"/>
                  </a:cubicBezTo>
                  <a:cubicBezTo>
                    <a:pt x="608" y="188"/>
                    <a:pt x="607" y="187"/>
                    <a:pt x="607" y="186"/>
                  </a:cubicBezTo>
                  <a:cubicBezTo>
                    <a:pt x="606" y="186"/>
                    <a:pt x="604" y="186"/>
                    <a:pt x="605" y="183"/>
                  </a:cubicBezTo>
                  <a:cubicBezTo>
                    <a:pt x="606" y="181"/>
                    <a:pt x="605" y="180"/>
                    <a:pt x="605" y="179"/>
                  </a:cubicBezTo>
                  <a:cubicBezTo>
                    <a:pt x="605" y="179"/>
                    <a:pt x="606" y="178"/>
                    <a:pt x="605" y="177"/>
                  </a:cubicBezTo>
                  <a:cubicBezTo>
                    <a:pt x="604" y="179"/>
                    <a:pt x="603" y="181"/>
                    <a:pt x="601" y="183"/>
                  </a:cubicBezTo>
                  <a:cubicBezTo>
                    <a:pt x="604" y="184"/>
                    <a:pt x="606" y="186"/>
                    <a:pt x="602" y="189"/>
                  </a:cubicBezTo>
                  <a:cubicBezTo>
                    <a:pt x="602" y="189"/>
                    <a:pt x="601" y="189"/>
                    <a:pt x="600" y="190"/>
                  </a:cubicBezTo>
                  <a:cubicBezTo>
                    <a:pt x="602" y="190"/>
                    <a:pt x="602" y="194"/>
                    <a:pt x="599" y="193"/>
                  </a:cubicBezTo>
                  <a:cubicBezTo>
                    <a:pt x="598" y="192"/>
                    <a:pt x="599" y="191"/>
                    <a:pt x="599" y="191"/>
                  </a:cubicBezTo>
                  <a:cubicBezTo>
                    <a:pt x="600" y="190"/>
                    <a:pt x="600" y="190"/>
                    <a:pt x="600" y="190"/>
                  </a:cubicBezTo>
                  <a:cubicBezTo>
                    <a:pt x="598" y="190"/>
                    <a:pt x="596" y="191"/>
                    <a:pt x="595" y="192"/>
                  </a:cubicBezTo>
                  <a:cubicBezTo>
                    <a:pt x="593" y="194"/>
                    <a:pt x="594" y="195"/>
                    <a:pt x="592" y="194"/>
                  </a:cubicBezTo>
                  <a:cubicBezTo>
                    <a:pt x="592" y="193"/>
                    <a:pt x="591" y="192"/>
                    <a:pt x="590" y="193"/>
                  </a:cubicBezTo>
                  <a:cubicBezTo>
                    <a:pt x="590" y="193"/>
                    <a:pt x="587" y="198"/>
                    <a:pt x="587" y="195"/>
                  </a:cubicBezTo>
                  <a:cubicBezTo>
                    <a:pt x="587" y="194"/>
                    <a:pt x="588" y="194"/>
                    <a:pt x="588" y="194"/>
                  </a:cubicBezTo>
                  <a:cubicBezTo>
                    <a:pt x="587" y="193"/>
                    <a:pt x="584" y="194"/>
                    <a:pt x="583" y="193"/>
                  </a:cubicBezTo>
                  <a:cubicBezTo>
                    <a:pt x="583" y="192"/>
                    <a:pt x="587" y="190"/>
                    <a:pt x="584" y="189"/>
                  </a:cubicBezTo>
                  <a:cubicBezTo>
                    <a:pt x="583" y="188"/>
                    <a:pt x="583" y="188"/>
                    <a:pt x="583" y="188"/>
                  </a:cubicBezTo>
                  <a:cubicBezTo>
                    <a:pt x="583" y="188"/>
                    <a:pt x="583" y="188"/>
                    <a:pt x="583" y="187"/>
                  </a:cubicBezTo>
                  <a:cubicBezTo>
                    <a:pt x="584" y="186"/>
                    <a:pt x="584" y="185"/>
                    <a:pt x="583" y="185"/>
                  </a:cubicBezTo>
                  <a:cubicBezTo>
                    <a:pt x="582" y="186"/>
                    <a:pt x="581" y="186"/>
                    <a:pt x="580" y="185"/>
                  </a:cubicBezTo>
                  <a:cubicBezTo>
                    <a:pt x="580" y="184"/>
                    <a:pt x="581" y="184"/>
                    <a:pt x="581" y="183"/>
                  </a:cubicBezTo>
                  <a:cubicBezTo>
                    <a:pt x="582" y="183"/>
                    <a:pt x="582" y="183"/>
                    <a:pt x="582" y="183"/>
                  </a:cubicBezTo>
                  <a:cubicBezTo>
                    <a:pt x="581" y="182"/>
                    <a:pt x="580" y="182"/>
                    <a:pt x="579" y="182"/>
                  </a:cubicBezTo>
                  <a:cubicBezTo>
                    <a:pt x="578" y="181"/>
                    <a:pt x="580" y="179"/>
                    <a:pt x="580" y="178"/>
                  </a:cubicBezTo>
                  <a:cubicBezTo>
                    <a:pt x="578" y="176"/>
                    <a:pt x="577" y="179"/>
                    <a:pt x="574" y="179"/>
                  </a:cubicBezTo>
                  <a:cubicBezTo>
                    <a:pt x="574" y="179"/>
                    <a:pt x="572" y="177"/>
                    <a:pt x="570" y="179"/>
                  </a:cubicBezTo>
                  <a:cubicBezTo>
                    <a:pt x="569" y="180"/>
                    <a:pt x="571" y="182"/>
                    <a:pt x="568" y="184"/>
                  </a:cubicBezTo>
                  <a:cubicBezTo>
                    <a:pt x="567" y="184"/>
                    <a:pt x="562" y="186"/>
                    <a:pt x="562" y="185"/>
                  </a:cubicBezTo>
                  <a:cubicBezTo>
                    <a:pt x="561" y="184"/>
                    <a:pt x="563" y="184"/>
                    <a:pt x="563" y="184"/>
                  </a:cubicBezTo>
                  <a:cubicBezTo>
                    <a:pt x="564" y="182"/>
                    <a:pt x="562" y="180"/>
                    <a:pt x="562" y="181"/>
                  </a:cubicBezTo>
                  <a:cubicBezTo>
                    <a:pt x="563" y="179"/>
                    <a:pt x="565" y="179"/>
                    <a:pt x="565" y="178"/>
                  </a:cubicBezTo>
                  <a:cubicBezTo>
                    <a:pt x="565" y="178"/>
                    <a:pt x="565" y="178"/>
                    <a:pt x="564" y="178"/>
                  </a:cubicBezTo>
                  <a:cubicBezTo>
                    <a:pt x="564" y="177"/>
                    <a:pt x="565" y="177"/>
                    <a:pt x="565" y="177"/>
                  </a:cubicBezTo>
                  <a:cubicBezTo>
                    <a:pt x="565" y="176"/>
                    <a:pt x="564" y="174"/>
                    <a:pt x="565" y="173"/>
                  </a:cubicBezTo>
                  <a:cubicBezTo>
                    <a:pt x="565" y="173"/>
                    <a:pt x="565" y="173"/>
                    <a:pt x="565" y="173"/>
                  </a:cubicBezTo>
                  <a:cubicBezTo>
                    <a:pt x="565" y="173"/>
                    <a:pt x="565" y="172"/>
                    <a:pt x="565" y="172"/>
                  </a:cubicBezTo>
                  <a:cubicBezTo>
                    <a:pt x="564" y="172"/>
                    <a:pt x="564" y="171"/>
                    <a:pt x="566" y="170"/>
                  </a:cubicBezTo>
                  <a:cubicBezTo>
                    <a:pt x="566" y="170"/>
                    <a:pt x="566" y="170"/>
                    <a:pt x="566" y="170"/>
                  </a:cubicBezTo>
                  <a:cubicBezTo>
                    <a:pt x="566" y="170"/>
                    <a:pt x="565" y="170"/>
                    <a:pt x="565" y="170"/>
                  </a:cubicBezTo>
                  <a:cubicBezTo>
                    <a:pt x="564" y="170"/>
                    <a:pt x="563" y="170"/>
                    <a:pt x="563" y="169"/>
                  </a:cubicBezTo>
                  <a:cubicBezTo>
                    <a:pt x="562" y="169"/>
                    <a:pt x="562" y="169"/>
                    <a:pt x="562" y="169"/>
                  </a:cubicBezTo>
                  <a:cubicBezTo>
                    <a:pt x="562" y="169"/>
                    <a:pt x="562" y="168"/>
                    <a:pt x="563" y="167"/>
                  </a:cubicBezTo>
                  <a:cubicBezTo>
                    <a:pt x="563" y="167"/>
                    <a:pt x="563" y="166"/>
                    <a:pt x="562" y="166"/>
                  </a:cubicBezTo>
                  <a:cubicBezTo>
                    <a:pt x="563" y="165"/>
                    <a:pt x="566" y="165"/>
                    <a:pt x="568" y="164"/>
                  </a:cubicBezTo>
                  <a:cubicBezTo>
                    <a:pt x="567" y="165"/>
                    <a:pt x="568" y="167"/>
                    <a:pt x="569" y="165"/>
                  </a:cubicBezTo>
                  <a:cubicBezTo>
                    <a:pt x="571" y="164"/>
                    <a:pt x="569" y="164"/>
                    <a:pt x="569" y="164"/>
                  </a:cubicBezTo>
                  <a:cubicBezTo>
                    <a:pt x="569" y="164"/>
                    <a:pt x="570" y="163"/>
                    <a:pt x="569" y="162"/>
                  </a:cubicBezTo>
                  <a:cubicBezTo>
                    <a:pt x="569" y="162"/>
                    <a:pt x="569" y="162"/>
                    <a:pt x="569" y="162"/>
                  </a:cubicBezTo>
                  <a:cubicBezTo>
                    <a:pt x="567" y="163"/>
                    <a:pt x="565" y="164"/>
                    <a:pt x="563" y="163"/>
                  </a:cubicBezTo>
                  <a:cubicBezTo>
                    <a:pt x="563" y="163"/>
                    <a:pt x="563" y="163"/>
                    <a:pt x="563" y="164"/>
                  </a:cubicBezTo>
                  <a:cubicBezTo>
                    <a:pt x="563" y="164"/>
                    <a:pt x="564" y="164"/>
                    <a:pt x="564" y="164"/>
                  </a:cubicBezTo>
                  <a:cubicBezTo>
                    <a:pt x="563" y="165"/>
                    <a:pt x="563" y="164"/>
                    <a:pt x="563" y="163"/>
                  </a:cubicBezTo>
                  <a:cubicBezTo>
                    <a:pt x="562" y="163"/>
                    <a:pt x="562" y="162"/>
                    <a:pt x="562" y="161"/>
                  </a:cubicBezTo>
                  <a:cubicBezTo>
                    <a:pt x="562" y="160"/>
                    <a:pt x="564" y="158"/>
                    <a:pt x="567" y="158"/>
                  </a:cubicBezTo>
                  <a:cubicBezTo>
                    <a:pt x="566" y="157"/>
                    <a:pt x="565" y="156"/>
                    <a:pt x="566" y="155"/>
                  </a:cubicBezTo>
                  <a:cubicBezTo>
                    <a:pt x="566" y="153"/>
                    <a:pt x="570" y="153"/>
                    <a:pt x="569" y="152"/>
                  </a:cubicBezTo>
                  <a:cubicBezTo>
                    <a:pt x="570" y="152"/>
                    <a:pt x="572" y="151"/>
                    <a:pt x="574" y="151"/>
                  </a:cubicBezTo>
                  <a:cubicBezTo>
                    <a:pt x="576" y="153"/>
                    <a:pt x="575" y="153"/>
                    <a:pt x="579" y="152"/>
                  </a:cubicBezTo>
                  <a:cubicBezTo>
                    <a:pt x="579" y="152"/>
                    <a:pt x="580" y="151"/>
                    <a:pt x="581" y="151"/>
                  </a:cubicBezTo>
                  <a:cubicBezTo>
                    <a:pt x="584" y="150"/>
                    <a:pt x="583" y="150"/>
                    <a:pt x="582" y="148"/>
                  </a:cubicBezTo>
                  <a:cubicBezTo>
                    <a:pt x="584" y="150"/>
                    <a:pt x="583" y="148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0" y="147"/>
                    <a:pt x="580" y="147"/>
                  </a:cubicBezTo>
                  <a:cubicBezTo>
                    <a:pt x="580" y="147"/>
                    <a:pt x="579" y="149"/>
                    <a:pt x="578" y="148"/>
                  </a:cubicBezTo>
                  <a:cubicBezTo>
                    <a:pt x="577" y="147"/>
                    <a:pt x="581" y="144"/>
                    <a:pt x="577" y="144"/>
                  </a:cubicBezTo>
                  <a:cubicBezTo>
                    <a:pt x="583" y="142"/>
                    <a:pt x="575" y="140"/>
                    <a:pt x="573" y="139"/>
                  </a:cubicBezTo>
                  <a:cubicBezTo>
                    <a:pt x="572" y="138"/>
                    <a:pt x="571" y="137"/>
                    <a:pt x="570" y="135"/>
                  </a:cubicBezTo>
                  <a:cubicBezTo>
                    <a:pt x="570" y="135"/>
                    <a:pt x="569" y="134"/>
                    <a:pt x="569" y="134"/>
                  </a:cubicBezTo>
                  <a:cubicBezTo>
                    <a:pt x="569" y="134"/>
                    <a:pt x="569" y="134"/>
                    <a:pt x="569" y="133"/>
                  </a:cubicBezTo>
                  <a:cubicBezTo>
                    <a:pt x="569" y="133"/>
                    <a:pt x="568" y="132"/>
                    <a:pt x="568" y="132"/>
                  </a:cubicBezTo>
                  <a:cubicBezTo>
                    <a:pt x="567" y="132"/>
                    <a:pt x="567" y="132"/>
                    <a:pt x="567" y="132"/>
                  </a:cubicBezTo>
                  <a:cubicBezTo>
                    <a:pt x="567" y="132"/>
                    <a:pt x="566" y="133"/>
                    <a:pt x="566" y="133"/>
                  </a:cubicBezTo>
                  <a:cubicBezTo>
                    <a:pt x="566" y="134"/>
                    <a:pt x="564" y="135"/>
                    <a:pt x="563" y="135"/>
                  </a:cubicBezTo>
                  <a:cubicBezTo>
                    <a:pt x="562" y="135"/>
                    <a:pt x="561" y="134"/>
                    <a:pt x="561" y="133"/>
                  </a:cubicBezTo>
                  <a:cubicBezTo>
                    <a:pt x="560" y="134"/>
                    <a:pt x="559" y="134"/>
                    <a:pt x="558" y="134"/>
                  </a:cubicBezTo>
                  <a:cubicBezTo>
                    <a:pt x="557" y="134"/>
                    <a:pt x="559" y="133"/>
                    <a:pt x="560" y="133"/>
                  </a:cubicBezTo>
                  <a:cubicBezTo>
                    <a:pt x="560" y="132"/>
                    <a:pt x="560" y="131"/>
                    <a:pt x="561" y="131"/>
                  </a:cubicBezTo>
                  <a:cubicBezTo>
                    <a:pt x="560" y="131"/>
                    <a:pt x="558" y="131"/>
                    <a:pt x="557" y="131"/>
                  </a:cubicBezTo>
                  <a:cubicBezTo>
                    <a:pt x="557" y="131"/>
                    <a:pt x="557" y="131"/>
                    <a:pt x="557" y="131"/>
                  </a:cubicBezTo>
                  <a:cubicBezTo>
                    <a:pt x="558" y="131"/>
                    <a:pt x="559" y="131"/>
                    <a:pt x="559" y="132"/>
                  </a:cubicBezTo>
                  <a:cubicBezTo>
                    <a:pt x="558" y="132"/>
                    <a:pt x="557" y="132"/>
                    <a:pt x="556" y="132"/>
                  </a:cubicBezTo>
                  <a:cubicBezTo>
                    <a:pt x="555" y="132"/>
                    <a:pt x="555" y="132"/>
                    <a:pt x="555" y="133"/>
                  </a:cubicBezTo>
                  <a:cubicBezTo>
                    <a:pt x="556" y="133"/>
                    <a:pt x="555" y="135"/>
                    <a:pt x="554" y="134"/>
                  </a:cubicBezTo>
                  <a:cubicBezTo>
                    <a:pt x="553" y="135"/>
                    <a:pt x="552" y="135"/>
                    <a:pt x="552" y="135"/>
                  </a:cubicBezTo>
                  <a:cubicBezTo>
                    <a:pt x="552" y="134"/>
                    <a:pt x="552" y="134"/>
                    <a:pt x="553" y="133"/>
                  </a:cubicBezTo>
                  <a:cubicBezTo>
                    <a:pt x="552" y="133"/>
                    <a:pt x="551" y="131"/>
                    <a:pt x="553" y="132"/>
                  </a:cubicBezTo>
                  <a:cubicBezTo>
                    <a:pt x="553" y="132"/>
                    <a:pt x="553" y="132"/>
                    <a:pt x="553" y="132"/>
                  </a:cubicBezTo>
                  <a:cubicBezTo>
                    <a:pt x="553" y="133"/>
                    <a:pt x="553" y="133"/>
                    <a:pt x="553" y="133"/>
                  </a:cubicBezTo>
                  <a:cubicBezTo>
                    <a:pt x="554" y="133"/>
                    <a:pt x="554" y="132"/>
                    <a:pt x="554" y="132"/>
                  </a:cubicBezTo>
                  <a:cubicBezTo>
                    <a:pt x="553" y="132"/>
                    <a:pt x="552" y="131"/>
                    <a:pt x="552" y="131"/>
                  </a:cubicBezTo>
                  <a:cubicBezTo>
                    <a:pt x="552" y="131"/>
                    <a:pt x="553" y="131"/>
                    <a:pt x="555" y="131"/>
                  </a:cubicBezTo>
                  <a:cubicBezTo>
                    <a:pt x="554" y="130"/>
                    <a:pt x="554" y="130"/>
                    <a:pt x="554" y="130"/>
                  </a:cubicBezTo>
                  <a:cubicBezTo>
                    <a:pt x="553" y="130"/>
                    <a:pt x="552" y="131"/>
                    <a:pt x="552" y="131"/>
                  </a:cubicBezTo>
                  <a:cubicBezTo>
                    <a:pt x="551" y="130"/>
                    <a:pt x="550" y="127"/>
                    <a:pt x="548" y="129"/>
                  </a:cubicBezTo>
                  <a:cubicBezTo>
                    <a:pt x="548" y="130"/>
                    <a:pt x="549" y="131"/>
                    <a:pt x="549" y="130"/>
                  </a:cubicBezTo>
                  <a:cubicBezTo>
                    <a:pt x="549" y="131"/>
                    <a:pt x="549" y="131"/>
                    <a:pt x="549" y="131"/>
                  </a:cubicBezTo>
                  <a:cubicBezTo>
                    <a:pt x="549" y="131"/>
                    <a:pt x="549" y="131"/>
                    <a:pt x="550" y="131"/>
                  </a:cubicBezTo>
                  <a:cubicBezTo>
                    <a:pt x="551" y="131"/>
                    <a:pt x="549" y="133"/>
                    <a:pt x="549" y="132"/>
                  </a:cubicBezTo>
                  <a:cubicBezTo>
                    <a:pt x="549" y="132"/>
                    <a:pt x="549" y="132"/>
                    <a:pt x="549" y="132"/>
                  </a:cubicBezTo>
                  <a:cubicBezTo>
                    <a:pt x="548" y="133"/>
                    <a:pt x="544" y="131"/>
                    <a:pt x="543" y="131"/>
                  </a:cubicBezTo>
                  <a:cubicBezTo>
                    <a:pt x="545" y="130"/>
                    <a:pt x="543" y="130"/>
                    <a:pt x="542" y="129"/>
                  </a:cubicBezTo>
                  <a:cubicBezTo>
                    <a:pt x="540" y="130"/>
                    <a:pt x="539" y="131"/>
                    <a:pt x="537" y="132"/>
                  </a:cubicBezTo>
                  <a:cubicBezTo>
                    <a:pt x="538" y="130"/>
                    <a:pt x="540" y="129"/>
                    <a:pt x="542" y="129"/>
                  </a:cubicBezTo>
                  <a:cubicBezTo>
                    <a:pt x="541" y="128"/>
                    <a:pt x="541" y="127"/>
                    <a:pt x="541" y="127"/>
                  </a:cubicBezTo>
                  <a:cubicBezTo>
                    <a:pt x="542" y="125"/>
                    <a:pt x="546" y="126"/>
                    <a:pt x="546" y="124"/>
                  </a:cubicBezTo>
                  <a:cubicBezTo>
                    <a:pt x="547" y="123"/>
                    <a:pt x="545" y="124"/>
                    <a:pt x="545" y="124"/>
                  </a:cubicBezTo>
                  <a:cubicBezTo>
                    <a:pt x="546" y="122"/>
                    <a:pt x="547" y="121"/>
                    <a:pt x="545" y="120"/>
                  </a:cubicBezTo>
                  <a:cubicBezTo>
                    <a:pt x="545" y="120"/>
                    <a:pt x="540" y="120"/>
                    <a:pt x="538" y="120"/>
                  </a:cubicBezTo>
                  <a:cubicBezTo>
                    <a:pt x="536" y="120"/>
                    <a:pt x="534" y="121"/>
                    <a:pt x="531" y="119"/>
                  </a:cubicBezTo>
                  <a:cubicBezTo>
                    <a:pt x="534" y="119"/>
                    <a:pt x="535" y="117"/>
                    <a:pt x="537" y="117"/>
                  </a:cubicBezTo>
                  <a:cubicBezTo>
                    <a:pt x="537" y="117"/>
                    <a:pt x="537" y="116"/>
                    <a:pt x="537" y="116"/>
                  </a:cubicBezTo>
                  <a:cubicBezTo>
                    <a:pt x="537" y="116"/>
                    <a:pt x="537" y="117"/>
                    <a:pt x="537" y="117"/>
                  </a:cubicBezTo>
                  <a:cubicBezTo>
                    <a:pt x="538" y="116"/>
                    <a:pt x="538" y="116"/>
                    <a:pt x="539" y="116"/>
                  </a:cubicBezTo>
                  <a:cubicBezTo>
                    <a:pt x="542" y="115"/>
                    <a:pt x="545" y="118"/>
                    <a:pt x="548" y="117"/>
                  </a:cubicBezTo>
                  <a:cubicBezTo>
                    <a:pt x="548" y="117"/>
                    <a:pt x="551" y="114"/>
                    <a:pt x="552" y="114"/>
                  </a:cubicBezTo>
                  <a:cubicBezTo>
                    <a:pt x="553" y="114"/>
                    <a:pt x="554" y="115"/>
                    <a:pt x="554" y="114"/>
                  </a:cubicBezTo>
                  <a:cubicBezTo>
                    <a:pt x="553" y="114"/>
                    <a:pt x="553" y="113"/>
                    <a:pt x="553" y="113"/>
                  </a:cubicBezTo>
                  <a:cubicBezTo>
                    <a:pt x="553" y="113"/>
                    <a:pt x="552" y="113"/>
                    <a:pt x="552" y="113"/>
                  </a:cubicBezTo>
                  <a:cubicBezTo>
                    <a:pt x="552" y="114"/>
                    <a:pt x="551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8" y="114"/>
                    <a:pt x="547" y="114"/>
                    <a:pt x="547" y="114"/>
                  </a:cubicBezTo>
                  <a:cubicBezTo>
                    <a:pt x="547" y="114"/>
                    <a:pt x="547" y="113"/>
                    <a:pt x="547" y="113"/>
                  </a:cubicBezTo>
                  <a:cubicBezTo>
                    <a:pt x="547" y="112"/>
                    <a:pt x="548" y="111"/>
                    <a:pt x="549" y="110"/>
                  </a:cubicBezTo>
                  <a:cubicBezTo>
                    <a:pt x="550" y="110"/>
                    <a:pt x="552" y="111"/>
                    <a:pt x="552" y="112"/>
                  </a:cubicBezTo>
                  <a:cubicBezTo>
                    <a:pt x="552" y="112"/>
                    <a:pt x="552" y="112"/>
                    <a:pt x="553" y="112"/>
                  </a:cubicBezTo>
                  <a:cubicBezTo>
                    <a:pt x="552" y="111"/>
                    <a:pt x="554" y="110"/>
                    <a:pt x="555" y="111"/>
                  </a:cubicBezTo>
                  <a:cubicBezTo>
                    <a:pt x="555" y="110"/>
                    <a:pt x="555" y="110"/>
                    <a:pt x="554" y="109"/>
                  </a:cubicBezTo>
                  <a:cubicBezTo>
                    <a:pt x="554" y="110"/>
                    <a:pt x="554" y="110"/>
                    <a:pt x="554" y="110"/>
                  </a:cubicBezTo>
                  <a:cubicBezTo>
                    <a:pt x="554" y="110"/>
                    <a:pt x="554" y="109"/>
                    <a:pt x="554" y="109"/>
                  </a:cubicBezTo>
                  <a:cubicBezTo>
                    <a:pt x="553" y="108"/>
                    <a:pt x="550" y="108"/>
                    <a:pt x="549" y="107"/>
                  </a:cubicBezTo>
                  <a:cubicBezTo>
                    <a:pt x="550" y="106"/>
                    <a:pt x="551" y="106"/>
                    <a:pt x="550" y="105"/>
                  </a:cubicBezTo>
                  <a:cubicBezTo>
                    <a:pt x="549" y="106"/>
                    <a:pt x="546" y="106"/>
                    <a:pt x="548" y="104"/>
                  </a:cubicBezTo>
                  <a:cubicBezTo>
                    <a:pt x="548" y="104"/>
                    <a:pt x="548" y="104"/>
                    <a:pt x="548" y="104"/>
                  </a:cubicBezTo>
                  <a:cubicBezTo>
                    <a:pt x="548" y="104"/>
                    <a:pt x="547" y="103"/>
                    <a:pt x="547" y="103"/>
                  </a:cubicBezTo>
                  <a:cubicBezTo>
                    <a:pt x="545" y="104"/>
                    <a:pt x="543" y="105"/>
                    <a:pt x="541" y="106"/>
                  </a:cubicBezTo>
                  <a:cubicBezTo>
                    <a:pt x="537" y="107"/>
                    <a:pt x="541" y="104"/>
                    <a:pt x="543" y="103"/>
                  </a:cubicBezTo>
                  <a:cubicBezTo>
                    <a:pt x="544" y="103"/>
                    <a:pt x="546" y="102"/>
                    <a:pt x="548" y="101"/>
                  </a:cubicBezTo>
                  <a:cubicBezTo>
                    <a:pt x="548" y="101"/>
                    <a:pt x="548" y="101"/>
                    <a:pt x="548" y="100"/>
                  </a:cubicBezTo>
                  <a:cubicBezTo>
                    <a:pt x="549" y="100"/>
                    <a:pt x="549" y="100"/>
                    <a:pt x="550" y="100"/>
                  </a:cubicBezTo>
                  <a:cubicBezTo>
                    <a:pt x="552" y="99"/>
                    <a:pt x="553" y="99"/>
                    <a:pt x="554" y="98"/>
                  </a:cubicBezTo>
                  <a:cubicBezTo>
                    <a:pt x="555" y="97"/>
                    <a:pt x="555" y="95"/>
                    <a:pt x="555" y="94"/>
                  </a:cubicBezTo>
                  <a:cubicBezTo>
                    <a:pt x="554" y="95"/>
                    <a:pt x="554" y="94"/>
                    <a:pt x="553" y="94"/>
                  </a:cubicBezTo>
                  <a:cubicBezTo>
                    <a:pt x="553" y="94"/>
                    <a:pt x="553" y="94"/>
                    <a:pt x="553" y="94"/>
                  </a:cubicBezTo>
                  <a:cubicBezTo>
                    <a:pt x="553" y="94"/>
                    <a:pt x="553" y="94"/>
                    <a:pt x="552" y="94"/>
                  </a:cubicBezTo>
                  <a:cubicBezTo>
                    <a:pt x="552" y="94"/>
                    <a:pt x="550" y="93"/>
                    <a:pt x="550" y="93"/>
                  </a:cubicBezTo>
                  <a:cubicBezTo>
                    <a:pt x="550" y="93"/>
                    <a:pt x="550" y="93"/>
                    <a:pt x="550" y="92"/>
                  </a:cubicBezTo>
                  <a:cubicBezTo>
                    <a:pt x="549" y="91"/>
                    <a:pt x="551" y="90"/>
                    <a:pt x="552" y="90"/>
                  </a:cubicBezTo>
                  <a:cubicBezTo>
                    <a:pt x="552" y="89"/>
                    <a:pt x="552" y="89"/>
                    <a:pt x="553" y="88"/>
                  </a:cubicBezTo>
                  <a:cubicBezTo>
                    <a:pt x="553" y="88"/>
                    <a:pt x="553" y="88"/>
                    <a:pt x="553" y="88"/>
                  </a:cubicBezTo>
                  <a:cubicBezTo>
                    <a:pt x="552" y="87"/>
                    <a:pt x="550" y="87"/>
                    <a:pt x="549" y="87"/>
                  </a:cubicBezTo>
                  <a:cubicBezTo>
                    <a:pt x="548" y="87"/>
                    <a:pt x="546" y="87"/>
                    <a:pt x="546" y="86"/>
                  </a:cubicBezTo>
                  <a:cubicBezTo>
                    <a:pt x="545" y="86"/>
                    <a:pt x="544" y="85"/>
                    <a:pt x="544" y="84"/>
                  </a:cubicBezTo>
                  <a:cubicBezTo>
                    <a:pt x="543" y="85"/>
                    <a:pt x="542" y="85"/>
                    <a:pt x="542" y="84"/>
                  </a:cubicBezTo>
                  <a:cubicBezTo>
                    <a:pt x="541" y="84"/>
                    <a:pt x="540" y="82"/>
                    <a:pt x="542" y="81"/>
                  </a:cubicBezTo>
                  <a:cubicBezTo>
                    <a:pt x="542" y="81"/>
                    <a:pt x="542" y="81"/>
                    <a:pt x="542" y="81"/>
                  </a:cubicBezTo>
                  <a:cubicBezTo>
                    <a:pt x="541" y="80"/>
                    <a:pt x="542" y="80"/>
                    <a:pt x="542" y="79"/>
                  </a:cubicBezTo>
                  <a:cubicBezTo>
                    <a:pt x="541" y="80"/>
                    <a:pt x="540" y="80"/>
                    <a:pt x="539" y="80"/>
                  </a:cubicBezTo>
                  <a:cubicBezTo>
                    <a:pt x="539" y="80"/>
                    <a:pt x="538" y="81"/>
                    <a:pt x="539" y="82"/>
                  </a:cubicBezTo>
                  <a:cubicBezTo>
                    <a:pt x="538" y="82"/>
                    <a:pt x="536" y="83"/>
                    <a:pt x="535" y="84"/>
                  </a:cubicBezTo>
                  <a:cubicBezTo>
                    <a:pt x="534" y="85"/>
                    <a:pt x="533" y="85"/>
                    <a:pt x="532" y="86"/>
                  </a:cubicBezTo>
                  <a:cubicBezTo>
                    <a:pt x="532" y="86"/>
                    <a:pt x="532" y="87"/>
                    <a:pt x="532" y="87"/>
                  </a:cubicBezTo>
                  <a:cubicBezTo>
                    <a:pt x="531" y="87"/>
                    <a:pt x="530" y="86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8" y="87"/>
                  </a:cubicBezTo>
                  <a:cubicBezTo>
                    <a:pt x="527" y="87"/>
                    <a:pt x="527" y="88"/>
                    <a:pt x="526" y="88"/>
                  </a:cubicBezTo>
                  <a:cubicBezTo>
                    <a:pt x="526" y="88"/>
                    <a:pt x="526" y="87"/>
                    <a:pt x="526" y="87"/>
                  </a:cubicBezTo>
                  <a:cubicBezTo>
                    <a:pt x="525" y="85"/>
                    <a:pt x="521" y="83"/>
                    <a:pt x="520" y="81"/>
                  </a:cubicBezTo>
                  <a:cubicBezTo>
                    <a:pt x="520" y="79"/>
                    <a:pt x="524" y="78"/>
                    <a:pt x="525" y="76"/>
                  </a:cubicBezTo>
                  <a:cubicBezTo>
                    <a:pt x="526" y="76"/>
                    <a:pt x="524" y="74"/>
                    <a:pt x="525" y="74"/>
                  </a:cubicBezTo>
                  <a:cubicBezTo>
                    <a:pt x="526" y="73"/>
                    <a:pt x="526" y="75"/>
                    <a:pt x="527" y="75"/>
                  </a:cubicBezTo>
                  <a:cubicBezTo>
                    <a:pt x="528" y="76"/>
                    <a:pt x="533" y="76"/>
                    <a:pt x="535" y="76"/>
                  </a:cubicBezTo>
                  <a:cubicBezTo>
                    <a:pt x="536" y="76"/>
                    <a:pt x="537" y="76"/>
                    <a:pt x="538" y="77"/>
                  </a:cubicBezTo>
                  <a:cubicBezTo>
                    <a:pt x="539" y="75"/>
                    <a:pt x="543" y="75"/>
                    <a:pt x="543" y="74"/>
                  </a:cubicBezTo>
                  <a:cubicBezTo>
                    <a:pt x="544" y="74"/>
                    <a:pt x="542" y="74"/>
                    <a:pt x="542" y="73"/>
                  </a:cubicBezTo>
                  <a:cubicBezTo>
                    <a:pt x="543" y="73"/>
                    <a:pt x="544" y="73"/>
                    <a:pt x="545" y="74"/>
                  </a:cubicBezTo>
                  <a:cubicBezTo>
                    <a:pt x="547" y="73"/>
                    <a:pt x="550" y="72"/>
                    <a:pt x="553" y="72"/>
                  </a:cubicBezTo>
                  <a:cubicBezTo>
                    <a:pt x="552" y="71"/>
                    <a:pt x="552" y="70"/>
                    <a:pt x="551" y="70"/>
                  </a:cubicBezTo>
                  <a:cubicBezTo>
                    <a:pt x="551" y="70"/>
                    <a:pt x="550" y="71"/>
                    <a:pt x="550" y="71"/>
                  </a:cubicBezTo>
                  <a:cubicBezTo>
                    <a:pt x="550" y="71"/>
                    <a:pt x="547" y="70"/>
                    <a:pt x="545" y="69"/>
                  </a:cubicBezTo>
                  <a:cubicBezTo>
                    <a:pt x="544" y="69"/>
                    <a:pt x="543" y="69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2" y="67"/>
                    <a:pt x="543" y="66"/>
                    <a:pt x="542" y="66"/>
                  </a:cubicBezTo>
                  <a:cubicBezTo>
                    <a:pt x="540" y="64"/>
                    <a:pt x="537" y="66"/>
                    <a:pt x="535" y="66"/>
                  </a:cubicBezTo>
                  <a:cubicBezTo>
                    <a:pt x="535" y="66"/>
                    <a:pt x="534" y="65"/>
                    <a:pt x="534" y="65"/>
                  </a:cubicBezTo>
                  <a:cubicBezTo>
                    <a:pt x="534" y="65"/>
                    <a:pt x="534" y="65"/>
                    <a:pt x="534" y="65"/>
                  </a:cubicBezTo>
                  <a:cubicBezTo>
                    <a:pt x="534" y="67"/>
                    <a:pt x="529" y="69"/>
                    <a:pt x="528" y="68"/>
                  </a:cubicBezTo>
                  <a:cubicBezTo>
                    <a:pt x="527" y="66"/>
                    <a:pt x="528" y="64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2"/>
                    <a:pt x="529" y="62"/>
                  </a:cubicBezTo>
                  <a:cubicBezTo>
                    <a:pt x="529" y="62"/>
                    <a:pt x="529" y="62"/>
                    <a:pt x="529" y="62"/>
                  </a:cubicBezTo>
                  <a:cubicBezTo>
                    <a:pt x="528" y="62"/>
                    <a:pt x="527" y="63"/>
                    <a:pt x="526" y="63"/>
                  </a:cubicBezTo>
                  <a:cubicBezTo>
                    <a:pt x="526" y="63"/>
                    <a:pt x="526" y="63"/>
                    <a:pt x="526" y="63"/>
                  </a:cubicBezTo>
                  <a:cubicBezTo>
                    <a:pt x="526" y="64"/>
                    <a:pt x="526" y="64"/>
                    <a:pt x="526" y="65"/>
                  </a:cubicBezTo>
                  <a:cubicBezTo>
                    <a:pt x="525" y="66"/>
                    <a:pt x="522" y="66"/>
                    <a:pt x="520" y="68"/>
                  </a:cubicBezTo>
                  <a:cubicBezTo>
                    <a:pt x="519" y="69"/>
                    <a:pt x="517" y="72"/>
                    <a:pt x="515" y="72"/>
                  </a:cubicBezTo>
                  <a:cubicBezTo>
                    <a:pt x="514" y="71"/>
                    <a:pt x="514" y="70"/>
                    <a:pt x="513" y="70"/>
                  </a:cubicBezTo>
                  <a:cubicBezTo>
                    <a:pt x="513" y="69"/>
                    <a:pt x="513" y="70"/>
                    <a:pt x="512" y="70"/>
                  </a:cubicBezTo>
                  <a:cubicBezTo>
                    <a:pt x="511" y="71"/>
                    <a:pt x="510" y="70"/>
                    <a:pt x="510" y="69"/>
                  </a:cubicBezTo>
                  <a:cubicBezTo>
                    <a:pt x="509" y="69"/>
                    <a:pt x="508" y="69"/>
                    <a:pt x="508" y="68"/>
                  </a:cubicBezTo>
                  <a:cubicBezTo>
                    <a:pt x="508" y="68"/>
                    <a:pt x="509" y="67"/>
                    <a:pt x="510" y="66"/>
                  </a:cubicBezTo>
                  <a:cubicBezTo>
                    <a:pt x="510" y="65"/>
                    <a:pt x="511" y="65"/>
                    <a:pt x="512" y="66"/>
                  </a:cubicBezTo>
                  <a:cubicBezTo>
                    <a:pt x="513" y="67"/>
                    <a:pt x="513" y="66"/>
                    <a:pt x="513" y="65"/>
                  </a:cubicBezTo>
                  <a:cubicBezTo>
                    <a:pt x="512" y="64"/>
                    <a:pt x="511" y="64"/>
                    <a:pt x="511" y="63"/>
                  </a:cubicBezTo>
                  <a:cubicBezTo>
                    <a:pt x="511" y="63"/>
                    <a:pt x="511" y="62"/>
                    <a:pt x="513" y="61"/>
                  </a:cubicBezTo>
                  <a:cubicBezTo>
                    <a:pt x="511" y="61"/>
                    <a:pt x="510" y="60"/>
                    <a:pt x="509" y="59"/>
                  </a:cubicBezTo>
                  <a:cubicBezTo>
                    <a:pt x="509" y="59"/>
                    <a:pt x="510" y="56"/>
                    <a:pt x="511" y="55"/>
                  </a:cubicBezTo>
                  <a:cubicBezTo>
                    <a:pt x="512" y="54"/>
                    <a:pt x="515" y="54"/>
                    <a:pt x="515" y="53"/>
                  </a:cubicBezTo>
                  <a:cubicBezTo>
                    <a:pt x="515" y="53"/>
                    <a:pt x="514" y="53"/>
                    <a:pt x="514" y="53"/>
                  </a:cubicBezTo>
                  <a:cubicBezTo>
                    <a:pt x="514" y="53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2" y="54"/>
                    <a:pt x="511" y="55"/>
                    <a:pt x="510" y="54"/>
                  </a:cubicBezTo>
                  <a:cubicBezTo>
                    <a:pt x="510" y="54"/>
                    <a:pt x="510" y="53"/>
                    <a:pt x="510" y="53"/>
                  </a:cubicBezTo>
                  <a:cubicBezTo>
                    <a:pt x="510" y="53"/>
                    <a:pt x="510" y="53"/>
                    <a:pt x="510" y="53"/>
                  </a:cubicBezTo>
                  <a:cubicBezTo>
                    <a:pt x="510" y="53"/>
                    <a:pt x="510" y="52"/>
                    <a:pt x="510" y="52"/>
                  </a:cubicBezTo>
                  <a:cubicBezTo>
                    <a:pt x="510" y="52"/>
                    <a:pt x="510" y="52"/>
                    <a:pt x="510" y="52"/>
                  </a:cubicBezTo>
                  <a:cubicBezTo>
                    <a:pt x="511" y="51"/>
                    <a:pt x="513" y="51"/>
                    <a:pt x="513" y="52"/>
                  </a:cubicBezTo>
                  <a:cubicBezTo>
                    <a:pt x="515" y="52"/>
                    <a:pt x="517" y="52"/>
                    <a:pt x="516" y="53"/>
                  </a:cubicBezTo>
                  <a:cubicBezTo>
                    <a:pt x="516" y="53"/>
                    <a:pt x="515" y="54"/>
                    <a:pt x="515" y="54"/>
                  </a:cubicBezTo>
                  <a:cubicBezTo>
                    <a:pt x="516" y="54"/>
                    <a:pt x="517" y="54"/>
                    <a:pt x="517" y="54"/>
                  </a:cubicBezTo>
                  <a:cubicBezTo>
                    <a:pt x="518" y="54"/>
                    <a:pt x="519" y="55"/>
                    <a:pt x="520" y="55"/>
                  </a:cubicBezTo>
                  <a:cubicBezTo>
                    <a:pt x="521" y="55"/>
                    <a:pt x="522" y="55"/>
                    <a:pt x="522" y="56"/>
                  </a:cubicBezTo>
                  <a:cubicBezTo>
                    <a:pt x="522" y="57"/>
                    <a:pt x="522" y="57"/>
                    <a:pt x="521" y="57"/>
                  </a:cubicBezTo>
                  <a:cubicBezTo>
                    <a:pt x="521" y="57"/>
                    <a:pt x="521" y="58"/>
                    <a:pt x="521" y="58"/>
                  </a:cubicBezTo>
                  <a:cubicBezTo>
                    <a:pt x="522" y="57"/>
                    <a:pt x="523" y="57"/>
                    <a:pt x="525" y="58"/>
                  </a:cubicBezTo>
                  <a:cubicBezTo>
                    <a:pt x="525" y="59"/>
                    <a:pt x="524" y="59"/>
                    <a:pt x="524" y="59"/>
                  </a:cubicBezTo>
                  <a:cubicBezTo>
                    <a:pt x="525" y="59"/>
                    <a:pt x="526" y="58"/>
                    <a:pt x="528" y="58"/>
                  </a:cubicBezTo>
                  <a:cubicBezTo>
                    <a:pt x="528" y="58"/>
                    <a:pt x="528" y="57"/>
                    <a:pt x="528" y="57"/>
                  </a:cubicBezTo>
                  <a:cubicBezTo>
                    <a:pt x="528" y="57"/>
                    <a:pt x="527" y="57"/>
                    <a:pt x="527" y="56"/>
                  </a:cubicBezTo>
                  <a:cubicBezTo>
                    <a:pt x="527" y="54"/>
                    <a:pt x="532" y="55"/>
                    <a:pt x="530" y="57"/>
                  </a:cubicBezTo>
                  <a:cubicBezTo>
                    <a:pt x="530" y="57"/>
                    <a:pt x="530" y="57"/>
                    <a:pt x="530" y="57"/>
                  </a:cubicBezTo>
                  <a:cubicBezTo>
                    <a:pt x="531" y="56"/>
                    <a:pt x="533" y="55"/>
                    <a:pt x="533" y="55"/>
                  </a:cubicBezTo>
                  <a:cubicBezTo>
                    <a:pt x="532" y="54"/>
                    <a:pt x="530" y="55"/>
                    <a:pt x="529" y="54"/>
                  </a:cubicBezTo>
                  <a:cubicBezTo>
                    <a:pt x="529" y="53"/>
                    <a:pt x="532" y="51"/>
                    <a:pt x="532" y="51"/>
                  </a:cubicBezTo>
                  <a:cubicBezTo>
                    <a:pt x="532" y="51"/>
                    <a:pt x="532" y="50"/>
                    <a:pt x="532" y="50"/>
                  </a:cubicBezTo>
                  <a:cubicBezTo>
                    <a:pt x="530" y="52"/>
                    <a:pt x="527" y="52"/>
                    <a:pt x="525" y="52"/>
                  </a:cubicBezTo>
                  <a:cubicBezTo>
                    <a:pt x="523" y="51"/>
                    <a:pt x="522" y="48"/>
                    <a:pt x="521" y="48"/>
                  </a:cubicBezTo>
                  <a:cubicBezTo>
                    <a:pt x="520" y="48"/>
                    <a:pt x="518" y="48"/>
                    <a:pt x="516" y="49"/>
                  </a:cubicBezTo>
                  <a:cubicBezTo>
                    <a:pt x="517" y="48"/>
                    <a:pt x="518" y="48"/>
                    <a:pt x="519" y="47"/>
                  </a:cubicBezTo>
                  <a:cubicBezTo>
                    <a:pt x="519" y="47"/>
                    <a:pt x="520" y="47"/>
                    <a:pt x="520" y="47"/>
                  </a:cubicBezTo>
                  <a:cubicBezTo>
                    <a:pt x="521" y="46"/>
                    <a:pt x="521" y="46"/>
                    <a:pt x="521" y="45"/>
                  </a:cubicBezTo>
                  <a:cubicBezTo>
                    <a:pt x="520" y="45"/>
                    <a:pt x="520" y="45"/>
                    <a:pt x="519" y="45"/>
                  </a:cubicBezTo>
                  <a:cubicBezTo>
                    <a:pt x="519" y="44"/>
                    <a:pt x="520" y="44"/>
                    <a:pt x="521" y="44"/>
                  </a:cubicBezTo>
                  <a:cubicBezTo>
                    <a:pt x="521" y="44"/>
                    <a:pt x="521" y="44"/>
                    <a:pt x="521" y="44"/>
                  </a:cubicBezTo>
                  <a:cubicBezTo>
                    <a:pt x="521" y="43"/>
                    <a:pt x="521" y="41"/>
                    <a:pt x="521" y="40"/>
                  </a:cubicBezTo>
                  <a:cubicBezTo>
                    <a:pt x="521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39"/>
                  </a:cubicBezTo>
                  <a:cubicBezTo>
                    <a:pt x="520" y="39"/>
                    <a:pt x="520" y="39"/>
                    <a:pt x="520" y="39"/>
                  </a:cubicBezTo>
                  <a:cubicBezTo>
                    <a:pt x="510" y="34"/>
                    <a:pt x="501" y="30"/>
                    <a:pt x="491" y="26"/>
                  </a:cubicBezTo>
                  <a:cubicBezTo>
                    <a:pt x="491" y="26"/>
                    <a:pt x="489" y="27"/>
                    <a:pt x="489" y="27"/>
                  </a:cubicBezTo>
                  <a:cubicBezTo>
                    <a:pt x="489" y="26"/>
                    <a:pt x="489" y="26"/>
                    <a:pt x="490" y="26"/>
                  </a:cubicBezTo>
                  <a:cubicBezTo>
                    <a:pt x="487" y="24"/>
                    <a:pt x="483" y="23"/>
                    <a:pt x="480" y="22"/>
                  </a:cubicBezTo>
                  <a:cubicBezTo>
                    <a:pt x="480" y="22"/>
                    <a:pt x="480" y="22"/>
                    <a:pt x="480" y="22"/>
                  </a:cubicBezTo>
                  <a:cubicBezTo>
                    <a:pt x="478" y="22"/>
                    <a:pt x="476" y="25"/>
                    <a:pt x="474" y="25"/>
                  </a:cubicBezTo>
                  <a:cubicBezTo>
                    <a:pt x="472" y="25"/>
                    <a:pt x="473" y="25"/>
                    <a:pt x="471" y="25"/>
                  </a:cubicBezTo>
                  <a:cubicBezTo>
                    <a:pt x="471" y="25"/>
                    <a:pt x="469" y="26"/>
                    <a:pt x="468" y="27"/>
                  </a:cubicBezTo>
                  <a:cubicBezTo>
                    <a:pt x="467" y="27"/>
                    <a:pt x="464" y="29"/>
                    <a:pt x="464" y="29"/>
                  </a:cubicBezTo>
                  <a:cubicBezTo>
                    <a:pt x="462" y="30"/>
                    <a:pt x="464" y="30"/>
                    <a:pt x="462" y="30"/>
                  </a:cubicBezTo>
                  <a:cubicBezTo>
                    <a:pt x="461" y="30"/>
                    <a:pt x="461" y="30"/>
                    <a:pt x="460" y="30"/>
                  </a:cubicBezTo>
                  <a:cubicBezTo>
                    <a:pt x="461" y="30"/>
                    <a:pt x="461" y="30"/>
                    <a:pt x="461" y="30"/>
                  </a:cubicBezTo>
                  <a:cubicBezTo>
                    <a:pt x="462" y="31"/>
                    <a:pt x="459" y="32"/>
                    <a:pt x="459" y="31"/>
                  </a:cubicBezTo>
                  <a:cubicBezTo>
                    <a:pt x="459" y="31"/>
                    <a:pt x="458" y="32"/>
                    <a:pt x="458" y="32"/>
                  </a:cubicBezTo>
                  <a:cubicBezTo>
                    <a:pt x="458" y="32"/>
                    <a:pt x="458" y="33"/>
                    <a:pt x="458" y="33"/>
                  </a:cubicBezTo>
                  <a:cubicBezTo>
                    <a:pt x="461" y="34"/>
                    <a:pt x="463" y="32"/>
                    <a:pt x="461" y="36"/>
                  </a:cubicBezTo>
                  <a:cubicBezTo>
                    <a:pt x="461" y="37"/>
                    <a:pt x="462" y="37"/>
                    <a:pt x="461" y="37"/>
                  </a:cubicBezTo>
                  <a:cubicBezTo>
                    <a:pt x="460" y="39"/>
                    <a:pt x="459" y="37"/>
                    <a:pt x="459" y="36"/>
                  </a:cubicBezTo>
                  <a:cubicBezTo>
                    <a:pt x="458" y="37"/>
                    <a:pt x="458" y="38"/>
                    <a:pt x="460" y="39"/>
                  </a:cubicBezTo>
                  <a:cubicBezTo>
                    <a:pt x="460" y="39"/>
                    <a:pt x="457" y="39"/>
                    <a:pt x="456" y="39"/>
                  </a:cubicBezTo>
                  <a:cubicBezTo>
                    <a:pt x="456" y="39"/>
                    <a:pt x="454" y="36"/>
                    <a:pt x="453" y="35"/>
                  </a:cubicBezTo>
                  <a:cubicBezTo>
                    <a:pt x="452" y="35"/>
                    <a:pt x="451" y="36"/>
                    <a:pt x="451" y="36"/>
                  </a:cubicBezTo>
                  <a:cubicBezTo>
                    <a:pt x="449" y="37"/>
                    <a:pt x="446" y="38"/>
                    <a:pt x="444" y="39"/>
                  </a:cubicBezTo>
                  <a:cubicBezTo>
                    <a:pt x="443" y="40"/>
                    <a:pt x="443" y="40"/>
                    <a:pt x="442" y="40"/>
                  </a:cubicBezTo>
                  <a:cubicBezTo>
                    <a:pt x="441" y="40"/>
                    <a:pt x="440" y="41"/>
                    <a:pt x="439" y="41"/>
                  </a:cubicBezTo>
                  <a:cubicBezTo>
                    <a:pt x="437" y="42"/>
                    <a:pt x="435" y="43"/>
                    <a:pt x="432" y="44"/>
                  </a:cubicBezTo>
                  <a:cubicBezTo>
                    <a:pt x="433" y="44"/>
                    <a:pt x="433" y="44"/>
                    <a:pt x="433" y="44"/>
                  </a:cubicBezTo>
                  <a:cubicBezTo>
                    <a:pt x="433" y="44"/>
                    <a:pt x="433" y="44"/>
                    <a:pt x="432" y="44"/>
                  </a:cubicBezTo>
                  <a:cubicBezTo>
                    <a:pt x="432" y="44"/>
                    <a:pt x="431" y="44"/>
                    <a:pt x="431" y="44"/>
                  </a:cubicBezTo>
                  <a:cubicBezTo>
                    <a:pt x="430" y="44"/>
                    <a:pt x="427" y="45"/>
                    <a:pt x="427" y="46"/>
                  </a:cubicBezTo>
                  <a:cubicBezTo>
                    <a:pt x="427" y="46"/>
                    <a:pt x="433" y="44"/>
                    <a:pt x="432" y="48"/>
                  </a:cubicBezTo>
                  <a:cubicBezTo>
                    <a:pt x="432" y="49"/>
                    <a:pt x="431" y="49"/>
                    <a:pt x="431" y="49"/>
                  </a:cubicBezTo>
                  <a:cubicBezTo>
                    <a:pt x="435" y="49"/>
                    <a:pt x="440" y="49"/>
                    <a:pt x="444" y="50"/>
                  </a:cubicBezTo>
                  <a:cubicBezTo>
                    <a:pt x="444" y="47"/>
                    <a:pt x="436" y="48"/>
                    <a:pt x="436" y="45"/>
                  </a:cubicBezTo>
                  <a:cubicBezTo>
                    <a:pt x="436" y="42"/>
                    <a:pt x="442" y="45"/>
                    <a:pt x="444" y="43"/>
                  </a:cubicBezTo>
                  <a:cubicBezTo>
                    <a:pt x="445" y="43"/>
                    <a:pt x="444" y="42"/>
                    <a:pt x="445" y="42"/>
                  </a:cubicBezTo>
                  <a:cubicBezTo>
                    <a:pt x="446" y="42"/>
                    <a:pt x="449" y="43"/>
                    <a:pt x="448" y="41"/>
                  </a:cubicBezTo>
                  <a:cubicBezTo>
                    <a:pt x="448" y="38"/>
                    <a:pt x="459" y="43"/>
                    <a:pt x="460" y="46"/>
                  </a:cubicBezTo>
                  <a:cubicBezTo>
                    <a:pt x="460" y="48"/>
                    <a:pt x="459" y="52"/>
                    <a:pt x="458" y="52"/>
                  </a:cubicBezTo>
                  <a:cubicBezTo>
                    <a:pt x="458" y="53"/>
                    <a:pt x="452" y="54"/>
                    <a:pt x="452" y="54"/>
                  </a:cubicBezTo>
                  <a:cubicBezTo>
                    <a:pt x="451" y="53"/>
                    <a:pt x="449" y="53"/>
                    <a:pt x="448" y="53"/>
                  </a:cubicBezTo>
                  <a:cubicBezTo>
                    <a:pt x="449" y="53"/>
                    <a:pt x="449" y="53"/>
                    <a:pt x="449" y="54"/>
                  </a:cubicBezTo>
                  <a:cubicBezTo>
                    <a:pt x="450" y="55"/>
                    <a:pt x="450" y="57"/>
                    <a:pt x="450" y="58"/>
                  </a:cubicBezTo>
                  <a:cubicBezTo>
                    <a:pt x="447" y="62"/>
                    <a:pt x="436" y="61"/>
                    <a:pt x="432" y="59"/>
                  </a:cubicBezTo>
                  <a:cubicBezTo>
                    <a:pt x="432" y="60"/>
                    <a:pt x="432" y="61"/>
                    <a:pt x="432" y="62"/>
                  </a:cubicBezTo>
                  <a:cubicBezTo>
                    <a:pt x="431" y="65"/>
                    <a:pt x="423" y="63"/>
                    <a:pt x="423" y="60"/>
                  </a:cubicBezTo>
                  <a:cubicBezTo>
                    <a:pt x="423" y="61"/>
                    <a:pt x="421" y="60"/>
                    <a:pt x="421" y="60"/>
                  </a:cubicBezTo>
                  <a:cubicBezTo>
                    <a:pt x="421" y="59"/>
                    <a:pt x="423" y="59"/>
                    <a:pt x="423" y="60"/>
                  </a:cubicBezTo>
                  <a:cubicBezTo>
                    <a:pt x="424" y="58"/>
                    <a:pt x="427" y="58"/>
                    <a:pt x="429" y="58"/>
                  </a:cubicBezTo>
                  <a:cubicBezTo>
                    <a:pt x="430" y="58"/>
                    <a:pt x="431" y="57"/>
                    <a:pt x="432" y="55"/>
                  </a:cubicBezTo>
                  <a:cubicBezTo>
                    <a:pt x="432" y="55"/>
                    <a:pt x="432" y="53"/>
                    <a:pt x="432" y="54"/>
                  </a:cubicBezTo>
                  <a:cubicBezTo>
                    <a:pt x="432" y="53"/>
                    <a:pt x="434" y="52"/>
                    <a:pt x="435" y="52"/>
                  </a:cubicBezTo>
                  <a:cubicBezTo>
                    <a:pt x="435" y="50"/>
                    <a:pt x="431" y="50"/>
                    <a:pt x="429" y="50"/>
                  </a:cubicBezTo>
                  <a:cubicBezTo>
                    <a:pt x="427" y="50"/>
                    <a:pt x="423" y="49"/>
                    <a:pt x="422" y="48"/>
                  </a:cubicBezTo>
                  <a:cubicBezTo>
                    <a:pt x="422" y="48"/>
                    <a:pt x="422" y="47"/>
                    <a:pt x="422" y="47"/>
                  </a:cubicBezTo>
                  <a:cubicBezTo>
                    <a:pt x="422" y="47"/>
                    <a:pt x="421" y="47"/>
                    <a:pt x="421" y="48"/>
                  </a:cubicBezTo>
                  <a:cubicBezTo>
                    <a:pt x="420" y="48"/>
                    <a:pt x="419" y="49"/>
                    <a:pt x="417" y="50"/>
                  </a:cubicBezTo>
                  <a:cubicBezTo>
                    <a:pt x="417" y="50"/>
                    <a:pt x="416" y="50"/>
                    <a:pt x="416" y="51"/>
                  </a:cubicBezTo>
                  <a:cubicBezTo>
                    <a:pt x="418" y="53"/>
                    <a:pt x="416" y="54"/>
                    <a:pt x="414" y="54"/>
                  </a:cubicBezTo>
                  <a:cubicBezTo>
                    <a:pt x="413" y="54"/>
                    <a:pt x="412" y="54"/>
                    <a:pt x="412" y="54"/>
                  </a:cubicBezTo>
                  <a:cubicBezTo>
                    <a:pt x="412" y="54"/>
                    <a:pt x="412" y="54"/>
                    <a:pt x="412" y="53"/>
                  </a:cubicBezTo>
                  <a:cubicBezTo>
                    <a:pt x="411" y="53"/>
                    <a:pt x="411" y="53"/>
                    <a:pt x="411" y="53"/>
                  </a:cubicBezTo>
                  <a:cubicBezTo>
                    <a:pt x="410" y="53"/>
                    <a:pt x="410" y="53"/>
                    <a:pt x="410" y="53"/>
                  </a:cubicBezTo>
                  <a:cubicBezTo>
                    <a:pt x="409" y="53"/>
                    <a:pt x="409" y="54"/>
                    <a:pt x="409" y="54"/>
                  </a:cubicBezTo>
                  <a:cubicBezTo>
                    <a:pt x="408" y="55"/>
                    <a:pt x="407" y="54"/>
                    <a:pt x="407" y="55"/>
                  </a:cubicBezTo>
                  <a:cubicBezTo>
                    <a:pt x="406" y="55"/>
                    <a:pt x="405" y="56"/>
                    <a:pt x="404" y="57"/>
                  </a:cubicBezTo>
                  <a:cubicBezTo>
                    <a:pt x="404" y="57"/>
                    <a:pt x="404" y="58"/>
                    <a:pt x="402" y="58"/>
                  </a:cubicBezTo>
                  <a:cubicBezTo>
                    <a:pt x="401" y="59"/>
                    <a:pt x="401" y="59"/>
                    <a:pt x="400" y="60"/>
                  </a:cubicBezTo>
                  <a:cubicBezTo>
                    <a:pt x="396" y="62"/>
                    <a:pt x="392" y="63"/>
                    <a:pt x="388" y="64"/>
                  </a:cubicBezTo>
                  <a:cubicBezTo>
                    <a:pt x="387" y="65"/>
                    <a:pt x="387" y="65"/>
                    <a:pt x="387" y="65"/>
                  </a:cubicBezTo>
                  <a:cubicBezTo>
                    <a:pt x="387" y="65"/>
                    <a:pt x="388" y="65"/>
                    <a:pt x="388" y="65"/>
                  </a:cubicBezTo>
                  <a:cubicBezTo>
                    <a:pt x="389" y="65"/>
                    <a:pt x="391" y="66"/>
                    <a:pt x="392" y="67"/>
                  </a:cubicBezTo>
                  <a:cubicBezTo>
                    <a:pt x="392" y="67"/>
                    <a:pt x="393" y="68"/>
                    <a:pt x="392" y="68"/>
                  </a:cubicBezTo>
                  <a:cubicBezTo>
                    <a:pt x="393" y="69"/>
                    <a:pt x="394" y="70"/>
                    <a:pt x="393" y="71"/>
                  </a:cubicBezTo>
                  <a:cubicBezTo>
                    <a:pt x="393" y="78"/>
                    <a:pt x="380" y="78"/>
                    <a:pt x="374" y="76"/>
                  </a:cubicBezTo>
                  <a:cubicBezTo>
                    <a:pt x="373" y="75"/>
                    <a:pt x="371" y="73"/>
                    <a:pt x="370" y="72"/>
                  </a:cubicBezTo>
                  <a:cubicBezTo>
                    <a:pt x="368" y="73"/>
                    <a:pt x="366" y="74"/>
                    <a:pt x="366" y="73"/>
                  </a:cubicBezTo>
                  <a:cubicBezTo>
                    <a:pt x="365" y="72"/>
                    <a:pt x="367" y="71"/>
                    <a:pt x="369" y="70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69"/>
                    <a:pt x="366" y="69"/>
                    <a:pt x="366" y="69"/>
                  </a:cubicBezTo>
                  <a:cubicBezTo>
                    <a:pt x="366" y="67"/>
                    <a:pt x="370" y="65"/>
                    <a:pt x="374" y="64"/>
                  </a:cubicBezTo>
                  <a:cubicBezTo>
                    <a:pt x="369" y="65"/>
                    <a:pt x="362" y="65"/>
                    <a:pt x="358" y="66"/>
                  </a:cubicBezTo>
                  <a:cubicBezTo>
                    <a:pt x="358" y="66"/>
                    <a:pt x="351" y="68"/>
                    <a:pt x="351" y="67"/>
                  </a:cubicBezTo>
                  <a:cubicBezTo>
                    <a:pt x="350" y="66"/>
                    <a:pt x="356" y="66"/>
                    <a:pt x="357" y="65"/>
                  </a:cubicBezTo>
                  <a:cubicBezTo>
                    <a:pt x="363" y="65"/>
                    <a:pt x="372" y="62"/>
                    <a:pt x="379" y="62"/>
                  </a:cubicBezTo>
                  <a:cubicBezTo>
                    <a:pt x="379" y="62"/>
                    <a:pt x="379" y="62"/>
                    <a:pt x="379" y="62"/>
                  </a:cubicBezTo>
                  <a:cubicBezTo>
                    <a:pt x="379" y="62"/>
                    <a:pt x="380" y="62"/>
                    <a:pt x="379" y="62"/>
                  </a:cubicBezTo>
                  <a:cubicBezTo>
                    <a:pt x="379" y="63"/>
                    <a:pt x="379" y="63"/>
                    <a:pt x="378" y="63"/>
                  </a:cubicBezTo>
                  <a:cubicBezTo>
                    <a:pt x="379" y="63"/>
                    <a:pt x="381" y="63"/>
                    <a:pt x="382" y="63"/>
                  </a:cubicBezTo>
                  <a:cubicBezTo>
                    <a:pt x="382" y="62"/>
                    <a:pt x="383" y="61"/>
                    <a:pt x="383" y="61"/>
                  </a:cubicBezTo>
                  <a:cubicBezTo>
                    <a:pt x="384" y="61"/>
                    <a:pt x="384" y="62"/>
                    <a:pt x="384" y="62"/>
                  </a:cubicBezTo>
                  <a:cubicBezTo>
                    <a:pt x="385" y="61"/>
                    <a:pt x="385" y="60"/>
                    <a:pt x="386" y="60"/>
                  </a:cubicBezTo>
                  <a:cubicBezTo>
                    <a:pt x="387" y="59"/>
                    <a:pt x="389" y="59"/>
                    <a:pt x="390" y="59"/>
                  </a:cubicBezTo>
                  <a:cubicBezTo>
                    <a:pt x="392" y="58"/>
                    <a:pt x="393" y="57"/>
                    <a:pt x="395" y="56"/>
                  </a:cubicBezTo>
                  <a:cubicBezTo>
                    <a:pt x="396" y="56"/>
                    <a:pt x="396" y="56"/>
                    <a:pt x="396" y="56"/>
                  </a:cubicBezTo>
                  <a:cubicBezTo>
                    <a:pt x="398" y="55"/>
                    <a:pt x="399" y="53"/>
                    <a:pt x="400" y="52"/>
                  </a:cubicBezTo>
                  <a:cubicBezTo>
                    <a:pt x="401" y="52"/>
                    <a:pt x="402" y="53"/>
                    <a:pt x="402" y="52"/>
                  </a:cubicBezTo>
                  <a:cubicBezTo>
                    <a:pt x="404" y="52"/>
                    <a:pt x="405" y="51"/>
                    <a:pt x="407" y="50"/>
                  </a:cubicBezTo>
                  <a:cubicBezTo>
                    <a:pt x="409" y="50"/>
                    <a:pt x="411" y="48"/>
                    <a:pt x="411" y="48"/>
                  </a:cubicBezTo>
                  <a:cubicBezTo>
                    <a:pt x="412" y="48"/>
                    <a:pt x="412" y="49"/>
                    <a:pt x="412" y="49"/>
                  </a:cubicBezTo>
                  <a:cubicBezTo>
                    <a:pt x="413" y="48"/>
                    <a:pt x="413" y="48"/>
                    <a:pt x="413" y="47"/>
                  </a:cubicBezTo>
                  <a:cubicBezTo>
                    <a:pt x="414" y="47"/>
                    <a:pt x="414" y="48"/>
                    <a:pt x="415" y="48"/>
                  </a:cubicBezTo>
                  <a:cubicBezTo>
                    <a:pt x="415" y="47"/>
                    <a:pt x="415" y="47"/>
                    <a:pt x="416" y="46"/>
                  </a:cubicBezTo>
                  <a:cubicBezTo>
                    <a:pt x="416" y="46"/>
                    <a:pt x="416" y="47"/>
                    <a:pt x="417" y="47"/>
                  </a:cubicBezTo>
                  <a:cubicBezTo>
                    <a:pt x="417" y="47"/>
                    <a:pt x="417" y="46"/>
                    <a:pt x="418" y="45"/>
                  </a:cubicBezTo>
                  <a:cubicBezTo>
                    <a:pt x="419" y="45"/>
                    <a:pt x="419" y="46"/>
                    <a:pt x="420" y="45"/>
                  </a:cubicBezTo>
                  <a:cubicBezTo>
                    <a:pt x="420" y="45"/>
                    <a:pt x="420" y="44"/>
                    <a:pt x="421" y="44"/>
                  </a:cubicBezTo>
                  <a:cubicBezTo>
                    <a:pt x="422" y="43"/>
                    <a:pt x="424" y="43"/>
                    <a:pt x="425" y="42"/>
                  </a:cubicBezTo>
                  <a:cubicBezTo>
                    <a:pt x="427" y="40"/>
                    <a:pt x="432" y="39"/>
                    <a:pt x="435" y="36"/>
                  </a:cubicBezTo>
                  <a:cubicBezTo>
                    <a:pt x="438" y="35"/>
                    <a:pt x="441" y="33"/>
                    <a:pt x="444" y="32"/>
                  </a:cubicBezTo>
                  <a:cubicBezTo>
                    <a:pt x="444" y="32"/>
                    <a:pt x="443" y="32"/>
                    <a:pt x="443" y="32"/>
                  </a:cubicBezTo>
                  <a:cubicBezTo>
                    <a:pt x="440" y="31"/>
                    <a:pt x="439" y="28"/>
                    <a:pt x="438" y="28"/>
                  </a:cubicBezTo>
                  <a:cubicBezTo>
                    <a:pt x="437" y="28"/>
                    <a:pt x="437" y="28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5" y="30"/>
                    <a:pt x="434" y="30"/>
                    <a:pt x="433" y="31"/>
                  </a:cubicBezTo>
                  <a:cubicBezTo>
                    <a:pt x="432" y="31"/>
                    <a:pt x="431" y="31"/>
                    <a:pt x="431" y="30"/>
                  </a:cubicBezTo>
                  <a:cubicBezTo>
                    <a:pt x="431" y="30"/>
                    <a:pt x="431" y="30"/>
                    <a:pt x="431" y="30"/>
                  </a:cubicBezTo>
                  <a:cubicBezTo>
                    <a:pt x="430" y="30"/>
                    <a:pt x="430" y="31"/>
                    <a:pt x="429" y="31"/>
                  </a:cubicBezTo>
                  <a:cubicBezTo>
                    <a:pt x="428" y="32"/>
                    <a:pt x="425" y="32"/>
                    <a:pt x="424" y="31"/>
                  </a:cubicBezTo>
                  <a:cubicBezTo>
                    <a:pt x="424" y="31"/>
                    <a:pt x="425" y="30"/>
                    <a:pt x="426" y="30"/>
                  </a:cubicBezTo>
                  <a:cubicBezTo>
                    <a:pt x="426" y="30"/>
                    <a:pt x="425" y="29"/>
                    <a:pt x="425" y="29"/>
                  </a:cubicBezTo>
                  <a:cubicBezTo>
                    <a:pt x="424" y="30"/>
                    <a:pt x="423" y="30"/>
                    <a:pt x="423" y="30"/>
                  </a:cubicBezTo>
                  <a:cubicBezTo>
                    <a:pt x="418" y="29"/>
                    <a:pt x="416" y="25"/>
                    <a:pt x="419" y="23"/>
                  </a:cubicBezTo>
                  <a:cubicBezTo>
                    <a:pt x="421" y="21"/>
                    <a:pt x="429" y="22"/>
                    <a:pt x="429" y="26"/>
                  </a:cubicBezTo>
                  <a:cubicBezTo>
                    <a:pt x="429" y="29"/>
                    <a:pt x="428" y="27"/>
                    <a:pt x="431" y="27"/>
                  </a:cubicBezTo>
                  <a:cubicBezTo>
                    <a:pt x="434" y="26"/>
                    <a:pt x="435" y="27"/>
                    <a:pt x="436" y="25"/>
                  </a:cubicBezTo>
                  <a:cubicBezTo>
                    <a:pt x="439" y="21"/>
                    <a:pt x="442" y="21"/>
                    <a:pt x="446" y="22"/>
                  </a:cubicBezTo>
                  <a:cubicBezTo>
                    <a:pt x="446" y="21"/>
                    <a:pt x="448" y="21"/>
                    <a:pt x="449" y="22"/>
                  </a:cubicBezTo>
                  <a:cubicBezTo>
                    <a:pt x="450" y="22"/>
                    <a:pt x="450" y="21"/>
                    <a:pt x="451" y="21"/>
                  </a:cubicBezTo>
                  <a:cubicBezTo>
                    <a:pt x="452" y="22"/>
                    <a:pt x="451" y="23"/>
                    <a:pt x="450" y="24"/>
                  </a:cubicBezTo>
                  <a:cubicBezTo>
                    <a:pt x="451" y="25"/>
                    <a:pt x="452" y="26"/>
                    <a:pt x="452" y="28"/>
                  </a:cubicBezTo>
                  <a:cubicBezTo>
                    <a:pt x="451" y="28"/>
                    <a:pt x="451" y="29"/>
                    <a:pt x="451" y="30"/>
                  </a:cubicBezTo>
                  <a:cubicBezTo>
                    <a:pt x="451" y="29"/>
                    <a:pt x="451" y="29"/>
                    <a:pt x="452" y="29"/>
                  </a:cubicBezTo>
                  <a:cubicBezTo>
                    <a:pt x="453" y="29"/>
                    <a:pt x="455" y="29"/>
                    <a:pt x="457" y="29"/>
                  </a:cubicBezTo>
                  <a:cubicBezTo>
                    <a:pt x="458" y="28"/>
                    <a:pt x="458" y="27"/>
                    <a:pt x="460" y="27"/>
                  </a:cubicBezTo>
                  <a:cubicBezTo>
                    <a:pt x="461" y="26"/>
                    <a:pt x="463" y="26"/>
                    <a:pt x="465" y="26"/>
                  </a:cubicBezTo>
                  <a:cubicBezTo>
                    <a:pt x="463" y="25"/>
                    <a:pt x="462" y="25"/>
                    <a:pt x="460" y="25"/>
                  </a:cubicBezTo>
                  <a:cubicBezTo>
                    <a:pt x="462" y="25"/>
                    <a:pt x="462" y="23"/>
                    <a:pt x="461" y="23"/>
                  </a:cubicBezTo>
                  <a:cubicBezTo>
                    <a:pt x="461" y="23"/>
                    <a:pt x="462" y="21"/>
                    <a:pt x="463" y="20"/>
                  </a:cubicBezTo>
                  <a:cubicBezTo>
                    <a:pt x="464" y="20"/>
                    <a:pt x="465" y="20"/>
                    <a:pt x="466" y="20"/>
                  </a:cubicBezTo>
                  <a:cubicBezTo>
                    <a:pt x="466" y="20"/>
                    <a:pt x="467" y="20"/>
                    <a:pt x="468" y="20"/>
                  </a:cubicBezTo>
                  <a:cubicBezTo>
                    <a:pt x="468" y="21"/>
                    <a:pt x="467" y="21"/>
                    <a:pt x="466" y="21"/>
                  </a:cubicBezTo>
                  <a:cubicBezTo>
                    <a:pt x="468" y="22"/>
                    <a:pt x="468" y="23"/>
                    <a:pt x="468" y="24"/>
                  </a:cubicBezTo>
                  <a:cubicBezTo>
                    <a:pt x="469" y="23"/>
                    <a:pt x="470" y="23"/>
                    <a:pt x="471" y="22"/>
                  </a:cubicBezTo>
                  <a:cubicBezTo>
                    <a:pt x="471" y="22"/>
                    <a:pt x="470" y="22"/>
                    <a:pt x="470" y="21"/>
                  </a:cubicBezTo>
                  <a:cubicBezTo>
                    <a:pt x="469" y="20"/>
                    <a:pt x="471" y="19"/>
                    <a:pt x="473" y="19"/>
                  </a:cubicBezTo>
                  <a:cubicBezTo>
                    <a:pt x="473" y="19"/>
                    <a:pt x="473" y="19"/>
                    <a:pt x="473" y="19"/>
                  </a:cubicBezTo>
                  <a:cubicBezTo>
                    <a:pt x="456" y="13"/>
                    <a:pt x="438" y="9"/>
                    <a:pt x="419" y="5"/>
                  </a:cubicBezTo>
                  <a:cubicBezTo>
                    <a:pt x="427" y="10"/>
                    <a:pt x="416" y="16"/>
                    <a:pt x="410" y="12"/>
                  </a:cubicBezTo>
                  <a:cubicBezTo>
                    <a:pt x="408" y="10"/>
                    <a:pt x="409" y="9"/>
                    <a:pt x="407" y="7"/>
                  </a:cubicBezTo>
                  <a:cubicBezTo>
                    <a:pt x="408" y="6"/>
                    <a:pt x="410" y="5"/>
                    <a:pt x="412" y="4"/>
                  </a:cubicBezTo>
                  <a:cubicBezTo>
                    <a:pt x="408" y="4"/>
                    <a:pt x="405" y="3"/>
                    <a:pt x="401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398" y="2"/>
                    <a:pt x="396" y="2"/>
                    <a:pt x="393" y="2"/>
                  </a:cubicBezTo>
                  <a:cubicBezTo>
                    <a:pt x="392" y="6"/>
                    <a:pt x="385" y="4"/>
                    <a:pt x="382" y="1"/>
                  </a:cubicBezTo>
                  <a:cubicBezTo>
                    <a:pt x="374" y="0"/>
                    <a:pt x="366" y="0"/>
                    <a:pt x="357" y="0"/>
                  </a:cubicBezTo>
                  <a:cubicBezTo>
                    <a:pt x="343" y="0"/>
                    <a:pt x="328" y="1"/>
                    <a:pt x="314" y="3"/>
                  </a:cubicBezTo>
                  <a:cubicBezTo>
                    <a:pt x="314" y="3"/>
                    <a:pt x="314" y="3"/>
                    <a:pt x="315" y="3"/>
                  </a:cubicBezTo>
                  <a:cubicBezTo>
                    <a:pt x="315" y="3"/>
                    <a:pt x="315" y="3"/>
                    <a:pt x="315" y="3"/>
                  </a:cubicBezTo>
                  <a:cubicBezTo>
                    <a:pt x="315" y="4"/>
                    <a:pt x="314" y="3"/>
                    <a:pt x="314" y="3"/>
                  </a:cubicBezTo>
                  <a:cubicBezTo>
                    <a:pt x="138" y="24"/>
                    <a:pt x="1" y="173"/>
                    <a:pt x="0" y="354"/>
                  </a:cubicBezTo>
                  <a:cubicBezTo>
                    <a:pt x="0" y="354"/>
                    <a:pt x="0" y="353"/>
                    <a:pt x="1" y="353"/>
                  </a:cubicBezTo>
                  <a:cubicBezTo>
                    <a:pt x="1" y="353"/>
                    <a:pt x="2" y="356"/>
                    <a:pt x="1" y="356"/>
                  </a:cubicBezTo>
                  <a:cubicBezTo>
                    <a:pt x="0" y="357"/>
                    <a:pt x="0" y="356"/>
                    <a:pt x="0" y="356"/>
                  </a:cubicBezTo>
                  <a:cubicBezTo>
                    <a:pt x="0" y="356"/>
                    <a:pt x="0" y="357"/>
                    <a:pt x="0" y="357"/>
                  </a:cubicBezTo>
                  <a:cubicBezTo>
                    <a:pt x="0" y="375"/>
                    <a:pt x="1" y="392"/>
                    <a:pt x="4" y="409"/>
                  </a:cubicBezTo>
                  <a:cubicBezTo>
                    <a:pt x="4" y="409"/>
                    <a:pt x="4" y="409"/>
                    <a:pt x="4" y="409"/>
                  </a:cubicBezTo>
                  <a:cubicBezTo>
                    <a:pt x="5" y="409"/>
                    <a:pt x="5" y="412"/>
                    <a:pt x="5" y="412"/>
                  </a:cubicBezTo>
                  <a:cubicBezTo>
                    <a:pt x="4" y="413"/>
                    <a:pt x="4" y="413"/>
                    <a:pt x="4" y="413"/>
                  </a:cubicBezTo>
                  <a:cubicBezTo>
                    <a:pt x="5" y="418"/>
                    <a:pt x="6" y="424"/>
                    <a:pt x="7" y="429"/>
                  </a:cubicBezTo>
                  <a:cubicBezTo>
                    <a:pt x="8" y="429"/>
                    <a:pt x="8" y="429"/>
                    <a:pt x="8" y="429"/>
                  </a:cubicBezTo>
                  <a:cubicBezTo>
                    <a:pt x="9" y="430"/>
                    <a:pt x="8" y="430"/>
                    <a:pt x="7" y="431"/>
                  </a:cubicBezTo>
                  <a:cubicBezTo>
                    <a:pt x="8" y="433"/>
                    <a:pt x="8" y="435"/>
                    <a:pt x="9" y="438"/>
                  </a:cubicBezTo>
                  <a:cubicBezTo>
                    <a:pt x="9" y="438"/>
                    <a:pt x="9" y="438"/>
                    <a:pt x="9" y="438"/>
                  </a:cubicBezTo>
                  <a:cubicBezTo>
                    <a:pt x="9" y="440"/>
                    <a:pt x="10" y="441"/>
                    <a:pt x="10" y="443"/>
                  </a:cubicBezTo>
                  <a:cubicBezTo>
                    <a:pt x="10" y="443"/>
                    <a:pt x="10" y="443"/>
                    <a:pt x="10" y="442"/>
                  </a:cubicBezTo>
                  <a:cubicBezTo>
                    <a:pt x="10" y="442"/>
                    <a:pt x="10" y="442"/>
                    <a:pt x="10" y="441"/>
                  </a:cubicBezTo>
                  <a:cubicBezTo>
                    <a:pt x="10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2" y="441"/>
                    <a:pt x="13" y="440"/>
                    <a:pt x="14" y="440"/>
                  </a:cubicBezTo>
                  <a:cubicBezTo>
                    <a:pt x="14" y="439"/>
                    <a:pt x="15" y="438"/>
                    <a:pt x="16" y="439"/>
                  </a:cubicBezTo>
                  <a:cubicBezTo>
                    <a:pt x="17" y="439"/>
                    <a:pt x="17" y="439"/>
                    <a:pt x="18" y="440"/>
                  </a:cubicBezTo>
                  <a:cubicBezTo>
                    <a:pt x="20" y="443"/>
                    <a:pt x="19" y="438"/>
                    <a:pt x="18" y="438"/>
                  </a:cubicBezTo>
                  <a:cubicBezTo>
                    <a:pt x="18" y="438"/>
                    <a:pt x="18" y="438"/>
                    <a:pt x="17" y="437"/>
                  </a:cubicBezTo>
                  <a:cubicBezTo>
                    <a:pt x="17" y="437"/>
                    <a:pt x="17" y="437"/>
                    <a:pt x="17" y="436"/>
                  </a:cubicBezTo>
                  <a:cubicBezTo>
                    <a:pt x="17" y="435"/>
                    <a:pt x="17" y="432"/>
                    <a:pt x="17" y="431"/>
                  </a:cubicBezTo>
                  <a:cubicBezTo>
                    <a:pt x="17" y="433"/>
                    <a:pt x="18" y="434"/>
                    <a:pt x="19" y="435"/>
                  </a:cubicBezTo>
                  <a:cubicBezTo>
                    <a:pt x="19" y="435"/>
                    <a:pt x="19" y="435"/>
                    <a:pt x="19" y="435"/>
                  </a:cubicBezTo>
                  <a:cubicBezTo>
                    <a:pt x="20" y="435"/>
                    <a:pt x="19" y="436"/>
                    <a:pt x="19" y="436"/>
                  </a:cubicBezTo>
                  <a:cubicBezTo>
                    <a:pt x="19" y="437"/>
                    <a:pt x="19" y="437"/>
                    <a:pt x="19" y="438"/>
                  </a:cubicBezTo>
                  <a:cubicBezTo>
                    <a:pt x="20" y="437"/>
                    <a:pt x="19" y="435"/>
                    <a:pt x="21" y="434"/>
                  </a:cubicBezTo>
                  <a:cubicBezTo>
                    <a:pt x="20" y="436"/>
                    <a:pt x="20" y="437"/>
                    <a:pt x="21" y="438"/>
                  </a:cubicBezTo>
                  <a:cubicBezTo>
                    <a:pt x="21" y="438"/>
                    <a:pt x="22" y="438"/>
                    <a:pt x="22" y="438"/>
                  </a:cubicBezTo>
                  <a:cubicBezTo>
                    <a:pt x="22" y="438"/>
                    <a:pt x="22" y="438"/>
                    <a:pt x="22" y="438"/>
                  </a:cubicBezTo>
                  <a:cubicBezTo>
                    <a:pt x="23" y="438"/>
                    <a:pt x="23" y="438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3" y="435"/>
                    <a:pt x="23" y="434"/>
                    <a:pt x="23" y="434"/>
                  </a:cubicBezTo>
                  <a:cubicBezTo>
                    <a:pt x="23" y="433"/>
                    <a:pt x="22" y="433"/>
                    <a:pt x="21" y="434"/>
                  </a:cubicBezTo>
                  <a:cubicBezTo>
                    <a:pt x="20" y="434"/>
                    <a:pt x="20" y="435"/>
                    <a:pt x="19" y="434"/>
                  </a:cubicBezTo>
                  <a:cubicBezTo>
                    <a:pt x="19" y="434"/>
                    <a:pt x="19" y="434"/>
                    <a:pt x="19" y="433"/>
                  </a:cubicBezTo>
                  <a:cubicBezTo>
                    <a:pt x="19" y="433"/>
                    <a:pt x="19" y="433"/>
                    <a:pt x="19" y="433"/>
                  </a:cubicBezTo>
                  <a:cubicBezTo>
                    <a:pt x="18" y="433"/>
                    <a:pt x="19" y="431"/>
                    <a:pt x="18" y="429"/>
                  </a:cubicBezTo>
                  <a:cubicBezTo>
                    <a:pt x="17" y="430"/>
                    <a:pt x="16" y="429"/>
                    <a:pt x="16" y="426"/>
                  </a:cubicBezTo>
                  <a:cubicBezTo>
                    <a:pt x="16" y="426"/>
                    <a:pt x="16" y="426"/>
                    <a:pt x="16" y="426"/>
                  </a:cubicBezTo>
                  <a:cubicBezTo>
                    <a:pt x="16" y="427"/>
                    <a:pt x="14" y="432"/>
                    <a:pt x="15" y="433"/>
                  </a:cubicBezTo>
                  <a:cubicBezTo>
                    <a:pt x="15" y="433"/>
                    <a:pt x="16" y="437"/>
                    <a:pt x="14" y="435"/>
                  </a:cubicBezTo>
                  <a:cubicBezTo>
                    <a:pt x="12" y="434"/>
                    <a:pt x="15" y="429"/>
                    <a:pt x="15" y="426"/>
                  </a:cubicBezTo>
                  <a:cubicBezTo>
                    <a:pt x="14" y="426"/>
                    <a:pt x="14" y="426"/>
                    <a:pt x="14" y="425"/>
                  </a:cubicBezTo>
                  <a:cubicBezTo>
                    <a:pt x="13" y="424"/>
                    <a:pt x="14" y="424"/>
                    <a:pt x="14" y="423"/>
                  </a:cubicBezTo>
                  <a:cubicBezTo>
                    <a:pt x="14" y="423"/>
                    <a:pt x="14" y="422"/>
                    <a:pt x="15" y="422"/>
                  </a:cubicBezTo>
                  <a:cubicBezTo>
                    <a:pt x="14" y="421"/>
                    <a:pt x="13" y="422"/>
                    <a:pt x="12" y="421"/>
                  </a:cubicBezTo>
                  <a:cubicBezTo>
                    <a:pt x="13" y="421"/>
                    <a:pt x="11" y="419"/>
                    <a:pt x="11" y="420"/>
                  </a:cubicBezTo>
                  <a:cubicBezTo>
                    <a:pt x="11" y="417"/>
                    <a:pt x="14" y="417"/>
                    <a:pt x="15" y="419"/>
                  </a:cubicBezTo>
                  <a:cubicBezTo>
                    <a:pt x="14" y="418"/>
                    <a:pt x="16" y="419"/>
                    <a:pt x="17" y="418"/>
                  </a:cubicBezTo>
                  <a:cubicBezTo>
                    <a:pt x="16" y="418"/>
                    <a:pt x="17" y="413"/>
                    <a:pt x="19" y="413"/>
                  </a:cubicBezTo>
                  <a:cubicBezTo>
                    <a:pt x="19" y="413"/>
                    <a:pt x="18" y="416"/>
                    <a:pt x="19" y="417"/>
                  </a:cubicBezTo>
                  <a:cubicBezTo>
                    <a:pt x="19" y="417"/>
                    <a:pt x="19" y="417"/>
                    <a:pt x="19" y="417"/>
                  </a:cubicBezTo>
                  <a:cubicBezTo>
                    <a:pt x="19" y="417"/>
                    <a:pt x="19" y="416"/>
                    <a:pt x="20" y="417"/>
                  </a:cubicBezTo>
                  <a:cubicBezTo>
                    <a:pt x="20" y="417"/>
                    <a:pt x="21" y="418"/>
                    <a:pt x="20" y="419"/>
                  </a:cubicBezTo>
                  <a:cubicBezTo>
                    <a:pt x="20" y="419"/>
                    <a:pt x="20" y="419"/>
                    <a:pt x="20" y="419"/>
                  </a:cubicBezTo>
                  <a:cubicBezTo>
                    <a:pt x="21" y="419"/>
                    <a:pt x="20" y="420"/>
                    <a:pt x="19" y="420"/>
                  </a:cubicBezTo>
                  <a:cubicBezTo>
                    <a:pt x="17" y="421"/>
                    <a:pt x="19" y="421"/>
                    <a:pt x="20" y="422"/>
                  </a:cubicBezTo>
                  <a:cubicBezTo>
                    <a:pt x="20" y="422"/>
                    <a:pt x="20" y="422"/>
                    <a:pt x="21" y="422"/>
                  </a:cubicBezTo>
                  <a:cubicBezTo>
                    <a:pt x="21" y="422"/>
                    <a:pt x="21" y="422"/>
                    <a:pt x="21" y="422"/>
                  </a:cubicBezTo>
                  <a:cubicBezTo>
                    <a:pt x="22" y="423"/>
                    <a:pt x="22" y="423"/>
                    <a:pt x="22" y="424"/>
                  </a:cubicBezTo>
                  <a:cubicBezTo>
                    <a:pt x="22" y="424"/>
                    <a:pt x="23" y="423"/>
                    <a:pt x="24" y="423"/>
                  </a:cubicBezTo>
                  <a:cubicBezTo>
                    <a:pt x="25" y="423"/>
                    <a:pt x="24" y="425"/>
                    <a:pt x="26" y="425"/>
                  </a:cubicBezTo>
                  <a:cubicBezTo>
                    <a:pt x="26" y="425"/>
                    <a:pt x="26" y="425"/>
                    <a:pt x="26" y="425"/>
                  </a:cubicBezTo>
                  <a:cubicBezTo>
                    <a:pt x="27" y="422"/>
                    <a:pt x="30" y="417"/>
                    <a:pt x="26" y="418"/>
                  </a:cubicBezTo>
                  <a:cubicBezTo>
                    <a:pt x="29" y="416"/>
                    <a:pt x="25" y="414"/>
                    <a:pt x="24" y="414"/>
                  </a:cubicBezTo>
                  <a:cubicBezTo>
                    <a:pt x="23" y="412"/>
                    <a:pt x="25" y="415"/>
                    <a:pt x="25" y="414"/>
                  </a:cubicBezTo>
                  <a:cubicBezTo>
                    <a:pt x="27" y="413"/>
                    <a:pt x="24" y="411"/>
                    <a:pt x="24" y="408"/>
                  </a:cubicBezTo>
                  <a:cubicBezTo>
                    <a:pt x="24" y="408"/>
                    <a:pt x="26" y="406"/>
                    <a:pt x="26" y="406"/>
                  </a:cubicBezTo>
                  <a:cubicBezTo>
                    <a:pt x="27" y="404"/>
                    <a:pt x="24" y="405"/>
                    <a:pt x="27" y="404"/>
                  </a:cubicBezTo>
                  <a:cubicBezTo>
                    <a:pt x="29" y="404"/>
                    <a:pt x="29" y="400"/>
                    <a:pt x="30" y="399"/>
                  </a:cubicBezTo>
                  <a:cubicBezTo>
                    <a:pt x="30" y="399"/>
                    <a:pt x="34" y="398"/>
                    <a:pt x="34" y="396"/>
                  </a:cubicBezTo>
                  <a:cubicBezTo>
                    <a:pt x="30" y="400"/>
                    <a:pt x="28" y="395"/>
                    <a:pt x="29" y="394"/>
                  </a:cubicBezTo>
                  <a:cubicBezTo>
                    <a:pt x="29" y="394"/>
                    <a:pt x="28" y="391"/>
                    <a:pt x="31" y="391"/>
                  </a:cubicBezTo>
                  <a:cubicBezTo>
                    <a:pt x="33" y="390"/>
                    <a:pt x="32" y="391"/>
                    <a:pt x="34" y="389"/>
                  </a:cubicBezTo>
                  <a:cubicBezTo>
                    <a:pt x="35" y="388"/>
                    <a:pt x="34" y="396"/>
                    <a:pt x="35" y="396"/>
                  </a:cubicBezTo>
                  <a:cubicBezTo>
                    <a:pt x="36" y="398"/>
                    <a:pt x="36" y="395"/>
                    <a:pt x="37" y="398"/>
                  </a:cubicBezTo>
                  <a:cubicBezTo>
                    <a:pt x="38" y="404"/>
                    <a:pt x="42" y="414"/>
                    <a:pt x="34" y="417"/>
                  </a:cubicBezTo>
                  <a:cubicBezTo>
                    <a:pt x="32" y="418"/>
                    <a:pt x="31" y="417"/>
                    <a:pt x="30" y="418"/>
                  </a:cubicBezTo>
                  <a:cubicBezTo>
                    <a:pt x="28" y="420"/>
                    <a:pt x="28" y="422"/>
                    <a:pt x="27" y="425"/>
                  </a:cubicBezTo>
                  <a:cubicBezTo>
                    <a:pt x="27" y="425"/>
                    <a:pt x="27" y="425"/>
                    <a:pt x="27" y="425"/>
                  </a:cubicBezTo>
                  <a:cubicBezTo>
                    <a:pt x="28" y="425"/>
                    <a:pt x="27" y="426"/>
                    <a:pt x="28" y="427"/>
                  </a:cubicBezTo>
                  <a:cubicBezTo>
                    <a:pt x="28" y="427"/>
                    <a:pt x="29" y="427"/>
                    <a:pt x="30" y="427"/>
                  </a:cubicBezTo>
                  <a:cubicBezTo>
                    <a:pt x="30" y="426"/>
                    <a:pt x="30" y="426"/>
                    <a:pt x="31" y="426"/>
                  </a:cubicBezTo>
                  <a:cubicBezTo>
                    <a:pt x="31" y="426"/>
                    <a:pt x="31" y="426"/>
                    <a:pt x="31" y="427"/>
                  </a:cubicBezTo>
                  <a:cubicBezTo>
                    <a:pt x="31" y="427"/>
                    <a:pt x="32" y="427"/>
                    <a:pt x="32" y="427"/>
                  </a:cubicBezTo>
                  <a:cubicBezTo>
                    <a:pt x="32" y="428"/>
                    <a:pt x="31" y="430"/>
                    <a:pt x="33" y="429"/>
                  </a:cubicBezTo>
                  <a:cubicBezTo>
                    <a:pt x="33" y="430"/>
                    <a:pt x="33" y="432"/>
                    <a:pt x="33" y="433"/>
                  </a:cubicBezTo>
                  <a:cubicBezTo>
                    <a:pt x="33" y="433"/>
                    <a:pt x="33" y="433"/>
                    <a:pt x="33" y="433"/>
                  </a:cubicBezTo>
                  <a:cubicBezTo>
                    <a:pt x="34" y="433"/>
                    <a:pt x="36" y="432"/>
                    <a:pt x="35" y="432"/>
                  </a:cubicBezTo>
                  <a:cubicBezTo>
                    <a:pt x="36" y="432"/>
                    <a:pt x="35" y="435"/>
                    <a:pt x="34" y="436"/>
                  </a:cubicBezTo>
                  <a:cubicBezTo>
                    <a:pt x="34" y="437"/>
                    <a:pt x="34" y="437"/>
                    <a:pt x="35" y="437"/>
                  </a:cubicBezTo>
                  <a:cubicBezTo>
                    <a:pt x="34" y="437"/>
                    <a:pt x="38" y="431"/>
                    <a:pt x="39" y="435"/>
                  </a:cubicBezTo>
                  <a:cubicBezTo>
                    <a:pt x="39" y="434"/>
                    <a:pt x="39" y="434"/>
                    <a:pt x="39" y="434"/>
                  </a:cubicBezTo>
                  <a:cubicBezTo>
                    <a:pt x="39" y="434"/>
                    <a:pt x="41" y="432"/>
                    <a:pt x="41" y="432"/>
                  </a:cubicBezTo>
                  <a:cubicBezTo>
                    <a:pt x="43" y="433"/>
                    <a:pt x="41" y="437"/>
                    <a:pt x="40" y="439"/>
                  </a:cubicBezTo>
                  <a:cubicBezTo>
                    <a:pt x="42" y="439"/>
                    <a:pt x="43" y="440"/>
                    <a:pt x="42" y="441"/>
                  </a:cubicBezTo>
                  <a:cubicBezTo>
                    <a:pt x="42" y="441"/>
                    <a:pt x="42" y="442"/>
                    <a:pt x="42" y="442"/>
                  </a:cubicBezTo>
                  <a:cubicBezTo>
                    <a:pt x="42" y="442"/>
                    <a:pt x="42" y="443"/>
                    <a:pt x="41" y="443"/>
                  </a:cubicBezTo>
                  <a:cubicBezTo>
                    <a:pt x="41" y="443"/>
                    <a:pt x="40" y="444"/>
                    <a:pt x="40" y="444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5"/>
                    <a:pt x="39" y="447"/>
                    <a:pt x="38" y="448"/>
                  </a:cubicBezTo>
                  <a:cubicBezTo>
                    <a:pt x="38" y="449"/>
                    <a:pt x="38" y="449"/>
                    <a:pt x="38" y="450"/>
                  </a:cubicBezTo>
                  <a:cubicBezTo>
                    <a:pt x="38" y="450"/>
                    <a:pt x="38" y="450"/>
                    <a:pt x="39" y="450"/>
                  </a:cubicBezTo>
                  <a:cubicBezTo>
                    <a:pt x="39" y="449"/>
                    <a:pt x="40" y="448"/>
                    <a:pt x="41" y="447"/>
                  </a:cubicBezTo>
                  <a:cubicBezTo>
                    <a:pt x="41" y="448"/>
                    <a:pt x="40" y="450"/>
                    <a:pt x="39" y="451"/>
                  </a:cubicBezTo>
                  <a:cubicBezTo>
                    <a:pt x="39" y="451"/>
                    <a:pt x="39" y="451"/>
                    <a:pt x="39" y="451"/>
                  </a:cubicBezTo>
                  <a:cubicBezTo>
                    <a:pt x="39" y="451"/>
                    <a:pt x="40" y="451"/>
                    <a:pt x="40" y="451"/>
                  </a:cubicBezTo>
                  <a:cubicBezTo>
                    <a:pt x="40" y="451"/>
                    <a:pt x="39" y="452"/>
                    <a:pt x="39" y="451"/>
                  </a:cubicBezTo>
                  <a:cubicBezTo>
                    <a:pt x="38" y="453"/>
                    <a:pt x="35" y="455"/>
                    <a:pt x="35" y="457"/>
                  </a:cubicBezTo>
                  <a:cubicBezTo>
                    <a:pt x="35" y="456"/>
                    <a:pt x="35" y="456"/>
                    <a:pt x="35" y="456"/>
                  </a:cubicBezTo>
                  <a:cubicBezTo>
                    <a:pt x="36" y="456"/>
                    <a:pt x="36" y="458"/>
                    <a:pt x="36" y="459"/>
                  </a:cubicBezTo>
                  <a:cubicBezTo>
                    <a:pt x="36" y="459"/>
                    <a:pt x="37" y="459"/>
                    <a:pt x="37" y="460"/>
                  </a:cubicBezTo>
                  <a:cubicBezTo>
                    <a:pt x="37" y="461"/>
                    <a:pt x="35" y="463"/>
                    <a:pt x="34" y="463"/>
                  </a:cubicBezTo>
                  <a:cubicBezTo>
                    <a:pt x="34" y="463"/>
                    <a:pt x="34" y="462"/>
                    <a:pt x="34" y="462"/>
                  </a:cubicBezTo>
                  <a:cubicBezTo>
                    <a:pt x="34" y="462"/>
                    <a:pt x="34" y="462"/>
                    <a:pt x="34" y="462"/>
                  </a:cubicBezTo>
                  <a:cubicBezTo>
                    <a:pt x="34" y="462"/>
                    <a:pt x="33" y="463"/>
                    <a:pt x="33" y="463"/>
                  </a:cubicBezTo>
                  <a:cubicBezTo>
                    <a:pt x="31" y="462"/>
                    <a:pt x="33" y="461"/>
                    <a:pt x="34" y="461"/>
                  </a:cubicBezTo>
                  <a:cubicBezTo>
                    <a:pt x="34" y="461"/>
                    <a:pt x="34" y="460"/>
                    <a:pt x="33" y="460"/>
                  </a:cubicBezTo>
                  <a:cubicBezTo>
                    <a:pt x="33" y="460"/>
                    <a:pt x="33" y="460"/>
                    <a:pt x="33" y="461"/>
                  </a:cubicBezTo>
                  <a:cubicBezTo>
                    <a:pt x="32" y="462"/>
                    <a:pt x="31" y="461"/>
                    <a:pt x="32" y="460"/>
                  </a:cubicBezTo>
                  <a:cubicBezTo>
                    <a:pt x="29" y="460"/>
                    <a:pt x="23" y="461"/>
                    <a:pt x="24" y="461"/>
                  </a:cubicBezTo>
                  <a:cubicBezTo>
                    <a:pt x="23" y="461"/>
                    <a:pt x="21" y="469"/>
                    <a:pt x="21" y="464"/>
                  </a:cubicBezTo>
                  <a:cubicBezTo>
                    <a:pt x="21" y="464"/>
                    <a:pt x="21" y="465"/>
                    <a:pt x="20" y="465"/>
                  </a:cubicBezTo>
                  <a:cubicBezTo>
                    <a:pt x="20" y="465"/>
                    <a:pt x="20" y="465"/>
                    <a:pt x="20" y="465"/>
                  </a:cubicBezTo>
                  <a:cubicBezTo>
                    <a:pt x="20" y="465"/>
                    <a:pt x="20" y="466"/>
                    <a:pt x="19" y="465"/>
                  </a:cubicBezTo>
                  <a:cubicBezTo>
                    <a:pt x="19" y="465"/>
                    <a:pt x="19" y="466"/>
                    <a:pt x="19" y="466"/>
                  </a:cubicBezTo>
                  <a:cubicBezTo>
                    <a:pt x="19" y="467"/>
                    <a:pt x="18" y="465"/>
                    <a:pt x="18" y="465"/>
                  </a:cubicBezTo>
                  <a:cubicBezTo>
                    <a:pt x="17" y="464"/>
                    <a:pt x="17" y="464"/>
                    <a:pt x="16" y="464"/>
                  </a:cubicBezTo>
                  <a:cubicBezTo>
                    <a:pt x="16" y="464"/>
                    <a:pt x="16" y="463"/>
                    <a:pt x="16" y="463"/>
                  </a:cubicBezTo>
                  <a:cubicBezTo>
                    <a:pt x="17" y="466"/>
                    <a:pt x="17" y="468"/>
                    <a:pt x="18" y="470"/>
                  </a:cubicBezTo>
                  <a:cubicBezTo>
                    <a:pt x="18" y="471"/>
                    <a:pt x="19" y="471"/>
                    <a:pt x="18" y="471"/>
                  </a:cubicBezTo>
                  <a:cubicBezTo>
                    <a:pt x="18" y="472"/>
                    <a:pt x="19" y="472"/>
                    <a:pt x="19" y="472"/>
                  </a:cubicBezTo>
                  <a:cubicBezTo>
                    <a:pt x="19" y="472"/>
                    <a:pt x="19" y="472"/>
                    <a:pt x="19" y="471"/>
                  </a:cubicBezTo>
                  <a:cubicBezTo>
                    <a:pt x="20" y="470"/>
                    <a:pt x="21" y="470"/>
                    <a:pt x="22" y="469"/>
                  </a:cubicBezTo>
                  <a:cubicBezTo>
                    <a:pt x="21" y="468"/>
                    <a:pt x="22" y="466"/>
                    <a:pt x="23" y="467"/>
                  </a:cubicBezTo>
                  <a:cubicBezTo>
                    <a:pt x="24" y="467"/>
                    <a:pt x="24" y="468"/>
                    <a:pt x="23" y="469"/>
                  </a:cubicBezTo>
                  <a:cubicBezTo>
                    <a:pt x="23" y="469"/>
                    <a:pt x="23" y="469"/>
                    <a:pt x="24" y="469"/>
                  </a:cubicBezTo>
                  <a:cubicBezTo>
                    <a:pt x="24" y="469"/>
                    <a:pt x="24" y="469"/>
                    <a:pt x="24" y="469"/>
                  </a:cubicBezTo>
                  <a:cubicBezTo>
                    <a:pt x="26" y="468"/>
                    <a:pt x="28" y="469"/>
                    <a:pt x="29" y="470"/>
                  </a:cubicBezTo>
                  <a:cubicBezTo>
                    <a:pt x="29" y="470"/>
                    <a:pt x="30" y="470"/>
                    <a:pt x="30" y="470"/>
                  </a:cubicBezTo>
                  <a:cubicBezTo>
                    <a:pt x="30" y="470"/>
                    <a:pt x="30" y="470"/>
                    <a:pt x="30" y="470"/>
                  </a:cubicBezTo>
                  <a:cubicBezTo>
                    <a:pt x="30" y="470"/>
                    <a:pt x="31" y="471"/>
                    <a:pt x="30" y="471"/>
                  </a:cubicBezTo>
                  <a:cubicBezTo>
                    <a:pt x="32" y="472"/>
                    <a:pt x="33" y="475"/>
                    <a:pt x="33" y="477"/>
                  </a:cubicBezTo>
                  <a:cubicBezTo>
                    <a:pt x="33" y="477"/>
                    <a:pt x="32" y="480"/>
                    <a:pt x="31" y="480"/>
                  </a:cubicBezTo>
                  <a:cubicBezTo>
                    <a:pt x="31" y="480"/>
                    <a:pt x="30" y="479"/>
                    <a:pt x="30" y="480"/>
                  </a:cubicBezTo>
                  <a:cubicBezTo>
                    <a:pt x="30" y="480"/>
                    <a:pt x="30" y="480"/>
                    <a:pt x="30" y="480"/>
                  </a:cubicBezTo>
                  <a:cubicBezTo>
                    <a:pt x="29" y="480"/>
                    <a:pt x="29" y="481"/>
                    <a:pt x="29" y="481"/>
                  </a:cubicBezTo>
                  <a:cubicBezTo>
                    <a:pt x="29" y="481"/>
                    <a:pt x="30" y="481"/>
                    <a:pt x="30" y="482"/>
                  </a:cubicBezTo>
                  <a:cubicBezTo>
                    <a:pt x="30" y="482"/>
                    <a:pt x="29" y="483"/>
                    <a:pt x="28" y="482"/>
                  </a:cubicBezTo>
                  <a:cubicBezTo>
                    <a:pt x="28" y="482"/>
                    <a:pt x="28" y="482"/>
                    <a:pt x="28" y="482"/>
                  </a:cubicBezTo>
                  <a:cubicBezTo>
                    <a:pt x="28" y="483"/>
                    <a:pt x="28" y="484"/>
                    <a:pt x="28" y="485"/>
                  </a:cubicBezTo>
                  <a:cubicBezTo>
                    <a:pt x="29" y="485"/>
                    <a:pt x="31" y="483"/>
                    <a:pt x="32" y="485"/>
                  </a:cubicBezTo>
                  <a:cubicBezTo>
                    <a:pt x="29" y="485"/>
                    <a:pt x="31" y="486"/>
                    <a:pt x="31" y="489"/>
                  </a:cubicBezTo>
                  <a:cubicBezTo>
                    <a:pt x="31" y="493"/>
                    <a:pt x="30" y="491"/>
                    <a:pt x="32" y="488"/>
                  </a:cubicBezTo>
                  <a:cubicBezTo>
                    <a:pt x="33" y="487"/>
                    <a:pt x="33" y="489"/>
                    <a:pt x="35" y="487"/>
                  </a:cubicBezTo>
                  <a:cubicBezTo>
                    <a:pt x="35" y="486"/>
                    <a:pt x="35" y="484"/>
                    <a:pt x="35" y="482"/>
                  </a:cubicBezTo>
                  <a:cubicBezTo>
                    <a:pt x="35" y="482"/>
                    <a:pt x="35" y="482"/>
                    <a:pt x="35" y="482"/>
                  </a:cubicBezTo>
                  <a:cubicBezTo>
                    <a:pt x="35" y="481"/>
                    <a:pt x="35" y="481"/>
                    <a:pt x="35" y="480"/>
                  </a:cubicBezTo>
                  <a:cubicBezTo>
                    <a:pt x="35" y="482"/>
                    <a:pt x="31" y="480"/>
                    <a:pt x="33" y="479"/>
                  </a:cubicBezTo>
                  <a:cubicBezTo>
                    <a:pt x="33" y="479"/>
                    <a:pt x="33" y="479"/>
                    <a:pt x="34" y="478"/>
                  </a:cubicBezTo>
                  <a:cubicBezTo>
                    <a:pt x="34" y="477"/>
                    <a:pt x="35" y="474"/>
                    <a:pt x="36" y="473"/>
                  </a:cubicBezTo>
                  <a:cubicBezTo>
                    <a:pt x="36" y="470"/>
                    <a:pt x="37" y="470"/>
                    <a:pt x="36" y="473"/>
                  </a:cubicBezTo>
                  <a:cubicBezTo>
                    <a:pt x="36" y="475"/>
                    <a:pt x="36" y="477"/>
                    <a:pt x="35" y="478"/>
                  </a:cubicBezTo>
                  <a:cubicBezTo>
                    <a:pt x="37" y="477"/>
                    <a:pt x="35" y="476"/>
                    <a:pt x="36" y="475"/>
                  </a:cubicBezTo>
                  <a:cubicBezTo>
                    <a:pt x="36" y="474"/>
                    <a:pt x="38" y="473"/>
                    <a:pt x="39" y="472"/>
                  </a:cubicBezTo>
                  <a:cubicBezTo>
                    <a:pt x="39" y="472"/>
                    <a:pt x="39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39" y="469"/>
                    <a:pt x="43" y="469"/>
                    <a:pt x="42" y="470"/>
                  </a:cubicBezTo>
                  <a:cubicBezTo>
                    <a:pt x="43" y="470"/>
                    <a:pt x="43" y="470"/>
                    <a:pt x="43" y="470"/>
                  </a:cubicBezTo>
                  <a:cubicBezTo>
                    <a:pt x="43" y="470"/>
                    <a:pt x="44" y="470"/>
                    <a:pt x="44" y="471"/>
                  </a:cubicBezTo>
                  <a:cubicBezTo>
                    <a:pt x="44" y="471"/>
                    <a:pt x="44" y="471"/>
                    <a:pt x="44" y="471"/>
                  </a:cubicBezTo>
                  <a:cubicBezTo>
                    <a:pt x="44" y="471"/>
                    <a:pt x="45" y="473"/>
                    <a:pt x="46" y="474"/>
                  </a:cubicBezTo>
                  <a:cubicBezTo>
                    <a:pt x="46" y="474"/>
                    <a:pt x="47" y="474"/>
                    <a:pt x="47" y="474"/>
                  </a:cubicBezTo>
                  <a:cubicBezTo>
                    <a:pt x="47" y="474"/>
                    <a:pt x="47" y="475"/>
                    <a:pt x="47" y="475"/>
                  </a:cubicBezTo>
                  <a:cubicBezTo>
                    <a:pt x="47" y="475"/>
                    <a:pt x="48" y="475"/>
                    <a:pt x="48" y="474"/>
                  </a:cubicBezTo>
                  <a:cubicBezTo>
                    <a:pt x="48" y="474"/>
                    <a:pt x="48" y="473"/>
                    <a:pt x="48" y="473"/>
                  </a:cubicBezTo>
                  <a:cubicBezTo>
                    <a:pt x="49" y="473"/>
                    <a:pt x="56" y="472"/>
                    <a:pt x="53" y="470"/>
                  </a:cubicBezTo>
                  <a:cubicBezTo>
                    <a:pt x="52" y="470"/>
                    <a:pt x="52" y="471"/>
                    <a:pt x="52" y="471"/>
                  </a:cubicBezTo>
                  <a:cubicBezTo>
                    <a:pt x="52" y="471"/>
                    <a:pt x="52" y="470"/>
                    <a:pt x="51" y="470"/>
                  </a:cubicBezTo>
                  <a:cubicBezTo>
                    <a:pt x="50" y="470"/>
                    <a:pt x="49" y="472"/>
                    <a:pt x="48" y="472"/>
                  </a:cubicBezTo>
                  <a:cubicBezTo>
                    <a:pt x="50" y="471"/>
                    <a:pt x="48" y="468"/>
                    <a:pt x="49" y="467"/>
                  </a:cubicBezTo>
                  <a:cubicBezTo>
                    <a:pt x="51" y="467"/>
                    <a:pt x="53" y="470"/>
                    <a:pt x="55" y="470"/>
                  </a:cubicBezTo>
                  <a:cubicBezTo>
                    <a:pt x="58" y="469"/>
                    <a:pt x="59" y="467"/>
                    <a:pt x="60" y="465"/>
                  </a:cubicBezTo>
                  <a:cubicBezTo>
                    <a:pt x="59" y="466"/>
                    <a:pt x="57" y="466"/>
                    <a:pt x="56" y="465"/>
                  </a:cubicBezTo>
                  <a:cubicBezTo>
                    <a:pt x="55" y="466"/>
                    <a:pt x="54" y="467"/>
                    <a:pt x="53" y="465"/>
                  </a:cubicBezTo>
                  <a:cubicBezTo>
                    <a:pt x="52" y="463"/>
                    <a:pt x="48" y="460"/>
                    <a:pt x="50" y="458"/>
                  </a:cubicBezTo>
                  <a:cubicBezTo>
                    <a:pt x="53" y="455"/>
                    <a:pt x="58" y="451"/>
                    <a:pt x="59" y="445"/>
                  </a:cubicBezTo>
                  <a:cubicBezTo>
                    <a:pt x="55" y="450"/>
                    <a:pt x="54" y="444"/>
                    <a:pt x="59" y="443"/>
                  </a:cubicBezTo>
                  <a:cubicBezTo>
                    <a:pt x="58" y="445"/>
                    <a:pt x="60" y="444"/>
                    <a:pt x="61" y="445"/>
                  </a:cubicBezTo>
                  <a:cubicBezTo>
                    <a:pt x="61" y="445"/>
                    <a:pt x="61" y="446"/>
                    <a:pt x="61" y="446"/>
                  </a:cubicBezTo>
                  <a:cubicBezTo>
                    <a:pt x="61" y="446"/>
                    <a:pt x="61" y="446"/>
                    <a:pt x="61" y="446"/>
                  </a:cubicBezTo>
                  <a:cubicBezTo>
                    <a:pt x="63" y="446"/>
                    <a:pt x="60" y="450"/>
                    <a:pt x="60" y="447"/>
                  </a:cubicBezTo>
                  <a:cubicBezTo>
                    <a:pt x="60" y="447"/>
                    <a:pt x="60" y="447"/>
                    <a:pt x="60" y="447"/>
                  </a:cubicBezTo>
                  <a:cubicBezTo>
                    <a:pt x="60" y="448"/>
                    <a:pt x="59" y="448"/>
                    <a:pt x="59" y="449"/>
                  </a:cubicBezTo>
                  <a:cubicBezTo>
                    <a:pt x="59" y="452"/>
                    <a:pt x="59" y="456"/>
                    <a:pt x="60" y="459"/>
                  </a:cubicBezTo>
                  <a:cubicBezTo>
                    <a:pt x="61" y="459"/>
                    <a:pt x="61" y="459"/>
                    <a:pt x="62" y="460"/>
                  </a:cubicBezTo>
                  <a:cubicBezTo>
                    <a:pt x="62" y="460"/>
                    <a:pt x="62" y="460"/>
                    <a:pt x="62" y="461"/>
                  </a:cubicBezTo>
                  <a:cubicBezTo>
                    <a:pt x="63" y="462"/>
                    <a:pt x="64" y="461"/>
                    <a:pt x="66" y="457"/>
                  </a:cubicBezTo>
                  <a:cubicBezTo>
                    <a:pt x="67" y="464"/>
                    <a:pt x="71" y="455"/>
                    <a:pt x="70" y="453"/>
                  </a:cubicBezTo>
                  <a:cubicBezTo>
                    <a:pt x="70" y="453"/>
                    <a:pt x="68" y="453"/>
                    <a:pt x="68" y="452"/>
                  </a:cubicBezTo>
                  <a:cubicBezTo>
                    <a:pt x="67" y="452"/>
                    <a:pt x="68" y="449"/>
                    <a:pt x="68" y="447"/>
                  </a:cubicBezTo>
                  <a:cubicBezTo>
                    <a:pt x="69" y="446"/>
                    <a:pt x="73" y="440"/>
                    <a:pt x="72" y="445"/>
                  </a:cubicBezTo>
                  <a:cubicBezTo>
                    <a:pt x="71" y="446"/>
                    <a:pt x="71" y="448"/>
                    <a:pt x="71" y="449"/>
                  </a:cubicBezTo>
                  <a:cubicBezTo>
                    <a:pt x="72" y="449"/>
                    <a:pt x="72" y="449"/>
                    <a:pt x="71" y="449"/>
                  </a:cubicBezTo>
                  <a:cubicBezTo>
                    <a:pt x="71" y="449"/>
                    <a:pt x="71" y="449"/>
                    <a:pt x="71" y="449"/>
                  </a:cubicBezTo>
                  <a:cubicBezTo>
                    <a:pt x="71" y="450"/>
                    <a:pt x="71" y="452"/>
                    <a:pt x="71" y="453"/>
                  </a:cubicBezTo>
                  <a:cubicBezTo>
                    <a:pt x="71" y="455"/>
                    <a:pt x="70" y="457"/>
                    <a:pt x="70" y="458"/>
                  </a:cubicBezTo>
                  <a:cubicBezTo>
                    <a:pt x="70" y="458"/>
                    <a:pt x="70" y="458"/>
                    <a:pt x="71" y="459"/>
                  </a:cubicBezTo>
                  <a:cubicBezTo>
                    <a:pt x="71" y="459"/>
                    <a:pt x="72" y="459"/>
                    <a:pt x="72" y="460"/>
                  </a:cubicBezTo>
                  <a:cubicBezTo>
                    <a:pt x="71" y="460"/>
                    <a:pt x="71" y="460"/>
                    <a:pt x="71" y="460"/>
                  </a:cubicBezTo>
                  <a:cubicBezTo>
                    <a:pt x="71" y="461"/>
                    <a:pt x="72" y="461"/>
                    <a:pt x="72" y="461"/>
                  </a:cubicBezTo>
                  <a:cubicBezTo>
                    <a:pt x="74" y="461"/>
                    <a:pt x="74" y="453"/>
                    <a:pt x="73" y="450"/>
                  </a:cubicBezTo>
                  <a:cubicBezTo>
                    <a:pt x="73" y="450"/>
                    <a:pt x="73" y="451"/>
                    <a:pt x="73" y="450"/>
                  </a:cubicBezTo>
                  <a:cubicBezTo>
                    <a:pt x="72" y="450"/>
                    <a:pt x="73" y="449"/>
                    <a:pt x="73" y="449"/>
                  </a:cubicBezTo>
                  <a:cubicBezTo>
                    <a:pt x="73" y="449"/>
                    <a:pt x="73" y="449"/>
                    <a:pt x="73" y="449"/>
                  </a:cubicBezTo>
                  <a:cubicBezTo>
                    <a:pt x="73" y="449"/>
                    <a:pt x="74" y="448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5"/>
                    <a:pt x="74" y="442"/>
                    <a:pt x="75" y="442"/>
                  </a:cubicBezTo>
                  <a:cubicBezTo>
                    <a:pt x="78" y="440"/>
                    <a:pt x="73" y="455"/>
                    <a:pt x="78" y="450"/>
                  </a:cubicBezTo>
                  <a:cubicBezTo>
                    <a:pt x="79" y="450"/>
                    <a:pt x="83" y="445"/>
                    <a:pt x="83" y="445"/>
                  </a:cubicBezTo>
                  <a:cubicBezTo>
                    <a:pt x="82" y="444"/>
                    <a:pt x="81" y="445"/>
                    <a:pt x="80" y="445"/>
                  </a:cubicBezTo>
                  <a:cubicBezTo>
                    <a:pt x="78" y="444"/>
                    <a:pt x="79" y="441"/>
                    <a:pt x="80" y="441"/>
                  </a:cubicBezTo>
                  <a:cubicBezTo>
                    <a:pt x="82" y="440"/>
                    <a:pt x="82" y="442"/>
                    <a:pt x="83" y="442"/>
                  </a:cubicBezTo>
                  <a:cubicBezTo>
                    <a:pt x="85" y="441"/>
                    <a:pt x="85" y="439"/>
                    <a:pt x="86" y="437"/>
                  </a:cubicBezTo>
                  <a:cubicBezTo>
                    <a:pt x="86" y="438"/>
                    <a:pt x="85" y="438"/>
                    <a:pt x="85" y="438"/>
                  </a:cubicBezTo>
                  <a:cubicBezTo>
                    <a:pt x="85" y="437"/>
                    <a:pt x="86" y="437"/>
                    <a:pt x="86" y="437"/>
                  </a:cubicBezTo>
                  <a:cubicBezTo>
                    <a:pt x="86" y="435"/>
                    <a:pt x="87" y="434"/>
                    <a:pt x="88" y="432"/>
                  </a:cubicBezTo>
                  <a:cubicBezTo>
                    <a:pt x="90" y="430"/>
                    <a:pt x="91" y="426"/>
                    <a:pt x="91" y="426"/>
                  </a:cubicBezTo>
                  <a:cubicBezTo>
                    <a:pt x="91" y="426"/>
                    <a:pt x="93" y="428"/>
                    <a:pt x="95" y="428"/>
                  </a:cubicBezTo>
                  <a:cubicBezTo>
                    <a:pt x="97" y="428"/>
                    <a:pt x="96" y="426"/>
                    <a:pt x="97" y="428"/>
                  </a:cubicBezTo>
                  <a:cubicBezTo>
                    <a:pt x="97" y="430"/>
                    <a:pt x="98" y="428"/>
                    <a:pt x="98" y="430"/>
                  </a:cubicBezTo>
                  <a:cubicBezTo>
                    <a:pt x="98" y="432"/>
                    <a:pt x="95" y="437"/>
                    <a:pt x="92" y="435"/>
                  </a:cubicBezTo>
                  <a:cubicBezTo>
                    <a:pt x="91" y="435"/>
                    <a:pt x="91" y="433"/>
                    <a:pt x="89" y="435"/>
                  </a:cubicBezTo>
                  <a:cubicBezTo>
                    <a:pt x="89" y="436"/>
                    <a:pt x="90" y="437"/>
                    <a:pt x="89" y="439"/>
                  </a:cubicBezTo>
                  <a:cubicBezTo>
                    <a:pt x="88" y="441"/>
                    <a:pt x="84" y="445"/>
                    <a:pt x="83" y="448"/>
                  </a:cubicBezTo>
                  <a:cubicBezTo>
                    <a:pt x="82" y="450"/>
                    <a:pt x="83" y="453"/>
                    <a:pt x="81" y="456"/>
                  </a:cubicBezTo>
                  <a:cubicBezTo>
                    <a:pt x="80" y="458"/>
                    <a:pt x="75" y="461"/>
                    <a:pt x="75" y="463"/>
                  </a:cubicBezTo>
                  <a:cubicBezTo>
                    <a:pt x="75" y="463"/>
                    <a:pt x="76" y="464"/>
                    <a:pt x="76" y="464"/>
                  </a:cubicBezTo>
                  <a:cubicBezTo>
                    <a:pt x="77" y="464"/>
                    <a:pt x="77" y="464"/>
                    <a:pt x="77" y="464"/>
                  </a:cubicBezTo>
                  <a:cubicBezTo>
                    <a:pt x="77" y="465"/>
                    <a:pt x="77" y="465"/>
                    <a:pt x="77" y="465"/>
                  </a:cubicBezTo>
                  <a:cubicBezTo>
                    <a:pt x="79" y="466"/>
                    <a:pt x="83" y="467"/>
                    <a:pt x="86" y="467"/>
                  </a:cubicBezTo>
                  <a:cubicBezTo>
                    <a:pt x="86" y="467"/>
                    <a:pt x="86" y="466"/>
                    <a:pt x="86" y="466"/>
                  </a:cubicBezTo>
                  <a:cubicBezTo>
                    <a:pt x="86" y="465"/>
                    <a:pt x="86" y="465"/>
                    <a:pt x="86" y="464"/>
                  </a:cubicBezTo>
                  <a:cubicBezTo>
                    <a:pt x="87" y="460"/>
                    <a:pt x="94" y="456"/>
                    <a:pt x="98" y="458"/>
                  </a:cubicBezTo>
                  <a:cubicBezTo>
                    <a:pt x="98" y="458"/>
                    <a:pt x="98" y="459"/>
                    <a:pt x="99" y="459"/>
                  </a:cubicBezTo>
                  <a:cubicBezTo>
                    <a:pt x="99" y="459"/>
                    <a:pt x="99" y="459"/>
                    <a:pt x="99" y="459"/>
                  </a:cubicBezTo>
                  <a:cubicBezTo>
                    <a:pt x="100" y="458"/>
                    <a:pt x="99" y="459"/>
                    <a:pt x="99" y="459"/>
                  </a:cubicBezTo>
                  <a:cubicBezTo>
                    <a:pt x="99" y="459"/>
                    <a:pt x="99" y="459"/>
                    <a:pt x="99" y="460"/>
                  </a:cubicBezTo>
                  <a:cubicBezTo>
                    <a:pt x="100" y="459"/>
                    <a:pt x="101" y="459"/>
                    <a:pt x="101" y="458"/>
                  </a:cubicBezTo>
                  <a:cubicBezTo>
                    <a:pt x="103" y="459"/>
                    <a:pt x="103" y="456"/>
                    <a:pt x="105" y="456"/>
                  </a:cubicBezTo>
                  <a:cubicBezTo>
                    <a:pt x="106" y="455"/>
                    <a:pt x="108" y="458"/>
                    <a:pt x="108" y="455"/>
                  </a:cubicBezTo>
                  <a:cubicBezTo>
                    <a:pt x="108" y="460"/>
                    <a:pt x="116" y="452"/>
                    <a:pt x="116" y="451"/>
                  </a:cubicBezTo>
                  <a:cubicBezTo>
                    <a:pt x="116" y="451"/>
                    <a:pt x="110" y="450"/>
                    <a:pt x="110" y="450"/>
                  </a:cubicBezTo>
                  <a:cubicBezTo>
                    <a:pt x="110" y="450"/>
                    <a:pt x="110" y="450"/>
                    <a:pt x="110" y="450"/>
                  </a:cubicBezTo>
                  <a:cubicBezTo>
                    <a:pt x="110" y="451"/>
                    <a:pt x="110" y="451"/>
                    <a:pt x="110" y="451"/>
                  </a:cubicBezTo>
                  <a:cubicBezTo>
                    <a:pt x="109" y="451"/>
                    <a:pt x="109" y="452"/>
                    <a:pt x="108" y="451"/>
                  </a:cubicBezTo>
                  <a:cubicBezTo>
                    <a:pt x="107" y="450"/>
                    <a:pt x="109" y="450"/>
                    <a:pt x="110" y="449"/>
                  </a:cubicBezTo>
                  <a:cubicBezTo>
                    <a:pt x="110" y="449"/>
                    <a:pt x="110" y="449"/>
                    <a:pt x="109" y="449"/>
                  </a:cubicBezTo>
                  <a:cubicBezTo>
                    <a:pt x="109" y="449"/>
                    <a:pt x="108" y="448"/>
                    <a:pt x="108" y="447"/>
                  </a:cubicBezTo>
                  <a:cubicBezTo>
                    <a:pt x="108" y="447"/>
                    <a:pt x="108" y="446"/>
                    <a:pt x="108" y="446"/>
                  </a:cubicBezTo>
                  <a:cubicBezTo>
                    <a:pt x="108" y="446"/>
                    <a:pt x="108" y="445"/>
                    <a:pt x="108" y="444"/>
                  </a:cubicBezTo>
                  <a:cubicBezTo>
                    <a:pt x="108" y="444"/>
                    <a:pt x="110" y="441"/>
                    <a:pt x="111" y="441"/>
                  </a:cubicBezTo>
                  <a:cubicBezTo>
                    <a:pt x="112" y="440"/>
                    <a:pt x="114" y="435"/>
                    <a:pt x="115" y="436"/>
                  </a:cubicBezTo>
                  <a:cubicBezTo>
                    <a:pt x="116" y="436"/>
                    <a:pt x="114" y="438"/>
                    <a:pt x="115" y="439"/>
                  </a:cubicBezTo>
                  <a:cubicBezTo>
                    <a:pt x="115" y="440"/>
                    <a:pt x="117" y="439"/>
                    <a:pt x="118" y="439"/>
                  </a:cubicBezTo>
                  <a:cubicBezTo>
                    <a:pt x="119" y="439"/>
                    <a:pt x="118" y="441"/>
                    <a:pt x="119" y="442"/>
                  </a:cubicBezTo>
                  <a:cubicBezTo>
                    <a:pt x="119" y="441"/>
                    <a:pt x="121" y="440"/>
                    <a:pt x="122" y="442"/>
                  </a:cubicBezTo>
                  <a:cubicBezTo>
                    <a:pt x="122" y="444"/>
                    <a:pt x="120" y="443"/>
                    <a:pt x="120" y="444"/>
                  </a:cubicBezTo>
                  <a:cubicBezTo>
                    <a:pt x="119" y="444"/>
                    <a:pt x="120" y="445"/>
                    <a:pt x="120" y="445"/>
                  </a:cubicBezTo>
                  <a:cubicBezTo>
                    <a:pt x="121" y="446"/>
                    <a:pt x="119" y="447"/>
                    <a:pt x="118" y="448"/>
                  </a:cubicBezTo>
                  <a:cubicBezTo>
                    <a:pt x="118" y="449"/>
                    <a:pt x="119" y="450"/>
                    <a:pt x="119" y="450"/>
                  </a:cubicBezTo>
                  <a:cubicBezTo>
                    <a:pt x="117" y="453"/>
                    <a:pt x="112" y="455"/>
                    <a:pt x="113" y="460"/>
                  </a:cubicBezTo>
                  <a:cubicBezTo>
                    <a:pt x="113" y="461"/>
                    <a:pt x="114" y="460"/>
                    <a:pt x="115" y="460"/>
                  </a:cubicBezTo>
                  <a:cubicBezTo>
                    <a:pt x="114" y="463"/>
                    <a:pt x="112" y="471"/>
                    <a:pt x="107" y="472"/>
                  </a:cubicBezTo>
                  <a:cubicBezTo>
                    <a:pt x="106" y="472"/>
                    <a:pt x="104" y="471"/>
                    <a:pt x="103" y="471"/>
                  </a:cubicBezTo>
                  <a:cubicBezTo>
                    <a:pt x="102" y="471"/>
                    <a:pt x="102" y="470"/>
                    <a:pt x="101" y="469"/>
                  </a:cubicBezTo>
                  <a:cubicBezTo>
                    <a:pt x="101" y="469"/>
                    <a:pt x="100" y="469"/>
                    <a:pt x="100" y="468"/>
                  </a:cubicBezTo>
                  <a:cubicBezTo>
                    <a:pt x="100" y="468"/>
                    <a:pt x="100" y="468"/>
                    <a:pt x="100" y="468"/>
                  </a:cubicBezTo>
                  <a:cubicBezTo>
                    <a:pt x="100" y="468"/>
                    <a:pt x="100" y="467"/>
                    <a:pt x="99" y="467"/>
                  </a:cubicBezTo>
                  <a:cubicBezTo>
                    <a:pt x="98" y="468"/>
                    <a:pt x="96" y="470"/>
                    <a:pt x="95" y="470"/>
                  </a:cubicBezTo>
                  <a:cubicBezTo>
                    <a:pt x="96" y="472"/>
                    <a:pt x="98" y="470"/>
                    <a:pt x="99" y="470"/>
                  </a:cubicBezTo>
                  <a:cubicBezTo>
                    <a:pt x="98" y="471"/>
                    <a:pt x="98" y="471"/>
                    <a:pt x="98" y="472"/>
                  </a:cubicBezTo>
                  <a:cubicBezTo>
                    <a:pt x="99" y="472"/>
                    <a:pt x="100" y="472"/>
                    <a:pt x="100" y="472"/>
                  </a:cubicBezTo>
                  <a:cubicBezTo>
                    <a:pt x="101" y="473"/>
                    <a:pt x="99" y="473"/>
                    <a:pt x="99" y="473"/>
                  </a:cubicBezTo>
                  <a:cubicBezTo>
                    <a:pt x="98" y="475"/>
                    <a:pt x="100" y="474"/>
                    <a:pt x="99" y="476"/>
                  </a:cubicBezTo>
                  <a:cubicBezTo>
                    <a:pt x="98" y="478"/>
                    <a:pt x="95" y="477"/>
                    <a:pt x="94" y="478"/>
                  </a:cubicBezTo>
                  <a:cubicBezTo>
                    <a:pt x="94" y="478"/>
                    <a:pt x="94" y="478"/>
                    <a:pt x="94" y="479"/>
                  </a:cubicBezTo>
                  <a:cubicBezTo>
                    <a:pt x="95" y="479"/>
                    <a:pt x="95" y="479"/>
                    <a:pt x="96" y="479"/>
                  </a:cubicBezTo>
                  <a:cubicBezTo>
                    <a:pt x="96" y="480"/>
                    <a:pt x="94" y="481"/>
                    <a:pt x="95" y="483"/>
                  </a:cubicBezTo>
                  <a:cubicBezTo>
                    <a:pt x="95" y="483"/>
                    <a:pt x="96" y="483"/>
                    <a:pt x="96" y="483"/>
                  </a:cubicBezTo>
                  <a:cubicBezTo>
                    <a:pt x="96" y="483"/>
                    <a:pt x="97" y="487"/>
                    <a:pt x="97" y="487"/>
                  </a:cubicBezTo>
                  <a:cubicBezTo>
                    <a:pt x="96" y="489"/>
                    <a:pt x="94" y="487"/>
                    <a:pt x="92" y="488"/>
                  </a:cubicBezTo>
                  <a:cubicBezTo>
                    <a:pt x="93" y="488"/>
                    <a:pt x="90" y="490"/>
                    <a:pt x="90" y="490"/>
                  </a:cubicBezTo>
                  <a:cubicBezTo>
                    <a:pt x="90" y="491"/>
                    <a:pt x="91" y="491"/>
                    <a:pt x="91" y="492"/>
                  </a:cubicBezTo>
                  <a:cubicBezTo>
                    <a:pt x="90" y="495"/>
                    <a:pt x="89" y="494"/>
                    <a:pt x="89" y="497"/>
                  </a:cubicBezTo>
                  <a:cubicBezTo>
                    <a:pt x="89" y="498"/>
                    <a:pt x="86" y="502"/>
                    <a:pt x="84" y="502"/>
                  </a:cubicBezTo>
                  <a:cubicBezTo>
                    <a:pt x="80" y="502"/>
                    <a:pt x="82" y="494"/>
                    <a:pt x="76" y="496"/>
                  </a:cubicBezTo>
                  <a:cubicBezTo>
                    <a:pt x="75" y="491"/>
                    <a:pt x="70" y="501"/>
                    <a:pt x="69" y="501"/>
                  </a:cubicBezTo>
                  <a:cubicBezTo>
                    <a:pt x="69" y="501"/>
                    <a:pt x="69" y="501"/>
                    <a:pt x="69" y="501"/>
                  </a:cubicBezTo>
                  <a:cubicBezTo>
                    <a:pt x="69" y="501"/>
                    <a:pt x="69" y="502"/>
                    <a:pt x="68" y="501"/>
                  </a:cubicBezTo>
                  <a:cubicBezTo>
                    <a:pt x="68" y="501"/>
                    <a:pt x="68" y="501"/>
                    <a:pt x="68" y="501"/>
                  </a:cubicBezTo>
                  <a:cubicBezTo>
                    <a:pt x="68" y="500"/>
                    <a:pt x="69" y="500"/>
                    <a:pt x="69" y="501"/>
                  </a:cubicBezTo>
                  <a:cubicBezTo>
                    <a:pt x="69" y="499"/>
                    <a:pt x="73" y="494"/>
                    <a:pt x="68" y="496"/>
                  </a:cubicBezTo>
                  <a:cubicBezTo>
                    <a:pt x="67" y="497"/>
                    <a:pt x="69" y="499"/>
                    <a:pt x="68" y="500"/>
                  </a:cubicBezTo>
                  <a:cubicBezTo>
                    <a:pt x="67" y="501"/>
                    <a:pt x="64" y="500"/>
                    <a:pt x="62" y="500"/>
                  </a:cubicBezTo>
                  <a:cubicBezTo>
                    <a:pt x="62" y="500"/>
                    <a:pt x="61" y="504"/>
                    <a:pt x="61" y="505"/>
                  </a:cubicBezTo>
                  <a:cubicBezTo>
                    <a:pt x="62" y="506"/>
                    <a:pt x="63" y="506"/>
                    <a:pt x="62" y="508"/>
                  </a:cubicBezTo>
                  <a:cubicBezTo>
                    <a:pt x="62" y="508"/>
                    <a:pt x="62" y="507"/>
                    <a:pt x="63" y="507"/>
                  </a:cubicBezTo>
                  <a:cubicBezTo>
                    <a:pt x="62" y="508"/>
                    <a:pt x="62" y="509"/>
                    <a:pt x="65" y="508"/>
                  </a:cubicBezTo>
                  <a:cubicBezTo>
                    <a:pt x="63" y="511"/>
                    <a:pt x="60" y="511"/>
                    <a:pt x="61" y="514"/>
                  </a:cubicBezTo>
                  <a:cubicBezTo>
                    <a:pt x="61" y="514"/>
                    <a:pt x="67" y="516"/>
                    <a:pt x="66" y="517"/>
                  </a:cubicBezTo>
                  <a:cubicBezTo>
                    <a:pt x="70" y="515"/>
                    <a:pt x="64" y="513"/>
                    <a:pt x="65" y="510"/>
                  </a:cubicBezTo>
                  <a:cubicBezTo>
                    <a:pt x="66" y="507"/>
                    <a:pt x="68" y="514"/>
                    <a:pt x="69" y="514"/>
                  </a:cubicBezTo>
                  <a:cubicBezTo>
                    <a:pt x="70" y="515"/>
                    <a:pt x="69" y="514"/>
                    <a:pt x="70" y="514"/>
                  </a:cubicBezTo>
                  <a:cubicBezTo>
                    <a:pt x="72" y="513"/>
                    <a:pt x="73" y="516"/>
                    <a:pt x="74" y="514"/>
                  </a:cubicBezTo>
                  <a:cubicBezTo>
                    <a:pt x="74" y="514"/>
                    <a:pt x="71" y="514"/>
                    <a:pt x="72" y="512"/>
                  </a:cubicBezTo>
                  <a:cubicBezTo>
                    <a:pt x="73" y="511"/>
                    <a:pt x="75" y="513"/>
                    <a:pt x="75" y="513"/>
                  </a:cubicBezTo>
                  <a:cubicBezTo>
                    <a:pt x="76" y="513"/>
                    <a:pt x="77" y="513"/>
                    <a:pt x="78" y="514"/>
                  </a:cubicBezTo>
                  <a:cubicBezTo>
                    <a:pt x="78" y="513"/>
                    <a:pt x="78" y="513"/>
                    <a:pt x="78" y="513"/>
                  </a:cubicBezTo>
                  <a:cubicBezTo>
                    <a:pt x="78" y="513"/>
                    <a:pt x="78" y="514"/>
                    <a:pt x="78" y="515"/>
                  </a:cubicBezTo>
                  <a:cubicBezTo>
                    <a:pt x="78" y="517"/>
                    <a:pt x="78" y="519"/>
                    <a:pt x="78" y="520"/>
                  </a:cubicBezTo>
                  <a:cubicBezTo>
                    <a:pt x="78" y="520"/>
                    <a:pt x="78" y="520"/>
                    <a:pt x="78" y="520"/>
                  </a:cubicBezTo>
                  <a:cubicBezTo>
                    <a:pt x="79" y="520"/>
                    <a:pt x="78" y="519"/>
                    <a:pt x="79" y="519"/>
                  </a:cubicBezTo>
                  <a:cubicBezTo>
                    <a:pt x="80" y="520"/>
                    <a:pt x="80" y="520"/>
                    <a:pt x="81" y="520"/>
                  </a:cubicBezTo>
                  <a:cubicBezTo>
                    <a:pt x="81" y="518"/>
                    <a:pt x="82" y="515"/>
                    <a:pt x="82" y="515"/>
                  </a:cubicBezTo>
                  <a:cubicBezTo>
                    <a:pt x="84" y="514"/>
                    <a:pt x="85" y="516"/>
                    <a:pt x="86" y="514"/>
                  </a:cubicBezTo>
                  <a:cubicBezTo>
                    <a:pt x="86" y="513"/>
                    <a:pt x="84" y="512"/>
                    <a:pt x="84" y="511"/>
                  </a:cubicBezTo>
                  <a:cubicBezTo>
                    <a:pt x="84" y="511"/>
                    <a:pt x="83" y="509"/>
                    <a:pt x="84" y="509"/>
                  </a:cubicBezTo>
                  <a:cubicBezTo>
                    <a:pt x="82" y="509"/>
                    <a:pt x="80" y="511"/>
                    <a:pt x="80" y="510"/>
                  </a:cubicBezTo>
                  <a:cubicBezTo>
                    <a:pt x="79" y="510"/>
                    <a:pt x="80" y="508"/>
                    <a:pt x="81" y="507"/>
                  </a:cubicBezTo>
                  <a:cubicBezTo>
                    <a:pt x="82" y="510"/>
                    <a:pt x="84" y="506"/>
                    <a:pt x="85" y="505"/>
                  </a:cubicBezTo>
                  <a:cubicBezTo>
                    <a:pt x="86" y="504"/>
                    <a:pt x="89" y="504"/>
                    <a:pt x="89" y="504"/>
                  </a:cubicBezTo>
                  <a:cubicBezTo>
                    <a:pt x="90" y="503"/>
                    <a:pt x="88" y="501"/>
                    <a:pt x="90" y="501"/>
                  </a:cubicBezTo>
                  <a:cubicBezTo>
                    <a:pt x="91" y="501"/>
                    <a:pt x="90" y="502"/>
                    <a:pt x="90" y="502"/>
                  </a:cubicBezTo>
                  <a:cubicBezTo>
                    <a:pt x="91" y="503"/>
                    <a:pt x="93" y="501"/>
                    <a:pt x="94" y="502"/>
                  </a:cubicBezTo>
                  <a:cubicBezTo>
                    <a:pt x="95" y="502"/>
                    <a:pt x="94" y="504"/>
                    <a:pt x="94" y="505"/>
                  </a:cubicBezTo>
                  <a:cubicBezTo>
                    <a:pt x="94" y="506"/>
                    <a:pt x="94" y="507"/>
                    <a:pt x="94" y="508"/>
                  </a:cubicBezTo>
                  <a:cubicBezTo>
                    <a:pt x="97" y="507"/>
                    <a:pt x="101" y="507"/>
                    <a:pt x="102" y="508"/>
                  </a:cubicBezTo>
                  <a:cubicBezTo>
                    <a:pt x="103" y="509"/>
                    <a:pt x="101" y="511"/>
                    <a:pt x="104" y="510"/>
                  </a:cubicBezTo>
                  <a:cubicBezTo>
                    <a:pt x="102" y="512"/>
                    <a:pt x="106" y="513"/>
                    <a:pt x="106" y="514"/>
                  </a:cubicBezTo>
                  <a:cubicBezTo>
                    <a:pt x="106" y="515"/>
                    <a:pt x="104" y="516"/>
                    <a:pt x="104" y="516"/>
                  </a:cubicBezTo>
                  <a:cubicBezTo>
                    <a:pt x="104" y="516"/>
                    <a:pt x="105" y="517"/>
                    <a:pt x="104" y="518"/>
                  </a:cubicBezTo>
                  <a:cubicBezTo>
                    <a:pt x="104" y="518"/>
                    <a:pt x="104" y="518"/>
                    <a:pt x="104" y="518"/>
                  </a:cubicBezTo>
                  <a:cubicBezTo>
                    <a:pt x="105" y="519"/>
                    <a:pt x="106" y="520"/>
                    <a:pt x="106" y="522"/>
                  </a:cubicBezTo>
                  <a:cubicBezTo>
                    <a:pt x="106" y="522"/>
                    <a:pt x="107" y="522"/>
                    <a:pt x="107" y="522"/>
                  </a:cubicBezTo>
                  <a:cubicBezTo>
                    <a:pt x="107" y="521"/>
                    <a:pt x="106" y="521"/>
                    <a:pt x="106" y="520"/>
                  </a:cubicBezTo>
                  <a:cubicBezTo>
                    <a:pt x="106" y="519"/>
                    <a:pt x="107" y="518"/>
                    <a:pt x="108" y="518"/>
                  </a:cubicBezTo>
                  <a:cubicBezTo>
                    <a:pt x="108" y="517"/>
                    <a:pt x="108" y="517"/>
                    <a:pt x="109" y="516"/>
                  </a:cubicBezTo>
                  <a:cubicBezTo>
                    <a:pt x="109" y="516"/>
                    <a:pt x="108" y="516"/>
                    <a:pt x="108" y="516"/>
                  </a:cubicBezTo>
                  <a:cubicBezTo>
                    <a:pt x="108" y="515"/>
                    <a:pt x="109" y="515"/>
                    <a:pt x="109" y="515"/>
                  </a:cubicBezTo>
                  <a:cubicBezTo>
                    <a:pt x="111" y="514"/>
                    <a:pt x="112" y="513"/>
                    <a:pt x="113" y="512"/>
                  </a:cubicBezTo>
                  <a:cubicBezTo>
                    <a:pt x="112" y="514"/>
                    <a:pt x="115" y="514"/>
                    <a:pt x="115" y="514"/>
                  </a:cubicBezTo>
                  <a:cubicBezTo>
                    <a:pt x="115" y="514"/>
                    <a:pt x="116" y="514"/>
                    <a:pt x="116" y="514"/>
                  </a:cubicBezTo>
                  <a:cubicBezTo>
                    <a:pt x="116" y="514"/>
                    <a:pt x="116" y="514"/>
                    <a:pt x="116" y="514"/>
                  </a:cubicBezTo>
                  <a:cubicBezTo>
                    <a:pt x="115" y="514"/>
                    <a:pt x="115" y="513"/>
                    <a:pt x="115" y="513"/>
                  </a:cubicBezTo>
                  <a:cubicBezTo>
                    <a:pt x="114" y="512"/>
                    <a:pt x="115" y="508"/>
                    <a:pt x="115" y="507"/>
                  </a:cubicBezTo>
                  <a:cubicBezTo>
                    <a:pt x="116" y="507"/>
                    <a:pt x="116" y="508"/>
                    <a:pt x="117" y="508"/>
                  </a:cubicBezTo>
                  <a:cubicBezTo>
                    <a:pt x="118" y="507"/>
                    <a:pt x="120" y="504"/>
                    <a:pt x="123" y="505"/>
                  </a:cubicBezTo>
                  <a:cubicBezTo>
                    <a:pt x="122" y="507"/>
                    <a:pt x="120" y="506"/>
                    <a:pt x="120" y="507"/>
                  </a:cubicBezTo>
                  <a:cubicBezTo>
                    <a:pt x="119" y="508"/>
                    <a:pt x="121" y="508"/>
                    <a:pt x="121" y="508"/>
                  </a:cubicBezTo>
                  <a:cubicBezTo>
                    <a:pt x="122" y="510"/>
                    <a:pt x="120" y="514"/>
                    <a:pt x="117" y="514"/>
                  </a:cubicBezTo>
                  <a:cubicBezTo>
                    <a:pt x="117" y="515"/>
                    <a:pt x="117" y="516"/>
                    <a:pt x="116" y="517"/>
                  </a:cubicBezTo>
                  <a:cubicBezTo>
                    <a:pt x="117" y="517"/>
                    <a:pt x="117" y="517"/>
                    <a:pt x="117" y="517"/>
                  </a:cubicBezTo>
                  <a:cubicBezTo>
                    <a:pt x="118" y="515"/>
                    <a:pt x="121" y="515"/>
                    <a:pt x="122" y="513"/>
                  </a:cubicBezTo>
                  <a:cubicBezTo>
                    <a:pt x="122" y="512"/>
                    <a:pt x="122" y="511"/>
                    <a:pt x="122" y="510"/>
                  </a:cubicBezTo>
                  <a:cubicBezTo>
                    <a:pt x="122" y="510"/>
                    <a:pt x="123" y="509"/>
                    <a:pt x="123" y="508"/>
                  </a:cubicBezTo>
                  <a:cubicBezTo>
                    <a:pt x="123" y="507"/>
                    <a:pt x="122" y="508"/>
                    <a:pt x="122" y="507"/>
                  </a:cubicBezTo>
                  <a:cubicBezTo>
                    <a:pt x="123" y="506"/>
                    <a:pt x="124" y="505"/>
                    <a:pt x="124" y="506"/>
                  </a:cubicBezTo>
                  <a:cubicBezTo>
                    <a:pt x="125" y="506"/>
                    <a:pt x="124" y="508"/>
                    <a:pt x="125" y="510"/>
                  </a:cubicBezTo>
                  <a:cubicBezTo>
                    <a:pt x="125" y="510"/>
                    <a:pt x="127" y="510"/>
                    <a:pt x="128" y="510"/>
                  </a:cubicBezTo>
                  <a:cubicBezTo>
                    <a:pt x="129" y="511"/>
                    <a:pt x="129" y="513"/>
                    <a:pt x="132" y="511"/>
                  </a:cubicBezTo>
                  <a:cubicBezTo>
                    <a:pt x="129" y="514"/>
                    <a:pt x="133" y="512"/>
                    <a:pt x="134" y="513"/>
                  </a:cubicBezTo>
                  <a:cubicBezTo>
                    <a:pt x="133" y="513"/>
                    <a:pt x="134" y="519"/>
                    <a:pt x="134" y="520"/>
                  </a:cubicBezTo>
                  <a:cubicBezTo>
                    <a:pt x="134" y="521"/>
                    <a:pt x="132" y="523"/>
                    <a:pt x="132" y="525"/>
                  </a:cubicBezTo>
                  <a:cubicBezTo>
                    <a:pt x="132" y="525"/>
                    <a:pt x="133" y="524"/>
                    <a:pt x="133" y="524"/>
                  </a:cubicBezTo>
                  <a:cubicBezTo>
                    <a:pt x="133" y="525"/>
                    <a:pt x="133" y="525"/>
                    <a:pt x="132" y="526"/>
                  </a:cubicBezTo>
                  <a:cubicBezTo>
                    <a:pt x="132" y="526"/>
                    <a:pt x="132" y="526"/>
                    <a:pt x="132" y="527"/>
                  </a:cubicBezTo>
                  <a:cubicBezTo>
                    <a:pt x="133" y="526"/>
                    <a:pt x="133" y="526"/>
                    <a:pt x="133" y="526"/>
                  </a:cubicBezTo>
                  <a:cubicBezTo>
                    <a:pt x="133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6" y="524"/>
                    <a:pt x="142" y="524"/>
                    <a:pt x="145" y="524"/>
                  </a:cubicBezTo>
                  <a:cubicBezTo>
                    <a:pt x="145" y="523"/>
                    <a:pt x="146" y="522"/>
                    <a:pt x="146" y="522"/>
                  </a:cubicBezTo>
                  <a:cubicBezTo>
                    <a:pt x="147" y="522"/>
                    <a:pt x="147" y="523"/>
                    <a:pt x="147" y="524"/>
                  </a:cubicBezTo>
                  <a:cubicBezTo>
                    <a:pt x="147" y="524"/>
                    <a:pt x="148" y="524"/>
                    <a:pt x="148" y="525"/>
                  </a:cubicBezTo>
                  <a:cubicBezTo>
                    <a:pt x="148" y="526"/>
                    <a:pt x="147" y="526"/>
                    <a:pt x="145" y="527"/>
                  </a:cubicBezTo>
                  <a:cubicBezTo>
                    <a:pt x="146" y="527"/>
                    <a:pt x="146" y="527"/>
                    <a:pt x="146" y="527"/>
                  </a:cubicBezTo>
                  <a:cubicBezTo>
                    <a:pt x="146" y="529"/>
                    <a:pt x="146" y="530"/>
                    <a:pt x="145" y="530"/>
                  </a:cubicBezTo>
                  <a:cubicBezTo>
                    <a:pt x="145" y="531"/>
                    <a:pt x="145" y="532"/>
                    <a:pt x="144" y="533"/>
                  </a:cubicBezTo>
                  <a:cubicBezTo>
                    <a:pt x="144" y="533"/>
                    <a:pt x="143" y="533"/>
                    <a:pt x="142" y="533"/>
                  </a:cubicBezTo>
                  <a:cubicBezTo>
                    <a:pt x="142" y="534"/>
                    <a:pt x="143" y="534"/>
                    <a:pt x="144" y="533"/>
                  </a:cubicBezTo>
                  <a:cubicBezTo>
                    <a:pt x="145" y="533"/>
                    <a:pt x="147" y="530"/>
                    <a:pt x="147" y="530"/>
                  </a:cubicBezTo>
                  <a:cubicBezTo>
                    <a:pt x="148" y="530"/>
                    <a:pt x="148" y="529"/>
                    <a:pt x="147" y="529"/>
                  </a:cubicBezTo>
                  <a:cubicBezTo>
                    <a:pt x="151" y="528"/>
                    <a:pt x="150" y="537"/>
                    <a:pt x="148" y="535"/>
                  </a:cubicBezTo>
                  <a:cubicBezTo>
                    <a:pt x="148" y="535"/>
                    <a:pt x="147" y="533"/>
                    <a:pt x="147" y="533"/>
                  </a:cubicBezTo>
                  <a:cubicBezTo>
                    <a:pt x="146" y="533"/>
                    <a:pt x="143" y="537"/>
                    <a:pt x="141" y="538"/>
                  </a:cubicBezTo>
                  <a:cubicBezTo>
                    <a:pt x="140" y="538"/>
                    <a:pt x="140" y="538"/>
                    <a:pt x="139" y="539"/>
                  </a:cubicBezTo>
                  <a:cubicBezTo>
                    <a:pt x="140" y="540"/>
                    <a:pt x="141" y="541"/>
                    <a:pt x="140" y="542"/>
                  </a:cubicBezTo>
                  <a:cubicBezTo>
                    <a:pt x="140" y="542"/>
                    <a:pt x="139" y="543"/>
                    <a:pt x="139" y="543"/>
                  </a:cubicBezTo>
                  <a:cubicBezTo>
                    <a:pt x="139" y="543"/>
                    <a:pt x="138" y="546"/>
                    <a:pt x="138" y="547"/>
                  </a:cubicBezTo>
                  <a:cubicBezTo>
                    <a:pt x="138" y="547"/>
                    <a:pt x="140" y="546"/>
                    <a:pt x="139" y="546"/>
                  </a:cubicBezTo>
                  <a:cubicBezTo>
                    <a:pt x="139" y="546"/>
                    <a:pt x="141" y="548"/>
                    <a:pt x="140" y="549"/>
                  </a:cubicBezTo>
                  <a:cubicBezTo>
                    <a:pt x="140" y="549"/>
                    <a:pt x="140" y="549"/>
                    <a:pt x="139" y="549"/>
                  </a:cubicBezTo>
                  <a:cubicBezTo>
                    <a:pt x="140" y="549"/>
                    <a:pt x="140" y="550"/>
                    <a:pt x="141" y="550"/>
                  </a:cubicBezTo>
                  <a:cubicBezTo>
                    <a:pt x="141" y="549"/>
                    <a:pt x="141" y="548"/>
                    <a:pt x="142" y="548"/>
                  </a:cubicBezTo>
                  <a:cubicBezTo>
                    <a:pt x="141" y="548"/>
                    <a:pt x="141" y="548"/>
                    <a:pt x="140" y="548"/>
                  </a:cubicBezTo>
                  <a:cubicBezTo>
                    <a:pt x="140" y="547"/>
                    <a:pt x="140" y="547"/>
                    <a:pt x="141" y="547"/>
                  </a:cubicBezTo>
                  <a:cubicBezTo>
                    <a:pt x="141" y="546"/>
                    <a:pt x="142" y="544"/>
                    <a:pt x="142" y="546"/>
                  </a:cubicBezTo>
                  <a:cubicBezTo>
                    <a:pt x="143" y="546"/>
                    <a:pt x="142" y="546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3" y="546"/>
                    <a:pt x="144" y="546"/>
                    <a:pt x="145" y="548"/>
                  </a:cubicBezTo>
                  <a:cubicBezTo>
                    <a:pt x="146" y="549"/>
                    <a:pt x="145" y="550"/>
                    <a:pt x="145" y="551"/>
                  </a:cubicBezTo>
                  <a:cubicBezTo>
                    <a:pt x="145" y="551"/>
                    <a:pt x="145" y="551"/>
                    <a:pt x="145" y="551"/>
                  </a:cubicBezTo>
                  <a:cubicBezTo>
                    <a:pt x="147" y="551"/>
                    <a:pt x="145" y="551"/>
                    <a:pt x="146" y="552"/>
                  </a:cubicBezTo>
                  <a:cubicBezTo>
                    <a:pt x="146" y="552"/>
                    <a:pt x="146" y="552"/>
                    <a:pt x="147" y="552"/>
                  </a:cubicBezTo>
                  <a:cubicBezTo>
                    <a:pt x="147" y="552"/>
                    <a:pt x="147" y="552"/>
                    <a:pt x="147" y="552"/>
                  </a:cubicBezTo>
                  <a:cubicBezTo>
                    <a:pt x="147" y="551"/>
                    <a:pt x="148" y="551"/>
                    <a:pt x="148" y="551"/>
                  </a:cubicBezTo>
                  <a:cubicBezTo>
                    <a:pt x="151" y="552"/>
                    <a:pt x="148" y="556"/>
                    <a:pt x="149" y="558"/>
                  </a:cubicBezTo>
                  <a:cubicBezTo>
                    <a:pt x="150" y="558"/>
                    <a:pt x="152" y="558"/>
                    <a:pt x="152" y="557"/>
                  </a:cubicBezTo>
                  <a:cubicBezTo>
                    <a:pt x="153" y="557"/>
                    <a:pt x="153" y="556"/>
                    <a:pt x="154" y="555"/>
                  </a:cubicBezTo>
                  <a:cubicBezTo>
                    <a:pt x="152" y="554"/>
                    <a:pt x="152" y="553"/>
                    <a:pt x="152" y="551"/>
                  </a:cubicBezTo>
                  <a:cubicBezTo>
                    <a:pt x="154" y="547"/>
                    <a:pt x="159" y="548"/>
                    <a:pt x="160" y="551"/>
                  </a:cubicBezTo>
                  <a:cubicBezTo>
                    <a:pt x="161" y="551"/>
                    <a:pt x="161" y="551"/>
                    <a:pt x="162" y="550"/>
                  </a:cubicBezTo>
                  <a:cubicBezTo>
                    <a:pt x="161" y="550"/>
                    <a:pt x="161" y="551"/>
                    <a:pt x="161" y="551"/>
                  </a:cubicBezTo>
                  <a:cubicBezTo>
                    <a:pt x="163" y="550"/>
                    <a:pt x="165" y="549"/>
                    <a:pt x="167" y="550"/>
                  </a:cubicBezTo>
                  <a:cubicBezTo>
                    <a:pt x="169" y="549"/>
                    <a:pt x="170" y="549"/>
                    <a:pt x="170" y="549"/>
                  </a:cubicBezTo>
                  <a:cubicBezTo>
                    <a:pt x="171" y="550"/>
                    <a:pt x="170" y="550"/>
                    <a:pt x="168" y="551"/>
                  </a:cubicBezTo>
                  <a:cubicBezTo>
                    <a:pt x="168" y="551"/>
                    <a:pt x="169" y="551"/>
                    <a:pt x="169" y="551"/>
                  </a:cubicBezTo>
                  <a:cubicBezTo>
                    <a:pt x="169" y="552"/>
                    <a:pt x="169" y="553"/>
                    <a:pt x="169" y="554"/>
                  </a:cubicBezTo>
                  <a:cubicBezTo>
                    <a:pt x="171" y="554"/>
                    <a:pt x="172" y="555"/>
                    <a:pt x="171" y="557"/>
                  </a:cubicBezTo>
                  <a:cubicBezTo>
                    <a:pt x="170" y="559"/>
                    <a:pt x="171" y="560"/>
                    <a:pt x="171" y="561"/>
                  </a:cubicBezTo>
                  <a:cubicBezTo>
                    <a:pt x="171" y="561"/>
                    <a:pt x="170" y="562"/>
                    <a:pt x="170" y="563"/>
                  </a:cubicBezTo>
                  <a:cubicBezTo>
                    <a:pt x="172" y="561"/>
                    <a:pt x="173" y="559"/>
                    <a:pt x="175" y="558"/>
                  </a:cubicBezTo>
                  <a:cubicBezTo>
                    <a:pt x="173" y="556"/>
                    <a:pt x="171" y="554"/>
                    <a:pt x="175" y="552"/>
                  </a:cubicBezTo>
                  <a:cubicBezTo>
                    <a:pt x="175" y="551"/>
                    <a:pt x="176" y="551"/>
                    <a:pt x="177" y="551"/>
                  </a:cubicBezTo>
                  <a:cubicBezTo>
                    <a:pt x="175" y="551"/>
                    <a:pt x="176" y="547"/>
                    <a:pt x="178" y="548"/>
                  </a:cubicBezTo>
                  <a:cubicBezTo>
                    <a:pt x="179" y="549"/>
                    <a:pt x="178" y="550"/>
                    <a:pt x="178" y="550"/>
                  </a:cubicBezTo>
                  <a:cubicBezTo>
                    <a:pt x="177" y="551"/>
                    <a:pt x="177" y="551"/>
                    <a:pt x="177" y="551"/>
                  </a:cubicBezTo>
                  <a:cubicBezTo>
                    <a:pt x="179" y="551"/>
                    <a:pt x="181" y="550"/>
                    <a:pt x="182" y="550"/>
                  </a:cubicBezTo>
                  <a:cubicBezTo>
                    <a:pt x="184" y="548"/>
                    <a:pt x="183" y="547"/>
                    <a:pt x="185" y="549"/>
                  </a:cubicBezTo>
                  <a:cubicBezTo>
                    <a:pt x="186" y="549"/>
                    <a:pt x="186" y="550"/>
                    <a:pt x="188" y="549"/>
                  </a:cubicBezTo>
                  <a:cubicBezTo>
                    <a:pt x="188" y="549"/>
                    <a:pt x="191" y="545"/>
                    <a:pt x="191" y="548"/>
                  </a:cubicBezTo>
                  <a:cubicBezTo>
                    <a:pt x="191" y="549"/>
                    <a:pt x="189" y="549"/>
                    <a:pt x="189" y="549"/>
                  </a:cubicBezTo>
                  <a:cubicBezTo>
                    <a:pt x="190" y="550"/>
                    <a:pt x="194" y="550"/>
                    <a:pt x="194" y="550"/>
                  </a:cubicBezTo>
                  <a:cubicBezTo>
                    <a:pt x="194" y="551"/>
                    <a:pt x="190" y="553"/>
                    <a:pt x="192" y="555"/>
                  </a:cubicBezTo>
                  <a:cubicBezTo>
                    <a:pt x="193" y="555"/>
                    <a:pt x="194" y="555"/>
                    <a:pt x="194" y="555"/>
                  </a:cubicBezTo>
                  <a:cubicBezTo>
                    <a:pt x="194" y="555"/>
                    <a:pt x="193" y="556"/>
                    <a:pt x="193" y="556"/>
                  </a:cubicBezTo>
                  <a:cubicBezTo>
                    <a:pt x="192" y="558"/>
                    <a:pt x="192" y="558"/>
                    <a:pt x="193" y="558"/>
                  </a:cubicBezTo>
                  <a:cubicBezTo>
                    <a:pt x="194" y="558"/>
                    <a:pt x="195" y="558"/>
                    <a:pt x="196" y="559"/>
                  </a:cubicBezTo>
                  <a:cubicBezTo>
                    <a:pt x="196" y="560"/>
                    <a:pt x="195" y="560"/>
                    <a:pt x="194" y="560"/>
                  </a:cubicBezTo>
                  <a:cubicBezTo>
                    <a:pt x="194" y="561"/>
                    <a:pt x="194" y="561"/>
                    <a:pt x="194" y="561"/>
                  </a:cubicBezTo>
                  <a:cubicBezTo>
                    <a:pt x="194" y="562"/>
                    <a:pt x="196" y="561"/>
                    <a:pt x="196" y="562"/>
                  </a:cubicBezTo>
                  <a:cubicBezTo>
                    <a:pt x="197" y="563"/>
                    <a:pt x="195" y="565"/>
                    <a:pt x="195" y="566"/>
                  </a:cubicBezTo>
                  <a:cubicBezTo>
                    <a:pt x="197" y="568"/>
                    <a:pt x="199" y="565"/>
                    <a:pt x="201" y="566"/>
                  </a:cubicBezTo>
                  <a:cubicBezTo>
                    <a:pt x="201" y="566"/>
                    <a:pt x="203" y="568"/>
                    <a:pt x="205" y="566"/>
                  </a:cubicBezTo>
                  <a:cubicBezTo>
                    <a:pt x="206" y="565"/>
                    <a:pt x="204" y="563"/>
                    <a:pt x="208" y="562"/>
                  </a:cubicBezTo>
                  <a:cubicBezTo>
                    <a:pt x="209" y="561"/>
                    <a:pt x="214" y="560"/>
                    <a:pt x="214" y="562"/>
                  </a:cubicBezTo>
                  <a:cubicBezTo>
                    <a:pt x="214" y="563"/>
                    <a:pt x="213" y="562"/>
                    <a:pt x="212" y="563"/>
                  </a:cubicBezTo>
                  <a:cubicBezTo>
                    <a:pt x="211" y="563"/>
                    <a:pt x="213" y="566"/>
                    <a:pt x="213" y="566"/>
                  </a:cubicBezTo>
                  <a:cubicBezTo>
                    <a:pt x="212" y="567"/>
                    <a:pt x="210" y="567"/>
                    <a:pt x="210" y="568"/>
                  </a:cubicBezTo>
                  <a:cubicBezTo>
                    <a:pt x="210" y="568"/>
                    <a:pt x="210" y="568"/>
                    <a:pt x="210" y="568"/>
                  </a:cubicBezTo>
                  <a:cubicBezTo>
                    <a:pt x="210" y="569"/>
                    <a:pt x="210" y="569"/>
                    <a:pt x="210" y="569"/>
                  </a:cubicBezTo>
                  <a:cubicBezTo>
                    <a:pt x="210" y="570"/>
                    <a:pt x="211" y="572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10" y="574"/>
                    <a:pt x="210" y="575"/>
                    <a:pt x="208" y="576"/>
                  </a:cubicBezTo>
                  <a:cubicBezTo>
                    <a:pt x="208" y="576"/>
                    <a:pt x="208" y="576"/>
                    <a:pt x="208" y="576"/>
                  </a:cubicBezTo>
                  <a:cubicBezTo>
                    <a:pt x="208" y="576"/>
                    <a:pt x="209" y="576"/>
                    <a:pt x="209" y="576"/>
                  </a:cubicBezTo>
                  <a:cubicBezTo>
                    <a:pt x="210" y="576"/>
                    <a:pt x="210" y="576"/>
                    <a:pt x="211" y="577"/>
                  </a:cubicBezTo>
                  <a:cubicBezTo>
                    <a:pt x="211" y="577"/>
                    <a:pt x="212" y="577"/>
                    <a:pt x="212" y="577"/>
                  </a:cubicBezTo>
                  <a:cubicBezTo>
                    <a:pt x="212" y="578"/>
                    <a:pt x="211" y="578"/>
                    <a:pt x="211" y="579"/>
                  </a:cubicBezTo>
                  <a:cubicBezTo>
                    <a:pt x="211" y="579"/>
                    <a:pt x="211" y="580"/>
                    <a:pt x="211" y="580"/>
                  </a:cubicBezTo>
                  <a:cubicBezTo>
                    <a:pt x="210" y="581"/>
                    <a:pt x="207" y="580"/>
                    <a:pt x="205" y="581"/>
                  </a:cubicBezTo>
                  <a:cubicBezTo>
                    <a:pt x="206" y="580"/>
                    <a:pt x="206" y="578"/>
                    <a:pt x="204" y="580"/>
                  </a:cubicBezTo>
                  <a:cubicBezTo>
                    <a:pt x="202" y="581"/>
                    <a:pt x="204" y="581"/>
                    <a:pt x="204" y="582"/>
                  </a:cubicBezTo>
                  <a:cubicBezTo>
                    <a:pt x="204" y="582"/>
                    <a:pt x="203" y="582"/>
                    <a:pt x="204" y="583"/>
                  </a:cubicBezTo>
                  <a:cubicBezTo>
                    <a:pt x="204" y="583"/>
                    <a:pt x="204" y="583"/>
                    <a:pt x="204" y="583"/>
                  </a:cubicBezTo>
                  <a:cubicBezTo>
                    <a:pt x="206" y="582"/>
                    <a:pt x="208" y="582"/>
                    <a:pt x="210" y="583"/>
                  </a:cubicBezTo>
                  <a:cubicBezTo>
                    <a:pt x="209" y="583"/>
                    <a:pt x="209" y="582"/>
                    <a:pt x="209" y="582"/>
                  </a:cubicBezTo>
                  <a:cubicBezTo>
                    <a:pt x="209" y="582"/>
                    <a:pt x="209" y="582"/>
                    <a:pt x="209" y="582"/>
                  </a:cubicBezTo>
                  <a:cubicBezTo>
                    <a:pt x="210" y="581"/>
                    <a:pt x="210" y="582"/>
                    <a:pt x="210" y="583"/>
                  </a:cubicBezTo>
                  <a:cubicBezTo>
                    <a:pt x="210" y="583"/>
                    <a:pt x="211" y="584"/>
                    <a:pt x="210" y="585"/>
                  </a:cubicBezTo>
                  <a:cubicBezTo>
                    <a:pt x="210" y="586"/>
                    <a:pt x="208" y="588"/>
                    <a:pt x="205" y="588"/>
                  </a:cubicBezTo>
                  <a:cubicBezTo>
                    <a:pt x="206" y="588"/>
                    <a:pt x="206" y="590"/>
                    <a:pt x="206" y="591"/>
                  </a:cubicBezTo>
                  <a:cubicBezTo>
                    <a:pt x="205" y="592"/>
                    <a:pt x="201" y="592"/>
                    <a:pt x="202" y="593"/>
                  </a:cubicBezTo>
                  <a:cubicBezTo>
                    <a:pt x="201" y="593"/>
                    <a:pt x="199" y="594"/>
                    <a:pt x="198" y="593"/>
                  </a:cubicBezTo>
                  <a:cubicBezTo>
                    <a:pt x="195" y="591"/>
                    <a:pt x="196" y="591"/>
                    <a:pt x="192" y="592"/>
                  </a:cubicBezTo>
                  <a:cubicBezTo>
                    <a:pt x="192" y="592"/>
                    <a:pt x="191" y="592"/>
                    <a:pt x="190" y="592"/>
                  </a:cubicBezTo>
                  <a:cubicBezTo>
                    <a:pt x="188" y="592"/>
                    <a:pt x="189" y="593"/>
                    <a:pt x="189" y="595"/>
                  </a:cubicBezTo>
                  <a:cubicBezTo>
                    <a:pt x="187" y="593"/>
                    <a:pt x="188" y="595"/>
                    <a:pt x="189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1" y="597"/>
                    <a:pt x="191" y="596"/>
                  </a:cubicBezTo>
                  <a:cubicBezTo>
                    <a:pt x="190" y="597"/>
                    <a:pt x="192" y="594"/>
                    <a:pt x="193" y="596"/>
                  </a:cubicBezTo>
                  <a:cubicBezTo>
                    <a:pt x="193" y="596"/>
                    <a:pt x="190" y="600"/>
                    <a:pt x="193" y="600"/>
                  </a:cubicBezTo>
                  <a:cubicBezTo>
                    <a:pt x="187" y="601"/>
                    <a:pt x="195" y="604"/>
                    <a:pt x="197" y="605"/>
                  </a:cubicBezTo>
                  <a:cubicBezTo>
                    <a:pt x="198" y="606"/>
                    <a:pt x="198" y="608"/>
                    <a:pt x="198" y="609"/>
                  </a:cubicBezTo>
                  <a:cubicBezTo>
                    <a:pt x="199" y="610"/>
                    <a:pt x="200" y="610"/>
                    <a:pt x="199" y="611"/>
                  </a:cubicBezTo>
                  <a:cubicBezTo>
                    <a:pt x="199" y="611"/>
                    <a:pt x="199" y="611"/>
                    <a:pt x="199" y="611"/>
                  </a:cubicBezTo>
                  <a:cubicBezTo>
                    <a:pt x="200" y="612"/>
                    <a:pt x="200" y="613"/>
                    <a:pt x="201" y="613"/>
                  </a:cubicBezTo>
                  <a:cubicBezTo>
                    <a:pt x="201" y="613"/>
                    <a:pt x="201" y="613"/>
                    <a:pt x="202" y="613"/>
                  </a:cubicBezTo>
                  <a:cubicBezTo>
                    <a:pt x="202" y="613"/>
                    <a:pt x="202" y="613"/>
                    <a:pt x="202" y="612"/>
                  </a:cubicBezTo>
                  <a:cubicBezTo>
                    <a:pt x="203" y="611"/>
                    <a:pt x="204" y="611"/>
                    <a:pt x="206" y="611"/>
                  </a:cubicBezTo>
                  <a:cubicBezTo>
                    <a:pt x="207" y="611"/>
                    <a:pt x="208" y="612"/>
                    <a:pt x="208" y="613"/>
                  </a:cubicBezTo>
                  <a:cubicBezTo>
                    <a:pt x="209" y="613"/>
                    <a:pt x="209" y="612"/>
                    <a:pt x="211" y="612"/>
                  </a:cubicBezTo>
                  <a:cubicBezTo>
                    <a:pt x="211" y="613"/>
                    <a:pt x="210" y="613"/>
                    <a:pt x="208" y="613"/>
                  </a:cubicBezTo>
                  <a:cubicBezTo>
                    <a:pt x="208" y="614"/>
                    <a:pt x="208" y="615"/>
                    <a:pt x="207" y="615"/>
                  </a:cubicBezTo>
                  <a:cubicBezTo>
                    <a:pt x="209" y="616"/>
                    <a:pt x="211" y="616"/>
                    <a:pt x="211" y="616"/>
                  </a:cubicBezTo>
                  <a:cubicBezTo>
                    <a:pt x="211" y="616"/>
                    <a:pt x="211" y="616"/>
                    <a:pt x="212" y="616"/>
                  </a:cubicBezTo>
                  <a:cubicBezTo>
                    <a:pt x="211" y="615"/>
                    <a:pt x="210" y="615"/>
                    <a:pt x="209" y="615"/>
                  </a:cubicBezTo>
                  <a:cubicBezTo>
                    <a:pt x="210" y="614"/>
                    <a:pt x="211" y="614"/>
                    <a:pt x="213" y="615"/>
                  </a:cubicBezTo>
                  <a:cubicBezTo>
                    <a:pt x="213" y="614"/>
                    <a:pt x="213" y="614"/>
                    <a:pt x="213" y="614"/>
                  </a:cubicBezTo>
                  <a:cubicBezTo>
                    <a:pt x="213" y="614"/>
                    <a:pt x="214" y="612"/>
                    <a:pt x="215" y="613"/>
                  </a:cubicBezTo>
                  <a:cubicBezTo>
                    <a:pt x="216" y="612"/>
                    <a:pt x="216" y="612"/>
                    <a:pt x="217" y="613"/>
                  </a:cubicBezTo>
                  <a:cubicBezTo>
                    <a:pt x="217" y="613"/>
                    <a:pt x="216" y="613"/>
                    <a:pt x="216" y="614"/>
                  </a:cubicBezTo>
                  <a:cubicBezTo>
                    <a:pt x="216" y="614"/>
                    <a:pt x="217" y="616"/>
                    <a:pt x="216" y="615"/>
                  </a:cubicBezTo>
                  <a:cubicBezTo>
                    <a:pt x="216" y="615"/>
                    <a:pt x="215" y="615"/>
                    <a:pt x="215" y="615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614"/>
                    <a:pt x="214" y="615"/>
                    <a:pt x="214" y="615"/>
                  </a:cubicBezTo>
                  <a:cubicBezTo>
                    <a:pt x="215" y="615"/>
                    <a:pt x="216" y="616"/>
                    <a:pt x="216" y="616"/>
                  </a:cubicBezTo>
                  <a:cubicBezTo>
                    <a:pt x="216" y="617"/>
                    <a:pt x="215" y="616"/>
                    <a:pt x="214" y="616"/>
                  </a:cubicBezTo>
                  <a:cubicBezTo>
                    <a:pt x="214" y="616"/>
                    <a:pt x="214" y="617"/>
                    <a:pt x="214" y="617"/>
                  </a:cubicBezTo>
                  <a:cubicBezTo>
                    <a:pt x="215" y="617"/>
                    <a:pt x="216" y="616"/>
                    <a:pt x="216" y="616"/>
                  </a:cubicBezTo>
                  <a:cubicBezTo>
                    <a:pt x="217" y="617"/>
                    <a:pt x="218" y="620"/>
                    <a:pt x="220" y="618"/>
                  </a:cubicBezTo>
                  <a:cubicBezTo>
                    <a:pt x="220" y="618"/>
                    <a:pt x="219" y="617"/>
                    <a:pt x="219" y="617"/>
                  </a:cubicBezTo>
                  <a:cubicBezTo>
                    <a:pt x="219" y="617"/>
                    <a:pt x="219" y="617"/>
                    <a:pt x="219" y="617"/>
                  </a:cubicBezTo>
                  <a:cubicBezTo>
                    <a:pt x="219" y="617"/>
                    <a:pt x="219" y="617"/>
                    <a:pt x="218" y="617"/>
                  </a:cubicBezTo>
                  <a:cubicBezTo>
                    <a:pt x="218" y="616"/>
                    <a:pt x="219" y="615"/>
                    <a:pt x="220" y="616"/>
                  </a:cubicBezTo>
                  <a:cubicBezTo>
                    <a:pt x="220" y="616"/>
                    <a:pt x="220" y="616"/>
                    <a:pt x="220" y="616"/>
                  </a:cubicBezTo>
                  <a:cubicBezTo>
                    <a:pt x="221" y="615"/>
                    <a:pt x="224" y="617"/>
                    <a:pt x="225" y="617"/>
                  </a:cubicBezTo>
                  <a:cubicBezTo>
                    <a:pt x="223" y="618"/>
                    <a:pt x="225" y="619"/>
                    <a:pt x="226" y="620"/>
                  </a:cubicBezTo>
                  <a:cubicBezTo>
                    <a:pt x="227" y="619"/>
                    <a:pt x="229" y="618"/>
                    <a:pt x="231" y="618"/>
                  </a:cubicBezTo>
                  <a:cubicBezTo>
                    <a:pt x="230" y="619"/>
                    <a:pt x="228" y="620"/>
                    <a:pt x="226" y="620"/>
                  </a:cubicBezTo>
                  <a:cubicBezTo>
                    <a:pt x="227" y="621"/>
                    <a:pt x="227" y="621"/>
                    <a:pt x="226" y="622"/>
                  </a:cubicBezTo>
                  <a:cubicBezTo>
                    <a:pt x="225" y="624"/>
                    <a:pt x="222" y="622"/>
                    <a:pt x="221" y="624"/>
                  </a:cubicBezTo>
                  <a:cubicBezTo>
                    <a:pt x="220" y="624"/>
                    <a:pt x="222" y="624"/>
                    <a:pt x="222" y="624"/>
                  </a:cubicBezTo>
                  <a:cubicBezTo>
                    <a:pt x="221" y="626"/>
                    <a:pt x="219" y="627"/>
                    <a:pt x="222" y="628"/>
                  </a:cubicBezTo>
                  <a:cubicBezTo>
                    <a:pt x="222" y="628"/>
                    <a:pt x="227" y="629"/>
                    <a:pt x="228" y="629"/>
                  </a:cubicBezTo>
                  <a:cubicBezTo>
                    <a:pt x="231" y="629"/>
                    <a:pt x="233" y="629"/>
                    <a:pt x="235" y="631"/>
                  </a:cubicBezTo>
                  <a:cubicBezTo>
                    <a:pt x="232" y="631"/>
                    <a:pt x="231" y="632"/>
                    <a:pt x="228" y="633"/>
                  </a:cubicBezTo>
                  <a:cubicBezTo>
                    <a:pt x="228" y="633"/>
                    <a:pt x="229" y="633"/>
                    <a:pt x="229" y="633"/>
                  </a:cubicBezTo>
                  <a:cubicBezTo>
                    <a:pt x="229" y="633"/>
                    <a:pt x="228" y="633"/>
                    <a:pt x="228" y="633"/>
                  </a:cubicBezTo>
                  <a:cubicBezTo>
                    <a:pt x="228" y="633"/>
                    <a:pt x="228" y="633"/>
                    <a:pt x="227" y="633"/>
                  </a:cubicBezTo>
                  <a:cubicBezTo>
                    <a:pt x="224" y="633"/>
                    <a:pt x="221" y="630"/>
                    <a:pt x="218" y="630"/>
                  </a:cubicBezTo>
                  <a:cubicBezTo>
                    <a:pt x="218" y="630"/>
                    <a:pt x="215" y="633"/>
                    <a:pt x="214" y="633"/>
                  </a:cubicBezTo>
                  <a:cubicBezTo>
                    <a:pt x="213" y="633"/>
                    <a:pt x="212" y="632"/>
                    <a:pt x="212" y="633"/>
                  </a:cubicBezTo>
                  <a:cubicBezTo>
                    <a:pt x="212" y="633"/>
                    <a:pt x="213" y="633"/>
                    <a:pt x="213" y="634"/>
                  </a:cubicBezTo>
                  <a:cubicBezTo>
                    <a:pt x="213" y="634"/>
                    <a:pt x="213" y="634"/>
                    <a:pt x="214" y="634"/>
                  </a:cubicBezTo>
                  <a:cubicBezTo>
                    <a:pt x="214" y="633"/>
                    <a:pt x="215" y="633"/>
                    <a:pt x="216" y="633"/>
                  </a:cubicBezTo>
                  <a:cubicBezTo>
                    <a:pt x="216" y="633"/>
                    <a:pt x="217" y="633"/>
                    <a:pt x="217" y="633"/>
                  </a:cubicBezTo>
                  <a:cubicBezTo>
                    <a:pt x="217" y="633"/>
                    <a:pt x="217" y="633"/>
                    <a:pt x="217" y="633"/>
                  </a:cubicBezTo>
                  <a:cubicBezTo>
                    <a:pt x="218" y="633"/>
                    <a:pt x="219" y="633"/>
                    <a:pt x="219" y="634"/>
                  </a:cubicBezTo>
                  <a:cubicBezTo>
                    <a:pt x="219" y="634"/>
                    <a:pt x="219" y="635"/>
                    <a:pt x="218" y="635"/>
                  </a:cubicBezTo>
                  <a:cubicBezTo>
                    <a:pt x="218" y="636"/>
                    <a:pt x="217" y="637"/>
                    <a:pt x="216" y="637"/>
                  </a:cubicBezTo>
                  <a:cubicBezTo>
                    <a:pt x="215" y="637"/>
                    <a:pt x="213" y="636"/>
                    <a:pt x="213" y="635"/>
                  </a:cubicBezTo>
                  <a:cubicBezTo>
                    <a:pt x="213" y="635"/>
                    <a:pt x="213" y="635"/>
                    <a:pt x="213" y="635"/>
                  </a:cubicBezTo>
                  <a:cubicBezTo>
                    <a:pt x="213" y="636"/>
                    <a:pt x="211" y="636"/>
                    <a:pt x="210" y="636"/>
                  </a:cubicBezTo>
                  <a:cubicBezTo>
                    <a:pt x="210" y="636"/>
                    <a:pt x="210" y="637"/>
                    <a:pt x="211" y="637"/>
                  </a:cubicBezTo>
                  <a:cubicBezTo>
                    <a:pt x="211" y="637"/>
                    <a:pt x="211" y="637"/>
                    <a:pt x="211" y="637"/>
                  </a:cubicBezTo>
                  <a:cubicBezTo>
                    <a:pt x="212" y="637"/>
                    <a:pt x="211" y="637"/>
                    <a:pt x="211" y="637"/>
                  </a:cubicBezTo>
                  <a:cubicBezTo>
                    <a:pt x="212" y="639"/>
                    <a:pt x="215" y="640"/>
                    <a:pt x="216" y="641"/>
                  </a:cubicBezTo>
                  <a:cubicBezTo>
                    <a:pt x="214" y="641"/>
                    <a:pt x="214" y="642"/>
                    <a:pt x="214" y="642"/>
                  </a:cubicBezTo>
                  <a:cubicBezTo>
                    <a:pt x="216" y="641"/>
                    <a:pt x="219" y="642"/>
                    <a:pt x="216" y="643"/>
                  </a:cubicBezTo>
                  <a:cubicBezTo>
                    <a:pt x="216" y="643"/>
                    <a:pt x="216" y="644"/>
                    <a:pt x="216" y="644"/>
                  </a:cubicBezTo>
                  <a:cubicBezTo>
                    <a:pt x="216" y="644"/>
                    <a:pt x="217" y="644"/>
                    <a:pt x="217" y="645"/>
                  </a:cubicBezTo>
                  <a:cubicBezTo>
                    <a:pt x="219" y="644"/>
                    <a:pt x="222" y="643"/>
                    <a:pt x="224" y="643"/>
                  </a:cubicBezTo>
                  <a:cubicBezTo>
                    <a:pt x="228" y="642"/>
                    <a:pt x="223" y="645"/>
                    <a:pt x="221" y="645"/>
                  </a:cubicBezTo>
                  <a:cubicBezTo>
                    <a:pt x="220" y="645"/>
                    <a:pt x="218" y="646"/>
                    <a:pt x="216" y="646"/>
                  </a:cubicBezTo>
                  <a:cubicBezTo>
                    <a:pt x="216" y="647"/>
                    <a:pt x="216" y="647"/>
                    <a:pt x="215" y="647"/>
                  </a:cubicBezTo>
                  <a:cubicBezTo>
                    <a:pt x="215" y="647"/>
                    <a:pt x="214" y="647"/>
                    <a:pt x="214" y="647"/>
                  </a:cubicBezTo>
                  <a:cubicBezTo>
                    <a:pt x="212" y="648"/>
                    <a:pt x="211" y="648"/>
                    <a:pt x="210" y="649"/>
                  </a:cubicBezTo>
                  <a:cubicBezTo>
                    <a:pt x="209" y="650"/>
                    <a:pt x="208" y="651"/>
                    <a:pt x="208" y="652"/>
                  </a:cubicBezTo>
                  <a:cubicBezTo>
                    <a:pt x="209" y="652"/>
                    <a:pt x="209" y="652"/>
                    <a:pt x="210" y="653"/>
                  </a:cubicBezTo>
                  <a:cubicBezTo>
                    <a:pt x="210" y="653"/>
                    <a:pt x="210" y="653"/>
                    <a:pt x="210" y="653"/>
                  </a:cubicBezTo>
                  <a:cubicBezTo>
                    <a:pt x="210" y="653"/>
                    <a:pt x="210" y="653"/>
                    <a:pt x="211" y="653"/>
                  </a:cubicBezTo>
                  <a:cubicBezTo>
                    <a:pt x="211" y="653"/>
                    <a:pt x="213" y="654"/>
                    <a:pt x="213" y="654"/>
                  </a:cubicBezTo>
                  <a:cubicBezTo>
                    <a:pt x="213" y="654"/>
                    <a:pt x="213" y="655"/>
                    <a:pt x="213" y="655"/>
                  </a:cubicBezTo>
                  <a:cubicBezTo>
                    <a:pt x="213" y="656"/>
                    <a:pt x="212" y="657"/>
                    <a:pt x="210" y="657"/>
                  </a:cubicBezTo>
                  <a:cubicBezTo>
                    <a:pt x="210" y="658"/>
                    <a:pt x="210" y="658"/>
                    <a:pt x="209" y="659"/>
                  </a:cubicBezTo>
                  <a:cubicBezTo>
                    <a:pt x="209" y="659"/>
                    <a:pt x="209" y="659"/>
                    <a:pt x="209" y="659"/>
                  </a:cubicBezTo>
                  <a:cubicBezTo>
                    <a:pt x="210" y="660"/>
                    <a:pt x="212" y="660"/>
                    <a:pt x="213" y="660"/>
                  </a:cubicBezTo>
                  <a:cubicBezTo>
                    <a:pt x="214" y="660"/>
                    <a:pt x="216" y="660"/>
                    <a:pt x="216" y="661"/>
                  </a:cubicBezTo>
                  <a:cubicBezTo>
                    <a:pt x="217" y="662"/>
                    <a:pt x="218" y="663"/>
                    <a:pt x="218" y="663"/>
                  </a:cubicBezTo>
                  <a:cubicBezTo>
                    <a:pt x="218" y="663"/>
                    <a:pt x="219" y="663"/>
                    <a:pt x="220" y="664"/>
                  </a:cubicBezTo>
                  <a:cubicBezTo>
                    <a:pt x="221" y="665"/>
                    <a:pt x="221" y="667"/>
                    <a:pt x="219" y="667"/>
                  </a:cubicBezTo>
                  <a:cubicBezTo>
                    <a:pt x="219" y="667"/>
                    <a:pt x="219" y="667"/>
                    <a:pt x="219" y="667"/>
                  </a:cubicBezTo>
                  <a:cubicBezTo>
                    <a:pt x="219" y="668"/>
                    <a:pt x="219" y="668"/>
                    <a:pt x="219" y="669"/>
                  </a:cubicBezTo>
                  <a:cubicBezTo>
                    <a:pt x="220" y="669"/>
                    <a:pt x="221" y="668"/>
                    <a:pt x="222" y="669"/>
                  </a:cubicBezTo>
                  <a:cubicBezTo>
                    <a:pt x="222" y="668"/>
                    <a:pt x="223" y="667"/>
                    <a:pt x="223" y="667"/>
                  </a:cubicBezTo>
                  <a:cubicBezTo>
                    <a:pt x="223" y="667"/>
                    <a:pt x="225" y="666"/>
                    <a:pt x="226" y="666"/>
                  </a:cubicBezTo>
                  <a:cubicBezTo>
                    <a:pt x="227" y="664"/>
                    <a:pt x="228" y="664"/>
                    <a:pt x="229" y="664"/>
                  </a:cubicBezTo>
                  <a:cubicBezTo>
                    <a:pt x="230" y="664"/>
                    <a:pt x="229" y="663"/>
                    <a:pt x="230" y="663"/>
                  </a:cubicBezTo>
                  <a:cubicBezTo>
                    <a:pt x="231" y="662"/>
                    <a:pt x="232" y="664"/>
                    <a:pt x="232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4" y="663"/>
                  </a:cubicBezTo>
                  <a:cubicBezTo>
                    <a:pt x="235" y="664"/>
                    <a:pt x="235" y="662"/>
                    <a:pt x="236" y="663"/>
                  </a:cubicBezTo>
                  <a:cubicBezTo>
                    <a:pt x="236" y="663"/>
                    <a:pt x="235" y="664"/>
                    <a:pt x="235" y="664"/>
                  </a:cubicBezTo>
                  <a:cubicBezTo>
                    <a:pt x="236" y="665"/>
                    <a:pt x="241" y="668"/>
                    <a:pt x="241" y="670"/>
                  </a:cubicBezTo>
                  <a:cubicBezTo>
                    <a:pt x="241" y="672"/>
                    <a:pt x="236" y="672"/>
                    <a:pt x="235" y="674"/>
                  </a:cubicBezTo>
                  <a:cubicBezTo>
                    <a:pt x="235" y="675"/>
                    <a:pt x="236" y="676"/>
                    <a:pt x="235" y="677"/>
                  </a:cubicBezTo>
                  <a:cubicBezTo>
                    <a:pt x="233" y="677"/>
                    <a:pt x="234" y="675"/>
                    <a:pt x="233" y="675"/>
                  </a:cubicBezTo>
                  <a:cubicBezTo>
                    <a:pt x="232" y="674"/>
                    <a:pt x="227" y="674"/>
                    <a:pt x="225" y="673"/>
                  </a:cubicBezTo>
                  <a:cubicBezTo>
                    <a:pt x="225" y="673"/>
                    <a:pt x="224" y="672"/>
                    <a:pt x="223" y="672"/>
                  </a:cubicBezTo>
                  <a:cubicBezTo>
                    <a:pt x="221" y="673"/>
                    <a:pt x="217" y="673"/>
                    <a:pt x="217" y="674"/>
                  </a:cubicBezTo>
                  <a:cubicBezTo>
                    <a:pt x="216" y="674"/>
                    <a:pt x="218" y="674"/>
                    <a:pt x="218" y="675"/>
                  </a:cubicBezTo>
                  <a:cubicBezTo>
                    <a:pt x="217" y="675"/>
                    <a:pt x="216" y="674"/>
                    <a:pt x="215" y="674"/>
                  </a:cubicBezTo>
                  <a:cubicBezTo>
                    <a:pt x="213" y="674"/>
                    <a:pt x="210" y="675"/>
                    <a:pt x="207" y="675"/>
                  </a:cubicBezTo>
                  <a:cubicBezTo>
                    <a:pt x="208" y="676"/>
                    <a:pt x="208" y="677"/>
                    <a:pt x="208" y="677"/>
                  </a:cubicBezTo>
                  <a:cubicBezTo>
                    <a:pt x="209" y="677"/>
                    <a:pt x="209" y="676"/>
                    <a:pt x="209" y="676"/>
                  </a:cubicBezTo>
                  <a:cubicBezTo>
                    <a:pt x="210" y="676"/>
                    <a:pt x="212" y="677"/>
                    <a:pt x="214" y="679"/>
                  </a:cubicBezTo>
                  <a:cubicBezTo>
                    <a:pt x="215" y="679"/>
                    <a:pt x="216" y="679"/>
                    <a:pt x="216" y="679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7" y="681"/>
                    <a:pt x="216" y="682"/>
                    <a:pt x="216" y="682"/>
                  </a:cubicBezTo>
                  <a:cubicBezTo>
                    <a:pt x="218" y="684"/>
                    <a:pt x="222" y="683"/>
                    <a:pt x="224" y="683"/>
                  </a:cubicBezTo>
                  <a:cubicBezTo>
                    <a:pt x="224" y="683"/>
                    <a:pt x="224" y="684"/>
                    <a:pt x="225" y="684"/>
                  </a:cubicBezTo>
                  <a:cubicBezTo>
                    <a:pt x="225" y="684"/>
                    <a:pt x="225" y="684"/>
                    <a:pt x="225" y="684"/>
                  </a:cubicBezTo>
                  <a:cubicBezTo>
                    <a:pt x="225" y="683"/>
                    <a:pt x="230" y="681"/>
                    <a:pt x="231" y="682"/>
                  </a:cubicBezTo>
                  <a:cubicBezTo>
                    <a:pt x="232" y="684"/>
                    <a:pt x="231" y="686"/>
                    <a:pt x="229" y="686"/>
                  </a:cubicBezTo>
                  <a:cubicBezTo>
                    <a:pt x="229" y="686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30" y="688"/>
                    <a:pt x="231" y="688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3" y="686"/>
                    <a:pt x="233" y="686"/>
                  </a:cubicBezTo>
                  <a:cubicBezTo>
                    <a:pt x="234" y="685"/>
                    <a:pt x="237" y="685"/>
                    <a:pt x="239" y="683"/>
                  </a:cubicBezTo>
                  <a:cubicBezTo>
                    <a:pt x="240" y="682"/>
                    <a:pt x="243" y="680"/>
                    <a:pt x="244" y="680"/>
                  </a:cubicBezTo>
                  <a:cubicBezTo>
                    <a:pt x="245" y="681"/>
                    <a:pt x="245" y="682"/>
                    <a:pt x="246" y="683"/>
                  </a:cubicBezTo>
                  <a:cubicBezTo>
                    <a:pt x="246" y="683"/>
                    <a:pt x="246" y="682"/>
                    <a:pt x="247" y="682"/>
                  </a:cubicBezTo>
                  <a:cubicBezTo>
                    <a:pt x="248" y="682"/>
                    <a:pt x="249" y="683"/>
                    <a:pt x="249" y="684"/>
                  </a:cubicBezTo>
                  <a:cubicBezTo>
                    <a:pt x="250" y="684"/>
                    <a:pt x="251" y="684"/>
                    <a:pt x="251" y="685"/>
                  </a:cubicBezTo>
                  <a:cubicBezTo>
                    <a:pt x="251" y="685"/>
                    <a:pt x="250" y="686"/>
                    <a:pt x="249" y="686"/>
                  </a:cubicBezTo>
                  <a:cubicBezTo>
                    <a:pt x="248" y="687"/>
                    <a:pt x="247" y="688"/>
                    <a:pt x="246" y="686"/>
                  </a:cubicBezTo>
                  <a:cubicBezTo>
                    <a:pt x="246" y="685"/>
                    <a:pt x="246" y="686"/>
                    <a:pt x="246" y="687"/>
                  </a:cubicBezTo>
                  <a:cubicBezTo>
                    <a:pt x="247" y="688"/>
                    <a:pt x="248" y="688"/>
                    <a:pt x="248" y="689"/>
                  </a:cubicBezTo>
                  <a:cubicBezTo>
                    <a:pt x="248" y="690"/>
                    <a:pt x="247" y="690"/>
                    <a:pt x="245" y="691"/>
                  </a:cubicBezTo>
                  <a:cubicBezTo>
                    <a:pt x="247" y="692"/>
                    <a:pt x="248" y="693"/>
                    <a:pt x="248" y="694"/>
                  </a:cubicBezTo>
                  <a:cubicBezTo>
                    <a:pt x="248" y="694"/>
                    <a:pt x="247" y="696"/>
                    <a:pt x="246" y="697"/>
                  </a:cubicBezTo>
                  <a:cubicBezTo>
                    <a:pt x="252" y="699"/>
                    <a:pt x="257" y="700"/>
                    <a:pt x="263" y="702"/>
                  </a:cubicBezTo>
                  <a:cubicBezTo>
                    <a:pt x="263" y="702"/>
                    <a:pt x="263" y="702"/>
                    <a:pt x="264" y="701"/>
                  </a:cubicBezTo>
                  <a:cubicBezTo>
                    <a:pt x="264" y="701"/>
                    <a:pt x="265" y="702"/>
                    <a:pt x="266" y="702"/>
                  </a:cubicBezTo>
                  <a:cubicBezTo>
                    <a:pt x="267" y="702"/>
                    <a:pt x="267" y="701"/>
                    <a:pt x="268" y="701"/>
                  </a:cubicBezTo>
                  <a:cubicBezTo>
                    <a:pt x="269" y="701"/>
                    <a:pt x="271" y="702"/>
                    <a:pt x="273" y="702"/>
                  </a:cubicBezTo>
                  <a:cubicBezTo>
                    <a:pt x="274" y="703"/>
                    <a:pt x="274" y="702"/>
                    <a:pt x="274" y="703"/>
                  </a:cubicBezTo>
                  <a:cubicBezTo>
                    <a:pt x="275" y="703"/>
                    <a:pt x="274" y="704"/>
                    <a:pt x="274" y="705"/>
                  </a:cubicBezTo>
                  <a:cubicBezTo>
                    <a:pt x="281" y="707"/>
                    <a:pt x="289" y="708"/>
                    <a:pt x="296" y="709"/>
                  </a:cubicBezTo>
                  <a:cubicBezTo>
                    <a:pt x="297" y="708"/>
                    <a:pt x="297" y="708"/>
                    <a:pt x="298" y="707"/>
                  </a:cubicBezTo>
                  <a:cubicBezTo>
                    <a:pt x="298" y="707"/>
                    <a:pt x="304" y="707"/>
                    <a:pt x="305" y="707"/>
                  </a:cubicBezTo>
                  <a:cubicBezTo>
                    <a:pt x="306" y="707"/>
                    <a:pt x="307" y="708"/>
                    <a:pt x="308" y="708"/>
                  </a:cubicBezTo>
                  <a:cubicBezTo>
                    <a:pt x="307" y="708"/>
                    <a:pt x="307" y="708"/>
                    <a:pt x="307" y="707"/>
                  </a:cubicBezTo>
                  <a:cubicBezTo>
                    <a:pt x="306" y="706"/>
                    <a:pt x="306" y="704"/>
                    <a:pt x="307" y="703"/>
                  </a:cubicBezTo>
                  <a:cubicBezTo>
                    <a:pt x="311" y="699"/>
                    <a:pt x="321" y="702"/>
                    <a:pt x="325" y="704"/>
                  </a:cubicBezTo>
                  <a:cubicBezTo>
                    <a:pt x="325" y="703"/>
                    <a:pt x="325" y="703"/>
                    <a:pt x="325" y="702"/>
                  </a:cubicBezTo>
                  <a:cubicBezTo>
                    <a:pt x="326" y="699"/>
                    <a:pt x="334" y="701"/>
                    <a:pt x="334" y="704"/>
                  </a:cubicBezTo>
                  <a:cubicBezTo>
                    <a:pt x="334" y="704"/>
                    <a:pt x="336" y="705"/>
                    <a:pt x="336" y="705"/>
                  </a:cubicBezTo>
                  <a:cubicBezTo>
                    <a:pt x="336" y="706"/>
                    <a:pt x="334" y="706"/>
                    <a:pt x="334" y="705"/>
                  </a:cubicBezTo>
                  <a:cubicBezTo>
                    <a:pt x="333" y="706"/>
                    <a:pt x="330" y="707"/>
                    <a:pt x="328" y="706"/>
                  </a:cubicBezTo>
                  <a:cubicBezTo>
                    <a:pt x="327" y="706"/>
                    <a:pt x="325" y="706"/>
                    <a:pt x="324" y="708"/>
                  </a:cubicBezTo>
                  <a:cubicBezTo>
                    <a:pt x="324" y="708"/>
                    <a:pt x="324" y="710"/>
                    <a:pt x="324" y="710"/>
                  </a:cubicBezTo>
                  <a:cubicBezTo>
                    <a:pt x="323" y="711"/>
                    <a:pt x="321" y="711"/>
                    <a:pt x="321" y="711"/>
                  </a:cubicBezTo>
                  <a:cubicBezTo>
                    <a:pt x="321" y="712"/>
                    <a:pt x="322" y="713"/>
                    <a:pt x="323" y="713"/>
                  </a:cubicBezTo>
                  <a:cubicBezTo>
                    <a:pt x="328" y="713"/>
                    <a:pt x="334" y="714"/>
                    <a:pt x="339" y="714"/>
                  </a:cubicBezTo>
                  <a:cubicBezTo>
                    <a:pt x="338" y="712"/>
                    <a:pt x="340" y="712"/>
                    <a:pt x="342" y="712"/>
                  </a:cubicBezTo>
                  <a:cubicBezTo>
                    <a:pt x="342" y="712"/>
                    <a:pt x="343" y="712"/>
                    <a:pt x="344" y="712"/>
                  </a:cubicBezTo>
                  <a:cubicBezTo>
                    <a:pt x="344" y="712"/>
                    <a:pt x="344" y="713"/>
                    <a:pt x="344" y="713"/>
                  </a:cubicBezTo>
                  <a:cubicBezTo>
                    <a:pt x="344" y="713"/>
                    <a:pt x="345" y="713"/>
                    <a:pt x="345" y="714"/>
                  </a:cubicBezTo>
                  <a:cubicBezTo>
                    <a:pt x="345" y="714"/>
                    <a:pt x="346" y="714"/>
                    <a:pt x="346" y="714"/>
                  </a:cubicBezTo>
                  <a:cubicBezTo>
                    <a:pt x="346" y="713"/>
                    <a:pt x="347" y="712"/>
                    <a:pt x="347" y="712"/>
                  </a:cubicBezTo>
                  <a:cubicBezTo>
                    <a:pt x="348" y="712"/>
                    <a:pt x="349" y="712"/>
                    <a:pt x="349" y="712"/>
                  </a:cubicBezTo>
                  <a:cubicBezTo>
                    <a:pt x="350" y="712"/>
                    <a:pt x="351" y="711"/>
                    <a:pt x="352" y="711"/>
                  </a:cubicBezTo>
                  <a:cubicBezTo>
                    <a:pt x="352" y="710"/>
                    <a:pt x="352" y="710"/>
                    <a:pt x="354" y="709"/>
                  </a:cubicBezTo>
                  <a:cubicBezTo>
                    <a:pt x="355" y="709"/>
                    <a:pt x="355" y="708"/>
                    <a:pt x="357" y="708"/>
                  </a:cubicBezTo>
                  <a:cubicBezTo>
                    <a:pt x="360" y="707"/>
                    <a:pt x="365" y="706"/>
                    <a:pt x="369" y="705"/>
                  </a:cubicBezTo>
                  <a:cubicBezTo>
                    <a:pt x="370" y="705"/>
                    <a:pt x="370" y="705"/>
                    <a:pt x="370" y="705"/>
                  </a:cubicBezTo>
                  <a:cubicBezTo>
                    <a:pt x="370" y="705"/>
                    <a:pt x="369" y="705"/>
                    <a:pt x="369" y="705"/>
                  </a:cubicBezTo>
                  <a:cubicBezTo>
                    <a:pt x="368" y="705"/>
                    <a:pt x="367" y="704"/>
                    <a:pt x="366" y="702"/>
                  </a:cubicBezTo>
                  <a:cubicBezTo>
                    <a:pt x="365" y="702"/>
                    <a:pt x="365" y="702"/>
                    <a:pt x="365" y="701"/>
                  </a:cubicBezTo>
                  <a:cubicBezTo>
                    <a:pt x="365" y="700"/>
                    <a:pt x="364" y="699"/>
                    <a:pt x="365" y="698"/>
                  </a:cubicBezTo>
                  <a:cubicBezTo>
                    <a:pt x="366" y="692"/>
                    <a:pt x="379" y="693"/>
                    <a:pt x="384" y="696"/>
                  </a:cubicBezTo>
                  <a:cubicBezTo>
                    <a:pt x="386" y="697"/>
                    <a:pt x="387" y="699"/>
                    <a:pt x="388" y="701"/>
                  </a:cubicBezTo>
                  <a:cubicBezTo>
                    <a:pt x="390" y="700"/>
                    <a:pt x="392" y="699"/>
                    <a:pt x="392" y="700"/>
                  </a:cubicBezTo>
                  <a:cubicBezTo>
                    <a:pt x="393" y="701"/>
                    <a:pt x="391" y="702"/>
                    <a:pt x="389" y="702"/>
                  </a:cubicBezTo>
                  <a:cubicBezTo>
                    <a:pt x="389" y="702"/>
                    <a:pt x="389" y="702"/>
                    <a:pt x="389" y="702"/>
                  </a:cubicBezTo>
                  <a:cubicBezTo>
                    <a:pt x="390" y="703"/>
                    <a:pt x="391" y="704"/>
                    <a:pt x="391" y="704"/>
                  </a:cubicBezTo>
                  <a:cubicBezTo>
                    <a:pt x="391" y="706"/>
                    <a:pt x="387" y="707"/>
                    <a:pt x="383" y="708"/>
                  </a:cubicBezTo>
                  <a:cubicBezTo>
                    <a:pt x="388" y="708"/>
                    <a:pt x="395" y="708"/>
                    <a:pt x="399" y="708"/>
                  </a:cubicBezTo>
                  <a:cubicBezTo>
                    <a:pt x="399" y="708"/>
                    <a:pt x="406" y="707"/>
                    <a:pt x="406" y="708"/>
                  </a:cubicBezTo>
                  <a:cubicBezTo>
                    <a:pt x="407" y="710"/>
                    <a:pt x="401" y="709"/>
                    <a:pt x="400" y="709"/>
                  </a:cubicBezTo>
                  <a:cubicBezTo>
                    <a:pt x="394" y="709"/>
                    <a:pt x="384" y="709"/>
                    <a:pt x="378" y="709"/>
                  </a:cubicBezTo>
                  <a:cubicBezTo>
                    <a:pt x="378" y="709"/>
                    <a:pt x="377" y="709"/>
                    <a:pt x="377" y="709"/>
                  </a:cubicBezTo>
                  <a:cubicBezTo>
                    <a:pt x="377" y="709"/>
                    <a:pt x="377" y="709"/>
                    <a:pt x="377" y="708"/>
                  </a:cubicBezTo>
                  <a:cubicBezTo>
                    <a:pt x="378" y="708"/>
                    <a:pt x="378" y="708"/>
                    <a:pt x="379" y="708"/>
                  </a:cubicBezTo>
                  <a:cubicBezTo>
                    <a:pt x="377" y="708"/>
                    <a:pt x="376" y="708"/>
                    <a:pt x="375" y="708"/>
                  </a:cubicBezTo>
                  <a:cubicBezTo>
                    <a:pt x="374" y="708"/>
                    <a:pt x="374" y="709"/>
                    <a:pt x="373" y="709"/>
                  </a:cubicBezTo>
                  <a:cubicBezTo>
                    <a:pt x="373" y="709"/>
                    <a:pt x="372" y="709"/>
                    <a:pt x="372" y="709"/>
                  </a:cubicBezTo>
                  <a:cubicBezTo>
                    <a:pt x="372" y="709"/>
                    <a:pt x="371" y="710"/>
                    <a:pt x="370" y="710"/>
                  </a:cubicBezTo>
                  <a:cubicBezTo>
                    <a:pt x="369" y="710"/>
                    <a:pt x="367" y="710"/>
                    <a:pt x="366" y="711"/>
                  </a:cubicBezTo>
                  <a:cubicBezTo>
                    <a:pt x="364" y="711"/>
                    <a:pt x="363" y="712"/>
                    <a:pt x="361" y="713"/>
                  </a:cubicBezTo>
                  <a:cubicBezTo>
                    <a:pt x="360" y="713"/>
                    <a:pt x="360" y="713"/>
                    <a:pt x="360" y="713"/>
                  </a:cubicBezTo>
                  <a:cubicBezTo>
                    <a:pt x="359" y="713"/>
                    <a:pt x="358" y="714"/>
                    <a:pt x="357" y="715"/>
                  </a:cubicBezTo>
                  <a:cubicBezTo>
                    <a:pt x="357" y="715"/>
                    <a:pt x="357" y="715"/>
                    <a:pt x="357" y="715"/>
                  </a:cubicBezTo>
                  <a:cubicBezTo>
                    <a:pt x="554" y="715"/>
                    <a:pt x="714" y="555"/>
                    <a:pt x="714" y="357"/>
                  </a:cubicBezTo>
                  <a:cubicBezTo>
                    <a:pt x="714" y="339"/>
                    <a:pt x="713" y="322"/>
                    <a:pt x="710" y="304"/>
                  </a:cubicBezTo>
                  <a:close/>
                  <a:moveTo>
                    <a:pt x="703" y="277"/>
                  </a:moveTo>
                  <a:cubicBezTo>
                    <a:pt x="704" y="277"/>
                    <a:pt x="703" y="279"/>
                    <a:pt x="702" y="279"/>
                  </a:cubicBezTo>
                  <a:cubicBezTo>
                    <a:pt x="702" y="278"/>
                    <a:pt x="703" y="278"/>
                    <a:pt x="703" y="277"/>
                  </a:cubicBezTo>
                  <a:close/>
                  <a:moveTo>
                    <a:pt x="702" y="292"/>
                  </a:moveTo>
                  <a:cubicBezTo>
                    <a:pt x="702" y="292"/>
                    <a:pt x="702" y="292"/>
                    <a:pt x="702" y="292"/>
                  </a:cubicBezTo>
                  <a:cubicBezTo>
                    <a:pt x="702" y="292"/>
                    <a:pt x="701" y="293"/>
                    <a:pt x="701" y="293"/>
                  </a:cubicBezTo>
                  <a:cubicBezTo>
                    <a:pt x="701" y="293"/>
                    <a:pt x="701" y="292"/>
                    <a:pt x="702" y="292"/>
                  </a:cubicBezTo>
                  <a:close/>
                  <a:moveTo>
                    <a:pt x="699" y="271"/>
                  </a:moveTo>
                  <a:cubicBezTo>
                    <a:pt x="697" y="274"/>
                    <a:pt x="700" y="270"/>
                    <a:pt x="699" y="271"/>
                  </a:cubicBezTo>
                  <a:close/>
                  <a:moveTo>
                    <a:pt x="681" y="279"/>
                  </a:moveTo>
                  <a:cubicBezTo>
                    <a:pt x="681" y="277"/>
                    <a:pt x="683" y="278"/>
                    <a:pt x="681" y="279"/>
                  </a:cubicBezTo>
                  <a:close/>
                  <a:moveTo>
                    <a:pt x="682" y="275"/>
                  </a:moveTo>
                  <a:cubicBezTo>
                    <a:pt x="683" y="276"/>
                    <a:pt x="681" y="277"/>
                    <a:pt x="682" y="275"/>
                  </a:cubicBezTo>
                  <a:close/>
                  <a:moveTo>
                    <a:pt x="686" y="247"/>
                  </a:moveTo>
                  <a:cubicBezTo>
                    <a:pt x="687" y="248"/>
                    <a:pt x="687" y="250"/>
                    <a:pt x="687" y="252"/>
                  </a:cubicBezTo>
                  <a:cubicBezTo>
                    <a:pt x="686" y="251"/>
                    <a:pt x="686" y="249"/>
                    <a:pt x="686" y="247"/>
                  </a:cubicBezTo>
                  <a:close/>
                  <a:moveTo>
                    <a:pt x="680" y="254"/>
                  </a:moveTo>
                  <a:cubicBezTo>
                    <a:pt x="680" y="255"/>
                    <a:pt x="681" y="252"/>
                    <a:pt x="680" y="254"/>
                  </a:cubicBezTo>
                  <a:close/>
                  <a:moveTo>
                    <a:pt x="684" y="227"/>
                  </a:moveTo>
                  <a:cubicBezTo>
                    <a:pt x="687" y="230"/>
                    <a:pt x="682" y="233"/>
                    <a:pt x="680" y="234"/>
                  </a:cubicBezTo>
                  <a:cubicBezTo>
                    <a:pt x="678" y="231"/>
                    <a:pt x="681" y="225"/>
                    <a:pt x="684" y="227"/>
                  </a:cubicBezTo>
                  <a:close/>
                  <a:moveTo>
                    <a:pt x="634" y="190"/>
                  </a:moveTo>
                  <a:cubicBezTo>
                    <a:pt x="634" y="190"/>
                    <a:pt x="634" y="191"/>
                    <a:pt x="634" y="191"/>
                  </a:cubicBezTo>
                  <a:cubicBezTo>
                    <a:pt x="635" y="194"/>
                    <a:pt x="630" y="192"/>
                    <a:pt x="634" y="190"/>
                  </a:cubicBezTo>
                  <a:close/>
                  <a:moveTo>
                    <a:pt x="574" y="146"/>
                  </a:moveTo>
                  <a:cubicBezTo>
                    <a:pt x="575" y="147"/>
                    <a:pt x="573" y="147"/>
                    <a:pt x="573" y="146"/>
                  </a:cubicBezTo>
                  <a:cubicBezTo>
                    <a:pt x="572" y="146"/>
                    <a:pt x="574" y="145"/>
                    <a:pt x="574" y="146"/>
                  </a:cubicBezTo>
                  <a:close/>
                  <a:moveTo>
                    <a:pt x="571" y="138"/>
                  </a:moveTo>
                  <a:cubicBezTo>
                    <a:pt x="571" y="138"/>
                    <a:pt x="571" y="138"/>
                    <a:pt x="571" y="138"/>
                  </a:cubicBezTo>
                  <a:cubicBezTo>
                    <a:pt x="572" y="140"/>
                    <a:pt x="569" y="137"/>
                    <a:pt x="571" y="138"/>
                  </a:cubicBezTo>
                  <a:close/>
                  <a:moveTo>
                    <a:pt x="566" y="136"/>
                  </a:moveTo>
                  <a:cubicBezTo>
                    <a:pt x="566" y="137"/>
                    <a:pt x="564" y="137"/>
                    <a:pt x="564" y="137"/>
                  </a:cubicBezTo>
                  <a:cubicBezTo>
                    <a:pt x="564" y="136"/>
                    <a:pt x="566" y="135"/>
                    <a:pt x="566" y="136"/>
                  </a:cubicBezTo>
                  <a:close/>
                  <a:moveTo>
                    <a:pt x="562" y="145"/>
                  </a:moveTo>
                  <a:cubicBezTo>
                    <a:pt x="563" y="146"/>
                    <a:pt x="562" y="146"/>
                    <a:pt x="562" y="146"/>
                  </a:cubicBezTo>
                  <a:cubicBezTo>
                    <a:pt x="561" y="145"/>
                    <a:pt x="562" y="145"/>
                    <a:pt x="562" y="145"/>
                  </a:cubicBezTo>
                  <a:close/>
                  <a:moveTo>
                    <a:pt x="549" y="88"/>
                  </a:moveTo>
                  <a:cubicBezTo>
                    <a:pt x="549" y="88"/>
                    <a:pt x="549" y="88"/>
                    <a:pt x="549" y="88"/>
                  </a:cubicBezTo>
                  <a:cubicBezTo>
                    <a:pt x="549" y="88"/>
                    <a:pt x="549" y="88"/>
                    <a:pt x="549" y="88"/>
                  </a:cubicBezTo>
                  <a:close/>
                  <a:moveTo>
                    <a:pt x="549" y="88"/>
                  </a:moveTo>
                  <a:cubicBezTo>
                    <a:pt x="549" y="88"/>
                    <a:pt x="548" y="88"/>
                    <a:pt x="549" y="88"/>
                  </a:cubicBezTo>
                  <a:close/>
                  <a:moveTo>
                    <a:pt x="549" y="90"/>
                  </a:moveTo>
                  <a:cubicBezTo>
                    <a:pt x="549" y="91"/>
                    <a:pt x="548" y="91"/>
                    <a:pt x="548" y="91"/>
                  </a:cubicBezTo>
                  <a:cubicBezTo>
                    <a:pt x="548" y="91"/>
                    <a:pt x="549" y="90"/>
                    <a:pt x="549" y="90"/>
                  </a:cubicBezTo>
                  <a:close/>
                  <a:moveTo>
                    <a:pt x="547" y="89"/>
                  </a:moveTo>
                  <a:cubicBezTo>
                    <a:pt x="546" y="89"/>
                    <a:pt x="546" y="90"/>
                    <a:pt x="545" y="90"/>
                  </a:cubicBezTo>
                  <a:cubicBezTo>
                    <a:pt x="546" y="90"/>
                    <a:pt x="544" y="88"/>
                    <a:pt x="544" y="88"/>
                  </a:cubicBezTo>
                  <a:cubicBezTo>
                    <a:pt x="545" y="87"/>
                    <a:pt x="547" y="87"/>
                    <a:pt x="547" y="89"/>
                  </a:cubicBezTo>
                  <a:close/>
                  <a:moveTo>
                    <a:pt x="540" y="94"/>
                  </a:moveTo>
                  <a:cubicBezTo>
                    <a:pt x="541" y="94"/>
                    <a:pt x="539" y="94"/>
                    <a:pt x="539" y="94"/>
                  </a:cubicBezTo>
                  <a:cubicBezTo>
                    <a:pt x="539" y="93"/>
                    <a:pt x="540" y="93"/>
                    <a:pt x="540" y="94"/>
                  </a:cubicBezTo>
                  <a:close/>
                  <a:moveTo>
                    <a:pt x="540" y="97"/>
                  </a:moveTo>
                  <a:cubicBezTo>
                    <a:pt x="540" y="96"/>
                    <a:pt x="538" y="98"/>
                    <a:pt x="539" y="97"/>
                  </a:cubicBezTo>
                  <a:cubicBezTo>
                    <a:pt x="539" y="96"/>
                    <a:pt x="542" y="93"/>
                    <a:pt x="544" y="93"/>
                  </a:cubicBezTo>
                  <a:cubicBezTo>
                    <a:pt x="546" y="93"/>
                    <a:pt x="549" y="94"/>
                    <a:pt x="548" y="96"/>
                  </a:cubicBezTo>
                  <a:cubicBezTo>
                    <a:pt x="548" y="98"/>
                    <a:pt x="544" y="100"/>
                    <a:pt x="542" y="100"/>
                  </a:cubicBezTo>
                  <a:cubicBezTo>
                    <a:pt x="541" y="100"/>
                    <a:pt x="540" y="99"/>
                    <a:pt x="540" y="99"/>
                  </a:cubicBezTo>
                  <a:cubicBezTo>
                    <a:pt x="539" y="99"/>
                    <a:pt x="538" y="101"/>
                    <a:pt x="538" y="99"/>
                  </a:cubicBezTo>
                  <a:cubicBezTo>
                    <a:pt x="538" y="99"/>
                    <a:pt x="540" y="97"/>
                    <a:pt x="540" y="97"/>
                  </a:cubicBezTo>
                  <a:close/>
                  <a:moveTo>
                    <a:pt x="535" y="95"/>
                  </a:moveTo>
                  <a:cubicBezTo>
                    <a:pt x="536" y="96"/>
                    <a:pt x="533" y="95"/>
                    <a:pt x="535" y="95"/>
                  </a:cubicBezTo>
                  <a:close/>
                  <a:moveTo>
                    <a:pt x="535" y="97"/>
                  </a:moveTo>
                  <a:cubicBezTo>
                    <a:pt x="535" y="97"/>
                    <a:pt x="535" y="96"/>
                    <a:pt x="535" y="96"/>
                  </a:cubicBezTo>
                  <a:cubicBezTo>
                    <a:pt x="535" y="97"/>
                    <a:pt x="536" y="97"/>
                    <a:pt x="535" y="97"/>
                  </a:cubicBezTo>
                  <a:close/>
                  <a:moveTo>
                    <a:pt x="534" y="111"/>
                  </a:moveTo>
                  <a:cubicBezTo>
                    <a:pt x="534" y="110"/>
                    <a:pt x="535" y="109"/>
                    <a:pt x="536" y="110"/>
                  </a:cubicBezTo>
                  <a:cubicBezTo>
                    <a:pt x="537" y="111"/>
                    <a:pt x="535" y="111"/>
                    <a:pt x="534" y="111"/>
                  </a:cubicBezTo>
                  <a:close/>
                  <a:moveTo>
                    <a:pt x="535" y="84"/>
                  </a:moveTo>
                  <a:cubicBezTo>
                    <a:pt x="538" y="83"/>
                    <a:pt x="536" y="88"/>
                    <a:pt x="534" y="87"/>
                  </a:cubicBezTo>
                  <a:cubicBezTo>
                    <a:pt x="532" y="86"/>
                    <a:pt x="534" y="85"/>
                    <a:pt x="535" y="84"/>
                  </a:cubicBezTo>
                  <a:close/>
                  <a:moveTo>
                    <a:pt x="545" y="73"/>
                  </a:moveTo>
                  <a:cubicBezTo>
                    <a:pt x="544" y="74"/>
                    <a:pt x="544" y="72"/>
                    <a:pt x="545" y="73"/>
                  </a:cubicBezTo>
                  <a:close/>
                  <a:moveTo>
                    <a:pt x="541" y="72"/>
                  </a:moveTo>
                  <a:cubicBezTo>
                    <a:pt x="540" y="73"/>
                    <a:pt x="539" y="73"/>
                    <a:pt x="537" y="73"/>
                  </a:cubicBezTo>
                  <a:cubicBezTo>
                    <a:pt x="539" y="73"/>
                    <a:pt x="539" y="71"/>
                    <a:pt x="541" y="72"/>
                  </a:cubicBezTo>
                  <a:close/>
                  <a:moveTo>
                    <a:pt x="534" y="73"/>
                  </a:moveTo>
                  <a:cubicBezTo>
                    <a:pt x="534" y="74"/>
                    <a:pt x="532" y="75"/>
                    <a:pt x="532" y="74"/>
                  </a:cubicBezTo>
                  <a:cubicBezTo>
                    <a:pt x="531" y="74"/>
                    <a:pt x="534" y="73"/>
                    <a:pt x="534" y="73"/>
                  </a:cubicBezTo>
                  <a:close/>
                  <a:moveTo>
                    <a:pt x="531" y="74"/>
                  </a:moveTo>
                  <a:cubicBezTo>
                    <a:pt x="532" y="75"/>
                    <a:pt x="530" y="74"/>
                    <a:pt x="530" y="74"/>
                  </a:cubicBezTo>
                  <a:cubicBezTo>
                    <a:pt x="529" y="73"/>
                    <a:pt x="531" y="73"/>
                    <a:pt x="531" y="74"/>
                  </a:cubicBezTo>
                  <a:close/>
                  <a:moveTo>
                    <a:pt x="458" y="41"/>
                  </a:moveTo>
                  <a:cubicBezTo>
                    <a:pt x="458" y="42"/>
                    <a:pt x="458" y="42"/>
                    <a:pt x="458" y="42"/>
                  </a:cubicBezTo>
                  <a:cubicBezTo>
                    <a:pt x="458" y="41"/>
                    <a:pt x="457" y="40"/>
                    <a:pt x="458" y="41"/>
                  </a:cubicBezTo>
                  <a:close/>
                  <a:moveTo>
                    <a:pt x="421" y="34"/>
                  </a:moveTo>
                  <a:cubicBezTo>
                    <a:pt x="420" y="34"/>
                    <a:pt x="420" y="33"/>
                    <a:pt x="421" y="34"/>
                  </a:cubicBezTo>
                  <a:close/>
                  <a:moveTo>
                    <a:pt x="421" y="29"/>
                  </a:moveTo>
                  <a:cubicBezTo>
                    <a:pt x="422" y="30"/>
                    <a:pt x="420" y="30"/>
                    <a:pt x="420" y="30"/>
                  </a:cubicBezTo>
                  <a:cubicBezTo>
                    <a:pt x="419" y="29"/>
                    <a:pt x="421" y="29"/>
                    <a:pt x="421" y="29"/>
                  </a:cubicBezTo>
                  <a:close/>
                  <a:moveTo>
                    <a:pt x="461" y="19"/>
                  </a:moveTo>
                  <a:cubicBezTo>
                    <a:pt x="461" y="20"/>
                    <a:pt x="458" y="20"/>
                    <a:pt x="458" y="19"/>
                  </a:cubicBezTo>
                  <a:cubicBezTo>
                    <a:pt x="457" y="18"/>
                    <a:pt x="461" y="17"/>
                    <a:pt x="461" y="19"/>
                  </a:cubicBezTo>
                  <a:close/>
                  <a:moveTo>
                    <a:pt x="456" y="20"/>
                  </a:moveTo>
                  <a:cubicBezTo>
                    <a:pt x="457" y="21"/>
                    <a:pt x="454" y="22"/>
                    <a:pt x="454" y="20"/>
                  </a:cubicBezTo>
                  <a:cubicBezTo>
                    <a:pt x="454" y="20"/>
                    <a:pt x="456" y="20"/>
                    <a:pt x="456" y="20"/>
                  </a:cubicBezTo>
                  <a:close/>
                  <a:moveTo>
                    <a:pt x="455" y="23"/>
                  </a:moveTo>
                  <a:cubicBezTo>
                    <a:pt x="456" y="24"/>
                    <a:pt x="453" y="23"/>
                    <a:pt x="453" y="23"/>
                  </a:cubicBezTo>
                  <a:cubicBezTo>
                    <a:pt x="453" y="22"/>
                    <a:pt x="455" y="22"/>
                    <a:pt x="455" y="23"/>
                  </a:cubicBezTo>
                  <a:close/>
                  <a:moveTo>
                    <a:pt x="434" y="24"/>
                  </a:moveTo>
                  <a:cubicBezTo>
                    <a:pt x="434" y="25"/>
                    <a:pt x="430" y="24"/>
                    <a:pt x="430" y="23"/>
                  </a:cubicBezTo>
                  <a:cubicBezTo>
                    <a:pt x="430" y="22"/>
                    <a:pt x="433" y="22"/>
                    <a:pt x="434" y="24"/>
                  </a:cubicBezTo>
                  <a:close/>
                  <a:moveTo>
                    <a:pt x="427" y="20"/>
                  </a:moveTo>
                  <a:cubicBezTo>
                    <a:pt x="427" y="21"/>
                    <a:pt x="425" y="20"/>
                    <a:pt x="425" y="20"/>
                  </a:cubicBezTo>
                  <a:cubicBezTo>
                    <a:pt x="425" y="20"/>
                    <a:pt x="427" y="19"/>
                    <a:pt x="427" y="20"/>
                  </a:cubicBezTo>
                  <a:close/>
                  <a:moveTo>
                    <a:pt x="418" y="41"/>
                  </a:moveTo>
                  <a:cubicBezTo>
                    <a:pt x="418" y="41"/>
                    <a:pt x="418" y="40"/>
                    <a:pt x="418" y="40"/>
                  </a:cubicBezTo>
                  <a:cubicBezTo>
                    <a:pt x="416" y="39"/>
                    <a:pt x="420" y="40"/>
                    <a:pt x="418" y="41"/>
                  </a:cubicBezTo>
                  <a:close/>
                  <a:moveTo>
                    <a:pt x="415" y="43"/>
                  </a:moveTo>
                  <a:cubicBezTo>
                    <a:pt x="416" y="44"/>
                    <a:pt x="414" y="44"/>
                    <a:pt x="414" y="44"/>
                  </a:cubicBezTo>
                  <a:cubicBezTo>
                    <a:pt x="414" y="44"/>
                    <a:pt x="414" y="43"/>
                    <a:pt x="415" y="43"/>
                  </a:cubicBezTo>
                  <a:close/>
                  <a:moveTo>
                    <a:pt x="388" y="45"/>
                  </a:moveTo>
                  <a:cubicBezTo>
                    <a:pt x="388" y="43"/>
                    <a:pt x="393" y="43"/>
                    <a:pt x="393" y="45"/>
                  </a:cubicBezTo>
                  <a:cubicBezTo>
                    <a:pt x="393" y="48"/>
                    <a:pt x="388" y="46"/>
                    <a:pt x="388" y="45"/>
                  </a:cubicBezTo>
                  <a:close/>
                  <a:moveTo>
                    <a:pt x="394" y="10"/>
                  </a:moveTo>
                  <a:cubicBezTo>
                    <a:pt x="394" y="11"/>
                    <a:pt x="393" y="11"/>
                    <a:pt x="392" y="11"/>
                  </a:cubicBezTo>
                  <a:cubicBezTo>
                    <a:pt x="393" y="10"/>
                    <a:pt x="394" y="10"/>
                    <a:pt x="394" y="10"/>
                  </a:cubicBezTo>
                  <a:close/>
                  <a:moveTo>
                    <a:pt x="389" y="10"/>
                  </a:moveTo>
                  <a:cubicBezTo>
                    <a:pt x="391" y="9"/>
                    <a:pt x="391" y="12"/>
                    <a:pt x="389" y="10"/>
                  </a:cubicBezTo>
                  <a:close/>
                  <a:moveTo>
                    <a:pt x="387" y="32"/>
                  </a:moveTo>
                  <a:cubicBezTo>
                    <a:pt x="393" y="30"/>
                    <a:pt x="399" y="30"/>
                    <a:pt x="404" y="30"/>
                  </a:cubicBezTo>
                  <a:cubicBezTo>
                    <a:pt x="399" y="31"/>
                    <a:pt x="391" y="32"/>
                    <a:pt x="384" y="33"/>
                  </a:cubicBezTo>
                  <a:cubicBezTo>
                    <a:pt x="379" y="35"/>
                    <a:pt x="386" y="32"/>
                    <a:pt x="387" y="32"/>
                  </a:cubicBezTo>
                  <a:close/>
                  <a:moveTo>
                    <a:pt x="380" y="25"/>
                  </a:moveTo>
                  <a:cubicBezTo>
                    <a:pt x="381" y="24"/>
                    <a:pt x="382" y="26"/>
                    <a:pt x="380" y="25"/>
                  </a:cubicBezTo>
                  <a:close/>
                  <a:moveTo>
                    <a:pt x="355" y="52"/>
                  </a:moveTo>
                  <a:cubicBezTo>
                    <a:pt x="355" y="51"/>
                    <a:pt x="357" y="50"/>
                    <a:pt x="357" y="51"/>
                  </a:cubicBezTo>
                  <a:cubicBezTo>
                    <a:pt x="358" y="53"/>
                    <a:pt x="356" y="52"/>
                    <a:pt x="355" y="52"/>
                  </a:cubicBezTo>
                  <a:close/>
                  <a:moveTo>
                    <a:pt x="375" y="42"/>
                  </a:move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lose/>
                  <a:moveTo>
                    <a:pt x="371" y="6"/>
                  </a:moveTo>
                  <a:cubicBezTo>
                    <a:pt x="372" y="5"/>
                    <a:pt x="373" y="7"/>
                    <a:pt x="371" y="6"/>
                  </a:cubicBezTo>
                  <a:close/>
                  <a:moveTo>
                    <a:pt x="367" y="52"/>
                  </a:moveTo>
                  <a:cubicBezTo>
                    <a:pt x="366" y="53"/>
                    <a:pt x="365" y="53"/>
                    <a:pt x="364" y="53"/>
                  </a:cubicBezTo>
                  <a:cubicBezTo>
                    <a:pt x="365" y="52"/>
                    <a:pt x="366" y="52"/>
                    <a:pt x="367" y="52"/>
                  </a:cubicBezTo>
                  <a:close/>
                  <a:moveTo>
                    <a:pt x="360" y="41"/>
                  </a:moveTo>
                  <a:cubicBezTo>
                    <a:pt x="358" y="42"/>
                    <a:pt x="354" y="43"/>
                    <a:pt x="351" y="41"/>
                  </a:cubicBezTo>
                  <a:cubicBezTo>
                    <a:pt x="351" y="40"/>
                    <a:pt x="360" y="41"/>
                    <a:pt x="360" y="41"/>
                  </a:cubicBezTo>
                  <a:close/>
                  <a:moveTo>
                    <a:pt x="2" y="391"/>
                  </a:moveTo>
                  <a:cubicBezTo>
                    <a:pt x="2" y="392"/>
                    <a:pt x="2" y="389"/>
                    <a:pt x="2" y="391"/>
                  </a:cubicBezTo>
                  <a:close/>
                  <a:moveTo>
                    <a:pt x="2" y="338"/>
                  </a:moveTo>
                  <a:cubicBezTo>
                    <a:pt x="1" y="339"/>
                    <a:pt x="1" y="336"/>
                    <a:pt x="2" y="337"/>
                  </a:cubicBezTo>
                  <a:cubicBezTo>
                    <a:pt x="2" y="337"/>
                    <a:pt x="2" y="337"/>
                    <a:pt x="2" y="338"/>
                  </a:cubicBezTo>
                  <a:close/>
                  <a:moveTo>
                    <a:pt x="6" y="411"/>
                  </a:moveTo>
                  <a:cubicBezTo>
                    <a:pt x="7" y="410"/>
                    <a:pt x="8" y="410"/>
                    <a:pt x="6" y="411"/>
                  </a:cubicBezTo>
                  <a:close/>
                  <a:moveTo>
                    <a:pt x="7" y="377"/>
                  </a:moveTo>
                  <a:cubicBezTo>
                    <a:pt x="8" y="377"/>
                    <a:pt x="8" y="378"/>
                    <a:pt x="7" y="379"/>
                  </a:cubicBezTo>
                  <a:cubicBezTo>
                    <a:pt x="6" y="380"/>
                    <a:pt x="7" y="377"/>
                    <a:pt x="7" y="377"/>
                  </a:cubicBezTo>
                  <a:close/>
                  <a:moveTo>
                    <a:pt x="7" y="415"/>
                  </a:moveTo>
                  <a:cubicBezTo>
                    <a:pt x="7" y="416"/>
                    <a:pt x="7" y="413"/>
                    <a:pt x="8" y="414"/>
                  </a:cubicBezTo>
                  <a:cubicBezTo>
                    <a:pt x="9" y="414"/>
                    <a:pt x="8" y="415"/>
                    <a:pt x="7" y="415"/>
                  </a:cubicBezTo>
                  <a:close/>
                  <a:moveTo>
                    <a:pt x="7" y="368"/>
                  </a:moveTo>
                  <a:cubicBezTo>
                    <a:pt x="6" y="367"/>
                    <a:pt x="7" y="364"/>
                    <a:pt x="8" y="363"/>
                  </a:cubicBezTo>
                  <a:cubicBezTo>
                    <a:pt x="8" y="365"/>
                    <a:pt x="7" y="366"/>
                    <a:pt x="7" y="368"/>
                  </a:cubicBezTo>
                  <a:close/>
                  <a:moveTo>
                    <a:pt x="13" y="438"/>
                  </a:moveTo>
                  <a:cubicBezTo>
                    <a:pt x="13" y="438"/>
                    <a:pt x="13" y="439"/>
                    <a:pt x="13" y="439"/>
                  </a:cubicBezTo>
                  <a:cubicBezTo>
                    <a:pt x="13" y="441"/>
                    <a:pt x="12" y="437"/>
                    <a:pt x="13" y="438"/>
                  </a:cubicBezTo>
                  <a:close/>
                  <a:moveTo>
                    <a:pt x="12" y="423"/>
                  </a:moveTo>
                  <a:cubicBezTo>
                    <a:pt x="13" y="423"/>
                    <a:pt x="11" y="425"/>
                    <a:pt x="12" y="423"/>
                  </a:cubicBezTo>
                  <a:close/>
                  <a:moveTo>
                    <a:pt x="15" y="295"/>
                  </a:moveTo>
                  <a:cubicBezTo>
                    <a:pt x="15" y="298"/>
                    <a:pt x="13" y="296"/>
                    <a:pt x="15" y="295"/>
                  </a:cubicBezTo>
                  <a:close/>
                  <a:moveTo>
                    <a:pt x="13" y="368"/>
                  </a:moveTo>
                  <a:cubicBezTo>
                    <a:pt x="14" y="368"/>
                    <a:pt x="13" y="369"/>
                    <a:pt x="13" y="369"/>
                  </a:cubicBezTo>
                  <a:cubicBezTo>
                    <a:pt x="12" y="370"/>
                    <a:pt x="12" y="367"/>
                    <a:pt x="13" y="368"/>
                  </a:cubicBezTo>
                  <a:close/>
                  <a:moveTo>
                    <a:pt x="12" y="352"/>
                  </a:moveTo>
                  <a:cubicBezTo>
                    <a:pt x="11" y="353"/>
                    <a:pt x="11" y="350"/>
                    <a:pt x="12" y="351"/>
                  </a:cubicBezTo>
                  <a:cubicBezTo>
                    <a:pt x="13" y="351"/>
                    <a:pt x="12" y="352"/>
                    <a:pt x="12" y="352"/>
                  </a:cubicBezTo>
                  <a:close/>
                  <a:moveTo>
                    <a:pt x="10" y="333"/>
                  </a:moveTo>
                  <a:cubicBezTo>
                    <a:pt x="12" y="332"/>
                    <a:pt x="14" y="337"/>
                    <a:pt x="12" y="338"/>
                  </a:cubicBezTo>
                  <a:cubicBezTo>
                    <a:pt x="9" y="339"/>
                    <a:pt x="9" y="334"/>
                    <a:pt x="10" y="333"/>
                  </a:cubicBezTo>
                  <a:close/>
                  <a:moveTo>
                    <a:pt x="10" y="355"/>
                  </a:moveTo>
                  <a:cubicBezTo>
                    <a:pt x="9" y="356"/>
                    <a:pt x="10" y="353"/>
                    <a:pt x="10" y="353"/>
                  </a:cubicBezTo>
                  <a:cubicBezTo>
                    <a:pt x="11" y="354"/>
                    <a:pt x="10" y="355"/>
                    <a:pt x="10" y="355"/>
                  </a:cubicBezTo>
                  <a:close/>
                  <a:moveTo>
                    <a:pt x="9" y="371"/>
                  </a:moveTo>
                  <a:cubicBezTo>
                    <a:pt x="8" y="372"/>
                    <a:pt x="8" y="369"/>
                    <a:pt x="9" y="370"/>
                  </a:cubicBezTo>
                  <a:cubicBezTo>
                    <a:pt x="9" y="370"/>
                    <a:pt x="9" y="371"/>
                    <a:pt x="9" y="371"/>
                  </a:cubicBezTo>
                  <a:close/>
                  <a:moveTo>
                    <a:pt x="9" y="359"/>
                  </a:moveTo>
                  <a:cubicBezTo>
                    <a:pt x="8" y="359"/>
                    <a:pt x="9" y="357"/>
                    <a:pt x="10" y="357"/>
                  </a:cubicBezTo>
                  <a:cubicBezTo>
                    <a:pt x="9" y="358"/>
                    <a:pt x="9" y="358"/>
                    <a:pt x="9" y="359"/>
                  </a:cubicBezTo>
                  <a:close/>
                  <a:moveTo>
                    <a:pt x="10" y="438"/>
                  </a:moveTo>
                  <a:cubicBezTo>
                    <a:pt x="9" y="439"/>
                    <a:pt x="10" y="436"/>
                    <a:pt x="11" y="436"/>
                  </a:cubicBezTo>
                  <a:cubicBezTo>
                    <a:pt x="12" y="437"/>
                    <a:pt x="11" y="437"/>
                    <a:pt x="10" y="438"/>
                  </a:cubicBezTo>
                  <a:close/>
                  <a:moveTo>
                    <a:pt x="10" y="424"/>
                  </a:moveTo>
                  <a:cubicBezTo>
                    <a:pt x="9" y="425"/>
                    <a:pt x="10" y="422"/>
                    <a:pt x="11" y="423"/>
                  </a:cubicBezTo>
                  <a:cubicBezTo>
                    <a:pt x="12" y="424"/>
                    <a:pt x="11" y="424"/>
                    <a:pt x="10" y="424"/>
                  </a:cubicBezTo>
                  <a:close/>
                  <a:moveTo>
                    <a:pt x="11" y="386"/>
                  </a:moveTo>
                  <a:cubicBezTo>
                    <a:pt x="10" y="386"/>
                    <a:pt x="10" y="387"/>
                    <a:pt x="10" y="385"/>
                  </a:cubicBezTo>
                  <a:cubicBezTo>
                    <a:pt x="10" y="383"/>
                    <a:pt x="14" y="374"/>
                    <a:pt x="14" y="374"/>
                  </a:cubicBezTo>
                  <a:cubicBezTo>
                    <a:pt x="16" y="374"/>
                    <a:pt x="13" y="377"/>
                    <a:pt x="13" y="378"/>
                  </a:cubicBezTo>
                  <a:cubicBezTo>
                    <a:pt x="12" y="381"/>
                    <a:pt x="14" y="385"/>
                    <a:pt x="11" y="386"/>
                  </a:cubicBezTo>
                  <a:close/>
                  <a:moveTo>
                    <a:pt x="14" y="394"/>
                  </a:moveTo>
                  <a:cubicBezTo>
                    <a:pt x="13" y="396"/>
                    <a:pt x="14" y="393"/>
                    <a:pt x="14" y="393"/>
                  </a:cubicBezTo>
                  <a:cubicBezTo>
                    <a:pt x="15" y="393"/>
                    <a:pt x="15" y="394"/>
                    <a:pt x="14" y="394"/>
                  </a:cubicBezTo>
                  <a:close/>
                  <a:moveTo>
                    <a:pt x="15" y="388"/>
                  </a:moveTo>
                  <a:cubicBezTo>
                    <a:pt x="14" y="388"/>
                    <a:pt x="15" y="387"/>
                    <a:pt x="15" y="387"/>
                  </a:cubicBezTo>
                  <a:cubicBezTo>
                    <a:pt x="15" y="387"/>
                    <a:pt x="15" y="388"/>
                    <a:pt x="15" y="388"/>
                  </a:cubicBezTo>
                  <a:close/>
                  <a:moveTo>
                    <a:pt x="15" y="300"/>
                  </a:moveTo>
                  <a:cubicBezTo>
                    <a:pt x="16" y="302"/>
                    <a:pt x="14" y="301"/>
                    <a:pt x="15" y="300"/>
                  </a:cubicBezTo>
                  <a:close/>
                  <a:moveTo>
                    <a:pt x="16" y="366"/>
                  </a:moveTo>
                  <a:cubicBezTo>
                    <a:pt x="15" y="367"/>
                    <a:pt x="17" y="364"/>
                    <a:pt x="16" y="366"/>
                  </a:cubicBezTo>
                  <a:close/>
                  <a:moveTo>
                    <a:pt x="17" y="380"/>
                  </a:moveTo>
                  <a:cubicBezTo>
                    <a:pt x="16" y="381"/>
                    <a:pt x="16" y="379"/>
                    <a:pt x="17" y="379"/>
                  </a:cubicBezTo>
                  <a:cubicBezTo>
                    <a:pt x="17" y="378"/>
                    <a:pt x="17" y="380"/>
                    <a:pt x="17" y="380"/>
                  </a:cubicBezTo>
                  <a:close/>
                  <a:moveTo>
                    <a:pt x="27" y="420"/>
                  </a:move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lose/>
                  <a:moveTo>
                    <a:pt x="23" y="346"/>
                  </a:moveTo>
                  <a:cubicBezTo>
                    <a:pt x="23" y="346"/>
                    <a:pt x="23" y="347"/>
                    <a:pt x="23" y="347"/>
                  </a:cubicBezTo>
                  <a:cubicBezTo>
                    <a:pt x="22" y="347"/>
                    <a:pt x="22" y="346"/>
                    <a:pt x="23" y="346"/>
                  </a:cubicBezTo>
                  <a:close/>
                  <a:moveTo>
                    <a:pt x="19" y="405"/>
                  </a:moveTo>
                  <a:cubicBezTo>
                    <a:pt x="19" y="405"/>
                    <a:pt x="18" y="404"/>
                    <a:pt x="18" y="404"/>
                  </a:cubicBezTo>
                  <a:cubicBezTo>
                    <a:pt x="18" y="404"/>
                    <a:pt x="20" y="404"/>
                    <a:pt x="19" y="405"/>
                  </a:cubicBezTo>
                  <a:close/>
                  <a:moveTo>
                    <a:pt x="20" y="406"/>
                  </a:moveTo>
                  <a:cubicBezTo>
                    <a:pt x="19" y="406"/>
                    <a:pt x="20" y="405"/>
                    <a:pt x="20" y="404"/>
                  </a:cubicBezTo>
                  <a:cubicBezTo>
                    <a:pt x="21" y="404"/>
                    <a:pt x="20" y="405"/>
                    <a:pt x="20" y="406"/>
                  </a:cubicBezTo>
                  <a:close/>
                  <a:moveTo>
                    <a:pt x="20" y="360"/>
                  </a:moveTo>
                  <a:cubicBezTo>
                    <a:pt x="19" y="359"/>
                    <a:pt x="21" y="359"/>
                    <a:pt x="20" y="360"/>
                  </a:cubicBezTo>
                  <a:close/>
                  <a:moveTo>
                    <a:pt x="22" y="268"/>
                  </a:moveTo>
                  <a:cubicBezTo>
                    <a:pt x="23" y="268"/>
                    <a:pt x="22" y="270"/>
                    <a:pt x="22" y="271"/>
                  </a:cubicBezTo>
                  <a:cubicBezTo>
                    <a:pt x="19" y="273"/>
                    <a:pt x="19" y="267"/>
                    <a:pt x="22" y="268"/>
                  </a:cubicBezTo>
                  <a:close/>
                  <a:moveTo>
                    <a:pt x="21" y="397"/>
                  </a:moveTo>
                  <a:cubicBezTo>
                    <a:pt x="21" y="396"/>
                    <a:pt x="22" y="397"/>
                    <a:pt x="22" y="398"/>
                  </a:cubicBezTo>
                  <a:cubicBezTo>
                    <a:pt x="21" y="399"/>
                    <a:pt x="20" y="397"/>
                    <a:pt x="21" y="397"/>
                  </a:cubicBezTo>
                  <a:close/>
                  <a:moveTo>
                    <a:pt x="21" y="415"/>
                  </a:moveTo>
                  <a:cubicBezTo>
                    <a:pt x="22" y="416"/>
                    <a:pt x="21" y="417"/>
                    <a:pt x="21" y="415"/>
                  </a:cubicBezTo>
                  <a:close/>
                  <a:moveTo>
                    <a:pt x="21" y="413"/>
                  </a:moveTo>
                  <a:cubicBezTo>
                    <a:pt x="21" y="413"/>
                    <a:pt x="23" y="413"/>
                    <a:pt x="23" y="413"/>
                  </a:cubicBezTo>
                  <a:cubicBezTo>
                    <a:pt x="23" y="414"/>
                    <a:pt x="20" y="414"/>
                    <a:pt x="21" y="413"/>
                  </a:cubicBezTo>
                  <a:close/>
                  <a:moveTo>
                    <a:pt x="24" y="367"/>
                  </a:moveTo>
                  <a:cubicBezTo>
                    <a:pt x="25" y="368"/>
                    <a:pt x="23" y="369"/>
                    <a:pt x="24" y="367"/>
                  </a:cubicBezTo>
                  <a:close/>
                  <a:moveTo>
                    <a:pt x="24" y="412"/>
                  </a:moveTo>
                  <a:cubicBezTo>
                    <a:pt x="24" y="413"/>
                    <a:pt x="24" y="410"/>
                    <a:pt x="24" y="412"/>
                  </a:cubicBezTo>
                  <a:close/>
                  <a:moveTo>
                    <a:pt x="25" y="401"/>
                  </a:moveTo>
                  <a:cubicBezTo>
                    <a:pt x="24" y="402"/>
                    <a:pt x="24" y="400"/>
                    <a:pt x="24" y="399"/>
                  </a:cubicBezTo>
                  <a:cubicBezTo>
                    <a:pt x="25" y="399"/>
                    <a:pt x="25" y="401"/>
                    <a:pt x="25" y="401"/>
                  </a:cubicBezTo>
                  <a:close/>
                  <a:moveTo>
                    <a:pt x="27" y="397"/>
                  </a:moveTo>
                  <a:cubicBezTo>
                    <a:pt x="27" y="398"/>
                    <a:pt x="28" y="396"/>
                    <a:pt x="27" y="397"/>
                  </a:cubicBezTo>
                  <a:close/>
                  <a:moveTo>
                    <a:pt x="25" y="343"/>
                  </a:moveTo>
                  <a:cubicBezTo>
                    <a:pt x="23" y="342"/>
                    <a:pt x="25" y="340"/>
                    <a:pt x="25" y="338"/>
                  </a:cubicBezTo>
                  <a:cubicBezTo>
                    <a:pt x="25" y="340"/>
                    <a:pt x="26" y="339"/>
                    <a:pt x="27" y="340"/>
                  </a:cubicBezTo>
                  <a:cubicBezTo>
                    <a:pt x="29" y="342"/>
                    <a:pt x="26" y="345"/>
                    <a:pt x="25" y="343"/>
                  </a:cubicBezTo>
                  <a:close/>
                  <a:moveTo>
                    <a:pt x="31" y="233"/>
                  </a:moveTo>
                  <a:cubicBezTo>
                    <a:pt x="30" y="234"/>
                    <a:pt x="30" y="231"/>
                    <a:pt x="30" y="231"/>
                  </a:cubicBezTo>
                  <a:cubicBezTo>
                    <a:pt x="32" y="231"/>
                    <a:pt x="31" y="233"/>
                    <a:pt x="31" y="233"/>
                  </a:cubicBezTo>
                  <a:close/>
                  <a:moveTo>
                    <a:pt x="33" y="290"/>
                  </a:moveTo>
                  <a:cubicBezTo>
                    <a:pt x="32" y="291"/>
                    <a:pt x="32" y="288"/>
                    <a:pt x="33" y="289"/>
                  </a:cubicBezTo>
                  <a:cubicBezTo>
                    <a:pt x="34" y="289"/>
                    <a:pt x="33" y="290"/>
                    <a:pt x="33" y="290"/>
                  </a:cubicBezTo>
                  <a:close/>
                  <a:moveTo>
                    <a:pt x="34" y="385"/>
                  </a:moveTo>
                  <a:cubicBezTo>
                    <a:pt x="33" y="386"/>
                    <a:pt x="34" y="383"/>
                    <a:pt x="35" y="383"/>
                  </a:cubicBezTo>
                  <a:cubicBezTo>
                    <a:pt x="35" y="384"/>
                    <a:pt x="34" y="385"/>
                    <a:pt x="34" y="385"/>
                  </a:cubicBezTo>
                  <a:close/>
                  <a:moveTo>
                    <a:pt x="36" y="305"/>
                  </a:moveTo>
                  <a:cubicBezTo>
                    <a:pt x="35" y="307"/>
                    <a:pt x="37" y="303"/>
                    <a:pt x="36" y="305"/>
                  </a:cubicBezTo>
                  <a:close/>
                  <a:moveTo>
                    <a:pt x="37" y="344"/>
                  </a:moveTo>
                  <a:cubicBezTo>
                    <a:pt x="37" y="344"/>
                    <a:pt x="38" y="344"/>
                    <a:pt x="38" y="344"/>
                  </a:cubicBezTo>
                  <a:cubicBezTo>
                    <a:pt x="38" y="345"/>
                    <a:pt x="37" y="345"/>
                    <a:pt x="37" y="344"/>
                  </a:cubicBezTo>
                  <a:close/>
                  <a:moveTo>
                    <a:pt x="29" y="469"/>
                  </a:moveTo>
                  <a:cubicBezTo>
                    <a:pt x="25" y="471"/>
                    <a:pt x="25" y="463"/>
                    <a:pt x="29" y="464"/>
                  </a:cubicBezTo>
                  <a:cubicBezTo>
                    <a:pt x="31" y="464"/>
                    <a:pt x="31" y="468"/>
                    <a:pt x="29" y="469"/>
                  </a:cubicBezTo>
                  <a:close/>
                  <a:moveTo>
                    <a:pt x="34" y="484"/>
                  </a:moveTo>
                  <a:cubicBezTo>
                    <a:pt x="34" y="485"/>
                    <a:pt x="34" y="485"/>
                    <a:pt x="33" y="485"/>
                  </a:cubicBezTo>
                  <a:cubicBezTo>
                    <a:pt x="32" y="486"/>
                    <a:pt x="33" y="483"/>
                    <a:pt x="34" y="484"/>
                  </a:cubicBezTo>
                  <a:close/>
                  <a:moveTo>
                    <a:pt x="36" y="466"/>
                  </a:moveTo>
                  <a:cubicBezTo>
                    <a:pt x="34" y="467"/>
                    <a:pt x="34" y="464"/>
                    <a:pt x="35" y="463"/>
                  </a:cubicBezTo>
                  <a:cubicBezTo>
                    <a:pt x="36" y="463"/>
                    <a:pt x="37" y="465"/>
                    <a:pt x="36" y="466"/>
                  </a:cubicBezTo>
                  <a:close/>
                  <a:moveTo>
                    <a:pt x="38" y="455"/>
                  </a:moveTo>
                  <a:cubicBezTo>
                    <a:pt x="38" y="455"/>
                    <a:pt x="38" y="456"/>
                    <a:pt x="38" y="456"/>
                  </a:cubicBezTo>
                  <a:cubicBezTo>
                    <a:pt x="37" y="458"/>
                    <a:pt x="36" y="454"/>
                    <a:pt x="38" y="455"/>
                  </a:cubicBezTo>
                  <a:close/>
                  <a:moveTo>
                    <a:pt x="38" y="461"/>
                  </a:moveTo>
                  <a:cubicBezTo>
                    <a:pt x="36" y="462"/>
                    <a:pt x="38" y="459"/>
                    <a:pt x="39" y="459"/>
                  </a:cubicBezTo>
                  <a:cubicBezTo>
                    <a:pt x="39" y="460"/>
                    <a:pt x="38" y="461"/>
                    <a:pt x="38" y="461"/>
                  </a:cubicBezTo>
                  <a:close/>
                  <a:moveTo>
                    <a:pt x="66" y="337"/>
                  </a:moveTo>
                  <a:cubicBezTo>
                    <a:pt x="66" y="337"/>
                    <a:pt x="66" y="338"/>
                    <a:pt x="66" y="338"/>
                  </a:cubicBezTo>
                  <a:cubicBezTo>
                    <a:pt x="65" y="339"/>
                    <a:pt x="65" y="336"/>
                    <a:pt x="66" y="337"/>
                  </a:cubicBezTo>
                  <a:close/>
                  <a:moveTo>
                    <a:pt x="66" y="380"/>
                  </a:moveTo>
                  <a:cubicBezTo>
                    <a:pt x="67" y="380"/>
                    <a:pt x="67" y="382"/>
                    <a:pt x="66" y="382"/>
                  </a:cubicBezTo>
                  <a:cubicBezTo>
                    <a:pt x="65" y="384"/>
                    <a:pt x="65" y="379"/>
                    <a:pt x="66" y="380"/>
                  </a:cubicBezTo>
                  <a:close/>
                  <a:moveTo>
                    <a:pt x="63" y="330"/>
                  </a:moveTo>
                  <a:cubicBezTo>
                    <a:pt x="62" y="331"/>
                    <a:pt x="64" y="329"/>
                    <a:pt x="63" y="330"/>
                  </a:cubicBezTo>
                  <a:close/>
                  <a:moveTo>
                    <a:pt x="64" y="346"/>
                  </a:moveTo>
                  <a:cubicBezTo>
                    <a:pt x="66" y="346"/>
                    <a:pt x="65" y="351"/>
                    <a:pt x="62" y="351"/>
                  </a:cubicBezTo>
                  <a:cubicBezTo>
                    <a:pt x="62" y="351"/>
                    <a:pt x="62" y="345"/>
                    <a:pt x="64" y="346"/>
                  </a:cubicBezTo>
                  <a:close/>
                  <a:moveTo>
                    <a:pt x="64" y="393"/>
                  </a:moveTo>
                  <a:cubicBezTo>
                    <a:pt x="64" y="392"/>
                    <a:pt x="65" y="394"/>
                    <a:pt x="64" y="393"/>
                  </a:cubicBezTo>
                  <a:close/>
                  <a:moveTo>
                    <a:pt x="61" y="364"/>
                  </a:moveTo>
                  <a:cubicBezTo>
                    <a:pt x="61" y="362"/>
                    <a:pt x="62" y="363"/>
                    <a:pt x="61" y="364"/>
                  </a:cubicBezTo>
                  <a:close/>
                  <a:moveTo>
                    <a:pt x="61" y="403"/>
                  </a:moveTo>
                  <a:cubicBezTo>
                    <a:pt x="61" y="403"/>
                    <a:pt x="61" y="403"/>
                    <a:pt x="62" y="403"/>
                  </a:cubicBezTo>
                  <a:cubicBezTo>
                    <a:pt x="63" y="402"/>
                    <a:pt x="61" y="403"/>
                    <a:pt x="61" y="403"/>
                  </a:cubicBezTo>
                  <a:close/>
                  <a:moveTo>
                    <a:pt x="61" y="365"/>
                  </a:moveTo>
                  <a:cubicBezTo>
                    <a:pt x="61" y="366"/>
                    <a:pt x="59" y="365"/>
                    <a:pt x="61" y="365"/>
                  </a:cubicBezTo>
                  <a:close/>
                  <a:moveTo>
                    <a:pt x="58" y="357"/>
                  </a:moveTo>
                  <a:cubicBezTo>
                    <a:pt x="59" y="357"/>
                    <a:pt x="58" y="359"/>
                    <a:pt x="58" y="359"/>
                  </a:cubicBezTo>
                  <a:cubicBezTo>
                    <a:pt x="56" y="361"/>
                    <a:pt x="55" y="356"/>
                    <a:pt x="58" y="357"/>
                  </a:cubicBezTo>
                  <a:close/>
                  <a:moveTo>
                    <a:pt x="56" y="405"/>
                  </a:moveTo>
                  <a:cubicBezTo>
                    <a:pt x="56" y="405"/>
                    <a:pt x="56" y="406"/>
                    <a:pt x="56" y="406"/>
                  </a:cubicBezTo>
                  <a:cubicBezTo>
                    <a:pt x="55" y="407"/>
                    <a:pt x="55" y="405"/>
                    <a:pt x="56" y="405"/>
                  </a:cubicBezTo>
                  <a:close/>
                  <a:moveTo>
                    <a:pt x="54" y="374"/>
                  </a:moveTo>
                  <a:cubicBezTo>
                    <a:pt x="55" y="374"/>
                    <a:pt x="55" y="375"/>
                    <a:pt x="54" y="375"/>
                  </a:cubicBezTo>
                  <a:cubicBezTo>
                    <a:pt x="53" y="376"/>
                    <a:pt x="53" y="374"/>
                    <a:pt x="54" y="374"/>
                  </a:cubicBezTo>
                  <a:close/>
                  <a:moveTo>
                    <a:pt x="49" y="398"/>
                  </a:moveTo>
                  <a:cubicBezTo>
                    <a:pt x="51" y="396"/>
                    <a:pt x="52" y="393"/>
                    <a:pt x="54" y="390"/>
                  </a:cubicBezTo>
                  <a:cubicBezTo>
                    <a:pt x="53" y="393"/>
                    <a:pt x="51" y="396"/>
                    <a:pt x="49" y="398"/>
                  </a:cubicBezTo>
                  <a:close/>
                  <a:moveTo>
                    <a:pt x="51" y="408"/>
                  </a:moveTo>
                  <a:cubicBezTo>
                    <a:pt x="50" y="407"/>
                    <a:pt x="52" y="406"/>
                    <a:pt x="52" y="407"/>
                  </a:cubicBezTo>
                  <a:cubicBezTo>
                    <a:pt x="54" y="408"/>
                    <a:pt x="52" y="410"/>
                    <a:pt x="51" y="408"/>
                  </a:cubicBezTo>
                  <a:close/>
                  <a:moveTo>
                    <a:pt x="46" y="404"/>
                  </a:moveTo>
                  <a:cubicBezTo>
                    <a:pt x="46" y="404"/>
                    <a:pt x="47" y="400"/>
                    <a:pt x="48" y="399"/>
                  </a:cubicBezTo>
                  <a:cubicBezTo>
                    <a:pt x="48" y="400"/>
                    <a:pt x="47" y="404"/>
                    <a:pt x="46" y="404"/>
                  </a:cubicBezTo>
                  <a:close/>
                  <a:moveTo>
                    <a:pt x="47" y="409"/>
                  </a:moveTo>
                  <a:cubicBezTo>
                    <a:pt x="48" y="408"/>
                    <a:pt x="47" y="410"/>
                    <a:pt x="47" y="409"/>
                  </a:cubicBezTo>
                  <a:close/>
                  <a:moveTo>
                    <a:pt x="48" y="392"/>
                  </a:moveTo>
                  <a:cubicBezTo>
                    <a:pt x="46" y="393"/>
                    <a:pt x="46" y="388"/>
                    <a:pt x="49" y="389"/>
                  </a:cubicBezTo>
                  <a:cubicBezTo>
                    <a:pt x="50" y="389"/>
                    <a:pt x="49" y="392"/>
                    <a:pt x="48" y="392"/>
                  </a:cubicBezTo>
                  <a:close/>
                  <a:moveTo>
                    <a:pt x="53" y="323"/>
                  </a:moveTo>
                  <a:cubicBezTo>
                    <a:pt x="54" y="323"/>
                    <a:pt x="54" y="325"/>
                    <a:pt x="53" y="325"/>
                  </a:cubicBezTo>
                  <a:cubicBezTo>
                    <a:pt x="52" y="326"/>
                    <a:pt x="52" y="323"/>
                    <a:pt x="53" y="323"/>
                  </a:cubicBezTo>
                  <a:close/>
                  <a:moveTo>
                    <a:pt x="50" y="354"/>
                  </a:moveTo>
                  <a:cubicBezTo>
                    <a:pt x="53" y="355"/>
                    <a:pt x="51" y="360"/>
                    <a:pt x="50" y="360"/>
                  </a:cubicBezTo>
                  <a:cubicBezTo>
                    <a:pt x="45" y="362"/>
                    <a:pt x="47" y="352"/>
                    <a:pt x="50" y="354"/>
                  </a:cubicBezTo>
                  <a:close/>
                  <a:moveTo>
                    <a:pt x="47" y="328"/>
                  </a:moveTo>
                  <a:cubicBezTo>
                    <a:pt x="47" y="328"/>
                    <a:pt x="48" y="328"/>
                    <a:pt x="48" y="327"/>
                  </a:cubicBezTo>
                  <a:cubicBezTo>
                    <a:pt x="49" y="327"/>
                    <a:pt x="49" y="328"/>
                    <a:pt x="47" y="328"/>
                  </a:cubicBezTo>
                  <a:close/>
                  <a:moveTo>
                    <a:pt x="48" y="267"/>
                  </a:moveTo>
                  <a:cubicBezTo>
                    <a:pt x="47" y="267"/>
                    <a:pt x="47" y="267"/>
                    <a:pt x="47" y="266"/>
                  </a:cubicBezTo>
                  <a:cubicBezTo>
                    <a:pt x="47" y="266"/>
                    <a:pt x="49" y="266"/>
                    <a:pt x="48" y="267"/>
                  </a:cubicBezTo>
                  <a:close/>
                  <a:moveTo>
                    <a:pt x="46" y="377"/>
                  </a:moveTo>
                  <a:cubicBezTo>
                    <a:pt x="45" y="378"/>
                    <a:pt x="45" y="376"/>
                    <a:pt x="46" y="376"/>
                  </a:cubicBezTo>
                  <a:cubicBezTo>
                    <a:pt x="47" y="376"/>
                    <a:pt x="46" y="377"/>
                    <a:pt x="46" y="377"/>
                  </a:cubicBezTo>
                  <a:close/>
                  <a:moveTo>
                    <a:pt x="45" y="192"/>
                  </a:moveTo>
                  <a:cubicBezTo>
                    <a:pt x="46" y="192"/>
                    <a:pt x="46" y="193"/>
                    <a:pt x="46" y="193"/>
                  </a:cubicBezTo>
                  <a:cubicBezTo>
                    <a:pt x="44" y="195"/>
                    <a:pt x="44" y="191"/>
                    <a:pt x="45" y="192"/>
                  </a:cubicBezTo>
                  <a:close/>
                  <a:moveTo>
                    <a:pt x="45" y="207"/>
                  </a:moveTo>
                  <a:cubicBezTo>
                    <a:pt x="46" y="207"/>
                    <a:pt x="45" y="208"/>
                    <a:pt x="45" y="209"/>
                  </a:cubicBezTo>
                  <a:cubicBezTo>
                    <a:pt x="44" y="210"/>
                    <a:pt x="44" y="207"/>
                    <a:pt x="45" y="207"/>
                  </a:cubicBezTo>
                  <a:close/>
                  <a:moveTo>
                    <a:pt x="44" y="360"/>
                  </a:moveTo>
                  <a:cubicBezTo>
                    <a:pt x="45" y="361"/>
                    <a:pt x="44" y="363"/>
                    <a:pt x="44" y="363"/>
                  </a:cubicBezTo>
                  <a:cubicBezTo>
                    <a:pt x="42" y="364"/>
                    <a:pt x="43" y="360"/>
                    <a:pt x="44" y="360"/>
                  </a:cubicBezTo>
                  <a:close/>
                  <a:moveTo>
                    <a:pt x="43" y="227"/>
                  </a:moveTo>
                  <a:cubicBezTo>
                    <a:pt x="43" y="227"/>
                    <a:pt x="43" y="228"/>
                    <a:pt x="43" y="228"/>
                  </a:cubicBezTo>
                  <a:cubicBezTo>
                    <a:pt x="42" y="229"/>
                    <a:pt x="43" y="226"/>
                    <a:pt x="43" y="227"/>
                  </a:cubicBezTo>
                  <a:close/>
                  <a:moveTo>
                    <a:pt x="40" y="322"/>
                  </a:moveTo>
                  <a:cubicBezTo>
                    <a:pt x="41" y="320"/>
                    <a:pt x="39" y="322"/>
                    <a:pt x="40" y="322"/>
                  </a:cubicBezTo>
                  <a:close/>
                  <a:moveTo>
                    <a:pt x="36" y="429"/>
                  </a:moveTo>
                  <a:cubicBezTo>
                    <a:pt x="35" y="431"/>
                    <a:pt x="35" y="428"/>
                    <a:pt x="36" y="428"/>
                  </a:cubicBezTo>
                  <a:cubicBezTo>
                    <a:pt x="36" y="429"/>
                    <a:pt x="36" y="429"/>
                    <a:pt x="36" y="429"/>
                  </a:cubicBezTo>
                  <a:close/>
                  <a:moveTo>
                    <a:pt x="35" y="428"/>
                  </a:moveTo>
                  <a:cubicBezTo>
                    <a:pt x="34" y="427"/>
                    <a:pt x="36" y="425"/>
                    <a:pt x="36" y="426"/>
                  </a:cubicBezTo>
                  <a:cubicBezTo>
                    <a:pt x="37" y="428"/>
                    <a:pt x="35" y="429"/>
                    <a:pt x="35" y="428"/>
                  </a:cubicBezTo>
                  <a:close/>
                  <a:moveTo>
                    <a:pt x="38" y="424"/>
                  </a:moveTo>
                  <a:cubicBezTo>
                    <a:pt x="35" y="427"/>
                    <a:pt x="33" y="418"/>
                    <a:pt x="37" y="417"/>
                  </a:cubicBezTo>
                  <a:cubicBezTo>
                    <a:pt x="35" y="420"/>
                    <a:pt x="39" y="419"/>
                    <a:pt x="39" y="420"/>
                  </a:cubicBezTo>
                  <a:cubicBezTo>
                    <a:pt x="39" y="421"/>
                    <a:pt x="39" y="423"/>
                    <a:pt x="38" y="424"/>
                  </a:cubicBezTo>
                  <a:close/>
                  <a:moveTo>
                    <a:pt x="40" y="358"/>
                  </a:moveTo>
                  <a:cubicBezTo>
                    <a:pt x="38" y="358"/>
                    <a:pt x="41" y="356"/>
                    <a:pt x="40" y="357"/>
                  </a:cubicBezTo>
                  <a:cubicBezTo>
                    <a:pt x="40" y="357"/>
                    <a:pt x="40" y="358"/>
                    <a:pt x="40" y="358"/>
                  </a:cubicBezTo>
                  <a:close/>
                  <a:moveTo>
                    <a:pt x="41" y="431"/>
                  </a:moveTo>
                  <a:cubicBezTo>
                    <a:pt x="42" y="430"/>
                    <a:pt x="43" y="432"/>
                    <a:pt x="41" y="431"/>
                  </a:cubicBezTo>
                  <a:close/>
                  <a:moveTo>
                    <a:pt x="42" y="382"/>
                  </a:moveTo>
                  <a:cubicBezTo>
                    <a:pt x="42" y="380"/>
                    <a:pt x="43" y="381"/>
                    <a:pt x="44" y="380"/>
                  </a:cubicBezTo>
                  <a:cubicBezTo>
                    <a:pt x="44" y="379"/>
                    <a:pt x="44" y="378"/>
                    <a:pt x="46" y="378"/>
                  </a:cubicBezTo>
                  <a:cubicBezTo>
                    <a:pt x="50" y="378"/>
                    <a:pt x="48" y="384"/>
                    <a:pt x="45" y="385"/>
                  </a:cubicBezTo>
                  <a:cubicBezTo>
                    <a:pt x="43" y="385"/>
                    <a:pt x="41" y="385"/>
                    <a:pt x="42" y="382"/>
                  </a:cubicBezTo>
                  <a:close/>
                  <a:moveTo>
                    <a:pt x="44" y="391"/>
                  </a:moveTo>
                  <a:cubicBezTo>
                    <a:pt x="43" y="392"/>
                    <a:pt x="45" y="389"/>
                    <a:pt x="44" y="391"/>
                  </a:cubicBezTo>
                  <a:close/>
                  <a:moveTo>
                    <a:pt x="42" y="449"/>
                  </a:moveTo>
                  <a:cubicBezTo>
                    <a:pt x="42" y="450"/>
                    <a:pt x="43" y="447"/>
                    <a:pt x="42" y="449"/>
                  </a:cubicBezTo>
                  <a:close/>
                  <a:moveTo>
                    <a:pt x="44" y="465"/>
                  </a:moveTo>
                  <a:cubicBezTo>
                    <a:pt x="45" y="464"/>
                    <a:pt x="43" y="466"/>
                    <a:pt x="44" y="465"/>
                  </a:cubicBezTo>
                  <a:close/>
                  <a:moveTo>
                    <a:pt x="45" y="462"/>
                  </a:moveTo>
                  <a:cubicBezTo>
                    <a:pt x="45" y="462"/>
                    <a:pt x="45" y="462"/>
                    <a:pt x="46" y="462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46" y="462"/>
                    <a:pt x="45" y="462"/>
                    <a:pt x="45" y="462"/>
                  </a:cubicBezTo>
                  <a:close/>
                  <a:moveTo>
                    <a:pt x="43" y="445"/>
                  </a:moveTo>
                  <a:cubicBezTo>
                    <a:pt x="43" y="443"/>
                    <a:pt x="45" y="441"/>
                    <a:pt x="47" y="439"/>
                  </a:cubicBezTo>
                  <a:cubicBezTo>
                    <a:pt x="47" y="442"/>
                    <a:pt x="44" y="443"/>
                    <a:pt x="43" y="445"/>
                  </a:cubicBezTo>
                  <a:close/>
                  <a:moveTo>
                    <a:pt x="46" y="434"/>
                  </a:moveTo>
                  <a:cubicBezTo>
                    <a:pt x="46" y="434"/>
                    <a:pt x="47" y="433"/>
                    <a:pt x="46" y="434"/>
                  </a:cubicBezTo>
                  <a:cubicBezTo>
                    <a:pt x="46" y="434"/>
                    <a:pt x="46" y="434"/>
                    <a:pt x="46" y="434"/>
                  </a:cubicBezTo>
                  <a:close/>
                  <a:moveTo>
                    <a:pt x="47" y="432"/>
                  </a:moveTo>
                  <a:cubicBezTo>
                    <a:pt x="48" y="430"/>
                    <a:pt x="50" y="431"/>
                    <a:pt x="47" y="432"/>
                  </a:cubicBezTo>
                  <a:close/>
                  <a:moveTo>
                    <a:pt x="50" y="418"/>
                  </a:moveTo>
                  <a:cubicBezTo>
                    <a:pt x="50" y="419"/>
                    <a:pt x="52" y="419"/>
                    <a:pt x="51" y="420"/>
                  </a:cubicBezTo>
                  <a:cubicBezTo>
                    <a:pt x="52" y="419"/>
                    <a:pt x="48" y="420"/>
                    <a:pt x="49" y="421"/>
                  </a:cubicBezTo>
                  <a:cubicBezTo>
                    <a:pt x="48" y="420"/>
                    <a:pt x="48" y="419"/>
                    <a:pt x="49" y="418"/>
                  </a:cubicBezTo>
                  <a:cubicBezTo>
                    <a:pt x="47" y="418"/>
                    <a:pt x="45" y="417"/>
                    <a:pt x="45" y="416"/>
                  </a:cubicBezTo>
                  <a:cubicBezTo>
                    <a:pt x="44" y="413"/>
                    <a:pt x="47" y="411"/>
                    <a:pt x="49" y="410"/>
                  </a:cubicBezTo>
                  <a:cubicBezTo>
                    <a:pt x="49" y="410"/>
                    <a:pt x="49" y="409"/>
                    <a:pt x="49" y="409"/>
                  </a:cubicBezTo>
                  <a:cubicBezTo>
                    <a:pt x="50" y="409"/>
                    <a:pt x="51" y="411"/>
                    <a:pt x="51" y="411"/>
                  </a:cubicBezTo>
                  <a:cubicBezTo>
                    <a:pt x="53" y="412"/>
                    <a:pt x="52" y="407"/>
                    <a:pt x="54" y="407"/>
                  </a:cubicBezTo>
                  <a:cubicBezTo>
                    <a:pt x="56" y="408"/>
                    <a:pt x="54" y="410"/>
                    <a:pt x="54" y="411"/>
                  </a:cubicBezTo>
                  <a:cubicBezTo>
                    <a:pt x="54" y="413"/>
                    <a:pt x="55" y="413"/>
                    <a:pt x="53" y="414"/>
                  </a:cubicBezTo>
                  <a:cubicBezTo>
                    <a:pt x="52" y="415"/>
                    <a:pt x="51" y="418"/>
                    <a:pt x="50" y="418"/>
                  </a:cubicBezTo>
                  <a:close/>
                  <a:moveTo>
                    <a:pt x="58" y="443"/>
                  </a:moveTo>
                  <a:cubicBezTo>
                    <a:pt x="57" y="444"/>
                    <a:pt x="57" y="442"/>
                    <a:pt x="58" y="441"/>
                  </a:cubicBezTo>
                  <a:cubicBezTo>
                    <a:pt x="59" y="441"/>
                    <a:pt x="58" y="442"/>
                    <a:pt x="58" y="443"/>
                  </a:cubicBezTo>
                  <a:close/>
                  <a:moveTo>
                    <a:pt x="59" y="440"/>
                  </a:moveTo>
                  <a:cubicBezTo>
                    <a:pt x="57" y="441"/>
                    <a:pt x="59" y="437"/>
                    <a:pt x="60" y="439"/>
                  </a:cubicBezTo>
                  <a:cubicBezTo>
                    <a:pt x="60" y="439"/>
                    <a:pt x="59" y="440"/>
                    <a:pt x="59" y="440"/>
                  </a:cubicBezTo>
                  <a:close/>
                  <a:moveTo>
                    <a:pt x="63" y="454"/>
                  </a:moveTo>
                  <a:cubicBezTo>
                    <a:pt x="64" y="455"/>
                    <a:pt x="62" y="456"/>
                    <a:pt x="63" y="454"/>
                  </a:cubicBezTo>
                  <a:close/>
                  <a:moveTo>
                    <a:pt x="60" y="436"/>
                  </a:moveTo>
                  <a:cubicBezTo>
                    <a:pt x="60" y="435"/>
                    <a:pt x="64" y="434"/>
                    <a:pt x="64" y="437"/>
                  </a:cubicBezTo>
                  <a:cubicBezTo>
                    <a:pt x="64" y="439"/>
                    <a:pt x="58" y="440"/>
                    <a:pt x="60" y="436"/>
                  </a:cubicBezTo>
                  <a:close/>
                  <a:moveTo>
                    <a:pt x="63" y="432"/>
                  </a:moveTo>
                  <a:cubicBezTo>
                    <a:pt x="62" y="431"/>
                    <a:pt x="64" y="430"/>
                    <a:pt x="63" y="432"/>
                  </a:cubicBezTo>
                  <a:close/>
                  <a:moveTo>
                    <a:pt x="64" y="427"/>
                  </a:moveTo>
                  <a:cubicBezTo>
                    <a:pt x="64" y="427"/>
                    <a:pt x="64" y="428"/>
                    <a:pt x="64" y="428"/>
                  </a:cubicBezTo>
                  <a:cubicBezTo>
                    <a:pt x="63" y="429"/>
                    <a:pt x="63" y="426"/>
                    <a:pt x="64" y="427"/>
                  </a:cubicBezTo>
                  <a:close/>
                  <a:moveTo>
                    <a:pt x="64" y="419"/>
                  </a:moveTo>
                  <a:cubicBezTo>
                    <a:pt x="62" y="420"/>
                    <a:pt x="59" y="423"/>
                    <a:pt x="58" y="424"/>
                  </a:cubicBezTo>
                  <a:cubicBezTo>
                    <a:pt x="57" y="426"/>
                    <a:pt x="56" y="428"/>
                    <a:pt x="54" y="429"/>
                  </a:cubicBezTo>
                  <a:cubicBezTo>
                    <a:pt x="57" y="423"/>
                    <a:pt x="63" y="418"/>
                    <a:pt x="66" y="413"/>
                  </a:cubicBezTo>
                  <a:cubicBezTo>
                    <a:pt x="69" y="409"/>
                    <a:pt x="65" y="417"/>
                    <a:pt x="64" y="419"/>
                  </a:cubicBezTo>
                  <a:close/>
                  <a:moveTo>
                    <a:pt x="66" y="423"/>
                  </a:moveTo>
                  <a:cubicBezTo>
                    <a:pt x="66" y="423"/>
                    <a:pt x="65" y="423"/>
                    <a:pt x="65" y="423"/>
                  </a:cubicBezTo>
                  <a:cubicBezTo>
                    <a:pt x="64" y="423"/>
                    <a:pt x="66" y="422"/>
                    <a:pt x="66" y="423"/>
                  </a:cubicBezTo>
                  <a:close/>
                  <a:moveTo>
                    <a:pt x="67" y="443"/>
                  </a:moveTo>
                  <a:cubicBezTo>
                    <a:pt x="67" y="443"/>
                    <a:pt x="67" y="443"/>
                    <a:pt x="67" y="443"/>
                  </a:cubicBezTo>
                  <a:cubicBezTo>
                    <a:pt x="67" y="441"/>
                    <a:pt x="69" y="445"/>
                    <a:pt x="67" y="443"/>
                  </a:cubicBezTo>
                  <a:close/>
                  <a:moveTo>
                    <a:pt x="67" y="430"/>
                  </a:moveTo>
                  <a:cubicBezTo>
                    <a:pt x="67" y="431"/>
                    <a:pt x="66" y="432"/>
                    <a:pt x="66" y="431"/>
                  </a:cubicBezTo>
                  <a:cubicBezTo>
                    <a:pt x="62" y="428"/>
                    <a:pt x="71" y="428"/>
                    <a:pt x="67" y="430"/>
                  </a:cubicBezTo>
                  <a:close/>
                  <a:moveTo>
                    <a:pt x="68" y="358"/>
                  </a:moveTo>
                  <a:cubicBezTo>
                    <a:pt x="65" y="360"/>
                    <a:pt x="65" y="354"/>
                    <a:pt x="67" y="355"/>
                  </a:cubicBezTo>
                  <a:cubicBezTo>
                    <a:pt x="69" y="355"/>
                    <a:pt x="68" y="357"/>
                    <a:pt x="68" y="358"/>
                  </a:cubicBezTo>
                  <a:close/>
                  <a:moveTo>
                    <a:pt x="80" y="396"/>
                  </a:moveTo>
                  <a:cubicBezTo>
                    <a:pt x="79" y="397"/>
                    <a:pt x="80" y="395"/>
                    <a:pt x="80" y="396"/>
                  </a:cubicBezTo>
                  <a:close/>
                  <a:moveTo>
                    <a:pt x="76" y="428"/>
                  </a:moveTo>
                  <a:cubicBezTo>
                    <a:pt x="76" y="428"/>
                    <a:pt x="76" y="428"/>
                    <a:pt x="76" y="428"/>
                  </a:cubicBezTo>
                  <a:cubicBezTo>
                    <a:pt x="77" y="427"/>
                    <a:pt x="76" y="428"/>
                    <a:pt x="76" y="428"/>
                  </a:cubicBezTo>
                  <a:close/>
                  <a:moveTo>
                    <a:pt x="76" y="353"/>
                  </a:moveTo>
                  <a:cubicBezTo>
                    <a:pt x="76" y="355"/>
                    <a:pt x="75" y="355"/>
                    <a:pt x="75" y="356"/>
                  </a:cubicBezTo>
                  <a:cubicBezTo>
                    <a:pt x="74" y="355"/>
                    <a:pt x="76" y="354"/>
                    <a:pt x="76" y="353"/>
                  </a:cubicBezTo>
                  <a:close/>
                  <a:moveTo>
                    <a:pt x="75" y="387"/>
                  </a:moveTo>
                  <a:cubicBezTo>
                    <a:pt x="74" y="387"/>
                    <a:pt x="77" y="386"/>
                    <a:pt x="75" y="387"/>
                  </a:cubicBezTo>
                  <a:close/>
                  <a:moveTo>
                    <a:pt x="73" y="290"/>
                  </a:moveTo>
                  <a:cubicBezTo>
                    <a:pt x="73" y="291"/>
                    <a:pt x="73" y="292"/>
                    <a:pt x="72" y="293"/>
                  </a:cubicBezTo>
                  <a:cubicBezTo>
                    <a:pt x="72" y="292"/>
                    <a:pt x="73" y="290"/>
                    <a:pt x="73" y="290"/>
                  </a:cubicBezTo>
                  <a:close/>
                  <a:moveTo>
                    <a:pt x="69" y="327"/>
                  </a:moveTo>
                  <a:cubicBezTo>
                    <a:pt x="69" y="326"/>
                    <a:pt x="71" y="325"/>
                    <a:pt x="72" y="324"/>
                  </a:cubicBezTo>
                  <a:cubicBezTo>
                    <a:pt x="72" y="326"/>
                    <a:pt x="70" y="326"/>
                    <a:pt x="69" y="327"/>
                  </a:cubicBezTo>
                  <a:close/>
                  <a:moveTo>
                    <a:pt x="72" y="428"/>
                  </a:moveTo>
                  <a:cubicBezTo>
                    <a:pt x="70" y="430"/>
                    <a:pt x="71" y="426"/>
                    <a:pt x="72" y="427"/>
                  </a:cubicBezTo>
                  <a:cubicBezTo>
                    <a:pt x="73" y="427"/>
                    <a:pt x="73" y="428"/>
                    <a:pt x="72" y="428"/>
                  </a:cubicBezTo>
                  <a:close/>
                  <a:moveTo>
                    <a:pt x="72" y="367"/>
                  </a:moveTo>
                  <a:cubicBezTo>
                    <a:pt x="72" y="367"/>
                    <a:pt x="72" y="368"/>
                    <a:pt x="72" y="368"/>
                  </a:cubicBezTo>
                  <a:cubicBezTo>
                    <a:pt x="71" y="369"/>
                    <a:pt x="71" y="366"/>
                    <a:pt x="72" y="367"/>
                  </a:cubicBezTo>
                  <a:close/>
                  <a:moveTo>
                    <a:pt x="73" y="356"/>
                  </a:moveTo>
                  <a:cubicBezTo>
                    <a:pt x="70" y="358"/>
                    <a:pt x="71" y="351"/>
                    <a:pt x="73" y="352"/>
                  </a:cubicBezTo>
                  <a:cubicBezTo>
                    <a:pt x="75" y="353"/>
                    <a:pt x="73" y="356"/>
                    <a:pt x="73" y="356"/>
                  </a:cubicBezTo>
                  <a:close/>
                  <a:moveTo>
                    <a:pt x="75" y="401"/>
                  </a:moveTo>
                  <a:cubicBezTo>
                    <a:pt x="73" y="402"/>
                    <a:pt x="73" y="397"/>
                    <a:pt x="75" y="398"/>
                  </a:cubicBezTo>
                  <a:cubicBezTo>
                    <a:pt x="76" y="399"/>
                    <a:pt x="76" y="400"/>
                    <a:pt x="75" y="401"/>
                  </a:cubicBezTo>
                  <a:close/>
                  <a:moveTo>
                    <a:pt x="76" y="434"/>
                  </a:moveTo>
                  <a:cubicBezTo>
                    <a:pt x="77" y="432"/>
                    <a:pt x="79" y="430"/>
                    <a:pt x="80" y="429"/>
                  </a:cubicBezTo>
                  <a:cubicBezTo>
                    <a:pt x="79" y="431"/>
                    <a:pt x="78" y="432"/>
                    <a:pt x="76" y="434"/>
                  </a:cubicBezTo>
                  <a:close/>
                  <a:moveTo>
                    <a:pt x="81" y="418"/>
                  </a:moveTo>
                  <a:cubicBezTo>
                    <a:pt x="80" y="418"/>
                    <a:pt x="82" y="417"/>
                    <a:pt x="81" y="418"/>
                  </a:cubicBezTo>
                  <a:close/>
                  <a:moveTo>
                    <a:pt x="81" y="339"/>
                  </a:moveTo>
                  <a:cubicBezTo>
                    <a:pt x="80" y="339"/>
                    <a:pt x="81" y="337"/>
                    <a:pt x="82" y="337"/>
                  </a:cubicBezTo>
                  <a:cubicBezTo>
                    <a:pt x="82" y="338"/>
                    <a:pt x="81" y="338"/>
                    <a:pt x="81" y="339"/>
                  </a:cubicBezTo>
                  <a:close/>
                  <a:moveTo>
                    <a:pt x="87" y="450"/>
                  </a:moveTo>
                  <a:cubicBezTo>
                    <a:pt x="87" y="450"/>
                    <a:pt x="88" y="449"/>
                    <a:pt x="89" y="449"/>
                  </a:cubicBezTo>
                  <a:cubicBezTo>
                    <a:pt x="89" y="449"/>
                    <a:pt x="88" y="450"/>
                    <a:pt x="87" y="450"/>
                  </a:cubicBezTo>
                  <a:close/>
                  <a:moveTo>
                    <a:pt x="90" y="457"/>
                  </a:moveTo>
                  <a:cubicBezTo>
                    <a:pt x="90" y="457"/>
                    <a:pt x="90" y="457"/>
                    <a:pt x="90" y="456"/>
                  </a:cubicBezTo>
                  <a:cubicBezTo>
                    <a:pt x="92" y="455"/>
                    <a:pt x="91" y="456"/>
                    <a:pt x="90" y="457"/>
                  </a:cubicBezTo>
                  <a:close/>
                  <a:moveTo>
                    <a:pt x="91" y="435"/>
                  </a:moveTo>
                  <a:cubicBezTo>
                    <a:pt x="89" y="437"/>
                    <a:pt x="92" y="434"/>
                    <a:pt x="91" y="435"/>
                  </a:cubicBezTo>
                  <a:close/>
                  <a:moveTo>
                    <a:pt x="109" y="452"/>
                  </a:moveTo>
                  <a:cubicBezTo>
                    <a:pt x="109" y="453"/>
                    <a:pt x="108" y="452"/>
                    <a:pt x="109" y="452"/>
                  </a:cubicBezTo>
                  <a:close/>
                  <a:moveTo>
                    <a:pt x="104" y="235"/>
                  </a:moveTo>
                  <a:cubicBezTo>
                    <a:pt x="103" y="236"/>
                    <a:pt x="105" y="234"/>
                    <a:pt x="104" y="235"/>
                  </a:cubicBezTo>
                  <a:close/>
                  <a:moveTo>
                    <a:pt x="100" y="336"/>
                  </a:moveTo>
                  <a:cubicBezTo>
                    <a:pt x="101" y="335"/>
                    <a:pt x="101" y="335"/>
                    <a:pt x="100" y="336"/>
                  </a:cubicBezTo>
                  <a:close/>
                  <a:moveTo>
                    <a:pt x="98" y="332"/>
                  </a:moveTo>
                  <a:cubicBezTo>
                    <a:pt x="97" y="331"/>
                    <a:pt x="100" y="331"/>
                    <a:pt x="98" y="332"/>
                  </a:cubicBezTo>
                  <a:close/>
                  <a:moveTo>
                    <a:pt x="96" y="215"/>
                  </a:moveTo>
                  <a:cubicBezTo>
                    <a:pt x="97" y="215"/>
                    <a:pt x="97" y="216"/>
                    <a:pt x="96" y="217"/>
                  </a:cubicBezTo>
                  <a:cubicBezTo>
                    <a:pt x="95" y="219"/>
                    <a:pt x="95" y="214"/>
                    <a:pt x="96" y="215"/>
                  </a:cubicBezTo>
                  <a:close/>
                  <a:moveTo>
                    <a:pt x="87" y="329"/>
                  </a:moveTo>
                  <a:cubicBezTo>
                    <a:pt x="87" y="330"/>
                    <a:pt x="86" y="330"/>
                    <a:pt x="86" y="331"/>
                  </a:cubicBezTo>
                  <a:cubicBezTo>
                    <a:pt x="85" y="331"/>
                    <a:pt x="86" y="329"/>
                    <a:pt x="87" y="329"/>
                  </a:cubicBezTo>
                  <a:close/>
                  <a:moveTo>
                    <a:pt x="85" y="293"/>
                  </a:moveTo>
                  <a:cubicBezTo>
                    <a:pt x="85" y="293"/>
                    <a:pt x="85" y="294"/>
                    <a:pt x="85" y="294"/>
                  </a:cubicBezTo>
                  <a:cubicBezTo>
                    <a:pt x="83" y="296"/>
                    <a:pt x="83" y="291"/>
                    <a:pt x="85" y="293"/>
                  </a:cubicBezTo>
                  <a:close/>
                  <a:moveTo>
                    <a:pt x="84" y="332"/>
                  </a:moveTo>
                  <a:cubicBezTo>
                    <a:pt x="86" y="333"/>
                    <a:pt x="84" y="335"/>
                    <a:pt x="82" y="336"/>
                  </a:cubicBezTo>
                  <a:cubicBezTo>
                    <a:pt x="83" y="334"/>
                    <a:pt x="85" y="333"/>
                    <a:pt x="84" y="332"/>
                  </a:cubicBezTo>
                  <a:close/>
                  <a:moveTo>
                    <a:pt x="83" y="441"/>
                  </a:moveTo>
                  <a:cubicBezTo>
                    <a:pt x="82" y="442"/>
                    <a:pt x="84" y="440"/>
                    <a:pt x="83" y="441"/>
                  </a:cubicBezTo>
                  <a:close/>
                  <a:moveTo>
                    <a:pt x="84" y="423"/>
                  </a:moveTo>
                  <a:cubicBezTo>
                    <a:pt x="83" y="424"/>
                    <a:pt x="84" y="421"/>
                    <a:pt x="85" y="422"/>
                  </a:cubicBezTo>
                  <a:cubicBezTo>
                    <a:pt x="86" y="422"/>
                    <a:pt x="85" y="423"/>
                    <a:pt x="84" y="423"/>
                  </a:cubicBezTo>
                  <a:close/>
                  <a:moveTo>
                    <a:pt x="88" y="356"/>
                  </a:moveTo>
                  <a:cubicBezTo>
                    <a:pt x="86" y="358"/>
                    <a:pt x="87" y="353"/>
                    <a:pt x="88" y="354"/>
                  </a:cubicBezTo>
                  <a:cubicBezTo>
                    <a:pt x="89" y="355"/>
                    <a:pt x="88" y="356"/>
                    <a:pt x="88" y="356"/>
                  </a:cubicBezTo>
                  <a:close/>
                  <a:moveTo>
                    <a:pt x="96" y="325"/>
                  </a:moveTo>
                  <a:cubicBezTo>
                    <a:pt x="96" y="326"/>
                    <a:pt x="95" y="326"/>
                    <a:pt x="94" y="328"/>
                  </a:cubicBezTo>
                  <a:cubicBezTo>
                    <a:pt x="92" y="330"/>
                    <a:pt x="89" y="335"/>
                    <a:pt x="87" y="340"/>
                  </a:cubicBezTo>
                  <a:cubicBezTo>
                    <a:pt x="85" y="344"/>
                    <a:pt x="85" y="347"/>
                    <a:pt x="83" y="350"/>
                  </a:cubicBezTo>
                  <a:cubicBezTo>
                    <a:pt x="83" y="350"/>
                    <a:pt x="82" y="350"/>
                    <a:pt x="82" y="350"/>
                  </a:cubicBezTo>
                  <a:cubicBezTo>
                    <a:pt x="81" y="350"/>
                    <a:pt x="84" y="344"/>
                    <a:pt x="85" y="342"/>
                  </a:cubicBezTo>
                  <a:cubicBezTo>
                    <a:pt x="86" y="339"/>
                    <a:pt x="87" y="337"/>
                    <a:pt x="89" y="334"/>
                  </a:cubicBezTo>
                  <a:cubicBezTo>
                    <a:pt x="90" y="332"/>
                    <a:pt x="93" y="329"/>
                    <a:pt x="93" y="326"/>
                  </a:cubicBezTo>
                  <a:cubicBezTo>
                    <a:pt x="93" y="326"/>
                    <a:pt x="92" y="325"/>
                    <a:pt x="92" y="324"/>
                  </a:cubicBezTo>
                  <a:cubicBezTo>
                    <a:pt x="92" y="320"/>
                    <a:pt x="99" y="320"/>
                    <a:pt x="96" y="325"/>
                  </a:cubicBezTo>
                  <a:close/>
                  <a:moveTo>
                    <a:pt x="96" y="227"/>
                  </a:moveTo>
                  <a:cubicBezTo>
                    <a:pt x="97" y="227"/>
                    <a:pt x="97" y="228"/>
                    <a:pt x="97" y="229"/>
                  </a:cubicBezTo>
                  <a:cubicBezTo>
                    <a:pt x="96" y="230"/>
                    <a:pt x="96" y="227"/>
                    <a:pt x="96" y="227"/>
                  </a:cubicBezTo>
                  <a:close/>
                  <a:moveTo>
                    <a:pt x="98" y="402"/>
                  </a:moveTo>
                  <a:cubicBezTo>
                    <a:pt x="98" y="402"/>
                    <a:pt x="98" y="402"/>
                    <a:pt x="97" y="402"/>
                  </a:cubicBezTo>
                  <a:cubicBezTo>
                    <a:pt x="95" y="401"/>
                    <a:pt x="100" y="400"/>
                    <a:pt x="98" y="402"/>
                  </a:cubicBezTo>
                  <a:close/>
                  <a:moveTo>
                    <a:pt x="99" y="416"/>
                  </a:moveTo>
                  <a:cubicBezTo>
                    <a:pt x="101" y="416"/>
                    <a:pt x="100" y="421"/>
                    <a:pt x="99" y="422"/>
                  </a:cubicBezTo>
                  <a:cubicBezTo>
                    <a:pt x="94" y="424"/>
                    <a:pt x="98" y="416"/>
                    <a:pt x="99" y="416"/>
                  </a:cubicBezTo>
                  <a:close/>
                  <a:moveTo>
                    <a:pt x="101" y="433"/>
                  </a:moveTo>
                  <a:cubicBezTo>
                    <a:pt x="103" y="434"/>
                    <a:pt x="100" y="438"/>
                    <a:pt x="100" y="439"/>
                  </a:cubicBezTo>
                  <a:cubicBezTo>
                    <a:pt x="94" y="441"/>
                    <a:pt x="98" y="431"/>
                    <a:pt x="101" y="433"/>
                  </a:cubicBezTo>
                  <a:close/>
                  <a:moveTo>
                    <a:pt x="100" y="444"/>
                  </a:moveTo>
                  <a:cubicBezTo>
                    <a:pt x="101" y="443"/>
                    <a:pt x="99" y="445"/>
                    <a:pt x="100" y="444"/>
                  </a:cubicBezTo>
                  <a:close/>
                  <a:moveTo>
                    <a:pt x="102" y="444"/>
                  </a:moveTo>
                  <a:cubicBezTo>
                    <a:pt x="102" y="445"/>
                    <a:pt x="101" y="445"/>
                    <a:pt x="101" y="445"/>
                  </a:cubicBezTo>
                  <a:cubicBezTo>
                    <a:pt x="99" y="443"/>
                    <a:pt x="104" y="442"/>
                    <a:pt x="102" y="444"/>
                  </a:cubicBezTo>
                  <a:close/>
                  <a:moveTo>
                    <a:pt x="102" y="431"/>
                  </a:moveTo>
                  <a:cubicBezTo>
                    <a:pt x="100" y="432"/>
                    <a:pt x="100" y="428"/>
                    <a:pt x="102" y="429"/>
                  </a:cubicBezTo>
                  <a:cubicBezTo>
                    <a:pt x="103" y="429"/>
                    <a:pt x="103" y="430"/>
                    <a:pt x="102" y="431"/>
                  </a:cubicBezTo>
                  <a:close/>
                  <a:moveTo>
                    <a:pt x="103" y="445"/>
                  </a:moveTo>
                  <a:cubicBezTo>
                    <a:pt x="102" y="447"/>
                    <a:pt x="105" y="444"/>
                    <a:pt x="103" y="445"/>
                  </a:cubicBezTo>
                  <a:close/>
                  <a:moveTo>
                    <a:pt x="104" y="399"/>
                  </a:moveTo>
                  <a:cubicBezTo>
                    <a:pt x="103" y="399"/>
                    <a:pt x="103" y="397"/>
                    <a:pt x="104" y="398"/>
                  </a:cubicBezTo>
                  <a:cubicBezTo>
                    <a:pt x="104" y="398"/>
                    <a:pt x="104" y="399"/>
                    <a:pt x="104" y="399"/>
                  </a:cubicBezTo>
                  <a:close/>
                  <a:moveTo>
                    <a:pt x="104" y="288"/>
                  </a:moveTo>
                  <a:cubicBezTo>
                    <a:pt x="103" y="290"/>
                    <a:pt x="105" y="287"/>
                    <a:pt x="104" y="288"/>
                  </a:cubicBezTo>
                  <a:close/>
                  <a:moveTo>
                    <a:pt x="105" y="307"/>
                  </a:moveTo>
                  <a:cubicBezTo>
                    <a:pt x="104" y="306"/>
                    <a:pt x="106" y="303"/>
                    <a:pt x="107" y="302"/>
                  </a:cubicBezTo>
                  <a:cubicBezTo>
                    <a:pt x="107" y="304"/>
                    <a:pt x="106" y="306"/>
                    <a:pt x="105" y="307"/>
                  </a:cubicBezTo>
                  <a:close/>
                  <a:moveTo>
                    <a:pt x="106" y="414"/>
                  </a:moveTo>
                  <a:cubicBezTo>
                    <a:pt x="106" y="413"/>
                    <a:pt x="108" y="413"/>
                    <a:pt x="106" y="414"/>
                  </a:cubicBezTo>
                  <a:close/>
                  <a:moveTo>
                    <a:pt x="108" y="455"/>
                  </a:moveTo>
                  <a:cubicBezTo>
                    <a:pt x="107" y="454"/>
                    <a:pt x="109" y="454"/>
                    <a:pt x="108" y="455"/>
                  </a:cubicBezTo>
                  <a:close/>
                  <a:moveTo>
                    <a:pt x="107" y="441"/>
                  </a:moveTo>
                  <a:cubicBezTo>
                    <a:pt x="106" y="441"/>
                    <a:pt x="108" y="440"/>
                    <a:pt x="108" y="440"/>
                  </a:cubicBezTo>
                  <a:cubicBezTo>
                    <a:pt x="108" y="440"/>
                    <a:pt x="107" y="440"/>
                    <a:pt x="107" y="441"/>
                  </a:cubicBezTo>
                  <a:close/>
                  <a:moveTo>
                    <a:pt x="108" y="388"/>
                  </a:moveTo>
                  <a:cubicBezTo>
                    <a:pt x="107" y="390"/>
                    <a:pt x="107" y="386"/>
                    <a:pt x="108" y="387"/>
                  </a:cubicBezTo>
                  <a:cubicBezTo>
                    <a:pt x="109" y="387"/>
                    <a:pt x="108" y="388"/>
                    <a:pt x="108" y="388"/>
                  </a:cubicBezTo>
                  <a:close/>
                  <a:moveTo>
                    <a:pt x="109" y="420"/>
                  </a:moveTo>
                  <a:cubicBezTo>
                    <a:pt x="109" y="421"/>
                    <a:pt x="109" y="418"/>
                    <a:pt x="109" y="420"/>
                  </a:cubicBezTo>
                  <a:close/>
                  <a:moveTo>
                    <a:pt x="108" y="301"/>
                  </a:moveTo>
                  <a:cubicBezTo>
                    <a:pt x="107" y="300"/>
                    <a:pt x="108" y="298"/>
                    <a:pt x="110" y="298"/>
                  </a:cubicBezTo>
                  <a:cubicBezTo>
                    <a:pt x="110" y="299"/>
                    <a:pt x="108" y="300"/>
                    <a:pt x="108" y="301"/>
                  </a:cubicBezTo>
                  <a:close/>
                  <a:moveTo>
                    <a:pt x="110" y="401"/>
                  </a:moveTo>
                  <a:cubicBezTo>
                    <a:pt x="110" y="401"/>
                    <a:pt x="110" y="401"/>
                    <a:pt x="110" y="401"/>
                  </a:cubicBezTo>
                  <a:cubicBezTo>
                    <a:pt x="110" y="401"/>
                    <a:pt x="110" y="400"/>
                    <a:pt x="110" y="401"/>
                  </a:cubicBezTo>
                  <a:close/>
                  <a:moveTo>
                    <a:pt x="69" y="513"/>
                  </a:moveTo>
                  <a:cubicBezTo>
                    <a:pt x="69" y="513"/>
                    <a:pt x="70" y="512"/>
                    <a:pt x="70" y="512"/>
                  </a:cubicBezTo>
                  <a:cubicBezTo>
                    <a:pt x="70" y="513"/>
                    <a:pt x="69" y="513"/>
                    <a:pt x="69" y="513"/>
                  </a:cubicBezTo>
                  <a:close/>
                  <a:moveTo>
                    <a:pt x="73" y="498"/>
                  </a:moveTo>
                  <a:cubicBezTo>
                    <a:pt x="73" y="497"/>
                    <a:pt x="74" y="496"/>
                    <a:pt x="75" y="496"/>
                  </a:cubicBezTo>
                  <a:cubicBezTo>
                    <a:pt x="75" y="497"/>
                    <a:pt x="74" y="498"/>
                    <a:pt x="73" y="498"/>
                  </a:cubicBezTo>
                  <a:close/>
                  <a:moveTo>
                    <a:pt x="76" y="499"/>
                  </a:moveTo>
                  <a:cubicBezTo>
                    <a:pt x="76" y="500"/>
                    <a:pt x="77" y="498"/>
                    <a:pt x="76" y="499"/>
                  </a:cubicBezTo>
                  <a:close/>
                  <a:moveTo>
                    <a:pt x="87" y="502"/>
                  </a:moveTo>
                  <a:cubicBezTo>
                    <a:pt x="86" y="500"/>
                    <a:pt x="89" y="499"/>
                    <a:pt x="87" y="502"/>
                  </a:cubicBezTo>
                  <a:close/>
                  <a:moveTo>
                    <a:pt x="100" y="477"/>
                  </a:moveTo>
                  <a:cubicBezTo>
                    <a:pt x="101" y="479"/>
                    <a:pt x="100" y="481"/>
                    <a:pt x="100" y="483"/>
                  </a:cubicBezTo>
                  <a:cubicBezTo>
                    <a:pt x="99" y="481"/>
                    <a:pt x="99" y="479"/>
                    <a:pt x="100" y="477"/>
                  </a:cubicBezTo>
                  <a:close/>
                  <a:moveTo>
                    <a:pt x="100" y="502"/>
                  </a:moveTo>
                  <a:cubicBezTo>
                    <a:pt x="97" y="499"/>
                    <a:pt x="102" y="497"/>
                    <a:pt x="104" y="496"/>
                  </a:cubicBezTo>
                  <a:cubicBezTo>
                    <a:pt x="105" y="499"/>
                    <a:pt x="102" y="505"/>
                    <a:pt x="100" y="502"/>
                  </a:cubicBezTo>
                  <a:close/>
                  <a:moveTo>
                    <a:pt x="144" y="546"/>
                  </a:moveTo>
                  <a:cubicBezTo>
                    <a:pt x="143" y="546"/>
                    <a:pt x="144" y="546"/>
                    <a:pt x="144" y="545"/>
                  </a:cubicBezTo>
                  <a:cubicBezTo>
                    <a:pt x="143" y="542"/>
                    <a:pt x="147" y="545"/>
                    <a:pt x="144" y="546"/>
                  </a:cubicBezTo>
                  <a:close/>
                  <a:moveTo>
                    <a:pt x="196" y="598"/>
                  </a:moveTo>
                  <a:cubicBezTo>
                    <a:pt x="196" y="598"/>
                    <a:pt x="198" y="597"/>
                    <a:pt x="198" y="598"/>
                  </a:cubicBezTo>
                  <a:cubicBezTo>
                    <a:pt x="198" y="599"/>
                    <a:pt x="197" y="599"/>
                    <a:pt x="196" y="598"/>
                  </a:cubicBezTo>
                  <a:close/>
                  <a:moveTo>
                    <a:pt x="199" y="607"/>
                  </a:moveTo>
                  <a:cubicBezTo>
                    <a:pt x="198" y="607"/>
                    <a:pt x="198" y="607"/>
                    <a:pt x="198" y="607"/>
                  </a:cubicBezTo>
                  <a:cubicBezTo>
                    <a:pt x="198" y="605"/>
                    <a:pt x="200" y="608"/>
                    <a:pt x="199" y="607"/>
                  </a:cubicBezTo>
                  <a:close/>
                  <a:moveTo>
                    <a:pt x="203" y="609"/>
                  </a:moveTo>
                  <a:cubicBezTo>
                    <a:pt x="203" y="608"/>
                    <a:pt x="205" y="608"/>
                    <a:pt x="205" y="609"/>
                  </a:cubicBezTo>
                  <a:cubicBezTo>
                    <a:pt x="205" y="609"/>
                    <a:pt x="203" y="610"/>
                    <a:pt x="203" y="609"/>
                  </a:cubicBezTo>
                  <a:close/>
                  <a:moveTo>
                    <a:pt x="208" y="600"/>
                  </a:moveTo>
                  <a:cubicBezTo>
                    <a:pt x="207" y="600"/>
                    <a:pt x="209" y="600"/>
                    <a:pt x="209" y="600"/>
                  </a:cubicBezTo>
                  <a:cubicBezTo>
                    <a:pt x="209" y="601"/>
                    <a:pt x="208" y="601"/>
                    <a:pt x="208" y="600"/>
                  </a:cubicBezTo>
                  <a:close/>
                  <a:moveTo>
                    <a:pt x="226" y="627"/>
                  </a:moveTo>
                  <a:cubicBezTo>
                    <a:pt x="225" y="627"/>
                    <a:pt x="223" y="627"/>
                    <a:pt x="224" y="625"/>
                  </a:cubicBezTo>
                  <a:cubicBezTo>
                    <a:pt x="225" y="624"/>
                    <a:pt x="229" y="624"/>
                    <a:pt x="229" y="625"/>
                  </a:cubicBezTo>
                  <a:cubicBezTo>
                    <a:pt x="229" y="626"/>
                    <a:pt x="229" y="626"/>
                    <a:pt x="228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8" y="628"/>
                    <a:pt x="227" y="628"/>
                    <a:pt x="226" y="627"/>
                  </a:cubicBezTo>
                  <a:close/>
                  <a:moveTo>
                    <a:pt x="229" y="628"/>
                  </a:moveTo>
                  <a:cubicBezTo>
                    <a:pt x="229" y="628"/>
                    <a:pt x="231" y="628"/>
                    <a:pt x="231" y="628"/>
                  </a:cubicBezTo>
                  <a:cubicBezTo>
                    <a:pt x="231" y="629"/>
                    <a:pt x="229" y="628"/>
                    <a:pt x="229" y="628"/>
                  </a:cubicBezTo>
                  <a:close/>
                  <a:moveTo>
                    <a:pt x="228" y="653"/>
                  </a:moveTo>
                  <a:cubicBezTo>
                    <a:pt x="228" y="653"/>
                    <a:pt x="228" y="653"/>
                    <a:pt x="228" y="653"/>
                  </a:cubicBezTo>
                  <a:cubicBezTo>
                    <a:pt x="228" y="653"/>
                    <a:pt x="228" y="652"/>
                    <a:pt x="228" y="653"/>
                  </a:cubicBezTo>
                  <a:close/>
                  <a:moveTo>
                    <a:pt x="213" y="659"/>
                  </a:moveTo>
                  <a:cubicBezTo>
                    <a:pt x="213" y="659"/>
                    <a:pt x="213" y="659"/>
                    <a:pt x="213" y="659"/>
                  </a:cubicBezTo>
                  <a:cubicBezTo>
                    <a:pt x="213" y="659"/>
                    <a:pt x="213" y="659"/>
                    <a:pt x="213" y="659"/>
                  </a:cubicBezTo>
                  <a:close/>
                  <a:moveTo>
                    <a:pt x="213" y="659"/>
                  </a:moveTo>
                  <a:cubicBezTo>
                    <a:pt x="214" y="659"/>
                    <a:pt x="213" y="659"/>
                    <a:pt x="213" y="659"/>
                  </a:cubicBezTo>
                  <a:close/>
                  <a:moveTo>
                    <a:pt x="213" y="657"/>
                  </a:moveTo>
                  <a:cubicBezTo>
                    <a:pt x="213" y="656"/>
                    <a:pt x="214" y="656"/>
                    <a:pt x="214" y="656"/>
                  </a:cubicBezTo>
                  <a:cubicBezTo>
                    <a:pt x="215" y="657"/>
                    <a:pt x="214" y="657"/>
                    <a:pt x="213" y="657"/>
                  </a:cubicBezTo>
                  <a:close/>
                  <a:moveTo>
                    <a:pt x="216" y="659"/>
                  </a:moveTo>
                  <a:cubicBezTo>
                    <a:pt x="216" y="658"/>
                    <a:pt x="216" y="657"/>
                    <a:pt x="217" y="658"/>
                  </a:cubicBezTo>
                  <a:cubicBezTo>
                    <a:pt x="216" y="658"/>
                    <a:pt x="218" y="660"/>
                    <a:pt x="218" y="660"/>
                  </a:cubicBezTo>
                  <a:cubicBezTo>
                    <a:pt x="217" y="661"/>
                    <a:pt x="215" y="661"/>
                    <a:pt x="216" y="659"/>
                  </a:cubicBezTo>
                  <a:close/>
                  <a:moveTo>
                    <a:pt x="223" y="655"/>
                  </a:moveTo>
                  <a:cubicBezTo>
                    <a:pt x="222" y="654"/>
                    <a:pt x="224" y="654"/>
                    <a:pt x="224" y="655"/>
                  </a:cubicBezTo>
                  <a:cubicBezTo>
                    <a:pt x="224" y="655"/>
                    <a:pt x="223" y="655"/>
                    <a:pt x="223" y="655"/>
                  </a:cubicBezTo>
                  <a:close/>
                  <a:moveTo>
                    <a:pt x="218" y="655"/>
                  </a:moveTo>
                  <a:cubicBezTo>
                    <a:pt x="217" y="655"/>
                    <a:pt x="214" y="653"/>
                    <a:pt x="215" y="651"/>
                  </a:cubicBezTo>
                  <a:cubicBezTo>
                    <a:pt x="216" y="650"/>
                    <a:pt x="220" y="648"/>
                    <a:pt x="222" y="648"/>
                  </a:cubicBezTo>
                  <a:cubicBezTo>
                    <a:pt x="223" y="649"/>
                    <a:pt x="224" y="649"/>
                    <a:pt x="224" y="650"/>
                  </a:cubicBezTo>
                  <a:cubicBezTo>
                    <a:pt x="224" y="650"/>
                    <a:pt x="226" y="648"/>
                    <a:pt x="225" y="650"/>
                  </a:cubicBezTo>
                  <a:cubicBezTo>
                    <a:pt x="225" y="650"/>
                    <a:pt x="223" y="651"/>
                    <a:pt x="223" y="652"/>
                  </a:cubicBezTo>
                  <a:cubicBezTo>
                    <a:pt x="224" y="652"/>
                    <a:pt x="225" y="651"/>
                    <a:pt x="225" y="652"/>
                  </a:cubicBezTo>
                  <a:cubicBezTo>
                    <a:pt x="224" y="652"/>
                    <a:pt x="221" y="655"/>
                    <a:pt x="218" y="655"/>
                  </a:cubicBezTo>
                  <a:close/>
                  <a:moveTo>
                    <a:pt x="227" y="665"/>
                  </a:moveTo>
                  <a:cubicBezTo>
                    <a:pt x="223" y="666"/>
                    <a:pt x="226" y="661"/>
                    <a:pt x="228" y="662"/>
                  </a:cubicBezTo>
                  <a:cubicBezTo>
                    <a:pt x="229" y="664"/>
                    <a:pt x="228" y="664"/>
                    <a:pt x="227" y="665"/>
                  </a:cubicBezTo>
                  <a:close/>
                  <a:moveTo>
                    <a:pt x="228" y="654"/>
                  </a:moveTo>
                  <a:cubicBezTo>
                    <a:pt x="227" y="653"/>
                    <a:pt x="230" y="655"/>
                    <a:pt x="228" y="654"/>
                  </a:cubicBezTo>
                  <a:close/>
                  <a:moveTo>
                    <a:pt x="229" y="639"/>
                  </a:moveTo>
                  <a:cubicBezTo>
                    <a:pt x="228" y="638"/>
                    <a:pt x="231" y="638"/>
                    <a:pt x="231" y="639"/>
                  </a:cubicBezTo>
                  <a:cubicBezTo>
                    <a:pt x="231" y="639"/>
                    <a:pt x="230" y="640"/>
                    <a:pt x="229" y="639"/>
                  </a:cubicBezTo>
                  <a:close/>
                  <a:moveTo>
                    <a:pt x="215" y="675"/>
                  </a:moveTo>
                  <a:cubicBezTo>
                    <a:pt x="216" y="673"/>
                    <a:pt x="216" y="675"/>
                    <a:pt x="215" y="675"/>
                  </a:cubicBezTo>
                  <a:close/>
                  <a:moveTo>
                    <a:pt x="219" y="676"/>
                  </a:moveTo>
                  <a:cubicBezTo>
                    <a:pt x="220" y="675"/>
                    <a:pt x="221" y="676"/>
                    <a:pt x="223" y="676"/>
                  </a:cubicBezTo>
                  <a:cubicBezTo>
                    <a:pt x="221" y="676"/>
                    <a:pt x="220" y="677"/>
                    <a:pt x="219" y="676"/>
                  </a:cubicBezTo>
                  <a:close/>
                  <a:moveTo>
                    <a:pt x="226" y="676"/>
                  </a:moveTo>
                  <a:cubicBezTo>
                    <a:pt x="226" y="675"/>
                    <a:pt x="228" y="675"/>
                    <a:pt x="228" y="675"/>
                  </a:cubicBezTo>
                  <a:cubicBezTo>
                    <a:pt x="228" y="676"/>
                    <a:pt x="226" y="676"/>
                    <a:pt x="226" y="676"/>
                  </a:cubicBezTo>
                  <a:close/>
                  <a:moveTo>
                    <a:pt x="229" y="676"/>
                  </a:moveTo>
                  <a:cubicBezTo>
                    <a:pt x="229" y="675"/>
                    <a:pt x="230" y="676"/>
                    <a:pt x="230" y="676"/>
                  </a:cubicBezTo>
                  <a:cubicBezTo>
                    <a:pt x="230" y="676"/>
                    <a:pt x="229" y="677"/>
                    <a:pt x="229" y="676"/>
                  </a:cubicBezTo>
                  <a:close/>
                  <a:moveTo>
                    <a:pt x="234" y="679"/>
                  </a:moveTo>
                  <a:cubicBezTo>
                    <a:pt x="234" y="678"/>
                    <a:pt x="235" y="678"/>
                    <a:pt x="235" y="678"/>
                  </a:cubicBezTo>
                  <a:cubicBezTo>
                    <a:pt x="236" y="679"/>
                    <a:pt x="234" y="679"/>
                    <a:pt x="234" y="679"/>
                  </a:cubicBezTo>
                  <a:close/>
                  <a:moveTo>
                    <a:pt x="248" y="692"/>
                  </a:moveTo>
                  <a:cubicBezTo>
                    <a:pt x="248" y="691"/>
                    <a:pt x="250" y="691"/>
                    <a:pt x="250" y="691"/>
                  </a:cubicBezTo>
                  <a:cubicBezTo>
                    <a:pt x="251" y="692"/>
                    <a:pt x="249" y="692"/>
                    <a:pt x="248" y="692"/>
                  </a:cubicBezTo>
                  <a:close/>
                  <a:moveTo>
                    <a:pt x="349" y="41"/>
                  </a:moveTo>
                  <a:cubicBezTo>
                    <a:pt x="348" y="41"/>
                    <a:pt x="345" y="42"/>
                    <a:pt x="344" y="41"/>
                  </a:cubicBezTo>
                  <a:cubicBezTo>
                    <a:pt x="344" y="40"/>
                    <a:pt x="348" y="40"/>
                    <a:pt x="349" y="41"/>
                  </a:cubicBezTo>
                  <a:close/>
                  <a:moveTo>
                    <a:pt x="343" y="7"/>
                  </a:moveTo>
                  <a:cubicBezTo>
                    <a:pt x="344" y="6"/>
                    <a:pt x="345" y="8"/>
                    <a:pt x="343" y="7"/>
                  </a:cubicBezTo>
                  <a:close/>
                  <a:moveTo>
                    <a:pt x="342" y="38"/>
                  </a:moveTo>
                  <a:cubicBezTo>
                    <a:pt x="341" y="38"/>
                    <a:pt x="340" y="37"/>
                    <a:pt x="339" y="38"/>
                  </a:cubicBezTo>
                  <a:cubicBezTo>
                    <a:pt x="339" y="37"/>
                    <a:pt x="341" y="37"/>
                    <a:pt x="342" y="38"/>
                  </a:cubicBezTo>
                  <a:close/>
                  <a:moveTo>
                    <a:pt x="335" y="37"/>
                  </a:moveTo>
                  <a:cubicBezTo>
                    <a:pt x="336" y="36"/>
                    <a:pt x="337" y="39"/>
                    <a:pt x="335" y="37"/>
                  </a:cubicBezTo>
                  <a:close/>
                  <a:moveTo>
                    <a:pt x="336" y="97"/>
                  </a:move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5" y="96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lose/>
                  <a:moveTo>
                    <a:pt x="316" y="49"/>
                  </a:moveTo>
                  <a:cubicBezTo>
                    <a:pt x="316" y="49"/>
                    <a:pt x="313" y="50"/>
                    <a:pt x="313" y="49"/>
                  </a:cubicBezTo>
                  <a:cubicBezTo>
                    <a:pt x="312" y="49"/>
                    <a:pt x="315" y="48"/>
                    <a:pt x="316" y="49"/>
                  </a:cubicBezTo>
                  <a:close/>
                  <a:moveTo>
                    <a:pt x="321" y="108"/>
                  </a:moveTo>
                  <a:cubicBezTo>
                    <a:pt x="319" y="109"/>
                    <a:pt x="315" y="112"/>
                    <a:pt x="311" y="111"/>
                  </a:cubicBezTo>
                  <a:cubicBezTo>
                    <a:pt x="314" y="109"/>
                    <a:pt x="317" y="109"/>
                    <a:pt x="321" y="108"/>
                  </a:cubicBezTo>
                  <a:close/>
                  <a:moveTo>
                    <a:pt x="320" y="636"/>
                  </a:moveTo>
                  <a:cubicBezTo>
                    <a:pt x="319" y="636"/>
                    <a:pt x="320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lose/>
                  <a:moveTo>
                    <a:pt x="319" y="620"/>
                  </a:moveTo>
                  <a:cubicBezTo>
                    <a:pt x="319" y="620"/>
                    <a:pt x="318" y="620"/>
                    <a:pt x="317" y="620"/>
                  </a:cubicBezTo>
                  <a:cubicBezTo>
                    <a:pt x="318" y="620"/>
                    <a:pt x="319" y="619"/>
                    <a:pt x="319" y="620"/>
                  </a:cubicBezTo>
                  <a:close/>
                  <a:moveTo>
                    <a:pt x="318" y="614"/>
                  </a:moveTo>
                  <a:cubicBezTo>
                    <a:pt x="317" y="613"/>
                    <a:pt x="319" y="615"/>
                    <a:pt x="318" y="614"/>
                  </a:cubicBezTo>
                  <a:close/>
                  <a:moveTo>
                    <a:pt x="313" y="137"/>
                  </a:moveTo>
                  <a:cubicBezTo>
                    <a:pt x="312" y="140"/>
                    <a:pt x="312" y="135"/>
                    <a:pt x="312" y="137"/>
                  </a:cubicBezTo>
                  <a:cubicBezTo>
                    <a:pt x="312" y="137"/>
                    <a:pt x="313" y="137"/>
                    <a:pt x="313" y="137"/>
                  </a:cubicBezTo>
                  <a:close/>
                  <a:moveTo>
                    <a:pt x="311" y="41"/>
                  </a:moveTo>
                  <a:cubicBezTo>
                    <a:pt x="310" y="42"/>
                    <a:pt x="309" y="40"/>
                    <a:pt x="311" y="41"/>
                  </a:cubicBezTo>
                  <a:close/>
                  <a:moveTo>
                    <a:pt x="309" y="527"/>
                  </a:moveTo>
                  <a:cubicBezTo>
                    <a:pt x="309" y="528"/>
                    <a:pt x="306" y="529"/>
                    <a:pt x="306" y="527"/>
                  </a:cubicBezTo>
                  <a:cubicBezTo>
                    <a:pt x="306" y="525"/>
                    <a:pt x="309" y="526"/>
                    <a:pt x="309" y="527"/>
                  </a:cubicBezTo>
                  <a:close/>
                  <a:moveTo>
                    <a:pt x="307" y="61"/>
                  </a:moveTo>
                  <a:cubicBezTo>
                    <a:pt x="306" y="60"/>
                    <a:pt x="308" y="61"/>
                    <a:pt x="307" y="61"/>
                  </a:cubicBezTo>
                  <a:close/>
                  <a:moveTo>
                    <a:pt x="293" y="53"/>
                  </a:moveTo>
                  <a:cubicBezTo>
                    <a:pt x="298" y="52"/>
                    <a:pt x="304" y="52"/>
                    <a:pt x="309" y="51"/>
                  </a:cubicBezTo>
                  <a:cubicBezTo>
                    <a:pt x="304" y="53"/>
                    <a:pt x="299" y="53"/>
                    <a:pt x="293" y="53"/>
                  </a:cubicBezTo>
                  <a:close/>
                  <a:moveTo>
                    <a:pt x="282" y="662"/>
                  </a:moveTo>
                  <a:cubicBezTo>
                    <a:pt x="281" y="662"/>
                    <a:pt x="279" y="663"/>
                    <a:pt x="277" y="663"/>
                  </a:cubicBezTo>
                  <a:cubicBezTo>
                    <a:pt x="279" y="662"/>
                    <a:pt x="281" y="661"/>
                    <a:pt x="282" y="662"/>
                  </a:cubicBezTo>
                  <a:close/>
                  <a:moveTo>
                    <a:pt x="278" y="582"/>
                  </a:moveTo>
                  <a:cubicBezTo>
                    <a:pt x="278" y="581"/>
                    <a:pt x="280" y="581"/>
                    <a:pt x="279" y="582"/>
                  </a:cubicBezTo>
                  <a:cubicBezTo>
                    <a:pt x="279" y="582"/>
                    <a:pt x="279" y="582"/>
                    <a:pt x="278" y="582"/>
                  </a:cubicBezTo>
                  <a:close/>
                  <a:moveTo>
                    <a:pt x="282" y="582"/>
                  </a:moveTo>
                  <a:cubicBezTo>
                    <a:pt x="282" y="582"/>
                    <a:pt x="280" y="583"/>
                    <a:pt x="280" y="581"/>
                  </a:cubicBezTo>
                  <a:cubicBezTo>
                    <a:pt x="280" y="580"/>
                    <a:pt x="282" y="581"/>
                    <a:pt x="282" y="582"/>
                  </a:cubicBezTo>
                  <a:close/>
                  <a:moveTo>
                    <a:pt x="281" y="574"/>
                  </a:moveTo>
                  <a:cubicBezTo>
                    <a:pt x="281" y="575"/>
                    <a:pt x="280" y="575"/>
                    <a:pt x="280" y="574"/>
                  </a:cubicBezTo>
                  <a:cubicBezTo>
                    <a:pt x="279" y="574"/>
                    <a:pt x="281" y="573"/>
                    <a:pt x="281" y="574"/>
                  </a:cubicBezTo>
                  <a:close/>
                  <a:moveTo>
                    <a:pt x="294" y="551"/>
                  </a:moveTo>
                  <a:cubicBezTo>
                    <a:pt x="291" y="553"/>
                    <a:pt x="287" y="555"/>
                    <a:pt x="285" y="556"/>
                  </a:cubicBezTo>
                  <a:cubicBezTo>
                    <a:pt x="285" y="556"/>
                    <a:pt x="283" y="557"/>
                    <a:pt x="284" y="556"/>
                  </a:cubicBezTo>
                  <a:cubicBezTo>
                    <a:pt x="286" y="553"/>
                    <a:pt x="291" y="553"/>
                    <a:pt x="294" y="551"/>
                  </a:cubicBezTo>
                  <a:close/>
                  <a:moveTo>
                    <a:pt x="286" y="536"/>
                  </a:moveTo>
                  <a:cubicBezTo>
                    <a:pt x="286" y="535"/>
                    <a:pt x="286" y="536"/>
                    <a:pt x="286" y="536"/>
                  </a:cubicBezTo>
                  <a:cubicBezTo>
                    <a:pt x="285" y="536"/>
                    <a:pt x="286" y="535"/>
                    <a:pt x="286" y="536"/>
                  </a:cubicBezTo>
                  <a:close/>
                  <a:moveTo>
                    <a:pt x="287" y="536"/>
                  </a:moveTo>
                  <a:cubicBezTo>
                    <a:pt x="287" y="534"/>
                    <a:pt x="289" y="534"/>
                    <a:pt x="289" y="536"/>
                  </a:cubicBezTo>
                  <a:cubicBezTo>
                    <a:pt x="289" y="537"/>
                    <a:pt x="287" y="536"/>
                    <a:pt x="287" y="536"/>
                  </a:cubicBezTo>
                  <a:close/>
                  <a:moveTo>
                    <a:pt x="290" y="512"/>
                  </a:moveTo>
                  <a:cubicBezTo>
                    <a:pt x="291" y="510"/>
                    <a:pt x="293" y="509"/>
                    <a:pt x="294" y="508"/>
                  </a:cubicBezTo>
                  <a:cubicBezTo>
                    <a:pt x="294" y="509"/>
                    <a:pt x="292" y="510"/>
                    <a:pt x="290" y="512"/>
                  </a:cubicBezTo>
                  <a:close/>
                  <a:moveTo>
                    <a:pt x="290" y="550"/>
                  </a:moveTo>
                  <a:cubicBezTo>
                    <a:pt x="290" y="549"/>
                    <a:pt x="291" y="548"/>
                    <a:pt x="292" y="549"/>
                  </a:cubicBezTo>
                  <a:cubicBezTo>
                    <a:pt x="292" y="550"/>
                    <a:pt x="290" y="551"/>
                    <a:pt x="290" y="550"/>
                  </a:cubicBezTo>
                  <a:close/>
                  <a:moveTo>
                    <a:pt x="287" y="638"/>
                  </a:moveTo>
                  <a:cubicBezTo>
                    <a:pt x="288" y="637"/>
                    <a:pt x="289" y="637"/>
                    <a:pt x="290" y="637"/>
                  </a:cubicBezTo>
                  <a:cubicBezTo>
                    <a:pt x="289" y="637"/>
                    <a:pt x="288" y="638"/>
                    <a:pt x="287" y="638"/>
                  </a:cubicBezTo>
                  <a:close/>
                  <a:moveTo>
                    <a:pt x="290" y="640"/>
                  </a:moveTo>
                  <a:cubicBezTo>
                    <a:pt x="289" y="641"/>
                    <a:pt x="288" y="640"/>
                    <a:pt x="287" y="641"/>
                  </a:cubicBezTo>
                  <a:cubicBezTo>
                    <a:pt x="287" y="640"/>
                    <a:pt x="289" y="639"/>
                    <a:pt x="290" y="640"/>
                  </a:cubicBezTo>
                  <a:close/>
                  <a:moveTo>
                    <a:pt x="292" y="594"/>
                  </a:moveTo>
                  <a:cubicBezTo>
                    <a:pt x="292" y="595"/>
                    <a:pt x="288" y="596"/>
                    <a:pt x="288" y="593"/>
                  </a:cubicBezTo>
                  <a:cubicBezTo>
                    <a:pt x="288" y="591"/>
                    <a:pt x="292" y="592"/>
                    <a:pt x="292" y="594"/>
                  </a:cubicBezTo>
                  <a:close/>
                  <a:moveTo>
                    <a:pt x="288" y="573"/>
                  </a:moveTo>
                  <a:cubicBezTo>
                    <a:pt x="288" y="572"/>
                    <a:pt x="290" y="571"/>
                    <a:pt x="291" y="571"/>
                  </a:cubicBezTo>
                  <a:cubicBezTo>
                    <a:pt x="290" y="572"/>
                    <a:pt x="289" y="572"/>
                    <a:pt x="288" y="573"/>
                  </a:cubicBezTo>
                  <a:close/>
                  <a:moveTo>
                    <a:pt x="292" y="571"/>
                  </a:moveTo>
                  <a:cubicBezTo>
                    <a:pt x="292" y="570"/>
                    <a:pt x="293" y="569"/>
                    <a:pt x="294" y="570"/>
                  </a:cubicBezTo>
                  <a:cubicBezTo>
                    <a:pt x="294" y="571"/>
                    <a:pt x="292" y="571"/>
                    <a:pt x="292" y="571"/>
                  </a:cubicBezTo>
                  <a:close/>
                  <a:moveTo>
                    <a:pt x="293" y="594"/>
                  </a:moveTo>
                  <a:cubicBezTo>
                    <a:pt x="293" y="596"/>
                    <a:pt x="291" y="595"/>
                    <a:pt x="293" y="594"/>
                  </a:cubicBezTo>
                  <a:close/>
                  <a:moveTo>
                    <a:pt x="291" y="595"/>
                  </a:moveTo>
                  <a:cubicBezTo>
                    <a:pt x="290" y="597"/>
                    <a:pt x="288" y="596"/>
                    <a:pt x="291" y="595"/>
                  </a:cubicBezTo>
                  <a:close/>
                  <a:moveTo>
                    <a:pt x="290" y="625"/>
                  </a:moveTo>
                  <a:cubicBezTo>
                    <a:pt x="291" y="626"/>
                    <a:pt x="290" y="625"/>
                    <a:pt x="290" y="625"/>
                  </a:cubicBezTo>
                  <a:cubicBezTo>
                    <a:pt x="290" y="625"/>
                    <a:pt x="290" y="625"/>
                    <a:pt x="290" y="625"/>
                  </a:cubicBezTo>
                  <a:close/>
                  <a:moveTo>
                    <a:pt x="289" y="602"/>
                  </a:moveTo>
                  <a:cubicBezTo>
                    <a:pt x="289" y="601"/>
                    <a:pt x="292" y="601"/>
                    <a:pt x="293" y="601"/>
                  </a:cubicBezTo>
                  <a:cubicBezTo>
                    <a:pt x="292" y="602"/>
                    <a:pt x="290" y="602"/>
                    <a:pt x="289" y="602"/>
                  </a:cubicBezTo>
                  <a:close/>
                  <a:moveTo>
                    <a:pt x="291" y="634"/>
                  </a:moveTo>
                  <a:cubicBezTo>
                    <a:pt x="292" y="634"/>
                    <a:pt x="293" y="634"/>
                    <a:pt x="292" y="635"/>
                  </a:cubicBezTo>
                  <a:cubicBezTo>
                    <a:pt x="292" y="636"/>
                    <a:pt x="291" y="635"/>
                    <a:pt x="291" y="634"/>
                  </a:cubicBezTo>
                  <a:close/>
                  <a:moveTo>
                    <a:pt x="295" y="635"/>
                  </a:moveTo>
                  <a:cubicBezTo>
                    <a:pt x="294" y="636"/>
                    <a:pt x="293" y="637"/>
                    <a:pt x="291" y="636"/>
                  </a:cubicBezTo>
                  <a:cubicBezTo>
                    <a:pt x="292" y="636"/>
                    <a:pt x="294" y="636"/>
                    <a:pt x="295" y="635"/>
                  </a:cubicBezTo>
                  <a:close/>
                  <a:moveTo>
                    <a:pt x="293" y="583"/>
                  </a:moveTo>
                  <a:cubicBezTo>
                    <a:pt x="293" y="583"/>
                    <a:pt x="294" y="583"/>
                    <a:pt x="294" y="583"/>
                  </a:cubicBezTo>
                  <a:cubicBezTo>
                    <a:pt x="295" y="584"/>
                    <a:pt x="293" y="585"/>
                    <a:pt x="293" y="583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538"/>
                  </a:moveTo>
                  <a:cubicBezTo>
                    <a:pt x="283" y="538"/>
                    <a:pt x="284" y="537"/>
                    <a:pt x="284" y="537"/>
                  </a:cubicBezTo>
                  <a:cubicBezTo>
                    <a:pt x="285" y="537"/>
                    <a:pt x="284" y="538"/>
                    <a:pt x="284" y="538"/>
                  </a:cubicBezTo>
                  <a:close/>
                  <a:moveTo>
                    <a:pt x="285" y="588"/>
                  </a:moveTo>
                  <a:cubicBezTo>
                    <a:pt x="284" y="589"/>
                    <a:pt x="283" y="589"/>
                    <a:pt x="282" y="590"/>
                  </a:cubicBezTo>
                  <a:cubicBezTo>
                    <a:pt x="282" y="590"/>
                    <a:pt x="284" y="588"/>
                    <a:pt x="285" y="588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612"/>
                  </a:moveTo>
                  <a:cubicBezTo>
                    <a:pt x="281" y="614"/>
                    <a:pt x="281" y="612"/>
                    <a:pt x="284" y="612"/>
                  </a:cubicBezTo>
                  <a:close/>
                  <a:moveTo>
                    <a:pt x="283" y="648"/>
                  </a:moveTo>
                  <a:cubicBezTo>
                    <a:pt x="284" y="645"/>
                    <a:pt x="286" y="647"/>
                    <a:pt x="283" y="648"/>
                  </a:cubicBezTo>
                  <a:close/>
                  <a:moveTo>
                    <a:pt x="287" y="661"/>
                  </a:moveTo>
                  <a:cubicBezTo>
                    <a:pt x="287" y="661"/>
                    <a:pt x="285" y="662"/>
                    <a:pt x="284" y="662"/>
                  </a:cubicBezTo>
                  <a:cubicBezTo>
                    <a:pt x="284" y="661"/>
                    <a:pt x="287" y="660"/>
                    <a:pt x="287" y="661"/>
                  </a:cubicBezTo>
                  <a:close/>
                  <a:moveTo>
                    <a:pt x="288" y="667"/>
                  </a:moveTo>
                  <a:cubicBezTo>
                    <a:pt x="288" y="668"/>
                    <a:pt x="286" y="668"/>
                    <a:pt x="286" y="667"/>
                  </a:cubicBezTo>
                  <a:cubicBezTo>
                    <a:pt x="285" y="666"/>
                    <a:pt x="288" y="666"/>
                    <a:pt x="288" y="667"/>
                  </a:cubicBezTo>
                  <a:close/>
                  <a:moveTo>
                    <a:pt x="287" y="650"/>
                  </a:moveTo>
                  <a:cubicBezTo>
                    <a:pt x="287" y="648"/>
                    <a:pt x="290" y="647"/>
                    <a:pt x="291" y="649"/>
                  </a:cubicBezTo>
                  <a:cubicBezTo>
                    <a:pt x="295" y="653"/>
                    <a:pt x="286" y="654"/>
                    <a:pt x="287" y="650"/>
                  </a:cubicBezTo>
                  <a:close/>
                  <a:moveTo>
                    <a:pt x="292" y="691"/>
                  </a:moveTo>
                  <a:cubicBezTo>
                    <a:pt x="292" y="691"/>
                    <a:pt x="292" y="691"/>
                    <a:pt x="292" y="691"/>
                  </a:cubicBezTo>
                  <a:cubicBezTo>
                    <a:pt x="292" y="689"/>
                    <a:pt x="294" y="692"/>
                    <a:pt x="292" y="691"/>
                  </a:cubicBezTo>
                  <a:close/>
                  <a:moveTo>
                    <a:pt x="292" y="646"/>
                  </a:moveTo>
                  <a:cubicBezTo>
                    <a:pt x="290" y="644"/>
                    <a:pt x="297" y="643"/>
                    <a:pt x="294" y="646"/>
                  </a:cubicBezTo>
                  <a:cubicBezTo>
                    <a:pt x="294" y="646"/>
                    <a:pt x="293" y="646"/>
                    <a:pt x="292" y="646"/>
                  </a:cubicBezTo>
                  <a:close/>
                  <a:moveTo>
                    <a:pt x="294" y="600"/>
                  </a:moveTo>
                  <a:cubicBezTo>
                    <a:pt x="294" y="600"/>
                    <a:pt x="296" y="599"/>
                    <a:pt x="297" y="599"/>
                  </a:cubicBezTo>
                  <a:cubicBezTo>
                    <a:pt x="296" y="600"/>
                    <a:pt x="295" y="600"/>
                    <a:pt x="294" y="600"/>
                  </a:cubicBezTo>
                  <a:close/>
                  <a:moveTo>
                    <a:pt x="293" y="530"/>
                  </a:moveTo>
                  <a:cubicBezTo>
                    <a:pt x="294" y="529"/>
                    <a:pt x="296" y="528"/>
                    <a:pt x="297" y="530"/>
                  </a:cubicBezTo>
                  <a:cubicBezTo>
                    <a:pt x="298" y="532"/>
                    <a:pt x="293" y="534"/>
                    <a:pt x="293" y="530"/>
                  </a:cubicBezTo>
                  <a:close/>
                  <a:moveTo>
                    <a:pt x="303" y="581"/>
                  </a:moveTo>
                  <a:cubicBezTo>
                    <a:pt x="303" y="584"/>
                    <a:pt x="298" y="584"/>
                    <a:pt x="297" y="581"/>
                  </a:cubicBezTo>
                  <a:cubicBezTo>
                    <a:pt x="297" y="578"/>
                    <a:pt x="303" y="579"/>
                    <a:pt x="303" y="581"/>
                  </a:cubicBezTo>
                  <a:close/>
                  <a:moveTo>
                    <a:pt x="298" y="504"/>
                  </a:moveTo>
                  <a:cubicBezTo>
                    <a:pt x="298" y="503"/>
                    <a:pt x="300" y="504"/>
                    <a:pt x="298" y="504"/>
                  </a:cubicBezTo>
                  <a:close/>
                  <a:moveTo>
                    <a:pt x="300" y="102"/>
                  </a:moveTo>
                  <a:cubicBezTo>
                    <a:pt x="298" y="103"/>
                    <a:pt x="297" y="101"/>
                    <a:pt x="300" y="102"/>
                  </a:cubicBezTo>
                  <a:close/>
                  <a:moveTo>
                    <a:pt x="299" y="578"/>
                  </a:moveTo>
                  <a:cubicBezTo>
                    <a:pt x="299" y="578"/>
                    <a:pt x="298" y="579"/>
                    <a:pt x="298" y="578"/>
                  </a:cubicBezTo>
                  <a:cubicBezTo>
                    <a:pt x="297" y="577"/>
                    <a:pt x="300" y="577"/>
                    <a:pt x="299" y="578"/>
                  </a:cubicBezTo>
                  <a:close/>
                  <a:moveTo>
                    <a:pt x="303" y="67"/>
                  </a:moveTo>
                  <a:cubicBezTo>
                    <a:pt x="302" y="69"/>
                    <a:pt x="302" y="67"/>
                    <a:pt x="303" y="67"/>
                  </a:cubicBezTo>
                  <a:close/>
                  <a:moveTo>
                    <a:pt x="304" y="592"/>
                  </a:moveTo>
                  <a:cubicBezTo>
                    <a:pt x="304" y="593"/>
                    <a:pt x="301" y="593"/>
                    <a:pt x="300" y="594"/>
                  </a:cubicBezTo>
                  <a:cubicBezTo>
                    <a:pt x="301" y="593"/>
                    <a:pt x="303" y="592"/>
                    <a:pt x="304" y="592"/>
                  </a:cubicBezTo>
                  <a:close/>
                  <a:moveTo>
                    <a:pt x="304" y="660"/>
                  </a:moveTo>
                  <a:cubicBezTo>
                    <a:pt x="304" y="661"/>
                    <a:pt x="304" y="662"/>
                    <a:pt x="304" y="662"/>
                  </a:cubicBezTo>
                  <a:cubicBezTo>
                    <a:pt x="302" y="664"/>
                    <a:pt x="301" y="659"/>
                    <a:pt x="304" y="660"/>
                  </a:cubicBezTo>
                  <a:close/>
                  <a:moveTo>
                    <a:pt x="308" y="41"/>
                  </a:moveTo>
                  <a:cubicBezTo>
                    <a:pt x="308" y="41"/>
                    <a:pt x="307" y="42"/>
                    <a:pt x="307" y="42"/>
                  </a:cubicBezTo>
                  <a:cubicBezTo>
                    <a:pt x="306" y="42"/>
                    <a:pt x="307" y="41"/>
                    <a:pt x="308" y="41"/>
                  </a:cubicBezTo>
                  <a:close/>
                  <a:moveTo>
                    <a:pt x="298" y="26"/>
                  </a:moveTo>
                  <a:cubicBezTo>
                    <a:pt x="300" y="25"/>
                    <a:pt x="300" y="27"/>
                    <a:pt x="298" y="26"/>
                  </a:cubicBezTo>
                  <a:close/>
                  <a:moveTo>
                    <a:pt x="299" y="30"/>
                  </a:moveTo>
                  <a:cubicBezTo>
                    <a:pt x="297" y="31"/>
                    <a:pt x="295" y="30"/>
                    <a:pt x="293" y="30"/>
                  </a:cubicBezTo>
                  <a:cubicBezTo>
                    <a:pt x="295" y="29"/>
                    <a:pt x="297" y="29"/>
                    <a:pt x="299" y="30"/>
                  </a:cubicBezTo>
                  <a:close/>
                  <a:moveTo>
                    <a:pt x="291" y="53"/>
                  </a:moveTo>
                  <a:cubicBezTo>
                    <a:pt x="287" y="54"/>
                    <a:pt x="283" y="55"/>
                    <a:pt x="279" y="55"/>
                  </a:cubicBezTo>
                  <a:cubicBezTo>
                    <a:pt x="283" y="54"/>
                    <a:pt x="287" y="53"/>
                    <a:pt x="291" y="53"/>
                  </a:cubicBezTo>
                  <a:close/>
                  <a:moveTo>
                    <a:pt x="288" y="513"/>
                  </a:moveTo>
                  <a:cubicBezTo>
                    <a:pt x="287" y="513"/>
                    <a:pt x="290" y="512"/>
                    <a:pt x="289" y="512"/>
                  </a:cubicBezTo>
                  <a:cubicBezTo>
                    <a:pt x="290" y="512"/>
                    <a:pt x="289" y="514"/>
                    <a:pt x="288" y="513"/>
                  </a:cubicBezTo>
                  <a:close/>
                  <a:moveTo>
                    <a:pt x="282" y="526"/>
                  </a:moveTo>
                  <a:cubicBezTo>
                    <a:pt x="282" y="526"/>
                    <a:pt x="281" y="527"/>
                    <a:pt x="280" y="526"/>
                  </a:cubicBezTo>
                  <a:cubicBezTo>
                    <a:pt x="280" y="526"/>
                    <a:pt x="282" y="525"/>
                    <a:pt x="282" y="526"/>
                  </a:cubicBezTo>
                  <a:close/>
                  <a:moveTo>
                    <a:pt x="286" y="526"/>
                  </a:moveTo>
                  <a:cubicBezTo>
                    <a:pt x="286" y="526"/>
                    <a:pt x="291" y="524"/>
                    <a:pt x="290" y="526"/>
                  </a:cubicBezTo>
                  <a:cubicBezTo>
                    <a:pt x="290" y="527"/>
                    <a:pt x="285" y="527"/>
                    <a:pt x="284" y="527"/>
                  </a:cubicBezTo>
                  <a:cubicBezTo>
                    <a:pt x="281" y="527"/>
                    <a:pt x="278" y="530"/>
                    <a:pt x="275" y="529"/>
                  </a:cubicBezTo>
                  <a:cubicBezTo>
                    <a:pt x="276" y="527"/>
                    <a:pt x="284" y="527"/>
                    <a:pt x="286" y="526"/>
                  </a:cubicBezTo>
                  <a:close/>
                  <a:moveTo>
                    <a:pt x="277" y="694"/>
                  </a:moveTo>
                  <a:cubicBezTo>
                    <a:pt x="277" y="695"/>
                    <a:pt x="275" y="695"/>
                    <a:pt x="275" y="694"/>
                  </a:cubicBezTo>
                  <a:cubicBezTo>
                    <a:pt x="275" y="693"/>
                    <a:pt x="277" y="694"/>
                    <a:pt x="277" y="694"/>
                  </a:cubicBezTo>
                  <a:close/>
                  <a:moveTo>
                    <a:pt x="266" y="653"/>
                  </a:moveTo>
                  <a:cubicBezTo>
                    <a:pt x="266" y="653"/>
                    <a:pt x="266" y="652"/>
                    <a:pt x="266" y="651"/>
                  </a:cubicBezTo>
                  <a:cubicBezTo>
                    <a:pt x="267" y="648"/>
                    <a:pt x="270" y="649"/>
                    <a:pt x="271" y="650"/>
                  </a:cubicBezTo>
                  <a:cubicBezTo>
                    <a:pt x="271" y="650"/>
                    <a:pt x="271" y="650"/>
                    <a:pt x="271" y="650"/>
                  </a:cubicBezTo>
                  <a:cubicBezTo>
                    <a:pt x="271" y="650"/>
                    <a:pt x="271" y="650"/>
                    <a:pt x="272" y="650"/>
                  </a:cubicBezTo>
                  <a:cubicBezTo>
                    <a:pt x="275" y="651"/>
                    <a:pt x="270" y="659"/>
                    <a:pt x="266" y="653"/>
                  </a:cubicBezTo>
                  <a:close/>
                  <a:moveTo>
                    <a:pt x="268" y="657"/>
                  </a:moveTo>
                  <a:cubicBezTo>
                    <a:pt x="267" y="656"/>
                    <a:pt x="269" y="657"/>
                    <a:pt x="268" y="657"/>
                  </a:cubicBezTo>
                  <a:close/>
                  <a:moveTo>
                    <a:pt x="264" y="633"/>
                  </a:moveTo>
                  <a:cubicBezTo>
                    <a:pt x="263" y="633"/>
                    <a:pt x="264" y="632"/>
                    <a:pt x="265" y="632"/>
                  </a:cubicBezTo>
                  <a:cubicBezTo>
                    <a:pt x="265" y="633"/>
                    <a:pt x="264" y="632"/>
                    <a:pt x="264" y="633"/>
                  </a:cubicBezTo>
                  <a:close/>
                  <a:moveTo>
                    <a:pt x="263" y="663"/>
                  </a:moveTo>
                  <a:cubicBezTo>
                    <a:pt x="265" y="662"/>
                    <a:pt x="265" y="664"/>
                    <a:pt x="263" y="663"/>
                  </a:cubicBezTo>
                  <a:close/>
                  <a:moveTo>
                    <a:pt x="265" y="623"/>
                  </a:moveTo>
                  <a:cubicBezTo>
                    <a:pt x="267" y="623"/>
                    <a:pt x="269" y="624"/>
                    <a:pt x="269" y="627"/>
                  </a:cubicBezTo>
                  <a:cubicBezTo>
                    <a:pt x="268" y="625"/>
                    <a:pt x="267" y="628"/>
                    <a:pt x="265" y="629"/>
                  </a:cubicBezTo>
                  <a:cubicBezTo>
                    <a:pt x="258" y="631"/>
                    <a:pt x="258" y="621"/>
                    <a:pt x="265" y="623"/>
                  </a:cubicBezTo>
                  <a:close/>
                  <a:moveTo>
                    <a:pt x="271" y="560"/>
                  </a:moveTo>
                  <a:cubicBezTo>
                    <a:pt x="272" y="561"/>
                    <a:pt x="269" y="562"/>
                    <a:pt x="269" y="561"/>
                  </a:cubicBezTo>
                  <a:cubicBezTo>
                    <a:pt x="269" y="560"/>
                    <a:pt x="271" y="559"/>
                    <a:pt x="271" y="560"/>
                  </a:cubicBezTo>
                  <a:close/>
                  <a:moveTo>
                    <a:pt x="271" y="507"/>
                  </a:moveTo>
                  <a:cubicBezTo>
                    <a:pt x="271" y="505"/>
                    <a:pt x="271" y="509"/>
                    <a:pt x="271" y="507"/>
                  </a:cubicBezTo>
                  <a:close/>
                  <a:moveTo>
                    <a:pt x="273" y="532"/>
                  </a:moveTo>
                  <a:cubicBezTo>
                    <a:pt x="273" y="532"/>
                    <a:pt x="273" y="533"/>
                    <a:pt x="273" y="533"/>
                  </a:cubicBezTo>
                  <a:cubicBezTo>
                    <a:pt x="270" y="531"/>
                    <a:pt x="277" y="530"/>
                    <a:pt x="273" y="532"/>
                  </a:cubicBezTo>
                  <a:close/>
                  <a:moveTo>
                    <a:pt x="273" y="556"/>
                  </a:moveTo>
                  <a:cubicBezTo>
                    <a:pt x="273" y="555"/>
                    <a:pt x="274" y="555"/>
                    <a:pt x="274" y="555"/>
                  </a:cubicBezTo>
                  <a:cubicBezTo>
                    <a:pt x="277" y="555"/>
                    <a:pt x="274" y="558"/>
                    <a:pt x="273" y="556"/>
                  </a:cubicBezTo>
                  <a:close/>
                  <a:moveTo>
                    <a:pt x="270" y="624"/>
                  </a:moveTo>
                  <a:cubicBezTo>
                    <a:pt x="270" y="624"/>
                    <a:pt x="269" y="624"/>
                    <a:pt x="269" y="624"/>
                  </a:cubicBezTo>
                  <a:cubicBezTo>
                    <a:pt x="269" y="623"/>
                    <a:pt x="271" y="623"/>
                    <a:pt x="270" y="624"/>
                  </a:cubicBezTo>
                  <a:close/>
                  <a:moveTo>
                    <a:pt x="266" y="617"/>
                  </a:moveTo>
                  <a:cubicBezTo>
                    <a:pt x="266" y="615"/>
                    <a:pt x="269" y="616"/>
                    <a:pt x="269" y="617"/>
                  </a:cubicBezTo>
                  <a:cubicBezTo>
                    <a:pt x="269" y="618"/>
                    <a:pt x="267" y="618"/>
                    <a:pt x="266" y="617"/>
                  </a:cubicBezTo>
                  <a:close/>
                  <a:moveTo>
                    <a:pt x="271" y="647"/>
                  </a:moveTo>
                  <a:cubicBezTo>
                    <a:pt x="271" y="648"/>
                    <a:pt x="269" y="648"/>
                    <a:pt x="269" y="647"/>
                  </a:cubicBezTo>
                  <a:cubicBezTo>
                    <a:pt x="269" y="647"/>
                    <a:pt x="270" y="646"/>
                    <a:pt x="271" y="647"/>
                  </a:cubicBezTo>
                  <a:close/>
                  <a:moveTo>
                    <a:pt x="270" y="628"/>
                  </a:moveTo>
                  <a:cubicBezTo>
                    <a:pt x="270" y="627"/>
                    <a:pt x="273" y="626"/>
                    <a:pt x="273" y="628"/>
                  </a:cubicBezTo>
                  <a:cubicBezTo>
                    <a:pt x="273" y="628"/>
                    <a:pt x="270" y="630"/>
                    <a:pt x="270" y="628"/>
                  </a:cubicBezTo>
                  <a:close/>
                  <a:moveTo>
                    <a:pt x="273" y="613"/>
                  </a:moveTo>
                  <a:cubicBezTo>
                    <a:pt x="273" y="614"/>
                    <a:pt x="271" y="614"/>
                    <a:pt x="271" y="614"/>
                  </a:cubicBezTo>
                  <a:cubicBezTo>
                    <a:pt x="270" y="613"/>
                    <a:pt x="272" y="613"/>
                    <a:pt x="273" y="613"/>
                  </a:cubicBezTo>
                  <a:close/>
                  <a:moveTo>
                    <a:pt x="270" y="571"/>
                  </a:moveTo>
                  <a:cubicBezTo>
                    <a:pt x="270" y="571"/>
                    <a:pt x="270" y="571"/>
                    <a:pt x="270" y="571"/>
                  </a:cubicBezTo>
                  <a:cubicBezTo>
                    <a:pt x="270" y="569"/>
                    <a:pt x="272" y="572"/>
                    <a:pt x="270" y="571"/>
                  </a:cubicBezTo>
                  <a:close/>
                  <a:moveTo>
                    <a:pt x="271" y="564"/>
                  </a:moveTo>
                  <a:cubicBezTo>
                    <a:pt x="269" y="565"/>
                    <a:pt x="268" y="566"/>
                    <a:pt x="267" y="566"/>
                  </a:cubicBezTo>
                  <a:cubicBezTo>
                    <a:pt x="268" y="565"/>
                    <a:pt x="269" y="564"/>
                    <a:pt x="271" y="564"/>
                  </a:cubicBezTo>
                  <a:close/>
                  <a:moveTo>
                    <a:pt x="271" y="572"/>
                  </a:moveTo>
                  <a:cubicBezTo>
                    <a:pt x="269" y="573"/>
                    <a:pt x="269" y="574"/>
                    <a:pt x="271" y="574"/>
                  </a:cubicBezTo>
                  <a:cubicBezTo>
                    <a:pt x="270" y="576"/>
                    <a:pt x="266" y="579"/>
                    <a:pt x="263" y="577"/>
                  </a:cubicBezTo>
                  <a:cubicBezTo>
                    <a:pt x="258" y="573"/>
                    <a:pt x="266" y="568"/>
                    <a:pt x="271" y="572"/>
                  </a:cubicBezTo>
                  <a:close/>
                  <a:moveTo>
                    <a:pt x="264" y="612"/>
                  </a:moveTo>
                  <a:cubicBezTo>
                    <a:pt x="265" y="612"/>
                    <a:pt x="263" y="612"/>
                    <a:pt x="263" y="612"/>
                  </a:cubicBezTo>
                  <a:cubicBezTo>
                    <a:pt x="263" y="611"/>
                    <a:pt x="264" y="611"/>
                    <a:pt x="264" y="612"/>
                  </a:cubicBezTo>
                  <a:close/>
                  <a:moveTo>
                    <a:pt x="266" y="632"/>
                  </a:moveTo>
                  <a:cubicBezTo>
                    <a:pt x="266" y="632"/>
                    <a:pt x="266" y="632"/>
                    <a:pt x="266" y="632"/>
                  </a:cubicBezTo>
                  <a:cubicBezTo>
                    <a:pt x="265" y="630"/>
                    <a:pt x="268" y="633"/>
                    <a:pt x="266" y="632"/>
                  </a:cubicBezTo>
                  <a:close/>
                  <a:moveTo>
                    <a:pt x="276" y="663"/>
                  </a:moveTo>
                  <a:cubicBezTo>
                    <a:pt x="274" y="664"/>
                    <a:pt x="273" y="665"/>
                    <a:pt x="271" y="665"/>
                  </a:cubicBezTo>
                  <a:cubicBezTo>
                    <a:pt x="272" y="663"/>
                    <a:pt x="274" y="663"/>
                    <a:pt x="276" y="663"/>
                  </a:cubicBezTo>
                  <a:close/>
                  <a:moveTo>
                    <a:pt x="270" y="486"/>
                  </a:moveTo>
                  <a:cubicBezTo>
                    <a:pt x="270" y="486"/>
                    <a:pt x="270" y="486"/>
                    <a:pt x="270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0" y="485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lose/>
                  <a:moveTo>
                    <a:pt x="274" y="496"/>
                  </a:moveTo>
                  <a:cubicBezTo>
                    <a:pt x="274" y="499"/>
                    <a:pt x="269" y="498"/>
                    <a:pt x="269" y="496"/>
                  </a:cubicBezTo>
                  <a:cubicBezTo>
                    <a:pt x="269" y="496"/>
                    <a:pt x="274" y="494"/>
                    <a:pt x="274" y="496"/>
                  </a:cubicBezTo>
                  <a:close/>
                  <a:moveTo>
                    <a:pt x="276" y="504"/>
                  </a:moveTo>
                  <a:cubicBezTo>
                    <a:pt x="274" y="506"/>
                    <a:pt x="271" y="506"/>
                    <a:pt x="269" y="507"/>
                  </a:cubicBezTo>
                  <a:cubicBezTo>
                    <a:pt x="270" y="506"/>
                    <a:pt x="274" y="504"/>
                    <a:pt x="276" y="504"/>
                  </a:cubicBezTo>
                  <a:close/>
                  <a:moveTo>
                    <a:pt x="268" y="467"/>
                  </a:moveTo>
                  <a:cubicBezTo>
                    <a:pt x="268" y="468"/>
                    <a:pt x="268" y="468"/>
                    <a:pt x="267" y="468"/>
                  </a:cubicBezTo>
                  <a:cubicBezTo>
                    <a:pt x="267" y="468"/>
                    <a:pt x="268" y="467"/>
                    <a:pt x="268" y="467"/>
                  </a:cubicBezTo>
                  <a:close/>
                  <a:moveTo>
                    <a:pt x="267" y="506"/>
                  </a:moveTo>
                  <a:cubicBezTo>
                    <a:pt x="268" y="506"/>
                    <a:pt x="267" y="507"/>
                    <a:pt x="267" y="507"/>
                  </a:cubicBezTo>
                  <a:cubicBezTo>
                    <a:pt x="266" y="506"/>
                    <a:pt x="267" y="506"/>
                    <a:pt x="267" y="506"/>
                  </a:cubicBezTo>
                  <a:close/>
                  <a:moveTo>
                    <a:pt x="264" y="562"/>
                  </a:moveTo>
                  <a:cubicBezTo>
                    <a:pt x="265" y="562"/>
                    <a:pt x="262" y="562"/>
                    <a:pt x="262" y="562"/>
                  </a:cubicBezTo>
                  <a:cubicBezTo>
                    <a:pt x="262" y="562"/>
                    <a:pt x="264" y="561"/>
                    <a:pt x="264" y="562"/>
                  </a:cubicBezTo>
                  <a:close/>
                  <a:moveTo>
                    <a:pt x="262" y="562"/>
                  </a:moveTo>
                  <a:cubicBezTo>
                    <a:pt x="261" y="563"/>
                    <a:pt x="260" y="561"/>
                    <a:pt x="262" y="562"/>
                  </a:cubicBezTo>
                  <a:close/>
                  <a:moveTo>
                    <a:pt x="260" y="440"/>
                  </a:moveTo>
                  <a:cubicBezTo>
                    <a:pt x="261" y="440"/>
                    <a:pt x="260" y="441"/>
                    <a:pt x="260" y="441"/>
                  </a:cubicBezTo>
                  <a:cubicBezTo>
                    <a:pt x="257" y="443"/>
                    <a:pt x="259" y="439"/>
                    <a:pt x="260" y="440"/>
                  </a:cubicBezTo>
                  <a:close/>
                  <a:moveTo>
                    <a:pt x="257" y="484"/>
                  </a:moveTo>
                  <a:cubicBezTo>
                    <a:pt x="257" y="484"/>
                    <a:pt x="257" y="483"/>
                    <a:pt x="257" y="483"/>
                  </a:cubicBezTo>
                  <a:cubicBezTo>
                    <a:pt x="257" y="484"/>
                    <a:pt x="257" y="484"/>
                    <a:pt x="257" y="484"/>
                  </a:cubicBezTo>
                  <a:cubicBezTo>
                    <a:pt x="257" y="484"/>
                    <a:pt x="257" y="484"/>
                    <a:pt x="257" y="484"/>
                  </a:cubicBezTo>
                  <a:close/>
                  <a:moveTo>
                    <a:pt x="256" y="495"/>
                  </a:moveTo>
                  <a:cubicBezTo>
                    <a:pt x="255" y="496"/>
                    <a:pt x="255" y="496"/>
                    <a:pt x="254" y="495"/>
                  </a:cubicBezTo>
                  <a:cubicBezTo>
                    <a:pt x="254" y="494"/>
                    <a:pt x="257" y="494"/>
                    <a:pt x="256" y="495"/>
                  </a:cubicBezTo>
                  <a:close/>
                  <a:moveTo>
                    <a:pt x="252" y="519"/>
                  </a:moveTo>
                  <a:cubicBezTo>
                    <a:pt x="252" y="519"/>
                    <a:pt x="252" y="520"/>
                    <a:pt x="252" y="520"/>
                  </a:cubicBezTo>
                  <a:cubicBezTo>
                    <a:pt x="251" y="519"/>
                    <a:pt x="252" y="518"/>
                    <a:pt x="252" y="519"/>
                  </a:cubicBezTo>
                  <a:close/>
                  <a:moveTo>
                    <a:pt x="250" y="460"/>
                  </a:moveTo>
                  <a:cubicBezTo>
                    <a:pt x="251" y="459"/>
                    <a:pt x="251" y="460"/>
                    <a:pt x="251" y="461"/>
                  </a:cubicBezTo>
                  <a:cubicBezTo>
                    <a:pt x="250" y="462"/>
                    <a:pt x="249" y="460"/>
                    <a:pt x="250" y="460"/>
                  </a:cubicBezTo>
                  <a:close/>
                  <a:moveTo>
                    <a:pt x="253" y="530"/>
                  </a:moveTo>
                  <a:cubicBezTo>
                    <a:pt x="254" y="528"/>
                    <a:pt x="259" y="522"/>
                    <a:pt x="261" y="522"/>
                  </a:cubicBezTo>
                  <a:cubicBezTo>
                    <a:pt x="264" y="521"/>
                    <a:pt x="260" y="524"/>
                    <a:pt x="259" y="524"/>
                  </a:cubicBezTo>
                  <a:cubicBezTo>
                    <a:pt x="257" y="526"/>
                    <a:pt x="255" y="529"/>
                    <a:pt x="253" y="531"/>
                  </a:cubicBezTo>
                  <a:cubicBezTo>
                    <a:pt x="253" y="531"/>
                    <a:pt x="253" y="531"/>
                    <a:pt x="253" y="531"/>
                  </a:cubicBezTo>
                  <a:cubicBezTo>
                    <a:pt x="253" y="531"/>
                    <a:pt x="253" y="532"/>
                    <a:pt x="252" y="532"/>
                  </a:cubicBezTo>
                  <a:cubicBezTo>
                    <a:pt x="252" y="532"/>
                    <a:pt x="252" y="532"/>
                    <a:pt x="252" y="532"/>
                  </a:cubicBezTo>
                  <a:cubicBezTo>
                    <a:pt x="251" y="533"/>
                    <a:pt x="251" y="533"/>
                    <a:pt x="250" y="534"/>
                  </a:cubicBezTo>
                  <a:cubicBezTo>
                    <a:pt x="250" y="534"/>
                    <a:pt x="249" y="533"/>
                    <a:pt x="249" y="533"/>
                  </a:cubicBezTo>
                  <a:cubicBezTo>
                    <a:pt x="249" y="533"/>
                    <a:pt x="251" y="531"/>
                    <a:pt x="253" y="530"/>
                  </a:cubicBezTo>
                  <a:close/>
                  <a:moveTo>
                    <a:pt x="253" y="640"/>
                  </a:moveTo>
                  <a:cubicBezTo>
                    <a:pt x="253" y="638"/>
                    <a:pt x="257" y="638"/>
                    <a:pt x="258" y="639"/>
                  </a:cubicBezTo>
                  <a:cubicBezTo>
                    <a:pt x="259" y="641"/>
                    <a:pt x="254" y="642"/>
                    <a:pt x="253" y="640"/>
                  </a:cubicBezTo>
                  <a:close/>
                  <a:moveTo>
                    <a:pt x="255" y="652"/>
                  </a:moveTo>
                  <a:cubicBezTo>
                    <a:pt x="256" y="653"/>
                    <a:pt x="254" y="653"/>
                    <a:pt x="254" y="652"/>
                  </a:cubicBezTo>
                  <a:cubicBezTo>
                    <a:pt x="253" y="651"/>
                    <a:pt x="255" y="651"/>
                    <a:pt x="255" y="652"/>
                  </a:cubicBezTo>
                  <a:close/>
                  <a:moveTo>
                    <a:pt x="240" y="645"/>
                  </a:moveTo>
                  <a:cubicBezTo>
                    <a:pt x="238" y="644"/>
                    <a:pt x="237" y="642"/>
                    <a:pt x="239" y="640"/>
                  </a:cubicBezTo>
                  <a:cubicBezTo>
                    <a:pt x="240" y="639"/>
                    <a:pt x="242" y="639"/>
                    <a:pt x="244" y="639"/>
                  </a:cubicBezTo>
                  <a:cubicBezTo>
                    <a:pt x="245" y="639"/>
                    <a:pt x="247" y="639"/>
                    <a:pt x="247" y="640"/>
                  </a:cubicBezTo>
                  <a:cubicBezTo>
                    <a:pt x="247" y="640"/>
                    <a:pt x="247" y="640"/>
                    <a:pt x="246" y="640"/>
                  </a:cubicBezTo>
                  <a:cubicBezTo>
                    <a:pt x="246" y="640"/>
                    <a:pt x="247" y="640"/>
                    <a:pt x="247" y="640"/>
                  </a:cubicBezTo>
                  <a:cubicBezTo>
                    <a:pt x="247" y="640"/>
                    <a:pt x="247" y="641"/>
                    <a:pt x="247" y="641"/>
                  </a:cubicBezTo>
                  <a:cubicBezTo>
                    <a:pt x="248" y="642"/>
                    <a:pt x="242" y="646"/>
                    <a:pt x="240" y="645"/>
                  </a:cubicBezTo>
                  <a:close/>
                  <a:moveTo>
                    <a:pt x="241" y="660"/>
                  </a:moveTo>
                  <a:cubicBezTo>
                    <a:pt x="240" y="661"/>
                    <a:pt x="239" y="660"/>
                    <a:pt x="240" y="659"/>
                  </a:cubicBezTo>
                  <a:cubicBezTo>
                    <a:pt x="240" y="659"/>
                    <a:pt x="242" y="659"/>
                    <a:pt x="241" y="660"/>
                  </a:cubicBezTo>
                  <a:close/>
                  <a:moveTo>
                    <a:pt x="250" y="593"/>
                  </a:moveTo>
                  <a:cubicBezTo>
                    <a:pt x="247" y="595"/>
                    <a:pt x="244" y="594"/>
                    <a:pt x="240" y="596"/>
                  </a:cubicBezTo>
                  <a:cubicBezTo>
                    <a:pt x="243" y="594"/>
                    <a:pt x="247" y="594"/>
                    <a:pt x="250" y="593"/>
                  </a:cubicBezTo>
                  <a:close/>
                  <a:moveTo>
                    <a:pt x="245" y="578"/>
                  </a:moveTo>
                  <a:cubicBezTo>
                    <a:pt x="246" y="579"/>
                    <a:pt x="245" y="579"/>
                    <a:pt x="245" y="579"/>
                  </a:cubicBezTo>
                  <a:cubicBezTo>
                    <a:pt x="243" y="581"/>
                    <a:pt x="244" y="577"/>
                    <a:pt x="245" y="578"/>
                  </a:cubicBezTo>
                  <a:close/>
                  <a:moveTo>
                    <a:pt x="253" y="551"/>
                  </a:moveTo>
                  <a:cubicBezTo>
                    <a:pt x="254" y="550"/>
                    <a:pt x="255" y="549"/>
                    <a:pt x="257" y="549"/>
                  </a:cubicBezTo>
                  <a:cubicBezTo>
                    <a:pt x="256" y="550"/>
                    <a:pt x="254" y="551"/>
                    <a:pt x="253" y="551"/>
                  </a:cubicBezTo>
                  <a:close/>
                  <a:moveTo>
                    <a:pt x="255" y="555"/>
                  </a:moveTo>
                  <a:cubicBezTo>
                    <a:pt x="253" y="557"/>
                    <a:pt x="254" y="552"/>
                    <a:pt x="256" y="554"/>
                  </a:cubicBezTo>
                  <a:cubicBezTo>
                    <a:pt x="257" y="554"/>
                    <a:pt x="256" y="555"/>
                    <a:pt x="255" y="555"/>
                  </a:cubicBezTo>
                  <a:close/>
                  <a:moveTo>
                    <a:pt x="258" y="564"/>
                  </a:moveTo>
                  <a:cubicBezTo>
                    <a:pt x="258" y="566"/>
                    <a:pt x="252" y="567"/>
                    <a:pt x="252" y="564"/>
                  </a:cubicBezTo>
                  <a:cubicBezTo>
                    <a:pt x="252" y="561"/>
                    <a:pt x="258" y="562"/>
                    <a:pt x="258" y="564"/>
                  </a:cubicBezTo>
                  <a:close/>
                  <a:moveTo>
                    <a:pt x="257" y="589"/>
                  </a:moveTo>
                  <a:cubicBezTo>
                    <a:pt x="256" y="590"/>
                    <a:pt x="258" y="588"/>
                    <a:pt x="257" y="589"/>
                  </a:cubicBezTo>
                  <a:close/>
                  <a:moveTo>
                    <a:pt x="254" y="619"/>
                  </a:moveTo>
                  <a:cubicBezTo>
                    <a:pt x="254" y="619"/>
                    <a:pt x="253" y="619"/>
                    <a:pt x="254" y="619"/>
                  </a:cubicBezTo>
                  <a:close/>
                  <a:moveTo>
                    <a:pt x="254" y="612"/>
                  </a:moveTo>
                  <a:cubicBezTo>
                    <a:pt x="254" y="612"/>
                    <a:pt x="254" y="613"/>
                    <a:pt x="254" y="613"/>
                  </a:cubicBezTo>
                  <a:cubicBezTo>
                    <a:pt x="253" y="613"/>
                    <a:pt x="254" y="612"/>
                    <a:pt x="254" y="612"/>
                  </a:cubicBezTo>
                  <a:close/>
                  <a:moveTo>
                    <a:pt x="254" y="619"/>
                  </a:moveTo>
                  <a:cubicBezTo>
                    <a:pt x="257" y="616"/>
                    <a:pt x="255" y="621"/>
                    <a:pt x="254" y="620"/>
                  </a:cubicBezTo>
                  <a:cubicBezTo>
                    <a:pt x="254" y="620"/>
                    <a:pt x="254" y="619"/>
                    <a:pt x="254" y="619"/>
                  </a:cubicBezTo>
                  <a:close/>
                  <a:moveTo>
                    <a:pt x="253" y="608"/>
                  </a:moveTo>
                  <a:cubicBezTo>
                    <a:pt x="250" y="609"/>
                    <a:pt x="255" y="604"/>
                    <a:pt x="257" y="605"/>
                  </a:cubicBezTo>
                  <a:cubicBezTo>
                    <a:pt x="256" y="605"/>
                    <a:pt x="254" y="607"/>
                    <a:pt x="253" y="608"/>
                  </a:cubicBezTo>
                  <a:close/>
                  <a:moveTo>
                    <a:pt x="255" y="600"/>
                  </a:moveTo>
                  <a:cubicBezTo>
                    <a:pt x="254" y="602"/>
                    <a:pt x="252" y="601"/>
                    <a:pt x="255" y="600"/>
                  </a:cubicBezTo>
                  <a:close/>
                  <a:moveTo>
                    <a:pt x="256" y="599"/>
                  </a:moveTo>
                  <a:cubicBezTo>
                    <a:pt x="255" y="599"/>
                    <a:pt x="256" y="598"/>
                    <a:pt x="256" y="599"/>
                  </a:cubicBezTo>
                  <a:cubicBezTo>
                    <a:pt x="256" y="599"/>
                    <a:pt x="256" y="599"/>
                    <a:pt x="256" y="599"/>
                  </a:cubicBezTo>
                  <a:close/>
                  <a:moveTo>
                    <a:pt x="253" y="571"/>
                  </a:moveTo>
                  <a:cubicBezTo>
                    <a:pt x="253" y="571"/>
                    <a:pt x="252" y="572"/>
                    <a:pt x="252" y="571"/>
                  </a:cubicBezTo>
                  <a:cubicBezTo>
                    <a:pt x="251" y="570"/>
                    <a:pt x="253" y="570"/>
                    <a:pt x="253" y="571"/>
                  </a:cubicBezTo>
                  <a:close/>
                  <a:moveTo>
                    <a:pt x="251" y="558"/>
                  </a:moveTo>
                  <a:cubicBezTo>
                    <a:pt x="251" y="557"/>
                    <a:pt x="253" y="556"/>
                    <a:pt x="253" y="557"/>
                  </a:cubicBezTo>
                  <a:cubicBezTo>
                    <a:pt x="253" y="558"/>
                    <a:pt x="252" y="558"/>
                    <a:pt x="251" y="558"/>
                  </a:cubicBezTo>
                  <a:close/>
                  <a:moveTo>
                    <a:pt x="246" y="555"/>
                  </a:moveTo>
                  <a:cubicBezTo>
                    <a:pt x="247" y="553"/>
                    <a:pt x="251" y="552"/>
                    <a:pt x="253" y="551"/>
                  </a:cubicBezTo>
                  <a:cubicBezTo>
                    <a:pt x="251" y="553"/>
                    <a:pt x="248" y="554"/>
                    <a:pt x="246" y="555"/>
                  </a:cubicBezTo>
                  <a:close/>
                  <a:moveTo>
                    <a:pt x="245" y="613"/>
                  </a:moveTo>
                  <a:cubicBezTo>
                    <a:pt x="244" y="615"/>
                    <a:pt x="242" y="615"/>
                    <a:pt x="240" y="615"/>
                  </a:cubicBezTo>
                  <a:cubicBezTo>
                    <a:pt x="241" y="614"/>
                    <a:pt x="243" y="613"/>
                    <a:pt x="244" y="613"/>
                  </a:cubicBezTo>
                  <a:cubicBezTo>
                    <a:pt x="244" y="613"/>
                    <a:pt x="243" y="613"/>
                    <a:pt x="244" y="612"/>
                  </a:cubicBezTo>
                  <a:cubicBezTo>
                    <a:pt x="244" y="611"/>
                    <a:pt x="247" y="612"/>
                    <a:pt x="247" y="612"/>
                  </a:cubicBezTo>
                  <a:cubicBezTo>
                    <a:pt x="247" y="613"/>
                    <a:pt x="246" y="613"/>
                    <a:pt x="245" y="613"/>
                  </a:cubicBezTo>
                  <a:cubicBezTo>
                    <a:pt x="245" y="613"/>
                    <a:pt x="245" y="613"/>
                    <a:pt x="245" y="613"/>
                  </a:cubicBezTo>
                  <a:close/>
                  <a:moveTo>
                    <a:pt x="241" y="634"/>
                  </a:moveTo>
                  <a:cubicBezTo>
                    <a:pt x="241" y="634"/>
                    <a:pt x="241" y="634"/>
                    <a:pt x="242" y="634"/>
                  </a:cubicBezTo>
                  <a:cubicBezTo>
                    <a:pt x="242" y="634"/>
                    <a:pt x="242" y="635"/>
                    <a:pt x="241" y="634"/>
                  </a:cubicBezTo>
                  <a:close/>
                  <a:moveTo>
                    <a:pt x="240" y="485"/>
                  </a:moveTo>
                  <a:cubicBezTo>
                    <a:pt x="240" y="485"/>
                    <a:pt x="241" y="484"/>
                    <a:pt x="241" y="484"/>
                  </a:cubicBezTo>
                  <a:cubicBezTo>
                    <a:pt x="241" y="485"/>
                    <a:pt x="240" y="485"/>
                    <a:pt x="240" y="485"/>
                  </a:cubicBezTo>
                  <a:close/>
                  <a:moveTo>
                    <a:pt x="240" y="535"/>
                  </a:moveTo>
                  <a:cubicBezTo>
                    <a:pt x="240" y="535"/>
                    <a:pt x="240" y="535"/>
                    <a:pt x="239" y="535"/>
                  </a:cubicBezTo>
                  <a:cubicBezTo>
                    <a:pt x="239" y="535"/>
                    <a:pt x="240" y="534"/>
                    <a:pt x="240" y="535"/>
                  </a:cubicBezTo>
                  <a:close/>
                  <a:moveTo>
                    <a:pt x="243" y="647"/>
                  </a:moveTo>
                  <a:cubicBezTo>
                    <a:pt x="243" y="646"/>
                    <a:pt x="244" y="647"/>
                    <a:pt x="243" y="647"/>
                  </a:cubicBezTo>
                  <a:close/>
                  <a:moveTo>
                    <a:pt x="243" y="664"/>
                  </a:moveTo>
                  <a:cubicBezTo>
                    <a:pt x="242" y="665"/>
                    <a:pt x="242" y="663"/>
                    <a:pt x="243" y="664"/>
                  </a:cubicBezTo>
                  <a:close/>
                  <a:moveTo>
                    <a:pt x="244" y="665"/>
                  </a:moveTo>
                  <a:cubicBezTo>
                    <a:pt x="244" y="666"/>
                    <a:pt x="243" y="666"/>
                    <a:pt x="243" y="666"/>
                  </a:cubicBezTo>
                  <a:cubicBezTo>
                    <a:pt x="242" y="665"/>
                    <a:pt x="244" y="665"/>
                    <a:pt x="244" y="665"/>
                  </a:cubicBezTo>
                  <a:close/>
                  <a:moveTo>
                    <a:pt x="244" y="658"/>
                  </a:moveTo>
                  <a:cubicBezTo>
                    <a:pt x="244" y="656"/>
                    <a:pt x="249" y="657"/>
                    <a:pt x="247" y="659"/>
                  </a:cubicBezTo>
                  <a:cubicBezTo>
                    <a:pt x="247" y="660"/>
                    <a:pt x="244" y="659"/>
                    <a:pt x="244" y="658"/>
                  </a:cubicBezTo>
                  <a:close/>
                  <a:moveTo>
                    <a:pt x="248" y="619"/>
                  </a:moveTo>
                  <a:cubicBezTo>
                    <a:pt x="246" y="620"/>
                    <a:pt x="246" y="618"/>
                    <a:pt x="248" y="619"/>
                  </a:cubicBezTo>
                  <a:close/>
                  <a:moveTo>
                    <a:pt x="249" y="639"/>
                  </a:moveTo>
                  <a:cubicBezTo>
                    <a:pt x="250" y="640"/>
                    <a:pt x="249" y="640"/>
                    <a:pt x="249" y="640"/>
                  </a:cubicBezTo>
                  <a:cubicBezTo>
                    <a:pt x="247" y="642"/>
                    <a:pt x="248" y="638"/>
                    <a:pt x="249" y="639"/>
                  </a:cubicBezTo>
                  <a:close/>
                  <a:moveTo>
                    <a:pt x="249" y="606"/>
                  </a:moveTo>
                  <a:cubicBezTo>
                    <a:pt x="248" y="605"/>
                    <a:pt x="251" y="605"/>
                    <a:pt x="251" y="605"/>
                  </a:cubicBezTo>
                  <a:cubicBezTo>
                    <a:pt x="251" y="606"/>
                    <a:pt x="249" y="606"/>
                    <a:pt x="249" y="606"/>
                  </a:cubicBezTo>
                  <a:close/>
                  <a:moveTo>
                    <a:pt x="247" y="598"/>
                  </a:moveTo>
                  <a:cubicBezTo>
                    <a:pt x="247" y="598"/>
                    <a:pt x="248" y="596"/>
                    <a:pt x="248" y="596"/>
                  </a:cubicBezTo>
                  <a:cubicBezTo>
                    <a:pt x="249" y="595"/>
                    <a:pt x="250" y="594"/>
                    <a:pt x="251" y="596"/>
                  </a:cubicBezTo>
                  <a:cubicBezTo>
                    <a:pt x="251" y="596"/>
                    <a:pt x="251" y="596"/>
                    <a:pt x="250" y="597"/>
                  </a:cubicBezTo>
                  <a:cubicBezTo>
                    <a:pt x="251" y="597"/>
                    <a:pt x="253" y="598"/>
                    <a:pt x="253" y="598"/>
                  </a:cubicBezTo>
                  <a:cubicBezTo>
                    <a:pt x="254" y="602"/>
                    <a:pt x="247" y="599"/>
                    <a:pt x="247" y="598"/>
                  </a:cubicBezTo>
                  <a:close/>
                  <a:moveTo>
                    <a:pt x="253" y="601"/>
                  </a:moveTo>
                  <a:cubicBezTo>
                    <a:pt x="253" y="602"/>
                    <a:pt x="252" y="602"/>
                    <a:pt x="251" y="602"/>
                  </a:cubicBezTo>
                  <a:cubicBezTo>
                    <a:pt x="251" y="602"/>
                    <a:pt x="252" y="601"/>
                    <a:pt x="253" y="601"/>
                  </a:cubicBezTo>
                  <a:close/>
                  <a:moveTo>
                    <a:pt x="253" y="609"/>
                  </a:moveTo>
                  <a:cubicBezTo>
                    <a:pt x="254" y="609"/>
                    <a:pt x="252" y="610"/>
                    <a:pt x="252" y="610"/>
                  </a:cubicBezTo>
                  <a:cubicBezTo>
                    <a:pt x="251" y="609"/>
                    <a:pt x="253" y="608"/>
                    <a:pt x="253" y="609"/>
                  </a:cubicBezTo>
                  <a:close/>
                  <a:moveTo>
                    <a:pt x="254" y="650"/>
                  </a:moveTo>
                  <a:cubicBezTo>
                    <a:pt x="253" y="652"/>
                    <a:pt x="252" y="649"/>
                    <a:pt x="254" y="650"/>
                  </a:cubicBezTo>
                  <a:close/>
                  <a:moveTo>
                    <a:pt x="256" y="592"/>
                  </a:moveTo>
                  <a:cubicBezTo>
                    <a:pt x="255" y="590"/>
                    <a:pt x="259" y="590"/>
                    <a:pt x="260" y="591"/>
                  </a:cubicBezTo>
                  <a:cubicBezTo>
                    <a:pt x="260" y="592"/>
                    <a:pt x="256" y="594"/>
                    <a:pt x="256" y="592"/>
                  </a:cubicBezTo>
                  <a:close/>
                  <a:moveTo>
                    <a:pt x="249" y="520"/>
                  </a:moveTo>
                  <a:cubicBezTo>
                    <a:pt x="249" y="520"/>
                    <a:pt x="249" y="521"/>
                    <a:pt x="249" y="521"/>
                  </a:cubicBezTo>
                  <a:cubicBezTo>
                    <a:pt x="248" y="522"/>
                    <a:pt x="248" y="519"/>
                    <a:pt x="249" y="520"/>
                  </a:cubicBezTo>
                  <a:close/>
                  <a:moveTo>
                    <a:pt x="249" y="536"/>
                  </a:moveTo>
                  <a:cubicBezTo>
                    <a:pt x="249" y="538"/>
                    <a:pt x="244" y="540"/>
                    <a:pt x="244" y="536"/>
                  </a:cubicBezTo>
                  <a:cubicBezTo>
                    <a:pt x="244" y="535"/>
                    <a:pt x="249" y="534"/>
                    <a:pt x="249" y="536"/>
                  </a:cubicBezTo>
                  <a:close/>
                  <a:moveTo>
                    <a:pt x="244" y="450"/>
                  </a:moveTo>
                  <a:cubicBezTo>
                    <a:pt x="244" y="450"/>
                    <a:pt x="244" y="450"/>
                    <a:pt x="244" y="450"/>
                  </a:cubicBezTo>
                  <a:cubicBezTo>
                    <a:pt x="243" y="450"/>
                    <a:pt x="244" y="449"/>
                    <a:pt x="244" y="450"/>
                  </a:cubicBezTo>
                  <a:close/>
                  <a:moveTo>
                    <a:pt x="243" y="420"/>
                  </a:moveTo>
                  <a:cubicBezTo>
                    <a:pt x="243" y="420"/>
                    <a:pt x="243" y="420"/>
                    <a:pt x="243" y="420"/>
                  </a:cubicBezTo>
                  <a:cubicBezTo>
                    <a:pt x="244" y="420"/>
                    <a:pt x="244" y="420"/>
                    <a:pt x="243" y="420"/>
                  </a:cubicBezTo>
                  <a:close/>
                  <a:moveTo>
                    <a:pt x="241" y="504"/>
                  </a:moveTo>
                  <a:cubicBezTo>
                    <a:pt x="240" y="502"/>
                    <a:pt x="243" y="504"/>
                    <a:pt x="241" y="504"/>
                  </a:cubicBezTo>
                  <a:close/>
                  <a:moveTo>
                    <a:pt x="235" y="479"/>
                  </a:moveTo>
                  <a:cubicBezTo>
                    <a:pt x="236" y="477"/>
                    <a:pt x="240" y="471"/>
                    <a:pt x="242" y="470"/>
                  </a:cubicBezTo>
                  <a:cubicBezTo>
                    <a:pt x="240" y="473"/>
                    <a:pt x="238" y="476"/>
                    <a:pt x="235" y="479"/>
                  </a:cubicBezTo>
                  <a:close/>
                  <a:moveTo>
                    <a:pt x="236" y="507"/>
                  </a:moveTo>
                  <a:cubicBezTo>
                    <a:pt x="236" y="508"/>
                    <a:pt x="235" y="508"/>
                    <a:pt x="235" y="507"/>
                  </a:cubicBezTo>
                  <a:cubicBezTo>
                    <a:pt x="235" y="506"/>
                    <a:pt x="236" y="507"/>
                    <a:pt x="236" y="507"/>
                  </a:cubicBezTo>
                  <a:close/>
                  <a:moveTo>
                    <a:pt x="242" y="337"/>
                  </a:moveTo>
                  <a:cubicBezTo>
                    <a:pt x="240" y="339"/>
                    <a:pt x="238" y="341"/>
                    <a:pt x="235" y="343"/>
                  </a:cubicBezTo>
                  <a:cubicBezTo>
                    <a:pt x="237" y="341"/>
                    <a:pt x="240" y="338"/>
                    <a:pt x="242" y="337"/>
                  </a:cubicBezTo>
                  <a:close/>
                  <a:moveTo>
                    <a:pt x="235" y="428"/>
                  </a:moveTo>
                  <a:cubicBezTo>
                    <a:pt x="235" y="427"/>
                    <a:pt x="234" y="429"/>
                    <a:pt x="235" y="428"/>
                  </a:cubicBezTo>
                  <a:close/>
                  <a:moveTo>
                    <a:pt x="236" y="488"/>
                  </a:moveTo>
                  <a:cubicBezTo>
                    <a:pt x="233" y="491"/>
                    <a:pt x="233" y="494"/>
                    <a:pt x="230" y="496"/>
                  </a:cubicBezTo>
                  <a:cubicBezTo>
                    <a:pt x="231" y="494"/>
                    <a:pt x="233" y="489"/>
                    <a:pt x="236" y="488"/>
                  </a:cubicBezTo>
                  <a:close/>
                  <a:moveTo>
                    <a:pt x="235" y="529"/>
                  </a:moveTo>
                  <a:cubicBezTo>
                    <a:pt x="235" y="529"/>
                    <a:pt x="234" y="529"/>
                    <a:pt x="234" y="529"/>
                  </a:cubicBezTo>
                  <a:cubicBezTo>
                    <a:pt x="234" y="528"/>
                    <a:pt x="235" y="529"/>
                    <a:pt x="235" y="529"/>
                  </a:cubicBezTo>
                  <a:close/>
                  <a:moveTo>
                    <a:pt x="232" y="503"/>
                  </a:moveTo>
                  <a:cubicBezTo>
                    <a:pt x="232" y="504"/>
                    <a:pt x="231" y="504"/>
                    <a:pt x="231" y="504"/>
                  </a:cubicBezTo>
                  <a:cubicBezTo>
                    <a:pt x="231" y="503"/>
                    <a:pt x="232" y="502"/>
                    <a:pt x="232" y="503"/>
                  </a:cubicBezTo>
                  <a:close/>
                  <a:moveTo>
                    <a:pt x="233" y="322"/>
                  </a:moveTo>
                  <a:cubicBezTo>
                    <a:pt x="234" y="320"/>
                    <a:pt x="232" y="323"/>
                    <a:pt x="233" y="322"/>
                  </a:cubicBezTo>
                  <a:close/>
                  <a:moveTo>
                    <a:pt x="233" y="463"/>
                  </a:moveTo>
                  <a:cubicBezTo>
                    <a:pt x="232" y="465"/>
                    <a:pt x="234" y="462"/>
                    <a:pt x="233" y="463"/>
                  </a:cubicBezTo>
                  <a:close/>
                  <a:moveTo>
                    <a:pt x="232" y="465"/>
                  </a:moveTo>
                  <a:cubicBezTo>
                    <a:pt x="233" y="467"/>
                    <a:pt x="229" y="469"/>
                    <a:pt x="228" y="466"/>
                  </a:cubicBezTo>
                  <a:cubicBezTo>
                    <a:pt x="228" y="464"/>
                    <a:pt x="231" y="463"/>
                    <a:pt x="232" y="465"/>
                  </a:cubicBezTo>
                  <a:close/>
                  <a:moveTo>
                    <a:pt x="231" y="364"/>
                  </a:moveTo>
                  <a:cubicBezTo>
                    <a:pt x="232" y="365"/>
                    <a:pt x="230" y="367"/>
                    <a:pt x="230" y="367"/>
                  </a:cubicBezTo>
                  <a:cubicBezTo>
                    <a:pt x="226" y="369"/>
                    <a:pt x="229" y="363"/>
                    <a:pt x="231" y="364"/>
                  </a:cubicBezTo>
                  <a:close/>
                  <a:moveTo>
                    <a:pt x="227" y="421"/>
                  </a:moveTo>
                  <a:cubicBezTo>
                    <a:pt x="228" y="421"/>
                    <a:pt x="227" y="422"/>
                    <a:pt x="227" y="422"/>
                  </a:cubicBezTo>
                  <a:cubicBezTo>
                    <a:pt x="225" y="423"/>
                    <a:pt x="226" y="420"/>
                    <a:pt x="227" y="421"/>
                  </a:cubicBezTo>
                  <a:close/>
                  <a:moveTo>
                    <a:pt x="227" y="484"/>
                  </a:moveTo>
                  <a:cubicBezTo>
                    <a:pt x="225" y="484"/>
                    <a:pt x="228" y="482"/>
                    <a:pt x="227" y="483"/>
                  </a:cubicBezTo>
                  <a:cubicBezTo>
                    <a:pt x="227" y="483"/>
                    <a:pt x="227" y="484"/>
                    <a:pt x="227" y="484"/>
                  </a:cubicBezTo>
                  <a:close/>
                  <a:moveTo>
                    <a:pt x="227" y="436"/>
                  </a:moveTo>
                  <a:cubicBezTo>
                    <a:pt x="226" y="435"/>
                    <a:pt x="228" y="435"/>
                    <a:pt x="227" y="436"/>
                  </a:cubicBezTo>
                  <a:close/>
                  <a:moveTo>
                    <a:pt x="227" y="526"/>
                  </a:moveTo>
                  <a:cubicBezTo>
                    <a:pt x="226" y="527"/>
                    <a:pt x="225" y="526"/>
                    <a:pt x="227" y="526"/>
                  </a:cubicBezTo>
                  <a:close/>
                  <a:moveTo>
                    <a:pt x="227" y="527"/>
                  </a:moveTo>
                  <a:cubicBezTo>
                    <a:pt x="228" y="528"/>
                    <a:pt x="226" y="529"/>
                    <a:pt x="226" y="529"/>
                  </a:cubicBezTo>
                  <a:cubicBezTo>
                    <a:pt x="225" y="529"/>
                    <a:pt x="227" y="527"/>
                    <a:pt x="227" y="527"/>
                  </a:cubicBezTo>
                  <a:close/>
                  <a:moveTo>
                    <a:pt x="225" y="375"/>
                  </a:moveTo>
                  <a:cubicBezTo>
                    <a:pt x="227" y="376"/>
                    <a:pt x="225" y="376"/>
                    <a:pt x="225" y="375"/>
                  </a:cubicBezTo>
                  <a:close/>
                  <a:moveTo>
                    <a:pt x="224" y="359"/>
                  </a:moveTo>
                  <a:cubicBezTo>
                    <a:pt x="224" y="360"/>
                    <a:pt x="223" y="360"/>
                    <a:pt x="223" y="361"/>
                  </a:cubicBezTo>
                  <a:cubicBezTo>
                    <a:pt x="222" y="360"/>
                    <a:pt x="224" y="360"/>
                    <a:pt x="224" y="359"/>
                  </a:cubicBezTo>
                  <a:close/>
                  <a:moveTo>
                    <a:pt x="222" y="500"/>
                  </a:moveTo>
                  <a:cubicBezTo>
                    <a:pt x="222" y="499"/>
                    <a:pt x="223" y="499"/>
                    <a:pt x="224" y="499"/>
                  </a:cubicBezTo>
                  <a:cubicBezTo>
                    <a:pt x="224" y="500"/>
                    <a:pt x="222" y="501"/>
                    <a:pt x="222" y="500"/>
                  </a:cubicBezTo>
                  <a:close/>
                  <a:moveTo>
                    <a:pt x="222" y="564"/>
                  </a:moveTo>
                  <a:cubicBezTo>
                    <a:pt x="222" y="565"/>
                    <a:pt x="219" y="565"/>
                    <a:pt x="219" y="564"/>
                  </a:cubicBezTo>
                  <a:cubicBezTo>
                    <a:pt x="219" y="562"/>
                    <a:pt x="222" y="563"/>
                    <a:pt x="222" y="564"/>
                  </a:cubicBezTo>
                  <a:close/>
                  <a:moveTo>
                    <a:pt x="224" y="489"/>
                  </a:moveTo>
                  <a:cubicBezTo>
                    <a:pt x="224" y="489"/>
                    <a:pt x="223" y="490"/>
                    <a:pt x="223" y="490"/>
                  </a:cubicBezTo>
                  <a:cubicBezTo>
                    <a:pt x="222" y="489"/>
                    <a:pt x="225" y="488"/>
                    <a:pt x="224" y="489"/>
                  </a:cubicBezTo>
                  <a:close/>
                  <a:moveTo>
                    <a:pt x="224" y="467"/>
                  </a:moveTo>
                  <a:cubicBezTo>
                    <a:pt x="224" y="470"/>
                    <a:pt x="222" y="469"/>
                    <a:pt x="224" y="467"/>
                  </a:cubicBezTo>
                  <a:close/>
                  <a:moveTo>
                    <a:pt x="223" y="272"/>
                  </a:moveTo>
                  <a:cubicBezTo>
                    <a:pt x="223" y="273"/>
                    <a:pt x="222" y="274"/>
                    <a:pt x="221" y="275"/>
                  </a:cubicBezTo>
                  <a:cubicBezTo>
                    <a:pt x="221" y="273"/>
                    <a:pt x="222" y="273"/>
                    <a:pt x="223" y="272"/>
                  </a:cubicBezTo>
                  <a:close/>
                  <a:moveTo>
                    <a:pt x="222" y="308"/>
                  </a:moveTo>
                  <a:cubicBezTo>
                    <a:pt x="222" y="310"/>
                    <a:pt x="220" y="312"/>
                    <a:pt x="218" y="313"/>
                  </a:cubicBezTo>
                  <a:cubicBezTo>
                    <a:pt x="220" y="312"/>
                    <a:pt x="220" y="310"/>
                    <a:pt x="222" y="308"/>
                  </a:cubicBezTo>
                  <a:close/>
                  <a:moveTo>
                    <a:pt x="218" y="378"/>
                  </a:moveTo>
                  <a:cubicBezTo>
                    <a:pt x="218" y="376"/>
                    <a:pt x="220" y="378"/>
                    <a:pt x="218" y="378"/>
                  </a:cubicBezTo>
                  <a:close/>
                  <a:moveTo>
                    <a:pt x="218" y="467"/>
                  </a:moveTo>
                  <a:cubicBezTo>
                    <a:pt x="218" y="467"/>
                    <a:pt x="217" y="467"/>
                    <a:pt x="217" y="466"/>
                  </a:cubicBezTo>
                  <a:cubicBezTo>
                    <a:pt x="217" y="466"/>
                    <a:pt x="218" y="466"/>
                    <a:pt x="218" y="467"/>
                  </a:cubicBezTo>
                  <a:close/>
                  <a:moveTo>
                    <a:pt x="217" y="315"/>
                  </a:move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lose/>
                  <a:moveTo>
                    <a:pt x="218" y="382"/>
                  </a:moveTo>
                  <a:cubicBezTo>
                    <a:pt x="217" y="382"/>
                    <a:pt x="217" y="382"/>
                    <a:pt x="217" y="382"/>
                  </a:cubicBezTo>
                  <a:cubicBezTo>
                    <a:pt x="216" y="381"/>
                    <a:pt x="219" y="380"/>
                    <a:pt x="218" y="382"/>
                  </a:cubicBezTo>
                  <a:close/>
                  <a:moveTo>
                    <a:pt x="212" y="322"/>
                  </a:moveTo>
                  <a:cubicBezTo>
                    <a:pt x="212" y="321"/>
                    <a:pt x="215" y="318"/>
                    <a:pt x="216" y="316"/>
                  </a:cubicBezTo>
                  <a:cubicBezTo>
                    <a:pt x="216" y="319"/>
                    <a:pt x="210" y="325"/>
                    <a:pt x="212" y="322"/>
                  </a:cubicBezTo>
                  <a:close/>
                  <a:moveTo>
                    <a:pt x="215" y="450"/>
                  </a:moveTo>
                  <a:cubicBezTo>
                    <a:pt x="215" y="450"/>
                    <a:pt x="215" y="450"/>
                    <a:pt x="215" y="450"/>
                  </a:cubicBezTo>
                  <a:cubicBezTo>
                    <a:pt x="215" y="450"/>
                    <a:pt x="215" y="450"/>
                    <a:pt x="215" y="450"/>
                  </a:cubicBezTo>
                  <a:close/>
                  <a:moveTo>
                    <a:pt x="214" y="449"/>
                  </a:moveTo>
                  <a:cubicBezTo>
                    <a:pt x="214" y="449"/>
                    <a:pt x="214" y="448"/>
                    <a:pt x="214" y="448"/>
                  </a:cubicBezTo>
                  <a:cubicBezTo>
                    <a:pt x="214" y="446"/>
                    <a:pt x="216" y="448"/>
                    <a:pt x="214" y="449"/>
                  </a:cubicBezTo>
                  <a:close/>
                  <a:moveTo>
                    <a:pt x="214" y="524"/>
                  </a:moveTo>
                  <a:cubicBezTo>
                    <a:pt x="213" y="523"/>
                    <a:pt x="214" y="523"/>
                    <a:pt x="215" y="522"/>
                  </a:cubicBezTo>
                  <a:cubicBezTo>
                    <a:pt x="215" y="523"/>
                    <a:pt x="214" y="523"/>
                    <a:pt x="214" y="524"/>
                  </a:cubicBezTo>
                  <a:close/>
                  <a:moveTo>
                    <a:pt x="212" y="508"/>
                  </a:moveTo>
                  <a:cubicBezTo>
                    <a:pt x="210" y="509"/>
                    <a:pt x="214" y="507"/>
                    <a:pt x="212" y="508"/>
                  </a:cubicBezTo>
                  <a:close/>
                  <a:moveTo>
                    <a:pt x="202" y="518"/>
                  </a:moveTo>
                  <a:cubicBezTo>
                    <a:pt x="210" y="516"/>
                    <a:pt x="209" y="525"/>
                    <a:pt x="203" y="526"/>
                  </a:cubicBezTo>
                  <a:cubicBezTo>
                    <a:pt x="198" y="527"/>
                    <a:pt x="197" y="520"/>
                    <a:pt x="202" y="518"/>
                  </a:cubicBezTo>
                  <a:close/>
                  <a:moveTo>
                    <a:pt x="201" y="548"/>
                  </a:moveTo>
                  <a:cubicBezTo>
                    <a:pt x="201" y="548"/>
                    <a:pt x="201" y="548"/>
                    <a:pt x="201" y="548"/>
                  </a:cubicBezTo>
                  <a:cubicBezTo>
                    <a:pt x="201" y="546"/>
                    <a:pt x="203" y="550"/>
                    <a:pt x="201" y="548"/>
                  </a:cubicBezTo>
                  <a:close/>
                  <a:moveTo>
                    <a:pt x="199" y="549"/>
                  </a:moveTo>
                  <a:cubicBezTo>
                    <a:pt x="199" y="551"/>
                    <a:pt x="197" y="549"/>
                    <a:pt x="199" y="549"/>
                  </a:cubicBezTo>
                  <a:close/>
                  <a:moveTo>
                    <a:pt x="200" y="494"/>
                  </a:moveTo>
                  <a:cubicBezTo>
                    <a:pt x="199" y="495"/>
                    <a:pt x="198" y="496"/>
                    <a:pt x="196" y="496"/>
                  </a:cubicBezTo>
                  <a:cubicBezTo>
                    <a:pt x="197" y="495"/>
                    <a:pt x="199" y="495"/>
                    <a:pt x="200" y="494"/>
                  </a:cubicBezTo>
                  <a:close/>
                  <a:moveTo>
                    <a:pt x="202" y="420"/>
                  </a:moveTo>
                  <a:cubicBezTo>
                    <a:pt x="201" y="421"/>
                    <a:pt x="201" y="421"/>
                    <a:pt x="200" y="421"/>
                  </a:cubicBezTo>
                  <a:cubicBezTo>
                    <a:pt x="199" y="420"/>
                    <a:pt x="203" y="418"/>
                    <a:pt x="202" y="420"/>
                  </a:cubicBezTo>
                  <a:close/>
                  <a:moveTo>
                    <a:pt x="203" y="493"/>
                  </a:moveTo>
                  <a:cubicBezTo>
                    <a:pt x="204" y="493"/>
                    <a:pt x="204" y="493"/>
                    <a:pt x="204" y="493"/>
                  </a:cubicBezTo>
                  <a:cubicBezTo>
                    <a:pt x="204" y="493"/>
                    <a:pt x="200" y="494"/>
                    <a:pt x="203" y="493"/>
                  </a:cubicBezTo>
                  <a:close/>
                  <a:moveTo>
                    <a:pt x="206" y="456"/>
                  </a:moveTo>
                  <a:cubicBezTo>
                    <a:pt x="206" y="456"/>
                    <a:pt x="205" y="456"/>
                    <a:pt x="205" y="456"/>
                  </a:cubicBezTo>
                  <a:cubicBezTo>
                    <a:pt x="204" y="456"/>
                    <a:pt x="206" y="455"/>
                    <a:pt x="206" y="456"/>
                  </a:cubicBezTo>
                  <a:close/>
                  <a:moveTo>
                    <a:pt x="206" y="475"/>
                  </a:moveTo>
                  <a:cubicBezTo>
                    <a:pt x="206" y="473"/>
                    <a:pt x="210" y="475"/>
                    <a:pt x="210" y="477"/>
                  </a:cubicBezTo>
                  <a:cubicBezTo>
                    <a:pt x="209" y="479"/>
                    <a:pt x="204" y="479"/>
                    <a:pt x="206" y="475"/>
                  </a:cubicBezTo>
                  <a:close/>
                  <a:moveTo>
                    <a:pt x="208" y="439"/>
                  </a:moveTo>
                  <a:cubicBezTo>
                    <a:pt x="208" y="440"/>
                    <a:pt x="207" y="440"/>
                    <a:pt x="207" y="440"/>
                  </a:cubicBezTo>
                  <a:cubicBezTo>
                    <a:pt x="207" y="439"/>
                    <a:pt x="208" y="439"/>
                    <a:pt x="208" y="439"/>
                  </a:cubicBezTo>
                  <a:close/>
                  <a:moveTo>
                    <a:pt x="208" y="405"/>
                  </a:moveTo>
                  <a:cubicBezTo>
                    <a:pt x="207" y="406"/>
                    <a:pt x="208" y="404"/>
                    <a:pt x="208" y="405"/>
                  </a:cubicBezTo>
                  <a:close/>
                  <a:moveTo>
                    <a:pt x="209" y="467"/>
                  </a:moveTo>
                  <a:cubicBezTo>
                    <a:pt x="209" y="467"/>
                    <a:pt x="209" y="468"/>
                    <a:pt x="209" y="468"/>
                  </a:cubicBezTo>
                  <a:cubicBezTo>
                    <a:pt x="208" y="467"/>
                    <a:pt x="210" y="466"/>
                    <a:pt x="209" y="467"/>
                  </a:cubicBezTo>
                  <a:close/>
                  <a:moveTo>
                    <a:pt x="210" y="509"/>
                  </a:moveTo>
                  <a:cubicBezTo>
                    <a:pt x="208" y="511"/>
                    <a:pt x="211" y="508"/>
                    <a:pt x="210" y="509"/>
                  </a:cubicBezTo>
                  <a:close/>
                  <a:moveTo>
                    <a:pt x="210" y="444"/>
                  </a:moveTo>
                  <a:cubicBezTo>
                    <a:pt x="207" y="445"/>
                    <a:pt x="209" y="441"/>
                    <a:pt x="210" y="443"/>
                  </a:cubicBezTo>
                  <a:cubicBezTo>
                    <a:pt x="211" y="443"/>
                    <a:pt x="210" y="443"/>
                    <a:pt x="210" y="444"/>
                  </a:cubicBezTo>
                  <a:close/>
                  <a:moveTo>
                    <a:pt x="210" y="185"/>
                  </a:moveTo>
                  <a:cubicBezTo>
                    <a:pt x="210" y="185"/>
                    <a:pt x="210" y="185"/>
                    <a:pt x="210" y="185"/>
                  </a:cubicBezTo>
                  <a:cubicBezTo>
                    <a:pt x="209" y="185"/>
                    <a:pt x="211" y="184"/>
                    <a:pt x="210" y="185"/>
                  </a:cubicBezTo>
                  <a:close/>
                  <a:moveTo>
                    <a:pt x="210" y="203"/>
                  </a:moveTo>
                  <a:cubicBezTo>
                    <a:pt x="211" y="203"/>
                    <a:pt x="209" y="205"/>
                    <a:pt x="209" y="205"/>
                  </a:cubicBezTo>
                  <a:cubicBezTo>
                    <a:pt x="209" y="204"/>
                    <a:pt x="209" y="204"/>
                    <a:pt x="210" y="203"/>
                  </a:cubicBezTo>
                  <a:close/>
                  <a:moveTo>
                    <a:pt x="210" y="371"/>
                  </a:moveTo>
                  <a:cubicBezTo>
                    <a:pt x="209" y="372"/>
                    <a:pt x="209" y="372"/>
                    <a:pt x="208" y="372"/>
                  </a:cubicBezTo>
                  <a:cubicBezTo>
                    <a:pt x="208" y="372"/>
                    <a:pt x="208" y="371"/>
                    <a:pt x="210" y="371"/>
                  </a:cubicBezTo>
                  <a:close/>
                  <a:moveTo>
                    <a:pt x="208" y="181"/>
                  </a:moveTo>
                  <a:cubicBezTo>
                    <a:pt x="209" y="181"/>
                    <a:pt x="207" y="184"/>
                    <a:pt x="207" y="184"/>
                  </a:cubicBezTo>
                  <a:cubicBezTo>
                    <a:pt x="204" y="186"/>
                    <a:pt x="206" y="180"/>
                    <a:pt x="208" y="181"/>
                  </a:cubicBezTo>
                  <a:close/>
                  <a:moveTo>
                    <a:pt x="207" y="374"/>
                  </a:moveTo>
                  <a:cubicBezTo>
                    <a:pt x="206" y="373"/>
                    <a:pt x="208" y="373"/>
                    <a:pt x="207" y="374"/>
                  </a:cubicBezTo>
                  <a:close/>
                  <a:moveTo>
                    <a:pt x="207" y="387"/>
                  </a:moveTo>
                  <a:cubicBezTo>
                    <a:pt x="206" y="387"/>
                    <a:pt x="206" y="388"/>
                    <a:pt x="206" y="387"/>
                  </a:cubicBezTo>
                  <a:cubicBezTo>
                    <a:pt x="205" y="386"/>
                    <a:pt x="209" y="385"/>
                    <a:pt x="207" y="387"/>
                  </a:cubicBezTo>
                  <a:close/>
                  <a:moveTo>
                    <a:pt x="204" y="211"/>
                  </a:moveTo>
                  <a:cubicBezTo>
                    <a:pt x="204" y="213"/>
                    <a:pt x="202" y="214"/>
                    <a:pt x="201" y="216"/>
                  </a:cubicBezTo>
                  <a:cubicBezTo>
                    <a:pt x="201" y="214"/>
                    <a:pt x="203" y="213"/>
                    <a:pt x="204" y="211"/>
                  </a:cubicBezTo>
                  <a:close/>
                  <a:moveTo>
                    <a:pt x="202" y="326"/>
                  </a:moveTo>
                  <a:cubicBezTo>
                    <a:pt x="202" y="327"/>
                    <a:pt x="202" y="328"/>
                    <a:pt x="201" y="328"/>
                  </a:cubicBezTo>
                  <a:cubicBezTo>
                    <a:pt x="201" y="327"/>
                    <a:pt x="202" y="327"/>
                    <a:pt x="202" y="326"/>
                  </a:cubicBezTo>
                  <a:close/>
                  <a:moveTo>
                    <a:pt x="205" y="387"/>
                  </a:moveTo>
                  <a:cubicBezTo>
                    <a:pt x="205" y="388"/>
                    <a:pt x="203" y="389"/>
                    <a:pt x="201" y="390"/>
                  </a:cubicBezTo>
                  <a:cubicBezTo>
                    <a:pt x="202" y="388"/>
                    <a:pt x="204" y="388"/>
                    <a:pt x="205" y="387"/>
                  </a:cubicBezTo>
                  <a:close/>
                  <a:moveTo>
                    <a:pt x="196" y="218"/>
                  </a:moveTo>
                  <a:cubicBezTo>
                    <a:pt x="198" y="219"/>
                    <a:pt x="196" y="220"/>
                    <a:pt x="196" y="218"/>
                  </a:cubicBezTo>
                  <a:close/>
                  <a:moveTo>
                    <a:pt x="196" y="249"/>
                  </a:moveTo>
                  <a:cubicBezTo>
                    <a:pt x="195" y="251"/>
                    <a:pt x="197" y="248"/>
                    <a:pt x="196" y="249"/>
                  </a:cubicBezTo>
                  <a:close/>
                  <a:moveTo>
                    <a:pt x="198" y="349"/>
                  </a:moveTo>
                  <a:cubicBezTo>
                    <a:pt x="198" y="350"/>
                    <a:pt x="196" y="351"/>
                    <a:pt x="196" y="352"/>
                  </a:cubicBezTo>
                  <a:cubicBezTo>
                    <a:pt x="195" y="351"/>
                    <a:pt x="197" y="350"/>
                    <a:pt x="198" y="349"/>
                  </a:cubicBezTo>
                  <a:close/>
                  <a:moveTo>
                    <a:pt x="196" y="296"/>
                  </a:moveTo>
                  <a:cubicBezTo>
                    <a:pt x="196" y="296"/>
                    <a:pt x="195" y="298"/>
                    <a:pt x="195" y="298"/>
                  </a:cubicBezTo>
                  <a:cubicBezTo>
                    <a:pt x="193" y="300"/>
                    <a:pt x="194" y="295"/>
                    <a:pt x="196" y="296"/>
                  </a:cubicBezTo>
                  <a:close/>
                  <a:moveTo>
                    <a:pt x="194" y="353"/>
                  </a:moveTo>
                  <a:cubicBezTo>
                    <a:pt x="195" y="354"/>
                    <a:pt x="193" y="354"/>
                    <a:pt x="194" y="353"/>
                  </a:cubicBezTo>
                  <a:close/>
                  <a:moveTo>
                    <a:pt x="192" y="213"/>
                  </a:moveTo>
                  <a:cubicBezTo>
                    <a:pt x="192" y="212"/>
                    <a:pt x="194" y="211"/>
                    <a:pt x="192" y="213"/>
                  </a:cubicBezTo>
                  <a:close/>
                  <a:moveTo>
                    <a:pt x="193" y="252"/>
                  </a:moveTo>
                  <a:cubicBezTo>
                    <a:pt x="194" y="253"/>
                    <a:pt x="193" y="254"/>
                    <a:pt x="192" y="254"/>
                  </a:cubicBezTo>
                  <a:cubicBezTo>
                    <a:pt x="192" y="253"/>
                    <a:pt x="193" y="253"/>
                    <a:pt x="193" y="252"/>
                  </a:cubicBezTo>
                  <a:close/>
                  <a:moveTo>
                    <a:pt x="193" y="354"/>
                  </a:moveTo>
                  <a:cubicBezTo>
                    <a:pt x="193" y="355"/>
                    <a:pt x="193" y="356"/>
                    <a:pt x="192" y="356"/>
                  </a:cubicBezTo>
                  <a:cubicBezTo>
                    <a:pt x="192" y="355"/>
                    <a:pt x="193" y="355"/>
                    <a:pt x="193" y="354"/>
                  </a:cubicBezTo>
                  <a:close/>
                  <a:moveTo>
                    <a:pt x="192" y="305"/>
                  </a:moveTo>
                  <a:cubicBezTo>
                    <a:pt x="190" y="307"/>
                    <a:pt x="193" y="304"/>
                    <a:pt x="192" y="305"/>
                  </a:cubicBezTo>
                  <a:close/>
                  <a:moveTo>
                    <a:pt x="188" y="397"/>
                  </a:moveTo>
                  <a:cubicBezTo>
                    <a:pt x="187" y="398"/>
                    <a:pt x="185" y="400"/>
                    <a:pt x="183" y="401"/>
                  </a:cubicBezTo>
                  <a:cubicBezTo>
                    <a:pt x="184" y="399"/>
                    <a:pt x="186" y="398"/>
                    <a:pt x="188" y="397"/>
                  </a:cubicBezTo>
                  <a:close/>
                  <a:moveTo>
                    <a:pt x="184" y="384"/>
                  </a:moveTo>
                  <a:cubicBezTo>
                    <a:pt x="185" y="384"/>
                    <a:pt x="185" y="383"/>
                    <a:pt x="186" y="383"/>
                  </a:cubicBezTo>
                  <a:cubicBezTo>
                    <a:pt x="185" y="384"/>
                    <a:pt x="185" y="384"/>
                    <a:pt x="184" y="384"/>
                  </a:cubicBezTo>
                  <a:close/>
                  <a:moveTo>
                    <a:pt x="184" y="243"/>
                  </a:moveTo>
                  <a:cubicBezTo>
                    <a:pt x="185" y="242"/>
                    <a:pt x="183" y="244"/>
                    <a:pt x="184" y="243"/>
                  </a:cubicBezTo>
                  <a:close/>
                  <a:moveTo>
                    <a:pt x="182" y="186"/>
                  </a:moveTo>
                  <a:cubicBezTo>
                    <a:pt x="182" y="185"/>
                    <a:pt x="181" y="187"/>
                    <a:pt x="182" y="186"/>
                  </a:cubicBezTo>
                  <a:close/>
                  <a:moveTo>
                    <a:pt x="184" y="243"/>
                  </a:moveTo>
                  <a:cubicBezTo>
                    <a:pt x="185" y="244"/>
                    <a:pt x="183" y="249"/>
                    <a:pt x="182" y="249"/>
                  </a:cubicBezTo>
                  <a:cubicBezTo>
                    <a:pt x="180" y="249"/>
                    <a:pt x="182" y="243"/>
                    <a:pt x="184" y="243"/>
                  </a:cubicBezTo>
                  <a:close/>
                  <a:moveTo>
                    <a:pt x="177" y="208"/>
                  </a:moveTo>
                  <a:cubicBezTo>
                    <a:pt x="178" y="209"/>
                    <a:pt x="177" y="209"/>
                    <a:pt x="177" y="210"/>
                  </a:cubicBezTo>
                  <a:cubicBezTo>
                    <a:pt x="176" y="210"/>
                    <a:pt x="177" y="209"/>
                    <a:pt x="177" y="208"/>
                  </a:cubicBezTo>
                  <a:close/>
                  <a:moveTo>
                    <a:pt x="182" y="322"/>
                  </a:moveTo>
                  <a:cubicBezTo>
                    <a:pt x="179" y="324"/>
                    <a:pt x="177" y="329"/>
                    <a:pt x="175" y="329"/>
                  </a:cubicBezTo>
                  <a:cubicBezTo>
                    <a:pt x="175" y="329"/>
                    <a:pt x="179" y="322"/>
                    <a:pt x="182" y="322"/>
                  </a:cubicBezTo>
                  <a:close/>
                  <a:moveTo>
                    <a:pt x="180" y="403"/>
                  </a:moveTo>
                  <a:cubicBezTo>
                    <a:pt x="179" y="404"/>
                    <a:pt x="178" y="406"/>
                    <a:pt x="176" y="406"/>
                  </a:cubicBezTo>
                  <a:cubicBezTo>
                    <a:pt x="177" y="405"/>
                    <a:pt x="179" y="404"/>
                    <a:pt x="180" y="403"/>
                  </a:cubicBezTo>
                  <a:close/>
                  <a:moveTo>
                    <a:pt x="178" y="383"/>
                  </a:move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2"/>
                    <a:pt x="178" y="382"/>
                  </a:cubicBezTo>
                  <a:cubicBezTo>
                    <a:pt x="178" y="382"/>
                    <a:pt x="178" y="382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lose/>
                  <a:moveTo>
                    <a:pt x="181" y="393"/>
                  </a:moveTo>
                  <a:cubicBezTo>
                    <a:pt x="181" y="393"/>
                    <a:pt x="180" y="395"/>
                    <a:pt x="180" y="395"/>
                  </a:cubicBezTo>
                  <a:cubicBezTo>
                    <a:pt x="178" y="397"/>
                    <a:pt x="179" y="392"/>
                    <a:pt x="181" y="393"/>
                  </a:cubicBezTo>
                  <a:close/>
                  <a:moveTo>
                    <a:pt x="179" y="358"/>
                  </a:moveTo>
                  <a:cubicBezTo>
                    <a:pt x="179" y="358"/>
                    <a:pt x="180" y="359"/>
                    <a:pt x="180" y="359"/>
                  </a:cubicBezTo>
                  <a:cubicBezTo>
                    <a:pt x="180" y="360"/>
                    <a:pt x="178" y="359"/>
                    <a:pt x="179" y="358"/>
                  </a:cubicBezTo>
                  <a:close/>
                  <a:moveTo>
                    <a:pt x="182" y="418"/>
                  </a:moveTo>
                  <a:cubicBezTo>
                    <a:pt x="183" y="416"/>
                    <a:pt x="187" y="412"/>
                    <a:pt x="190" y="410"/>
                  </a:cubicBezTo>
                  <a:cubicBezTo>
                    <a:pt x="190" y="410"/>
                    <a:pt x="190" y="408"/>
                    <a:pt x="191" y="409"/>
                  </a:cubicBezTo>
                  <a:cubicBezTo>
                    <a:pt x="192" y="410"/>
                    <a:pt x="189" y="414"/>
                    <a:pt x="189" y="414"/>
                  </a:cubicBezTo>
                  <a:cubicBezTo>
                    <a:pt x="188" y="415"/>
                    <a:pt x="186" y="415"/>
                    <a:pt x="184" y="417"/>
                  </a:cubicBezTo>
                  <a:cubicBezTo>
                    <a:pt x="180" y="419"/>
                    <a:pt x="178" y="424"/>
                    <a:pt x="174" y="426"/>
                  </a:cubicBezTo>
                  <a:cubicBezTo>
                    <a:pt x="174" y="422"/>
                    <a:pt x="180" y="421"/>
                    <a:pt x="182" y="418"/>
                  </a:cubicBezTo>
                  <a:close/>
                  <a:moveTo>
                    <a:pt x="193" y="479"/>
                  </a:moveTo>
                  <a:cubicBezTo>
                    <a:pt x="192" y="481"/>
                    <a:pt x="192" y="479"/>
                    <a:pt x="193" y="479"/>
                  </a:cubicBezTo>
                  <a:close/>
                  <a:moveTo>
                    <a:pt x="193" y="432"/>
                  </a:moveTo>
                  <a:cubicBezTo>
                    <a:pt x="194" y="432"/>
                    <a:pt x="193" y="433"/>
                    <a:pt x="193" y="432"/>
                  </a:cubicBezTo>
                  <a:cubicBezTo>
                    <a:pt x="192" y="432"/>
                    <a:pt x="193" y="432"/>
                    <a:pt x="193" y="432"/>
                  </a:cubicBezTo>
                  <a:close/>
                  <a:moveTo>
                    <a:pt x="191" y="460"/>
                  </a:moveTo>
                  <a:cubicBezTo>
                    <a:pt x="192" y="458"/>
                    <a:pt x="193" y="460"/>
                    <a:pt x="191" y="460"/>
                  </a:cubicBezTo>
                  <a:close/>
                  <a:moveTo>
                    <a:pt x="193" y="489"/>
                  </a:moveTo>
                  <a:cubicBezTo>
                    <a:pt x="193" y="490"/>
                    <a:pt x="192" y="491"/>
                    <a:pt x="191" y="491"/>
                  </a:cubicBezTo>
                  <a:cubicBezTo>
                    <a:pt x="189" y="492"/>
                    <a:pt x="191" y="487"/>
                    <a:pt x="193" y="489"/>
                  </a:cubicBezTo>
                  <a:close/>
                  <a:moveTo>
                    <a:pt x="190" y="440"/>
                  </a:moveTo>
                  <a:cubicBezTo>
                    <a:pt x="189" y="439"/>
                    <a:pt x="191" y="438"/>
                    <a:pt x="191" y="439"/>
                  </a:cubicBezTo>
                  <a:cubicBezTo>
                    <a:pt x="191" y="439"/>
                    <a:pt x="190" y="440"/>
                    <a:pt x="190" y="440"/>
                  </a:cubicBezTo>
                  <a:close/>
                  <a:moveTo>
                    <a:pt x="189" y="511"/>
                  </a:moveTo>
                  <a:cubicBezTo>
                    <a:pt x="189" y="511"/>
                    <a:pt x="189" y="512"/>
                    <a:pt x="188" y="511"/>
                  </a:cubicBezTo>
                  <a:cubicBezTo>
                    <a:pt x="188" y="511"/>
                    <a:pt x="189" y="510"/>
                    <a:pt x="189" y="511"/>
                  </a:cubicBezTo>
                  <a:close/>
                  <a:moveTo>
                    <a:pt x="186" y="470"/>
                  </a:moveTo>
                  <a:cubicBezTo>
                    <a:pt x="185" y="469"/>
                    <a:pt x="188" y="469"/>
                    <a:pt x="188" y="470"/>
                  </a:cubicBezTo>
                  <a:cubicBezTo>
                    <a:pt x="189" y="471"/>
                    <a:pt x="186" y="472"/>
                    <a:pt x="186" y="470"/>
                  </a:cubicBezTo>
                  <a:close/>
                  <a:moveTo>
                    <a:pt x="184" y="470"/>
                  </a:moveTo>
                  <a:cubicBezTo>
                    <a:pt x="185" y="471"/>
                    <a:pt x="184" y="472"/>
                    <a:pt x="183" y="472"/>
                  </a:cubicBezTo>
                  <a:cubicBezTo>
                    <a:pt x="180" y="474"/>
                    <a:pt x="182" y="469"/>
                    <a:pt x="184" y="470"/>
                  </a:cubicBezTo>
                  <a:close/>
                  <a:moveTo>
                    <a:pt x="183" y="435"/>
                  </a:moveTo>
                  <a:cubicBezTo>
                    <a:pt x="183" y="434"/>
                    <a:pt x="182" y="436"/>
                    <a:pt x="183" y="435"/>
                  </a:cubicBezTo>
                  <a:close/>
                  <a:moveTo>
                    <a:pt x="180" y="443"/>
                  </a:moveTo>
                  <a:cubicBezTo>
                    <a:pt x="180" y="443"/>
                    <a:pt x="179" y="443"/>
                    <a:pt x="179" y="443"/>
                  </a:cubicBezTo>
                  <a:cubicBezTo>
                    <a:pt x="178" y="445"/>
                    <a:pt x="180" y="440"/>
                    <a:pt x="180" y="443"/>
                  </a:cubicBezTo>
                  <a:close/>
                  <a:moveTo>
                    <a:pt x="174" y="445"/>
                  </a:moveTo>
                  <a:cubicBezTo>
                    <a:pt x="173" y="446"/>
                    <a:pt x="174" y="444"/>
                    <a:pt x="174" y="445"/>
                  </a:cubicBezTo>
                  <a:close/>
                  <a:moveTo>
                    <a:pt x="173" y="182"/>
                  </a:moveTo>
                  <a:cubicBezTo>
                    <a:pt x="172" y="182"/>
                    <a:pt x="174" y="180"/>
                    <a:pt x="173" y="182"/>
                  </a:cubicBezTo>
                  <a:close/>
                  <a:moveTo>
                    <a:pt x="173" y="438"/>
                  </a:moveTo>
                  <a:cubicBezTo>
                    <a:pt x="174" y="437"/>
                    <a:pt x="172" y="440"/>
                    <a:pt x="173" y="438"/>
                  </a:cubicBezTo>
                  <a:close/>
                  <a:moveTo>
                    <a:pt x="173" y="477"/>
                  </a:moveTo>
                  <a:cubicBezTo>
                    <a:pt x="172" y="478"/>
                    <a:pt x="172" y="478"/>
                    <a:pt x="170" y="478"/>
                  </a:cubicBezTo>
                  <a:cubicBezTo>
                    <a:pt x="171" y="478"/>
                    <a:pt x="171" y="477"/>
                    <a:pt x="173" y="477"/>
                  </a:cubicBezTo>
                  <a:close/>
                  <a:moveTo>
                    <a:pt x="173" y="314"/>
                  </a:move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lose/>
                  <a:moveTo>
                    <a:pt x="171" y="307"/>
                  </a:moveTo>
                  <a:cubicBezTo>
                    <a:pt x="171" y="308"/>
                    <a:pt x="171" y="309"/>
                    <a:pt x="169" y="310"/>
                  </a:cubicBezTo>
                  <a:cubicBezTo>
                    <a:pt x="168" y="310"/>
                    <a:pt x="167" y="310"/>
                    <a:pt x="166" y="309"/>
                  </a:cubicBezTo>
                  <a:cubicBezTo>
                    <a:pt x="164" y="305"/>
                    <a:pt x="171" y="303"/>
                    <a:pt x="171" y="307"/>
                  </a:cubicBezTo>
                  <a:close/>
                  <a:moveTo>
                    <a:pt x="168" y="501"/>
                  </a:moveTo>
                  <a:cubicBezTo>
                    <a:pt x="168" y="501"/>
                    <a:pt x="168" y="501"/>
                    <a:pt x="169" y="501"/>
                  </a:cubicBezTo>
                  <a:cubicBezTo>
                    <a:pt x="169" y="501"/>
                    <a:pt x="168" y="502"/>
                    <a:pt x="168" y="501"/>
                  </a:cubicBezTo>
                  <a:close/>
                  <a:moveTo>
                    <a:pt x="166" y="342"/>
                  </a:moveTo>
                  <a:cubicBezTo>
                    <a:pt x="166" y="342"/>
                    <a:pt x="166" y="342"/>
                    <a:pt x="166" y="342"/>
                  </a:cubicBezTo>
                  <a:cubicBezTo>
                    <a:pt x="166" y="342"/>
                    <a:pt x="166" y="343"/>
                    <a:pt x="165" y="343"/>
                  </a:cubicBezTo>
                  <a:cubicBezTo>
                    <a:pt x="165" y="343"/>
                    <a:pt x="165" y="343"/>
                    <a:pt x="165" y="343"/>
                  </a:cubicBezTo>
                  <a:cubicBezTo>
                    <a:pt x="165" y="343"/>
                    <a:pt x="166" y="342"/>
                    <a:pt x="166" y="342"/>
                  </a:cubicBezTo>
                  <a:close/>
                  <a:moveTo>
                    <a:pt x="165" y="307"/>
                  </a:moveTo>
                  <a:cubicBezTo>
                    <a:pt x="163" y="308"/>
                    <a:pt x="167" y="306"/>
                    <a:pt x="165" y="307"/>
                  </a:cubicBezTo>
                  <a:close/>
                  <a:moveTo>
                    <a:pt x="164" y="344"/>
                  </a:moveTo>
                  <a:cubicBezTo>
                    <a:pt x="163" y="344"/>
                    <a:pt x="166" y="342"/>
                    <a:pt x="164" y="344"/>
                  </a:cubicBezTo>
                  <a:close/>
                  <a:moveTo>
                    <a:pt x="165" y="345"/>
                  </a:moveTo>
                  <a:cubicBezTo>
                    <a:pt x="164" y="346"/>
                    <a:pt x="164" y="347"/>
                    <a:pt x="162" y="347"/>
                  </a:cubicBezTo>
                  <a:cubicBezTo>
                    <a:pt x="163" y="347"/>
                    <a:pt x="163" y="346"/>
                    <a:pt x="165" y="345"/>
                  </a:cubicBezTo>
                  <a:close/>
                  <a:moveTo>
                    <a:pt x="161" y="347"/>
                  </a:moveTo>
                  <a:cubicBezTo>
                    <a:pt x="160" y="348"/>
                    <a:pt x="162" y="346"/>
                    <a:pt x="161" y="347"/>
                  </a:cubicBezTo>
                  <a:close/>
                  <a:moveTo>
                    <a:pt x="160" y="350"/>
                  </a:moveTo>
                  <a:cubicBezTo>
                    <a:pt x="161" y="348"/>
                    <a:pt x="162" y="349"/>
                    <a:pt x="160" y="350"/>
                  </a:cubicBezTo>
                  <a:close/>
                  <a:moveTo>
                    <a:pt x="168" y="370"/>
                  </a:moveTo>
                  <a:cubicBezTo>
                    <a:pt x="165" y="373"/>
                    <a:pt x="163" y="376"/>
                    <a:pt x="158" y="378"/>
                  </a:cubicBezTo>
                  <a:cubicBezTo>
                    <a:pt x="161" y="375"/>
                    <a:pt x="164" y="372"/>
                    <a:pt x="168" y="370"/>
                  </a:cubicBezTo>
                  <a:close/>
                  <a:moveTo>
                    <a:pt x="167" y="392"/>
                  </a:moveTo>
                  <a:cubicBezTo>
                    <a:pt x="166" y="393"/>
                    <a:pt x="168" y="390"/>
                    <a:pt x="167" y="391"/>
                  </a:cubicBezTo>
                  <a:cubicBezTo>
                    <a:pt x="167" y="391"/>
                    <a:pt x="167" y="392"/>
                    <a:pt x="167" y="392"/>
                  </a:cubicBezTo>
                  <a:close/>
                  <a:moveTo>
                    <a:pt x="168" y="424"/>
                  </a:moveTo>
                  <a:cubicBezTo>
                    <a:pt x="168" y="424"/>
                    <a:pt x="167" y="424"/>
                    <a:pt x="167" y="424"/>
                  </a:cubicBezTo>
                  <a:cubicBezTo>
                    <a:pt x="166" y="423"/>
                    <a:pt x="168" y="423"/>
                    <a:pt x="168" y="424"/>
                  </a:cubicBezTo>
                  <a:close/>
                  <a:moveTo>
                    <a:pt x="161" y="457"/>
                  </a:moveTo>
                  <a:cubicBezTo>
                    <a:pt x="161" y="458"/>
                    <a:pt x="158" y="461"/>
                    <a:pt x="157" y="460"/>
                  </a:cubicBezTo>
                  <a:cubicBezTo>
                    <a:pt x="156" y="458"/>
                    <a:pt x="159" y="456"/>
                    <a:pt x="161" y="457"/>
                  </a:cubicBezTo>
                  <a:close/>
                  <a:moveTo>
                    <a:pt x="157" y="477"/>
                  </a:move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lose/>
                  <a:moveTo>
                    <a:pt x="161" y="502"/>
                  </a:moveTo>
                  <a:cubicBezTo>
                    <a:pt x="161" y="503"/>
                    <a:pt x="159" y="504"/>
                    <a:pt x="159" y="503"/>
                  </a:cubicBezTo>
                  <a:cubicBezTo>
                    <a:pt x="159" y="502"/>
                    <a:pt x="160" y="501"/>
                    <a:pt x="161" y="502"/>
                  </a:cubicBezTo>
                  <a:close/>
                  <a:moveTo>
                    <a:pt x="159" y="482"/>
                  </a:moveTo>
                  <a:cubicBezTo>
                    <a:pt x="158" y="483"/>
                    <a:pt x="160" y="481"/>
                    <a:pt x="159" y="482"/>
                  </a:cubicBezTo>
                  <a:close/>
                  <a:moveTo>
                    <a:pt x="162" y="484"/>
                  </a:moveTo>
                  <a:cubicBezTo>
                    <a:pt x="163" y="484"/>
                    <a:pt x="162" y="485"/>
                    <a:pt x="161" y="485"/>
                  </a:cubicBezTo>
                  <a:cubicBezTo>
                    <a:pt x="160" y="486"/>
                    <a:pt x="161" y="483"/>
                    <a:pt x="162" y="484"/>
                  </a:cubicBezTo>
                  <a:close/>
                  <a:moveTo>
                    <a:pt x="161" y="428"/>
                  </a:moveTo>
                  <a:cubicBezTo>
                    <a:pt x="162" y="429"/>
                    <a:pt x="160" y="432"/>
                    <a:pt x="160" y="432"/>
                  </a:cubicBezTo>
                  <a:cubicBezTo>
                    <a:pt x="155" y="435"/>
                    <a:pt x="158" y="426"/>
                    <a:pt x="161" y="428"/>
                  </a:cubicBezTo>
                  <a:close/>
                  <a:moveTo>
                    <a:pt x="164" y="506"/>
                  </a:moveTo>
                  <a:cubicBezTo>
                    <a:pt x="165" y="507"/>
                    <a:pt x="160" y="510"/>
                    <a:pt x="159" y="510"/>
                  </a:cubicBezTo>
                  <a:cubicBezTo>
                    <a:pt x="154" y="511"/>
                    <a:pt x="163" y="505"/>
                    <a:pt x="164" y="506"/>
                  </a:cubicBezTo>
                  <a:close/>
                  <a:moveTo>
                    <a:pt x="163" y="443"/>
                  </a:moveTo>
                  <a:cubicBezTo>
                    <a:pt x="163" y="443"/>
                    <a:pt x="163" y="444"/>
                    <a:pt x="162" y="444"/>
                  </a:cubicBezTo>
                  <a:cubicBezTo>
                    <a:pt x="162" y="443"/>
                    <a:pt x="163" y="443"/>
                    <a:pt x="163" y="443"/>
                  </a:cubicBezTo>
                  <a:close/>
                  <a:moveTo>
                    <a:pt x="159" y="351"/>
                  </a:moveTo>
                  <a:cubicBezTo>
                    <a:pt x="159" y="351"/>
                    <a:pt x="159" y="350"/>
                    <a:pt x="160" y="350"/>
                  </a:cubicBezTo>
                  <a:cubicBezTo>
                    <a:pt x="160" y="350"/>
                    <a:pt x="160" y="351"/>
                    <a:pt x="159" y="351"/>
                  </a:cubicBezTo>
                  <a:close/>
                  <a:moveTo>
                    <a:pt x="160" y="259"/>
                  </a:moveTo>
                  <a:cubicBezTo>
                    <a:pt x="160" y="259"/>
                    <a:pt x="160" y="260"/>
                    <a:pt x="160" y="260"/>
                  </a:cubicBezTo>
                  <a:cubicBezTo>
                    <a:pt x="159" y="261"/>
                    <a:pt x="158" y="258"/>
                    <a:pt x="160" y="259"/>
                  </a:cubicBezTo>
                  <a:close/>
                  <a:moveTo>
                    <a:pt x="160" y="349"/>
                  </a:moveTo>
                  <a:cubicBezTo>
                    <a:pt x="159" y="350"/>
                    <a:pt x="159" y="350"/>
                    <a:pt x="158" y="351"/>
                  </a:cubicBezTo>
                  <a:cubicBezTo>
                    <a:pt x="158" y="350"/>
                    <a:pt x="159" y="349"/>
                    <a:pt x="160" y="349"/>
                  </a:cubicBezTo>
                  <a:close/>
                  <a:moveTo>
                    <a:pt x="159" y="352"/>
                  </a:moveTo>
                  <a:cubicBezTo>
                    <a:pt x="158" y="352"/>
                    <a:pt x="158" y="353"/>
                    <a:pt x="157" y="353"/>
                  </a:cubicBezTo>
                  <a:cubicBezTo>
                    <a:pt x="157" y="352"/>
                    <a:pt x="158" y="352"/>
                    <a:pt x="159" y="352"/>
                  </a:cubicBezTo>
                  <a:close/>
                  <a:moveTo>
                    <a:pt x="156" y="354"/>
                  </a:moveTo>
                  <a:cubicBezTo>
                    <a:pt x="155" y="355"/>
                    <a:pt x="158" y="353"/>
                    <a:pt x="156" y="354"/>
                  </a:cubicBezTo>
                  <a:close/>
                  <a:moveTo>
                    <a:pt x="157" y="415"/>
                  </a:moveTo>
                  <a:cubicBezTo>
                    <a:pt x="158" y="416"/>
                    <a:pt x="157" y="417"/>
                    <a:pt x="156" y="417"/>
                  </a:cubicBezTo>
                  <a:cubicBezTo>
                    <a:pt x="156" y="416"/>
                    <a:pt x="157" y="416"/>
                    <a:pt x="157" y="415"/>
                  </a:cubicBezTo>
                  <a:close/>
                  <a:moveTo>
                    <a:pt x="133" y="461"/>
                  </a:moveTo>
                  <a:cubicBezTo>
                    <a:pt x="137" y="457"/>
                    <a:pt x="142" y="453"/>
                    <a:pt x="148" y="450"/>
                  </a:cubicBezTo>
                  <a:cubicBezTo>
                    <a:pt x="143" y="454"/>
                    <a:pt x="138" y="457"/>
                    <a:pt x="133" y="461"/>
                  </a:cubicBezTo>
                  <a:close/>
                  <a:moveTo>
                    <a:pt x="138" y="463"/>
                  </a:moveTo>
                  <a:cubicBezTo>
                    <a:pt x="138" y="464"/>
                    <a:pt x="137" y="464"/>
                    <a:pt x="137" y="463"/>
                  </a:cubicBezTo>
                  <a:cubicBezTo>
                    <a:pt x="136" y="462"/>
                    <a:pt x="138" y="463"/>
                    <a:pt x="138" y="463"/>
                  </a:cubicBezTo>
                  <a:close/>
                  <a:moveTo>
                    <a:pt x="147" y="446"/>
                  </a:moveTo>
                  <a:cubicBezTo>
                    <a:pt x="146" y="446"/>
                    <a:pt x="145" y="447"/>
                    <a:pt x="145" y="447"/>
                  </a:cubicBezTo>
                  <a:cubicBezTo>
                    <a:pt x="144" y="446"/>
                    <a:pt x="152" y="439"/>
                    <a:pt x="153" y="440"/>
                  </a:cubicBezTo>
                  <a:cubicBezTo>
                    <a:pt x="154" y="440"/>
                    <a:pt x="147" y="446"/>
                    <a:pt x="147" y="446"/>
                  </a:cubicBezTo>
                  <a:close/>
                  <a:moveTo>
                    <a:pt x="148" y="401"/>
                  </a:moveTo>
                  <a:cubicBezTo>
                    <a:pt x="151" y="399"/>
                    <a:pt x="146" y="402"/>
                    <a:pt x="148" y="401"/>
                  </a:cubicBezTo>
                  <a:close/>
                  <a:moveTo>
                    <a:pt x="150" y="439"/>
                  </a:moveTo>
                  <a:cubicBezTo>
                    <a:pt x="150" y="440"/>
                    <a:pt x="149" y="440"/>
                    <a:pt x="148" y="440"/>
                  </a:cubicBezTo>
                  <a:cubicBezTo>
                    <a:pt x="148" y="439"/>
                    <a:pt x="149" y="439"/>
                    <a:pt x="150" y="439"/>
                  </a:cubicBezTo>
                  <a:close/>
                  <a:moveTo>
                    <a:pt x="151" y="379"/>
                  </a:moveTo>
                  <a:cubicBezTo>
                    <a:pt x="150" y="380"/>
                    <a:pt x="151" y="378"/>
                    <a:pt x="151" y="379"/>
                  </a:cubicBezTo>
                  <a:close/>
                  <a:moveTo>
                    <a:pt x="153" y="447"/>
                  </a:moveTo>
                  <a:cubicBezTo>
                    <a:pt x="153" y="449"/>
                    <a:pt x="150" y="449"/>
                    <a:pt x="149" y="450"/>
                  </a:cubicBezTo>
                  <a:cubicBezTo>
                    <a:pt x="149" y="449"/>
                    <a:pt x="152" y="448"/>
                    <a:pt x="153" y="447"/>
                  </a:cubicBezTo>
                  <a:close/>
                  <a:moveTo>
                    <a:pt x="156" y="472"/>
                  </a:moveTo>
                  <a:cubicBezTo>
                    <a:pt x="155" y="473"/>
                    <a:pt x="152" y="475"/>
                    <a:pt x="151" y="475"/>
                  </a:cubicBezTo>
                  <a:cubicBezTo>
                    <a:pt x="151" y="475"/>
                    <a:pt x="154" y="471"/>
                    <a:pt x="156" y="472"/>
                  </a:cubicBezTo>
                  <a:close/>
                  <a:moveTo>
                    <a:pt x="156" y="435"/>
                  </a:moveTo>
                  <a:cubicBezTo>
                    <a:pt x="156" y="435"/>
                    <a:pt x="156" y="435"/>
                    <a:pt x="157" y="435"/>
                  </a:cubicBezTo>
                  <a:cubicBezTo>
                    <a:pt x="156" y="435"/>
                    <a:pt x="156" y="435"/>
                    <a:pt x="156" y="435"/>
                  </a:cubicBezTo>
                  <a:cubicBezTo>
                    <a:pt x="156" y="435"/>
                    <a:pt x="156" y="435"/>
                    <a:pt x="156" y="435"/>
                  </a:cubicBezTo>
                  <a:close/>
                  <a:moveTo>
                    <a:pt x="155" y="447"/>
                  </a:moveTo>
                  <a:cubicBezTo>
                    <a:pt x="155" y="447"/>
                    <a:pt x="154" y="448"/>
                    <a:pt x="154" y="447"/>
                  </a:cubicBezTo>
                  <a:cubicBezTo>
                    <a:pt x="153" y="446"/>
                    <a:pt x="156" y="445"/>
                    <a:pt x="155" y="447"/>
                  </a:cubicBezTo>
                  <a:close/>
                  <a:moveTo>
                    <a:pt x="155" y="434"/>
                  </a:moveTo>
                  <a:cubicBezTo>
                    <a:pt x="155" y="434"/>
                    <a:pt x="154" y="435"/>
                    <a:pt x="154" y="435"/>
                  </a:cubicBezTo>
                  <a:cubicBezTo>
                    <a:pt x="152" y="437"/>
                    <a:pt x="153" y="432"/>
                    <a:pt x="155" y="434"/>
                  </a:cubicBezTo>
                  <a:close/>
                  <a:moveTo>
                    <a:pt x="152" y="391"/>
                  </a:moveTo>
                  <a:cubicBezTo>
                    <a:pt x="153" y="391"/>
                    <a:pt x="152" y="392"/>
                    <a:pt x="152" y="392"/>
                  </a:cubicBezTo>
                  <a:cubicBezTo>
                    <a:pt x="151" y="393"/>
                    <a:pt x="151" y="390"/>
                    <a:pt x="152" y="391"/>
                  </a:cubicBezTo>
                  <a:close/>
                  <a:moveTo>
                    <a:pt x="151" y="438"/>
                  </a:moveTo>
                  <a:cubicBezTo>
                    <a:pt x="152" y="436"/>
                    <a:pt x="154" y="438"/>
                    <a:pt x="151" y="438"/>
                  </a:cubicBezTo>
                  <a:close/>
                  <a:moveTo>
                    <a:pt x="151" y="253"/>
                  </a:moveTo>
                  <a:cubicBezTo>
                    <a:pt x="151" y="253"/>
                    <a:pt x="151" y="254"/>
                    <a:pt x="150" y="254"/>
                  </a:cubicBezTo>
                  <a:cubicBezTo>
                    <a:pt x="150" y="253"/>
                    <a:pt x="151" y="252"/>
                    <a:pt x="151" y="253"/>
                  </a:cubicBezTo>
                  <a:close/>
                  <a:moveTo>
                    <a:pt x="150" y="436"/>
                  </a:moveTo>
                  <a:cubicBezTo>
                    <a:pt x="151" y="436"/>
                    <a:pt x="150" y="437"/>
                    <a:pt x="150" y="437"/>
                  </a:cubicBezTo>
                  <a:cubicBezTo>
                    <a:pt x="149" y="439"/>
                    <a:pt x="149" y="435"/>
                    <a:pt x="150" y="436"/>
                  </a:cubicBezTo>
                  <a:close/>
                  <a:moveTo>
                    <a:pt x="149" y="322"/>
                  </a:moveTo>
                  <a:cubicBezTo>
                    <a:pt x="149" y="323"/>
                    <a:pt x="148" y="322"/>
                    <a:pt x="149" y="322"/>
                  </a:cubicBezTo>
                  <a:close/>
                  <a:moveTo>
                    <a:pt x="149" y="365"/>
                  </a:moveTo>
                  <a:cubicBezTo>
                    <a:pt x="149" y="366"/>
                    <a:pt x="147" y="366"/>
                    <a:pt x="148" y="365"/>
                  </a:cubicBezTo>
                  <a:cubicBezTo>
                    <a:pt x="148" y="365"/>
                    <a:pt x="149" y="365"/>
                    <a:pt x="149" y="365"/>
                  </a:cubicBezTo>
                  <a:close/>
                  <a:moveTo>
                    <a:pt x="147" y="197"/>
                  </a:moveTo>
                  <a:cubicBezTo>
                    <a:pt x="146" y="198"/>
                    <a:pt x="146" y="198"/>
                    <a:pt x="145" y="197"/>
                  </a:cubicBezTo>
                  <a:cubicBezTo>
                    <a:pt x="142" y="194"/>
                    <a:pt x="150" y="194"/>
                    <a:pt x="147" y="197"/>
                  </a:cubicBezTo>
                  <a:close/>
                  <a:moveTo>
                    <a:pt x="145" y="359"/>
                  </a:moveTo>
                  <a:cubicBezTo>
                    <a:pt x="147" y="359"/>
                    <a:pt x="145" y="362"/>
                    <a:pt x="145" y="362"/>
                  </a:cubicBezTo>
                  <a:cubicBezTo>
                    <a:pt x="143" y="363"/>
                    <a:pt x="143" y="358"/>
                    <a:pt x="145" y="359"/>
                  </a:cubicBezTo>
                  <a:close/>
                  <a:moveTo>
                    <a:pt x="145" y="402"/>
                  </a:moveTo>
                  <a:cubicBezTo>
                    <a:pt x="145" y="404"/>
                    <a:pt x="144" y="404"/>
                    <a:pt x="143" y="405"/>
                  </a:cubicBezTo>
                  <a:cubicBezTo>
                    <a:pt x="143" y="404"/>
                    <a:pt x="144" y="403"/>
                    <a:pt x="145" y="402"/>
                  </a:cubicBezTo>
                  <a:close/>
                  <a:moveTo>
                    <a:pt x="132" y="456"/>
                  </a:moveTo>
                  <a:cubicBezTo>
                    <a:pt x="134" y="453"/>
                    <a:pt x="139" y="450"/>
                    <a:pt x="143" y="448"/>
                  </a:cubicBezTo>
                  <a:cubicBezTo>
                    <a:pt x="139" y="451"/>
                    <a:pt x="137" y="455"/>
                    <a:pt x="132" y="456"/>
                  </a:cubicBezTo>
                  <a:close/>
                  <a:moveTo>
                    <a:pt x="131" y="395"/>
                  </a:moveTo>
                  <a:cubicBezTo>
                    <a:pt x="132" y="394"/>
                    <a:pt x="132" y="393"/>
                    <a:pt x="134" y="393"/>
                  </a:cubicBezTo>
                  <a:cubicBezTo>
                    <a:pt x="134" y="393"/>
                    <a:pt x="132" y="395"/>
                    <a:pt x="131" y="395"/>
                  </a:cubicBezTo>
                  <a:close/>
                  <a:moveTo>
                    <a:pt x="134" y="448"/>
                  </a:moveTo>
                  <a:cubicBezTo>
                    <a:pt x="134" y="448"/>
                    <a:pt x="133" y="449"/>
                    <a:pt x="133" y="448"/>
                  </a:cubicBezTo>
                  <a:cubicBezTo>
                    <a:pt x="132" y="447"/>
                    <a:pt x="135" y="447"/>
                    <a:pt x="134" y="448"/>
                  </a:cubicBezTo>
                  <a:close/>
                  <a:moveTo>
                    <a:pt x="132" y="422"/>
                  </a:moveTo>
                  <a:cubicBezTo>
                    <a:pt x="131" y="421"/>
                    <a:pt x="131" y="420"/>
                    <a:pt x="132" y="420"/>
                  </a:cubicBezTo>
                  <a:cubicBezTo>
                    <a:pt x="133" y="420"/>
                    <a:pt x="134" y="421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5" y="424"/>
                    <a:pt x="130" y="426"/>
                    <a:pt x="130" y="423"/>
                  </a:cubicBezTo>
                  <a:cubicBezTo>
                    <a:pt x="130" y="422"/>
                    <a:pt x="131" y="422"/>
                    <a:pt x="132" y="422"/>
                  </a:cubicBezTo>
                  <a:close/>
                  <a:moveTo>
                    <a:pt x="138" y="416"/>
                  </a:moveTo>
                  <a:cubicBezTo>
                    <a:pt x="137" y="417"/>
                    <a:pt x="139" y="415"/>
                    <a:pt x="138" y="416"/>
                  </a:cubicBezTo>
                  <a:close/>
                  <a:moveTo>
                    <a:pt x="139" y="433"/>
                  </a:moveTo>
                  <a:cubicBezTo>
                    <a:pt x="139" y="432"/>
                    <a:pt x="139" y="432"/>
                    <a:pt x="139" y="432"/>
                  </a:cubicBezTo>
                  <a:cubicBezTo>
                    <a:pt x="139" y="430"/>
                    <a:pt x="141" y="433"/>
                    <a:pt x="139" y="433"/>
                  </a:cubicBezTo>
                  <a:close/>
                  <a:moveTo>
                    <a:pt x="140" y="443"/>
                  </a:moveTo>
                  <a:cubicBezTo>
                    <a:pt x="140" y="443"/>
                    <a:pt x="141" y="443"/>
                    <a:pt x="141" y="444"/>
                  </a:cubicBezTo>
                  <a:cubicBezTo>
                    <a:pt x="141" y="444"/>
                    <a:pt x="140" y="444"/>
                    <a:pt x="140" y="443"/>
                  </a:cubicBezTo>
                  <a:close/>
                  <a:moveTo>
                    <a:pt x="142" y="387"/>
                  </a:moveTo>
                  <a:cubicBezTo>
                    <a:pt x="141" y="387"/>
                    <a:pt x="144" y="386"/>
                    <a:pt x="142" y="387"/>
                  </a:cubicBezTo>
                  <a:close/>
                  <a:moveTo>
                    <a:pt x="142" y="436"/>
                  </a:moveTo>
                  <a:cubicBezTo>
                    <a:pt x="143" y="436"/>
                    <a:pt x="142" y="439"/>
                    <a:pt x="141" y="437"/>
                  </a:cubicBezTo>
                  <a:cubicBezTo>
                    <a:pt x="141" y="436"/>
                    <a:pt x="142" y="436"/>
                    <a:pt x="142" y="436"/>
                  </a:cubicBezTo>
                  <a:close/>
                  <a:moveTo>
                    <a:pt x="142" y="387"/>
                  </a:moveTo>
                  <a:cubicBezTo>
                    <a:pt x="141" y="389"/>
                    <a:pt x="139" y="391"/>
                    <a:pt x="137" y="392"/>
                  </a:cubicBezTo>
                  <a:cubicBezTo>
                    <a:pt x="137" y="392"/>
                    <a:pt x="139" y="388"/>
                    <a:pt x="142" y="387"/>
                  </a:cubicBezTo>
                  <a:close/>
                  <a:moveTo>
                    <a:pt x="136" y="246"/>
                  </a:moveTo>
                  <a:cubicBezTo>
                    <a:pt x="135" y="246"/>
                    <a:pt x="137" y="245"/>
                    <a:pt x="136" y="246"/>
                  </a:cubicBezTo>
                  <a:close/>
                  <a:moveTo>
                    <a:pt x="134" y="301"/>
                  </a:moveTo>
                  <a:cubicBezTo>
                    <a:pt x="134" y="298"/>
                    <a:pt x="136" y="300"/>
                    <a:pt x="134" y="301"/>
                  </a:cubicBezTo>
                  <a:close/>
                  <a:moveTo>
                    <a:pt x="135" y="342"/>
                  </a:moveTo>
                  <a:cubicBezTo>
                    <a:pt x="135" y="343"/>
                    <a:pt x="134" y="344"/>
                    <a:pt x="134" y="345"/>
                  </a:cubicBezTo>
                  <a:cubicBezTo>
                    <a:pt x="133" y="344"/>
                    <a:pt x="134" y="342"/>
                    <a:pt x="135" y="342"/>
                  </a:cubicBezTo>
                  <a:close/>
                  <a:moveTo>
                    <a:pt x="129" y="351"/>
                  </a:moveTo>
                  <a:cubicBezTo>
                    <a:pt x="129" y="350"/>
                    <a:pt x="132" y="348"/>
                    <a:pt x="132" y="346"/>
                  </a:cubicBezTo>
                  <a:cubicBezTo>
                    <a:pt x="133" y="347"/>
                    <a:pt x="130" y="349"/>
                    <a:pt x="129" y="351"/>
                  </a:cubicBezTo>
                  <a:close/>
                  <a:moveTo>
                    <a:pt x="132" y="280"/>
                  </a:moveTo>
                  <a:cubicBezTo>
                    <a:pt x="132" y="282"/>
                    <a:pt x="130" y="281"/>
                    <a:pt x="132" y="280"/>
                  </a:cubicBezTo>
                  <a:close/>
                  <a:moveTo>
                    <a:pt x="129" y="305"/>
                  </a:moveTo>
                  <a:cubicBezTo>
                    <a:pt x="131" y="306"/>
                    <a:pt x="130" y="307"/>
                    <a:pt x="129" y="307"/>
                  </a:cubicBezTo>
                  <a:cubicBezTo>
                    <a:pt x="127" y="309"/>
                    <a:pt x="128" y="305"/>
                    <a:pt x="129" y="305"/>
                  </a:cubicBezTo>
                  <a:close/>
                  <a:moveTo>
                    <a:pt x="118" y="327"/>
                  </a:moveTo>
                  <a:cubicBezTo>
                    <a:pt x="118" y="327"/>
                    <a:pt x="117" y="327"/>
                    <a:pt x="117" y="326"/>
                  </a:cubicBezTo>
                  <a:cubicBezTo>
                    <a:pt x="117" y="326"/>
                    <a:pt x="119" y="326"/>
                    <a:pt x="118" y="327"/>
                  </a:cubicBezTo>
                  <a:close/>
                  <a:moveTo>
                    <a:pt x="118" y="336"/>
                  </a:moveTo>
                  <a:cubicBezTo>
                    <a:pt x="118" y="336"/>
                    <a:pt x="118" y="337"/>
                    <a:pt x="117" y="336"/>
                  </a:cubicBezTo>
                  <a:cubicBezTo>
                    <a:pt x="117" y="336"/>
                    <a:pt x="119" y="334"/>
                    <a:pt x="118" y="336"/>
                  </a:cubicBezTo>
                  <a:close/>
                  <a:moveTo>
                    <a:pt x="115" y="336"/>
                  </a:moveTo>
                  <a:cubicBezTo>
                    <a:pt x="116" y="335"/>
                    <a:pt x="114" y="337"/>
                    <a:pt x="115" y="336"/>
                  </a:cubicBezTo>
                  <a:close/>
                  <a:moveTo>
                    <a:pt x="115" y="386"/>
                  </a:moveTo>
                  <a:cubicBezTo>
                    <a:pt x="116" y="387"/>
                    <a:pt x="115" y="387"/>
                    <a:pt x="114" y="387"/>
                  </a:cubicBezTo>
                  <a:cubicBezTo>
                    <a:pt x="114" y="388"/>
                    <a:pt x="115" y="386"/>
                    <a:pt x="115" y="386"/>
                  </a:cubicBezTo>
                  <a:close/>
                  <a:moveTo>
                    <a:pt x="114" y="388"/>
                  </a:moveTo>
                  <a:cubicBezTo>
                    <a:pt x="114" y="389"/>
                    <a:pt x="113" y="389"/>
                    <a:pt x="113" y="390"/>
                  </a:cubicBezTo>
                  <a:cubicBezTo>
                    <a:pt x="112" y="390"/>
                    <a:pt x="113" y="388"/>
                    <a:pt x="114" y="388"/>
                  </a:cubicBezTo>
                  <a:close/>
                  <a:moveTo>
                    <a:pt x="111" y="394"/>
                  </a:moveTo>
                  <a:cubicBezTo>
                    <a:pt x="110" y="393"/>
                    <a:pt x="112" y="392"/>
                    <a:pt x="112" y="391"/>
                  </a:cubicBezTo>
                  <a:cubicBezTo>
                    <a:pt x="113" y="392"/>
                    <a:pt x="111" y="393"/>
                    <a:pt x="111" y="394"/>
                  </a:cubicBezTo>
                  <a:close/>
                  <a:moveTo>
                    <a:pt x="112" y="243"/>
                  </a:moveTo>
                  <a:cubicBezTo>
                    <a:pt x="111" y="245"/>
                    <a:pt x="111" y="241"/>
                    <a:pt x="112" y="242"/>
                  </a:cubicBezTo>
                  <a:cubicBezTo>
                    <a:pt x="113" y="242"/>
                    <a:pt x="112" y="243"/>
                    <a:pt x="112" y="243"/>
                  </a:cubicBezTo>
                  <a:close/>
                  <a:moveTo>
                    <a:pt x="115" y="433"/>
                  </a:moveTo>
                  <a:cubicBezTo>
                    <a:pt x="111" y="434"/>
                    <a:pt x="116" y="429"/>
                    <a:pt x="116" y="432"/>
                  </a:cubicBezTo>
                  <a:cubicBezTo>
                    <a:pt x="116" y="432"/>
                    <a:pt x="115" y="433"/>
                    <a:pt x="115" y="433"/>
                  </a:cubicBezTo>
                  <a:close/>
                  <a:moveTo>
                    <a:pt x="116" y="435"/>
                  </a:moveTo>
                  <a:cubicBezTo>
                    <a:pt x="115" y="436"/>
                    <a:pt x="117" y="434"/>
                    <a:pt x="116" y="435"/>
                  </a:cubicBezTo>
                  <a:close/>
                  <a:moveTo>
                    <a:pt x="113" y="417"/>
                  </a:moveTo>
                  <a:cubicBezTo>
                    <a:pt x="115" y="413"/>
                    <a:pt x="118" y="409"/>
                    <a:pt x="121" y="406"/>
                  </a:cubicBezTo>
                  <a:cubicBezTo>
                    <a:pt x="119" y="410"/>
                    <a:pt x="117" y="414"/>
                    <a:pt x="113" y="417"/>
                  </a:cubicBezTo>
                  <a:close/>
                  <a:moveTo>
                    <a:pt x="121" y="276"/>
                  </a:moveTo>
                  <a:cubicBezTo>
                    <a:pt x="121" y="276"/>
                    <a:pt x="121" y="277"/>
                    <a:pt x="121" y="277"/>
                  </a:cubicBezTo>
                  <a:cubicBezTo>
                    <a:pt x="120" y="276"/>
                    <a:pt x="122" y="275"/>
                    <a:pt x="121" y="276"/>
                  </a:cubicBezTo>
                  <a:close/>
                  <a:moveTo>
                    <a:pt x="122" y="193"/>
                  </a:moveTo>
                  <a:cubicBezTo>
                    <a:pt x="123" y="193"/>
                    <a:pt x="123" y="195"/>
                    <a:pt x="122" y="195"/>
                  </a:cubicBezTo>
                  <a:cubicBezTo>
                    <a:pt x="121" y="197"/>
                    <a:pt x="121" y="192"/>
                    <a:pt x="122" y="193"/>
                  </a:cubicBezTo>
                  <a:close/>
                  <a:moveTo>
                    <a:pt x="122" y="472"/>
                  </a:moveTo>
                  <a:cubicBezTo>
                    <a:pt x="122" y="473"/>
                    <a:pt x="121" y="474"/>
                    <a:pt x="120" y="475"/>
                  </a:cubicBezTo>
                  <a:cubicBezTo>
                    <a:pt x="120" y="474"/>
                    <a:pt x="121" y="472"/>
                    <a:pt x="122" y="472"/>
                  </a:cubicBezTo>
                  <a:close/>
                  <a:moveTo>
                    <a:pt x="120" y="461"/>
                  </a:moveTo>
                  <a:cubicBezTo>
                    <a:pt x="121" y="463"/>
                    <a:pt x="118" y="467"/>
                    <a:pt x="116" y="466"/>
                  </a:cubicBezTo>
                  <a:cubicBezTo>
                    <a:pt x="115" y="464"/>
                    <a:pt x="119" y="462"/>
                    <a:pt x="120" y="461"/>
                  </a:cubicBezTo>
                  <a:close/>
                  <a:moveTo>
                    <a:pt x="111" y="479"/>
                  </a:moveTo>
                  <a:cubicBezTo>
                    <a:pt x="110" y="481"/>
                    <a:pt x="109" y="480"/>
                    <a:pt x="111" y="479"/>
                  </a:cubicBezTo>
                  <a:close/>
                  <a:moveTo>
                    <a:pt x="110" y="496"/>
                  </a:moveTo>
                  <a:cubicBezTo>
                    <a:pt x="111" y="495"/>
                    <a:pt x="109" y="497"/>
                    <a:pt x="110" y="496"/>
                  </a:cubicBezTo>
                  <a:close/>
                  <a:moveTo>
                    <a:pt x="107" y="477"/>
                  </a:moveTo>
                  <a:cubicBezTo>
                    <a:pt x="107" y="476"/>
                    <a:pt x="106" y="478"/>
                    <a:pt x="107" y="477"/>
                  </a:cubicBezTo>
                  <a:close/>
                  <a:moveTo>
                    <a:pt x="109" y="509"/>
                  </a:moveTo>
                  <a:cubicBezTo>
                    <a:pt x="108" y="510"/>
                    <a:pt x="107" y="509"/>
                    <a:pt x="106" y="508"/>
                  </a:cubicBezTo>
                  <a:cubicBezTo>
                    <a:pt x="104" y="505"/>
                    <a:pt x="110" y="501"/>
                    <a:pt x="111" y="503"/>
                  </a:cubicBezTo>
                  <a:cubicBezTo>
                    <a:pt x="114" y="504"/>
                    <a:pt x="111" y="509"/>
                    <a:pt x="109" y="509"/>
                  </a:cubicBezTo>
                  <a:close/>
                  <a:moveTo>
                    <a:pt x="115" y="501"/>
                  </a:moveTo>
                  <a:cubicBezTo>
                    <a:pt x="115" y="499"/>
                    <a:pt x="117" y="501"/>
                    <a:pt x="115" y="501"/>
                  </a:cubicBezTo>
                  <a:close/>
                  <a:moveTo>
                    <a:pt x="115" y="498"/>
                  </a:moveTo>
                  <a:cubicBezTo>
                    <a:pt x="115" y="498"/>
                    <a:pt x="115" y="498"/>
                    <a:pt x="115" y="498"/>
                  </a:cubicBezTo>
                  <a:cubicBezTo>
                    <a:pt x="115" y="499"/>
                    <a:pt x="115" y="499"/>
                    <a:pt x="115" y="499"/>
                  </a:cubicBezTo>
                  <a:cubicBezTo>
                    <a:pt x="114" y="500"/>
                    <a:pt x="114" y="500"/>
                    <a:pt x="114" y="501"/>
                  </a:cubicBezTo>
                  <a:cubicBezTo>
                    <a:pt x="114" y="501"/>
                    <a:pt x="114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1"/>
                    <a:pt x="113" y="501"/>
                  </a:cubicBezTo>
                  <a:cubicBezTo>
                    <a:pt x="114" y="499"/>
                    <a:pt x="115" y="496"/>
                    <a:pt x="116" y="494"/>
                  </a:cubicBezTo>
                  <a:cubicBezTo>
                    <a:pt x="116" y="495"/>
                    <a:pt x="116" y="497"/>
                    <a:pt x="115" y="498"/>
                  </a:cubicBezTo>
                  <a:close/>
                  <a:moveTo>
                    <a:pt x="115" y="482"/>
                  </a:moveTo>
                  <a:cubicBezTo>
                    <a:pt x="116" y="481"/>
                    <a:pt x="118" y="481"/>
                    <a:pt x="120" y="480"/>
                  </a:cubicBezTo>
                  <a:cubicBezTo>
                    <a:pt x="119" y="482"/>
                    <a:pt x="117" y="482"/>
                    <a:pt x="115" y="482"/>
                  </a:cubicBezTo>
                  <a:close/>
                  <a:moveTo>
                    <a:pt x="121" y="500"/>
                  </a:moveTo>
                  <a:cubicBezTo>
                    <a:pt x="122" y="501"/>
                    <a:pt x="121" y="503"/>
                    <a:pt x="119" y="503"/>
                  </a:cubicBezTo>
                  <a:cubicBezTo>
                    <a:pt x="117" y="502"/>
                    <a:pt x="119" y="499"/>
                    <a:pt x="121" y="500"/>
                  </a:cubicBezTo>
                  <a:cubicBezTo>
                    <a:pt x="119" y="498"/>
                    <a:pt x="121" y="493"/>
                    <a:pt x="124" y="494"/>
                  </a:cubicBezTo>
                  <a:cubicBezTo>
                    <a:pt x="128" y="495"/>
                    <a:pt x="124" y="503"/>
                    <a:pt x="121" y="500"/>
                  </a:cubicBezTo>
                  <a:close/>
                  <a:moveTo>
                    <a:pt x="123" y="425"/>
                  </a:moveTo>
                  <a:cubicBezTo>
                    <a:pt x="123" y="425"/>
                    <a:pt x="123" y="424"/>
                    <a:pt x="124" y="424"/>
                  </a:cubicBezTo>
                  <a:cubicBezTo>
                    <a:pt x="124" y="424"/>
                    <a:pt x="123" y="425"/>
                    <a:pt x="123" y="425"/>
                  </a:cubicBezTo>
                  <a:close/>
                  <a:moveTo>
                    <a:pt x="123" y="474"/>
                  </a:moveTo>
                  <a:cubicBezTo>
                    <a:pt x="123" y="472"/>
                    <a:pt x="125" y="474"/>
                    <a:pt x="123" y="474"/>
                  </a:cubicBezTo>
                  <a:close/>
                  <a:moveTo>
                    <a:pt x="123" y="471"/>
                  </a:moveTo>
                  <a:cubicBezTo>
                    <a:pt x="125" y="469"/>
                    <a:pt x="122" y="472"/>
                    <a:pt x="123" y="471"/>
                  </a:cubicBezTo>
                  <a:close/>
                  <a:moveTo>
                    <a:pt x="126" y="472"/>
                  </a:moveTo>
                  <a:cubicBezTo>
                    <a:pt x="126" y="472"/>
                    <a:pt x="126" y="472"/>
                    <a:pt x="126" y="472"/>
                  </a:cubicBezTo>
                  <a:cubicBezTo>
                    <a:pt x="125" y="472"/>
                    <a:pt x="125" y="473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lose/>
                  <a:moveTo>
                    <a:pt x="127" y="431"/>
                  </a:moveTo>
                  <a:cubicBezTo>
                    <a:pt x="127" y="431"/>
                    <a:pt x="128" y="431"/>
                    <a:pt x="127" y="432"/>
                  </a:cubicBezTo>
                  <a:cubicBezTo>
                    <a:pt x="127" y="433"/>
                    <a:pt x="126" y="431"/>
                    <a:pt x="127" y="431"/>
                  </a:cubicBezTo>
                  <a:close/>
                  <a:moveTo>
                    <a:pt x="127" y="501"/>
                  </a:moveTo>
                  <a:cubicBezTo>
                    <a:pt x="127" y="500"/>
                    <a:pt x="127" y="500"/>
                    <a:pt x="127" y="500"/>
                  </a:cubicBezTo>
                  <a:cubicBezTo>
                    <a:pt x="127" y="498"/>
                    <a:pt x="129" y="501"/>
                    <a:pt x="127" y="501"/>
                  </a:cubicBezTo>
                  <a:close/>
                  <a:moveTo>
                    <a:pt x="128" y="501"/>
                  </a:moveTo>
                  <a:cubicBezTo>
                    <a:pt x="127" y="502"/>
                    <a:pt x="128" y="499"/>
                    <a:pt x="129" y="500"/>
                  </a:cubicBezTo>
                  <a:cubicBezTo>
                    <a:pt x="130" y="501"/>
                    <a:pt x="129" y="501"/>
                    <a:pt x="128" y="501"/>
                  </a:cubicBezTo>
                  <a:close/>
                  <a:moveTo>
                    <a:pt x="128" y="456"/>
                  </a:moveTo>
                  <a:cubicBezTo>
                    <a:pt x="129" y="455"/>
                    <a:pt x="127" y="457"/>
                    <a:pt x="128" y="456"/>
                  </a:cubicBezTo>
                  <a:close/>
                  <a:moveTo>
                    <a:pt x="125" y="401"/>
                  </a:moveTo>
                  <a:cubicBezTo>
                    <a:pt x="125" y="401"/>
                    <a:pt x="122" y="406"/>
                    <a:pt x="123" y="403"/>
                  </a:cubicBezTo>
                  <a:cubicBezTo>
                    <a:pt x="123" y="401"/>
                    <a:pt x="128" y="398"/>
                    <a:pt x="130" y="396"/>
                  </a:cubicBezTo>
                  <a:cubicBezTo>
                    <a:pt x="129" y="398"/>
                    <a:pt x="127" y="399"/>
                    <a:pt x="125" y="401"/>
                  </a:cubicBezTo>
                  <a:close/>
                  <a:moveTo>
                    <a:pt x="131" y="424"/>
                  </a:moveTo>
                  <a:cubicBezTo>
                    <a:pt x="131" y="424"/>
                    <a:pt x="131" y="425"/>
                    <a:pt x="130" y="426"/>
                  </a:cubicBezTo>
                  <a:cubicBezTo>
                    <a:pt x="130" y="426"/>
                    <a:pt x="130" y="424"/>
                    <a:pt x="131" y="424"/>
                  </a:cubicBezTo>
                  <a:close/>
                  <a:moveTo>
                    <a:pt x="131" y="503"/>
                  </a:moveTo>
                  <a:cubicBezTo>
                    <a:pt x="129" y="502"/>
                    <a:pt x="134" y="500"/>
                    <a:pt x="132" y="503"/>
                  </a:cubicBezTo>
                  <a:cubicBezTo>
                    <a:pt x="132" y="503"/>
                    <a:pt x="131" y="504"/>
                    <a:pt x="131" y="503"/>
                  </a:cubicBezTo>
                  <a:close/>
                  <a:moveTo>
                    <a:pt x="132" y="505"/>
                  </a:moveTo>
                  <a:cubicBezTo>
                    <a:pt x="132" y="506"/>
                    <a:pt x="133" y="504"/>
                    <a:pt x="132" y="505"/>
                  </a:cubicBezTo>
                  <a:close/>
                  <a:moveTo>
                    <a:pt x="132" y="478"/>
                  </a:moveTo>
                  <a:cubicBezTo>
                    <a:pt x="130" y="480"/>
                    <a:pt x="130" y="474"/>
                    <a:pt x="132" y="475"/>
                  </a:cubicBezTo>
                  <a:cubicBezTo>
                    <a:pt x="134" y="476"/>
                    <a:pt x="133" y="478"/>
                    <a:pt x="132" y="478"/>
                  </a:cubicBezTo>
                  <a:close/>
                  <a:moveTo>
                    <a:pt x="138" y="496"/>
                  </a:moveTo>
                  <a:cubicBezTo>
                    <a:pt x="136" y="498"/>
                    <a:pt x="135" y="493"/>
                    <a:pt x="137" y="494"/>
                  </a:cubicBezTo>
                  <a:cubicBezTo>
                    <a:pt x="138" y="494"/>
                    <a:pt x="138" y="496"/>
                    <a:pt x="138" y="496"/>
                  </a:cubicBezTo>
                  <a:close/>
                  <a:moveTo>
                    <a:pt x="140" y="501"/>
                  </a:moveTo>
                  <a:cubicBezTo>
                    <a:pt x="141" y="500"/>
                    <a:pt x="141" y="502"/>
                    <a:pt x="140" y="501"/>
                  </a:cubicBezTo>
                  <a:close/>
                  <a:moveTo>
                    <a:pt x="139" y="469"/>
                  </a:moveTo>
                  <a:cubicBezTo>
                    <a:pt x="138" y="471"/>
                    <a:pt x="136" y="474"/>
                    <a:pt x="135" y="475"/>
                  </a:cubicBezTo>
                  <a:cubicBezTo>
                    <a:pt x="130" y="476"/>
                    <a:pt x="139" y="468"/>
                    <a:pt x="141" y="467"/>
                  </a:cubicBezTo>
                  <a:cubicBezTo>
                    <a:pt x="138" y="469"/>
                    <a:pt x="141" y="465"/>
                    <a:pt x="142" y="466"/>
                  </a:cubicBezTo>
                  <a:cubicBezTo>
                    <a:pt x="143" y="467"/>
                    <a:pt x="140" y="469"/>
                    <a:pt x="139" y="469"/>
                  </a:cubicBezTo>
                  <a:close/>
                  <a:moveTo>
                    <a:pt x="143" y="510"/>
                  </a:moveTo>
                  <a:cubicBezTo>
                    <a:pt x="142" y="510"/>
                    <a:pt x="142" y="511"/>
                    <a:pt x="142" y="511"/>
                  </a:cubicBezTo>
                  <a:cubicBezTo>
                    <a:pt x="143" y="510"/>
                    <a:pt x="143" y="509"/>
                    <a:pt x="143" y="510"/>
                  </a:cubicBezTo>
                  <a:close/>
                  <a:moveTo>
                    <a:pt x="143" y="484"/>
                  </a:moveTo>
                  <a:cubicBezTo>
                    <a:pt x="143" y="484"/>
                    <a:pt x="144" y="483"/>
                    <a:pt x="144" y="483"/>
                  </a:cubicBezTo>
                  <a:cubicBezTo>
                    <a:pt x="144" y="483"/>
                    <a:pt x="144" y="484"/>
                    <a:pt x="143" y="484"/>
                  </a:cubicBezTo>
                  <a:close/>
                  <a:moveTo>
                    <a:pt x="144" y="494"/>
                  </a:moveTo>
                  <a:cubicBezTo>
                    <a:pt x="144" y="493"/>
                    <a:pt x="147" y="493"/>
                    <a:pt x="147" y="494"/>
                  </a:cubicBezTo>
                  <a:cubicBezTo>
                    <a:pt x="147" y="495"/>
                    <a:pt x="144" y="497"/>
                    <a:pt x="144" y="494"/>
                  </a:cubicBezTo>
                  <a:close/>
                  <a:moveTo>
                    <a:pt x="145" y="517"/>
                  </a:moveTo>
                  <a:cubicBezTo>
                    <a:pt x="144" y="515"/>
                    <a:pt x="148" y="516"/>
                    <a:pt x="148" y="517"/>
                  </a:cubicBezTo>
                  <a:cubicBezTo>
                    <a:pt x="147" y="518"/>
                    <a:pt x="145" y="519"/>
                    <a:pt x="145" y="517"/>
                  </a:cubicBezTo>
                  <a:close/>
                  <a:moveTo>
                    <a:pt x="142" y="481"/>
                  </a:moveTo>
                  <a:cubicBezTo>
                    <a:pt x="144" y="479"/>
                    <a:pt x="146" y="477"/>
                    <a:pt x="149" y="476"/>
                  </a:cubicBezTo>
                  <a:cubicBezTo>
                    <a:pt x="147" y="478"/>
                    <a:pt x="145" y="480"/>
                    <a:pt x="142" y="481"/>
                  </a:cubicBezTo>
                  <a:close/>
                  <a:moveTo>
                    <a:pt x="149" y="515"/>
                  </a:moveTo>
                  <a:cubicBezTo>
                    <a:pt x="149" y="515"/>
                    <a:pt x="147" y="515"/>
                    <a:pt x="148" y="514"/>
                  </a:cubicBezTo>
                  <a:cubicBezTo>
                    <a:pt x="148" y="514"/>
                    <a:pt x="150" y="515"/>
                    <a:pt x="149" y="515"/>
                  </a:cubicBezTo>
                  <a:close/>
                  <a:moveTo>
                    <a:pt x="150" y="472"/>
                  </a:moveTo>
                  <a:cubicBezTo>
                    <a:pt x="149" y="472"/>
                    <a:pt x="150" y="470"/>
                    <a:pt x="150" y="470"/>
                  </a:cubicBezTo>
                  <a:cubicBezTo>
                    <a:pt x="151" y="471"/>
                    <a:pt x="149" y="472"/>
                    <a:pt x="150" y="472"/>
                  </a:cubicBezTo>
                  <a:close/>
                  <a:moveTo>
                    <a:pt x="150" y="468"/>
                  </a:moveTo>
                  <a:cubicBezTo>
                    <a:pt x="150" y="468"/>
                    <a:pt x="150" y="468"/>
                    <a:pt x="151" y="468"/>
                  </a:cubicBezTo>
                  <a:cubicBezTo>
                    <a:pt x="151" y="468"/>
                    <a:pt x="151" y="467"/>
                    <a:pt x="151" y="467"/>
                  </a:cubicBezTo>
                  <a:cubicBezTo>
                    <a:pt x="151" y="467"/>
                    <a:pt x="151" y="467"/>
                    <a:pt x="151" y="467"/>
                  </a:cubicBezTo>
                  <a:cubicBezTo>
                    <a:pt x="151" y="468"/>
                    <a:pt x="151" y="468"/>
                    <a:pt x="151" y="468"/>
                  </a:cubicBezTo>
                  <a:cubicBezTo>
                    <a:pt x="150" y="468"/>
                    <a:pt x="150" y="468"/>
                    <a:pt x="150" y="468"/>
                  </a:cubicBezTo>
                  <a:close/>
                  <a:moveTo>
                    <a:pt x="152" y="551"/>
                  </a:moveTo>
                  <a:cubicBezTo>
                    <a:pt x="151" y="551"/>
                    <a:pt x="151" y="551"/>
                    <a:pt x="151" y="551"/>
                  </a:cubicBezTo>
                  <a:cubicBezTo>
                    <a:pt x="150" y="550"/>
                    <a:pt x="153" y="549"/>
                    <a:pt x="152" y="551"/>
                  </a:cubicBezTo>
                  <a:close/>
                  <a:moveTo>
                    <a:pt x="152" y="540"/>
                  </a:moveTo>
                  <a:cubicBezTo>
                    <a:pt x="150" y="541"/>
                    <a:pt x="150" y="536"/>
                    <a:pt x="153" y="537"/>
                  </a:cubicBezTo>
                  <a:cubicBezTo>
                    <a:pt x="154" y="537"/>
                    <a:pt x="153" y="539"/>
                    <a:pt x="152" y="540"/>
                  </a:cubicBezTo>
                  <a:close/>
                  <a:moveTo>
                    <a:pt x="154" y="484"/>
                  </a:moveTo>
                  <a:cubicBezTo>
                    <a:pt x="153" y="483"/>
                    <a:pt x="155" y="483"/>
                    <a:pt x="155" y="484"/>
                  </a:cubicBezTo>
                  <a:cubicBezTo>
                    <a:pt x="155" y="484"/>
                    <a:pt x="154" y="485"/>
                    <a:pt x="154" y="484"/>
                  </a:cubicBezTo>
                  <a:close/>
                  <a:moveTo>
                    <a:pt x="158" y="546"/>
                  </a:moveTo>
                  <a:cubicBezTo>
                    <a:pt x="158" y="546"/>
                    <a:pt x="158" y="547"/>
                    <a:pt x="158" y="547"/>
                  </a:cubicBezTo>
                  <a:cubicBezTo>
                    <a:pt x="158" y="547"/>
                    <a:pt x="158" y="547"/>
                    <a:pt x="158" y="547"/>
                  </a:cubicBezTo>
                  <a:cubicBezTo>
                    <a:pt x="157" y="547"/>
                    <a:pt x="155" y="548"/>
                    <a:pt x="154" y="548"/>
                  </a:cubicBezTo>
                  <a:cubicBezTo>
                    <a:pt x="155" y="546"/>
                    <a:pt x="158" y="546"/>
                    <a:pt x="160" y="545"/>
                  </a:cubicBezTo>
                  <a:cubicBezTo>
                    <a:pt x="160" y="545"/>
                    <a:pt x="159" y="546"/>
                    <a:pt x="158" y="546"/>
                  </a:cubicBezTo>
                  <a:close/>
                  <a:moveTo>
                    <a:pt x="155" y="544"/>
                  </a:moveTo>
                  <a:cubicBezTo>
                    <a:pt x="155" y="544"/>
                    <a:pt x="156" y="543"/>
                    <a:pt x="156" y="544"/>
                  </a:cubicBezTo>
                  <a:cubicBezTo>
                    <a:pt x="156" y="544"/>
                    <a:pt x="155" y="546"/>
                    <a:pt x="155" y="544"/>
                  </a:cubicBezTo>
                  <a:close/>
                  <a:moveTo>
                    <a:pt x="160" y="521"/>
                  </a:moveTo>
                  <a:cubicBezTo>
                    <a:pt x="151" y="525"/>
                    <a:pt x="154" y="511"/>
                    <a:pt x="161" y="512"/>
                  </a:cubicBezTo>
                  <a:cubicBezTo>
                    <a:pt x="165" y="513"/>
                    <a:pt x="162" y="520"/>
                    <a:pt x="160" y="521"/>
                  </a:cubicBezTo>
                  <a:close/>
                  <a:moveTo>
                    <a:pt x="162" y="544"/>
                  </a:moveTo>
                  <a:cubicBezTo>
                    <a:pt x="162" y="545"/>
                    <a:pt x="161" y="545"/>
                    <a:pt x="161" y="545"/>
                  </a:cubicBezTo>
                  <a:cubicBezTo>
                    <a:pt x="160" y="544"/>
                    <a:pt x="165" y="543"/>
                    <a:pt x="162" y="544"/>
                  </a:cubicBezTo>
                  <a:close/>
                  <a:moveTo>
                    <a:pt x="168" y="525"/>
                  </a:moveTo>
                  <a:cubicBezTo>
                    <a:pt x="168" y="525"/>
                    <a:pt x="169" y="525"/>
                    <a:pt x="169" y="525"/>
                  </a:cubicBezTo>
                  <a:cubicBezTo>
                    <a:pt x="169" y="526"/>
                    <a:pt x="168" y="526"/>
                    <a:pt x="168" y="525"/>
                  </a:cubicBezTo>
                  <a:close/>
                  <a:moveTo>
                    <a:pt x="170" y="537"/>
                  </a:moveTo>
                  <a:cubicBezTo>
                    <a:pt x="168" y="538"/>
                    <a:pt x="168" y="535"/>
                    <a:pt x="170" y="535"/>
                  </a:cubicBezTo>
                  <a:cubicBezTo>
                    <a:pt x="171" y="536"/>
                    <a:pt x="170" y="536"/>
                    <a:pt x="170" y="537"/>
                  </a:cubicBezTo>
                  <a:close/>
                  <a:moveTo>
                    <a:pt x="172" y="521"/>
                  </a:moveTo>
                  <a:cubicBezTo>
                    <a:pt x="170" y="522"/>
                    <a:pt x="165" y="524"/>
                    <a:pt x="161" y="525"/>
                  </a:cubicBezTo>
                  <a:cubicBezTo>
                    <a:pt x="164" y="523"/>
                    <a:pt x="170" y="520"/>
                    <a:pt x="173" y="519"/>
                  </a:cubicBezTo>
                  <a:cubicBezTo>
                    <a:pt x="172" y="519"/>
                    <a:pt x="175" y="519"/>
                    <a:pt x="175" y="519"/>
                  </a:cubicBezTo>
                  <a:cubicBezTo>
                    <a:pt x="175" y="520"/>
                    <a:pt x="173" y="520"/>
                    <a:pt x="172" y="521"/>
                  </a:cubicBezTo>
                  <a:close/>
                  <a:moveTo>
                    <a:pt x="176" y="546"/>
                  </a:moveTo>
                  <a:cubicBezTo>
                    <a:pt x="175" y="547"/>
                    <a:pt x="175" y="547"/>
                    <a:pt x="175" y="546"/>
                  </a:cubicBezTo>
                  <a:cubicBezTo>
                    <a:pt x="174" y="545"/>
                    <a:pt x="177" y="545"/>
                    <a:pt x="176" y="546"/>
                  </a:cubicBezTo>
                  <a:close/>
                  <a:moveTo>
                    <a:pt x="174" y="497"/>
                  </a:moveTo>
                  <a:cubicBezTo>
                    <a:pt x="174" y="496"/>
                    <a:pt x="176" y="497"/>
                    <a:pt x="176" y="497"/>
                  </a:cubicBezTo>
                  <a:cubicBezTo>
                    <a:pt x="176" y="498"/>
                    <a:pt x="174" y="499"/>
                    <a:pt x="174" y="497"/>
                  </a:cubicBezTo>
                  <a:close/>
                  <a:moveTo>
                    <a:pt x="176" y="431"/>
                  </a:moveTo>
                  <a:cubicBezTo>
                    <a:pt x="176" y="431"/>
                    <a:pt x="176" y="431"/>
                    <a:pt x="176" y="431"/>
                  </a:cubicBezTo>
                  <a:cubicBezTo>
                    <a:pt x="175" y="433"/>
                    <a:pt x="176" y="429"/>
                    <a:pt x="176" y="431"/>
                  </a:cubicBezTo>
                  <a:close/>
                  <a:moveTo>
                    <a:pt x="176" y="487"/>
                  </a:moveTo>
                  <a:cubicBezTo>
                    <a:pt x="176" y="485"/>
                    <a:pt x="181" y="484"/>
                    <a:pt x="181" y="486"/>
                  </a:cubicBezTo>
                  <a:cubicBezTo>
                    <a:pt x="182" y="489"/>
                    <a:pt x="176" y="491"/>
                    <a:pt x="176" y="487"/>
                  </a:cubicBezTo>
                  <a:close/>
                  <a:moveTo>
                    <a:pt x="180" y="543"/>
                  </a:moveTo>
                  <a:cubicBezTo>
                    <a:pt x="180" y="543"/>
                    <a:pt x="181" y="542"/>
                    <a:pt x="182" y="543"/>
                  </a:cubicBezTo>
                  <a:cubicBezTo>
                    <a:pt x="182" y="544"/>
                    <a:pt x="180" y="544"/>
                    <a:pt x="180" y="543"/>
                  </a:cubicBezTo>
                  <a:close/>
                  <a:moveTo>
                    <a:pt x="182" y="538"/>
                  </a:moveTo>
                  <a:cubicBezTo>
                    <a:pt x="181" y="539"/>
                    <a:pt x="182" y="536"/>
                    <a:pt x="183" y="537"/>
                  </a:cubicBezTo>
                  <a:cubicBezTo>
                    <a:pt x="183" y="537"/>
                    <a:pt x="183" y="538"/>
                    <a:pt x="182" y="538"/>
                  </a:cubicBezTo>
                  <a:close/>
                  <a:moveTo>
                    <a:pt x="183" y="485"/>
                  </a:moveTo>
                  <a:cubicBezTo>
                    <a:pt x="183" y="484"/>
                    <a:pt x="181" y="483"/>
                    <a:pt x="181" y="482"/>
                  </a:cubicBezTo>
                  <a:cubicBezTo>
                    <a:pt x="182" y="480"/>
                    <a:pt x="183" y="482"/>
                    <a:pt x="184" y="481"/>
                  </a:cubicBezTo>
                  <a:cubicBezTo>
                    <a:pt x="186" y="479"/>
                    <a:pt x="186" y="475"/>
                    <a:pt x="189" y="472"/>
                  </a:cubicBezTo>
                  <a:cubicBezTo>
                    <a:pt x="188" y="476"/>
                    <a:pt x="185" y="481"/>
                    <a:pt x="183" y="485"/>
                  </a:cubicBezTo>
                  <a:close/>
                  <a:moveTo>
                    <a:pt x="186" y="544"/>
                  </a:moveTo>
                  <a:cubicBezTo>
                    <a:pt x="184" y="546"/>
                    <a:pt x="184" y="543"/>
                    <a:pt x="186" y="544"/>
                  </a:cubicBezTo>
                  <a:close/>
                  <a:moveTo>
                    <a:pt x="185" y="507"/>
                  </a:moveTo>
                  <a:cubicBezTo>
                    <a:pt x="183" y="504"/>
                    <a:pt x="190" y="504"/>
                    <a:pt x="187" y="507"/>
                  </a:cubicBezTo>
                  <a:cubicBezTo>
                    <a:pt x="187" y="507"/>
                    <a:pt x="186" y="507"/>
                    <a:pt x="185" y="507"/>
                  </a:cubicBezTo>
                  <a:close/>
                  <a:moveTo>
                    <a:pt x="189" y="542"/>
                  </a:moveTo>
                  <a:cubicBezTo>
                    <a:pt x="189" y="542"/>
                    <a:pt x="190" y="541"/>
                    <a:pt x="190" y="541"/>
                  </a:cubicBezTo>
                  <a:cubicBezTo>
                    <a:pt x="191" y="541"/>
                    <a:pt x="190" y="541"/>
                    <a:pt x="189" y="542"/>
                  </a:cubicBezTo>
                  <a:close/>
                  <a:moveTo>
                    <a:pt x="193" y="537"/>
                  </a:moveTo>
                  <a:cubicBezTo>
                    <a:pt x="193" y="537"/>
                    <a:pt x="193" y="538"/>
                    <a:pt x="193" y="538"/>
                  </a:cubicBezTo>
                  <a:cubicBezTo>
                    <a:pt x="191" y="539"/>
                    <a:pt x="193" y="535"/>
                    <a:pt x="193" y="537"/>
                  </a:cubicBezTo>
                  <a:close/>
                  <a:moveTo>
                    <a:pt x="188" y="542"/>
                  </a:moveTo>
                  <a:cubicBezTo>
                    <a:pt x="188" y="540"/>
                    <a:pt x="191" y="536"/>
                    <a:pt x="193" y="535"/>
                  </a:cubicBezTo>
                  <a:cubicBezTo>
                    <a:pt x="191" y="537"/>
                    <a:pt x="190" y="540"/>
                    <a:pt x="188" y="542"/>
                  </a:cubicBezTo>
                  <a:close/>
                  <a:moveTo>
                    <a:pt x="190" y="499"/>
                  </a:moveTo>
                  <a:cubicBezTo>
                    <a:pt x="191" y="498"/>
                    <a:pt x="192" y="497"/>
                    <a:pt x="194" y="497"/>
                  </a:cubicBezTo>
                  <a:cubicBezTo>
                    <a:pt x="193" y="498"/>
                    <a:pt x="192" y="499"/>
                    <a:pt x="190" y="499"/>
                  </a:cubicBezTo>
                  <a:close/>
                  <a:moveTo>
                    <a:pt x="194" y="533"/>
                  </a:moveTo>
                  <a:cubicBezTo>
                    <a:pt x="193" y="533"/>
                    <a:pt x="195" y="531"/>
                    <a:pt x="195" y="531"/>
                  </a:cubicBezTo>
                  <a:cubicBezTo>
                    <a:pt x="196" y="531"/>
                    <a:pt x="194" y="533"/>
                    <a:pt x="194" y="533"/>
                  </a:cubicBezTo>
                  <a:close/>
                  <a:moveTo>
                    <a:pt x="194" y="497"/>
                  </a:moveTo>
                  <a:cubicBezTo>
                    <a:pt x="194" y="497"/>
                    <a:pt x="194" y="497"/>
                    <a:pt x="194" y="497"/>
                  </a:cubicBezTo>
                  <a:close/>
                  <a:moveTo>
                    <a:pt x="195" y="497"/>
                  </a:move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7"/>
                  </a:cubicBezTo>
                  <a:close/>
                  <a:moveTo>
                    <a:pt x="189" y="398"/>
                  </a:moveTo>
                  <a:cubicBezTo>
                    <a:pt x="192" y="394"/>
                    <a:pt x="196" y="392"/>
                    <a:pt x="201" y="389"/>
                  </a:cubicBezTo>
                  <a:cubicBezTo>
                    <a:pt x="198" y="392"/>
                    <a:pt x="192" y="395"/>
                    <a:pt x="189" y="398"/>
                  </a:cubicBezTo>
                  <a:close/>
                  <a:moveTo>
                    <a:pt x="196" y="530"/>
                  </a:moveTo>
                  <a:cubicBezTo>
                    <a:pt x="196" y="531"/>
                    <a:pt x="195" y="529"/>
                    <a:pt x="196" y="530"/>
                  </a:cubicBezTo>
                  <a:close/>
                  <a:moveTo>
                    <a:pt x="198" y="514"/>
                  </a:moveTo>
                  <a:cubicBezTo>
                    <a:pt x="198" y="514"/>
                    <a:pt x="198" y="515"/>
                    <a:pt x="197" y="515"/>
                  </a:cubicBezTo>
                  <a:cubicBezTo>
                    <a:pt x="196" y="516"/>
                    <a:pt x="197" y="513"/>
                    <a:pt x="198" y="514"/>
                  </a:cubicBezTo>
                  <a:close/>
                  <a:moveTo>
                    <a:pt x="198" y="558"/>
                  </a:moveTo>
                  <a:cubicBezTo>
                    <a:pt x="198" y="556"/>
                    <a:pt x="204" y="555"/>
                    <a:pt x="204" y="558"/>
                  </a:cubicBezTo>
                  <a:cubicBezTo>
                    <a:pt x="205" y="561"/>
                    <a:pt x="197" y="562"/>
                    <a:pt x="198" y="558"/>
                  </a:cubicBezTo>
                  <a:close/>
                  <a:moveTo>
                    <a:pt x="204" y="554"/>
                  </a:moveTo>
                  <a:cubicBezTo>
                    <a:pt x="205" y="554"/>
                    <a:pt x="206" y="553"/>
                    <a:pt x="207" y="553"/>
                  </a:cubicBezTo>
                  <a:cubicBezTo>
                    <a:pt x="207" y="554"/>
                    <a:pt x="204" y="555"/>
                    <a:pt x="204" y="554"/>
                  </a:cubicBezTo>
                  <a:close/>
                  <a:moveTo>
                    <a:pt x="203" y="542"/>
                  </a:moveTo>
                  <a:cubicBezTo>
                    <a:pt x="200" y="539"/>
                    <a:pt x="203" y="534"/>
                    <a:pt x="205" y="533"/>
                  </a:cubicBezTo>
                  <a:cubicBezTo>
                    <a:pt x="207" y="532"/>
                    <a:pt x="210" y="533"/>
                    <a:pt x="211" y="532"/>
                  </a:cubicBezTo>
                  <a:cubicBezTo>
                    <a:pt x="215" y="532"/>
                    <a:pt x="213" y="532"/>
                    <a:pt x="215" y="534"/>
                  </a:cubicBezTo>
                  <a:cubicBezTo>
                    <a:pt x="217" y="537"/>
                    <a:pt x="216" y="541"/>
                    <a:pt x="213" y="540"/>
                  </a:cubicBezTo>
                  <a:cubicBezTo>
                    <a:pt x="214" y="535"/>
                    <a:pt x="211" y="542"/>
                    <a:pt x="210" y="543"/>
                  </a:cubicBezTo>
                  <a:cubicBezTo>
                    <a:pt x="209" y="543"/>
                    <a:pt x="204" y="543"/>
                    <a:pt x="203" y="542"/>
                  </a:cubicBezTo>
                  <a:close/>
                  <a:moveTo>
                    <a:pt x="213" y="545"/>
                  </a:moveTo>
                  <a:cubicBezTo>
                    <a:pt x="213" y="544"/>
                    <a:pt x="216" y="545"/>
                    <a:pt x="215" y="546"/>
                  </a:cubicBezTo>
                  <a:cubicBezTo>
                    <a:pt x="215" y="546"/>
                    <a:pt x="214" y="546"/>
                    <a:pt x="213" y="545"/>
                  </a:cubicBezTo>
                  <a:close/>
                  <a:moveTo>
                    <a:pt x="215" y="609"/>
                  </a:moveTo>
                  <a:cubicBezTo>
                    <a:pt x="215" y="609"/>
                    <a:pt x="215" y="609"/>
                    <a:pt x="215" y="609"/>
                  </a:cubicBezTo>
                  <a:cubicBezTo>
                    <a:pt x="214" y="607"/>
                    <a:pt x="217" y="611"/>
                    <a:pt x="215" y="609"/>
                  </a:cubicBezTo>
                  <a:close/>
                  <a:moveTo>
                    <a:pt x="214" y="557"/>
                  </a:moveTo>
                  <a:cubicBezTo>
                    <a:pt x="214" y="556"/>
                    <a:pt x="216" y="555"/>
                    <a:pt x="217" y="556"/>
                  </a:cubicBezTo>
                  <a:cubicBezTo>
                    <a:pt x="217" y="558"/>
                    <a:pt x="214" y="557"/>
                    <a:pt x="214" y="557"/>
                  </a:cubicBezTo>
                  <a:close/>
                  <a:moveTo>
                    <a:pt x="209" y="544"/>
                  </a:moveTo>
                  <a:cubicBezTo>
                    <a:pt x="210" y="544"/>
                    <a:pt x="217" y="540"/>
                    <a:pt x="217" y="542"/>
                  </a:cubicBezTo>
                  <a:cubicBezTo>
                    <a:pt x="217" y="543"/>
                    <a:pt x="211" y="545"/>
                    <a:pt x="209" y="544"/>
                  </a:cubicBezTo>
                  <a:close/>
                  <a:moveTo>
                    <a:pt x="216" y="527"/>
                  </a:moveTo>
                  <a:cubicBezTo>
                    <a:pt x="216" y="526"/>
                    <a:pt x="216" y="526"/>
                    <a:pt x="216" y="526"/>
                  </a:cubicBezTo>
                  <a:cubicBezTo>
                    <a:pt x="217" y="525"/>
                    <a:pt x="217" y="527"/>
                    <a:pt x="216" y="527"/>
                  </a:cubicBezTo>
                  <a:close/>
                  <a:moveTo>
                    <a:pt x="217" y="615"/>
                  </a:moveTo>
                  <a:cubicBezTo>
                    <a:pt x="216" y="614"/>
                    <a:pt x="218" y="613"/>
                    <a:pt x="218" y="614"/>
                  </a:cubicBezTo>
                  <a:cubicBezTo>
                    <a:pt x="218" y="614"/>
                    <a:pt x="217" y="614"/>
                    <a:pt x="217" y="615"/>
                  </a:cubicBezTo>
                  <a:close/>
                  <a:moveTo>
                    <a:pt x="219" y="542"/>
                  </a:moveTo>
                  <a:cubicBezTo>
                    <a:pt x="216" y="544"/>
                    <a:pt x="217" y="538"/>
                    <a:pt x="219" y="539"/>
                  </a:cubicBezTo>
                  <a:cubicBezTo>
                    <a:pt x="221" y="540"/>
                    <a:pt x="219" y="542"/>
                    <a:pt x="219" y="542"/>
                  </a:cubicBezTo>
                  <a:close/>
                  <a:moveTo>
                    <a:pt x="219" y="567"/>
                  </a:moveTo>
                  <a:cubicBezTo>
                    <a:pt x="219" y="566"/>
                    <a:pt x="220" y="566"/>
                    <a:pt x="221" y="566"/>
                  </a:cubicBezTo>
                  <a:cubicBezTo>
                    <a:pt x="220" y="567"/>
                    <a:pt x="220" y="567"/>
                    <a:pt x="219" y="567"/>
                  </a:cubicBezTo>
                  <a:close/>
                  <a:moveTo>
                    <a:pt x="222" y="589"/>
                  </a:moveTo>
                  <a:cubicBezTo>
                    <a:pt x="222" y="589"/>
                    <a:pt x="221" y="589"/>
                    <a:pt x="220" y="589"/>
                  </a:cubicBezTo>
                  <a:cubicBezTo>
                    <a:pt x="220" y="589"/>
                    <a:pt x="222" y="588"/>
                    <a:pt x="222" y="589"/>
                  </a:cubicBezTo>
                  <a:close/>
                  <a:moveTo>
                    <a:pt x="221" y="615"/>
                  </a:moveTo>
                  <a:cubicBezTo>
                    <a:pt x="221" y="614"/>
                    <a:pt x="222" y="614"/>
                    <a:pt x="223" y="614"/>
                  </a:cubicBezTo>
                  <a:cubicBezTo>
                    <a:pt x="222" y="615"/>
                    <a:pt x="221" y="614"/>
                    <a:pt x="221" y="615"/>
                  </a:cubicBezTo>
                  <a:close/>
                  <a:moveTo>
                    <a:pt x="223" y="565"/>
                  </a:moveTo>
                  <a:cubicBezTo>
                    <a:pt x="223" y="565"/>
                    <a:pt x="223" y="565"/>
                    <a:pt x="223" y="566"/>
                  </a:cubicBezTo>
                  <a:cubicBezTo>
                    <a:pt x="223" y="566"/>
                    <a:pt x="223" y="566"/>
                    <a:pt x="223" y="566"/>
                  </a:cubicBezTo>
                  <a:cubicBezTo>
                    <a:pt x="223" y="567"/>
                    <a:pt x="223" y="566"/>
                    <a:pt x="223" y="566"/>
                  </a:cubicBezTo>
                  <a:cubicBezTo>
                    <a:pt x="223" y="565"/>
                    <a:pt x="223" y="565"/>
                    <a:pt x="223" y="565"/>
                  </a:cubicBezTo>
                  <a:close/>
                  <a:moveTo>
                    <a:pt x="223" y="571"/>
                  </a:moveTo>
                  <a:cubicBezTo>
                    <a:pt x="223" y="569"/>
                    <a:pt x="227" y="570"/>
                    <a:pt x="226" y="571"/>
                  </a:cubicBezTo>
                  <a:cubicBezTo>
                    <a:pt x="226" y="572"/>
                    <a:pt x="223" y="572"/>
                    <a:pt x="223" y="571"/>
                  </a:cubicBezTo>
                  <a:close/>
                  <a:moveTo>
                    <a:pt x="226" y="582"/>
                  </a:moveTo>
                  <a:cubicBezTo>
                    <a:pt x="226" y="581"/>
                    <a:pt x="226" y="583"/>
                    <a:pt x="226" y="582"/>
                  </a:cubicBezTo>
                  <a:close/>
                  <a:moveTo>
                    <a:pt x="227" y="608"/>
                  </a:moveTo>
                  <a:cubicBezTo>
                    <a:pt x="227" y="608"/>
                    <a:pt x="225" y="608"/>
                    <a:pt x="224" y="607"/>
                  </a:cubicBezTo>
                  <a:cubicBezTo>
                    <a:pt x="224" y="606"/>
                    <a:pt x="228" y="607"/>
                    <a:pt x="227" y="608"/>
                  </a:cubicBezTo>
                  <a:close/>
                  <a:moveTo>
                    <a:pt x="226" y="578"/>
                  </a:moveTo>
                  <a:cubicBezTo>
                    <a:pt x="226" y="578"/>
                    <a:pt x="227" y="577"/>
                    <a:pt x="227" y="578"/>
                  </a:cubicBezTo>
                  <a:cubicBezTo>
                    <a:pt x="227" y="578"/>
                    <a:pt x="226" y="578"/>
                    <a:pt x="226" y="578"/>
                  </a:cubicBezTo>
                  <a:close/>
                  <a:moveTo>
                    <a:pt x="236" y="538"/>
                  </a:moveTo>
                  <a:cubicBezTo>
                    <a:pt x="237" y="537"/>
                    <a:pt x="238" y="536"/>
                    <a:pt x="239" y="537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40" y="538"/>
                    <a:pt x="239" y="539"/>
                    <a:pt x="239" y="539"/>
                  </a:cubicBezTo>
                  <a:cubicBezTo>
                    <a:pt x="238" y="540"/>
                    <a:pt x="237" y="539"/>
                    <a:pt x="237" y="539"/>
                  </a:cubicBezTo>
                  <a:cubicBezTo>
                    <a:pt x="236" y="539"/>
                    <a:pt x="236" y="538"/>
                    <a:pt x="235" y="539"/>
                  </a:cubicBezTo>
                  <a:cubicBezTo>
                    <a:pt x="234" y="539"/>
                    <a:pt x="228" y="544"/>
                    <a:pt x="227" y="543"/>
                  </a:cubicBezTo>
                  <a:cubicBezTo>
                    <a:pt x="226" y="541"/>
                    <a:pt x="235" y="538"/>
                    <a:pt x="236" y="538"/>
                  </a:cubicBezTo>
                  <a:close/>
                  <a:moveTo>
                    <a:pt x="235" y="592"/>
                  </a:moveTo>
                  <a:cubicBezTo>
                    <a:pt x="235" y="592"/>
                    <a:pt x="234" y="593"/>
                    <a:pt x="234" y="592"/>
                  </a:cubicBezTo>
                  <a:cubicBezTo>
                    <a:pt x="233" y="592"/>
                    <a:pt x="235" y="591"/>
                    <a:pt x="235" y="592"/>
                  </a:cubicBezTo>
                  <a:close/>
                  <a:moveTo>
                    <a:pt x="233" y="585"/>
                  </a:moveTo>
                  <a:cubicBezTo>
                    <a:pt x="233" y="585"/>
                    <a:pt x="234" y="583"/>
                    <a:pt x="235" y="584"/>
                  </a:cubicBezTo>
                  <a:cubicBezTo>
                    <a:pt x="235" y="585"/>
                    <a:pt x="233" y="586"/>
                    <a:pt x="233" y="585"/>
                  </a:cubicBezTo>
                  <a:close/>
                  <a:moveTo>
                    <a:pt x="228" y="573"/>
                  </a:moveTo>
                  <a:cubicBezTo>
                    <a:pt x="228" y="571"/>
                    <a:pt x="230" y="572"/>
                    <a:pt x="228" y="573"/>
                  </a:cubicBezTo>
                  <a:close/>
                  <a:moveTo>
                    <a:pt x="229" y="580"/>
                  </a:moveTo>
                  <a:cubicBezTo>
                    <a:pt x="229" y="581"/>
                    <a:pt x="228" y="581"/>
                    <a:pt x="228" y="581"/>
                  </a:cubicBezTo>
                  <a:cubicBezTo>
                    <a:pt x="227" y="579"/>
                    <a:pt x="230" y="579"/>
                    <a:pt x="229" y="580"/>
                  </a:cubicBezTo>
                  <a:close/>
                  <a:moveTo>
                    <a:pt x="231" y="599"/>
                  </a:moveTo>
                  <a:cubicBezTo>
                    <a:pt x="231" y="599"/>
                    <a:pt x="233" y="598"/>
                    <a:pt x="233" y="599"/>
                  </a:cubicBezTo>
                  <a:cubicBezTo>
                    <a:pt x="233" y="600"/>
                    <a:pt x="231" y="601"/>
                    <a:pt x="231" y="599"/>
                  </a:cubicBezTo>
                  <a:close/>
                  <a:moveTo>
                    <a:pt x="236" y="624"/>
                  </a:moveTo>
                  <a:cubicBezTo>
                    <a:pt x="236" y="624"/>
                    <a:pt x="237" y="623"/>
                    <a:pt x="237" y="623"/>
                  </a:cubicBezTo>
                  <a:cubicBezTo>
                    <a:pt x="237" y="623"/>
                    <a:pt x="237" y="624"/>
                    <a:pt x="236" y="624"/>
                  </a:cubicBezTo>
                  <a:close/>
                  <a:moveTo>
                    <a:pt x="232" y="618"/>
                  </a:moveTo>
                  <a:cubicBezTo>
                    <a:pt x="233" y="616"/>
                    <a:pt x="237" y="616"/>
                    <a:pt x="239" y="615"/>
                  </a:cubicBezTo>
                  <a:cubicBezTo>
                    <a:pt x="237" y="617"/>
                    <a:pt x="234" y="617"/>
                    <a:pt x="232" y="618"/>
                  </a:cubicBezTo>
                  <a:close/>
                  <a:moveTo>
                    <a:pt x="238" y="665"/>
                  </a:moveTo>
                  <a:cubicBezTo>
                    <a:pt x="238" y="664"/>
                    <a:pt x="239" y="665"/>
                    <a:pt x="240" y="665"/>
                  </a:cubicBezTo>
                  <a:cubicBezTo>
                    <a:pt x="240" y="666"/>
                    <a:pt x="239" y="665"/>
                    <a:pt x="238" y="665"/>
                  </a:cubicBezTo>
                  <a:close/>
                  <a:moveTo>
                    <a:pt x="240" y="664"/>
                  </a:moveTo>
                  <a:cubicBezTo>
                    <a:pt x="240" y="664"/>
                    <a:pt x="239" y="663"/>
                    <a:pt x="239" y="663"/>
                  </a:cubicBezTo>
                  <a:cubicBezTo>
                    <a:pt x="239" y="662"/>
                    <a:pt x="241" y="663"/>
                    <a:pt x="240" y="664"/>
                  </a:cubicBezTo>
                  <a:close/>
                  <a:moveTo>
                    <a:pt x="251" y="679"/>
                  </a:moveTo>
                  <a:cubicBezTo>
                    <a:pt x="249" y="681"/>
                    <a:pt x="247" y="678"/>
                    <a:pt x="244" y="678"/>
                  </a:cubicBezTo>
                  <a:cubicBezTo>
                    <a:pt x="242" y="678"/>
                    <a:pt x="238" y="679"/>
                    <a:pt x="237" y="677"/>
                  </a:cubicBezTo>
                  <a:cubicBezTo>
                    <a:pt x="237" y="676"/>
                    <a:pt x="243" y="677"/>
                    <a:pt x="243" y="677"/>
                  </a:cubicBezTo>
                  <a:cubicBezTo>
                    <a:pt x="243" y="676"/>
                    <a:pt x="241" y="672"/>
                    <a:pt x="241" y="672"/>
                  </a:cubicBezTo>
                  <a:cubicBezTo>
                    <a:pt x="240" y="664"/>
                    <a:pt x="252" y="669"/>
                    <a:pt x="255" y="671"/>
                  </a:cubicBezTo>
                  <a:cubicBezTo>
                    <a:pt x="259" y="674"/>
                    <a:pt x="250" y="671"/>
                    <a:pt x="253" y="676"/>
                  </a:cubicBezTo>
                  <a:cubicBezTo>
                    <a:pt x="250" y="674"/>
                    <a:pt x="251" y="679"/>
                    <a:pt x="251" y="679"/>
                  </a:cubicBezTo>
                  <a:close/>
                  <a:moveTo>
                    <a:pt x="254" y="687"/>
                  </a:moveTo>
                  <a:cubicBezTo>
                    <a:pt x="254" y="686"/>
                    <a:pt x="254" y="685"/>
                    <a:pt x="255" y="686"/>
                  </a:cubicBezTo>
                  <a:cubicBezTo>
                    <a:pt x="257" y="686"/>
                    <a:pt x="254" y="689"/>
                    <a:pt x="254" y="687"/>
                  </a:cubicBezTo>
                  <a:close/>
                  <a:moveTo>
                    <a:pt x="254" y="690"/>
                  </a:moveTo>
                  <a:cubicBezTo>
                    <a:pt x="255" y="689"/>
                    <a:pt x="256" y="689"/>
                    <a:pt x="258" y="689"/>
                  </a:cubicBezTo>
                  <a:cubicBezTo>
                    <a:pt x="257" y="690"/>
                    <a:pt x="255" y="690"/>
                    <a:pt x="254" y="690"/>
                  </a:cubicBezTo>
                  <a:close/>
                  <a:moveTo>
                    <a:pt x="257" y="690"/>
                  </a:moveTo>
                  <a:cubicBezTo>
                    <a:pt x="257" y="689"/>
                    <a:pt x="258" y="689"/>
                    <a:pt x="258" y="690"/>
                  </a:cubicBezTo>
                  <a:cubicBezTo>
                    <a:pt x="258" y="689"/>
                    <a:pt x="258" y="691"/>
                    <a:pt x="257" y="690"/>
                  </a:cubicBezTo>
                  <a:close/>
                  <a:moveTo>
                    <a:pt x="259" y="689"/>
                  </a:moveTo>
                  <a:cubicBezTo>
                    <a:pt x="258" y="689"/>
                    <a:pt x="261" y="689"/>
                    <a:pt x="259" y="689"/>
                  </a:cubicBezTo>
                  <a:close/>
                  <a:moveTo>
                    <a:pt x="260" y="660"/>
                  </a:moveTo>
                  <a:cubicBezTo>
                    <a:pt x="259" y="660"/>
                    <a:pt x="259" y="659"/>
                    <a:pt x="260" y="660"/>
                  </a:cubicBezTo>
                  <a:close/>
                  <a:moveTo>
                    <a:pt x="261" y="631"/>
                  </a:moveTo>
                  <a:cubicBezTo>
                    <a:pt x="260" y="631"/>
                    <a:pt x="261" y="630"/>
                    <a:pt x="261" y="630"/>
                  </a:cubicBezTo>
                  <a:cubicBezTo>
                    <a:pt x="262" y="630"/>
                    <a:pt x="261" y="631"/>
                    <a:pt x="261" y="631"/>
                  </a:cubicBezTo>
                  <a:close/>
                  <a:moveTo>
                    <a:pt x="263" y="682"/>
                  </a:moveTo>
                  <a:cubicBezTo>
                    <a:pt x="263" y="681"/>
                    <a:pt x="265" y="681"/>
                    <a:pt x="265" y="682"/>
                  </a:cubicBezTo>
                  <a:cubicBezTo>
                    <a:pt x="266" y="682"/>
                    <a:pt x="263" y="683"/>
                    <a:pt x="263" y="682"/>
                  </a:cubicBezTo>
                  <a:close/>
                  <a:moveTo>
                    <a:pt x="264" y="690"/>
                  </a:moveTo>
                  <a:cubicBezTo>
                    <a:pt x="263" y="689"/>
                    <a:pt x="265" y="690"/>
                    <a:pt x="265" y="690"/>
                  </a:cubicBezTo>
                  <a:cubicBezTo>
                    <a:pt x="265" y="691"/>
                    <a:pt x="264" y="691"/>
                    <a:pt x="264" y="690"/>
                  </a:cubicBezTo>
                  <a:close/>
                  <a:moveTo>
                    <a:pt x="265" y="694"/>
                  </a:moveTo>
                  <a:cubicBezTo>
                    <a:pt x="266" y="694"/>
                    <a:pt x="266" y="694"/>
                    <a:pt x="267" y="694"/>
                  </a:cubicBezTo>
                  <a:cubicBezTo>
                    <a:pt x="266" y="695"/>
                    <a:pt x="266" y="695"/>
                    <a:pt x="265" y="694"/>
                  </a:cubicBezTo>
                  <a:close/>
                  <a:moveTo>
                    <a:pt x="263" y="667"/>
                  </a:moveTo>
                  <a:cubicBezTo>
                    <a:pt x="264" y="666"/>
                    <a:pt x="273" y="668"/>
                    <a:pt x="273" y="668"/>
                  </a:cubicBezTo>
                  <a:cubicBezTo>
                    <a:pt x="272" y="669"/>
                    <a:pt x="265" y="667"/>
                    <a:pt x="263" y="667"/>
                  </a:cubicBezTo>
                  <a:close/>
                  <a:moveTo>
                    <a:pt x="270" y="681"/>
                  </a:moveTo>
                  <a:cubicBezTo>
                    <a:pt x="269" y="683"/>
                    <a:pt x="268" y="680"/>
                    <a:pt x="270" y="681"/>
                  </a:cubicBezTo>
                  <a:close/>
                  <a:moveTo>
                    <a:pt x="268" y="696"/>
                  </a:moveTo>
                  <a:cubicBezTo>
                    <a:pt x="268" y="695"/>
                    <a:pt x="269" y="695"/>
                    <a:pt x="269" y="695"/>
                  </a:cubicBezTo>
                  <a:cubicBezTo>
                    <a:pt x="270" y="695"/>
                    <a:pt x="269" y="696"/>
                    <a:pt x="268" y="696"/>
                  </a:cubicBezTo>
                  <a:close/>
                  <a:moveTo>
                    <a:pt x="269" y="689"/>
                  </a:moveTo>
                  <a:cubicBezTo>
                    <a:pt x="268" y="688"/>
                    <a:pt x="270" y="688"/>
                    <a:pt x="270" y="688"/>
                  </a:cubicBezTo>
                  <a:cubicBezTo>
                    <a:pt x="270" y="689"/>
                    <a:pt x="269" y="689"/>
                    <a:pt x="269" y="689"/>
                  </a:cubicBezTo>
                  <a:close/>
                  <a:moveTo>
                    <a:pt x="269" y="673"/>
                  </a:moveTo>
                  <a:cubicBezTo>
                    <a:pt x="269" y="671"/>
                    <a:pt x="274" y="673"/>
                    <a:pt x="273" y="674"/>
                  </a:cubicBezTo>
                  <a:cubicBezTo>
                    <a:pt x="273" y="676"/>
                    <a:pt x="268" y="676"/>
                    <a:pt x="269" y="673"/>
                  </a:cubicBezTo>
                  <a:close/>
                  <a:moveTo>
                    <a:pt x="272" y="683"/>
                  </a:moveTo>
                  <a:cubicBezTo>
                    <a:pt x="271" y="681"/>
                    <a:pt x="276" y="682"/>
                    <a:pt x="276" y="683"/>
                  </a:cubicBezTo>
                  <a:cubicBezTo>
                    <a:pt x="277" y="685"/>
                    <a:pt x="272" y="686"/>
                    <a:pt x="272" y="683"/>
                  </a:cubicBezTo>
                  <a:close/>
                  <a:moveTo>
                    <a:pt x="275" y="696"/>
                  </a:moveTo>
                  <a:cubicBezTo>
                    <a:pt x="275" y="696"/>
                    <a:pt x="274" y="696"/>
                    <a:pt x="274" y="696"/>
                  </a:cubicBezTo>
                  <a:cubicBezTo>
                    <a:pt x="274" y="694"/>
                    <a:pt x="277" y="698"/>
                    <a:pt x="275" y="696"/>
                  </a:cubicBezTo>
                  <a:close/>
                  <a:moveTo>
                    <a:pt x="274" y="701"/>
                  </a:moveTo>
                  <a:cubicBezTo>
                    <a:pt x="274" y="699"/>
                    <a:pt x="277" y="699"/>
                    <a:pt x="277" y="700"/>
                  </a:cubicBezTo>
                  <a:cubicBezTo>
                    <a:pt x="278" y="701"/>
                    <a:pt x="274" y="701"/>
                    <a:pt x="274" y="701"/>
                  </a:cubicBezTo>
                  <a:close/>
                  <a:moveTo>
                    <a:pt x="282" y="681"/>
                  </a:moveTo>
                  <a:cubicBezTo>
                    <a:pt x="284" y="680"/>
                    <a:pt x="289" y="680"/>
                    <a:pt x="291" y="681"/>
                  </a:cubicBezTo>
                  <a:cubicBezTo>
                    <a:pt x="292" y="682"/>
                    <a:pt x="291" y="684"/>
                    <a:pt x="290" y="683"/>
                  </a:cubicBezTo>
                  <a:cubicBezTo>
                    <a:pt x="289" y="683"/>
                    <a:pt x="289" y="682"/>
                    <a:pt x="289" y="682"/>
                  </a:cubicBezTo>
                  <a:cubicBezTo>
                    <a:pt x="288" y="681"/>
                    <a:pt x="287" y="683"/>
                    <a:pt x="287" y="683"/>
                  </a:cubicBezTo>
                  <a:cubicBezTo>
                    <a:pt x="287" y="684"/>
                    <a:pt x="288" y="684"/>
                    <a:pt x="288" y="685"/>
                  </a:cubicBezTo>
                  <a:cubicBezTo>
                    <a:pt x="289" y="684"/>
                    <a:pt x="289" y="685"/>
                    <a:pt x="288" y="685"/>
                  </a:cubicBezTo>
                  <a:cubicBezTo>
                    <a:pt x="287" y="686"/>
                    <a:pt x="286" y="685"/>
                    <a:pt x="286" y="685"/>
                  </a:cubicBezTo>
                  <a:cubicBezTo>
                    <a:pt x="285" y="685"/>
                    <a:pt x="284" y="686"/>
                    <a:pt x="283" y="685"/>
                  </a:cubicBezTo>
                  <a:cubicBezTo>
                    <a:pt x="282" y="685"/>
                    <a:pt x="278" y="682"/>
                    <a:pt x="282" y="681"/>
                  </a:cubicBezTo>
                  <a:close/>
                  <a:moveTo>
                    <a:pt x="291" y="693"/>
                  </a:moveTo>
                  <a:cubicBezTo>
                    <a:pt x="290" y="694"/>
                    <a:pt x="288" y="696"/>
                    <a:pt x="287" y="694"/>
                  </a:cubicBezTo>
                  <a:cubicBezTo>
                    <a:pt x="285" y="693"/>
                    <a:pt x="290" y="692"/>
                    <a:pt x="291" y="693"/>
                  </a:cubicBezTo>
                  <a:close/>
                  <a:moveTo>
                    <a:pt x="289" y="706"/>
                  </a:moveTo>
                  <a:cubicBezTo>
                    <a:pt x="290" y="707"/>
                    <a:pt x="288" y="706"/>
                    <a:pt x="289" y="706"/>
                  </a:cubicBezTo>
                  <a:close/>
                  <a:moveTo>
                    <a:pt x="292" y="708"/>
                  </a:moveTo>
                  <a:cubicBezTo>
                    <a:pt x="291" y="707"/>
                    <a:pt x="292" y="708"/>
                    <a:pt x="293" y="708"/>
                  </a:cubicBezTo>
                  <a:cubicBezTo>
                    <a:pt x="293" y="708"/>
                    <a:pt x="292" y="708"/>
                    <a:pt x="292" y="708"/>
                  </a:cubicBezTo>
                  <a:close/>
                  <a:moveTo>
                    <a:pt x="304" y="701"/>
                  </a:moveTo>
                  <a:cubicBezTo>
                    <a:pt x="299" y="701"/>
                    <a:pt x="295" y="701"/>
                    <a:pt x="290" y="702"/>
                  </a:cubicBezTo>
                  <a:cubicBezTo>
                    <a:pt x="289" y="702"/>
                    <a:pt x="282" y="702"/>
                    <a:pt x="282" y="700"/>
                  </a:cubicBezTo>
                  <a:cubicBezTo>
                    <a:pt x="281" y="699"/>
                    <a:pt x="290" y="699"/>
                    <a:pt x="292" y="700"/>
                  </a:cubicBezTo>
                  <a:cubicBezTo>
                    <a:pt x="296" y="700"/>
                    <a:pt x="299" y="700"/>
                    <a:pt x="301" y="699"/>
                  </a:cubicBezTo>
                  <a:cubicBezTo>
                    <a:pt x="299" y="699"/>
                    <a:pt x="297" y="697"/>
                    <a:pt x="297" y="695"/>
                  </a:cubicBezTo>
                  <a:cubicBezTo>
                    <a:pt x="299" y="690"/>
                    <a:pt x="306" y="693"/>
                    <a:pt x="309" y="695"/>
                  </a:cubicBezTo>
                  <a:cubicBezTo>
                    <a:pt x="309" y="695"/>
                    <a:pt x="309" y="696"/>
                    <a:pt x="310" y="696"/>
                  </a:cubicBezTo>
                  <a:cubicBezTo>
                    <a:pt x="310" y="697"/>
                    <a:pt x="307" y="699"/>
                    <a:pt x="305" y="699"/>
                  </a:cubicBezTo>
                  <a:cubicBezTo>
                    <a:pt x="306" y="699"/>
                    <a:pt x="307" y="699"/>
                    <a:pt x="309" y="700"/>
                  </a:cubicBezTo>
                  <a:cubicBezTo>
                    <a:pt x="313" y="700"/>
                    <a:pt x="305" y="701"/>
                    <a:pt x="304" y="701"/>
                  </a:cubicBezTo>
                  <a:close/>
                  <a:moveTo>
                    <a:pt x="308" y="684"/>
                  </a:moveTo>
                  <a:cubicBezTo>
                    <a:pt x="309" y="683"/>
                    <a:pt x="312" y="683"/>
                    <a:pt x="314" y="683"/>
                  </a:cubicBezTo>
                  <a:cubicBezTo>
                    <a:pt x="312" y="684"/>
                    <a:pt x="310" y="684"/>
                    <a:pt x="308" y="684"/>
                  </a:cubicBezTo>
                  <a:close/>
                  <a:moveTo>
                    <a:pt x="313" y="612"/>
                  </a:moveTo>
                  <a:cubicBezTo>
                    <a:pt x="314" y="612"/>
                    <a:pt x="309" y="616"/>
                    <a:pt x="308" y="614"/>
                  </a:cubicBezTo>
                  <a:cubicBezTo>
                    <a:pt x="307" y="612"/>
                    <a:pt x="313" y="611"/>
                    <a:pt x="313" y="612"/>
                  </a:cubicBezTo>
                  <a:close/>
                  <a:moveTo>
                    <a:pt x="313" y="683"/>
                  </a:moveTo>
                  <a:cubicBezTo>
                    <a:pt x="312" y="682"/>
                    <a:pt x="314" y="681"/>
                    <a:pt x="314" y="682"/>
                  </a:cubicBezTo>
                  <a:cubicBezTo>
                    <a:pt x="314" y="682"/>
                    <a:pt x="313" y="683"/>
                    <a:pt x="313" y="683"/>
                  </a:cubicBezTo>
                  <a:close/>
                  <a:moveTo>
                    <a:pt x="313" y="589"/>
                  </a:moveTo>
                  <a:cubicBezTo>
                    <a:pt x="311" y="590"/>
                    <a:pt x="308" y="592"/>
                    <a:pt x="307" y="592"/>
                  </a:cubicBezTo>
                  <a:cubicBezTo>
                    <a:pt x="304" y="593"/>
                    <a:pt x="309" y="590"/>
                    <a:pt x="309" y="590"/>
                  </a:cubicBezTo>
                  <a:cubicBezTo>
                    <a:pt x="310" y="590"/>
                    <a:pt x="312" y="589"/>
                    <a:pt x="313" y="589"/>
                  </a:cubicBezTo>
                  <a:cubicBezTo>
                    <a:pt x="314" y="589"/>
                    <a:pt x="314" y="589"/>
                    <a:pt x="315" y="589"/>
                  </a:cubicBezTo>
                  <a:cubicBezTo>
                    <a:pt x="314" y="589"/>
                    <a:pt x="314" y="589"/>
                    <a:pt x="313" y="589"/>
                  </a:cubicBezTo>
                  <a:close/>
                  <a:moveTo>
                    <a:pt x="315" y="519"/>
                  </a:moveTo>
                  <a:cubicBezTo>
                    <a:pt x="315" y="517"/>
                    <a:pt x="318" y="518"/>
                    <a:pt x="315" y="519"/>
                  </a:cubicBezTo>
                  <a:close/>
                  <a:moveTo>
                    <a:pt x="317" y="683"/>
                  </a:moveTo>
                  <a:cubicBezTo>
                    <a:pt x="315" y="684"/>
                    <a:pt x="315" y="682"/>
                    <a:pt x="317" y="683"/>
                  </a:cubicBezTo>
                  <a:close/>
                  <a:moveTo>
                    <a:pt x="317" y="683"/>
                  </a:moveTo>
                  <a:cubicBezTo>
                    <a:pt x="318" y="682"/>
                    <a:pt x="319" y="682"/>
                    <a:pt x="321" y="682"/>
                  </a:cubicBezTo>
                  <a:cubicBezTo>
                    <a:pt x="321" y="683"/>
                    <a:pt x="318" y="683"/>
                    <a:pt x="317" y="683"/>
                  </a:cubicBezTo>
                  <a:close/>
                  <a:moveTo>
                    <a:pt x="333" y="104"/>
                  </a:moveTo>
                  <a:cubicBezTo>
                    <a:pt x="333" y="104"/>
                    <a:pt x="336" y="103"/>
                    <a:pt x="334" y="104"/>
                  </a:cubicBezTo>
                  <a:cubicBezTo>
                    <a:pt x="331" y="106"/>
                    <a:pt x="326" y="107"/>
                    <a:pt x="322" y="108"/>
                  </a:cubicBezTo>
                  <a:cubicBezTo>
                    <a:pt x="325" y="106"/>
                    <a:pt x="329" y="104"/>
                    <a:pt x="333" y="104"/>
                  </a:cubicBezTo>
                  <a:close/>
                  <a:moveTo>
                    <a:pt x="323" y="170"/>
                  </a:moveTo>
                  <a:cubicBezTo>
                    <a:pt x="324" y="170"/>
                    <a:pt x="324" y="170"/>
                    <a:pt x="325" y="170"/>
                  </a:cubicBezTo>
                  <a:cubicBezTo>
                    <a:pt x="325" y="171"/>
                    <a:pt x="324" y="171"/>
                    <a:pt x="323" y="170"/>
                  </a:cubicBezTo>
                  <a:close/>
                  <a:moveTo>
                    <a:pt x="322" y="617"/>
                  </a:moveTo>
                  <a:cubicBezTo>
                    <a:pt x="323" y="616"/>
                    <a:pt x="324" y="618"/>
                    <a:pt x="322" y="617"/>
                  </a:cubicBezTo>
                  <a:close/>
                  <a:moveTo>
                    <a:pt x="322" y="627"/>
                  </a:moveTo>
                  <a:cubicBezTo>
                    <a:pt x="323" y="627"/>
                    <a:pt x="327" y="626"/>
                    <a:pt x="327" y="627"/>
                  </a:cubicBezTo>
                  <a:cubicBezTo>
                    <a:pt x="326" y="626"/>
                    <a:pt x="324" y="628"/>
                    <a:pt x="322" y="627"/>
                  </a:cubicBezTo>
                  <a:close/>
                  <a:moveTo>
                    <a:pt x="327" y="574"/>
                  </a:moveTo>
                  <a:cubicBezTo>
                    <a:pt x="327" y="572"/>
                    <a:pt x="330" y="573"/>
                    <a:pt x="329" y="574"/>
                  </a:cubicBezTo>
                  <a:cubicBezTo>
                    <a:pt x="329" y="575"/>
                    <a:pt x="328" y="574"/>
                    <a:pt x="327" y="574"/>
                  </a:cubicBezTo>
                  <a:close/>
                  <a:moveTo>
                    <a:pt x="329" y="627"/>
                  </a:moveTo>
                  <a:cubicBezTo>
                    <a:pt x="329" y="626"/>
                    <a:pt x="331" y="626"/>
                    <a:pt x="331" y="626"/>
                  </a:cubicBezTo>
                  <a:cubicBezTo>
                    <a:pt x="331" y="626"/>
                    <a:pt x="330" y="627"/>
                    <a:pt x="329" y="627"/>
                  </a:cubicBezTo>
                  <a:close/>
                  <a:moveTo>
                    <a:pt x="329" y="589"/>
                  </a:moveTo>
                  <a:cubicBezTo>
                    <a:pt x="328" y="587"/>
                    <a:pt x="332" y="588"/>
                    <a:pt x="332" y="589"/>
                  </a:cubicBezTo>
                  <a:cubicBezTo>
                    <a:pt x="332" y="590"/>
                    <a:pt x="329" y="590"/>
                    <a:pt x="329" y="589"/>
                  </a:cubicBezTo>
                  <a:close/>
                  <a:moveTo>
                    <a:pt x="328" y="583"/>
                  </a:moveTo>
                  <a:cubicBezTo>
                    <a:pt x="329" y="579"/>
                    <a:pt x="336" y="581"/>
                    <a:pt x="336" y="583"/>
                  </a:cubicBezTo>
                  <a:cubicBezTo>
                    <a:pt x="335" y="586"/>
                    <a:pt x="328" y="587"/>
                    <a:pt x="328" y="583"/>
                  </a:cubicBezTo>
                  <a:close/>
                  <a:moveTo>
                    <a:pt x="335" y="131"/>
                  </a:moveTo>
                  <a:cubicBezTo>
                    <a:pt x="334" y="130"/>
                    <a:pt x="336" y="131"/>
                    <a:pt x="335" y="131"/>
                  </a:cubicBezTo>
                  <a:close/>
                  <a:moveTo>
                    <a:pt x="336" y="659"/>
                  </a:moveTo>
                  <a:cubicBezTo>
                    <a:pt x="337" y="661"/>
                    <a:pt x="335" y="659"/>
                    <a:pt x="336" y="659"/>
                  </a:cubicBezTo>
                  <a:close/>
                  <a:moveTo>
                    <a:pt x="336" y="131"/>
                  </a:moveTo>
                  <a:cubicBezTo>
                    <a:pt x="336" y="130"/>
                    <a:pt x="338" y="130"/>
                    <a:pt x="338" y="130"/>
                  </a:cubicBezTo>
                  <a:cubicBezTo>
                    <a:pt x="338" y="131"/>
                    <a:pt x="337" y="130"/>
                    <a:pt x="336" y="131"/>
                  </a:cubicBezTo>
                  <a:close/>
                  <a:moveTo>
                    <a:pt x="337" y="711"/>
                  </a:moveTo>
                  <a:cubicBezTo>
                    <a:pt x="336" y="711"/>
                    <a:pt x="337" y="710"/>
                    <a:pt x="337" y="710"/>
                  </a:cubicBezTo>
                  <a:cubicBezTo>
                    <a:pt x="338" y="711"/>
                    <a:pt x="338" y="712"/>
                    <a:pt x="337" y="711"/>
                  </a:cubicBezTo>
                  <a:close/>
                  <a:moveTo>
                    <a:pt x="337" y="685"/>
                  </a:moveTo>
                  <a:cubicBezTo>
                    <a:pt x="337" y="684"/>
                    <a:pt x="339" y="684"/>
                    <a:pt x="339" y="685"/>
                  </a:cubicBezTo>
                  <a:cubicBezTo>
                    <a:pt x="340" y="685"/>
                    <a:pt x="338" y="686"/>
                    <a:pt x="337" y="685"/>
                  </a:cubicBezTo>
                  <a:close/>
                  <a:moveTo>
                    <a:pt x="338" y="705"/>
                  </a:moveTo>
                  <a:cubicBezTo>
                    <a:pt x="338" y="704"/>
                    <a:pt x="340" y="704"/>
                    <a:pt x="340" y="705"/>
                  </a:cubicBezTo>
                  <a:cubicBezTo>
                    <a:pt x="340" y="705"/>
                    <a:pt x="339" y="706"/>
                    <a:pt x="338" y="705"/>
                  </a:cubicBezTo>
                  <a:close/>
                  <a:moveTo>
                    <a:pt x="338" y="680"/>
                  </a:moveTo>
                  <a:cubicBezTo>
                    <a:pt x="338" y="680"/>
                    <a:pt x="341" y="680"/>
                    <a:pt x="341" y="680"/>
                  </a:cubicBezTo>
                  <a:cubicBezTo>
                    <a:pt x="341" y="681"/>
                    <a:pt x="337" y="682"/>
                    <a:pt x="338" y="680"/>
                  </a:cubicBezTo>
                  <a:close/>
                  <a:moveTo>
                    <a:pt x="342" y="110"/>
                  </a:moveTo>
                  <a:cubicBezTo>
                    <a:pt x="341" y="111"/>
                    <a:pt x="341" y="109"/>
                    <a:pt x="342" y="110"/>
                  </a:cubicBezTo>
                  <a:close/>
                  <a:moveTo>
                    <a:pt x="328" y="108"/>
                  </a:moveTo>
                  <a:cubicBezTo>
                    <a:pt x="326" y="108"/>
                    <a:pt x="329" y="107"/>
                    <a:pt x="331" y="106"/>
                  </a:cubicBezTo>
                  <a:cubicBezTo>
                    <a:pt x="334" y="106"/>
                    <a:pt x="339" y="104"/>
                    <a:pt x="342" y="104"/>
                  </a:cubicBezTo>
                  <a:cubicBezTo>
                    <a:pt x="343" y="104"/>
                    <a:pt x="344" y="105"/>
                    <a:pt x="344" y="105"/>
                  </a:cubicBezTo>
                  <a:cubicBezTo>
                    <a:pt x="344" y="105"/>
                    <a:pt x="330" y="108"/>
                    <a:pt x="328" y="108"/>
                  </a:cubicBezTo>
                  <a:close/>
                  <a:moveTo>
                    <a:pt x="345" y="576"/>
                  </a:moveTo>
                  <a:cubicBezTo>
                    <a:pt x="345" y="576"/>
                    <a:pt x="345" y="576"/>
                    <a:pt x="345" y="576"/>
                  </a:cubicBezTo>
                  <a:cubicBezTo>
                    <a:pt x="346" y="576"/>
                    <a:pt x="346" y="576"/>
                    <a:pt x="346" y="576"/>
                  </a:cubicBezTo>
                  <a:cubicBezTo>
                    <a:pt x="346" y="576"/>
                    <a:pt x="345" y="576"/>
                    <a:pt x="345" y="576"/>
                  </a:cubicBezTo>
                  <a:close/>
                  <a:moveTo>
                    <a:pt x="346" y="704"/>
                  </a:moveTo>
                  <a:cubicBezTo>
                    <a:pt x="346" y="703"/>
                    <a:pt x="347" y="703"/>
                    <a:pt x="347" y="703"/>
                  </a:cubicBezTo>
                  <a:cubicBezTo>
                    <a:pt x="348" y="704"/>
                    <a:pt x="346" y="704"/>
                    <a:pt x="346" y="704"/>
                  </a:cubicBezTo>
                  <a:close/>
                  <a:moveTo>
                    <a:pt x="344" y="537"/>
                  </a:moveTo>
                  <a:cubicBezTo>
                    <a:pt x="345" y="535"/>
                    <a:pt x="348" y="535"/>
                    <a:pt x="349" y="534"/>
                  </a:cubicBezTo>
                  <a:cubicBezTo>
                    <a:pt x="348" y="535"/>
                    <a:pt x="345" y="536"/>
                    <a:pt x="344" y="537"/>
                  </a:cubicBezTo>
                  <a:close/>
                  <a:moveTo>
                    <a:pt x="348" y="89"/>
                  </a:moveTo>
                  <a:cubicBezTo>
                    <a:pt x="347" y="90"/>
                    <a:pt x="346" y="89"/>
                    <a:pt x="348" y="89"/>
                  </a:cubicBezTo>
                  <a:close/>
                  <a:moveTo>
                    <a:pt x="347" y="71"/>
                  </a:moveTo>
                  <a:cubicBezTo>
                    <a:pt x="347" y="72"/>
                    <a:pt x="348" y="72"/>
                    <a:pt x="347" y="72"/>
                  </a:cubicBezTo>
                  <a:cubicBezTo>
                    <a:pt x="347" y="72"/>
                    <a:pt x="347" y="72"/>
                    <a:pt x="347" y="71"/>
                  </a:cubicBezTo>
                  <a:close/>
                  <a:moveTo>
                    <a:pt x="345" y="44"/>
                  </a:moveTo>
                  <a:cubicBezTo>
                    <a:pt x="346" y="42"/>
                    <a:pt x="350" y="42"/>
                    <a:pt x="350" y="45"/>
                  </a:cubicBezTo>
                  <a:cubicBezTo>
                    <a:pt x="349" y="47"/>
                    <a:pt x="345" y="46"/>
                    <a:pt x="345" y="44"/>
                  </a:cubicBezTo>
                  <a:close/>
                  <a:moveTo>
                    <a:pt x="350" y="626"/>
                  </a:moveTo>
                  <a:cubicBezTo>
                    <a:pt x="350" y="627"/>
                    <a:pt x="349" y="625"/>
                    <a:pt x="350" y="626"/>
                  </a:cubicBezTo>
                  <a:close/>
                  <a:moveTo>
                    <a:pt x="350" y="205"/>
                  </a:moveTo>
                  <a:cubicBezTo>
                    <a:pt x="349" y="205"/>
                    <a:pt x="350" y="203"/>
                    <a:pt x="350" y="204"/>
                  </a:cubicBezTo>
                  <a:cubicBezTo>
                    <a:pt x="351" y="204"/>
                    <a:pt x="351" y="205"/>
                    <a:pt x="350" y="205"/>
                  </a:cubicBezTo>
                  <a:close/>
                  <a:moveTo>
                    <a:pt x="538" y="122"/>
                  </a:moveTo>
                  <a:cubicBezTo>
                    <a:pt x="538" y="121"/>
                    <a:pt x="540" y="121"/>
                    <a:pt x="540" y="122"/>
                  </a:cubicBezTo>
                  <a:cubicBezTo>
                    <a:pt x="542" y="121"/>
                    <a:pt x="543" y="121"/>
                    <a:pt x="543" y="123"/>
                  </a:cubicBezTo>
                  <a:cubicBezTo>
                    <a:pt x="543" y="124"/>
                    <a:pt x="539" y="125"/>
                    <a:pt x="538" y="124"/>
                  </a:cubicBezTo>
                  <a:cubicBezTo>
                    <a:pt x="538" y="123"/>
                    <a:pt x="538" y="123"/>
                    <a:pt x="538" y="122"/>
                  </a:cubicBezTo>
                  <a:cubicBezTo>
                    <a:pt x="538" y="122"/>
                    <a:pt x="538" y="122"/>
                    <a:pt x="538" y="122"/>
                  </a:cubicBezTo>
                  <a:close/>
                  <a:moveTo>
                    <a:pt x="538" y="121"/>
                  </a:moveTo>
                  <a:cubicBezTo>
                    <a:pt x="538" y="121"/>
                    <a:pt x="536" y="122"/>
                    <a:pt x="536" y="121"/>
                  </a:cubicBezTo>
                  <a:cubicBezTo>
                    <a:pt x="536" y="121"/>
                    <a:pt x="537" y="121"/>
                    <a:pt x="538" y="121"/>
                  </a:cubicBezTo>
                  <a:close/>
                  <a:moveTo>
                    <a:pt x="531" y="126"/>
                  </a:moveTo>
                  <a:cubicBezTo>
                    <a:pt x="531" y="126"/>
                    <a:pt x="531" y="127"/>
                    <a:pt x="530" y="127"/>
                  </a:cubicBezTo>
                  <a:cubicBezTo>
                    <a:pt x="530" y="127"/>
                    <a:pt x="531" y="126"/>
                    <a:pt x="531" y="126"/>
                  </a:cubicBezTo>
                  <a:close/>
                  <a:moveTo>
                    <a:pt x="531" y="154"/>
                  </a:moveTo>
                  <a:cubicBezTo>
                    <a:pt x="529" y="157"/>
                    <a:pt x="525" y="158"/>
                    <a:pt x="522" y="159"/>
                  </a:cubicBezTo>
                  <a:cubicBezTo>
                    <a:pt x="524" y="156"/>
                    <a:pt x="528" y="156"/>
                    <a:pt x="531" y="154"/>
                  </a:cubicBezTo>
                  <a:close/>
                  <a:moveTo>
                    <a:pt x="525" y="201"/>
                  </a:moveTo>
                  <a:cubicBezTo>
                    <a:pt x="524" y="202"/>
                    <a:pt x="523" y="203"/>
                    <a:pt x="521" y="203"/>
                  </a:cubicBezTo>
                  <a:cubicBezTo>
                    <a:pt x="522" y="202"/>
                    <a:pt x="523" y="201"/>
                    <a:pt x="525" y="201"/>
                  </a:cubicBezTo>
                  <a:close/>
                  <a:moveTo>
                    <a:pt x="521" y="198"/>
                  </a:moveTo>
                  <a:cubicBezTo>
                    <a:pt x="521" y="198"/>
                    <a:pt x="521" y="197"/>
                    <a:pt x="522" y="197"/>
                  </a:cubicBezTo>
                  <a:cubicBezTo>
                    <a:pt x="524" y="195"/>
                    <a:pt x="523" y="200"/>
                    <a:pt x="521" y="198"/>
                  </a:cubicBezTo>
                  <a:close/>
                  <a:moveTo>
                    <a:pt x="524" y="195"/>
                  </a:moveTo>
                  <a:cubicBezTo>
                    <a:pt x="524" y="194"/>
                    <a:pt x="525" y="194"/>
                    <a:pt x="525" y="194"/>
                  </a:cubicBezTo>
                  <a:cubicBezTo>
                    <a:pt x="526" y="195"/>
                    <a:pt x="524" y="195"/>
                    <a:pt x="524" y="195"/>
                  </a:cubicBezTo>
                  <a:close/>
                  <a:moveTo>
                    <a:pt x="531" y="196"/>
                  </a:moveTo>
                  <a:cubicBezTo>
                    <a:pt x="530" y="198"/>
                    <a:pt x="527" y="199"/>
                    <a:pt x="525" y="201"/>
                  </a:cubicBezTo>
                  <a:cubicBezTo>
                    <a:pt x="526" y="199"/>
                    <a:pt x="529" y="197"/>
                    <a:pt x="531" y="196"/>
                  </a:cubicBezTo>
                  <a:close/>
                  <a:moveTo>
                    <a:pt x="529" y="172"/>
                  </a:moveTo>
                  <a:cubicBezTo>
                    <a:pt x="531" y="170"/>
                    <a:pt x="530" y="174"/>
                    <a:pt x="528" y="173"/>
                  </a:cubicBezTo>
                  <a:cubicBezTo>
                    <a:pt x="528" y="173"/>
                    <a:pt x="529" y="172"/>
                    <a:pt x="529" y="172"/>
                  </a:cubicBezTo>
                  <a:close/>
                  <a:moveTo>
                    <a:pt x="522" y="181"/>
                  </a:moveTo>
                  <a:cubicBezTo>
                    <a:pt x="521" y="181"/>
                    <a:pt x="523" y="180"/>
                    <a:pt x="523" y="181"/>
                  </a:cubicBezTo>
                  <a:cubicBezTo>
                    <a:pt x="524" y="181"/>
                    <a:pt x="522" y="182"/>
                    <a:pt x="522" y="181"/>
                  </a:cubicBezTo>
                  <a:close/>
                  <a:moveTo>
                    <a:pt x="529" y="135"/>
                  </a:moveTo>
                  <a:cubicBezTo>
                    <a:pt x="528" y="136"/>
                    <a:pt x="526" y="138"/>
                    <a:pt x="524" y="138"/>
                  </a:cubicBezTo>
                  <a:cubicBezTo>
                    <a:pt x="525" y="138"/>
                    <a:pt x="526" y="138"/>
                    <a:pt x="525" y="139"/>
                  </a:cubicBezTo>
                  <a:cubicBezTo>
                    <a:pt x="525" y="140"/>
                    <a:pt x="522" y="140"/>
                    <a:pt x="522" y="139"/>
                  </a:cubicBezTo>
                  <a:cubicBezTo>
                    <a:pt x="522" y="139"/>
                    <a:pt x="523" y="138"/>
                    <a:pt x="524" y="138"/>
                  </a:cubicBezTo>
                  <a:cubicBezTo>
                    <a:pt x="524" y="138"/>
                    <a:pt x="524" y="138"/>
                    <a:pt x="524" y="138"/>
                  </a:cubicBezTo>
                  <a:cubicBezTo>
                    <a:pt x="525" y="136"/>
                    <a:pt x="527" y="136"/>
                    <a:pt x="529" y="135"/>
                  </a:cubicBezTo>
                  <a:close/>
                  <a:moveTo>
                    <a:pt x="525" y="117"/>
                  </a:moveTo>
                  <a:cubicBezTo>
                    <a:pt x="525" y="117"/>
                    <a:pt x="525" y="117"/>
                    <a:pt x="524" y="117"/>
                  </a:cubicBezTo>
                  <a:cubicBezTo>
                    <a:pt x="524" y="117"/>
                    <a:pt x="524" y="116"/>
                    <a:pt x="525" y="117"/>
                  </a:cubicBezTo>
                  <a:close/>
                  <a:moveTo>
                    <a:pt x="524" y="86"/>
                  </a:moveTo>
                  <a:cubicBezTo>
                    <a:pt x="523" y="86"/>
                    <a:pt x="522" y="86"/>
                    <a:pt x="521" y="86"/>
                  </a:cubicBezTo>
                  <a:cubicBezTo>
                    <a:pt x="522" y="85"/>
                    <a:pt x="523" y="85"/>
                    <a:pt x="524" y="86"/>
                  </a:cubicBezTo>
                  <a:close/>
                  <a:moveTo>
                    <a:pt x="521" y="87"/>
                  </a:moveTo>
                  <a:cubicBezTo>
                    <a:pt x="521" y="87"/>
                    <a:pt x="523" y="88"/>
                    <a:pt x="523" y="88"/>
                  </a:cubicBezTo>
                  <a:cubicBezTo>
                    <a:pt x="523" y="88"/>
                    <a:pt x="520" y="88"/>
                    <a:pt x="521" y="87"/>
                  </a:cubicBezTo>
                  <a:close/>
                  <a:moveTo>
                    <a:pt x="523" y="92"/>
                  </a:moveTo>
                  <a:cubicBezTo>
                    <a:pt x="523" y="92"/>
                    <a:pt x="521" y="92"/>
                    <a:pt x="521" y="91"/>
                  </a:cubicBezTo>
                  <a:cubicBezTo>
                    <a:pt x="522" y="90"/>
                    <a:pt x="523" y="91"/>
                    <a:pt x="523" y="92"/>
                  </a:cubicBezTo>
                  <a:close/>
                  <a:moveTo>
                    <a:pt x="521" y="105"/>
                  </a:moveTo>
                  <a:cubicBezTo>
                    <a:pt x="521" y="106"/>
                    <a:pt x="520" y="104"/>
                    <a:pt x="521" y="105"/>
                  </a:cubicBezTo>
                  <a:close/>
                  <a:moveTo>
                    <a:pt x="525" y="106"/>
                  </a:moveTo>
                  <a:cubicBezTo>
                    <a:pt x="527" y="106"/>
                    <a:pt x="528" y="108"/>
                    <a:pt x="526" y="111"/>
                  </a:cubicBezTo>
                  <a:cubicBezTo>
                    <a:pt x="525" y="112"/>
                    <a:pt x="523" y="112"/>
                    <a:pt x="522" y="112"/>
                  </a:cubicBezTo>
                  <a:cubicBezTo>
                    <a:pt x="520" y="112"/>
                    <a:pt x="518" y="112"/>
                    <a:pt x="518" y="112"/>
                  </a:cubicBezTo>
                  <a:cubicBezTo>
                    <a:pt x="518" y="112"/>
                    <a:pt x="519" y="112"/>
                    <a:pt x="519" y="112"/>
                  </a:cubicBezTo>
                  <a:cubicBezTo>
                    <a:pt x="519" y="112"/>
                    <a:pt x="518" y="112"/>
                    <a:pt x="518" y="112"/>
                  </a:cubicBezTo>
                  <a:cubicBezTo>
                    <a:pt x="518" y="112"/>
                    <a:pt x="518" y="111"/>
                    <a:pt x="518" y="111"/>
                  </a:cubicBezTo>
                  <a:cubicBezTo>
                    <a:pt x="517" y="110"/>
                    <a:pt x="522" y="106"/>
                    <a:pt x="525" y="106"/>
                  </a:cubicBezTo>
                  <a:close/>
                  <a:moveTo>
                    <a:pt x="520" y="133"/>
                  </a:moveTo>
                  <a:cubicBezTo>
                    <a:pt x="522" y="131"/>
                    <a:pt x="522" y="133"/>
                    <a:pt x="520" y="133"/>
                  </a:cubicBezTo>
                  <a:close/>
                  <a:moveTo>
                    <a:pt x="519" y="147"/>
                  </a:moveTo>
                  <a:cubicBezTo>
                    <a:pt x="519" y="146"/>
                    <a:pt x="521" y="145"/>
                    <a:pt x="521" y="146"/>
                  </a:cubicBezTo>
                  <a:cubicBezTo>
                    <a:pt x="522" y="147"/>
                    <a:pt x="520" y="147"/>
                    <a:pt x="519" y="147"/>
                  </a:cubicBezTo>
                  <a:close/>
                  <a:moveTo>
                    <a:pt x="513" y="162"/>
                  </a:moveTo>
                  <a:cubicBezTo>
                    <a:pt x="512" y="161"/>
                    <a:pt x="516" y="159"/>
                    <a:pt x="516" y="161"/>
                  </a:cubicBezTo>
                  <a:cubicBezTo>
                    <a:pt x="517" y="162"/>
                    <a:pt x="513" y="163"/>
                    <a:pt x="513" y="162"/>
                  </a:cubicBezTo>
                  <a:close/>
                  <a:moveTo>
                    <a:pt x="516" y="163"/>
                  </a:moveTo>
                  <a:cubicBezTo>
                    <a:pt x="516" y="164"/>
                    <a:pt x="515" y="165"/>
                    <a:pt x="516" y="164"/>
                  </a:cubicBezTo>
                  <a:cubicBezTo>
                    <a:pt x="516" y="164"/>
                    <a:pt x="516" y="164"/>
                    <a:pt x="516" y="163"/>
                  </a:cubicBezTo>
                  <a:close/>
                  <a:moveTo>
                    <a:pt x="514" y="191"/>
                  </a:moveTo>
                  <a:cubicBezTo>
                    <a:pt x="515" y="190"/>
                    <a:pt x="516" y="192"/>
                    <a:pt x="514" y="191"/>
                  </a:cubicBezTo>
                  <a:close/>
                  <a:moveTo>
                    <a:pt x="512" y="192"/>
                  </a:moveTo>
                  <a:cubicBezTo>
                    <a:pt x="512" y="191"/>
                    <a:pt x="514" y="191"/>
                    <a:pt x="514" y="191"/>
                  </a:cubicBezTo>
                  <a:cubicBezTo>
                    <a:pt x="514" y="192"/>
                    <a:pt x="512" y="192"/>
                    <a:pt x="512" y="192"/>
                  </a:cubicBezTo>
                  <a:close/>
                  <a:moveTo>
                    <a:pt x="514" y="247"/>
                  </a:moveTo>
                  <a:cubicBezTo>
                    <a:pt x="514" y="248"/>
                    <a:pt x="513" y="245"/>
                    <a:pt x="514" y="247"/>
                  </a:cubicBezTo>
                  <a:close/>
                  <a:moveTo>
                    <a:pt x="504" y="183"/>
                  </a:moveTo>
                  <a:cubicBezTo>
                    <a:pt x="506" y="182"/>
                    <a:pt x="506" y="181"/>
                    <a:pt x="504" y="181"/>
                  </a:cubicBezTo>
                  <a:cubicBezTo>
                    <a:pt x="505" y="178"/>
                    <a:pt x="508" y="175"/>
                    <a:pt x="511" y="176"/>
                  </a:cubicBezTo>
                  <a:cubicBezTo>
                    <a:pt x="517" y="179"/>
                    <a:pt x="509" y="186"/>
                    <a:pt x="504" y="183"/>
                  </a:cubicBezTo>
                  <a:close/>
                  <a:moveTo>
                    <a:pt x="505" y="184"/>
                  </a:moveTo>
                  <a:cubicBezTo>
                    <a:pt x="505" y="184"/>
                    <a:pt x="505" y="184"/>
                    <a:pt x="505" y="184"/>
                  </a:cubicBezTo>
                  <a:cubicBezTo>
                    <a:pt x="506" y="186"/>
                    <a:pt x="503" y="183"/>
                    <a:pt x="505" y="184"/>
                  </a:cubicBezTo>
                  <a:close/>
                  <a:moveTo>
                    <a:pt x="494" y="127"/>
                  </a:moveTo>
                  <a:cubicBezTo>
                    <a:pt x="494" y="127"/>
                    <a:pt x="497" y="125"/>
                    <a:pt x="498" y="127"/>
                  </a:cubicBezTo>
                  <a:cubicBezTo>
                    <a:pt x="498" y="128"/>
                    <a:pt x="494" y="129"/>
                    <a:pt x="494" y="127"/>
                  </a:cubicBezTo>
                  <a:close/>
                  <a:moveTo>
                    <a:pt x="496" y="219"/>
                  </a:moveTo>
                  <a:cubicBezTo>
                    <a:pt x="495" y="219"/>
                    <a:pt x="496" y="218"/>
                    <a:pt x="496" y="218"/>
                  </a:cubicBezTo>
                  <a:cubicBezTo>
                    <a:pt x="497" y="218"/>
                    <a:pt x="496" y="219"/>
                    <a:pt x="496" y="219"/>
                  </a:cubicBezTo>
                  <a:close/>
                  <a:moveTo>
                    <a:pt x="493" y="182"/>
                  </a:moveTo>
                  <a:cubicBezTo>
                    <a:pt x="493" y="181"/>
                    <a:pt x="495" y="181"/>
                    <a:pt x="495" y="181"/>
                  </a:cubicBezTo>
                  <a:cubicBezTo>
                    <a:pt x="496" y="182"/>
                    <a:pt x="494" y="183"/>
                    <a:pt x="493" y="182"/>
                  </a:cubicBezTo>
                  <a:close/>
                  <a:moveTo>
                    <a:pt x="494" y="221"/>
                  </a:moveTo>
                  <a:cubicBezTo>
                    <a:pt x="494" y="221"/>
                    <a:pt x="495" y="220"/>
                    <a:pt x="495" y="220"/>
                  </a:cubicBezTo>
                  <a:cubicBezTo>
                    <a:pt x="495" y="220"/>
                    <a:pt x="494" y="222"/>
                    <a:pt x="494" y="221"/>
                  </a:cubicBezTo>
                  <a:close/>
                  <a:moveTo>
                    <a:pt x="484" y="206"/>
                  </a:moveTo>
                  <a:cubicBezTo>
                    <a:pt x="487" y="204"/>
                    <a:pt x="490" y="201"/>
                    <a:pt x="492" y="200"/>
                  </a:cubicBezTo>
                  <a:cubicBezTo>
                    <a:pt x="492" y="200"/>
                    <a:pt x="494" y="199"/>
                    <a:pt x="493" y="200"/>
                  </a:cubicBezTo>
                  <a:cubicBezTo>
                    <a:pt x="492" y="203"/>
                    <a:pt x="487" y="205"/>
                    <a:pt x="484" y="206"/>
                  </a:cubicBezTo>
                  <a:close/>
                  <a:moveTo>
                    <a:pt x="491" y="221"/>
                  </a:moveTo>
                  <a:cubicBezTo>
                    <a:pt x="491" y="220"/>
                    <a:pt x="493" y="220"/>
                    <a:pt x="493" y="221"/>
                  </a:cubicBezTo>
                  <a:cubicBezTo>
                    <a:pt x="493" y="222"/>
                    <a:pt x="491" y="222"/>
                    <a:pt x="491" y="221"/>
                  </a:cubicBezTo>
                  <a:close/>
                  <a:moveTo>
                    <a:pt x="480" y="95"/>
                  </a:moveTo>
                  <a:cubicBezTo>
                    <a:pt x="482" y="94"/>
                    <a:pt x="483" y="93"/>
                    <a:pt x="485" y="93"/>
                  </a:cubicBezTo>
                  <a:cubicBezTo>
                    <a:pt x="483" y="94"/>
                    <a:pt x="482" y="95"/>
                    <a:pt x="480" y="95"/>
                  </a:cubicBezTo>
                  <a:close/>
                  <a:moveTo>
                    <a:pt x="481" y="162"/>
                  </a:moveTo>
                  <a:cubicBezTo>
                    <a:pt x="481" y="160"/>
                    <a:pt x="484" y="161"/>
                    <a:pt x="481" y="162"/>
                  </a:cubicBezTo>
                  <a:close/>
                  <a:moveTo>
                    <a:pt x="482" y="109"/>
                  </a:moveTo>
                  <a:cubicBezTo>
                    <a:pt x="481" y="112"/>
                    <a:pt x="478" y="110"/>
                    <a:pt x="482" y="109"/>
                  </a:cubicBezTo>
                  <a:close/>
                  <a:moveTo>
                    <a:pt x="496" y="72"/>
                  </a:moveTo>
                  <a:cubicBezTo>
                    <a:pt x="496" y="73"/>
                    <a:pt x="495" y="73"/>
                    <a:pt x="494" y="73"/>
                  </a:cubicBezTo>
                  <a:cubicBezTo>
                    <a:pt x="494" y="73"/>
                    <a:pt x="496" y="71"/>
                    <a:pt x="496" y="72"/>
                  </a:cubicBezTo>
                  <a:close/>
                  <a:moveTo>
                    <a:pt x="494" y="43"/>
                  </a:moveTo>
                  <a:cubicBezTo>
                    <a:pt x="494" y="43"/>
                    <a:pt x="496" y="43"/>
                    <a:pt x="496" y="43"/>
                  </a:cubicBezTo>
                  <a:cubicBezTo>
                    <a:pt x="497" y="45"/>
                    <a:pt x="494" y="44"/>
                    <a:pt x="494" y="43"/>
                  </a:cubicBezTo>
                  <a:close/>
                  <a:moveTo>
                    <a:pt x="493" y="64"/>
                  </a:moveTo>
                  <a:cubicBezTo>
                    <a:pt x="493" y="64"/>
                    <a:pt x="494" y="64"/>
                    <a:pt x="495" y="65"/>
                  </a:cubicBezTo>
                  <a:cubicBezTo>
                    <a:pt x="495" y="66"/>
                    <a:pt x="493" y="65"/>
                    <a:pt x="493" y="64"/>
                  </a:cubicBezTo>
                  <a:close/>
                  <a:moveTo>
                    <a:pt x="499" y="87"/>
                  </a:moveTo>
                  <a:cubicBezTo>
                    <a:pt x="498" y="89"/>
                    <a:pt x="488" y="88"/>
                    <a:pt x="488" y="87"/>
                  </a:cubicBezTo>
                  <a:cubicBezTo>
                    <a:pt x="489" y="86"/>
                    <a:pt x="496" y="88"/>
                    <a:pt x="499" y="87"/>
                  </a:cubicBezTo>
                  <a:close/>
                  <a:moveTo>
                    <a:pt x="493" y="105"/>
                  </a:moveTo>
                  <a:cubicBezTo>
                    <a:pt x="493" y="105"/>
                    <a:pt x="493" y="105"/>
                    <a:pt x="493" y="105"/>
                  </a:cubicBezTo>
                  <a:cubicBezTo>
                    <a:pt x="493" y="105"/>
                    <a:pt x="493" y="105"/>
                    <a:pt x="492" y="105"/>
                  </a:cubicBezTo>
                  <a:cubicBezTo>
                    <a:pt x="489" y="105"/>
                    <a:pt x="493" y="97"/>
                    <a:pt x="497" y="101"/>
                  </a:cubicBezTo>
                  <a:cubicBezTo>
                    <a:pt x="498" y="102"/>
                    <a:pt x="498" y="102"/>
                    <a:pt x="498" y="103"/>
                  </a:cubicBezTo>
                  <a:cubicBezTo>
                    <a:pt x="498" y="106"/>
                    <a:pt x="494" y="107"/>
                    <a:pt x="493" y="105"/>
                  </a:cubicBezTo>
                  <a:close/>
                  <a:moveTo>
                    <a:pt x="495" y="108"/>
                  </a:moveTo>
                  <a:cubicBezTo>
                    <a:pt x="495" y="108"/>
                    <a:pt x="494" y="109"/>
                    <a:pt x="494" y="108"/>
                  </a:cubicBezTo>
                  <a:cubicBezTo>
                    <a:pt x="493" y="108"/>
                    <a:pt x="495" y="107"/>
                    <a:pt x="495" y="108"/>
                  </a:cubicBezTo>
                  <a:close/>
                  <a:moveTo>
                    <a:pt x="494" y="174"/>
                  </a:moveTo>
                  <a:cubicBezTo>
                    <a:pt x="494" y="175"/>
                    <a:pt x="492" y="176"/>
                    <a:pt x="492" y="175"/>
                  </a:cubicBezTo>
                  <a:cubicBezTo>
                    <a:pt x="492" y="174"/>
                    <a:pt x="494" y="173"/>
                    <a:pt x="494" y="174"/>
                  </a:cubicBezTo>
                  <a:close/>
                  <a:moveTo>
                    <a:pt x="495" y="98"/>
                  </a:moveTo>
                  <a:cubicBezTo>
                    <a:pt x="496" y="99"/>
                    <a:pt x="494" y="98"/>
                    <a:pt x="495" y="98"/>
                  </a:cubicBezTo>
                  <a:close/>
                  <a:moveTo>
                    <a:pt x="499" y="91"/>
                  </a:moveTo>
                  <a:cubicBezTo>
                    <a:pt x="498" y="92"/>
                    <a:pt x="497" y="91"/>
                    <a:pt x="499" y="91"/>
                  </a:cubicBezTo>
                  <a:close/>
                  <a:moveTo>
                    <a:pt x="491" y="166"/>
                  </a:moveTo>
                  <a:cubicBezTo>
                    <a:pt x="491" y="167"/>
                    <a:pt x="489" y="169"/>
                    <a:pt x="488" y="169"/>
                  </a:cubicBezTo>
                  <a:cubicBezTo>
                    <a:pt x="488" y="167"/>
                    <a:pt x="490" y="167"/>
                    <a:pt x="491" y="166"/>
                  </a:cubicBezTo>
                  <a:close/>
                  <a:moveTo>
                    <a:pt x="485" y="144"/>
                  </a:moveTo>
                  <a:cubicBezTo>
                    <a:pt x="488" y="143"/>
                    <a:pt x="489" y="145"/>
                    <a:pt x="485" y="144"/>
                  </a:cubicBezTo>
                  <a:close/>
                  <a:moveTo>
                    <a:pt x="486" y="93"/>
                  </a:moveTo>
                  <a:cubicBezTo>
                    <a:pt x="488" y="92"/>
                    <a:pt x="489" y="91"/>
                    <a:pt x="491" y="90"/>
                  </a:cubicBezTo>
                  <a:cubicBezTo>
                    <a:pt x="490" y="92"/>
                    <a:pt x="488" y="92"/>
                    <a:pt x="486" y="93"/>
                  </a:cubicBezTo>
                  <a:close/>
                  <a:moveTo>
                    <a:pt x="491" y="61"/>
                  </a:moveTo>
                  <a:cubicBezTo>
                    <a:pt x="491" y="60"/>
                    <a:pt x="492" y="60"/>
                    <a:pt x="493" y="61"/>
                  </a:cubicBezTo>
                  <a:cubicBezTo>
                    <a:pt x="492" y="61"/>
                    <a:pt x="492" y="61"/>
                    <a:pt x="491" y="61"/>
                  </a:cubicBezTo>
                  <a:close/>
                  <a:moveTo>
                    <a:pt x="490" y="74"/>
                  </a:moveTo>
                  <a:cubicBezTo>
                    <a:pt x="491" y="73"/>
                    <a:pt x="491" y="75"/>
                    <a:pt x="490" y="74"/>
                  </a:cubicBezTo>
                  <a:close/>
                  <a:moveTo>
                    <a:pt x="489" y="67"/>
                  </a:moveTo>
                  <a:cubicBezTo>
                    <a:pt x="488" y="66"/>
                    <a:pt x="490" y="66"/>
                    <a:pt x="490" y="66"/>
                  </a:cubicBezTo>
                  <a:cubicBezTo>
                    <a:pt x="491" y="67"/>
                    <a:pt x="489" y="68"/>
                    <a:pt x="489" y="67"/>
                  </a:cubicBezTo>
                  <a:close/>
                  <a:moveTo>
                    <a:pt x="488" y="60"/>
                  </a:moveTo>
                  <a:cubicBezTo>
                    <a:pt x="488" y="60"/>
                    <a:pt x="489" y="60"/>
                    <a:pt x="489" y="60"/>
                  </a:cubicBezTo>
                  <a:cubicBezTo>
                    <a:pt x="489" y="60"/>
                    <a:pt x="489" y="61"/>
                    <a:pt x="488" y="60"/>
                  </a:cubicBezTo>
                  <a:close/>
                  <a:moveTo>
                    <a:pt x="492" y="82"/>
                  </a:moveTo>
                  <a:cubicBezTo>
                    <a:pt x="492" y="84"/>
                    <a:pt x="487" y="83"/>
                    <a:pt x="487" y="81"/>
                  </a:cubicBezTo>
                  <a:cubicBezTo>
                    <a:pt x="487" y="79"/>
                    <a:pt x="492" y="79"/>
                    <a:pt x="492" y="82"/>
                  </a:cubicBezTo>
                  <a:close/>
                  <a:moveTo>
                    <a:pt x="483" y="73"/>
                  </a:moveTo>
                  <a:cubicBezTo>
                    <a:pt x="482" y="71"/>
                    <a:pt x="487" y="70"/>
                    <a:pt x="487" y="72"/>
                  </a:cubicBezTo>
                  <a:cubicBezTo>
                    <a:pt x="488" y="75"/>
                    <a:pt x="483" y="74"/>
                    <a:pt x="483" y="73"/>
                  </a:cubicBezTo>
                  <a:close/>
                  <a:moveTo>
                    <a:pt x="483" y="60"/>
                  </a:moveTo>
                  <a:cubicBezTo>
                    <a:pt x="483" y="60"/>
                    <a:pt x="483" y="60"/>
                    <a:pt x="483" y="60"/>
                  </a:cubicBezTo>
                  <a:cubicBezTo>
                    <a:pt x="484" y="62"/>
                    <a:pt x="481" y="59"/>
                    <a:pt x="483" y="60"/>
                  </a:cubicBezTo>
                  <a:close/>
                  <a:moveTo>
                    <a:pt x="482" y="62"/>
                  </a:moveTo>
                  <a:cubicBezTo>
                    <a:pt x="483" y="63"/>
                    <a:pt x="481" y="63"/>
                    <a:pt x="481" y="62"/>
                  </a:cubicBezTo>
                  <a:cubicBezTo>
                    <a:pt x="481" y="62"/>
                    <a:pt x="482" y="62"/>
                    <a:pt x="482" y="62"/>
                  </a:cubicBezTo>
                  <a:close/>
                  <a:moveTo>
                    <a:pt x="487" y="184"/>
                  </a:moveTo>
                  <a:cubicBezTo>
                    <a:pt x="487" y="185"/>
                    <a:pt x="485" y="186"/>
                    <a:pt x="484" y="186"/>
                  </a:cubicBezTo>
                  <a:cubicBezTo>
                    <a:pt x="485" y="185"/>
                    <a:pt x="486" y="185"/>
                    <a:pt x="487" y="184"/>
                  </a:cubicBezTo>
                  <a:close/>
                  <a:moveTo>
                    <a:pt x="495" y="174"/>
                  </a:moveTo>
                  <a:cubicBezTo>
                    <a:pt x="495" y="174"/>
                    <a:pt x="495" y="174"/>
                    <a:pt x="495" y="174"/>
                  </a:cubicBezTo>
                  <a:cubicBezTo>
                    <a:pt x="495" y="175"/>
                    <a:pt x="494" y="175"/>
                    <a:pt x="495" y="174"/>
                  </a:cubicBezTo>
                  <a:close/>
                  <a:moveTo>
                    <a:pt x="498" y="141"/>
                  </a:moveTo>
                  <a:cubicBezTo>
                    <a:pt x="499" y="142"/>
                    <a:pt x="497" y="143"/>
                    <a:pt x="497" y="142"/>
                  </a:cubicBezTo>
                  <a:cubicBezTo>
                    <a:pt x="496" y="141"/>
                    <a:pt x="498" y="141"/>
                    <a:pt x="498" y="141"/>
                  </a:cubicBezTo>
                  <a:close/>
                  <a:moveTo>
                    <a:pt x="497" y="131"/>
                  </a:moveTo>
                  <a:cubicBezTo>
                    <a:pt x="497" y="131"/>
                    <a:pt x="498" y="131"/>
                    <a:pt x="498" y="131"/>
                  </a:cubicBezTo>
                  <a:cubicBezTo>
                    <a:pt x="499" y="132"/>
                    <a:pt x="497" y="132"/>
                    <a:pt x="497" y="131"/>
                  </a:cubicBezTo>
                  <a:close/>
                  <a:moveTo>
                    <a:pt x="498" y="128"/>
                  </a:moveTo>
                  <a:cubicBezTo>
                    <a:pt x="499" y="129"/>
                    <a:pt x="500" y="126"/>
                    <a:pt x="501" y="126"/>
                  </a:cubicBezTo>
                  <a:cubicBezTo>
                    <a:pt x="508" y="122"/>
                    <a:pt x="510" y="132"/>
                    <a:pt x="502" y="132"/>
                  </a:cubicBezTo>
                  <a:cubicBezTo>
                    <a:pt x="501" y="132"/>
                    <a:pt x="498" y="131"/>
                    <a:pt x="498" y="128"/>
                  </a:cubicBezTo>
                  <a:close/>
                  <a:moveTo>
                    <a:pt x="502" y="94"/>
                  </a:moveTo>
                  <a:cubicBezTo>
                    <a:pt x="503" y="93"/>
                    <a:pt x="504" y="95"/>
                    <a:pt x="502" y="94"/>
                  </a:cubicBezTo>
                  <a:close/>
                  <a:moveTo>
                    <a:pt x="505" y="67"/>
                  </a:moveTo>
                  <a:cubicBezTo>
                    <a:pt x="505" y="67"/>
                    <a:pt x="505" y="68"/>
                    <a:pt x="504" y="68"/>
                  </a:cubicBezTo>
                  <a:cubicBezTo>
                    <a:pt x="502" y="68"/>
                    <a:pt x="504" y="64"/>
                    <a:pt x="505" y="67"/>
                  </a:cubicBezTo>
                  <a:close/>
                  <a:moveTo>
                    <a:pt x="503" y="121"/>
                  </a:moveTo>
                  <a:cubicBezTo>
                    <a:pt x="504" y="121"/>
                    <a:pt x="502" y="123"/>
                    <a:pt x="501" y="122"/>
                  </a:cubicBezTo>
                  <a:cubicBezTo>
                    <a:pt x="502" y="122"/>
                    <a:pt x="502" y="122"/>
                    <a:pt x="503" y="121"/>
                  </a:cubicBezTo>
                  <a:close/>
                  <a:moveTo>
                    <a:pt x="506" y="123"/>
                  </a:moveTo>
                  <a:cubicBezTo>
                    <a:pt x="507" y="123"/>
                    <a:pt x="505" y="124"/>
                    <a:pt x="505" y="124"/>
                  </a:cubicBezTo>
                  <a:cubicBezTo>
                    <a:pt x="505" y="123"/>
                    <a:pt x="505" y="122"/>
                    <a:pt x="506" y="123"/>
                  </a:cubicBezTo>
                  <a:close/>
                  <a:moveTo>
                    <a:pt x="506" y="142"/>
                  </a:moveTo>
                  <a:cubicBezTo>
                    <a:pt x="507" y="142"/>
                    <a:pt x="505" y="143"/>
                    <a:pt x="505" y="142"/>
                  </a:cubicBezTo>
                  <a:cubicBezTo>
                    <a:pt x="505" y="142"/>
                    <a:pt x="506" y="142"/>
                    <a:pt x="506" y="142"/>
                  </a:cubicBezTo>
                  <a:close/>
                  <a:moveTo>
                    <a:pt x="502" y="137"/>
                  </a:moveTo>
                  <a:cubicBezTo>
                    <a:pt x="503" y="139"/>
                    <a:pt x="499" y="139"/>
                    <a:pt x="499" y="138"/>
                  </a:cubicBezTo>
                  <a:cubicBezTo>
                    <a:pt x="499" y="136"/>
                    <a:pt x="502" y="136"/>
                    <a:pt x="502" y="137"/>
                  </a:cubicBezTo>
                  <a:close/>
                  <a:moveTo>
                    <a:pt x="504" y="199"/>
                  </a:moveTo>
                  <a:cubicBezTo>
                    <a:pt x="504" y="199"/>
                    <a:pt x="503" y="200"/>
                    <a:pt x="503" y="200"/>
                  </a:cubicBezTo>
                  <a:cubicBezTo>
                    <a:pt x="501" y="200"/>
                    <a:pt x="503" y="197"/>
                    <a:pt x="504" y="199"/>
                  </a:cubicBezTo>
                  <a:close/>
                  <a:moveTo>
                    <a:pt x="512" y="113"/>
                  </a:moveTo>
                  <a:cubicBezTo>
                    <a:pt x="512" y="114"/>
                    <a:pt x="509" y="116"/>
                    <a:pt x="507" y="114"/>
                  </a:cubicBezTo>
                  <a:cubicBezTo>
                    <a:pt x="506" y="113"/>
                    <a:pt x="511" y="111"/>
                    <a:pt x="512" y="113"/>
                  </a:cubicBezTo>
                  <a:close/>
                  <a:moveTo>
                    <a:pt x="508" y="101"/>
                  </a:moveTo>
                  <a:cubicBezTo>
                    <a:pt x="508" y="100"/>
                    <a:pt x="509" y="100"/>
                    <a:pt x="510" y="101"/>
                  </a:cubicBezTo>
                  <a:cubicBezTo>
                    <a:pt x="511" y="102"/>
                    <a:pt x="508" y="102"/>
                    <a:pt x="508" y="101"/>
                  </a:cubicBezTo>
                  <a:close/>
                  <a:moveTo>
                    <a:pt x="510" y="102"/>
                  </a:moveTo>
                  <a:cubicBezTo>
                    <a:pt x="511" y="101"/>
                    <a:pt x="512" y="103"/>
                    <a:pt x="510" y="102"/>
                  </a:cubicBezTo>
                  <a:close/>
                  <a:moveTo>
                    <a:pt x="514" y="132"/>
                  </a:moveTo>
                  <a:cubicBezTo>
                    <a:pt x="514" y="132"/>
                    <a:pt x="514" y="133"/>
                    <a:pt x="514" y="134"/>
                  </a:cubicBezTo>
                  <a:cubicBezTo>
                    <a:pt x="512" y="137"/>
                    <a:pt x="512" y="131"/>
                    <a:pt x="514" y="132"/>
                  </a:cubicBezTo>
                  <a:close/>
                  <a:moveTo>
                    <a:pt x="515" y="154"/>
                  </a:moveTo>
                  <a:cubicBezTo>
                    <a:pt x="515" y="154"/>
                    <a:pt x="515" y="153"/>
                    <a:pt x="515" y="153"/>
                  </a:cubicBezTo>
                  <a:cubicBezTo>
                    <a:pt x="516" y="154"/>
                    <a:pt x="515" y="155"/>
                    <a:pt x="515" y="154"/>
                  </a:cubicBezTo>
                  <a:close/>
                  <a:moveTo>
                    <a:pt x="516" y="153"/>
                  </a:moveTo>
                  <a:cubicBezTo>
                    <a:pt x="516" y="151"/>
                    <a:pt x="519" y="152"/>
                    <a:pt x="516" y="153"/>
                  </a:cubicBezTo>
                  <a:close/>
                  <a:moveTo>
                    <a:pt x="513" y="148"/>
                  </a:moveTo>
                  <a:cubicBezTo>
                    <a:pt x="514" y="147"/>
                    <a:pt x="516" y="145"/>
                    <a:pt x="517" y="145"/>
                  </a:cubicBezTo>
                  <a:cubicBezTo>
                    <a:pt x="520" y="143"/>
                    <a:pt x="516" y="149"/>
                    <a:pt x="513" y="148"/>
                  </a:cubicBezTo>
                  <a:close/>
                  <a:moveTo>
                    <a:pt x="515" y="134"/>
                  </a:moveTo>
                  <a:cubicBezTo>
                    <a:pt x="514" y="133"/>
                    <a:pt x="515" y="133"/>
                    <a:pt x="515" y="134"/>
                  </a:cubicBezTo>
                  <a:close/>
                  <a:moveTo>
                    <a:pt x="518" y="86"/>
                  </a:moveTo>
                  <a:cubicBezTo>
                    <a:pt x="517" y="86"/>
                    <a:pt x="519" y="86"/>
                    <a:pt x="519" y="86"/>
                  </a:cubicBezTo>
                  <a:cubicBezTo>
                    <a:pt x="520" y="86"/>
                    <a:pt x="518" y="87"/>
                    <a:pt x="518" y="86"/>
                  </a:cubicBezTo>
                  <a:close/>
                  <a:moveTo>
                    <a:pt x="518" y="88"/>
                  </a:moveTo>
                  <a:cubicBezTo>
                    <a:pt x="519" y="87"/>
                    <a:pt x="520" y="88"/>
                    <a:pt x="518" y="88"/>
                  </a:cubicBezTo>
                  <a:close/>
                  <a:moveTo>
                    <a:pt x="519" y="94"/>
                  </a:moveTo>
                  <a:cubicBezTo>
                    <a:pt x="519" y="96"/>
                    <a:pt x="514" y="96"/>
                    <a:pt x="515" y="93"/>
                  </a:cubicBezTo>
                  <a:cubicBezTo>
                    <a:pt x="515" y="92"/>
                    <a:pt x="519" y="92"/>
                    <a:pt x="519" y="94"/>
                  </a:cubicBezTo>
                  <a:close/>
                  <a:moveTo>
                    <a:pt x="516" y="113"/>
                  </a:moveTo>
                  <a:cubicBezTo>
                    <a:pt x="516" y="112"/>
                    <a:pt x="516" y="112"/>
                    <a:pt x="516" y="112"/>
                  </a:cubicBezTo>
                  <a:cubicBezTo>
                    <a:pt x="518" y="110"/>
                    <a:pt x="517" y="114"/>
                    <a:pt x="516" y="113"/>
                  </a:cubicBezTo>
                  <a:close/>
                  <a:moveTo>
                    <a:pt x="518" y="143"/>
                  </a:moveTo>
                  <a:cubicBezTo>
                    <a:pt x="518" y="143"/>
                    <a:pt x="516" y="144"/>
                    <a:pt x="516" y="144"/>
                  </a:cubicBezTo>
                  <a:cubicBezTo>
                    <a:pt x="516" y="143"/>
                    <a:pt x="517" y="142"/>
                    <a:pt x="518" y="143"/>
                  </a:cubicBezTo>
                  <a:close/>
                  <a:moveTo>
                    <a:pt x="515" y="139"/>
                  </a:moveTo>
                  <a:cubicBezTo>
                    <a:pt x="516" y="140"/>
                    <a:pt x="515" y="140"/>
                    <a:pt x="515" y="140"/>
                  </a:cubicBezTo>
                  <a:cubicBezTo>
                    <a:pt x="515" y="140"/>
                    <a:pt x="515" y="139"/>
                    <a:pt x="515" y="139"/>
                  </a:cubicBezTo>
                  <a:close/>
                  <a:moveTo>
                    <a:pt x="519" y="150"/>
                  </a:moveTo>
                  <a:cubicBezTo>
                    <a:pt x="520" y="150"/>
                    <a:pt x="518" y="151"/>
                    <a:pt x="518" y="151"/>
                  </a:cubicBezTo>
                  <a:cubicBezTo>
                    <a:pt x="517" y="150"/>
                    <a:pt x="519" y="150"/>
                    <a:pt x="519" y="150"/>
                  </a:cubicBezTo>
                  <a:close/>
                  <a:moveTo>
                    <a:pt x="525" y="72"/>
                  </a:moveTo>
                  <a:cubicBezTo>
                    <a:pt x="525" y="72"/>
                    <a:pt x="525" y="72"/>
                    <a:pt x="524" y="72"/>
                  </a:cubicBezTo>
                  <a:cubicBezTo>
                    <a:pt x="524" y="72"/>
                    <a:pt x="525" y="71"/>
                    <a:pt x="525" y="72"/>
                  </a:cubicBezTo>
                  <a:close/>
                  <a:moveTo>
                    <a:pt x="509" y="73"/>
                  </a:moveTo>
                  <a:cubicBezTo>
                    <a:pt x="510" y="72"/>
                    <a:pt x="513" y="74"/>
                    <a:pt x="516" y="74"/>
                  </a:cubicBezTo>
                  <a:cubicBezTo>
                    <a:pt x="517" y="73"/>
                    <a:pt x="522" y="72"/>
                    <a:pt x="523" y="73"/>
                  </a:cubicBezTo>
                  <a:cubicBezTo>
                    <a:pt x="523" y="75"/>
                    <a:pt x="517" y="75"/>
                    <a:pt x="517" y="75"/>
                  </a:cubicBezTo>
                  <a:cubicBezTo>
                    <a:pt x="517" y="76"/>
                    <a:pt x="520" y="79"/>
                    <a:pt x="520" y="79"/>
                  </a:cubicBezTo>
                  <a:cubicBezTo>
                    <a:pt x="522" y="87"/>
                    <a:pt x="509" y="84"/>
                    <a:pt x="506" y="82"/>
                  </a:cubicBezTo>
                  <a:cubicBezTo>
                    <a:pt x="501" y="80"/>
                    <a:pt x="510" y="81"/>
                    <a:pt x="507" y="77"/>
                  </a:cubicBezTo>
                  <a:cubicBezTo>
                    <a:pt x="511" y="79"/>
                    <a:pt x="508" y="74"/>
                    <a:pt x="509" y="73"/>
                  </a:cubicBezTo>
                  <a:close/>
                  <a:moveTo>
                    <a:pt x="509" y="61"/>
                  </a:moveTo>
                  <a:cubicBezTo>
                    <a:pt x="510" y="61"/>
                    <a:pt x="508" y="62"/>
                    <a:pt x="507" y="61"/>
                  </a:cubicBezTo>
                  <a:cubicBezTo>
                    <a:pt x="507" y="61"/>
                    <a:pt x="509" y="60"/>
                    <a:pt x="509" y="61"/>
                  </a:cubicBezTo>
                  <a:close/>
                  <a:moveTo>
                    <a:pt x="511" y="36"/>
                  </a:moveTo>
                  <a:cubicBezTo>
                    <a:pt x="511" y="37"/>
                    <a:pt x="509" y="37"/>
                    <a:pt x="509" y="36"/>
                  </a:cubicBezTo>
                  <a:cubicBezTo>
                    <a:pt x="509" y="35"/>
                    <a:pt x="510" y="35"/>
                    <a:pt x="511" y="36"/>
                  </a:cubicBezTo>
                  <a:close/>
                  <a:moveTo>
                    <a:pt x="509" y="38"/>
                  </a:moveTo>
                  <a:cubicBezTo>
                    <a:pt x="509" y="40"/>
                    <a:pt x="506" y="39"/>
                    <a:pt x="506" y="38"/>
                  </a:cubicBezTo>
                  <a:cubicBezTo>
                    <a:pt x="506" y="37"/>
                    <a:pt x="509" y="36"/>
                    <a:pt x="509" y="38"/>
                  </a:cubicBezTo>
                  <a:close/>
                  <a:moveTo>
                    <a:pt x="509" y="50"/>
                  </a:moveTo>
                  <a:cubicBezTo>
                    <a:pt x="504" y="53"/>
                    <a:pt x="503" y="50"/>
                    <a:pt x="509" y="50"/>
                  </a:cubicBezTo>
                  <a:close/>
                  <a:moveTo>
                    <a:pt x="506" y="53"/>
                  </a:moveTo>
                  <a:cubicBezTo>
                    <a:pt x="505" y="54"/>
                    <a:pt x="504" y="53"/>
                    <a:pt x="504" y="53"/>
                  </a:cubicBezTo>
                  <a:cubicBezTo>
                    <a:pt x="504" y="53"/>
                    <a:pt x="506" y="53"/>
                    <a:pt x="506" y="53"/>
                  </a:cubicBezTo>
                  <a:close/>
                  <a:moveTo>
                    <a:pt x="504" y="64"/>
                  </a:moveTo>
                  <a:cubicBezTo>
                    <a:pt x="503" y="65"/>
                    <a:pt x="502" y="65"/>
                    <a:pt x="501" y="65"/>
                  </a:cubicBezTo>
                  <a:cubicBezTo>
                    <a:pt x="501" y="64"/>
                    <a:pt x="503" y="63"/>
                    <a:pt x="504" y="64"/>
                  </a:cubicBezTo>
                  <a:close/>
                  <a:moveTo>
                    <a:pt x="501" y="64"/>
                  </a:moveTo>
                  <a:cubicBezTo>
                    <a:pt x="501" y="64"/>
                    <a:pt x="500" y="65"/>
                    <a:pt x="500" y="64"/>
                  </a:cubicBezTo>
                  <a:cubicBezTo>
                    <a:pt x="500" y="64"/>
                    <a:pt x="501" y="63"/>
                    <a:pt x="501" y="64"/>
                  </a:cubicBezTo>
                  <a:close/>
                  <a:moveTo>
                    <a:pt x="501" y="123"/>
                  </a:moveTo>
                  <a:cubicBezTo>
                    <a:pt x="501" y="123"/>
                    <a:pt x="501" y="123"/>
                    <a:pt x="501" y="123"/>
                  </a:cubicBezTo>
                  <a:cubicBezTo>
                    <a:pt x="502" y="125"/>
                    <a:pt x="499" y="121"/>
                    <a:pt x="501" y="123"/>
                  </a:cubicBezTo>
                  <a:close/>
                  <a:moveTo>
                    <a:pt x="499" y="65"/>
                  </a:moveTo>
                  <a:cubicBezTo>
                    <a:pt x="501" y="65"/>
                    <a:pt x="497" y="65"/>
                    <a:pt x="499" y="65"/>
                  </a:cubicBezTo>
                  <a:close/>
                  <a:moveTo>
                    <a:pt x="498" y="38"/>
                  </a:moveTo>
                  <a:cubicBezTo>
                    <a:pt x="498" y="38"/>
                    <a:pt x="497" y="39"/>
                    <a:pt x="497" y="38"/>
                  </a:cubicBezTo>
                  <a:cubicBezTo>
                    <a:pt x="497" y="38"/>
                    <a:pt x="497" y="37"/>
                    <a:pt x="498" y="38"/>
                  </a:cubicBezTo>
                  <a:close/>
                  <a:moveTo>
                    <a:pt x="497" y="31"/>
                  </a:moveTo>
                  <a:cubicBezTo>
                    <a:pt x="497" y="32"/>
                    <a:pt x="495" y="32"/>
                    <a:pt x="495" y="31"/>
                  </a:cubicBezTo>
                  <a:cubicBezTo>
                    <a:pt x="495" y="31"/>
                    <a:pt x="496" y="31"/>
                    <a:pt x="497" y="31"/>
                  </a:cubicBezTo>
                  <a:close/>
                  <a:moveTo>
                    <a:pt x="496" y="40"/>
                  </a:moveTo>
                  <a:cubicBezTo>
                    <a:pt x="496" y="41"/>
                    <a:pt x="493" y="42"/>
                    <a:pt x="493" y="41"/>
                  </a:cubicBezTo>
                  <a:cubicBezTo>
                    <a:pt x="492" y="40"/>
                    <a:pt x="495" y="39"/>
                    <a:pt x="496" y="40"/>
                  </a:cubicBezTo>
                  <a:close/>
                  <a:moveTo>
                    <a:pt x="492" y="44"/>
                  </a:moveTo>
                  <a:cubicBezTo>
                    <a:pt x="493" y="43"/>
                    <a:pt x="494" y="45"/>
                    <a:pt x="492" y="44"/>
                  </a:cubicBezTo>
                  <a:close/>
                  <a:moveTo>
                    <a:pt x="488" y="29"/>
                  </a:moveTo>
                  <a:cubicBezTo>
                    <a:pt x="489" y="30"/>
                    <a:pt x="486" y="30"/>
                    <a:pt x="486" y="29"/>
                  </a:cubicBezTo>
                  <a:cubicBezTo>
                    <a:pt x="486" y="28"/>
                    <a:pt x="488" y="28"/>
                    <a:pt x="488" y="29"/>
                  </a:cubicBezTo>
                  <a:close/>
                  <a:moveTo>
                    <a:pt x="487" y="31"/>
                  </a:moveTo>
                  <a:cubicBezTo>
                    <a:pt x="487" y="31"/>
                    <a:pt x="488" y="31"/>
                    <a:pt x="488" y="31"/>
                  </a:cubicBezTo>
                  <a:cubicBezTo>
                    <a:pt x="489" y="32"/>
                    <a:pt x="487" y="32"/>
                    <a:pt x="487" y="31"/>
                  </a:cubicBezTo>
                  <a:close/>
                  <a:moveTo>
                    <a:pt x="488" y="40"/>
                  </a:moveTo>
                  <a:cubicBezTo>
                    <a:pt x="488" y="41"/>
                    <a:pt x="487" y="41"/>
                    <a:pt x="486" y="41"/>
                  </a:cubicBezTo>
                  <a:cubicBezTo>
                    <a:pt x="486" y="40"/>
                    <a:pt x="487" y="40"/>
                    <a:pt x="488" y="40"/>
                  </a:cubicBezTo>
                  <a:close/>
                  <a:moveTo>
                    <a:pt x="484" y="41"/>
                  </a:moveTo>
                  <a:cubicBezTo>
                    <a:pt x="485" y="42"/>
                    <a:pt x="483" y="42"/>
                    <a:pt x="483" y="42"/>
                  </a:cubicBezTo>
                  <a:cubicBezTo>
                    <a:pt x="483" y="41"/>
                    <a:pt x="484" y="41"/>
                    <a:pt x="484" y="41"/>
                  </a:cubicBezTo>
                  <a:close/>
                  <a:moveTo>
                    <a:pt x="483" y="38"/>
                  </a:moveTo>
                  <a:cubicBezTo>
                    <a:pt x="482" y="37"/>
                    <a:pt x="484" y="38"/>
                    <a:pt x="483" y="38"/>
                  </a:cubicBezTo>
                  <a:close/>
                  <a:moveTo>
                    <a:pt x="483" y="51"/>
                  </a:moveTo>
                  <a:cubicBezTo>
                    <a:pt x="485" y="47"/>
                    <a:pt x="492" y="43"/>
                    <a:pt x="496" y="48"/>
                  </a:cubicBezTo>
                  <a:cubicBezTo>
                    <a:pt x="496" y="49"/>
                    <a:pt x="494" y="53"/>
                    <a:pt x="493" y="53"/>
                  </a:cubicBezTo>
                  <a:cubicBezTo>
                    <a:pt x="493" y="53"/>
                    <a:pt x="491" y="53"/>
                    <a:pt x="490" y="53"/>
                  </a:cubicBezTo>
                  <a:cubicBezTo>
                    <a:pt x="490" y="53"/>
                    <a:pt x="490" y="54"/>
                    <a:pt x="489" y="54"/>
                  </a:cubicBezTo>
                  <a:cubicBezTo>
                    <a:pt x="488" y="54"/>
                    <a:pt x="485" y="54"/>
                    <a:pt x="483" y="54"/>
                  </a:cubicBezTo>
                  <a:cubicBezTo>
                    <a:pt x="483" y="54"/>
                    <a:pt x="483" y="54"/>
                    <a:pt x="482" y="54"/>
                  </a:cubicBezTo>
                  <a:cubicBezTo>
                    <a:pt x="482" y="53"/>
                    <a:pt x="483" y="52"/>
                    <a:pt x="483" y="51"/>
                  </a:cubicBezTo>
                  <a:close/>
                  <a:moveTo>
                    <a:pt x="482" y="56"/>
                  </a:moveTo>
                  <a:cubicBezTo>
                    <a:pt x="483" y="57"/>
                    <a:pt x="480" y="57"/>
                    <a:pt x="480" y="57"/>
                  </a:cubicBezTo>
                  <a:cubicBezTo>
                    <a:pt x="479" y="55"/>
                    <a:pt x="482" y="55"/>
                    <a:pt x="482" y="56"/>
                  </a:cubicBezTo>
                  <a:close/>
                  <a:moveTo>
                    <a:pt x="479" y="43"/>
                  </a:moveTo>
                  <a:cubicBezTo>
                    <a:pt x="479" y="45"/>
                    <a:pt x="475" y="45"/>
                    <a:pt x="474" y="44"/>
                  </a:cubicBezTo>
                  <a:cubicBezTo>
                    <a:pt x="474" y="43"/>
                    <a:pt x="478" y="42"/>
                    <a:pt x="479" y="43"/>
                  </a:cubicBezTo>
                  <a:close/>
                  <a:moveTo>
                    <a:pt x="473" y="28"/>
                  </a:moveTo>
                  <a:cubicBezTo>
                    <a:pt x="472" y="28"/>
                    <a:pt x="474" y="28"/>
                    <a:pt x="473" y="28"/>
                  </a:cubicBezTo>
                  <a:close/>
                  <a:moveTo>
                    <a:pt x="471" y="33"/>
                  </a:moveTo>
                  <a:cubicBezTo>
                    <a:pt x="471" y="34"/>
                    <a:pt x="470" y="34"/>
                    <a:pt x="469" y="34"/>
                  </a:cubicBezTo>
                  <a:cubicBezTo>
                    <a:pt x="469" y="33"/>
                    <a:pt x="471" y="32"/>
                    <a:pt x="471" y="33"/>
                  </a:cubicBezTo>
                  <a:close/>
                  <a:moveTo>
                    <a:pt x="467" y="32"/>
                  </a:moveTo>
                  <a:cubicBezTo>
                    <a:pt x="469" y="31"/>
                    <a:pt x="470" y="33"/>
                    <a:pt x="467" y="32"/>
                  </a:cubicBezTo>
                  <a:close/>
                  <a:moveTo>
                    <a:pt x="467" y="46"/>
                  </a:moveTo>
                  <a:cubicBezTo>
                    <a:pt x="468" y="44"/>
                    <a:pt x="469" y="47"/>
                    <a:pt x="467" y="46"/>
                  </a:cubicBezTo>
                  <a:close/>
                  <a:moveTo>
                    <a:pt x="467" y="52"/>
                  </a:moveTo>
                  <a:cubicBezTo>
                    <a:pt x="466" y="52"/>
                    <a:pt x="468" y="53"/>
                    <a:pt x="467" y="52"/>
                  </a:cubicBezTo>
                  <a:close/>
                  <a:moveTo>
                    <a:pt x="467" y="30"/>
                  </a:moveTo>
                  <a:cubicBezTo>
                    <a:pt x="467" y="30"/>
                    <a:pt x="468" y="31"/>
                    <a:pt x="467" y="31"/>
                  </a:cubicBezTo>
                  <a:cubicBezTo>
                    <a:pt x="465" y="31"/>
                    <a:pt x="467" y="28"/>
                    <a:pt x="467" y="30"/>
                  </a:cubicBezTo>
                  <a:close/>
                  <a:moveTo>
                    <a:pt x="468" y="38"/>
                  </a:moveTo>
                  <a:cubicBezTo>
                    <a:pt x="468" y="39"/>
                    <a:pt x="466" y="40"/>
                    <a:pt x="465" y="39"/>
                  </a:cubicBezTo>
                  <a:cubicBezTo>
                    <a:pt x="465" y="38"/>
                    <a:pt x="467" y="37"/>
                    <a:pt x="468" y="38"/>
                  </a:cubicBezTo>
                  <a:close/>
                  <a:moveTo>
                    <a:pt x="464" y="49"/>
                  </a:moveTo>
                  <a:cubicBezTo>
                    <a:pt x="463" y="50"/>
                    <a:pt x="462" y="48"/>
                    <a:pt x="462" y="49"/>
                  </a:cubicBezTo>
                  <a:cubicBezTo>
                    <a:pt x="460" y="46"/>
                    <a:pt x="468" y="49"/>
                    <a:pt x="464" y="49"/>
                  </a:cubicBezTo>
                  <a:close/>
                  <a:moveTo>
                    <a:pt x="463" y="51"/>
                  </a:moveTo>
                  <a:cubicBezTo>
                    <a:pt x="463" y="51"/>
                    <a:pt x="464" y="51"/>
                    <a:pt x="464" y="51"/>
                  </a:cubicBezTo>
                  <a:cubicBezTo>
                    <a:pt x="465" y="52"/>
                    <a:pt x="464" y="51"/>
                    <a:pt x="463" y="51"/>
                  </a:cubicBezTo>
                  <a:close/>
                  <a:moveTo>
                    <a:pt x="447" y="79"/>
                  </a:moveTo>
                  <a:cubicBezTo>
                    <a:pt x="448" y="79"/>
                    <a:pt x="446" y="80"/>
                    <a:pt x="446" y="80"/>
                  </a:cubicBezTo>
                  <a:cubicBezTo>
                    <a:pt x="446" y="79"/>
                    <a:pt x="446" y="79"/>
                    <a:pt x="447" y="79"/>
                  </a:cubicBezTo>
                  <a:close/>
                  <a:moveTo>
                    <a:pt x="446" y="189"/>
                  </a:moveTo>
                  <a:cubicBezTo>
                    <a:pt x="446" y="188"/>
                    <a:pt x="448" y="188"/>
                    <a:pt x="448" y="189"/>
                  </a:cubicBezTo>
                  <a:cubicBezTo>
                    <a:pt x="448" y="190"/>
                    <a:pt x="446" y="190"/>
                    <a:pt x="446" y="189"/>
                  </a:cubicBezTo>
                  <a:close/>
                  <a:moveTo>
                    <a:pt x="449" y="610"/>
                  </a:moveTo>
                  <a:cubicBezTo>
                    <a:pt x="448" y="610"/>
                    <a:pt x="447" y="610"/>
                    <a:pt x="446" y="610"/>
                  </a:cubicBezTo>
                  <a:cubicBezTo>
                    <a:pt x="447" y="609"/>
                    <a:pt x="448" y="609"/>
                    <a:pt x="449" y="610"/>
                  </a:cubicBezTo>
                  <a:close/>
                  <a:moveTo>
                    <a:pt x="447" y="145"/>
                  </a:moveTo>
                  <a:cubicBezTo>
                    <a:pt x="446" y="146"/>
                    <a:pt x="445" y="145"/>
                    <a:pt x="447" y="145"/>
                  </a:cubicBezTo>
                  <a:close/>
                  <a:moveTo>
                    <a:pt x="447" y="126"/>
                  </a:moveTo>
                  <a:cubicBezTo>
                    <a:pt x="447" y="126"/>
                    <a:pt x="446" y="127"/>
                    <a:pt x="446" y="127"/>
                  </a:cubicBezTo>
                  <a:cubicBezTo>
                    <a:pt x="446" y="127"/>
                    <a:pt x="446" y="126"/>
                    <a:pt x="447" y="126"/>
                  </a:cubicBezTo>
                  <a:close/>
                  <a:moveTo>
                    <a:pt x="446" y="180"/>
                  </a:moveTo>
                  <a:cubicBezTo>
                    <a:pt x="446" y="184"/>
                    <a:pt x="439" y="183"/>
                    <a:pt x="438" y="180"/>
                  </a:cubicBezTo>
                  <a:cubicBezTo>
                    <a:pt x="438" y="178"/>
                    <a:pt x="446" y="176"/>
                    <a:pt x="446" y="180"/>
                  </a:cubicBezTo>
                  <a:close/>
                  <a:moveTo>
                    <a:pt x="441" y="175"/>
                  </a:moveTo>
                  <a:cubicBezTo>
                    <a:pt x="441" y="173"/>
                    <a:pt x="444" y="173"/>
                    <a:pt x="444" y="174"/>
                  </a:cubicBezTo>
                  <a:cubicBezTo>
                    <a:pt x="445" y="176"/>
                    <a:pt x="442" y="176"/>
                    <a:pt x="441" y="175"/>
                  </a:cubicBezTo>
                  <a:close/>
                  <a:moveTo>
                    <a:pt x="446" y="135"/>
                  </a:moveTo>
                  <a:cubicBezTo>
                    <a:pt x="444" y="136"/>
                    <a:pt x="441" y="137"/>
                    <a:pt x="440" y="136"/>
                  </a:cubicBezTo>
                  <a:cubicBezTo>
                    <a:pt x="442" y="136"/>
                    <a:pt x="444" y="134"/>
                    <a:pt x="446" y="135"/>
                  </a:cubicBezTo>
                  <a:close/>
                  <a:moveTo>
                    <a:pt x="443" y="79"/>
                  </a:moveTo>
                  <a:cubicBezTo>
                    <a:pt x="444" y="78"/>
                    <a:pt x="445" y="80"/>
                    <a:pt x="443" y="79"/>
                  </a:cubicBezTo>
                  <a:close/>
                  <a:moveTo>
                    <a:pt x="443" y="79"/>
                  </a:moveTo>
                  <a:cubicBezTo>
                    <a:pt x="442" y="80"/>
                    <a:pt x="440" y="81"/>
                    <a:pt x="439" y="81"/>
                  </a:cubicBezTo>
                  <a:cubicBezTo>
                    <a:pt x="439" y="79"/>
                    <a:pt x="441" y="80"/>
                    <a:pt x="443" y="79"/>
                  </a:cubicBezTo>
                  <a:close/>
                  <a:moveTo>
                    <a:pt x="438" y="137"/>
                  </a:moveTo>
                  <a:cubicBezTo>
                    <a:pt x="439" y="137"/>
                    <a:pt x="437" y="138"/>
                    <a:pt x="437" y="138"/>
                  </a:cubicBezTo>
                  <a:cubicBezTo>
                    <a:pt x="437" y="138"/>
                    <a:pt x="438" y="137"/>
                    <a:pt x="438" y="137"/>
                  </a:cubicBezTo>
                  <a:close/>
                  <a:moveTo>
                    <a:pt x="437" y="228"/>
                  </a:moveTo>
                  <a:cubicBezTo>
                    <a:pt x="436" y="229"/>
                    <a:pt x="433" y="230"/>
                    <a:pt x="432" y="232"/>
                  </a:cubicBezTo>
                  <a:cubicBezTo>
                    <a:pt x="433" y="230"/>
                    <a:pt x="435" y="229"/>
                    <a:pt x="437" y="228"/>
                  </a:cubicBezTo>
                  <a:close/>
                  <a:moveTo>
                    <a:pt x="431" y="647"/>
                  </a:moveTo>
                  <a:cubicBezTo>
                    <a:pt x="432" y="648"/>
                    <a:pt x="430" y="646"/>
                    <a:pt x="431" y="647"/>
                  </a:cubicBezTo>
                  <a:close/>
                  <a:moveTo>
                    <a:pt x="430" y="190"/>
                  </a:move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lose/>
                  <a:moveTo>
                    <a:pt x="430" y="233"/>
                  </a:moveTo>
                  <a:cubicBezTo>
                    <a:pt x="428" y="236"/>
                    <a:pt x="427" y="233"/>
                    <a:pt x="430" y="233"/>
                  </a:cubicBezTo>
                  <a:close/>
                  <a:moveTo>
                    <a:pt x="430" y="647"/>
                  </a:moveTo>
                  <a:cubicBezTo>
                    <a:pt x="430" y="648"/>
                    <a:pt x="428" y="648"/>
                    <a:pt x="428" y="648"/>
                  </a:cubicBezTo>
                  <a:cubicBezTo>
                    <a:pt x="428" y="647"/>
                    <a:pt x="429" y="647"/>
                    <a:pt x="430" y="647"/>
                  </a:cubicBezTo>
                  <a:close/>
                  <a:moveTo>
                    <a:pt x="427" y="105"/>
                  </a:moveTo>
                  <a:cubicBezTo>
                    <a:pt x="426" y="104"/>
                    <a:pt x="428" y="106"/>
                    <a:pt x="427" y="105"/>
                  </a:cubicBezTo>
                  <a:close/>
                  <a:moveTo>
                    <a:pt x="426" y="572"/>
                  </a:moveTo>
                  <a:cubicBezTo>
                    <a:pt x="427" y="571"/>
                    <a:pt x="427" y="574"/>
                    <a:pt x="426" y="573"/>
                  </a:cubicBezTo>
                  <a:cubicBezTo>
                    <a:pt x="426" y="573"/>
                    <a:pt x="426" y="572"/>
                    <a:pt x="426" y="572"/>
                  </a:cubicBezTo>
                  <a:close/>
                  <a:moveTo>
                    <a:pt x="424" y="210"/>
                  </a:moveTo>
                  <a:cubicBezTo>
                    <a:pt x="425" y="209"/>
                    <a:pt x="426" y="211"/>
                    <a:pt x="424" y="210"/>
                  </a:cubicBezTo>
                  <a:close/>
                  <a:moveTo>
                    <a:pt x="422" y="80"/>
                  </a:moveTo>
                  <a:cubicBezTo>
                    <a:pt x="423" y="81"/>
                    <a:pt x="421" y="81"/>
                    <a:pt x="420" y="81"/>
                  </a:cubicBezTo>
                  <a:cubicBezTo>
                    <a:pt x="420" y="80"/>
                    <a:pt x="422" y="80"/>
                    <a:pt x="422" y="80"/>
                  </a:cubicBezTo>
                  <a:close/>
                  <a:moveTo>
                    <a:pt x="423" y="85"/>
                  </a:moveTo>
                  <a:cubicBezTo>
                    <a:pt x="423" y="85"/>
                    <a:pt x="420" y="86"/>
                    <a:pt x="420" y="85"/>
                  </a:cubicBezTo>
                  <a:cubicBezTo>
                    <a:pt x="419" y="85"/>
                    <a:pt x="424" y="83"/>
                    <a:pt x="423" y="85"/>
                  </a:cubicBezTo>
                  <a:close/>
                  <a:moveTo>
                    <a:pt x="421" y="667"/>
                  </a:moveTo>
                  <a:cubicBezTo>
                    <a:pt x="423" y="666"/>
                    <a:pt x="422" y="668"/>
                    <a:pt x="421" y="667"/>
                  </a:cubicBezTo>
                  <a:close/>
                  <a:moveTo>
                    <a:pt x="419" y="54"/>
                  </a:moveTo>
                  <a:cubicBezTo>
                    <a:pt x="420" y="54"/>
                    <a:pt x="419" y="55"/>
                    <a:pt x="419" y="55"/>
                  </a:cubicBezTo>
                  <a:cubicBezTo>
                    <a:pt x="418" y="55"/>
                    <a:pt x="418" y="54"/>
                    <a:pt x="419" y="54"/>
                  </a:cubicBezTo>
                  <a:close/>
                  <a:moveTo>
                    <a:pt x="419" y="61"/>
                  </a:moveTo>
                  <a:cubicBezTo>
                    <a:pt x="419" y="61"/>
                    <a:pt x="417" y="61"/>
                    <a:pt x="417" y="60"/>
                  </a:cubicBezTo>
                  <a:cubicBezTo>
                    <a:pt x="417" y="60"/>
                    <a:pt x="418" y="60"/>
                    <a:pt x="419" y="61"/>
                  </a:cubicBezTo>
                  <a:close/>
                  <a:moveTo>
                    <a:pt x="411" y="63"/>
                  </a:moveTo>
                  <a:cubicBezTo>
                    <a:pt x="411" y="63"/>
                    <a:pt x="410" y="64"/>
                    <a:pt x="410" y="63"/>
                  </a:cubicBezTo>
                  <a:cubicBezTo>
                    <a:pt x="409" y="63"/>
                    <a:pt x="411" y="62"/>
                    <a:pt x="411" y="63"/>
                  </a:cubicBezTo>
                  <a:close/>
                  <a:moveTo>
                    <a:pt x="408" y="93"/>
                  </a:moveTo>
                  <a:cubicBezTo>
                    <a:pt x="408" y="94"/>
                    <a:pt x="407" y="94"/>
                    <a:pt x="407" y="94"/>
                  </a:cubicBezTo>
                  <a:cubicBezTo>
                    <a:pt x="406" y="93"/>
                    <a:pt x="408" y="93"/>
                    <a:pt x="408" y="93"/>
                  </a:cubicBezTo>
                  <a:close/>
                  <a:moveTo>
                    <a:pt x="406" y="125"/>
                  </a:moveTo>
                  <a:cubicBezTo>
                    <a:pt x="406" y="126"/>
                    <a:pt x="404" y="125"/>
                    <a:pt x="406" y="125"/>
                  </a:cubicBezTo>
                  <a:close/>
                  <a:moveTo>
                    <a:pt x="405" y="97"/>
                  </a:moveTo>
                  <a:cubicBezTo>
                    <a:pt x="404" y="97"/>
                    <a:pt x="404" y="97"/>
                    <a:pt x="404" y="96"/>
                  </a:cubicBezTo>
                  <a:cubicBezTo>
                    <a:pt x="403" y="95"/>
                    <a:pt x="406" y="97"/>
                    <a:pt x="405" y="97"/>
                  </a:cubicBezTo>
                  <a:close/>
                  <a:moveTo>
                    <a:pt x="408" y="154"/>
                  </a:moveTo>
                  <a:cubicBezTo>
                    <a:pt x="406" y="156"/>
                    <a:pt x="402" y="158"/>
                    <a:pt x="399" y="158"/>
                  </a:cubicBezTo>
                  <a:cubicBezTo>
                    <a:pt x="402" y="157"/>
                    <a:pt x="405" y="156"/>
                    <a:pt x="408" y="154"/>
                  </a:cubicBezTo>
                  <a:close/>
                  <a:moveTo>
                    <a:pt x="399" y="122"/>
                  </a:moveTo>
                  <a:cubicBezTo>
                    <a:pt x="399" y="122"/>
                    <a:pt x="400" y="121"/>
                    <a:pt x="400" y="122"/>
                  </a:cubicBezTo>
                  <a:cubicBezTo>
                    <a:pt x="400" y="122"/>
                    <a:pt x="400" y="123"/>
                    <a:pt x="399" y="122"/>
                  </a:cubicBezTo>
                  <a:close/>
                  <a:moveTo>
                    <a:pt x="401" y="71"/>
                  </a:moveTo>
                  <a:cubicBezTo>
                    <a:pt x="402" y="72"/>
                    <a:pt x="400" y="73"/>
                    <a:pt x="399" y="72"/>
                  </a:cubicBezTo>
                  <a:cubicBezTo>
                    <a:pt x="399" y="71"/>
                    <a:pt x="401" y="70"/>
                    <a:pt x="401" y="71"/>
                  </a:cubicBezTo>
                  <a:close/>
                  <a:moveTo>
                    <a:pt x="399" y="97"/>
                  </a:moveTo>
                  <a:cubicBezTo>
                    <a:pt x="399" y="97"/>
                    <a:pt x="398" y="98"/>
                    <a:pt x="397" y="97"/>
                  </a:cubicBezTo>
                  <a:cubicBezTo>
                    <a:pt x="398" y="97"/>
                    <a:pt x="398" y="97"/>
                    <a:pt x="399" y="97"/>
                  </a:cubicBezTo>
                  <a:close/>
                  <a:moveTo>
                    <a:pt x="398" y="160"/>
                  </a:moveTo>
                  <a:cubicBezTo>
                    <a:pt x="398" y="160"/>
                    <a:pt x="398" y="159"/>
                    <a:pt x="399" y="159"/>
                  </a:cubicBezTo>
                  <a:cubicBezTo>
                    <a:pt x="399" y="159"/>
                    <a:pt x="398" y="160"/>
                    <a:pt x="398" y="160"/>
                  </a:cubicBezTo>
                  <a:close/>
                  <a:moveTo>
                    <a:pt x="398" y="169"/>
                  </a:moveTo>
                  <a:cubicBezTo>
                    <a:pt x="399" y="170"/>
                    <a:pt x="397" y="171"/>
                    <a:pt x="397" y="170"/>
                  </a:cubicBezTo>
                  <a:cubicBezTo>
                    <a:pt x="397" y="169"/>
                    <a:pt x="398" y="169"/>
                    <a:pt x="398" y="169"/>
                  </a:cubicBezTo>
                  <a:close/>
                  <a:moveTo>
                    <a:pt x="397" y="159"/>
                  </a:moveTo>
                  <a:cubicBezTo>
                    <a:pt x="397" y="160"/>
                    <a:pt x="395" y="162"/>
                    <a:pt x="395" y="161"/>
                  </a:cubicBezTo>
                  <a:cubicBezTo>
                    <a:pt x="395" y="160"/>
                    <a:pt x="397" y="160"/>
                    <a:pt x="397" y="159"/>
                  </a:cubicBezTo>
                  <a:close/>
                  <a:moveTo>
                    <a:pt x="395" y="78"/>
                  </a:moveTo>
                  <a:cubicBezTo>
                    <a:pt x="395" y="78"/>
                    <a:pt x="394" y="78"/>
                    <a:pt x="394" y="78"/>
                  </a:cubicBezTo>
                  <a:cubicBezTo>
                    <a:pt x="393" y="78"/>
                    <a:pt x="395" y="78"/>
                    <a:pt x="395" y="78"/>
                  </a:cubicBezTo>
                  <a:close/>
                  <a:moveTo>
                    <a:pt x="392" y="104"/>
                  </a:moveTo>
                  <a:cubicBezTo>
                    <a:pt x="393" y="106"/>
                    <a:pt x="390" y="105"/>
                    <a:pt x="390" y="104"/>
                  </a:cubicBezTo>
                  <a:cubicBezTo>
                    <a:pt x="390" y="102"/>
                    <a:pt x="392" y="103"/>
                    <a:pt x="392" y="104"/>
                  </a:cubicBezTo>
                  <a:close/>
                  <a:moveTo>
                    <a:pt x="388" y="79"/>
                  </a:moveTo>
                  <a:cubicBezTo>
                    <a:pt x="387" y="80"/>
                    <a:pt x="386" y="79"/>
                    <a:pt x="385" y="80"/>
                  </a:cubicBezTo>
                  <a:cubicBezTo>
                    <a:pt x="385" y="79"/>
                    <a:pt x="387" y="79"/>
                    <a:pt x="388" y="79"/>
                  </a:cubicBezTo>
                  <a:close/>
                  <a:moveTo>
                    <a:pt x="385" y="112"/>
                  </a:moveTo>
                  <a:cubicBezTo>
                    <a:pt x="385" y="112"/>
                    <a:pt x="387" y="111"/>
                    <a:pt x="387" y="112"/>
                  </a:cubicBezTo>
                  <a:cubicBezTo>
                    <a:pt x="388" y="114"/>
                    <a:pt x="384" y="114"/>
                    <a:pt x="385" y="112"/>
                  </a:cubicBezTo>
                  <a:close/>
                  <a:moveTo>
                    <a:pt x="382" y="113"/>
                  </a:moveTo>
                  <a:cubicBezTo>
                    <a:pt x="384" y="111"/>
                    <a:pt x="385" y="114"/>
                    <a:pt x="382" y="113"/>
                  </a:cubicBezTo>
                  <a:close/>
                  <a:moveTo>
                    <a:pt x="379" y="110"/>
                  </a:moveTo>
                  <a:cubicBezTo>
                    <a:pt x="380" y="111"/>
                    <a:pt x="376" y="111"/>
                    <a:pt x="376" y="110"/>
                  </a:cubicBezTo>
                  <a:cubicBezTo>
                    <a:pt x="375" y="109"/>
                    <a:pt x="378" y="108"/>
                    <a:pt x="379" y="110"/>
                  </a:cubicBezTo>
                  <a:close/>
                  <a:moveTo>
                    <a:pt x="379" y="80"/>
                  </a:moveTo>
                  <a:cubicBezTo>
                    <a:pt x="379" y="80"/>
                    <a:pt x="377" y="81"/>
                    <a:pt x="377" y="81"/>
                  </a:cubicBezTo>
                  <a:cubicBezTo>
                    <a:pt x="377" y="80"/>
                    <a:pt x="378" y="80"/>
                    <a:pt x="379" y="80"/>
                  </a:cubicBezTo>
                  <a:close/>
                  <a:moveTo>
                    <a:pt x="376" y="81"/>
                  </a:moveTo>
                  <a:cubicBezTo>
                    <a:pt x="375" y="81"/>
                    <a:pt x="374" y="81"/>
                    <a:pt x="374" y="81"/>
                  </a:cubicBezTo>
                  <a:cubicBezTo>
                    <a:pt x="373" y="81"/>
                    <a:pt x="375" y="81"/>
                    <a:pt x="376" y="81"/>
                  </a:cubicBezTo>
                  <a:close/>
                  <a:moveTo>
                    <a:pt x="372" y="76"/>
                  </a:moveTo>
                  <a:cubicBezTo>
                    <a:pt x="372" y="76"/>
                    <a:pt x="372" y="76"/>
                    <a:pt x="372" y="76"/>
                  </a:cubicBezTo>
                  <a:cubicBezTo>
                    <a:pt x="372" y="76"/>
                    <a:pt x="371" y="76"/>
                    <a:pt x="371" y="76"/>
                  </a:cubicBezTo>
                  <a:cubicBezTo>
                    <a:pt x="371" y="76"/>
                    <a:pt x="371" y="76"/>
                    <a:pt x="372" y="76"/>
                  </a:cubicBezTo>
                  <a:close/>
                  <a:moveTo>
                    <a:pt x="363" y="95"/>
                  </a:moveTo>
                  <a:cubicBezTo>
                    <a:pt x="362" y="96"/>
                    <a:pt x="361" y="94"/>
                    <a:pt x="363" y="95"/>
                  </a:cubicBezTo>
                  <a:close/>
                  <a:moveTo>
                    <a:pt x="362" y="110"/>
                  </a:moveTo>
                  <a:cubicBezTo>
                    <a:pt x="362" y="112"/>
                    <a:pt x="358" y="112"/>
                    <a:pt x="357" y="111"/>
                  </a:cubicBezTo>
                  <a:cubicBezTo>
                    <a:pt x="357" y="111"/>
                    <a:pt x="357" y="111"/>
                    <a:pt x="356" y="110"/>
                  </a:cubicBezTo>
                  <a:cubicBezTo>
                    <a:pt x="357" y="111"/>
                    <a:pt x="355" y="112"/>
                    <a:pt x="355" y="111"/>
                  </a:cubicBezTo>
                  <a:cubicBezTo>
                    <a:pt x="354" y="110"/>
                    <a:pt x="363" y="106"/>
                    <a:pt x="362" y="110"/>
                  </a:cubicBezTo>
                  <a:close/>
                  <a:moveTo>
                    <a:pt x="357" y="127"/>
                  </a:moveTo>
                  <a:cubicBezTo>
                    <a:pt x="362" y="124"/>
                    <a:pt x="368" y="124"/>
                    <a:pt x="374" y="121"/>
                  </a:cubicBezTo>
                  <a:cubicBezTo>
                    <a:pt x="379" y="119"/>
                    <a:pt x="384" y="116"/>
                    <a:pt x="389" y="116"/>
                  </a:cubicBezTo>
                  <a:cubicBezTo>
                    <a:pt x="389" y="116"/>
                    <a:pt x="390" y="117"/>
                    <a:pt x="390" y="117"/>
                  </a:cubicBezTo>
                  <a:cubicBezTo>
                    <a:pt x="390" y="118"/>
                    <a:pt x="381" y="121"/>
                    <a:pt x="378" y="122"/>
                  </a:cubicBezTo>
                  <a:cubicBezTo>
                    <a:pt x="373" y="123"/>
                    <a:pt x="369" y="124"/>
                    <a:pt x="364" y="125"/>
                  </a:cubicBezTo>
                  <a:cubicBezTo>
                    <a:pt x="363" y="126"/>
                    <a:pt x="357" y="129"/>
                    <a:pt x="355" y="129"/>
                  </a:cubicBezTo>
                  <a:cubicBezTo>
                    <a:pt x="352" y="129"/>
                    <a:pt x="356" y="127"/>
                    <a:pt x="357" y="127"/>
                  </a:cubicBezTo>
                  <a:close/>
                  <a:moveTo>
                    <a:pt x="357" y="587"/>
                  </a:moveTo>
                  <a:cubicBezTo>
                    <a:pt x="365" y="583"/>
                    <a:pt x="375" y="580"/>
                    <a:pt x="384" y="576"/>
                  </a:cubicBezTo>
                  <a:cubicBezTo>
                    <a:pt x="385" y="576"/>
                    <a:pt x="387" y="575"/>
                    <a:pt x="387" y="576"/>
                  </a:cubicBezTo>
                  <a:cubicBezTo>
                    <a:pt x="388" y="577"/>
                    <a:pt x="384" y="578"/>
                    <a:pt x="386" y="577"/>
                  </a:cubicBezTo>
                  <a:cubicBezTo>
                    <a:pt x="377" y="581"/>
                    <a:pt x="366" y="585"/>
                    <a:pt x="357" y="587"/>
                  </a:cubicBezTo>
                  <a:close/>
                  <a:moveTo>
                    <a:pt x="376" y="609"/>
                  </a:moveTo>
                  <a:cubicBezTo>
                    <a:pt x="376" y="610"/>
                    <a:pt x="374" y="610"/>
                    <a:pt x="374" y="610"/>
                  </a:cubicBezTo>
                  <a:cubicBezTo>
                    <a:pt x="373" y="609"/>
                    <a:pt x="376" y="608"/>
                    <a:pt x="376" y="609"/>
                  </a:cubicBezTo>
                  <a:close/>
                  <a:moveTo>
                    <a:pt x="374" y="600"/>
                  </a:moveTo>
                  <a:cubicBezTo>
                    <a:pt x="373" y="599"/>
                    <a:pt x="375" y="599"/>
                    <a:pt x="375" y="600"/>
                  </a:cubicBezTo>
                  <a:cubicBezTo>
                    <a:pt x="375" y="601"/>
                    <a:pt x="374" y="600"/>
                    <a:pt x="374" y="600"/>
                  </a:cubicBezTo>
                  <a:close/>
                  <a:moveTo>
                    <a:pt x="372" y="610"/>
                  </a:moveTo>
                  <a:cubicBezTo>
                    <a:pt x="371" y="610"/>
                    <a:pt x="373" y="609"/>
                    <a:pt x="373" y="610"/>
                  </a:cubicBezTo>
                  <a:cubicBezTo>
                    <a:pt x="373" y="610"/>
                    <a:pt x="373" y="611"/>
                    <a:pt x="372" y="610"/>
                  </a:cubicBezTo>
                  <a:close/>
                  <a:moveTo>
                    <a:pt x="364" y="137"/>
                  </a:moveTo>
                  <a:cubicBezTo>
                    <a:pt x="364" y="138"/>
                    <a:pt x="364" y="137"/>
                    <a:pt x="363" y="138"/>
                  </a:cubicBezTo>
                  <a:cubicBezTo>
                    <a:pt x="363" y="137"/>
                    <a:pt x="364" y="137"/>
                    <a:pt x="364" y="137"/>
                  </a:cubicBezTo>
                  <a:close/>
                  <a:moveTo>
                    <a:pt x="376" y="167"/>
                  </a:moveTo>
                  <a:cubicBezTo>
                    <a:pt x="377" y="168"/>
                    <a:pt x="373" y="170"/>
                    <a:pt x="371" y="170"/>
                  </a:cubicBezTo>
                  <a:cubicBezTo>
                    <a:pt x="371" y="170"/>
                    <a:pt x="368" y="169"/>
                    <a:pt x="367" y="169"/>
                  </a:cubicBezTo>
                  <a:cubicBezTo>
                    <a:pt x="367" y="168"/>
                    <a:pt x="371" y="165"/>
                    <a:pt x="373" y="168"/>
                  </a:cubicBezTo>
                  <a:cubicBezTo>
                    <a:pt x="373" y="168"/>
                    <a:pt x="373" y="169"/>
                    <a:pt x="373" y="169"/>
                  </a:cubicBezTo>
                  <a:cubicBezTo>
                    <a:pt x="374" y="169"/>
                    <a:pt x="375" y="168"/>
                    <a:pt x="376" y="167"/>
                  </a:cubicBezTo>
                  <a:close/>
                  <a:moveTo>
                    <a:pt x="369" y="576"/>
                  </a:moveTo>
                  <a:cubicBezTo>
                    <a:pt x="369" y="574"/>
                    <a:pt x="371" y="574"/>
                    <a:pt x="369" y="576"/>
                  </a:cubicBezTo>
                  <a:close/>
                  <a:moveTo>
                    <a:pt x="368" y="211"/>
                  </a:moveTo>
                  <a:cubicBezTo>
                    <a:pt x="367" y="211"/>
                    <a:pt x="368" y="209"/>
                    <a:pt x="369" y="210"/>
                  </a:cubicBezTo>
                  <a:cubicBezTo>
                    <a:pt x="369" y="210"/>
                    <a:pt x="368" y="211"/>
                    <a:pt x="368" y="211"/>
                  </a:cubicBezTo>
                  <a:close/>
                  <a:moveTo>
                    <a:pt x="368" y="576"/>
                  </a:moveTo>
                  <a:cubicBezTo>
                    <a:pt x="370" y="575"/>
                    <a:pt x="366" y="578"/>
                    <a:pt x="368" y="576"/>
                  </a:cubicBezTo>
                  <a:close/>
                  <a:moveTo>
                    <a:pt x="379" y="184"/>
                  </a:moveTo>
                  <a:cubicBezTo>
                    <a:pt x="379" y="183"/>
                    <a:pt x="380" y="182"/>
                    <a:pt x="380" y="183"/>
                  </a:cubicBezTo>
                  <a:cubicBezTo>
                    <a:pt x="380" y="184"/>
                    <a:pt x="379" y="184"/>
                    <a:pt x="379" y="184"/>
                  </a:cubicBezTo>
                  <a:close/>
                  <a:moveTo>
                    <a:pt x="356" y="609"/>
                  </a:moveTo>
                  <a:cubicBezTo>
                    <a:pt x="355" y="611"/>
                    <a:pt x="353" y="609"/>
                    <a:pt x="356" y="609"/>
                  </a:cubicBezTo>
                  <a:close/>
                  <a:moveTo>
                    <a:pt x="354" y="556"/>
                  </a:moveTo>
                  <a:cubicBezTo>
                    <a:pt x="353" y="557"/>
                    <a:pt x="352" y="555"/>
                    <a:pt x="354" y="556"/>
                  </a:cubicBezTo>
                  <a:close/>
                  <a:moveTo>
                    <a:pt x="352" y="532"/>
                  </a:moveTo>
                  <a:cubicBezTo>
                    <a:pt x="354" y="530"/>
                    <a:pt x="354" y="533"/>
                    <a:pt x="352" y="532"/>
                  </a:cubicBezTo>
                  <a:close/>
                  <a:moveTo>
                    <a:pt x="354" y="674"/>
                  </a:moveTo>
                  <a:cubicBezTo>
                    <a:pt x="354" y="673"/>
                    <a:pt x="355" y="673"/>
                    <a:pt x="355" y="673"/>
                  </a:cubicBezTo>
                  <a:cubicBezTo>
                    <a:pt x="355" y="674"/>
                    <a:pt x="354" y="674"/>
                    <a:pt x="354" y="674"/>
                  </a:cubicBezTo>
                  <a:close/>
                  <a:moveTo>
                    <a:pt x="357" y="697"/>
                  </a:moveTo>
                  <a:cubicBezTo>
                    <a:pt x="357" y="696"/>
                    <a:pt x="359" y="695"/>
                    <a:pt x="359" y="696"/>
                  </a:cubicBezTo>
                  <a:cubicBezTo>
                    <a:pt x="359" y="697"/>
                    <a:pt x="357" y="698"/>
                    <a:pt x="357" y="697"/>
                  </a:cubicBezTo>
                  <a:close/>
                  <a:moveTo>
                    <a:pt x="357" y="671"/>
                  </a:moveTo>
                  <a:cubicBezTo>
                    <a:pt x="358" y="671"/>
                    <a:pt x="358" y="671"/>
                    <a:pt x="358" y="672"/>
                  </a:cubicBezTo>
                  <a:cubicBezTo>
                    <a:pt x="358" y="673"/>
                    <a:pt x="356" y="671"/>
                    <a:pt x="357" y="671"/>
                  </a:cubicBezTo>
                  <a:close/>
                  <a:moveTo>
                    <a:pt x="360" y="643"/>
                  </a:moveTo>
                  <a:cubicBezTo>
                    <a:pt x="360" y="642"/>
                    <a:pt x="362" y="643"/>
                    <a:pt x="360" y="643"/>
                  </a:cubicBezTo>
                  <a:close/>
                  <a:moveTo>
                    <a:pt x="360" y="630"/>
                  </a:moveTo>
                  <a:cubicBezTo>
                    <a:pt x="358" y="633"/>
                    <a:pt x="350" y="631"/>
                    <a:pt x="351" y="627"/>
                  </a:cubicBezTo>
                  <a:cubicBezTo>
                    <a:pt x="352" y="621"/>
                    <a:pt x="365" y="624"/>
                    <a:pt x="360" y="630"/>
                  </a:cubicBezTo>
                  <a:close/>
                  <a:moveTo>
                    <a:pt x="371" y="611"/>
                  </a:moveTo>
                  <a:cubicBezTo>
                    <a:pt x="368" y="612"/>
                    <a:pt x="365" y="612"/>
                    <a:pt x="362" y="613"/>
                  </a:cubicBezTo>
                  <a:cubicBezTo>
                    <a:pt x="364" y="612"/>
                    <a:pt x="368" y="611"/>
                    <a:pt x="371" y="611"/>
                  </a:cubicBezTo>
                  <a:close/>
                  <a:moveTo>
                    <a:pt x="363" y="671"/>
                  </a:moveTo>
                  <a:cubicBezTo>
                    <a:pt x="363" y="671"/>
                    <a:pt x="364" y="671"/>
                    <a:pt x="365" y="671"/>
                  </a:cubicBezTo>
                  <a:cubicBezTo>
                    <a:pt x="364" y="672"/>
                    <a:pt x="363" y="672"/>
                    <a:pt x="363" y="671"/>
                  </a:cubicBezTo>
                  <a:close/>
                  <a:moveTo>
                    <a:pt x="364" y="691"/>
                  </a:moveTo>
                  <a:cubicBezTo>
                    <a:pt x="364" y="690"/>
                    <a:pt x="365" y="691"/>
                    <a:pt x="365" y="691"/>
                  </a:cubicBezTo>
                  <a:cubicBezTo>
                    <a:pt x="366" y="691"/>
                    <a:pt x="364" y="691"/>
                    <a:pt x="364" y="691"/>
                  </a:cubicBezTo>
                  <a:close/>
                  <a:moveTo>
                    <a:pt x="365" y="647"/>
                  </a:moveTo>
                  <a:cubicBezTo>
                    <a:pt x="365" y="646"/>
                    <a:pt x="366" y="646"/>
                    <a:pt x="366" y="646"/>
                  </a:cubicBezTo>
                  <a:cubicBezTo>
                    <a:pt x="367" y="647"/>
                    <a:pt x="365" y="647"/>
                    <a:pt x="365" y="647"/>
                  </a:cubicBezTo>
                  <a:close/>
                  <a:moveTo>
                    <a:pt x="370" y="666"/>
                  </a:moveTo>
                  <a:cubicBezTo>
                    <a:pt x="370" y="664"/>
                    <a:pt x="373" y="665"/>
                    <a:pt x="372" y="666"/>
                  </a:cubicBezTo>
                  <a:cubicBezTo>
                    <a:pt x="372" y="667"/>
                    <a:pt x="370" y="667"/>
                    <a:pt x="370" y="666"/>
                  </a:cubicBezTo>
                  <a:close/>
                  <a:moveTo>
                    <a:pt x="371" y="691"/>
                  </a:moveTo>
                  <a:cubicBezTo>
                    <a:pt x="372" y="690"/>
                    <a:pt x="373" y="691"/>
                    <a:pt x="374" y="691"/>
                  </a:cubicBezTo>
                  <a:cubicBezTo>
                    <a:pt x="374" y="692"/>
                    <a:pt x="372" y="691"/>
                    <a:pt x="371" y="691"/>
                  </a:cubicBezTo>
                  <a:close/>
                  <a:moveTo>
                    <a:pt x="379" y="659"/>
                  </a:moveTo>
                  <a:cubicBezTo>
                    <a:pt x="379" y="658"/>
                    <a:pt x="377" y="660"/>
                    <a:pt x="377" y="658"/>
                  </a:cubicBezTo>
                  <a:cubicBezTo>
                    <a:pt x="376" y="657"/>
                    <a:pt x="380" y="657"/>
                    <a:pt x="379" y="659"/>
                  </a:cubicBezTo>
                  <a:close/>
                  <a:moveTo>
                    <a:pt x="381" y="691"/>
                  </a:moveTo>
                  <a:cubicBezTo>
                    <a:pt x="380" y="691"/>
                    <a:pt x="382" y="690"/>
                    <a:pt x="383" y="691"/>
                  </a:cubicBezTo>
                  <a:cubicBezTo>
                    <a:pt x="382" y="691"/>
                    <a:pt x="381" y="691"/>
                    <a:pt x="381" y="691"/>
                  </a:cubicBezTo>
                  <a:close/>
                  <a:moveTo>
                    <a:pt x="382" y="658"/>
                  </a:moveTo>
                  <a:cubicBezTo>
                    <a:pt x="380" y="659"/>
                    <a:pt x="379" y="657"/>
                    <a:pt x="382" y="658"/>
                  </a:cubicBezTo>
                  <a:close/>
                  <a:moveTo>
                    <a:pt x="383" y="691"/>
                  </a:moveTo>
                  <a:cubicBezTo>
                    <a:pt x="384" y="691"/>
                    <a:pt x="385" y="691"/>
                    <a:pt x="386" y="691"/>
                  </a:cubicBezTo>
                  <a:cubicBezTo>
                    <a:pt x="386" y="691"/>
                    <a:pt x="384" y="691"/>
                    <a:pt x="383" y="691"/>
                  </a:cubicBezTo>
                  <a:close/>
                  <a:moveTo>
                    <a:pt x="387" y="696"/>
                  </a:move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lose/>
                  <a:moveTo>
                    <a:pt x="384" y="662"/>
                  </a:moveTo>
                  <a:cubicBezTo>
                    <a:pt x="384" y="660"/>
                    <a:pt x="388" y="661"/>
                    <a:pt x="388" y="662"/>
                  </a:cubicBezTo>
                  <a:cubicBezTo>
                    <a:pt x="388" y="663"/>
                    <a:pt x="385" y="664"/>
                    <a:pt x="384" y="662"/>
                  </a:cubicBezTo>
                  <a:close/>
                  <a:moveTo>
                    <a:pt x="398" y="679"/>
                  </a:moveTo>
                  <a:cubicBezTo>
                    <a:pt x="400" y="678"/>
                    <a:pt x="400" y="680"/>
                    <a:pt x="398" y="679"/>
                  </a:cubicBezTo>
                  <a:close/>
                  <a:moveTo>
                    <a:pt x="401" y="664"/>
                  </a:moveTo>
                  <a:cubicBezTo>
                    <a:pt x="402" y="662"/>
                    <a:pt x="405" y="663"/>
                    <a:pt x="406" y="663"/>
                  </a:cubicBezTo>
                  <a:cubicBezTo>
                    <a:pt x="406" y="663"/>
                    <a:pt x="407" y="664"/>
                    <a:pt x="407" y="664"/>
                  </a:cubicBezTo>
                  <a:cubicBezTo>
                    <a:pt x="406" y="664"/>
                    <a:pt x="408" y="663"/>
                    <a:pt x="409" y="664"/>
                  </a:cubicBezTo>
                  <a:cubicBezTo>
                    <a:pt x="409" y="665"/>
                    <a:pt x="400" y="667"/>
                    <a:pt x="401" y="664"/>
                  </a:cubicBezTo>
                  <a:close/>
                  <a:moveTo>
                    <a:pt x="411" y="704"/>
                  </a:moveTo>
                  <a:cubicBezTo>
                    <a:pt x="410" y="704"/>
                    <a:pt x="411" y="704"/>
                    <a:pt x="411" y="704"/>
                  </a:cubicBezTo>
                  <a:cubicBezTo>
                    <a:pt x="411" y="704"/>
                    <a:pt x="411" y="704"/>
                    <a:pt x="411" y="704"/>
                  </a:cubicBezTo>
                  <a:close/>
                  <a:moveTo>
                    <a:pt x="409" y="648"/>
                  </a:moveTo>
                  <a:cubicBezTo>
                    <a:pt x="403" y="650"/>
                    <a:pt x="397" y="649"/>
                    <a:pt x="391" y="651"/>
                  </a:cubicBezTo>
                  <a:cubicBezTo>
                    <a:pt x="386" y="652"/>
                    <a:pt x="381" y="655"/>
                    <a:pt x="376" y="654"/>
                  </a:cubicBezTo>
                  <a:cubicBezTo>
                    <a:pt x="375" y="654"/>
                    <a:pt x="375" y="653"/>
                    <a:pt x="375" y="653"/>
                  </a:cubicBezTo>
                  <a:cubicBezTo>
                    <a:pt x="374" y="652"/>
                    <a:pt x="384" y="650"/>
                    <a:pt x="387" y="650"/>
                  </a:cubicBezTo>
                  <a:cubicBezTo>
                    <a:pt x="393" y="649"/>
                    <a:pt x="396" y="649"/>
                    <a:pt x="401" y="648"/>
                  </a:cubicBezTo>
                  <a:cubicBezTo>
                    <a:pt x="403" y="648"/>
                    <a:pt x="408" y="646"/>
                    <a:pt x="410" y="646"/>
                  </a:cubicBezTo>
                  <a:cubicBezTo>
                    <a:pt x="413" y="647"/>
                    <a:pt x="409" y="648"/>
                    <a:pt x="409" y="648"/>
                  </a:cubicBezTo>
                  <a:close/>
                  <a:moveTo>
                    <a:pt x="394" y="589"/>
                  </a:moveTo>
                  <a:cubicBezTo>
                    <a:pt x="394" y="588"/>
                    <a:pt x="395" y="588"/>
                    <a:pt x="395" y="589"/>
                  </a:cubicBezTo>
                  <a:cubicBezTo>
                    <a:pt x="395" y="589"/>
                    <a:pt x="394" y="590"/>
                    <a:pt x="394" y="589"/>
                  </a:cubicBezTo>
                  <a:close/>
                  <a:moveTo>
                    <a:pt x="398" y="605"/>
                  </a:moveTo>
                  <a:cubicBezTo>
                    <a:pt x="398" y="605"/>
                    <a:pt x="399" y="604"/>
                    <a:pt x="399" y="604"/>
                  </a:cubicBezTo>
                  <a:cubicBezTo>
                    <a:pt x="398" y="604"/>
                    <a:pt x="396" y="605"/>
                    <a:pt x="395" y="605"/>
                  </a:cubicBezTo>
                  <a:cubicBezTo>
                    <a:pt x="395" y="605"/>
                    <a:pt x="399" y="603"/>
                    <a:pt x="400" y="603"/>
                  </a:cubicBezTo>
                  <a:cubicBezTo>
                    <a:pt x="401" y="603"/>
                    <a:pt x="404" y="605"/>
                    <a:pt x="404" y="605"/>
                  </a:cubicBezTo>
                  <a:cubicBezTo>
                    <a:pt x="404" y="606"/>
                    <a:pt x="400" y="608"/>
                    <a:pt x="398" y="605"/>
                  </a:cubicBezTo>
                  <a:close/>
                  <a:moveTo>
                    <a:pt x="403" y="636"/>
                  </a:moveTo>
                  <a:cubicBezTo>
                    <a:pt x="403" y="636"/>
                    <a:pt x="404" y="637"/>
                    <a:pt x="404" y="636"/>
                  </a:cubicBezTo>
                  <a:cubicBezTo>
                    <a:pt x="404" y="637"/>
                    <a:pt x="403" y="637"/>
                    <a:pt x="403" y="636"/>
                  </a:cubicBezTo>
                  <a:close/>
                  <a:moveTo>
                    <a:pt x="406" y="193"/>
                  </a:moveTo>
                  <a:cubicBezTo>
                    <a:pt x="406" y="195"/>
                    <a:pt x="404" y="195"/>
                    <a:pt x="406" y="193"/>
                  </a:cubicBezTo>
                  <a:close/>
                  <a:moveTo>
                    <a:pt x="407" y="192"/>
                  </a:moveTo>
                  <a:cubicBezTo>
                    <a:pt x="406" y="194"/>
                    <a:pt x="409" y="190"/>
                    <a:pt x="407" y="192"/>
                  </a:cubicBezTo>
                  <a:close/>
                  <a:moveTo>
                    <a:pt x="410" y="563"/>
                  </a:moveTo>
                  <a:cubicBezTo>
                    <a:pt x="410" y="564"/>
                    <a:pt x="410" y="565"/>
                    <a:pt x="409" y="564"/>
                  </a:cubicBezTo>
                  <a:cubicBezTo>
                    <a:pt x="408" y="564"/>
                    <a:pt x="409" y="563"/>
                    <a:pt x="410" y="563"/>
                  </a:cubicBezTo>
                  <a:close/>
                  <a:moveTo>
                    <a:pt x="412" y="687"/>
                  </a:moveTo>
                  <a:cubicBezTo>
                    <a:pt x="414" y="686"/>
                    <a:pt x="414" y="687"/>
                    <a:pt x="412" y="687"/>
                  </a:cubicBezTo>
                  <a:close/>
                  <a:moveTo>
                    <a:pt x="391" y="194"/>
                  </a:moveTo>
                  <a:cubicBezTo>
                    <a:pt x="391" y="194"/>
                    <a:pt x="389" y="196"/>
                    <a:pt x="388" y="195"/>
                  </a:cubicBezTo>
                  <a:cubicBezTo>
                    <a:pt x="388" y="194"/>
                    <a:pt x="391" y="193"/>
                    <a:pt x="390" y="194"/>
                  </a:cubicBezTo>
                  <a:cubicBezTo>
                    <a:pt x="398" y="189"/>
                    <a:pt x="408" y="183"/>
                    <a:pt x="417" y="179"/>
                  </a:cubicBezTo>
                  <a:cubicBezTo>
                    <a:pt x="409" y="185"/>
                    <a:pt x="400" y="189"/>
                    <a:pt x="391" y="194"/>
                  </a:cubicBezTo>
                  <a:close/>
                  <a:moveTo>
                    <a:pt x="414" y="158"/>
                  </a:moveTo>
                  <a:cubicBezTo>
                    <a:pt x="415" y="156"/>
                    <a:pt x="417" y="157"/>
                    <a:pt x="414" y="158"/>
                  </a:cubicBezTo>
                  <a:close/>
                  <a:moveTo>
                    <a:pt x="407" y="137"/>
                  </a:moveTo>
                  <a:cubicBezTo>
                    <a:pt x="409" y="134"/>
                    <a:pt x="417" y="135"/>
                    <a:pt x="417" y="139"/>
                  </a:cubicBezTo>
                  <a:cubicBezTo>
                    <a:pt x="417" y="145"/>
                    <a:pt x="403" y="144"/>
                    <a:pt x="407" y="137"/>
                  </a:cubicBezTo>
                  <a:close/>
                  <a:moveTo>
                    <a:pt x="418" y="140"/>
                  </a:moveTo>
                  <a:cubicBezTo>
                    <a:pt x="418" y="139"/>
                    <a:pt x="419" y="142"/>
                    <a:pt x="418" y="140"/>
                  </a:cubicBezTo>
                  <a:close/>
                  <a:moveTo>
                    <a:pt x="420" y="672"/>
                  </a:moveTo>
                  <a:cubicBezTo>
                    <a:pt x="419" y="672"/>
                    <a:pt x="418" y="672"/>
                    <a:pt x="418" y="672"/>
                  </a:cubicBezTo>
                  <a:cubicBezTo>
                    <a:pt x="418" y="671"/>
                    <a:pt x="432" y="670"/>
                    <a:pt x="435" y="670"/>
                  </a:cubicBezTo>
                  <a:cubicBezTo>
                    <a:pt x="437" y="671"/>
                    <a:pt x="433" y="672"/>
                    <a:pt x="432" y="672"/>
                  </a:cubicBezTo>
                  <a:cubicBezTo>
                    <a:pt x="428" y="672"/>
                    <a:pt x="423" y="673"/>
                    <a:pt x="420" y="672"/>
                  </a:cubicBezTo>
                  <a:close/>
                  <a:moveTo>
                    <a:pt x="425" y="681"/>
                  </a:moveTo>
                  <a:cubicBezTo>
                    <a:pt x="425" y="681"/>
                    <a:pt x="425" y="680"/>
                    <a:pt x="425" y="680"/>
                  </a:cubicBezTo>
                  <a:cubicBezTo>
                    <a:pt x="425" y="680"/>
                    <a:pt x="425" y="680"/>
                    <a:pt x="425" y="681"/>
                  </a:cubicBezTo>
                  <a:cubicBezTo>
                    <a:pt x="425" y="681"/>
                    <a:pt x="425" y="681"/>
                    <a:pt x="425" y="681"/>
                  </a:cubicBezTo>
                  <a:cubicBezTo>
                    <a:pt x="426" y="681"/>
                    <a:pt x="426" y="681"/>
                    <a:pt x="425" y="681"/>
                  </a:cubicBezTo>
                  <a:close/>
                  <a:moveTo>
                    <a:pt x="429" y="674"/>
                  </a:moveTo>
                  <a:cubicBezTo>
                    <a:pt x="429" y="674"/>
                    <a:pt x="426" y="674"/>
                    <a:pt x="428" y="673"/>
                  </a:cubicBezTo>
                  <a:cubicBezTo>
                    <a:pt x="431" y="672"/>
                    <a:pt x="437" y="672"/>
                    <a:pt x="441" y="672"/>
                  </a:cubicBezTo>
                  <a:cubicBezTo>
                    <a:pt x="438" y="673"/>
                    <a:pt x="433" y="674"/>
                    <a:pt x="429" y="674"/>
                  </a:cubicBezTo>
                  <a:close/>
                  <a:moveTo>
                    <a:pt x="442" y="672"/>
                  </a:moveTo>
                  <a:cubicBezTo>
                    <a:pt x="444" y="671"/>
                    <a:pt x="448" y="669"/>
                    <a:pt x="452" y="670"/>
                  </a:cubicBezTo>
                  <a:cubicBezTo>
                    <a:pt x="449" y="671"/>
                    <a:pt x="445" y="671"/>
                    <a:pt x="442" y="672"/>
                  </a:cubicBezTo>
                  <a:close/>
                  <a:moveTo>
                    <a:pt x="449" y="142"/>
                  </a:moveTo>
                  <a:cubicBezTo>
                    <a:pt x="450" y="141"/>
                    <a:pt x="450" y="141"/>
                    <a:pt x="451" y="142"/>
                  </a:cubicBezTo>
                  <a:cubicBezTo>
                    <a:pt x="451" y="142"/>
                    <a:pt x="450" y="142"/>
                    <a:pt x="449" y="142"/>
                  </a:cubicBezTo>
                  <a:close/>
                  <a:moveTo>
                    <a:pt x="451" y="148"/>
                  </a:moveTo>
                  <a:cubicBezTo>
                    <a:pt x="452" y="149"/>
                    <a:pt x="450" y="147"/>
                    <a:pt x="451" y="148"/>
                  </a:cubicBezTo>
                  <a:close/>
                  <a:moveTo>
                    <a:pt x="446" y="79"/>
                  </a:moveTo>
                  <a:cubicBezTo>
                    <a:pt x="448" y="77"/>
                    <a:pt x="450" y="78"/>
                    <a:pt x="452" y="77"/>
                  </a:cubicBezTo>
                  <a:cubicBezTo>
                    <a:pt x="451" y="78"/>
                    <a:pt x="448" y="79"/>
                    <a:pt x="446" y="79"/>
                  </a:cubicBezTo>
                  <a:close/>
                  <a:moveTo>
                    <a:pt x="454" y="644"/>
                  </a:moveTo>
                  <a:cubicBezTo>
                    <a:pt x="454" y="644"/>
                    <a:pt x="454" y="644"/>
                    <a:pt x="454" y="644"/>
                  </a:cubicBezTo>
                  <a:cubicBezTo>
                    <a:pt x="455" y="642"/>
                    <a:pt x="455" y="647"/>
                    <a:pt x="454" y="644"/>
                  </a:cubicBezTo>
                  <a:close/>
                  <a:moveTo>
                    <a:pt x="449" y="66"/>
                  </a:moveTo>
                  <a:cubicBezTo>
                    <a:pt x="449" y="66"/>
                    <a:pt x="448" y="65"/>
                    <a:pt x="448" y="65"/>
                  </a:cubicBezTo>
                  <a:cubicBezTo>
                    <a:pt x="448" y="64"/>
                    <a:pt x="451" y="62"/>
                    <a:pt x="453" y="61"/>
                  </a:cubicBezTo>
                  <a:cubicBezTo>
                    <a:pt x="451" y="61"/>
                    <a:pt x="450" y="62"/>
                    <a:pt x="448" y="62"/>
                  </a:cubicBezTo>
                  <a:cubicBezTo>
                    <a:pt x="444" y="62"/>
                    <a:pt x="452" y="60"/>
                    <a:pt x="453" y="60"/>
                  </a:cubicBezTo>
                  <a:cubicBezTo>
                    <a:pt x="458" y="59"/>
                    <a:pt x="462" y="58"/>
                    <a:pt x="466" y="57"/>
                  </a:cubicBezTo>
                  <a:cubicBezTo>
                    <a:pt x="468" y="57"/>
                    <a:pt x="475" y="56"/>
                    <a:pt x="475" y="57"/>
                  </a:cubicBezTo>
                  <a:cubicBezTo>
                    <a:pt x="476" y="58"/>
                    <a:pt x="468" y="59"/>
                    <a:pt x="465" y="59"/>
                  </a:cubicBezTo>
                  <a:cubicBezTo>
                    <a:pt x="461" y="60"/>
                    <a:pt x="459" y="60"/>
                    <a:pt x="456" y="61"/>
                  </a:cubicBezTo>
                  <a:cubicBezTo>
                    <a:pt x="458" y="61"/>
                    <a:pt x="461" y="62"/>
                    <a:pt x="460" y="64"/>
                  </a:cubicBezTo>
                  <a:cubicBezTo>
                    <a:pt x="460" y="69"/>
                    <a:pt x="453" y="68"/>
                    <a:pt x="449" y="66"/>
                  </a:cubicBezTo>
                  <a:close/>
                  <a:moveTo>
                    <a:pt x="467" y="66"/>
                  </a:moveTo>
                  <a:cubicBezTo>
                    <a:pt x="468" y="65"/>
                    <a:pt x="470" y="62"/>
                    <a:pt x="471" y="63"/>
                  </a:cubicBezTo>
                  <a:cubicBezTo>
                    <a:pt x="473" y="65"/>
                    <a:pt x="469" y="66"/>
                    <a:pt x="467" y="66"/>
                  </a:cubicBezTo>
                  <a:close/>
                  <a:moveTo>
                    <a:pt x="459" y="100"/>
                  </a:moveTo>
                  <a:cubicBezTo>
                    <a:pt x="458" y="100"/>
                    <a:pt x="458" y="99"/>
                    <a:pt x="459" y="98"/>
                  </a:cubicBezTo>
                  <a:cubicBezTo>
                    <a:pt x="461" y="96"/>
                    <a:pt x="462" y="100"/>
                    <a:pt x="459" y="100"/>
                  </a:cubicBezTo>
                  <a:close/>
                  <a:moveTo>
                    <a:pt x="456" y="149"/>
                  </a:moveTo>
                  <a:cubicBezTo>
                    <a:pt x="456" y="149"/>
                    <a:pt x="460" y="145"/>
                    <a:pt x="461" y="146"/>
                  </a:cubicBezTo>
                  <a:cubicBezTo>
                    <a:pt x="463" y="148"/>
                    <a:pt x="457" y="150"/>
                    <a:pt x="456" y="149"/>
                  </a:cubicBezTo>
                  <a:close/>
                  <a:moveTo>
                    <a:pt x="462" y="681"/>
                  </a:moveTo>
                  <a:cubicBezTo>
                    <a:pt x="464" y="680"/>
                    <a:pt x="464" y="682"/>
                    <a:pt x="462" y="681"/>
                  </a:cubicBezTo>
                  <a:close/>
                  <a:moveTo>
                    <a:pt x="464" y="170"/>
                  </a:moveTo>
                  <a:cubicBezTo>
                    <a:pt x="463" y="171"/>
                    <a:pt x="461" y="171"/>
                    <a:pt x="460" y="171"/>
                  </a:cubicBezTo>
                  <a:cubicBezTo>
                    <a:pt x="459" y="172"/>
                    <a:pt x="459" y="172"/>
                    <a:pt x="458" y="172"/>
                  </a:cubicBezTo>
                  <a:cubicBezTo>
                    <a:pt x="459" y="172"/>
                    <a:pt x="459" y="172"/>
                    <a:pt x="460" y="171"/>
                  </a:cubicBezTo>
                  <a:cubicBezTo>
                    <a:pt x="462" y="170"/>
                    <a:pt x="464" y="168"/>
                    <a:pt x="465" y="168"/>
                  </a:cubicBezTo>
                  <a:cubicBezTo>
                    <a:pt x="468" y="167"/>
                    <a:pt x="464" y="170"/>
                    <a:pt x="464" y="170"/>
                  </a:cubicBezTo>
                  <a:close/>
                  <a:moveTo>
                    <a:pt x="466" y="68"/>
                  </a:moveTo>
                  <a:cubicBezTo>
                    <a:pt x="466" y="68"/>
                    <a:pt x="466" y="68"/>
                    <a:pt x="466" y="68"/>
                  </a:cubicBezTo>
                  <a:cubicBezTo>
                    <a:pt x="467" y="70"/>
                    <a:pt x="464" y="67"/>
                    <a:pt x="466" y="68"/>
                  </a:cubicBezTo>
                  <a:close/>
                  <a:moveTo>
                    <a:pt x="468" y="241"/>
                  </a:moveTo>
                  <a:cubicBezTo>
                    <a:pt x="468" y="243"/>
                    <a:pt x="465" y="242"/>
                    <a:pt x="468" y="241"/>
                  </a:cubicBezTo>
                  <a:close/>
                  <a:moveTo>
                    <a:pt x="470" y="75"/>
                  </a:moveTo>
                  <a:cubicBezTo>
                    <a:pt x="470" y="75"/>
                    <a:pt x="470" y="76"/>
                    <a:pt x="470" y="77"/>
                  </a:cubicBezTo>
                  <a:cubicBezTo>
                    <a:pt x="471" y="77"/>
                    <a:pt x="472" y="75"/>
                    <a:pt x="472" y="75"/>
                  </a:cubicBezTo>
                  <a:cubicBezTo>
                    <a:pt x="472" y="74"/>
                    <a:pt x="471" y="74"/>
                    <a:pt x="471" y="73"/>
                  </a:cubicBezTo>
                  <a:cubicBezTo>
                    <a:pt x="471" y="74"/>
                    <a:pt x="470" y="73"/>
                    <a:pt x="471" y="73"/>
                  </a:cubicBezTo>
                  <a:cubicBezTo>
                    <a:pt x="472" y="72"/>
                    <a:pt x="473" y="73"/>
                    <a:pt x="473" y="73"/>
                  </a:cubicBezTo>
                  <a:cubicBezTo>
                    <a:pt x="474" y="72"/>
                    <a:pt x="475" y="72"/>
                    <a:pt x="476" y="72"/>
                  </a:cubicBezTo>
                  <a:cubicBezTo>
                    <a:pt x="477" y="72"/>
                    <a:pt x="481" y="75"/>
                    <a:pt x="478" y="76"/>
                  </a:cubicBezTo>
                  <a:cubicBezTo>
                    <a:pt x="476" y="77"/>
                    <a:pt x="471" y="78"/>
                    <a:pt x="469" y="77"/>
                  </a:cubicBezTo>
                  <a:cubicBezTo>
                    <a:pt x="468" y="77"/>
                    <a:pt x="468" y="74"/>
                    <a:pt x="470" y="75"/>
                  </a:cubicBezTo>
                  <a:close/>
                  <a:moveTo>
                    <a:pt x="478" y="117"/>
                  </a:moveTo>
                  <a:cubicBezTo>
                    <a:pt x="479" y="118"/>
                    <a:pt x="477" y="118"/>
                    <a:pt x="476" y="118"/>
                  </a:cubicBezTo>
                  <a:cubicBezTo>
                    <a:pt x="476" y="117"/>
                    <a:pt x="478" y="117"/>
                    <a:pt x="478" y="117"/>
                  </a:cubicBezTo>
                  <a:close/>
                  <a:moveTo>
                    <a:pt x="478" y="100"/>
                  </a:move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lose/>
                  <a:moveTo>
                    <a:pt x="478" y="100"/>
                  </a:moveTo>
                  <a:cubicBezTo>
                    <a:pt x="479" y="100"/>
                    <a:pt x="478" y="100"/>
                    <a:pt x="478" y="100"/>
                  </a:cubicBezTo>
                  <a:close/>
                  <a:moveTo>
                    <a:pt x="476" y="97"/>
                  </a:moveTo>
                  <a:cubicBezTo>
                    <a:pt x="475" y="96"/>
                    <a:pt x="478" y="96"/>
                    <a:pt x="478" y="96"/>
                  </a:cubicBezTo>
                  <a:cubicBezTo>
                    <a:pt x="479" y="96"/>
                    <a:pt x="476" y="97"/>
                    <a:pt x="476" y="97"/>
                  </a:cubicBezTo>
                  <a:close/>
                  <a:moveTo>
                    <a:pt x="474" y="91"/>
                  </a:moveTo>
                  <a:cubicBezTo>
                    <a:pt x="474" y="90"/>
                    <a:pt x="475" y="90"/>
                    <a:pt x="476" y="90"/>
                  </a:cubicBezTo>
                  <a:cubicBezTo>
                    <a:pt x="477" y="92"/>
                    <a:pt x="474" y="92"/>
                    <a:pt x="474" y="91"/>
                  </a:cubicBezTo>
                  <a:close/>
                  <a:moveTo>
                    <a:pt x="477" y="107"/>
                  </a:moveTo>
                  <a:cubicBezTo>
                    <a:pt x="477" y="109"/>
                    <a:pt x="474" y="111"/>
                    <a:pt x="473" y="109"/>
                  </a:cubicBezTo>
                  <a:cubicBezTo>
                    <a:pt x="469" y="106"/>
                    <a:pt x="477" y="104"/>
                    <a:pt x="477" y="107"/>
                  </a:cubicBezTo>
                  <a:close/>
                  <a:moveTo>
                    <a:pt x="472" y="112"/>
                  </a:moveTo>
                  <a:cubicBezTo>
                    <a:pt x="475" y="114"/>
                    <a:pt x="468" y="116"/>
                    <a:pt x="470" y="113"/>
                  </a:cubicBezTo>
                  <a:cubicBezTo>
                    <a:pt x="471" y="112"/>
                    <a:pt x="472" y="112"/>
                    <a:pt x="472" y="112"/>
                  </a:cubicBezTo>
                  <a:close/>
                  <a:moveTo>
                    <a:pt x="475" y="122"/>
                  </a:moveTo>
                  <a:cubicBezTo>
                    <a:pt x="474" y="122"/>
                    <a:pt x="473" y="123"/>
                    <a:pt x="472" y="123"/>
                  </a:cubicBezTo>
                  <a:cubicBezTo>
                    <a:pt x="472" y="123"/>
                    <a:pt x="473" y="121"/>
                    <a:pt x="475" y="122"/>
                  </a:cubicBezTo>
                  <a:close/>
                  <a:moveTo>
                    <a:pt x="474" y="123"/>
                  </a:moveTo>
                  <a:cubicBezTo>
                    <a:pt x="474" y="123"/>
                    <a:pt x="475" y="123"/>
                    <a:pt x="475" y="124"/>
                  </a:cubicBezTo>
                  <a:cubicBezTo>
                    <a:pt x="475" y="124"/>
                    <a:pt x="474" y="124"/>
                    <a:pt x="474" y="123"/>
                  </a:cubicBezTo>
                  <a:close/>
                  <a:moveTo>
                    <a:pt x="477" y="158"/>
                  </a:moveTo>
                  <a:cubicBezTo>
                    <a:pt x="477" y="158"/>
                    <a:pt x="476" y="159"/>
                    <a:pt x="475" y="159"/>
                  </a:cubicBezTo>
                  <a:cubicBezTo>
                    <a:pt x="475" y="159"/>
                    <a:pt x="476" y="158"/>
                    <a:pt x="477" y="158"/>
                  </a:cubicBezTo>
                  <a:close/>
                  <a:moveTo>
                    <a:pt x="476" y="121"/>
                  </a:moveTo>
                  <a:cubicBezTo>
                    <a:pt x="477" y="121"/>
                    <a:pt x="478" y="119"/>
                    <a:pt x="479" y="120"/>
                  </a:cubicBezTo>
                  <a:cubicBezTo>
                    <a:pt x="478" y="121"/>
                    <a:pt x="477" y="121"/>
                    <a:pt x="476" y="121"/>
                  </a:cubicBezTo>
                  <a:close/>
                  <a:moveTo>
                    <a:pt x="472" y="165"/>
                  </a:moveTo>
                  <a:cubicBezTo>
                    <a:pt x="472" y="166"/>
                    <a:pt x="470" y="167"/>
                    <a:pt x="469" y="168"/>
                  </a:cubicBezTo>
                  <a:cubicBezTo>
                    <a:pt x="469" y="166"/>
                    <a:pt x="471" y="166"/>
                    <a:pt x="472" y="165"/>
                  </a:cubicBezTo>
                  <a:close/>
                  <a:moveTo>
                    <a:pt x="471" y="178"/>
                  </a:moveTo>
                  <a:cubicBezTo>
                    <a:pt x="471" y="175"/>
                    <a:pt x="476" y="174"/>
                    <a:pt x="477" y="177"/>
                  </a:cubicBezTo>
                  <a:cubicBezTo>
                    <a:pt x="477" y="181"/>
                    <a:pt x="471" y="180"/>
                    <a:pt x="471" y="178"/>
                  </a:cubicBezTo>
                  <a:close/>
                  <a:moveTo>
                    <a:pt x="472" y="233"/>
                  </a:moveTo>
                  <a:cubicBezTo>
                    <a:pt x="472" y="232"/>
                    <a:pt x="475" y="230"/>
                    <a:pt x="475" y="232"/>
                  </a:cubicBezTo>
                  <a:cubicBezTo>
                    <a:pt x="476" y="234"/>
                    <a:pt x="473" y="234"/>
                    <a:pt x="472" y="233"/>
                  </a:cubicBezTo>
                  <a:close/>
                  <a:moveTo>
                    <a:pt x="475" y="180"/>
                  </a:moveTo>
                  <a:cubicBezTo>
                    <a:pt x="475" y="180"/>
                    <a:pt x="476" y="179"/>
                    <a:pt x="477" y="180"/>
                  </a:cubicBezTo>
                  <a:cubicBezTo>
                    <a:pt x="478" y="181"/>
                    <a:pt x="475" y="181"/>
                    <a:pt x="475" y="180"/>
                  </a:cubicBezTo>
                  <a:close/>
                  <a:moveTo>
                    <a:pt x="482" y="155"/>
                  </a:moveTo>
                  <a:cubicBezTo>
                    <a:pt x="482" y="156"/>
                    <a:pt x="480" y="157"/>
                    <a:pt x="479" y="157"/>
                  </a:cubicBezTo>
                  <a:cubicBezTo>
                    <a:pt x="479" y="156"/>
                    <a:pt x="481" y="156"/>
                    <a:pt x="482" y="155"/>
                  </a:cubicBezTo>
                  <a:close/>
                  <a:moveTo>
                    <a:pt x="479" y="164"/>
                  </a:moveTo>
                  <a:cubicBezTo>
                    <a:pt x="479" y="162"/>
                    <a:pt x="481" y="163"/>
                    <a:pt x="479" y="164"/>
                  </a:cubicBezTo>
                  <a:close/>
                  <a:moveTo>
                    <a:pt x="479" y="175"/>
                  </a:moveTo>
                  <a:cubicBezTo>
                    <a:pt x="478" y="174"/>
                    <a:pt x="480" y="173"/>
                    <a:pt x="480" y="174"/>
                  </a:cubicBezTo>
                  <a:cubicBezTo>
                    <a:pt x="480" y="175"/>
                    <a:pt x="480" y="175"/>
                    <a:pt x="479" y="175"/>
                  </a:cubicBezTo>
                  <a:close/>
                  <a:moveTo>
                    <a:pt x="480" y="164"/>
                  </a:moveTo>
                  <a:cubicBezTo>
                    <a:pt x="480" y="163"/>
                    <a:pt x="484" y="161"/>
                    <a:pt x="484" y="164"/>
                  </a:cubicBezTo>
                  <a:cubicBezTo>
                    <a:pt x="484" y="166"/>
                    <a:pt x="480" y="166"/>
                    <a:pt x="480" y="164"/>
                  </a:cubicBezTo>
                  <a:close/>
                  <a:moveTo>
                    <a:pt x="482" y="188"/>
                  </a:moveTo>
                  <a:cubicBezTo>
                    <a:pt x="482" y="187"/>
                    <a:pt x="483" y="187"/>
                    <a:pt x="484" y="187"/>
                  </a:cubicBezTo>
                  <a:cubicBezTo>
                    <a:pt x="484" y="187"/>
                    <a:pt x="482" y="189"/>
                    <a:pt x="482" y="188"/>
                  </a:cubicBezTo>
                  <a:close/>
                  <a:moveTo>
                    <a:pt x="487" y="253"/>
                  </a:moveTo>
                  <a:cubicBezTo>
                    <a:pt x="487" y="255"/>
                    <a:pt x="485" y="254"/>
                    <a:pt x="487" y="253"/>
                  </a:cubicBezTo>
                  <a:close/>
                  <a:moveTo>
                    <a:pt x="484" y="228"/>
                  </a:moveTo>
                  <a:cubicBezTo>
                    <a:pt x="482" y="226"/>
                    <a:pt x="488" y="223"/>
                    <a:pt x="488" y="227"/>
                  </a:cubicBezTo>
                  <a:cubicBezTo>
                    <a:pt x="488" y="228"/>
                    <a:pt x="485" y="230"/>
                    <a:pt x="484" y="228"/>
                  </a:cubicBezTo>
                  <a:close/>
                  <a:moveTo>
                    <a:pt x="486" y="208"/>
                  </a:moveTo>
                  <a:cubicBezTo>
                    <a:pt x="486" y="207"/>
                    <a:pt x="488" y="206"/>
                    <a:pt x="488" y="207"/>
                  </a:cubicBezTo>
                  <a:cubicBezTo>
                    <a:pt x="488" y="208"/>
                    <a:pt x="487" y="209"/>
                    <a:pt x="486" y="208"/>
                  </a:cubicBezTo>
                  <a:close/>
                  <a:moveTo>
                    <a:pt x="490" y="250"/>
                  </a:moveTo>
                  <a:cubicBezTo>
                    <a:pt x="490" y="248"/>
                    <a:pt x="492" y="246"/>
                    <a:pt x="493" y="245"/>
                  </a:cubicBezTo>
                  <a:cubicBezTo>
                    <a:pt x="493" y="246"/>
                    <a:pt x="491" y="248"/>
                    <a:pt x="490" y="250"/>
                  </a:cubicBezTo>
                  <a:close/>
                  <a:moveTo>
                    <a:pt x="494" y="245"/>
                  </a:moveTo>
                  <a:cubicBezTo>
                    <a:pt x="494" y="244"/>
                    <a:pt x="495" y="243"/>
                    <a:pt x="495" y="243"/>
                  </a:cubicBezTo>
                  <a:cubicBezTo>
                    <a:pt x="496" y="243"/>
                    <a:pt x="494" y="245"/>
                    <a:pt x="494" y="245"/>
                  </a:cubicBezTo>
                  <a:close/>
                  <a:moveTo>
                    <a:pt x="499" y="230"/>
                  </a:moveTo>
                  <a:cubicBezTo>
                    <a:pt x="499" y="229"/>
                    <a:pt x="501" y="229"/>
                    <a:pt x="501" y="229"/>
                  </a:cubicBezTo>
                  <a:cubicBezTo>
                    <a:pt x="502" y="229"/>
                    <a:pt x="500" y="230"/>
                    <a:pt x="499" y="230"/>
                  </a:cubicBezTo>
                  <a:close/>
                  <a:moveTo>
                    <a:pt x="496" y="230"/>
                  </a:moveTo>
                  <a:cubicBezTo>
                    <a:pt x="496" y="230"/>
                    <a:pt x="491" y="233"/>
                    <a:pt x="492" y="231"/>
                  </a:cubicBezTo>
                  <a:cubicBezTo>
                    <a:pt x="492" y="230"/>
                    <a:pt x="497" y="229"/>
                    <a:pt x="497" y="229"/>
                  </a:cubicBezTo>
                  <a:cubicBezTo>
                    <a:pt x="500" y="228"/>
                    <a:pt x="503" y="225"/>
                    <a:pt x="506" y="225"/>
                  </a:cubicBezTo>
                  <a:cubicBezTo>
                    <a:pt x="505" y="228"/>
                    <a:pt x="498" y="229"/>
                    <a:pt x="496" y="230"/>
                  </a:cubicBezTo>
                  <a:close/>
                  <a:moveTo>
                    <a:pt x="505" y="195"/>
                  </a:moveTo>
                  <a:cubicBezTo>
                    <a:pt x="505" y="194"/>
                    <a:pt x="507" y="192"/>
                    <a:pt x="508" y="193"/>
                  </a:cubicBezTo>
                  <a:cubicBezTo>
                    <a:pt x="508" y="194"/>
                    <a:pt x="506" y="196"/>
                    <a:pt x="505" y="195"/>
                  </a:cubicBezTo>
                  <a:close/>
                  <a:moveTo>
                    <a:pt x="507" y="222"/>
                  </a:moveTo>
                  <a:cubicBezTo>
                    <a:pt x="507" y="222"/>
                    <a:pt x="508" y="222"/>
                    <a:pt x="508" y="222"/>
                  </a:cubicBezTo>
                  <a:cubicBezTo>
                    <a:pt x="510" y="223"/>
                    <a:pt x="504" y="225"/>
                    <a:pt x="507" y="222"/>
                  </a:cubicBezTo>
                  <a:close/>
                  <a:moveTo>
                    <a:pt x="506" y="190"/>
                  </a:moveTo>
                  <a:cubicBezTo>
                    <a:pt x="506" y="189"/>
                    <a:pt x="507" y="188"/>
                    <a:pt x="509" y="188"/>
                  </a:cubicBezTo>
                  <a:cubicBezTo>
                    <a:pt x="508" y="189"/>
                    <a:pt x="507" y="190"/>
                    <a:pt x="506" y="190"/>
                  </a:cubicBezTo>
                  <a:close/>
                  <a:moveTo>
                    <a:pt x="516" y="247"/>
                  </a:moveTo>
                  <a:cubicBezTo>
                    <a:pt x="514" y="248"/>
                    <a:pt x="511" y="250"/>
                    <a:pt x="509" y="250"/>
                  </a:cubicBezTo>
                  <a:cubicBezTo>
                    <a:pt x="510" y="249"/>
                    <a:pt x="514" y="248"/>
                    <a:pt x="516" y="247"/>
                  </a:cubicBezTo>
                  <a:close/>
                  <a:moveTo>
                    <a:pt x="512" y="258"/>
                  </a:moveTo>
                  <a:cubicBezTo>
                    <a:pt x="512" y="255"/>
                    <a:pt x="516" y="256"/>
                    <a:pt x="516" y="257"/>
                  </a:cubicBezTo>
                  <a:cubicBezTo>
                    <a:pt x="517" y="258"/>
                    <a:pt x="512" y="260"/>
                    <a:pt x="512" y="258"/>
                  </a:cubicBezTo>
                  <a:close/>
                  <a:moveTo>
                    <a:pt x="517" y="268"/>
                  </a:moveTo>
                  <a:cubicBezTo>
                    <a:pt x="516" y="269"/>
                    <a:pt x="517" y="268"/>
                    <a:pt x="517" y="268"/>
                  </a:cubicBezTo>
                  <a:cubicBezTo>
                    <a:pt x="517" y="268"/>
                    <a:pt x="517" y="268"/>
                    <a:pt x="517" y="268"/>
                  </a:cubicBezTo>
                  <a:close/>
                  <a:moveTo>
                    <a:pt x="517" y="247"/>
                  </a:moveTo>
                  <a:cubicBezTo>
                    <a:pt x="517" y="247"/>
                    <a:pt x="517" y="247"/>
                    <a:pt x="517" y="247"/>
                  </a:cubicBezTo>
                  <a:cubicBezTo>
                    <a:pt x="518" y="247"/>
                    <a:pt x="517" y="247"/>
                    <a:pt x="517" y="247"/>
                  </a:cubicBezTo>
                  <a:close/>
                  <a:moveTo>
                    <a:pt x="518" y="154"/>
                  </a:moveTo>
                  <a:cubicBezTo>
                    <a:pt x="517" y="151"/>
                    <a:pt x="524" y="153"/>
                    <a:pt x="524" y="154"/>
                  </a:cubicBezTo>
                  <a:cubicBezTo>
                    <a:pt x="524" y="154"/>
                    <a:pt x="523" y="155"/>
                    <a:pt x="523" y="155"/>
                  </a:cubicBezTo>
                  <a:cubicBezTo>
                    <a:pt x="523" y="156"/>
                    <a:pt x="522" y="158"/>
                    <a:pt x="521" y="156"/>
                  </a:cubicBezTo>
                  <a:cubicBezTo>
                    <a:pt x="521" y="156"/>
                    <a:pt x="521" y="155"/>
                    <a:pt x="521" y="155"/>
                  </a:cubicBezTo>
                  <a:cubicBezTo>
                    <a:pt x="520" y="155"/>
                    <a:pt x="518" y="155"/>
                    <a:pt x="518" y="154"/>
                  </a:cubicBezTo>
                  <a:close/>
                  <a:moveTo>
                    <a:pt x="518" y="188"/>
                  </a:moveTo>
                  <a:cubicBezTo>
                    <a:pt x="518" y="186"/>
                    <a:pt x="524" y="185"/>
                    <a:pt x="524" y="188"/>
                  </a:cubicBezTo>
                  <a:cubicBezTo>
                    <a:pt x="524" y="190"/>
                    <a:pt x="519" y="190"/>
                    <a:pt x="518" y="188"/>
                  </a:cubicBezTo>
                  <a:close/>
                  <a:moveTo>
                    <a:pt x="522" y="286"/>
                  </a:moveTo>
                  <a:cubicBezTo>
                    <a:pt x="522" y="285"/>
                    <a:pt x="522" y="285"/>
                    <a:pt x="522" y="285"/>
                  </a:cubicBezTo>
                  <a:cubicBezTo>
                    <a:pt x="523" y="285"/>
                    <a:pt x="522" y="286"/>
                    <a:pt x="522" y="286"/>
                  </a:cubicBezTo>
                  <a:close/>
                  <a:moveTo>
                    <a:pt x="521" y="231"/>
                  </a:moveTo>
                  <a:cubicBezTo>
                    <a:pt x="518" y="232"/>
                    <a:pt x="522" y="229"/>
                    <a:pt x="523" y="228"/>
                  </a:cubicBezTo>
                  <a:cubicBezTo>
                    <a:pt x="524" y="226"/>
                    <a:pt x="526" y="223"/>
                    <a:pt x="528" y="220"/>
                  </a:cubicBezTo>
                  <a:cubicBezTo>
                    <a:pt x="528" y="221"/>
                    <a:pt x="527" y="221"/>
                    <a:pt x="527" y="220"/>
                  </a:cubicBezTo>
                  <a:cubicBezTo>
                    <a:pt x="527" y="220"/>
                    <a:pt x="528" y="220"/>
                    <a:pt x="528" y="220"/>
                  </a:cubicBezTo>
                  <a:cubicBezTo>
                    <a:pt x="528" y="220"/>
                    <a:pt x="528" y="220"/>
                    <a:pt x="528" y="220"/>
                  </a:cubicBezTo>
                  <a:cubicBezTo>
                    <a:pt x="529" y="219"/>
                    <a:pt x="529" y="218"/>
                    <a:pt x="530" y="218"/>
                  </a:cubicBezTo>
                  <a:cubicBezTo>
                    <a:pt x="530" y="218"/>
                    <a:pt x="531" y="218"/>
                    <a:pt x="531" y="218"/>
                  </a:cubicBezTo>
                  <a:cubicBezTo>
                    <a:pt x="531" y="218"/>
                    <a:pt x="529" y="220"/>
                    <a:pt x="528" y="222"/>
                  </a:cubicBezTo>
                  <a:cubicBezTo>
                    <a:pt x="527" y="223"/>
                    <a:pt x="523" y="230"/>
                    <a:pt x="521" y="231"/>
                  </a:cubicBezTo>
                  <a:close/>
                  <a:moveTo>
                    <a:pt x="530" y="232"/>
                  </a:moveTo>
                  <a:cubicBezTo>
                    <a:pt x="530" y="232"/>
                    <a:pt x="530" y="232"/>
                    <a:pt x="531" y="232"/>
                  </a:cubicBezTo>
                  <a:cubicBezTo>
                    <a:pt x="531" y="232"/>
                    <a:pt x="530" y="233"/>
                    <a:pt x="530" y="232"/>
                  </a:cubicBezTo>
                  <a:close/>
                  <a:moveTo>
                    <a:pt x="530" y="268"/>
                  </a:move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lose/>
                  <a:moveTo>
                    <a:pt x="530" y="256"/>
                  </a:moveTo>
                  <a:cubicBezTo>
                    <a:pt x="530" y="256"/>
                    <a:pt x="531" y="255"/>
                    <a:pt x="531" y="256"/>
                  </a:cubicBezTo>
                  <a:cubicBezTo>
                    <a:pt x="532" y="258"/>
                    <a:pt x="529" y="258"/>
                    <a:pt x="530" y="256"/>
                  </a:cubicBezTo>
                  <a:close/>
                  <a:moveTo>
                    <a:pt x="533" y="312"/>
                  </a:moveTo>
                  <a:cubicBezTo>
                    <a:pt x="533" y="311"/>
                    <a:pt x="533" y="310"/>
                    <a:pt x="534" y="310"/>
                  </a:cubicBezTo>
                  <a:cubicBezTo>
                    <a:pt x="536" y="308"/>
                    <a:pt x="535" y="313"/>
                    <a:pt x="533" y="312"/>
                  </a:cubicBezTo>
                  <a:close/>
                  <a:moveTo>
                    <a:pt x="533" y="230"/>
                  </a:moveTo>
                  <a:cubicBezTo>
                    <a:pt x="534" y="229"/>
                    <a:pt x="535" y="232"/>
                    <a:pt x="533" y="231"/>
                  </a:cubicBezTo>
                  <a:cubicBezTo>
                    <a:pt x="533" y="231"/>
                    <a:pt x="533" y="230"/>
                    <a:pt x="533" y="230"/>
                  </a:cubicBezTo>
                  <a:close/>
                  <a:moveTo>
                    <a:pt x="531" y="215"/>
                  </a:moveTo>
                  <a:cubicBezTo>
                    <a:pt x="530" y="213"/>
                    <a:pt x="535" y="211"/>
                    <a:pt x="535" y="214"/>
                  </a:cubicBezTo>
                  <a:cubicBezTo>
                    <a:pt x="535" y="215"/>
                    <a:pt x="531" y="217"/>
                    <a:pt x="531" y="215"/>
                  </a:cubicBezTo>
                  <a:close/>
                  <a:moveTo>
                    <a:pt x="530" y="135"/>
                  </a:moveTo>
                  <a:cubicBezTo>
                    <a:pt x="532" y="134"/>
                    <a:pt x="534" y="133"/>
                    <a:pt x="536" y="131"/>
                  </a:cubicBezTo>
                  <a:cubicBezTo>
                    <a:pt x="535" y="134"/>
                    <a:pt x="532" y="134"/>
                    <a:pt x="530" y="135"/>
                  </a:cubicBezTo>
                  <a:close/>
                  <a:moveTo>
                    <a:pt x="598" y="198"/>
                  </a:moveTo>
                  <a:cubicBezTo>
                    <a:pt x="598" y="198"/>
                    <a:pt x="597" y="199"/>
                    <a:pt x="597" y="199"/>
                  </a:cubicBezTo>
                  <a:cubicBezTo>
                    <a:pt x="596" y="198"/>
                    <a:pt x="598" y="198"/>
                    <a:pt x="598" y="198"/>
                  </a:cubicBezTo>
                  <a:close/>
                  <a:moveTo>
                    <a:pt x="596" y="204"/>
                  </a:moveTo>
                  <a:cubicBezTo>
                    <a:pt x="598" y="202"/>
                    <a:pt x="597" y="205"/>
                    <a:pt x="596" y="205"/>
                  </a:cubicBezTo>
                  <a:cubicBezTo>
                    <a:pt x="596" y="204"/>
                    <a:pt x="596" y="204"/>
                    <a:pt x="596" y="204"/>
                  </a:cubicBezTo>
                  <a:close/>
                  <a:moveTo>
                    <a:pt x="596" y="235"/>
                  </a:moveTo>
                  <a:cubicBezTo>
                    <a:pt x="597" y="235"/>
                    <a:pt x="598" y="234"/>
                    <a:pt x="598" y="235"/>
                  </a:cubicBezTo>
                  <a:cubicBezTo>
                    <a:pt x="601" y="237"/>
                    <a:pt x="594" y="238"/>
                    <a:pt x="596" y="235"/>
                  </a:cubicBezTo>
                  <a:close/>
                  <a:moveTo>
                    <a:pt x="599" y="282"/>
                  </a:moveTo>
                  <a:cubicBezTo>
                    <a:pt x="598" y="284"/>
                    <a:pt x="597" y="283"/>
                    <a:pt x="599" y="282"/>
                  </a:cubicBezTo>
                  <a:close/>
                  <a:moveTo>
                    <a:pt x="594" y="323"/>
                  </a:moveTo>
                  <a:cubicBezTo>
                    <a:pt x="594" y="322"/>
                    <a:pt x="595" y="322"/>
                    <a:pt x="595" y="322"/>
                  </a:cubicBezTo>
                  <a:cubicBezTo>
                    <a:pt x="597" y="323"/>
                    <a:pt x="593" y="325"/>
                    <a:pt x="594" y="323"/>
                  </a:cubicBezTo>
                  <a:close/>
                  <a:moveTo>
                    <a:pt x="596" y="370"/>
                  </a:moveTo>
                  <a:cubicBezTo>
                    <a:pt x="597" y="370"/>
                    <a:pt x="594" y="371"/>
                    <a:pt x="596" y="370"/>
                  </a:cubicBezTo>
                  <a:close/>
                  <a:moveTo>
                    <a:pt x="594" y="263"/>
                  </a:moveTo>
                  <a:cubicBezTo>
                    <a:pt x="595" y="262"/>
                    <a:pt x="596" y="264"/>
                    <a:pt x="594" y="263"/>
                  </a:cubicBezTo>
                  <a:close/>
                  <a:moveTo>
                    <a:pt x="594" y="231"/>
                  </a:moveTo>
                  <a:cubicBezTo>
                    <a:pt x="595" y="231"/>
                    <a:pt x="594" y="232"/>
                    <a:pt x="594" y="231"/>
                  </a:cubicBezTo>
                  <a:cubicBezTo>
                    <a:pt x="594" y="231"/>
                    <a:pt x="594" y="231"/>
                    <a:pt x="594" y="231"/>
                  </a:cubicBezTo>
                  <a:close/>
                  <a:moveTo>
                    <a:pt x="592" y="198"/>
                  </a:moveTo>
                  <a:cubicBezTo>
                    <a:pt x="594" y="196"/>
                    <a:pt x="594" y="199"/>
                    <a:pt x="592" y="198"/>
                  </a:cubicBezTo>
                  <a:close/>
                  <a:moveTo>
                    <a:pt x="594" y="244"/>
                  </a:moveTo>
                  <a:cubicBezTo>
                    <a:pt x="594" y="245"/>
                    <a:pt x="593" y="245"/>
                    <a:pt x="591" y="246"/>
                  </a:cubicBezTo>
                  <a:cubicBezTo>
                    <a:pt x="592" y="245"/>
                    <a:pt x="593" y="244"/>
                    <a:pt x="594" y="244"/>
                  </a:cubicBezTo>
                  <a:close/>
                  <a:moveTo>
                    <a:pt x="589" y="200"/>
                  </a:moveTo>
                  <a:cubicBezTo>
                    <a:pt x="590" y="201"/>
                    <a:pt x="588" y="202"/>
                    <a:pt x="588" y="202"/>
                  </a:cubicBezTo>
                  <a:cubicBezTo>
                    <a:pt x="588" y="201"/>
                    <a:pt x="589" y="201"/>
                    <a:pt x="589" y="200"/>
                  </a:cubicBezTo>
                  <a:close/>
                  <a:moveTo>
                    <a:pt x="591" y="200"/>
                  </a:moveTo>
                  <a:cubicBezTo>
                    <a:pt x="590" y="203"/>
                    <a:pt x="589" y="206"/>
                    <a:pt x="586" y="208"/>
                  </a:cubicBezTo>
                  <a:cubicBezTo>
                    <a:pt x="588" y="206"/>
                    <a:pt x="589" y="203"/>
                    <a:pt x="591" y="200"/>
                  </a:cubicBezTo>
                  <a:close/>
                  <a:moveTo>
                    <a:pt x="590" y="339"/>
                  </a:moveTo>
                  <a:cubicBezTo>
                    <a:pt x="591" y="338"/>
                    <a:pt x="590" y="340"/>
                    <a:pt x="590" y="339"/>
                  </a:cubicBezTo>
                  <a:close/>
                  <a:moveTo>
                    <a:pt x="590" y="246"/>
                  </a:moveTo>
                  <a:cubicBezTo>
                    <a:pt x="591" y="246"/>
                    <a:pt x="591" y="246"/>
                    <a:pt x="590" y="246"/>
                  </a:cubicBezTo>
                  <a:close/>
                  <a:moveTo>
                    <a:pt x="590" y="246"/>
                  </a:moveTo>
                  <a:cubicBezTo>
                    <a:pt x="590" y="246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6"/>
                  </a:cubicBezTo>
                  <a:close/>
                  <a:moveTo>
                    <a:pt x="587" y="206"/>
                  </a:moveTo>
                  <a:cubicBezTo>
                    <a:pt x="587" y="206"/>
                    <a:pt x="586" y="205"/>
                    <a:pt x="586" y="205"/>
                  </a:cubicBezTo>
                  <a:cubicBezTo>
                    <a:pt x="587" y="204"/>
                    <a:pt x="587" y="208"/>
                    <a:pt x="587" y="206"/>
                  </a:cubicBezTo>
                  <a:close/>
                  <a:moveTo>
                    <a:pt x="586" y="210"/>
                  </a:moveTo>
                  <a:cubicBezTo>
                    <a:pt x="587" y="211"/>
                    <a:pt x="585" y="212"/>
                    <a:pt x="585" y="213"/>
                  </a:cubicBezTo>
                  <a:cubicBezTo>
                    <a:pt x="584" y="212"/>
                    <a:pt x="586" y="210"/>
                    <a:pt x="586" y="210"/>
                  </a:cubicBezTo>
                  <a:close/>
                  <a:moveTo>
                    <a:pt x="585" y="229"/>
                  </a:moveTo>
                  <a:cubicBezTo>
                    <a:pt x="586" y="228"/>
                    <a:pt x="585" y="230"/>
                    <a:pt x="584" y="230"/>
                  </a:cubicBezTo>
                  <a:cubicBezTo>
                    <a:pt x="584" y="230"/>
                    <a:pt x="585" y="229"/>
                    <a:pt x="585" y="229"/>
                  </a:cubicBezTo>
                  <a:close/>
                  <a:moveTo>
                    <a:pt x="584" y="214"/>
                  </a:moveTo>
                  <a:cubicBezTo>
                    <a:pt x="584" y="212"/>
                    <a:pt x="585" y="214"/>
                    <a:pt x="584" y="214"/>
                  </a:cubicBezTo>
                  <a:close/>
                  <a:moveTo>
                    <a:pt x="583" y="250"/>
                  </a:moveTo>
                  <a:cubicBezTo>
                    <a:pt x="583" y="250"/>
                    <a:pt x="583" y="251"/>
                    <a:pt x="582" y="251"/>
                  </a:cubicBezTo>
                  <a:cubicBezTo>
                    <a:pt x="582" y="251"/>
                    <a:pt x="581" y="251"/>
                    <a:pt x="581" y="251"/>
                  </a:cubicBezTo>
                  <a:cubicBezTo>
                    <a:pt x="582" y="251"/>
                    <a:pt x="583" y="251"/>
                    <a:pt x="583" y="250"/>
                  </a:cubicBezTo>
                  <a:close/>
                  <a:moveTo>
                    <a:pt x="579" y="195"/>
                  </a:moveTo>
                  <a:cubicBezTo>
                    <a:pt x="578" y="194"/>
                    <a:pt x="581" y="195"/>
                    <a:pt x="579" y="195"/>
                  </a:cubicBezTo>
                  <a:close/>
                  <a:moveTo>
                    <a:pt x="578" y="186"/>
                  </a:moveTo>
                  <a:cubicBezTo>
                    <a:pt x="578" y="188"/>
                    <a:pt x="573" y="190"/>
                    <a:pt x="572" y="187"/>
                  </a:cubicBezTo>
                  <a:cubicBezTo>
                    <a:pt x="571" y="184"/>
                    <a:pt x="579" y="182"/>
                    <a:pt x="578" y="186"/>
                  </a:cubicBezTo>
                  <a:close/>
                  <a:moveTo>
                    <a:pt x="576" y="196"/>
                  </a:moveTo>
                  <a:cubicBezTo>
                    <a:pt x="576" y="196"/>
                    <a:pt x="576" y="196"/>
                    <a:pt x="576" y="196"/>
                  </a:cubicBezTo>
                  <a:cubicBezTo>
                    <a:pt x="577" y="198"/>
                    <a:pt x="574" y="195"/>
                    <a:pt x="576" y="196"/>
                  </a:cubicBezTo>
                  <a:close/>
                  <a:moveTo>
                    <a:pt x="573" y="191"/>
                  </a:moveTo>
                  <a:cubicBezTo>
                    <a:pt x="572" y="191"/>
                    <a:pt x="571" y="192"/>
                    <a:pt x="570" y="192"/>
                  </a:cubicBezTo>
                  <a:cubicBezTo>
                    <a:pt x="570" y="191"/>
                    <a:pt x="573" y="190"/>
                    <a:pt x="573" y="191"/>
                  </a:cubicBezTo>
                  <a:close/>
                  <a:moveTo>
                    <a:pt x="565" y="201"/>
                  </a:moveTo>
                  <a:cubicBezTo>
                    <a:pt x="565" y="202"/>
                    <a:pt x="563" y="202"/>
                    <a:pt x="563" y="201"/>
                  </a:cubicBezTo>
                  <a:cubicBezTo>
                    <a:pt x="563" y="200"/>
                    <a:pt x="564" y="200"/>
                    <a:pt x="565" y="201"/>
                  </a:cubicBezTo>
                  <a:close/>
                  <a:moveTo>
                    <a:pt x="569" y="202"/>
                  </a:moveTo>
                  <a:cubicBezTo>
                    <a:pt x="568" y="201"/>
                    <a:pt x="562" y="207"/>
                    <a:pt x="562" y="205"/>
                  </a:cubicBezTo>
                  <a:cubicBezTo>
                    <a:pt x="562" y="204"/>
                    <a:pt x="567" y="200"/>
                    <a:pt x="569" y="202"/>
                  </a:cubicBezTo>
                  <a:close/>
                  <a:moveTo>
                    <a:pt x="563" y="247"/>
                  </a:moveTo>
                  <a:cubicBezTo>
                    <a:pt x="563" y="247"/>
                    <a:pt x="561" y="248"/>
                    <a:pt x="561" y="248"/>
                  </a:cubicBezTo>
                  <a:cubicBezTo>
                    <a:pt x="560" y="247"/>
                    <a:pt x="562" y="245"/>
                    <a:pt x="563" y="247"/>
                  </a:cubicBezTo>
                  <a:close/>
                  <a:moveTo>
                    <a:pt x="562" y="189"/>
                  </a:moveTo>
                  <a:cubicBezTo>
                    <a:pt x="563" y="190"/>
                    <a:pt x="560" y="191"/>
                    <a:pt x="560" y="190"/>
                  </a:cubicBezTo>
                  <a:cubicBezTo>
                    <a:pt x="560" y="189"/>
                    <a:pt x="562" y="189"/>
                    <a:pt x="562" y="189"/>
                  </a:cubicBezTo>
                  <a:close/>
                  <a:moveTo>
                    <a:pt x="560" y="205"/>
                  </a:moveTo>
                  <a:cubicBezTo>
                    <a:pt x="563" y="203"/>
                    <a:pt x="562" y="209"/>
                    <a:pt x="560" y="207"/>
                  </a:cubicBezTo>
                  <a:cubicBezTo>
                    <a:pt x="558" y="207"/>
                    <a:pt x="560" y="205"/>
                    <a:pt x="560" y="205"/>
                  </a:cubicBezTo>
                  <a:close/>
                  <a:moveTo>
                    <a:pt x="560" y="264"/>
                  </a:moveTo>
                  <a:cubicBezTo>
                    <a:pt x="562" y="263"/>
                    <a:pt x="559" y="266"/>
                    <a:pt x="560" y="264"/>
                  </a:cubicBezTo>
                  <a:cubicBezTo>
                    <a:pt x="560" y="264"/>
                    <a:pt x="560" y="264"/>
                    <a:pt x="560" y="264"/>
                  </a:cubicBezTo>
                  <a:close/>
                  <a:moveTo>
                    <a:pt x="556" y="180"/>
                  </a:moveTo>
                  <a:cubicBezTo>
                    <a:pt x="557" y="181"/>
                    <a:pt x="555" y="182"/>
                    <a:pt x="555" y="181"/>
                  </a:cubicBezTo>
                  <a:cubicBezTo>
                    <a:pt x="555" y="181"/>
                    <a:pt x="556" y="181"/>
                    <a:pt x="556" y="180"/>
                  </a:cubicBezTo>
                  <a:close/>
                  <a:moveTo>
                    <a:pt x="554" y="138"/>
                  </a:moveTo>
                  <a:cubicBezTo>
                    <a:pt x="554" y="138"/>
                    <a:pt x="555" y="138"/>
                    <a:pt x="555" y="138"/>
                  </a:cubicBezTo>
                  <a:cubicBezTo>
                    <a:pt x="555" y="140"/>
                    <a:pt x="552" y="136"/>
                    <a:pt x="554" y="138"/>
                  </a:cubicBezTo>
                  <a:close/>
                  <a:moveTo>
                    <a:pt x="555" y="219"/>
                  </a:moveTo>
                  <a:cubicBezTo>
                    <a:pt x="555" y="219"/>
                    <a:pt x="554" y="221"/>
                    <a:pt x="553" y="221"/>
                  </a:cubicBezTo>
                  <a:cubicBezTo>
                    <a:pt x="553" y="220"/>
                    <a:pt x="554" y="218"/>
                    <a:pt x="555" y="219"/>
                  </a:cubicBezTo>
                  <a:close/>
                  <a:moveTo>
                    <a:pt x="553" y="245"/>
                  </a:moveTo>
                  <a:cubicBezTo>
                    <a:pt x="554" y="245"/>
                    <a:pt x="552" y="246"/>
                    <a:pt x="552" y="245"/>
                  </a:cubicBezTo>
                  <a:cubicBezTo>
                    <a:pt x="552" y="244"/>
                    <a:pt x="553" y="244"/>
                    <a:pt x="553" y="245"/>
                  </a:cubicBezTo>
                  <a:close/>
                  <a:moveTo>
                    <a:pt x="552" y="182"/>
                  </a:move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lose/>
                  <a:moveTo>
                    <a:pt x="552" y="133"/>
                  </a:moveTo>
                  <a:cubicBezTo>
                    <a:pt x="552" y="133"/>
                    <a:pt x="551" y="135"/>
                    <a:pt x="551" y="134"/>
                  </a:cubicBezTo>
                  <a:cubicBezTo>
                    <a:pt x="550" y="133"/>
                    <a:pt x="552" y="133"/>
                    <a:pt x="552" y="133"/>
                  </a:cubicBezTo>
                  <a:close/>
                  <a:moveTo>
                    <a:pt x="552" y="158"/>
                  </a:moveTo>
                  <a:cubicBezTo>
                    <a:pt x="552" y="159"/>
                    <a:pt x="550" y="160"/>
                    <a:pt x="550" y="159"/>
                  </a:cubicBezTo>
                  <a:cubicBezTo>
                    <a:pt x="550" y="158"/>
                    <a:pt x="551" y="158"/>
                    <a:pt x="552" y="158"/>
                  </a:cubicBezTo>
                  <a:close/>
                  <a:moveTo>
                    <a:pt x="552" y="177"/>
                  </a:moveTo>
                  <a:cubicBezTo>
                    <a:pt x="552" y="179"/>
                    <a:pt x="548" y="179"/>
                    <a:pt x="548" y="177"/>
                  </a:cubicBezTo>
                  <a:cubicBezTo>
                    <a:pt x="548" y="176"/>
                    <a:pt x="551" y="175"/>
                    <a:pt x="552" y="177"/>
                  </a:cubicBezTo>
                  <a:close/>
                  <a:moveTo>
                    <a:pt x="547" y="170"/>
                  </a:moveTo>
                  <a:cubicBezTo>
                    <a:pt x="548" y="170"/>
                    <a:pt x="547" y="171"/>
                    <a:pt x="546" y="171"/>
                  </a:cubicBezTo>
                  <a:cubicBezTo>
                    <a:pt x="546" y="170"/>
                    <a:pt x="547" y="170"/>
                    <a:pt x="547" y="170"/>
                  </a:cubicBezTo>
                  <a:close/>
                  <a:moveTo>
                    <a:pt x="547" y="166"/>
                  </a:moveTo>
                  <a:cubicBezTo>
                    <a:pt x="548" y="167"/>
                    <a:pt x="547" y="165"/>
                    <a:pt x="547" y="166"/>
                  </a:cubicBezTo>
                  <a:close/>
                  <a:moveTo>
                    <a:pt x="548" y="133"/>
                  </a:moveTo>
                  <a:cubicBezTo>
                    <a:pt x="548" y="134"/>
                    <a:pt x="547" y="134"/>
                    <a:pt x="546" y="134"/>
                  </a:cubicBezTo>
                  <a:cubicBezTo>
                    <a:pt x="546" y="133"/>
                    <a:pt x="547" y="134"/>
                    <a:pt x="548" y="133"/>
                  </a:cubicBezTo>
                  <a:close/>
                  <a:moveTo>
                    <a:pt x="547" y="176"/>
                  </a:moveTo>
                  <a:cubicBezTo>
                    <a:pt x="547" y="177"/>
                    <a:pt x="545" y="176"/>
                    <a:pt x="547" y="176"/>
                  </a:cubicBezTo>
                  <a:close/>
                  <a:moveTo>
                    <a:pt x="546" y="168"/>
                  </a:moveTo>
                  <a:cubicBezTo>
                    <a:pt x="546" y="169"/>
                    <a:pt x="544" y="170"/>
                    <a:pt x="544" y="168"/>
                  </a:cubicBezTo>
                  <a:cubicBezTo>
                    <a:pt x="545" y="168"/>
                    <a:pt x="545" y="168"/>
                    <a:pt x="546" y="168"/>
                  </a:cubicBezTo>
                  <a:close/>
                  <a:moveTo>
                    <a:pt x="545" y="141"/>
                  </a:moveTo>
                  <a:cubicBezTo>
                    <a:pt x="546" y="143"/>
                    <a:pt x="542" y="142"/>
                    <a:pt x="542" y="141"/>
                  </a:cubicBezTo>
                  <a:cubicBezTo>
                    <a:pt x="543" y="140"/>
                    <a:pt x="545" y="140"/>
                    <a:pt x="545" y="141"/>
                  </a:cubicBezTo>
                  <a:close/>
                  <a:moveTo>
                    <a:pt x="540" y="150"/>
                  </a:moveTo>
                  <a:cubicBezTo>
                    <a:pt x="540" y="150"/>
                    <a:pt x="538" y="151"/>
                    <a:pt x="537" y="150"/>
                  </a:cubicBezTo>
                  <a:cubicBezTo>
                    <a:pt x="537" y="149"/>
                    <a:pt x="539" y="148"/>
                    <a:pt x="540" y="150"/>
                  </a:cubicBezTo>
                  <a:close/>
                  <a:moveTo>
                    <a:pt x="537" y="158"/>
                  </a:moveTo>
                  <a:cubicBezTo>
                    <a:pt x="537" y="158"/>
                    <a:pt x="538" y="157"/>
                    <a:pt x="538" y="157"/>
                  </a:cubicBezTo>
                  <a:cubicBezTo>
                    <a:pt x="539" y="157"/>
                    <a:pt x="537" y="159"/>
                    <a:pt x="537" y="158"/>
                  </a:cubicBezTo>
                  <a:close/>
                  <a:moveTo>
                    <a:pt x="538" y="165"/>
                  </a:moveTo>
                  <a:cubicBezTo>
                    <a:pt x="538" y="165"/>
                    <a:pt x="540" y="163"/>
                    <a:pt x="540" y="165"/>
                  </a:cubicBezTo>
                  <a:cubicBezTo>
                    <a:pt x="540" y="164"/>
                    <a:pt x="539" y="166"/>
                    <a:pt x="538" y="165"/>
                  </a:cubicBezTo>
                  <a:close/>
                  <a:moveTo>
                    <a:pt x="540" y="214"/>
                  </a:moveTo>
                  <a:cubicBezTo>
                    <a:pt x="541" y="215"/>
                    <a:pt x="540" y="215"/>
                    <a:pt x="540" y="215"/>
                  </a:cubicBezTo>
                  <a:cubicBezTo>
                    <a:pt x="539" y="214"/>
                    <a:pt x="540" y="214"/>
                    <a:pt x="540" y="214"/>
                  </a:cubicBezTo>
                  <a:close/>
                  <a:moveTo>
                    <a:pt x="541" y="291"/>
                  </a:moveTo>
                  <a:cubicBezTo>
                    <a:pt x="540" y="291"/>
                    <a:pt x="539" y="291"/>
                    <a:pt x="540" y="290"/>
                  </a:cubicBezTo>
                  <a:cubicBezTo>
                    <a:pt x="540" y="289"/>
                    <a:pt x="541" y="290"/>
                    <a:pt x="541" y="291"/>
                  </a:cubicBezTo>
                  <a:close/>
                  <a:moveTo>
                    <a:pt x="541" y="212"/>
                  </a:moveTo>
                  <a:cubicBezTo>
                    <a:pt x="541" y="212"/>
                    <a:pt x="541" y="212"/>
                    <a:pt x="541" y="212"/>
                  </a:cubicBezTo>
                  <a:cubicBezTo>
                    <a:pt x="541" y="212"/>
                    <a:pt x="541" y="212"/>
                    <a:pt x="541" y="212"/>
                  </a:cubicBezTo>
                  <a:cubicBezTo>
                    <a:pt x="540" y="212"/>
                    <a:pt x="540" y="211"/>
                    <a:pt x="541" y="210"/>
                  </a:cubicBezTo>
                  <a:cubicBezTo>
                    <a:pt x="542" y="209"/>
                    <a:pt x="542" y="210"/>
                    <a:pt x="542" y="211"/>
                  </a:cubicBezTo>
                  <a:cubicBezTo>
                    <a:pt x="543" y="211"/>
                    <a:pt x="544" y="211"/>
                    <a:pt x="544" y="210"/>
                  </a:cubicBezTo>
                  <a:cubicBezTo>
                    <a:pt x="545" y="210"/>
                    <a:pt x="550" y="204"/>
                    <a:pt x="551" y="205"/>
                  </a:cubicBezTo>
                  <a:cubicBezTo>
                    <a:pt x="553" y="207"/>
                    <a:pt x="544" y="211"/>
                    <a:pt x="543" y="212"/>
                  </a:cubicBezTo>
                  <a:cubicBezTo>
                    <a:pt x="542" y="212"/>
                    <a:pt x="542" y="214"/>
                    <a:pt x="541" y="212"/>
                  </a:cubicBezTo>
                  <a:close/>
                  <a:moveTo>
                    <a:pt x="549" y="242"/>
                  </a:moveTo>
                  <a:cubicBezTo>
                    <a:pt x="549" y="242"/>
                    <a:pt x="547" y="242"/>
                    <a:pt x="547" y="241"/>
                  </a:cubicBezTo>
                  <a:cubicBezTo>
                    <a:pt x="547" y="241"/>
                    <a:pt x="549" y="240"/>
                    <a:pt x="549" y="242"/>
                  </a:cubicBezTo>
                  <a:close/>
                  <a:moveTo>
                    <a:pt x="543" y="245"/>
                  </a:moveTo>
                  <a:cubicBezTo>
                    <a:pt x="544" y="247"/>
                    <a:pt x="541" y="246"/>
                    <a:pt x="543" y="245"/>
                  </a:cubicBezTo>
                  <a:close/>
                  <a:moveTo>
                    <a:pt x="547" y="220"/>
                  </a:moveTo>
                  <a:cubicBezTo>
                    <a:pt x="546" y="220"/>
                    <a:pt x="546" y="220"/>
                    <a:pt x="546" y="220"/>
                  </a:cubicBezTo>
                  <a:cubicBezTo>
                    <a:pt x="545" y="220"/>
                    <a:pt x="547" y="219"/>
                    <a:pt x="547" y="220"/>
                  </a:cubicBezTo>
                  <a:close/>
                  <a:moveTo>
                    <a:pt x="546" y="265"/>
                  </a:moveTo>
                  <a:cubicBezTo>
                    <a:pt x="546" y="265"/>
                    <a:pt x="547" y="264"/>
                    <a:pt x="547" y="264"/>
                  </a:cubicBezTo>
                  <a:cubicBezTo>
                    <a:pt x="547" y="265"/>
                    <a:pt x="546" y="266"/>
                    <a:pt x="546" y="265"/>
                  </a:cubicBezTo>
                  <a:close/>
                  <a:moveTo>
                    <a:pt x="548" y="300"/>
                  </a:moveTo>
                  <a:cubicBezTo>
                    <a:pt x="548" y="299"/>
                    <a:pt x="548" y="299"/>
                    <a:pt x="548" y="299"/>
                  </a:cubicBezTo>
                  <a:cubicBezTo>
                    <a:pt x="549" y="299"/>
                    <a:pt x="548" y="301"/>
                    <a:pt x="548" y="300"/>
                  </a:cubicBezTo>
                  <a:close/>
                  <a:moveTo>
                    <a:pt x="547" y="280"/>
                  </a:moveTo>
                  <a:cubicBezTo>
                    <a:pt x="549" y="276"/>
                    <a:pt x="551" y="272"/>
                    <a:pt x="552" y="269"/>
                  </a:cubicBezTo>
                  <a:cubicBezTo>
                    <a:pt x="552" y="271"/>
                    <a:pt x="549" y="278"/>
                    <a:pt x="547" y="280"/>
                  </a:cubicBezTo>
                  <a:close/>
                  <a:moveTo>
                    <a:pt x="553" y="329"/>
                  </a:moveTo>
                  <a:cubicBezTo>
                    <a:pt x="553" y="329"/>
                    <a:pt x="553" y="329"/>
                    <a:pt x="553" y="329"/>
                  </a:cubicBezTo>
                  <a:cubicBezTo>
                    <a:pt x="553" y="329"/>
                    <a:pt x="553" y="329"/>
                    <a:pt x="553" y="329"/>
                  </a:cubicBezTo>
                  <a:close/>
                  <a:moveTo>
                    <a:pt x="551" y="261"/>
                  </a:moveTo>
                  <a:cubicBezTo>
                    <a:pt x="553" y="257"/>
                    <a:pt x="553" y="254"/>
                    <a:pt x="555" y="252"/>
                  </a:cubicBezTo>
                  <a:cubicBezTo>
                    <a:pt x="554" y="254"/>
                    <a:pt x="553" y="259"/>
                    <a:pt x="551" y="261"/>
                  </a:cubicBezTo>
                  <a:close/>
                  <a:moveTo>
                    <a:pt x="554" y="222"/>
                  </a:moveTo>
                  <a:cubicBezTo>
                    <a:pt x="555" y="221"/>
                    <a:pt x="556" y="222"/>
                    <a:pt x="554" y="222"/>
                  </a:cubicBezTo>
                  <a:close/>
                  <a:moveTo>
                    <a:pt x="554" y="184"/>
                  </a:moveTo>
                  <a:cubicBezTo>
                    <a:pt x="554" y="183"/>
                    <a:pt x="556" y="182"/>
                    <a:pt x="556" y="183"/>
                  </a:cubicBezTo>
                  <a:cubicBezTo>
                    <a:pt x="556" y="185"/>
                    <a:pt x="554" y="185"/>
                    <a:pt x="554" y="184"/>
                  </a:cubicBezTo>
                  <a:close/>
                  <a:moveTo>
                    <a:pt x="557" y="285"/>
                  </a:moveTo>
                  <a:cubicBezTo>
                    <a:pt x="557" y="283"/>
                    <a:pt x="556" y="286"/>
                    <a:pt x="557" y="285"/>
                  </a:cubicBezTo>
                  <a:close/>
                  <a:moveTo>
                    <a:pt x="560" y="320"/>
                  </a:moveTo>
                  <a:cubicBezTo>
                    <a:pt x="560" y="321"/>
                    <a:pt x="561" y="319"/>
                    <a:pt x="560" y="320"/>
                  </a:cubicBezTo>
                  <a:close/>
                  <a:moveTo>
                    <a:pt x="557" y="283"/>
                  </a:moveTo>
                  <a:cubicBezTo>
                    <a:pt x="556" y="281"/>
                    <a:pt x="561" y="279"/>
                    <a:pt x="561" y="281"/>
                  </a:cubicBezTo>
                  <a:cubicBezTo>
                    <a:pt x="562" y="283"/>
                    <a:pt x="558" y="284"/>
                    <a:pt x="557" y="283"/>
                  </a:cubicBezTo>
                  <a:close/>
                  <a:moveTo>
                    <a:pt x="562" y="258"/>
                  </a:moveTo>
                  <a:cubicBezTo>
                    <a:pt x="562" y="258"/>
                    <a:pt x="563" y="257"/>
                    <a:pt x="563" y="257"/>
                  </a:cubicBezTo>
                  <a:cubicBezTo>
                    <a:pt x="564" y="258"/>
                    <a:pt x="561" y="259"/>
                    <a:pt x="562" y="258"/>
                  </a:cubicBezTo>
                  <a:close/>
                  <a:moveTo>
                    <a:pt x="565" y="221"/>
                  </a:moveTo>
                  <a:cubicBezTo>
                    <a:pt x="564" y="221"/>
                    <a:pt x="564" y="219"/>
                    <a:pt x="565" y="220"/>
                  </a:cubicBezTo>
                  <a:cubicBezTo>
                    <a:pt x="565" y="220"/>
                    <a:pt x="565" y="221"/>
                    <a:pt x="565" y="221"/>
                  </a:cubicBezTo>
                  <a:close/>
                  <a:moveTo>
                    <a:pt x="566" y="206"/>
                  </a:moveTo>
                  <a:cubicBezTo>
                    <a:pt x="565" y="211"/>
                    <a:pt x="567" y="204"/>
                    <a:pt x="568" y="203"/>
                  </a:cubicBezTo>
                  <a:cubicBezTo>
                    <a:pt x="569" y="202"/>
                    <a:pt x="574" y="202"/>
                    <a:pt x="576" y="203"/>
                  </a:cubicBezTo>
                  <a:cubicBezTo>
                    <a:pt x="579" y="205"/>
                    <a:pt x="577" y="210"/>
                    <a:pt x="574" y="212"/>
                  </a:cubicBezTo>
                  <a:cubicBezTo>
                    <a:pt x="573" y="213"/>
                    <a:pt x="570" y="213"/>
                    <a:pt x="569" y="213"/>
                  </a:cubicBezTo>
                  <a:cubicBezTo>
                    <a:pt x="566" y="214"/>
                    <a:pt x="567" y="214"/>
                    <a:pt x="565" y="212"/>
                  </a:cubicBezTo>
                  <a:cubicBezTo>
                    <a:pt x="562" y="210"/>
                    <a:pt x="562" y="205"/>
                    <a:pt x="566" y="206"/>
                  </a:cubicBezTo>
                  <a:close/>
                  <a:moveTo>
                    <a:pt x="573" y="236"/>
                  </a:moveTo>
                  <a:cubicBezTo>
                    <a:pt x="575" y="234"/>
                    <a:pt x="572" y="237"/>
                    <a:pt x="573" y="236"/>
                  </a:cubicBezTo>
                  <a:close/>
                  <a:moveTo>
                    <a:pt x="571" y="238"/>
                  </a:moveTo>
                  <a:cubicBezTo>
                    <a:pt x="573" y="236"/>
                    <a:pt x="569" y="239"/>
                    <a:pt x="571" y="238"/>
                  </a:cubicBezTo>
                  <a:close/>
                  <a:moveTo>
                    <a:pt x="569" y="326"/>
                  </a:moveTo>
                  <a:cubicBezTo>
                    <a:pt x="568" y="326"/>
                    <a:pt x="569" y="325"/>
                    <a:pt x="569" y="325"/>
                  </a:cubicBezTo>
                  <a:cubicBezTo>
                    <a:pt x="570" y="324"/>
                    <a:pt x="570" y="327"/>
                    <a:pt x="569" y="326"/>
                  </a:cubicBezTo>
                  <a:close/>
                  <a:moveTo>
                    <a:pt x="567" y="224"/>
                  </a:moveTo>
                  <a:cubicBezTo>
                    <a:pt x="566" y="223"/>
                    <a:pt x="567" y="222"/>
                    <a:pt x="567" y="222"/>
                  </a:cubicBezTo>
                  <a:cubicBezTo>
                    <a:pt x="568" y="222"/>
                    <a:pt x="567" y="223"/>
                    <a:pt x="567" y="224"/>
                  </a:cubicBezTo>
                  <a:close/>
                  <a:moveTo>
                    <a:pt x="567" y="311"/>
                  </a:moveTo>
                  <a:cubicBezTo>
                    <a:pt x="568" y="312"/>
                    <a:pt x="566" y="312"/>
                    <a:pt x="567" y="311"/>
                  </a:cubicBezTo>
                  <a:close/>
                  <a:moveTo>
                    <a:pt x="565" y="280"/>
                  </a:moveTo>
                  <a:cubicBezTo>
                    <a:pt x="565" y="277"/>
                    <a:pt x="567" y="277"/>
                    <a:pt x="565" y="280"/>
                  </a:cubicBezTo>
                  <a:close/>
                  <a:moveTo>
                    <a:pt x="566" y="411"/>
                  </a:moveTo>
                  <a:cubicBezTo>
                    <a:pt x="568" y="409"/>
                    <a:pt x="569" y="406"/>
                    <a:pt x="572" y="405"/>
                  </a:cubicBezTo>
                  <a:cubicBezTo>
                    <a:pt x="570" y="407"/>
                    <a:pt x="568" y="410"/>
                    <a:pt x="566" y="411"/>
                  </a:cubicBezTo>
                  <a:close/>
                  <a:moveTo>
                    <a:pt x="571" y="279"/>
                  </a:moveTo>
                  <a:cubicBezTo>
                    <a:pt x="571" y="279"/>
                    <a:pt x="573" y="279"/>
                    <a:pt x="572" y="279"/>
                  </a:cubicBezTo>
                  <a:cubicBezTo>
                    <a:pt x="572" y="280"/>
                    <a:pt x="571" y="280"/>
                    <a:pt x="571" y="279"/>
                  </a:cubicBezTo>
                  <a:close/>
                  <a:moveTo>
                    <a:pt x="573" y="383"/>
                  </a:moveTo>
                  <a:cubicBezTo>
                    <a:pt x="571" y="382"/>
                    <a:pt x="573" y="380"/>
                    <a:pt x="574" y="379"/>
                  </a:cubicBezTo>
                  <a:cubicBezTo>
                    <a:pt x="577" y="377"/>
                    <a:pt x="575" y="384"/>
                    <a:pt x="573" y="383"/>
                  </a:cubicBezTo>
                  <a:close/>
                  <a:moveTo>
                    <a:pt x="578" y="218"/>
                  </a:moveTo>
                  <a:cubicBezTo>
                    <a:pt x="583" y="216"/>
                    <a:pt x="584" y="224"/>
                    <a:pt x="580" y="226"/>
                  </a:cubicBezTo>
                  <a:cubicBezTo>
                    <a:pt x="573" y="230"/>
                    <a:pt x="572" y="220"/>
                    <a:pt x="578" y="218"/>
                  </a:cubicBezTo>
                  <a:close/>
                  <a:moveTo>
                    <a:pt x="577" y="295"/>
                  </a:moveTo>
                  <a:cubicBezTo>
                    <a:pt x="577" y="295"/>
                    <a:pt x="577" y="295"/>
                    <a:pt x="577" y="296"/>
                  </a:cubicBezTo>
                  <a:cubicBezTo>
                    <a:pt x="576" y="296"/>
                    <a:pt x="577" y="295"/>
                    <a:pt x="577" y="295"/>
                  </a:cubicBezTo>
                  <a:close/>
                  <a:moveTo>
                    <a:pt x="577" y="425"/>
                  </a:moveTo>
                  <a:cubicBezTo>
                    <a:pt x="576" y="426"/>
                    <a:pt x="578" y="423"/>
                    <a:pt x="577" y="425"/>
                  </a:cubicBezTo>
                  <a:close/>
                  <a:moveTo>
                    <a:pt x="577" y="371"/>
                  </a:moveTo>
                  <a:cubicBezTo>
                    <a:pt x="576" y="370"/>
                    <a:pt x="578" y="370"/>
                    <a:pt x="577" y="371"/>
                  </a:cubicBezTo>
                  <a:close/>
                  <a:moveTo>
                    <a:pt x="577" y="297"/>
                  </a:moveTo>
                  <a:cubicBezTo>
                    <a:pt x="578" y="296"/>
                    <a:pt x="578" y="297"/>
                    <a:pt x="578" y="297"/>
                  </a:cubicBezTo>
                  <a:cubicBezTo>
                    <a:pt x="579" y="299"/>
                    <a:pt x="576" y="297"/>
                    <a:pt x="577" y="297"/>
                  </a:cubicBezTo>
                  <a:close/>
                  <a:moveTo>
                    <a:pt x="580" y="277"/>
                  </a:moveTo>
                  <a:cubicBezTo>
                    <a:pt x="580" y="277"/>
                    <a:pt x="580" y="277"/>
                    <a:pt x="580" y="277"/>
                  </a:cubicBezTo>
                  <a:cubicBezTo>
                    <a:pt x="581" y="277"/>
                    <a:pt x="579" y="278"/>
                    <a:pt x="580" y="277"/>
                  </a:cubicBezTo>
                  <a:close/>
                  <a:moveTo>
                    <a:pt x="580" y="387"/>
                  </a:moveTo>
                  <a:cubicBezTo>
                    <a:pt x="580" y="386"/>
                    <a:pt x="582" y="385"/>
                    <a:pt x="582" y="384"/>
                  </a:cubicBezTo>
                  <a:cubicBezTo>
                    <a:pt x="583" y="385"/>
                    <a:pt x="581" y="386"/>
                    <a:pt x="580" y="387"/>
                  </a:cubicBezTo>
                  <a:close/>
                  <a:moveTo>
                    <a:pt x="578" y="268"/>
                  </a:moveTo>
                  <a:cubicBezTo>
                    <a:pt x="578" y="266"/>
                    <a:pt x="584" y="266"/>
                    <a:pt x="582" y="269"/>
                  </a:cubicBezTo>
                  <a:cubicBezTo>
                    <a:pt x="582" y="271"/>
                    <a:pt x="578" y="270"/>
                    <a:pt x="578" y="268"/>
                  </a:cubicBezTo>
                  <a:close/>
                  <a:moveTo>
                    <a:pt x="582" y="302"/>
                  </a:moveTo>
                  <a:cubicBezTo>
                    <a:pt x="582" y="302"/>
                    <a:pt x="582" y="301"/>
                    <a:pt x="583" y="301"/>
                  </a:cubicBezTo>
                  <a:cubicBezTo>
                    <a:pt x="585" y="299"/>
                    <a:pt x="584" y="304"/>
                    <a:pt x="582" y="302"/>
                  </a:cubicBezTo>
                  <a:close/>
                  <a:moveTo>
                    <a:pt x="584" y="367"/>
                  </a:moveTo>
                  <a:cubicBezTo>
                    <a:pt x="584" y="369"/>
                    <a:pt x="582" y="368"/>
                    <a:pt x="584" y="367"/>
                  </a:cubicBezTo>
                  <a:close/>
                  <a:moveTo>
                    <a:pt x="584" y="364"/>
                  </a:moveTo>
                  <a:cubicBezTo>
                    <a:pt x="584" y="363"/>
                    <a:pt x="584" y="363"/>
                    <a:pt x="585" y="363"/>
                  </a:cubicBezTo>
                  <a:cubicBezTo>
                    <a:pt x="586" y="363"/>
                    <a:pt x="583" y="365"/>
                    <a:pt x="584" y="364"/>
                  </a:cubicBezTo>
                  <a:close/>
                  <a:moveTo>
                    <a:pt x="585" y="305"/>
                  </a:moveTo>
                  <a:cubicBezTo>
                    <a:pt x="585" y="305"/>
                    <a:pt x="586" y="304"/>
                    <a:pt x="586" y="305"/>
                  </a:cubicBezTo>
                  <a:cubicBezTo>
                    <a:pt x="587" y="305"/>
                    <a:pt x="585" y="306"/>
                    <a:pt x="585" y="305"/>
                  </a:cubicBezTo>
                  <a:close/>
                  <a:moveTo>
                    <a:pt x="585" y="289"/>
                  </a:moveTo>
                  <a:cubicBezTo>
                    <a:pt x="585" y="288"/>
                    <a:pt x="586" y="288"/>
                    <a:pt x="586" y="288"/>
                  </a:cubicBezTo>
                  <a:cubicBezTo>
                    <a:pt x="586" y="288"/>
                    <a:pt x="585" y="289"/>
                    <a:pt x="585" y="289"/>
                  </a:cubicBezTo>
                  <a:close/>
                  <a:moveTo>
                    <a:pt x="585" y="250"/>
                  </a:moveTo>
                  <a:cubicBezTo>
                    <a:pt x="586" y="249"/>
                    <a:pt x="587" y="248"/>
                    <a:pt x="589" y="247"/>
                  </a:cubicBezTo>
                  <a:cubicBezTo>
                    <a:pt x="588" y="248"/>
                    <a:pt x="586" y="249"/>
                    <a:pt x="585" y="250"/>
                  </a:cubicBezTo>
                  <a:close/>
                  <a:moveTo>
                    <a:pt x="590" y="437"/>
                  </a:moveTo>
                  <a:cubicBezTo>
                    <a:pt x="589" y="435"/>
                    <a:pt x="591" y="433"/>
                    <a:pt x="593" y="431"/>
                  </a:cubicBezTo>
                  <a:cubicBezTo>
                    <a:pt x="592" y="433"/>
                    <a:pt x="591" y="435"/>
                    <a:pt x="590" y="437"/>
                  </a:cubicBezTo>
                  <a:close/>
                  <a:moveTo>
                    <a:pt x="594" y="251"/>
                  </a:moveTo>
                  <a:cubicBezTo>
                    <a:pt x="596" y="250"/>
                    <a:pt x="595" y="255"/>
                    <a:pt x="593" y="253"/>
                  </a:cubicBezTo>
                  <a:cubicBezTo>
                    <a:pt x="593" y="253"/>
                    <a:pt x="593" y="252"/>
                    <a:pt x="594" y="251"/>
                  </a:cubicBezTo>
                  <a:close/>
                  <a:moveTo>
                    <a:pt x="594" y="357"/>
                  </a:moveTo>
                  <a:cubicBezTo>
                    <a:pt x="594" y="357"/>
                    <a:pt x="594" y="356"/>
                    <a:pt x="595" y="356"/>
                  </a:cubicBezTo>
                  <a:cubicBezTo>
                    <a:pt x="596" y="357"/>
                    <a:pt x="592" y="359"/>
                    <a:pt x="594" y="357"/>
                  </a:cubicBezTo>
                  <a:close/>
                  <a:moveTo>
                    <a:pt x="595" y="371"/>
                  </a:moveTo>
                  <a:cubicBezTo>
                    <a:pt x="595" y="372"/>
                    <a:pt x="594" y="373"/>
                    <a:pt x="593" y="373"/>
                  </a:cubicBezTo>
                  <a:cubicBezTo>
                    <a:pt x="593" y="372"/>
                    <a:pt x="594" y="371"/>
                    <a:pt x="595" y="371"/>
                  </a:cubicBezTo>
                  <a:close/>
                  <a:moveTo>
                    <a:pt x="593" y="429"/>
                  </a:move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lose/>
                  <a:moveTo>
                    <a:pt x="594" y="472"/>
                  </a:moveTo>
                  <a:cubicBezTo>
                    <a:pt x="594" y="472"/>
                    <a:pt x="595" y="470"/>
                    <a:pt x="595" y="470"/>
                  </a:cubicBezTo>
                  <a:cubicBezTo>
                    <a:pt x="596" y="471"/>
                    <a:pt x="594" y="472"/>
                    <a:pt x="594" y="472"/>
                  </a:cubicBezTo>
                  <a:close/>
                  <a:moveTo>
                    <a:pt x="598" y="422"/>
                  </a:moveTo>
                  <a:cubicBezTo>
                    <a:pt x="598" y="423"/>
                    <a:pt x="596" y="426"/>
                    <a:pt x="594" y="428"/>
                  </a:cubicBezTo>
                  <a:cubicBezTo>
                    <a:pt x="594" y="425"/>
                    <a:pt x="599" y="418"/>
                    <a:pt x="598" y="422"/>
                  </a:cubicBezTo>
                  <a:close/>
                  <a:moveTo>
                    <a:pt x="595" y="356"/>
                  </a:moveTo>
                  <a:cubicBezTo>
                    <a:pt x="596" y="355"/>
                    <a:pt x="597" y="354"/>
                    <a:pt x="599" y="353"/>
                  </a:cubicBezTo>
                  <a:cubicBezTo>
                    <a:pt x="598" y="355"/>
                    <a:pt x="597" y="355"/>
                    <a:pt x="595" y="356"/>
                  </a:cubicBezTo>
                  <a:close/>
                  <a:moveTo>
                    <a:pt x="686" y="310"/>
                  </a:moveTo>
                  <a:cubicBezTo>
                    <a:pt x="686" y="309"/>
                    <a:pt x="686" y="312"/>
                    <a:pt x="686" y="310"/>
                  </a:cubicBezTo>
                  <a:close/>
                  <a:moveTo>
                    <a:pt x="679" y="298"/>
                  </a:moveTo>
                  <a:cubicBezTo>
                    <a:pt x="682" y="297"/>
                    <a:pt x="678" y="302"/>
                    <a:pt x="678" y="299"/>
                  </a:cubicBezTo>
                  <a:cubicBezTo>
                    <a:pt x="678" y="299"/>
                    <a:pt x="678" y="298"/>
                    <a:pt x="679" y="298"/>
                  </a:cubicBezTo>
                  <a:close/>
                  <a:moveTo>
                    <a:pt x="676" y="297"/>
                  </a:moveTo>
                  <a:cubicBezTo>
                    <a:pt x="677" y="295"/>
                    <a:pt x="676" y="298"/>
                    <a:pt x="676" y="297"/>
                  </a:cubicBezTo>
                  <a:close/>
                  <a:moveTo>
                    <a:pt x="671" y="307"/>
                  </a:moveTo>
                  <a:cubicBezTo>
                    <a:pt x="671" y="307"/>
                    <a:pt x="672" y="308"/>
                    <a:pt x="671" y="308"/>
                  </a:cubicBezTo>
                  <a:cubicBezTo>
                    <a:pt x="670" y="309"/>
                    <a:pt x="671" y="307"/>
                    <a:pt x="671" y="307"/>
                  </a:cubicBezTo>
                  <a:close/>
                  <a:moveTo>
                    <a:pt x="672" y="331"/>
                  </a:moveTo>
                  <a:cubicBezTo>
                    <a:pt x="672" y="331"/>
                    <a:pt x="675" y="326"/>
                    <a:pt x="675" y="328"/>
                  </a:cubicBezTo>
                  <a:cubicBezTo>
                    <a:pt x="675" y="331"/>
                    <a:pt x="670" y="334"/>
                    <a:pt x="668" y="337"/>
                  </a:cubicBezTo>
                  <a:cubicBezTo>
                    <a:pt x="669" y="335"/>
                    <a:pt x="671" y="333"/>
                    <a:pt x="672" y="331"/>
                  </a:cubicBezTo>
                  <a:close/>
                  <a:moveTo>
                    <a:pt x="669" y="271"/>
                  </a:moveTo>
                  <a:cubicBezTo>
                    <a:pt x="668" y="270"/>
                    <a:pt x="671" y="264"/>
                    <a:pt x="672" y="266"/>
                  </a:cubicBezTo>
                  <a:cubicBezTo>
                    <a:pt x="674" y="267"/>
                    <a:pt x="670" y="270"/>
                    <a:pt x="669" y="271"/>
                  </a:cubicBezTo>
                  <a:close/>
                  <a:moveTo>
                    <a:pt x="674" y="235"/>
                  </a:moveTo>
                  <a:cubicBezTo>
                    <a:pt x="673" y="236"/>
                    <a:pt x="675" y="233"/>
                    <a:pt x="674" y="235"/>
                  </a:cubicBezTo>
                  <a:close/>
                  <a:moveTo>
                    <a:pt x="676" y="252"/>
                  </a:moveTo>
                  <a:cubicBezTo>
                    <a:pt x="676" y="250"/>
                    <a:pt x="677" y="251"/>
                    <a:pt x="676" y="252"/>
                  </a:cubicBezTo>
                  <a:close/>
                  <a:moveTo>
                    <a:pt x="673" y="222"/>
                  </a:moveTo>
                  <a:cubicBezTo>
                    <a:pt x="674" y="221"/>
                    <a:pt x="676" y="222"/>
                    <a:pt x="676" y="222"/>
                  </a:cubicBezTo>
                  <a:cubicBezTo>
                    <a:pt x="678" y="225"/>
                    <a:pt x="674" y="230"/>
                    <a:pt x="672" y="229"/>
                  </a:cubicBezTo>
                  <a:cubicBezTo>
                    <a:pt x="669" y="227"/>
                    <a:pt x="671" y="223"/>
                    <a:pt x="673" y="222"/>
                  </a:cubicBezTo>
                  <a:close/>
                  <a:moveTo>
                    <a:pt x="669" y="233"/>
                  </a:moveTo>
                  <a:cubicBezTo>
                    <a:pt x="669" y="232"/>
                    <a:pt x="670" y="231"/>
                    <a:pt x="670" y="230"/>
                  </a:cubicBezTo>
                  <a:cubicBezTo>
                    <a:pt x="669" y="230"/>
                    <a:pt x="669" y="230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1" y="229"/>
                  </a:cubicBezTo>
                  <a:cubicBezTo>
                    <a:pt x="670" y="230"/>
                    <a:pt x="670" y="230"/>
                    <a:pt x="670" y="230"/>
                  </a:cubicBezTo>
                  <a:cubicBezTo>
                    <a:pt x="670" y="233"/>
                    <a:pt x="669" y="236"/>
                    <a:pt x="668" y="238"/>
                  </a:cubicBezTo>
                  <a:cubicBezTo>
                    <a:pt x="668" y="237"/>
                    <a:pt x="668" y="235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lose/>
                  <a:moveTo>
                    <a:pt x="668" y="231"/>
                  </a:moveTo>
                  <a:cubicBezTo>
                    <a:pt x="668" y="233"/>
                    <a:pt x="666" y="231"/>
                    <a:pt x="668" y="231"/>
                  </a:cubicBezTo>
                  <a:close/>
                  <a:moveTo>
                    <a:pt x="671" y="249"/>
                  </a:moveTo>
                  <a:cubicBezTo>
                    <a:pt x="670" y="250"/>
                    <a:pt x="668" y="251"/>
                    <a:pt x="666" y="252"/>
                  </a:cubicBezTo>
                  <a:cubicBezTo>
                    <a:pt x="667" y="250"/>
                    <a:pt x="669" y="250"/>
                    <a:pt x="671" y="249"/>
                  </a:cubicBezTo>
                  <a:close/>
                  <a:moveTo>
                    <a:pt x="667" y="257"/>
                  </a:moveTo>
                  <a:cubicBezTo>
                    <a:pt x="667" y="258"/>
                    <a:pt x="666" y="260"/>
                    <a:pt x="665" y="261"/>
                  </a:cubicBezTo>
                  <a:cubicBezTo>
                    <a:pt x="665" y="259"/>
                    <a:pt x="667" y="259"/>
                    <a:pt x="667" y="257"/>
                  </a:cubicBezTo>
                  <a:close/>
                  <a:moveTo>
                    <a:pt x="666" y="302"/>
                  </a:moveTo>
                  <a:cubicBezTo>
                    <a:pt x="666" y="302"/>
                    <a:pt x="666" y="302"/>
                    <a:pt x="666" y="301"/>
                  </a:cubicBezTo>
                  <a:cubicBezTo>
                    <a:pt x="666" y="300"/>
                    <a:pt x="667" y="302"/>
                    <a:pt x="666" y="302"/>
                  </a:cubicBezTo>
                  <a:close/>
                  <a:moveTo>
                    <a:pt x="657" y="233"/>
                  </a:moveTo>
                  <a:cubicBezTo>
                    <a:pt x="657" y="233"/>
                    <a:pt x="657" y="233"/>
                    <a:pt x="657" y="233"/>
                  </a:cubicBezTo>
                  <a:cubicBezTo>
                    <a:pt x="657" y="235"/>
                    <a:pt x="655" y="233"/>
                    <a:pt x="657" y="233"/>
                  </a:cubicBezTo>
                  <a:close/>
                  <a:moveTo>
                    <a:pt x="655" y="232"/>
                  </a:moveTo>
                  <a:cubicBezTo>
                    <a:pt x="656" y="232"/>
                    <a:pt x="656" y="234"/>
                    <a:pt x="655" y="234"/>
                  </a:cubicBezTo>
                  <a:cubicBezTo>
                    <a:pt x="654" y="233"/>
                    <a:pt x="655" y="232"/>
                    <a:pt x="655" y="232"/>
                  </a:cubicBezTo>
                  <a:close/>
                  <a:moveTo>
                    <a:pt x="655" y="256"/>
                  </a:moveTo>
                  <a:cubicBezTo>
                    <a:pt x="657" y="254"/>
                    <a:pt x="657" y="259"/>
                    <a:pt x="655" y="259"/>
                  </a:cubicBezTo>
                  <a:cubicBezTo>
                    <a:pt x="654" y="258"/>
                    <a:pt x="654" y="256"/>
                    <a:pt x="655" y="256"/>
                  </a:cubicBezTo>
                  <a:close/>
                  <a:moveTo>
                    <a:pt x="651" y="231"/>
                  </a:moveTo>
                  <a:cubicBezTo>
                    <a:pt x="651" y="231"/>
                    <a:pt x="652" y="230"/>
                    <a:pt x="653" y="231"/>
                  </a:cubicBezTo>
                  <a:cubicBezTo>
                    <a:pt x="654" y="232"/>
                    <a:pt x="650" y="234"/>
                    <a:pt x="651" y="231"/>
                  </a:cubicBezTo>
                  <a:close/>
                  <a:moveTo>
                    <a:pt x="651" y="229"/>
                  </a:moveTo>
                  <a:cubicBezTo>
                    <a:pt x="651" y="228"/>
                    <a:pt x="650" y="231"/>
                    <a:pt x="651" y="229"/>
                  </a:cubicBezTo>
                  <a:close/>
                  <a:moveTo>
                    <a:pt x="647" y="239"/>
                  </a:moveTo>
                  <a:cubicBezTo>
                    <a:pt x="648" y="237"/>
                    <a:pt x="650" y="241"/>
                    <a:pt x="647" y="241"/>
                  </a:cubicBezTo>
                  <a:cubicBezTo>
                    <a:pt x="647" y="240"/>
                    <a:pt x="646" y="239"/>
                    <a:pt x="647" y="239"/>
                  </a:cubicBezTo>
                  <a:close/>
                  <a:moveTo>
                    <a:pt x="649" y="265"/>
                  </a:moveTo>
                  <a:cubicBezTo>
                    <a:pt x="650" y="264"/>
                    <a:pt x="651" y="260"/>
                    <a:pt x="653" y="260"/>
                  </a:cubicBezTo>
                  <a:cubicBezTo>
                    <a:pt x="657" y="258"/>
                    <a:pt x="649" y="267"/>
                    <a:pt x="648" y="268"/>
                  </a:cubicBezTo>
                  <a:cubicBezTo>
                    <a:pt x="650" y="266"/>
                    <a:pt x="648" y="270"/>
                    <a:pt x="647" y="269"/>
                  </a:cubicBezTo>
                  <a:cubicBezTo>
                    <a:pt x="646" y="269"/>
                    <a:pt x="648" y="266"/>
                    <a:pt x="649" y="265"/>
                  </a:cubicBezTo>
                  <a:close/>
                  <a:moveTo>
                    <a:pt x="652" y="271"/>
                  </a:moveTo>
                  <a:cubicBezTo>
                    <a:pt x="653" y="272"/>
                    <a:pt x="651" y="272"/>
                    <a:pt x="651" y="272"/>
                  </a:cubicBezTo>
                  <a:cubicBezTo>
                    <a:pt x="651" y="271"/>
                    <a:pt x="652" y="270"/>
                    <a:pt x="652" y="271"/>
                  </a:cubicBezTo>
                  <a:close/>
                  <a:moveTo>
                    <a:pt x="657" y="273"/>
                  </a:moveTo>
                  <a:cubicBezTo>
                    <a:pt x="653" y="278"/>
                    <a:pt x="649" y="282"/>
                    <a:pt x="643" y="286"/>
                  </a:cubicBezTo>
                  <a:cubicBezTo>
                    <a:pt x="648" y="281"/>
                    <a:pt x="652" y="277"/>
                    <a:pt x="657" y="273"/>
                  </a:cubicBezTo>
                  <a:close/>
                  <a:moveTo>
                    <a:pt x="645" y="387"/>
                  </a:moveTo>
                  <a:cubicBezTo>
                    <a:pt x="645" y="389"/>
                    <a:pt x="643" y="388"/>
                    <a:pt x="645" y="387"/>
                  </a:cubicBezTo>
                  <a:close/>
                  <a:moveTo>
                    <a:pt x="645" y="390"/>
                  </a:moveTo>
                  <a:cubicBezTo>
                    <a:pt x="645" y="388"/>
                    <a:pt x="644" y="391"/>
                    <a:pt x="645" y="390"/>
                  </a:cubicBezTo>
                  <a:close/>
                  <a:moveTo>
                    <a:pt x="641" y="392"/>
                  </a:moveTo>
                  <a:cubicBezTo>
                    <a:pt x="642" y="391"/>
                    <a:pt x="642" y="390"/>
                    <a:pt x="643" y="389"/>
                  </a:cubicBezTo>
                  <a:cubicBezTo>
                    <a:pt x="643" y="390"/>
                    <a:pt x="643" y="391"/>
                    <a:pt x="641" y="392"/>
                  </a:cubicBezTo>
                  <a:close/>
                  <a:moveTo>
                    <a:pt x="642" y="393"/>
                  </a:moveTo>
                  <a:cubicBezTo>
                    <a:pt x="643" y="393"/>
                    <a:pt x="640" y="395"/>
                    <a:pt x="642" y="393"/>
                  </a:cubicBezTo>
                  <a:close/>
                  <a:moveTo>
                    <a:pt x="643" y="300"/>
                  </a:moveTo>
                  <a:cubicBezTo>
                    <a:pt x="642" y="300"/>
                    <a:pt x="643" y="299"/>
                    <a:pt x="643" y="299"/>
                  </a:cubicBezTo>
                  <a:cubicBezTo>
                    <a:pt x="644" y="297"/>
                    <a:pt x="644" y="301"/>
                    <a:pt x="643" y="300"/>
                  </a:cubicBezTo>
                  <a:close/>
                  <a:moveTo>
                    <a:pt x="642" y="297"/>
                  </a:moveTo>
                  <a:cubicBezTo>
                    <a:pt x="642" y="296"/>
                    <a:pt x="643" y="296"/>
                    <a:pt x="644" y="295"/>
                  </a:cubicBezTo>
                  <a:cubicBezTo>
                    <a:pt x="644" y="296"/>
                    <a:pt x="643" y="297"/>
                    <a:pt x="642" y="297"/>
                  </a:cubicBezTo>
                  <a:close/>
                  <a:moveTo>
                    <a:pt x="639" y="297"/>
                  </a:moveTo>
                  <a:cubicBezTo>
                    <a:pt x="638" y="296"/>
                    <a:pt x="644" y="290"/>
                    <a:pt x="645" y="290"/>
                  </a:cubicBezTo>
                  <a:cubicBezTo>
                    <a:pt x="645" y="289"/>
                    <a:pt x="646" y="289"/>
                    <a:pt x="647" y="289"/>
                  </a:cubicBezTo>
                  <a:cubicBezTo>
                    <a:pt x="647" y="289"/>
                    <a:pt x="640" y="298"/>
                    <a:pt x="639" y="297"/>
                  </a:cubicBezTo>
                  <a:close/>
                  <a:moveTo>
                    <a:pt x="642" y="298"/>
                  </a:moveTo>
                  <a:cubicBezTo>
                    <a:pt x="641" y="300"/>
                    <a:pt x="639" y="299"/>
                    <a:pt x="642" y="298"/>
                  </a:cubicBezTo>
                  <a:close/>
                  <a:moveTo>
                    <a:pt x="639" y="303"/>
                  </a:moveTo>
                  <a:cubicBezTo>
                    <a:pt x="639" y="303"/>
                    <a:pt x="639" y="302"/>
                    <a:pt x="639" y="302"/>
                  </a:cubicBezTo>
                  <a:cubicBezTo>
                    <a:pt x="641" y="300"/>
                    <a:pt x="640" y="304"/>
                    <a:pt x="639" y="303"/>
                  </a:cubicBezTo>
                  <a:close/>
                  <a:moveTo>
                    <a:pt x="640" y="320"/>
                  </a:moveTo>
                  <a:cubicBezTo>
                    <a:pt x="640" y="320"/>
                    <a:pt x="639" y="321"/>
                    <a:pt x="639" y="321"/>
                  </a:cubicBezTo>
                  <a:cubicBezTo>
                    <a:pt x="638" y="321"/>
                    <a:pt x="639" y="320"/>
                    <a:pt x="640" y="320"/>
                  </a:cubicBezTo>
                  <a:close/>
                  <a:moveTo>
                    <a:pt x="638" y="266"/>
                  </a:moveTo>
                  <a:cubicBezTo>
                    <a:pt x="637" y="266"/>
                    <a:pt x="639" y="265"/>
                    <a:pt x="638" y="264"/>
                  </a:cubicBezTo>
                  <a:cubicBezTo>
                    <a:pt x="639" y="264"/>
                    <a:pt x="638" y="266"/>
                    <a:pt x="638" y="266"/>
                  </a:cubicBezTo>
                  <a:close/>
                  <a:moveTo>
                    <a:pt x="638" y="268"/>
                  </a:moveTo>
                  <a:cubicBezTo>
                    <a:pt x="638" y="268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8"/>
                  </a:cubicBezTo>
                  <a:close/>
                  <a:moveTo>
                    <a:pt x="642" y="286"/>
                  </a:moveTo>
                  <a:cubicBezTo>
                    <a:pt x="642" y="287"/>
                    <a:pt x="639" y="289"/>
                    <a:pt x="638" y="290"/>
                  </a:cubicBezTo>
                  <a:cubicBezTo>
                    <a:pt x="638" y="288"/>
                    <a:pt x="641" y="288"/>
                    <a:pt x="642" y="286"/>
                  </a:cubicBezTo>
                  <a:close/>
                  <a:moveTo>
                    <a:pt x="644" y="234"/>
                  </a:moveTo>
                  <a:cubicBezTo>
                    <a:pt x="643" y="235"/>
                    <a:pt x="643" y="234"/>
                    <a:pt x="644" y="234"/>
                  </a:cubicBezTo>
                  <a:close/>
                  <a:moveTo>
                    <a:pt x="643" y="251"/>
                  </a:moveTo>
                  <a:cubicBezTo>
                    <a:pt x="643" y="252"/>
                    <a:pt x="642" y="253"/>
                    <a:pt x="642" y="253"/>
                  </a:cubicBezTo>
                  <a:cubicBezTo>
                    <a:pt x="642" y="253"/>
                    <a:pt x="642" y="251"/>
                    <a:pt x="643" y="251"/>
                  </a:cubicBezTo>
                  <a:close/>
                  <a:moveTo>
                    <a:pt x="645" y="254"/>
                  </a:moveTo>
                  <a:cubicBezTo>
                    <a:pt x="643" y="257"/>
                    <a:pt x="641" y="258"/>
                    <a:pt x="638" y="260"/>
                  </a:cubicBezTo>
                  <a:cubicBezTo>
                    <a:pt x="640" y="258"/>
                    <a:pt x="642" y="256"/>
                    <a:pt x="645" y="254"/>
                  </a:cubicBezTo>
                  <a:close/>
                  <a:moveTo>
                    <a:pt x="640" y="225"/>
                  </a:moveTo>
                  <a:cubicBezTo>
                    <a:pt x="640" y="225"/>
                    <a:pt x="640" y="225"/>
                    <a:pt x="640" y="225"/>
                  </a:cubicBezTo>
                  <a:cubicBezTo>
                    <a:pt x="640" y="225"/>
                    <a:pt x="640" y="225"/>
                    <a:pt x="640" y="226"/>
                  </a:cubicBezTo>
                  <a:cubicBezTo>
                    <a:pt x="640" y="226"/>
                    <a:pt x="640" y="226"/>
                    <a:pt x="640" y="225"/>
                  </a:cubicBezTo>
                  <a:close/>
                  <a:moveTo>
                    <a:pt x="640" y="241"/>
                  </a:moveTo>
                  <a:cubicBezTo>
                    <a:pt x="641" y="243"/>
                    <a:pt x="638" y="244"/>
                    <a:pt x="638" y="242"/>
                  </a:cubicBezTo>
                  <a:cubicBezTo>
                    <a:pt x="637" y="241"/>
                    <a:pt x="640" y="239"/>
                    <a:pt x="640" y="241"/>
                  </a:cubicBezTo>
                  <a:close/>
                  <a:moveTo>
                    <a:pt x="638" y="290"/>
                  </a:moveTo>
                  <a:cubicBezTo>
                    <a:pt x="639" y="291"/>
                    <a:pt x="635" y="292"/>
                    <a:pt x="636" y="290"/>
                  </a:cubicBezTo>
                  <a:cubicBezTo>
                    <a:pt x="637" y="289"/>
                    <a:pt x="637" y="289"/>
                    <a:pt x="638" y="290"/>
                  </a:cubicBezTo>
                  <a:close/>
                  <a:moveTo>
                    <a:pt x="637" y="302"/>
                  </a:move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lose/>
                  <a:moveTo>
                    <a:pt x="632" y="265"/>
                  </a:moveTo>
                  <a:cubicBezTo>
                    <a:pt x="633" y="264"/>
                    <a:pt x="635" y="262"/>
                    <a:pt x="636" y="262"/>
                  </a:cubicBezTo>
                  <a:cubicBezTo>
                    <a:pt x="636" y="262"/>
                    <a:pt x="634" y="265"/>
                    <a:pt x="632" y="265"/>
                  </a:cubicBezTo>
                  <a:close/>
                  <a:moveTo>
                    <a:pt x="637" y="219"/>
                  </a:moveTo>
                  <a:cubicBezTo>
                    <a:pt x="637" y="221"/>
                    <a:pt x="634" y="221"/>
                    <a:pt x="634" y="219"/>
                  </a:cubicBezTo>
                  <a:cubicBezTo>
                    <a:pt x="634" y="218"/>
                    <a:pt x="636" y="217"/>
                    <a:pt x="637" y="219"/>
                  </a:cubicBezTo>
                  <a:close/>
                  <a:moveTo>
                    <a:pt x="633" y="221"/>
                  </a:moveTo>
                  <a:cubicBezTo>
                    <a:pt x="633" y="221"/>
                    <a:pt x="635" y="221"/>
                    <a:pt x="634" y="222"/>
                  </a:cubicBezTo>
                  <a:cubicBezTo>
                    <a:pt x="634" y="222"/>
                    <a:pt x="632" y="222"/>
                    <a:pt x="633" y="221"/>
                  </a:cubicBezTo>
                  <a:close/>
                  <a:moveTo>
                    <a:pt x="633" y="253"/>
                  </a:moveTo>
                  <a:cubicBezTo>
                    <a:pt x="633" y="254"/>
                    <a:pt x="632" y="254"/>
                    <a:pt x="631" y="254"/>
                  </a:cubicBezTo>
                  <a:cubicBezTo>
                    <a:pt x="631" y="253"/>
                    <a:pt x="632" y="252"/>
                    <a:pt x="633" y="253"/>
                  </a:cubicBezTo>
                  <a:close/>
                  <a:moveTo>
                    <a:pt x="630" y="260"/>
                  </a:moveTo>
                  <a:cubicBezTo>
                    <a:pt x="630" y="260"/>
                    <a:pt x="630" y="260"/>
                    <a:pt x="630" y="261"/>
                  </a:cubicBezTo>
                  <a:cubicBezTo>
                    <a:pt x="630" y="261"/>
                    <a:pt x="630" y="261"/>
                    <a:pt x="630" y="261"/>
                  </a:cubicBezTo>
                  <a:cubicBezTo>
                    <a:pt x="630" y="261"/>
                    <a:pt x="630" y="260"/>
                    <a:pt x="630" y="260"/>
                  </a:cubicBezTo>
                  <a:close/>
                  <a:moveTo>
                    <a:pt x="632" y="277"/>
                  </a:moveTo>
                  <a:cubicBezTo>
                    <a:pt x="634" y="279"/>
                    <a:pt x="631" y="281"/>
                    <a:pt x="629" y="281"/>
                  </a:cubicBezTo>
                  <a:cubicBezTo>
                    <a:pt x="629" y="280"/>
                    <a:pt x="631" y="277"/>
                    <a:pt x="632" y="277"/>
                  </a:cubicBezTo>
                  <a:close/>
                  <a:moveTo>
                    <a:pt x="632" y="347"/>
                  </a:moveTo>
                  <a:cubicBezTo>
                    <a:pt x="632" y="347"/>
                    <a:pt x="632" y="346"/>
                    <a:pt x="632" y="346"/>
                  </a:cubicBezTo>
                  <a:cubicBezTo>
                    <a:pt x="633" y="344"/>
                    <a:pt x="632" y="348"/>
                    <a:pt x="632" y="347"/>
                  </a:cubicBezTo>
                  <a:close/>
                  <a:moveTo>
                    <a:pt x="630" y="294"/>
                  </a:moveTo>
                  <a:cubicBezTo>
                    <a:pt x="630" y="295"/>
                    <a:pt x="629" y="295"/>
                    <a:pt x="629" y="295"/>
                  </a:cubicBezTo>
                  <a:cubicBezTo>
                    <a:pt x="629" y="295"/>
                    <a:pt x="629" y="294"/>
                    <a:pt x="630" y="294"/>
                  </a:cubicBezTo>
                  <a:close/>
                  <a:moveTo>
                    <a:pt x="627" y="314"/>
                  </a:moveTo>
                  <a:cubicBezTo>
                    <a:pt x="627" y="314"/>
                    <a:pt x="628" y="314"/>
                    <a:pt x="628" y="314"/>
                  </a:cubicBezTo>
                  <a:cubicBezTo>
                    <a:pt x="629" y="315"/>
                    <a:pt x="627" y="315"/>
                    <a:pt x="627" y="314"/>
                  </a:cubicBezTo>
                  <a:close/>
                  <a:moveTo>
                    <a:pt x="628" y="256"/>
                  </a:moveTo>
                  <a:cubicBezTo>
                    <a:pt x="628" y="254"/>
                    <a:pt x="627" y="257"/>
                    <a:pt x="628" y="256"/>
                  </a:cubicBezTo>
                  <a:close/>
                  <a:moveTo>
                    <a:pt x="626" y="201"/>
                  </a:moveTo>
                  <a:cubicBezTo>
                    <a:pt x="624" y="200"/>
                    <a:pt x="625" y="198"/>
                    <a:pt x="626" y="198"/>
                  </a:cubicBezTo>
                  <a:cubicBezTo>
                    <a:pt x="629" y="196"/>
                    <a:pt x="628" y="201"/>
                    <a:pt x="626" y="201"/>
                  </a:cubicBezTo>
                  <a:close/>
                  <a:moveTo>
                    <a:pt x="625" y="187"/>
                  </a:moveTo>
                  <a:cubicBezTo>
                    <a:pt x="625" y="186"/>
                    <a:pt x="626" y="186"/>
                    <a:pt x="626" y="186"/>
                  </a:cubicBezTo>
                  <a:cubicBezTo>
                    <a:pt x="627" y="187"/>
                    <a:pt x="624" y="188"/>
                    <a:pt x="625" y="187"/>
                  </a:cubicBezTo>
                  <a:close/>
                  <a:moveTo>
                    <a:pt x="622" y="226"/>
                  </a:moveTo>
                  <a:cubicBezTo>
                    <a:pt x="617" y="226"/>
                    <a:pt x="619" y="218"/>
                    <a:pt x="621" y="217"/>
                  </a:cubicBezTo>
                  <a:cubicBezTo>
                    <a:pt x="629" y="212"/>
                    <a:pt x="628" y="227"/>
                    <a:pt x="622" y="226"/>
                  </a:cubicBezTo>
                  <a:close/>
                  <a:moveTo>
                    <a:pt x="619" y="233"/>
                  </a:moveTo>
                  <a:cubicBezTo>
                    <a:pt x="618" y="232"/>
                    <a:pt x="623" y="228"/>
                    <a:pt x="624" y="228"/>
                  </a:cubicBezTo>
                  <a:cubicBezTo>
                    <a:pt x="628" y="226"/>
                    <a:pt x="620" y="234"/>
                    <a:pt x="619" y="233"/>
                  </a:cubicBezTo>
                  <a:close/>
                  <a:moveTo>
                    <a:pt x="625" y="235"/>
                  </a:moveTo>
                  <a:cubicBezTo>
                    <a:pt x="625" y="236"/>
                    <a:pt x="623" y="237"/>
                    <a:pt x="623" y="236"/>
                  </a:cubicBezTo>
                  <a:cubicBezTo>
                    <a:pt x="622" y="235"/>
                    <a:pt x="624" y="234"/>
                    <a:pt x="625" y="235"/>
                  </a:cubicBezTo>
                  <a:close/>
                  <a:moveTo>
                    <a:pt x="622" y="357"/>
                  </a:move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lose/>
                  <a:moveTo>
                    <a:pt x="608" y="328"/>
                  </a:moveTo>
                  <a:cubicBezTo>
                    <a:pt x="608" y="327"/>
                    <a:pt x="611" y="326"/>
                    <a:pt x="612" y="324"/>
                  </a:cubicBezTo>
                  <a:cubicBezTo>
                    <a:pt x="615" y="321"/>
                    <a:pt x="617" y="315"/>
                    <a:pt x="621" y="313"/>
                  </a:cubicBezTo>
                  <a:cubicBezTo>
                    <a:pt x="621" y="317"/>
                    <a:pt x="615" y="319"/>
                    <a:pt x="614" y="322"/>
                  </a:cubicBezTo>
                  <a:cubicBezTo>
                    <a:pt x="613" y="324"/>
                    <a:pt x="610" y="329"/>
                    <a:pt x="607" y="331"/>
                  </a:cubicBezTo>
                  <a:cubicBezTo>
                    <a:pt x="607" y="331"/>
                    <a:pt x="607" y="333"/>
                    <a:pt x="606" y="332"/>
                  </a:cubicBezTo>
                  <a:cubicBezTo>
                    <a:pt x="605" y="331"/>
                    <a:pt x="608" y="328"/>
                    <a:pt x="608" y="328"/>
                  </a:cubicBezTo>
                  <a:close/>
                  <a:moveTo>
                    <a:pt x="605" y="271"/>
                  </a:moveTo>
                  <a:cubicBezTo>
                    <a:pt x="604" y="270"/>
                    <a:pt x="605" y="269"/>
                    <a:pt x="605" y="269"/>
                  </a:cubicBezTo>
                  <a:cubicBezTo>
                    <a:pt x="608" y="267"/>
                    <a:pt x="606" y="272"/>
                    <a:pt x="605" y="271"/>
                  </a:cubicBezTo>
                  <a:close/>
                  <a:moveTo>
                    <a:pt x="609" y="243"/>
                  </a:moveTo>
                  <a:cubicBezTo>
                    <a:pt x="608" y="242"/>
                    <a:pt x="610" y="241"/>
                    <a:pt x="611" y="243"/>
                  </a:cubicBezTo>
                  <a:cubicBezTo>
                    <a:pt x="611" y="244"/>
                    <a:pt x="609" y="244"/>
                    <a:pt x="609" y="243"/>
                  </a:cubicBezTo>
                  <a:close/>
                  <a:moveTo>
                    <a:pt x="611" y="305"/>
                  </a:moveTo>
                  <a:cubicBezTo>
                    <a:pt x="610" y="306"/>
                    <a:pt x="611" y="304"/>
                    <a:pt x="611" y="305"/>
                  </a:cubicBezTo>
                  <a:close/>
                  <a:moveTo>
                    <a:pt x="613" y="298"/>
                  </a:moveTo>
                  <a:cubicBezTo>
                    <a:pt x="613" y="298"/>
                    <a:pt x="613" y="298"/>
                    <a:pt x="613" y="298"/>
                  </a:cubicBezTo>
                  <a:cubicBezTo>
                    <a:pt x="614" y="295"/>
                    <a:pt x="613" y="300"/>
                    <a:pt x="613" y="298"/>
                  </a:cubicBezTo>
                  <a:close/>
                  <a:moveTo>
                    <a:pt x="617" y="261"/>
                  </a:moveTo>
                  <a:cubicBezTo>
                    <a:pt x="617" y="262"/>
                    <a:pt x="616" y="262"/>
                    <a:pt x="615" y="263"/>
                  </a:cubicBezTo>
                  <a:cubicBezTo>
                    <a:pt x="615" y="262"/>
                    <a:pt x="616" y="261"/>
                    <a:pt x="617" y="261"/>
                  </a:cubicBezTo>
                  <a:close/>
                  <a:moveTo>
                    <a:pt x="616" y="238"/>
                  </a:moveTo>
                  <a:cubicBezTo>
                    <a:pt x="616" y="238"/>
                    <a:pt x="616" y="239"/>
                    <a:pt x="615" y="239"/>
                  </a:cubicBezTo>
                  <a:cubicBezTo>
                    <a:pt x="615" y="238"/>
                    <a:pt x="615" y="238"/>
                    <a:pt x="616" y="238"/>
                  </a:cubicBezTo>
                  <a:close/>
                  <a:moveTo>
                    <a:pt x="618" y="309"/>
                  </a:moveTo>
                  <a:cubicBezTo>
                    <a:pt x="618" y="309"/>
                    <a:pt x="618" y="308"/>
                    <a:pt x="618" y="308"/>
                  </a:cubicBezTo>
                  <a:cubicBezTo>
                    <a:pt x="619" y="306"/>
                    <a:pt x="618" y="311"/>
                    <a:pt x="618" y="309"/>
                  </a:cubicBezTo>
                  <a:close/>
                  <a:moveTo>
                    <a:pt x="618" y="295"/>
                  </a:moveTo>
                  <a:cubicBezTo>
                    <a:pt x="619" y="293"/>
                    <a:pt x="618" y="296"/>
                    <a:pt x="618" y="295"/>
                  </a:cubicBezTo>
                  <a:close/>
                  <a:moveTo>
                    <a:pt x="620" y="301"/>
                  </a:moveTo>
                  <a:cubicBezTo>
                    <a:pt x="619" y="302"/>
                    <a:pt x="621" y="300"/>
                    <a:pt x="620" y="301"/>
                  </a:cubicBezTo>
                  <a:close/>
                  <a:moveTo>
                    <a:pt x="621" y="333"/>
                  </a:moveTo>
                  <a:cubicBezTo>
                    <a:pt x="620" y="335"/>
                    <a:pt x="619" y="336"/>
                    <a:pt x="618" y="337"/>
                  </a:cubicBezTo>
                  <a:cubicBezTo>
                    <a:pt x="619" y="336"/>
                    <a:pt x="620" y="334"/>
                    <a:pt x="621" y="333"/>
                  </a:cubicBezTo>
                  <a:close/>
                  <a:moveTo>
                    <a:pt x="622" y="194"/>
                  </a:moveTo>
                  <a:cubicBezTo>
                    <a:pt x="621" y="194"/>
                    <a:pt x="622" y="192"/>
                    <a:pt x="623" y="193"/>
                  </a:cubicBezTo>
                  <a:cubicBezTo>
                    <a:pt x="623" y="194"/>
                    <a:pt x="622" y="195"/>
                    <a:pt x="622" y="194"/>
                  </a:cubicBezTo>
                  <a:close/>
                  <a:moveTo>
                    <a:pt x="619" y="192"/>
                  </a:moveTo>
                  <a:cubicBezTo>
                    <a:pt x="619" y="192"/>
                    <a:pt x="619" y="192"/>
                    <a:pt x="620" y="191"/>
                  </a:cubicBezTo>
                  <a:cubicBezTo>
                    <a:pt x="620" y="192"/>
                    <a:pt x="620" y="192"/>
                    <a:pt x="620" y="192"/>
                  </a:cubicBezTo>
                  <a:cubicBezTo>
                    <a:pt x="621" y="191"/>
                    <a:pt x="622" y="190"/>
                    <a:pt x="623" y="190"/>
                  </a:cubicBezTo>
                  <a:cubicBezTo>
                    <a:pt x="622" y="192"/>
                    <a:pt x="620" y="193"/>
                    <a:pt x="617" y="194"/>
                  </a:cubicBezTo>
                  <a:cubicBezTo>
                    <a:pt x="618" y="193"/>
                    <a:pt x="618" y="193"/>
                    <a:pt x="619" y="192"/>
                  </a:cubicBezTo>
                  <a:close/>
                  <a:moveTo>
                    <a:pt x="615" y="194"/>
                  </a:moveTo>
                  <a:cubicBezTo>
                    <a:pt x="616" y="194"/>
                    <a:pt x="617" y="193"/>
                    <a:pt x="617" y="194"/>
                  </a:cubicBezTo>
                  <a:cubicBezTo>
                    <a:pt x="618" y="195"/>
                    <a:pt x="613" y="196"/>
                    <a:pt x="615" y="194"/>
                  </a:cubicBezTo>
                  <a:close/>
                  <a:moveTo>
                    <a:pt x="612" y="214"/>
                  </a:moveTo>
                  <a:cubicBezTo>
                    <a:pt x="613" y="215"/>
                    <a:pt x="612" y="215"/>
                    <a:pt x="611" y="214"/>
                  </a:cubicBezTo>
                  <a:cubicBezTo>
                    <a:pt x="611" y="214"/>
                    <a:pt x="612" y="213"/>
                    <a:pt x="612" y="214"/>
                  </a:cubicBezTo>
                  <a:close/>
                  <a:moveTo>
                    <a:pt x="609" y="203"/>
                  </a:moveTo>
                  <a:cubicBezTo>
                    <a:pt x="611" y="201"/>
                    <a:pt x="611" y="205"/>
                    <a:pt x="609" y="205"/>
                  </a:cubicBezTo>
                  <a:cubicBezTo>
                    <a:pt x="609" y="204"/>
                    <a:pt x="609" y="204"/>
                    <a:pt x="609" y="203"/>
                  </a:cubicBezTo>
                  <a:close/>
                  <a:moveTo>
                    <a:pt x="609" y="219"/>
                  </a:moveTo>
                  <a:cubicBezTo>
                    <a:pt x="612" y="218"/>
                    <a:pt x="616" y="215"/>
                    <a:pt x="620" y="214"/>
                  </a:cubicBezTo>
                  <a:cubicBezTo>
                    <a:pt x="617" y="216"/>
                    <a:pt x="611" y="220"/>
                    <a:pt x="608" y="221"/>
                  </a:cubicBezTo>
                  <a:cubicBezTo>
                    <a:pt x="609" y="221"/>
                    <a:pt x="607" y="222"/>
                    <a:pt x="607" y="221"/>
                  </a:cubicBezTo>
                  <a:cubicBezTo>
                    <a:pt x="606" y="220"/>
                    <a:pt x="609" y="220"/>
                    <a:pt x="609" y="219"/>
                  </a:cubicBezTo>
                  <a:close/>
                  <a:moveTo>
                    <a:pt x="610" y="253"/>
                  </a:moveTo>
                  <a:cubicBezTo>
                    <a:pt x="610" y="255"/>
                    <a:pt x="605" y="256"/>
                    <a:pt x="605" y="255"/>
                  </a:cubicBezTo>
                  <a:cubicBezTo>
                    <a:pt x="604" y="252"/>
                    <a:pt x="610" y="249"/>
                    <a:pt x="610" y="253"/>
                  </a:cubicBezTo>
                  <a:close/>
                  <a:moveTo>
                    <a:pt x="602" y="194"/>
                  </a:moveTo>
                  <a:cubicBezTo>
                    <a:pt x="602" y="194"/>
                    <a:pt x="603" y="194"/>
                    <a:pt x="603" y="194"/>
                  </a:cubicBezTo>
                  <a:cubicBezTo>
                    <a:pt x="604" y="196"/>
                    <a:pt x="601" y="196"/>
                    <a:pt x="602" y="194"/>
                  </a:cubicBezTo>
                  <a:close/>
                  <a:moveTo>
                    <a:pt x="604" y="256"/>
                  </a:moveTo>
                  <a:cubicBezTo>
                    <a:pt x="604" y="257"/>
                    <a:pt x="606" y="258"/>
                    <a:pt x="606" y="259"/>
                  </a:cubicBezTo>
                  <a:cubicBezTo>
                    <a:pt x="605" y="261"/>
                    <a:pt x="604" y="259"/>
                    <a:pt x="603" y="260"/>
                  </a:cubicBezTo>
                  <a:cubicBezTo>
                    <a:pt x="601" y="262"/>
                    <a:pt x="602" y="267"/>
                    <a:pt x="600" y="270"/>
                  </a:cubicBezTo>
                  <a:cubicBezTo>
                    <a:pt x="600" y="265"/>
                    <a:pt x="602" y="261"/>
                    <a:pt x="604" y="256"/>
                  </a:cubicBezTo>
                  <a:close/>
                  <a:moveTo>
                    <a:pt x="600" y="272"/>
                  </a:moveTo>
                  <a:cubicBezTo>
                    <a:pt x="600" y="271"/>
                    <a:pt x="602" y="269"/>
                    <a:pt x="603" y="271"/>
                  </a:cubicBezTo>
                  <a:cubicBezTo>
                    <a:pt x="603" y="273"/>
                    <a:pt x="601" y="273"/>
                    <a:pt x="600" y="272"/>
                  </a:cubicBezTo>
                  <a:close/>
                  <a:moveTo>
                    <a:pt x="601" y="310"/>
                  </a:moveTo>
                  <a:cubicBezTo>
                    <a:pt x="600" y="310"/>
                    <a:pt x="601" y="310"/>
                    <a:pt x="601" y="310"/>
                  </a:cubicBezTo>
                  <a:cubicBezTo>
                    <a:pt x="602" y="310"/>
                    <a:pt x="601" y="310"/>
                    <a:pt x="601" y="310"/>
                  </a:cubicBezTo>
                  <a:close/>
                  <a:moveTo>
                    <a:pt x="602" y="303"/>
                  </a:moveTo>
                  <a:cubicBezTo>
                    <a:pt x="602" y="302"/>
                    <a:pt x="603" y="302"/>
                    <a:pt x="603" y="302"/>
                  </a:cubicBezTo>
                  <a:cubicBezTo>
                    <a:pt x="604" y="302"/>
                    <a:pt x="602" y="304"/>
                    <a:pt x="602" y="303"/>
                  </a:cubicBezTo>
                  <a:close/>
                  <a:moveTo>
                    <a:pt x="607" y="416"/>
                  </a:moveTo>
                  <a:cubicBezTo>
                    <a:pt x="607" y="415"/>
                    <a:pt x="607" y="415"/>
                    <a:pt x="608" y="414"/>
                  </a:cubicBezTo>
                  <a:cubicBezTo>
                    <a:pt x="607" y="415"/>
                    <a:pt x="607" y="416"/>
                    <a:pt x="607" y="416"/>
                  </a:cubicBezTo>
                  <a:close/>
                  <a:moveTo>
                    <a:pt x="608" y="393"/>
                  </a:moveTo>
                  <a:cubicBezTo>
                    <a:pt x="608" y="392"/>
                    <a:pt x="609" y="391"/>
                    <a:pt x="610" y="390"/>
                  </a:cubicBezTo>
                  <a:cubicBezTo>
                    <a:pt x="610" y="390"/>
                    <a:pt x="609" y="392"/>
                    <a:pt x="608" y="393"/>
                  </a:cubicBezTo>
                  <a:close/>
                  <a:moveTo>
                    <a:pt x="600" y="353"/>
                  </a:moveTo>
                  <a:cubicBezTo>
                    <a:pt x="601" y="350"/>
                    <a:pt x="607" y="346"/>
                    <a:pt x="610" y="343"/>
                  </a:cubicBezTo>
                  <a:cubicBezTo>
                    <a:pt x="608" y="347"/>
                    <a:pt x="603" y="350"/>
                    <a:pt x="600" y="353"/>
                  </a:cubicBezTo>
                  <a:close/>
                  <a:moveTo>
                    <a:pt x="611" y="388"/>
                  </a:moveTo>
                  <a:cubicBezTo>
                    <a:pt x="610" y="388"/>
                    <a:pt x="612" y="387"/>
                    <a:pt x="611" y="388"/>
                  </a:cubicBezTo>
                  <a:close/>
                  <a:moveTo>
                    <a:pt x="612" y="387"/>
                  </a:moveTo>
                  <a:cubicBezTo>
                    <a:pt x="612" y="386"/>
                    <a:pt x="612" y="386"/>
                    <a:pt x="613" y="385"/>
                  </a:cubicBezTo>
                  <a:cubicBezTo>
                    <a:pt x="613" y="386"/>
                    <a:pt x="612" y="387"/>
                    <a:pt x="612" y="387"/>
                  </a:cubicBezTo>
                  <a:close/>
                  <a:moveTo>
                    <a:pt x="611" y="344"/>
                  </a:moveTo>
                  <a:cubicBezTo>
                    <a:pt x="612" y="342"/>
                    <a:pt x="613" y="341"/>
                    <a:pt x="616" y="339"/>
                  </a:cubicBezTo>
                  <a:cubicBezTo>
                    <a:pt x="614" y="341"/>
                    <a:pt x="613" y="343"/>
                    <a:pt x="611" y="344"/>
                  </a:cubicBezTo>
                  <a:close/>
                  <a:moveTo>
                    <a:pt x="615" y="357"/>
                  </a:moveTo>
                  <a:cubicBezTo>
                    <a:pt x="615" y="357"/>
                    <a:pt x="616" y="356"/>
                    <a:pt x="617" y="356"/>
                  </a:cubicBezTo>
                  <a:cubicBezTo>
                    <a:pt x="616" y="357"/>
                    <a:pt x="615" y="357"/>
                    <a:pt x="615" y="357"/>
                  </a:cubicBezTo>
                  <a:close/>
                  <a:moveTo>
                    <a:pt x="617" y="539"/>
                  </a:moveTo>
                  <a:cubicBezTo>
                    <a:pt x="616" y="539"/>
                    <a:pt x="617" y="537"/>
                    <a:pt x="618" y="537"/>
                  </a:cubicBezTo>
                  <a:cubicBezTo>
                    <a:pt x="618" y="538"/>
                    <a:pt x="617" y="539"/>
                    <a:pt x="617" y="539"/>
                  </a:cubicBezTo>
                  <a:close/>
                  <a:moveTo>
                    <a:pt x="618" y="445"/>
                  </a:moveTo>
                  <a:cubicBezTo>
                    <a:pt x="617" y="445"/>
                    <a:pt x="618" y="443"/>
                    <a:pt x="618" y="443"/>
                  </a:cubicBezTo>
                  <a:cubicBezTo>
                    <a:pt x="620" y="441"/>
                    <a:pt x="619" y="446"/>
                    <a:pt x="618" y="445"/>
                  </a:cubicBezTo>
                  <a:close/>
                  <a:moveTo>
                    <a:pt x="619" y="557"/>
                  </a:moveTo>
                  <a:cubicBezTo>
                    <a:pt x="619" y="557"/>
                    <a:pt x="619" y="556"/>
                    <a:pt x="619" y="557"/>
                  </a:cubicBezTo>
                  <a:cubicBezTo>
                    <a:pt x="620" y="557"/>
                    <a:pt x="619" y="558"/>
                    <a:pt x="619" y="557"/>
                  </a:cubicBezTo>
                  <a:close/>
                  <a:moveTo>
                    <a:pt x="619" y="347"/>
                  </a:moveTo>
                  <a:cubicBezTo>
                    <a:pt x="618" y="347"/>
                    <a:pt x="619" y="345"/>
                    <a:pt x="619" y="345"/>
                  </a:cubicBezTo>
                  <a:cubicBezTo>
                    <a:pt x="621" y="342"/>
                    <a:pt x="620" y="348"/>
                    <a:pt x="619" y="347"/>
                  </a:cubicBezTo>
                  <a:close/>
                  <a:moveTo>
                    <a:pt x="620" y="435"/>
                  </a:moveTo>
                  <a:cubicBezTo>
                    <a:pt x="621" y="434"/>
                    <a:pt x="619" y="437"/>
                    <a:pt x="620" y="435"/>
                  </a:cubicBezTo>
                  <a:close/>
                  <a:moveTo>
                    <a:pt x="623" y="526"/>
                  </a:moveTo>
                  <a:cubicBezTo>
                    <a:pt x="624" y="527"/>
                    <a:pt x="622" y="529"/>
                    <a:pt x="621" y="530"/>
                  </a:cubicBezTo>
                  <a:cubicBezTo>
                    <a:pt x="621" y="529"/>
                    <a:pt x="623" y="527"/>
                    <a:pt x="623" y="526"/>
                  </a:cubicBezTo>
                  <a:close/>
                  <a:moveTo>
                    <a:pt x="622" y="561"/>
                  </a:moveTo>
                  <a:cubicBezTo>
                    <a:pt x="621" y="560"/>
                    <a:pt x="622" y="558"/>
                    <a:pt x="622" y="558"/>
                  </a:cubicBezTo>
                  <a:cubicBezTo>
                    <a:pt x="625" y="555"/>
                    <a:pt x="624" y="562"/>
                    <a:pt x="622" y="561"/>
                  </a:cubicBezTo>
                  <a:close/>
                  <a:moveTo>
                    <a:pt x="624" y="492"/>
                  </a:moveTo>
                  <a:cubicBezTo>
                    <a:pt x="624" y="490"/>
                    <a:pt x="623" y="493"/>
                    <a:pt x="624" y="492"/>
                  </a:cubicBezTo>
                  <a:close/>
                  <a:moveTo>
                    <a:pt x="625" y="381"/>
                  </a:moveTo>
                  <a:cubicBezTo>
                    <a:pt x="625" y="381"/>
                    <a:pt x="624" y="381"/>
                    <a:pt x="624" y="381"/>
                  </a:cubicBezTo>
                  <a:cubicBezTo>
                    <a:pt x="625" y="379"/>
                    <a:pt x="626" y="381"/>
                    <a:pt x="625" y="381"/>
                  </a:cubicBezTo>
                  <a:close/>
                  <a:moveTo>
                    <a:pt x="624" y="254"/>
                  </a:moveTo>
                  <a:cubicBezTo>
                    <a:pt x="624" y="254"/>
                    <a:pt x="625" y="253"/>
                    <a:pt x="625" y="253"/>
                  </a:cubicBezTo>
                  <a:cubicBezTo>
                    <a:pt x="626" y="252"/>
                    <a:pt x="625" y="255"/>
                    <a:pt x="624" y="254"/>
                  </a:cubicBezTo>
                  <a:close/>
                  <a:moveTo>
                    <a:pt x="626" y="488"/>
                  </a:moveTo>
                  <a:cubicBezTo>
                    <a:pt x="626" y="488"/>
                    <a:pt x="627" y="486"/>
                    <a:pt x="627" y="486"/>
                  </a:cubicBezTo>
                  <a:cubicBezTo>
                    <a:pt x="627" y="487"/>
                    <a:pt x="626" y="487"/>
                    <a:pt x="626" y="488"/>
                  </a:cubicBezTo>
                  <a:close/>
                  <a:moveTo>
                    <a:pt x="628" y="522"/>
                  </a:moveTo>
                  <a:cubicBezTo>
                    <a:pt x="626" y="521"/>
                    <a:pt x="628" y="521"/>
                    <a:pt x="628" y="522"/>
                  </a:cubicBezTo>
                  <a:close/>
                  <a:moveTo>
                    <a:pt x="633" y="526"/>
                  </a:moveTo>
                  <a:cubicBezTo>
                    <a:pt x="634" y="528"/>
                    <a:pt x="631" y="529"/>
                    <a:pt x="633" y="526"/>
                  </a:cubicBezTo>
                  <a:close/>
                  <a:moveTo>
                    <a:pt x="628" y="417"/>
                  </a:moveTo>
                  <a:cubicBezTo>
                    <a:pt x="630" y="415"/>
                    <a:pt x="631" y="410"/>
                    <a:pt x="634" y="409"/>
                  </a:cubicBezTo>
                  <a:cubicBezTo>
                    <a:pt x="633" y="409"/>
                    <a:pt x="631" y="417"/>
                    <a:pt x="628" y="417"/>
                  </a:cubicBezTo>
                  <a:close/>
                  <a:moveTo>
                    <a:pt x="633" y="310"/>
                  </a:moveTo>
                  <a:cubicBezTo>
                    <a:pt x="632" y="309"/>
                    <a:pt x="634" y="305"/>
                    <a:pt x="634" y="305"/>
                  </a:cubicBezTo>
                  <a:cubicBezTo>
                    <a:pt x="638" y="302"/>
                    <a:pt x="636" y="311"/>
                    <a:pt x="633" y="310"/>
                  </a:cubicBezTo>
                  <a:close/>
                  <a:moveTo>
                    <a:pt x="637" y="496"/>
                  </a:moveTo>
                  <a:cubicBezTo>
                    <a:pt x="636" y="497"/>
                    <a:pt x="637" y="495"/>
                    <a:pt x="637" y="496"/>
                  </a:cubicBezTo>
                  <a:close/>
                  <a:moveTo>
                    <a:pt x="637" y="495"/>
                  </a:moveTo>
                  <a:cubicBezTo>
                    <a:pt x="635" y="495"/>
                    <a:pt x="637" y="490"/>
                    <a:pt x="638" y="490"/>
                  </a:cubicBezTo>
                  <a:cubicBezTo>
                    <a:pt x="640" y="489"/>
                    <a:pt x="639" y="496"/>
                    <a:pt x="637" y="495"/>
                  </a:cubicBezTo>
                  <a:close/>
                  <a:moveTo>
                    <a:pt x="638" y="424"/>
                  </a:move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lose/>
                  <a:moveTo>
                    <a:pt x="634" y="368"/>
                  </a:moveTo>
                  <a:cubicBezTo>
                    <a:pt x="637" y="365"/>
                    <a:pt x="639" y="361"/>
                    <a:pt x="643" y="358"/>
                  </a:cubicBezTo>
                  <a:cubicBezTo>
                    <a:pt x="641" y="362"/>
                    <a:pt x="638" y="365"/>
                    <a:pt x="634" y="368"/>
                  </a:cubicBezTo>
                  <a:close/>
                  <a:moveTo>
                    <a:pt x="641" y="395"/>
                  </a:moveTo>
                  <a:cubicBezTo>
                    <a:pt x="641" y="395"/>
                    <a:pt x="641" y="395"/>
                    <a:pt x="641" y="395"/>
                  </a:cubicBezTo>
                  <a:cubicBezTo>
                    <a:pt x="641" y="395"/>
                    <a:pt x="641" y="394"/>
                    <a:pt x="641" y="395"/>
                  </a:cubicBezTo>
                  <a:close/>
                  <a:moveTo>
                    <a:pt x="640" y="430"/>
                  </a:moveTo>
                  <a:cubicBezTo>
                    <a:pt x="640" y="430"/>
                    <a:pt x="640" y="428"/>
                    <a:pt x="642" y="428"/>
                  </a:cubicBezTo>
                  <a:cubicBezTo>
                    <a:pt x="643" y="427"/>
                    <a:pt x="644" y="427"/>
                    <a:pt x="645" y="428"/>
                  </a:cubicBezTo>
                  <a:cubicBezTo>
                    <a:pt x="648" y="432"/>
                    <a:pt x="641" y="434"/>
                    <a:pt x="640" y="430"/>
                  </a:cubicBezTo>
                  <a:close/>
                  <a:moveTo>
                    <a:pt x="645" y="387"/>
                  </a:moveTo>
                  <a:cubicBezTo>
                    <a:pt x="645" y="386"/>
                    <a:pt x="645" y="385"/>
                    <a:pt x="646" y="385"/>
                  </a:cubicBezTo>
                  <a:cubicBezTo>
                    <a:pt x="646" y="386"/>
                    <a:pt x="646" y="386"/>
                    <a:pt x="645" y="387"/>
                  </a:cubicBezTo>
                  <a:close/>
                  <a:moveTo>
                    <a:pt x="647" y="552"/>
                  </a:moveTo>
                  <a:cubicBezTo>
                    <a:pt x="646" y="553"/>
                    <a:pt x="648" y="551"/>
                    <a:pt x="647" y="552"/>
                  </a:cubicBezTo>
                  <a:close/>
                  <a:moveTo>
                    <a:pt x="647" y="429"/>
                  </a:moveTo>
                  <a:cubicBezTo>
                    <a:pt x="648" y="428"/>
                    <a:pt x="645" y="431"/>
                    <a:pt x="647" y="429"/>
                  </a:cubicBezTo>
                  <a:close/>
                  <a:moveTo>
                    <a:pt x="646" y="388"/>
                  </a:moveTo>
                  <a:cubicBezTo>
                    <a:pt x="646" y="387"/>
                    <a:pt x="647" y="386"/>
                    <a:pt x="647" y="385"/>
                  </a:cubicBezTo>
                  <a:cubicBezTo>
                    <a:pt x="647" y="386"/>
                    <a:pt x="647" y="387"/>
                    <a:pt x="646" y="388"/>
                  </a:cubicBezTo>
                  <a:close/>
                  <a:moveTo>
                    <a:pt x="646" y="385"/>
                  </a:moveTo>
                  <a:cubicBezTo>
                    <a:pt x="647" y="384"/>
                    <a:pt x="647" y="383"/>
                    <a:pt x="648" y="383"/>
                  </a:cubicBezTo>
                  <a:cubicBezTo>
                    <a:pt x="648" y="384"/>
                    <a:pt x="647" y="384"/>
                    <a:pt x="646" y="385"/>
                  </a:cubicBezTo>
                  <a:close/>
                  <a:moveTo>
                    <a:pt x="647" y="345"/>
                  </a:moveTo>
                  <a:cubicBezTo>
                    <a:pt x="646" y="345"/>
                    <a:pt x="647" y="344"/>
                    <a:pt x="647" y="344"/>
                  </a:cubicBezTo>
                  <a:cubicBezTo>
                    <a:pt x="648" y="342"/>
                    <a:pt x="648" y="345"/>
                    <a:pt x="647" y="345"/>
                  </a:cubicBezTo>
                  <a:close/>
                  <a:moveTo>
                    <a:pt x="648" y="529"/>
                  </a:moveTo>
                  <a:cubicBezTo>
                    <a:pt x="647" y="529"/>
                    <a:pt x="648" y="528"/>
                    <a:pt x="648" y="528"/>
                  </a:cubicBezTo>
                  <a:cubicBezTo>
                    <a:pt x="649" y="528"/>
                    <a:pt x="648" y="529"/>
                    <a:pt x="648" y="529"/>
                  </a:cubicBezTo>
                  <a:close/>
                  <a:moveTo>
                    <a:pt x="648" y="382"/>
                  </a:moveTo>
                  <a:cubicBezTo>
                    <a:pt x="649" y="381"/>
                    <a:pt x="647" y="383"/>
                    <a:pt x="648" y="382"/>
                  </a:cubicBezTo>
                  <a:close/>
                  <a:moveTo>
                    <a:pt x="650" y="335"/>
                  </a:moveTo>
                  <a:cubicBezTo>
                    <a:pt x="647" y="337"/>
                    <a:pt x="652" y="333"/>
                    <a:pt x="650" y="335"/>
                  </a:cubicBezTo>
                  <a:close/>
                  <a:moveTo>
                    <a:pt x="651" y="357"/>
                  </a:moveTo>
                  <a:cubicBezTo>
                    <a:pt x="651" y="355"/>
                    <a:pt x="650" y="358"/>
                    <a:pt x="651" y="357"/>
                  </a:cubicBezTo>
                  <a:close/>
                  <a:moveTo>
                    <a:pt x="651" y="299"/>
                  </a:moveTo>
                  <a:cubicBezTo>
                    <a:pt x="649" y="299"/>
                    <a:pt x="651" y="296"/>
                    <a:pt x="652" y="298"/>
                  </a:cubicBezTo>
                  <a:cubicBezTo>
                    <a:pt x="652" y="298"/>
                    <a:pt x="651" y="299"/>
                    <a:pt x="651" y="299"/>
                  </a:cubicBezTo>
                  <a:close/>
                  <a:moveTo>
                    <a:pt x="651" y="291"/>
                  </a:moveTo>
                  <a:cubicBezTo>
                    <a:pt x="651" y="291"/>
                    <a:pt x="652" y="291"/>
                    <a:pt x="652" y="291"/>
                  </a:cubicBezTo>
                  <a:cubicBezTo>
                    <a:pt x="652" y="292"/>
                    <a:pt x="651" y="291"/>
                    <a:pt x="651" y="291"/>
                  </a:cubicBezTo>
                  <a:close/>
                  <a:moveTo>
                    <a:pt x="652" y="333"/>
                  </a:moveTo>
                  <a:cubicBezTo>
                    <a:pt x="652" y="331"/>
                    <a:pt x="654" y="331"/>
                    <a:pt x="654" y="330"/>
                  </a:cubicBezTo>
                  <a:cubicBezTo>
                    <a:pt x="654" y="331"/>
                    <a:pt x="653" y="332"/>
                    <a:pt x="652" y="333"/>
                  </a:cubicBezTo>
                  <a:close/>
                  <a:moveTo>
                    <a:pt x="654" y="302"/>
                  </a:moveTo>
                  <a:cubicBezTo>
                    <a:pt x="655" y="302"/>
                    <a:pt x="654" y="302"/>
                    <a:pt x="654" y="302"/>
                  </a:cubicBezTo>
                  <a:cubicBezTo>
                    <a:pt x="655" y="304"/>
                    <a:pt x="652" y="302"/>
                    <a:pt x="654" y="302"/>
                  </a:cubicBezTo>
                  <a:close/>
                  <a:moveTo>
                    <a:pt x="654" y="370"/>
                  </a:moveTo>
                  <a:cubicBezTo>
                    <a:pt x="654" y="369"/>
                    <a:pt x="656" y="369"/>
                    <a:pt x="655" y="370"/>
                  </a:cubicBezTo>
                  <a:cubicBezTo>
                    <a:pt x="655" y="370"/>
                    <a:pt x="654" y="370"/>
                    <a:pt x="654" y="370"/>
                  </a:cubicBezTo>
                  <a:close/>
                  <a:moveTo>
                    <a:pt x="648" y="287"/>
                  </a:moveTo>
                  <a:cubicBezTo>
                    <a:pt x="651" y="284"/>
                    <a:pt x="653" y="280"/>
                    <a:pt x="658" y="277"/>
                  </a:cubicBezTo>
                  <a:cubicBezTo>
                    <a:pt x="657" y="281"/>
                    <a:pt x="652" y="285"/>
                    <a:pt x="648" y="287"/>
                  </a:cubicBezTo>
                  <a:close/>
                  <a:moveTo>
                    <a:pt x="657" y="286"/>
                  </a:moveTo>
                  <a:cubicBezTo>
                    <a:pt x="657" y="285"/>
                    <a:pt x="658" y="285"/>
                    <a:pt x="658" y="285"/>
                  </a:cubicBezTo>
                  <a:cubicBezTo>
                    <a:pt x="659" y="286"/>
                    <a:pt x="656" y="287"/>
                    <a:pt x="657" y="286"/>
                  </a:cubicBezTo>
                  <a:close/>
                  <a:moveTo>
                    <a:pt x="658" y="318"/>
                  </a:moveTo>
                  <a:cubicBezTo>
                    <a:pt x="659" y="317"/>
                    <a:pt x="657" y="319"/>
                    <a:pt x="658" y="318"/>
                  </a:cubicBezTo>
                  <a:close/>
                  <a:moveTo>
                    <a:pt x="658" y="348"/>
                  </a:moveTo>
                  <a:cubicBezTo>
                    <a:pt x="659" y="347"/>
                    <a:pt x="656" y="349"/>
                    <a:pt x="658" y="348"/>
                  </a:cubicBezTo>
                  <a:close/>
                  <a:moveTo>
                    <a:pt x="658" y="477"/>
                  </a:moveTo>
                  <a:cubicBezTo>
                    <a:pt x="658" y="476"/>
                    <a:pt x="658" y="476"/>
                    <a:pt x="658" y="476"/>
                  </a:cubicBezTo>
                  <a:cubicBezTo>
                    <a:pt x="659" y="474"/>
                    <a:pt x="660" y="477"/>
                    <a:pt x="658" y="477"/>
                  </a:cubicBezTo>
                  <a:close/>
                  <a:moveTo>
                    <a:pt x="658" y="376"/>
                  </a:moveTo>
                  <a:cubicBezTo>
                    <a:pt x="657" y="375"/>
                    <a:pt x="658" y="373"/>
                    <a:pt x="658" y="373"/>
                  </a:cubicBezTo>
                  <a:cubicBezTo>
                    <a:pt x="661" y="371"/>
                    <a:pt x="661" y="376"/>
                    <a:pt x="658" y="376"/>
                  </a:cubicBezTo>
                  <a:close/>
                  <a:moveTo>
                    <a:pt x="660" y="413"/>
                  </a:moveTo>
                  <a:cubicBezTo>
                    <a:pt x="660" y="412"/>
                    <a:pt x="661" y="412"/>
                    <a:pt x="660" y="413"/>
                  </a:cubicBezTo>
                  <a:close/>
                  <a:moveTo>
                    <a:pt x="658" y="347"/>
                  </a:moveTo>
                  <a:cubicBezTo>
                    <a:pt x="659" y="345"/>
                    <a:pt x="660" y="343"/>
                    <a:pt x="662" y="342"/>
                  </a:cubicBezTo>
                  <a:cubicBezTo>
                    <a:pt x="662" y="342"/>
                    <a:pt x="660" y="346"/>
                    <a:pt x="658" y="347"/>
                  </a:cubicBezTo>
                  <a:close/>
                  <a:moveTo>
                    <a:pt x="663" y="312"/>
                  </a:moveTo>
                  <a:cubicBezTo>
                    <a:pt x="663" y="312"/>
                    <a:pt x="664" y="313"/>
                    <a:pt x="663" y="313"/>
                  </a:cubicBezTo>
                  <a:cubicBezTo>
                    <a:pt x="662" y="314"/>
                    <a:pt x="661" y="312"/>
                    <a:pt x="662" y="312"/>
                  </a:cubicBezTo>
                  <a:cubicBezTo>
                    <a:pt x="662" y="312"/>
                    <a:pt x="662" y="312"/>
                    <a:pt x="662" y="312"/>
                  </a:cubicBezTo>
                  <a:cubicBezTo>
                    <a:pt x="662" y="311"/>
                    <a:pt x="662" y="311"/>
                    <a:pt x="661" y="311"/>
                  </a:cubicBezTo>
                  <a:cubicBezTo>
                    <a:pt x="660" y="310"/>
                    <a:pt x="664" y="308"/>
                    <a:pt x="664" y="310"/>
                  </a:cubicBezTo>
                  <a:cubicBezTo>
                    <a:pt x="664" y="311"/>
                    <a:pt x="664" y="311"/>
                    <a:pt x="663" y="312"/>
                  </a:cubicBezTo>
                  <a:close/>
                  <a:moveTo>
                    <a:pt x="662" y="277"/>
                  </a:moveTo>
                  <a:cubicBezTo>
                    <a:pt x="661" y="279"/>
                    <a:pt x="662" y="276"/>
                    <a:pt x="662" y="277"/>
                  </a:cubicBezTo>
                  <a:close/>
                  <a:moveTo>
                    <a:pt x="662" y="261"/>
                  </a:moveTo>
                  <a:cubicBezTo>
                    <a:pt x="662" y="261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ubicBezTo>
                    <a:pt x="662" y="260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lose/>
                  <a:moveTo>
                    <a:pt x="664" y="309"/>
                  </a:moveTo>
                  <a:cubicBezTo>
                    <a:pt x="663" y="309"/>
                    <a:pt x="663" y="308"/>
                    <a:pt x="664" y="308"/>
                  </a:cubicBezTo>
                  <a:cubicBezTo>
                    <a:pt x="664" y="307"/>
                    <a:pt x="665" y="309"/>
                    <a:pt x="664" y="309"/>
                  </a:cubicBezTo>
                  <a:close/>
                  <a:moveTo>
                    <a:pt x="664" y="258"/>
                  </a:moveTo>
                  <a:cubicBezTo>
                    <a:pt x="664" y="260"/>
                    <a:pt x="662" y="259"/>
                    <a:pt x="664" y="258"/>
                  </a:cubicBezTo>
                  <a:close/>
                  <a:moveTo>
                    <a:pt x="665" y="262"/>
                  </a:moveTo>
                  <a:cubicBezTo>
                    <a:pt x="663" y="263"/>
                    <a:pt x="666" y="260"/>
                    <a:pt x="665" y="262"/>
                  </a:cubicBezTo>
                  <a:close/>
                  <a:moveTo>
                    <a:pt x="663" y="233"/>
                  </a:moveTo>
                  <a:cubicBezTo>
                    <a:pt x="665" y="234"/>
                    <a:pt x="663" y="240"/>
                    <a:pt x="660" y="239"/>
                  </a:cubicBezTo>
                  <a:cubicBezTo>
                    <a:pt x="657" y="239"/>
                    <a:pt x="659" y="230"/>
                    <a:pt x="663" y="233"/>
                  </a:cubicBezTo>
                  <a:cubicBezTo>
                    <a:pt x="662" y="232"/>
                    <a:pt x="662" y="229"/>
                    <a:pt x="664" y="230"/>
                  </a:cubicBezTo>
                  <a:cubicBezTo>
                    <a:pt x="666" y="230"/>
                    <a:pt x="665" y="234"/>
                    <a:pt x="663" y="233"/>
                  </a:cubicBezTo>
                  <a:close/>
                  <a:moveTo>
                    <a:pt x="665" y="341"/>
                  </a:moveTo>
                  <a:cubicBezTo>
                    <a:pt x="665" y="340"/>
                    <a:pt x="667" y="338"/>
                    <a:pt x="668" y="337"/>
                  </a:cubicBezTo>
                  <a:cubicBezTo>
                    <a:pt x="667" y="339"/>
                    <a:pt x="667" y="340"/>
                    <a:pt x="665" y="341"/>
                  </a:cubicBezTo>
                  <a:close/>
                  <a:moveTo>
                    <a:pt x="668" y="481"/>
                  </a:moveTo>
                  <a:cubicBezTo>
                    <a:pt x="668" y="481"/>
                    <a:pt x="668" y="480"/>
                    <a:pt x="668" y="481"/>
                  </a:cubicBezTo>
                  <a:cubicBezTo>
                    <a:pt x="669" y="481"/>
                    <a:pt x="668" y="482"/>
                    <a:pt x="668" y="481"/>
                  </a:cubicBezTo>
                  <a:close/>
                  <a:moveTo>
                    <a:pt x="671" y="391"/>
                  </a:moveTo>
                  <a:cubicBezTo>
                    <a:pt x="671" y="390"/>
                    <a:pt x="672" y="389"/>
                    <a:pt x="672" y="388"/>
                  </a:cubicBezTo>
                  <a:cubicBezTo>
                    <a:pt x="673" y="389"/>
                    <a:pt x="672" y="391"/>
                    <a:pt x="671" y="391"/>
                  </a:cubicBezTo>
                  <a:close/>
                  <a:moveTo>
                    <a:pt x="673" y="387"/>
                  </a:moveTo>
                  <a:cubicBezTo>
                    <a:pt x="673" y="385"/>
                    <a:pt x="675" y="383"/>
                    <a:pt x="675" y="381"/>
                  </a:cubicBezTo>
                  <a:cubicBezTo>
                    <a:pt x="676" y="383"/>
                    <a:pt x="674" y="385"/>
                    <a:pt x="673" y="387"/>
                  </a:cubicBezTo>
                  <a:close/>
                  <a:moveTo>
                    <a:pt x="683" y="314"/>
                  </a:moveTo>
                  <a:cubicBezTo>
                    <a:pt x="681" y="318"/>
                    <a:pt x="678" y="322"/>
                    <a:pt x="676" y="326"/>
                  </a:cubicBezTo>
                  <a:cubicBezTo>
                    <a:pt x="678" y="322"/>
                    <a:pt x="679" y="317"/>
                    <a:pt x="683" y="314"/>
                  </a:cubicBezTo>
                  <a:close/>
                  <a:moveTo>
                    <a:pt x="678" y="432"/>
                  </a:moveTo>
                  <a:cubicBezTo>
                    <a:pt x="678" y="434"/>
                    <a:pt x="676" y="433"/>
                    <a:pt x="678" y="432"/>
                  </a:cubicBezTo>
                  <a:close/>
                  <a:moveTo>
                    <a:pt x="682" y="426"/>
                  </a:moveTo>
                  <a:cubicBezTo>
                    <a:pt x="681" y="426"/>
                    <a:pt x="681" y="425"/>
                    <a:pt x="682" y="424"/>
                  </a:cubicBezTo>
                  <a:cubicBezTo>
                    <a:pt x="683" y="423"/>
                    <a:pt x="684" y="427"/>
                    <a:pt x="682" y="426"/>
                  </a:cubicBezTo>
                  <a:close/>
                  <a:moveTo>
                    <a:pt x="683" y="451"/>
                  </a:moveTo>
                  <a:cubicBezTo>
                    <a:pt x="683" y="450"/>
                    <a:pt x="685" y="451"/>
                    <a:pt x="683" y="451"/>
                  </a:cubicBezTo>
                  <a:close/>
                  <a:moveTo>
                    <a:pt x="683" y="486"/>
                  </a:moveTo>
                  <a:cubicBezTo>
                    <a:pt x="684" y="486"/>
                    <a:pt x="682" y="487"/>
                    <a:pt x="683" y="486"/>
                  </a:cubicBezTo>
                  <a:close/>
                  <a:moveTo>
                    <a:pt x="685" y="289"/>
                  </a:moveTo>
                  <a:cubicBezTo>
                    <a:pt x="686" y="289"/>
                    <a:pt x="684" y="290"/>
                    <a:pt x="684" y="290"/>
                  </a:cubicBezTo>
                  <a:cubicBezTo>
                    <a:pt x="684" y="290"/>
                    <a:pt x="685" y="290"/>
                    <a:pt x="685" y="289"/>
                  </a:cubicBezTo>
                  <a:close/>
                  <a:moveTo>
                    <a:pt x="685" y="345"/>
                  </a:moveTo>
                  <a:cubicBezTo>
                    <a:pt x="684" y="344"/>
                    <a:pt x="685" y="344"/>
                    <a:pt x="685" y="343"/>
                  </a:cubicBezTo>
                  <a:cubicBezTo>
                    <a:pt x="686" y="343"/>
                    <a:pt x="685" y="345"/>
                    <a:pt x="685" y="345"/>
                  </a:cubicBezTo>
                  <a:close/>
                  <a:moveTo>
                    <a:pt x="686" y="342"/>
                  </a:moveTo>
                  <a:cubicBezTo>
                    <a:pt x="685" y="341"/>
                    <a:pt x="686" y="341"/>
                    <a:pt x="686" y="340"/>
                  </a:cubicBezTo>
                  <a:cubicBezTo>
                    <a:pt x="687" y="340"/>
                    <a:pt x="686" y="342"/>
                    <a:pt x="686" y="342"/>
                  </a:cubicBezTo>
                  <a:close/>
                  <a:moveTo>
                    <a:pt x="687" y="340"/>
                  </a:moveTo>
                  <a:cubicBezTo>
                    <a:pt x="686" y="339"/>
                    <a:pt x="687" y="337"/>
                    <a:pt x="688" y="336"/>
                  </a:cubicBezTo>
                  <a:cubicBezTo>
                    <a:pt x="688" y="337"/>
                    <a:pt x="687" y="339"/>
                    <a:pt x="687" y="340"/>
                  </a:cubicBezTo>
                  <a:close/>
                  <a:moveTo>
                    <a:pt x="688" y="329"/>
                  </a:moveTo>
                  <a:cubicBezTo>
                    <a:pt x="688" y="329"/>
                    <a:pt x="688" y="329"/>
                    <a:pt x="688" y="329"/>
                  </a:cubicBezTo>
                  <a:cubicBezTo>
                    <a:pt x="688" y="329"/>
                    <a:pt x="687" y="330"/>
                    <a:pt x="688" y="329"/>
                  </a:cubicBezTo>
                  <a:close/>
                  <a:moveTo>
                    <a:pt x="688" y="284"/>
                  </a:moveTo>
                  <a:cubicBezTo>
                    <a:pt x="689" y="283"/>
                    <a:pt x="686" y="286"/>
                    <a:pt x="688" y="284"/>
                  </a:cubicBezTo>
                  <a:close/>
                  <a:moveTo>
                    <a:pt x="693" y="290"/>
                  </a:moveTo>
                  <a:cubicBezTo>
                    <a:pt x="697" y="288"/>
                    <a:pt x="695" y="297"/>
                    <a:pt x="692" y="296"/>
                  </a:cubicBezTo>
                  <a:cubicBezTo>
                    <a:pt x="690" y="295"/>
                    <a:pt x="692" y="291"/>
                    <a:pt x="693" y="290"/>
                  </a:cubicBezTo>
                  <a:close/>
                  <a:moveTo>
                    <a:pt x="691" y="285"/>
                  </a:moveTo>
                  <a:cubicBezTo>
                    <a:pt x="691" y="286"/>
                    <a:pt x="692" y="284"/>
                    <a:pt x="691" y="285"/>
                  </a:cubicBezTo>
                  <a:close/>
                  <a:moveTo>
                    <a:pt x="689" y="285"/>
                  </a:moveTo>
                  <a:cubicBezTo>
                    <a:pt x="690" y="285"/>
                    <a:pt x="690" y="284"/>
                    <a:pt x="691" y="284"/>
                  </a:cubicBezTo>
                  <a:cubicBezTo>
                    <a:pt x="693" y="285"/>
                    <a:pt x="688" y="288"/>
                    <a:pt x="689" y="285"/>
                  </a:cubicBezTo>
                  <a:close/>
                  <a:moveTo>
                    <a:pt x="689" y="316"/>
                  </a:moveTo>
                  <a:cubicBezTo>
                    <a:pt x="690" y="317"/>
                    <a:pt x="688" y="316"/>
                    <a:pt x="689" y="316"/>
                  </a:cubicBezTo>
                  <a:close/>
                  <a:moveTo>
                    <a:pt x="689" y="395"/>
                  </a:moveTo>
                  <a:cubicBezTo>
                    <a:pt x="689" y="395"/>
                    <a:pt x="689" y="394"/>
                    <a:pt x="689" y="394"/>
                  </a:cubicBezTo>
                  <a:cubicBezTo>
                    <a:pt x="690" y="394"/>
                    <a:pt x="688" y="397"/>
                    <a:pt x="689" y="395"/>
                  </a:cubicBezTo>
                  <a:close/>
                  <a:moveTo>
                    <a:pt x="690" y="404"/>
                  </a:moveTo>
                  <a:cubicBezTo>
                    <a:pt x="690" y="403"/>
                    <a:pt x="691" y="404"/>
                    <a:pt x="691" y="404"/>
                  </a:cubicBezTo>
                  <a:cubicBezTo>
                    <a:pt x="691" y="405"/>
                    <a:pt x="689" y="405"/>
                    <a:pt x="690" y="404"/>
                  </a:cubicBezTo>
                  <a:close/>
                  <a:moveTo>
                    <a:pt x="691" y="343"/>
                  </a:moveTo>
                  <a:cubicBezTo>
                    <a:pt x="691" y="342"/>
                    <a:pt x="691" y="341"/>
                    <a:pt x="691" y="341"/>
                  </a:cubicBezTo>
                  <a:cubicBezTo>
                    <a:pt x="692" y="340"/>
                    <a:pt x="692" y="343"/>
                    <a:pt x="691" y="343"/>
                  </a:cubicBezTo>
                  <a:close/>
                  <a:moveTo>
                    <a:pt x="692" y="394"/>
                  </a:moveTo>
                  <a:cubicBezTo>
                    <a:pt x="691" y="395"/>
                    <a:pt x="693" y="393"/>
                    <a:pt x="692" y="394"/>
                  </a:cubicBezTo>
                  <a:close/>
                  <a:moveTo>
                    <a:pt x="692" y="300"/>
                  </a:moveTo>
                  <a:cubicBezTo>
                    <a:pt x="690" y="300"/>
                    <a:pt x="691" y="299"/>
                    <a:pt x="692" y="298"/>
                  </a:cubicBezTo>
                  <a:cubicBezTo>
                    <a:pt x="693" y="297"/>
                    <a:pt x="693" y="300"/>
                    <a:pt x="692" y="300"/>
                  </a:cubicBezTo>
                  <a:close/>
                  <a:moveTo>
                    <a:pt x="694" y="330"/>
                  </a:moveTo>
                  <a:cubicBezTo>
                    <a:pt x="695" y="329"/>
                    <a:pt x="695" y="332"/>
                    <a:pt x="694" y="331"/>
                  </a:cubicBezTo>
                  <a:cubicBezTo>
                    <a:pt x="693" y="331"/>
                    <a:pt x="694" y="330"/>
                    <a:pt x="694" y="330"/>
                  </a:cubicBezTo>
                  <a:close/>
                  <a:moveTo>
                    <a:pt x="694" y="454"/>
                  </a:moveTo>
                  <a:cubicBezTo>
                    <a:pt x="694" y="454"/>
                    <a:pt x="694" y="454"/>
                    <a:pt x="695" y="454"/>
                  </a:cubicBezTo>
                  <a:cubicBezTo>
                    <a:pt x="696" y="454"/>
                    <a:pt x="693" y="455"/>
                    <a:pt x="694" y="454"/>
                  </a:cubicBezTo>
                  <a:close/>
                  <a:moveTo>
                    <a:pt x="696" y="312"/>
                  </a:moveTo>
                  <a:cubicBezTo>
                    <a:pt x="694" y="313"/>
                    <a:pt x="694" y="308"/>
                    <a:pt x="695" y="307"/>
                  </a:cubicBezTo>
                  <a:cubicBezTo>
                    <a:pt x="700" y="304"/>
                    <a:pt x="697" y="312"/>
                    <a:pt x="696" y="312"/>
                  </a:cubicBezTo>
                  <a:close/>
                  <a:moveTo>
                    <a:pt x="699" y="327"/>
                  </a:moveTo>
                  <a:cubicBezTo>
                    <a:pt x="699" y="327"/>
                    <a:pt x="700" y="326"/>
                    <a:pt x="700" y="326"/>
                  </a:cubicBezTo>
                  <a:cubicBezTo>
                    <a:pt x="702" y="327"/>
                    <a:pt x="698" y="329"/>
                    <a:pt x="699" y="327"/>
                  </a:cubicBezTo>
                  <a:close/>
                  <a:moveTo>
                    <a:pt x="702" y="431"/>
                  </a:moveTo>
                  <a:cubicBezTo>
                    <a:pt x="702" y="430"/>
                    <a:pt x="704" y="429"/>
                    <a:pt x="704" y="428"/>
                  </a:cubicBezTo>
                  <a:cubicBezTo>
                    <a:pt x="704" y="429"/>
                    <a:pt x="704" y="431"/>
                    <a:pt x="702" y="431"/>
                  </a:cubicBezTo>
                  <a:close/>
                  <a:moveTo>
                    <a:pt x="704" y="427"/>
                  </a:moveTo>
                  <a:cubicBezTo>
                    <a:pt x="705" y="425"/>
                    <a:pt x="705" y="423"/>
                    <a:pt x="706" y="421"/>
                  </a:cubicBezTo>
                  <a:cubicBezTo>
                    <a:pt x="707" y="422"/>
                    <a:pt x="705" y="426"/>
                    <a:pt x="704" y="427"/>
                  </a:cubicBezTo>
                  <a:close/>
                  <a:moveTo>
                    <a:pt x="706" y="392"/>
                  </a:moveTo>
                  <a:cubicBezTo>
                    <a:pt x="706" y="393"/>
                    <a:pt x="706" y="393"/>
                    <a:pt x="706" y="392"/>
                  </a:cubicBezTo>
                  <a:close/>
                  <a:moveTo>
                    <a:pt x="709" y="396"/>
                  </a:moveTo>
                  <a:cubicBezTo>
                    <a:pt x="710" y="397"/>
                    <a:pt x="708" y="397"/>
                    <a:pt x="709" y="3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ora" pitchFamily="2" charset="0"/>
              </a:endParaRPr>
            </a:p>
          </p:txBody>
        </p:sp>
        <p:sp>
          <p:nvSpPr>
            <p:cNvPr id="7" name="Freeform 97">
              <a:extLst>
                <a:ext uri="{FF2B5EF4-FFF2-40B4-BE49-F238E27FC236}">
                  <a16:creationId xmlns:a16="http://schemas.microsoft.com/office/drawing/2014/main" id="{0E02D81D-2A95-156A-DB5B-A3A91F15F6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9534" y="3907810"/>
              <a:ext cx="1604882" cy="1604882"/>
            </a:xfrm>
            <a:custGeom>
              <a:avLst/>
              <a:gdLst>
                <a:gd name="T0" fmla="*/ 677 w 714"/>
                <a:gd name="T1" fmla="*/ 212 h 715"/>
                <a:gd name="T2" fmla="*/ 626 w 714"/>
                <a:gd name="T3" fmla="*/ 179 h 715"/>
                <a:gd name="T4" fmla="*/ 573 w 714"/>
                <a:gd name="T5" fmla="*/ 139 h 715"/>
                <a:gd name="T6" fmla="*/ 553 w 714"/>
                <a:gd name="T7" fmla="*/ 94 h 715"/>
                <a:gd name="T8" fmla="*/ 516 w 714"/>
                <a:gd name="T9" fmla="*/ 53 h 715"/>
                <a:gd name="T10" fmla="*/ 421 w 714"/>
                <a:gd name="T11" fmla="*/ 60 h 715"/>
                <a:gd name="T12" fmla="*/ 429 w 714"/>
                <a:gd name="T13" fmla="*/ 26 h 715"/>
                <a:gd name="T14" fmla="*/ 22 w 714"/>
                <a:gd name="T15" fmla="*/ 436 h 715"/>
                <a:gd name="T16" fmla="*/ 39 w 714"/>
                <a:gd name="T17" fmla="*/ 451 h 715"/>
                <a:gd name="T18" fmla="*/ 60 w 714"/>
                <a:gd name="T19" fmla="*/ 465 h 715"/>
                <a:gd name="T20" fmla="*/ 108 w 714"/>
                <a:gd name="T21" fmla="*/ 446 h 715"/>
                <a:gd name="T22" fmla="*/ 102 w 714"/>
                <a:gd name="T23" fmla="*/ 508 h 715"/>
                <a:gd name="T24" fmla="*/ 146 w 714"/>
                <a:gd name="T25" fmla="*/ 552 h 715"/>
                <a:gd name="T26" fmla="*/ 190 w 714"/>
                <a:gd name="T27" fmla="*/ 596 h 715"/>
                <a:gd name="T28" fmla="*/ 214 w 714"/>
                <a:gd name="T29" fmla="*/ 647 h 715"/>
                <a:gd name="T30" fmla="*/ 296 w 714"/>
                <a:gd name="T31" fmla="*/ 709 h 715"/>
                <a:gd name="T32" fmla="*/ 684 w 714"/>
                <a:gd name="T33" fmla="*/ 227 h 715"/>
                <a:gd name="T34" fmla="*/ 434 w 714"/>
                <a:gd name="T35" fmla="*/ 24 h 715"/>
                <a:gd name="T36" fmla="*/ 9 w 714"/>
                <a:gd name="T37" fmla="*/ 371 h 715"/>
                <a:gd name="T38" fmla="*/ 37 w 714"/>
                <a:gd name="T39" fmla="*/ 344 h 715"/>
                <a:gd name="T40" fmla="*/ 45 w 714"/>
                <a:gd name="T41" fmla="*/ 192 h 715"/>
                <a:gd name="T42" fmla="*/ 64 w 714"/>
                <a:gd name="T43" fmla="*/ 419 h 715"/>
                <a:gd name="T44" fmla="*/ 84 w 714"/>
                <a:gd name="T45" fmla="*/ 332 h 715"/>
                <a:gd name="T46" fmla="*/ 87 w 714"/>
                <a:gd name="T47" fmla="*/ 502 h 715"/>
                <a:gd name="T48" fmla="*/ 234 w 714"/>
                <a:gd name="T49" fmla="*/ 679 h 715"/>
                <a:gd name="T50" fmla="*/ 287 w 714"/>
                <a:gd name="T51" fmla="*/ 641 h 715"/>
                <a:gd name="T52" fmla="*/ 303 w 714"/>
                <a:gd name="T53" fmla="*/ 67 h 715"/>
                <a:gd name="T54" fmla="*/ 270 w 714"/>
                <a:gd name="T55" fmla="*/ 571 h 715"/>
                <a:gd name="T56" fmla="*/ 246 w 714"/>
                <a:gd name="T57" fmla="*/ 640 h 715"/>
                <a:gd name="T58" fmla="*/ 249 w 714"/>
                <a:gd name="T59" fmla="*/ 640 h 715"/>
                <a:gd name="T60" fmla="*/ 227 w 714"/>
                <a:gd name="T61" fmla="*/ 527 h 715"/>
                <a:gd name="T62" fmla="*/ 209 w 714"/>
                <a:gd name="T63" fmla="*/ 468 h 715"/>
                <a:gd name="T64" fmla="*/ 178 w 714"/>
                <a:gd name="T65" fmla="*/ 383 h 715"/>
                <a:gd name="T66" fmla="*/ 165 w 714"/>
                <a:gd name="T67" fmla="*/ 345 h 715"/>
                <a:gd name="T68" fmla="*/ 156 w 714"/>
                <a:gd name="T69" fmla="*/ 435 h 715"/>
                <a:gd name="T70" fmla="*/ 132 w 714"/>
                <a:gd name="T71" fmla="*/ 280 h 715"/>
                <a:gd name="T72" fmla="*/ 123 w 714"/>
                <a:gd name="T73" fmla="*/ 474 h 715"/>
                <a:gd name="T74" fmla="*/ 154 w 714"/>
                <a:gd name="T75" fmla="*/ 484 h 715"/>
                <a:gd name="T76" fmla="*/ 189 w 714"/>
                <a:gd name="T77" fmla="*/ 398 h 715"/>
                <a:gd name="T78" fmla="*/ 235 w 714"/>
                <a:gd name="T79" fmla="*/ 592 h 715"/>
                <a:gd name="T80" fmla="*/ 277 w 714"/>
                <a:gd name="T81" fmla="*/ 700 h 715"/>
                <a:gd name="T82" fmla="*/ 335 w 714"/>
                <a:gd name="T83" fmla="*/ 131 h 715"/>
                <a:gd name="T84" fmla="*/ 522 w 714"/>
                <a:gd name="T85" fmla="*/ 181 h 715"/>
                <a:gd name="T86" fmla="*/ 480 w 714"/>
                <a:gd name="T87" fmla="*/ 95 h 715"/>
                <a:gd name="T88" fmla="*/ 502 w 714"/>
                <a:gd name="T89" fmla="*/ 132 h 715"/>
                <a:gd name="T90" fmla="*/ 509 w 714"/>
                <a:gd name="T91" fmla="*/ 36 h 715"/>
                <a:gd name="T92" fmla="*/ 462 w 714"/>
                <a:gd name="T93" fmla="*/ 49 h 715"/>
                <a:gd name="T94" fmla="*/ 406 w 714"/>
                <a:gd name="T95" fmla="*/ 125 h 715"/>
                <a:gd name="T96" fmla="*/ 372 w 714"/>
                <a:gd name="T97" fmla="*/ 610 h 715"/>
                <a:gd name="T98" fmla="*/ 398 w 714"/>
                <a:gd name="T99" fmla="*/ 679 h 715"/>
                <a:gd name="T100" fmla="*/ 454 w 714"/>
                <a:gd name="T101" fmla="*/ 644 h 715"/>
                <a:gd name="T102" fmla="*/ 469 w 714"/>
                <a:gd name="T103" fmla="*/ 168 h 715"/>
                <a:gd name="T104" fmla="*/ 522 w 714"/>
                <a:gd name="T105" fmla="*/ 285 h 715"/>
                <a:gd name="T106" fmla="*/ 585 w 714"/>
                <a:gd name="T107" fmla="*/ 213 h 715"/>
                <a:gd name="T108" fmla="*/ 544 w 714"/>
                <a:gd name="T109" fmla="*/ 168 h 715"/>
                <a:gd name="T110" fmla="*/ 573 w 714"/>
                <a:gd name="T111" fmla="*/ 236 h 715"/>
                <a:gd name="T112" fmla="*/ 595 w 714"/>
                <a:gd name="T113" fmla="*/ 470 h 715"/>
                <a:gd name="T114" fmla="*/ 651 w 714"/>
                <a:gd name="T115" fmla="*/ 272 h 715"/>
                <a:gd name="T116" fmla="*/ 630 w 714"/>
                <a:gd name="T117" fmla="*/ 261 h 715"/>
                <a:gd name="T118" fmla="*/ 615 w 714"/>
                <a:gd name="T119" fmla="*/ 194 h 715"/>
                <a:gd name="T120" fmla="*/ 625 w 714"/>
                <a:gd name="T121" fmla="*/ 381 h 715"/>
                <a:gd name="T122" fmla="*/ 658 w 714"/>
                <a:gd name="T123" fmla="*/ 277 h 715"/>
                <a:gd name="T124" fmla="*/ 686 w 714"/>
                <a:gd name="T125" fmla="*/ 342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4" h="715">
                  <a:moveTo>
                    <a:pt x="710" y="304"/>
                  </a:moveTo>
                  <a:cubicBezTo>
                    <a:pt x="710" y="305"/>
                    <a:pt x="710" y="305"/>
                    <a:pt x="709" y="305"/>
                  </a:cubicBezTo>
                  <a:cubicBezTo>
                    <a:pt x="709" y="304"/>
                    <a:pt x="710" y="303"/>
                    <a:pt x="710" y="303"/>
                  </a:cubicBezTo>
                  <a:cubicBezTo>
                    <a:pt x="710" y="303"/>
                    <a:pt x="710" y="303"/>
                    <a:pt x="710" y="303"/>
                  </a:cubicBezTo>
                  <a:cubicBezTo>
                    <a:pt x="709" y="297"/>
                    <a:pt x="708" y="292"/>
                    <a:pt x="707" y="286"/>
                  </a:cubicBezTo>
                  <a:cubicBezTo>
                    <a:pt x="707" y="287"/>
                    <a:pt x="707" y="288"/>
                    <a:pt x="706" y="290"/>
                  </a:cubicBezTo>
                  <a:cubicBezTo>
                    <a:pt x="706" y="289"/>
                    <a:pt x="707" y="289"/>
                    <a:pt x="707" y="289"/>
                  </a:cubicBezTo>
                  <a:cubicBezTo>
                    <a:pt x="707" y="290"/>
                    <a:pt x="706" y="290"/>
                    <a:pt x="706" y="290"/>
                  </a:cubicBezTo>
                  <a:cubicBezTo>
                    <a:pt x="706" y="292"/>
                    <a:pt x="706" y="294"/>
                    <a:pt x="705" y="295"/>
                  </a:cubicBezTo>
                  <a:cubicBezTo>
                    <a:pt x="703" y="298"/>
                    <a:pt x="703" y="301"/>
                    <a:pt x="703" y="301"/>
                  </a:cubicBezTo>
                  <a:cubicBezTo>
                    <a:pt x="702" y="302"/>
                    <a:pt x="700" y="300"/>
                    <a:pt x="699" y="300"/>
                  </a:cubicBezTo>
                  <a:cubicBezTo>
                    <a:pt x="697" y="301"/>
                    <a:pt x="697" y="303"/>
                    <a:pt x="696" y="300"/>
                  </a:cubicBezTo>
                  <a:cubicBezTo>
                    <a:pt x="696" y="299"/>
                    <a:pt x="696" y="301"/>
                    <a:pt x="695" y="298"/>
                  </a:cubicBezTo>
                  <a:cubicBezTo>
                    <a:pt x="695" y="297"/>
                    <a:pt x="697" y="291"/>
                    <a:pt x="700" y="292"/>
                  </a:cubicBezTo>
                  <a:cubicBezTo>
                    <a:pt x="701" y="293"/>
                    <a:pt x="702" y="295"/>
                    <a:pt x="703" y="292"/>
                  </a:cubicBezTo>
                  <a:cubicBezTo>
                    <a:pt x="703" y="291"/>
                    <a:pt x="703" y="290"/>
                    <a:pt x="703" y="289"/>
                  </a:cubicBezTo>
                  <a:cubicBezTo>
                    <a:pt x="703" y="287"/>
                    <a:pt x="705" y="284"/>
                    <a:pt x="706" y="282"/>
                  </a:cubicBezTo>
                  <a:cubicBezTo>
                    <a:pt x="705" y="276"/>
                    <a:pt x="704" y="270"/>
                    <a:pt x="702" y="264"/>
                  </a:cubicBezTo>
                  <a:cubicBezTo>
                    <a:pt x="701" y="268"/>
                    <a:pt x="695" y="273"/>
                    <a:pt x="691" y="270"/>
                  </a:cubicBezTo>
                  <a:cubicBezTo>
                    <a:pt x="691" y="271"/>
                    <a:pt x="691" y="270"/>
                    <a:pt x="690" y="270"/>
                  </a:cubicBezTo>
                  <a:cubicBezTo>
                    <a:pt x="690" y="270"/>
                    <a:pt x="690" y="270"/>
                    <a:pt x="690" y="270"/>
                  </a:cubicBezTo>
                  <a:cubicBezTo>
                    <a:pt x="690" y="271"/>
                    <a:pt x="690" y="270"/>
                    <a:pt x="690" y="270"/>
                  </a:cubicBezTo>
                  <a:cubicBezTo>
                    <a:pt x="690" y="270"/>
                    <a:pt x="690" y="270"/>
                    <a:pt x="690" y="269"/>
                  </a:cubicBezTo>
                  <a:cubicBezTo>
                    <a:pt x="689" y="270"/>
                    <a:pt x="688" y="271"/>
                    <a:pt x="688" y="271"/>
                  </a:cubicBezTo>
                  <a:cubicBezTo>
                    <a:pt x="686" y="270"/>
                    <a:pt x="686" y="273"/>
                    <a:pt x="685" y="274"/>
                  </a:cubicBezTo>
                  <a:cubicBezTo>
                    <a:pt x="684" y="274"/>
                    <a:pt x="682" y="273"/>
                    <a:pt x="682" y="275"/>
                  </a:cubicBezTo>
                  <a:cubicBezTo>
                    <a:pt x="681" y="270"/>
                    <a:pt x="674" y="279"/>
                    <a:pt x="674" y="281"/>
                  </a:cubicBezTo>
                  <a:cubicBezTo>
                    <a:pt x="675" y="280"/>
                    <a:pt x="681" y="280"/>
                    <a:pt x="680" y="280"/>
                  </a:cubicBezTo>
                  <a:cubicBezTo>
                    <a:pt x="680" y="280"/>
                    <a:pt x="681" y="280"/>
                    <a:pt x="681" y="280"/>
                  </a:cubicBezTo>
                  <a:cubicBezTo>
                    <a:pt x="681" y="280"/>
                    <a:pt x="681" y="280"/>
                    <a:pt x="681" y="280"/>
                  </a:cubicBezTo>
                  <a:cubicBezTo>
                    <a:pt x="681" y="279"/>
                    <a:pt x="682" y="278"/>
                    <a:pt x="682" y="279"/>
                  </a:cubicBezTo>
                  <a:cubicBezTo>
                    <a:pt x="684" y="280"/>
                    <a:pt x="681" y="280"/>
                    <a:pt x="681" y="281"/>
                  </a:cubicBezTo>
                  <a:cubicBezTo>
                    <a:pt x="681" y="282"/>
                    <a:pt x="681" y="282"/>
                    <a:pt x="681" y="282"/>
                  </a:cubicBezTo>
                  <a:cubicBezTo>
                    <a:pt x="682" y="282"/>
                    <a:pt x="683" y="282"/>
                    <a:pt x="683" y="284"/>
                  </a:cubicBezTo>
                  <a:cubicBezTo>
                    <a:pt x="683" y="284"/>
                    <a:pt x="683" y="284"/>
                    <a:pt x="683" y="284"/>
                  </a:cubicBezTo>
                  <a:cubicBezTo>
                    <a:pt x="683" y="284"/>
                    <a:pt x="684" y="285"/>
                    <a:pt x="684" y="286"/>
                  </a:cubicBezTo>
                  <a:cubicBezTo>
                    <a:pt x="684" y="286"/>
                    <a:pt x="681" y="289"/>
                    <a:pt x="681" y="290"/>
                  </a:cubicBezTo>
                  <a:cubicBezTo>
                    <a:pt x="680" y="290"/>
                    <a:pt x="679" y="295"/>
                    <a:pt x="678" y="295"/>
                  </a:cubicBezTo>
                  <a:cubicBezTo>
                    <a:pt x="676" y="295"/>
                    <a:pt x="679" y="293"/>
                    <a:pt x="677" y="292"/>
                  </a:cubicBezTo>
                  <a:cubicBezTo>
                    <a:pt x="677" y="291"/>
                    <a:pt x="675" y="293"/>
                    <a:pt x="674" y="293"/>
                  </a:cubicBezTo>
                  <a:cubicBezTo>
                    <a:pt x="673" y="292"/>
                    <a:pt x="674" y="291"/>
                    <a:pt x="673" y="290"/>
                  </a:cubicBezTo>
                  <a:cubicBezTo>
                    <a:pt x="673" y="290"/>
                    <a:pt x="671" y="292"/>
                    <a:pt x="670" y="290"/>
                  </a:cubicBezTo>
                  <a:cubicBezTo>
                    <a:pt x="669" y="288"/>
                    <a:pt x="672" y="289"/>
                    <a:pt x="672" y="288"/>
                  </a:cubicBezTo>
                  <a:cubicBezTo>
                    <a:pt x="672" y="287"/>
                    <a:pt x="671" y="287"/>
                    <a:pt x="671" y="287"/>
                  </a:cubicBezTo>
                  <a:cubicBezTo>
                    <a:pt x="671" y="286"/>
                    <a:pt x="672" y="285"/>
                    <a:pt x="672" y="283"/>
                  </a:cubicBezTo>
                  <a:cubicBezTo>
                    <a:pt x="672" y="283"/>
                    <a:pt x="672" y="282"/>
                    <a:pt x="672" y="282"/>
                  </a:cubicBezTo>
                  <a:cubicBezTo>
                    <a:pt x="673" y="279"/>
                    <a:pt x="678" y="276"/>
                    <a:pt x="677" y="271"/>
                  </a:cubicBezTo>
                  <a:cubicBezTo>
                    <a:pt x="676" y="270"/>
                    <a:pt x="675" y="271"/>
                    <a:pt x="674" y="272"/>
                  </a:cubicBezTo>
                  <a:cubicBezTo>
                    <a:pt x="675" y="269"/>
                    <a:pt x="676" y="260"/>
                    <a:pt x="681" y="259"/>
                  </a:cubicBezTo>
                  <a:cubicBezTo>
                    <a:pt x="681" y="259"/>
                    <a:pt x="684" y="259"/>
                    <a:pt x="685" y="259"/>
                  </a:cubicBezTo>
                  <a:cubicBezTo>
                    <a:pt x="685" y="259"/>
                    <a:pt x="686" y="260"/>
                    <a:pt x="687" y="261"/>
                  </a:cubicBezTo>
                  <a:cubicBezTo>
                    <a:pt x="687" y="261"/>
                    <a:pt x="687" y="261"/>
                    <a:pt x="688" y="261"/>
                  </a:cubicBezTo>
                  <a:cubicBezTo>
                    <a:pt x="688" y="261"/>
                    <a:pt x="688" y="261"/>
                    <a:pt x="688" y="261"/>
                  </a:cubicBezTo>
                  <a:cubicBezTo>
                    <a:pt x="688" y="262"/>
                    <a:pt x="688" y="262"/>
                    <a:pt x="689" y="262"/>
                  </a:cubicBezTo>
                  <a:cubicBezTo>
                    <a:pt x="690" y="261"/>
                    <a:pt x="691" y="259"/>
                    <a:pt x="692" y="258"/>
                  </a:cubicBezTo>
                  <a:cubicBezTo>
                    <a:pt x="691" y="257"/>
                    <a:pt x="690" y="258"/>
                    <a:pt x="689" y="259"/>
                  </a:cubicBezTo>
                  <a:cubicBezTo>
                    <a:pt x="689" y="258"/>
                    <a:pt x="689" y="258"/>
                    <a:pt x="689" y="258"/>
                  </a:cubicBezTo>
                  <a:cubicBezTo>
                    <a:pt x="688" y="258"/>
                    <a:pt x="687" y="258"/>
                    <a:pt x="687" y="257"/>
                  </a:cubicBezTo>
                  <a:cubicBezTo>
                    <a:pt x="686" y="256"/>
                    <a:pt x="688" y="256"/>
                    <a:pt x="688" y="256"/>
                  </a:cubicBezTo>
                  <a:cubicBezTo>
                    <a:pt x="689" y="254"/>
                    <a:pt x="687" y="255"/>
                    <a:pt x="688" y="253"/>
                  </a:cubicBezTo>
                  <a:cubicBezTo>
                    <a:pt x="689" y="252"/>
                    <a:pt x="692" y="252"/>
                    <a:pt x="692" y="251"/>
                  </a:cubicBezTo>
                  <a:cubicBezTo>
                    <a:pt x="692" y="251"/>
                    <a:pt x="692" y="250"/>
                    <a:pt x="692" y="250"/>
                  </a:cubicBezTo>
                  <a:cubicBezTo>
                    <a:pt x="692" y="250"/>
                    <a:pt x="691" y="249"/>
                    <a:pt x="691" y="249"/>
                  </a:cubicBezTo>
                  <a:cubicBezTo>
                    <a:pt x="691" y="249"/>
                    <a:pt x="692" y="247"/>
                    <a:pt x="691" y="246"/>
                  </a:cubicBezTo>
                  <a:cubicBezTo>
                    <a:pt x="690" y="245"/>
                    <a:pt x="690" y="246"/>
                    <a:pt x="690" y="246"/>
                  </a:cubicBezTo>
                  <a:cubicBezTo>
                    <a:pt x="689" y="246"/>
                    <a:pt x="688" y="242"/>
                    <a:pt x="688" y="242"/>
                  </a:cubicBezTo>
                  <a:cubicBezTo>
                    <a:pt x="689" y="240"/>
                    <a:pt x="691" y="242"/>
                    <a:pt x="693" y="241"/>
                  </a:cubicBezTo>
                  <a:cubicBezTo>
                    <a:pt x="692" y="241"/>
                    <a:pt x="693" y="239"/>
                    <a:pt x="694" y="239"/>
                  </a:cubicBezTo>
                  <a:cubicBezTo>
                    <a:pt x="693" y="235"/>
                    <a:pt x="691" y="231"/>
                    <a:pt x="690" y="227"/>
                  </a:cubicBezTo>
                  <a:cubicBezTo>
                    <a:pt x="690" y="227"/>
                    <a:pt x="689" y="227"/>
                    <a:pt x="689" y="227"/>
                  </a:cubicBezTo>
                  <a:cubicBezTo>
                    <a:pt x="688" y="227"/>
                    <a:pt x="689" y="225"/>
                    <a:pt x="688" y="224"/>
                  </a:cubicBezTo>
                  <a:cubicBezTo>
                    <a:pt x="688" y="223"/>
                    <a:pt x="688" y="223"/>
                    <a:pt x="688" y="223"/>
                  </a:cubicBezTo>
                  <a:cubicBezTo>
                    <a:pt x="688" y="222"/>
                    <a:pt x="688" y="222"/>
                    <a:pt x="688" y="221"/>
                  </a:cubicBezTo>
                  <a:cubicBezTo>
                    <a:pt x="685" y="222"/>
                    <a:pt x="682" y="222"/>
                    <a:pt x="681" y="222"/>
                  </a:cubicBezTo>
                  <a:cubicBezTo>
                    <a:pt x="679" y="222"/>
                    <a:pt x="680" y="219"/>
                    <a:pt x="678" y="220"/>
                  </a:cubicBezTo>
                  <a:cubicBezTo>
                    <a:pt x="680" y="218"/>
                    <a:pt x="676" y="218"/>
                    <a:pt x="676" y="216"/>
                  </a:cubicBezTo>
                  <a:cubicBezTo>
                    <a:pt x="675" y="215"/>
                    <a:pt x="677" y="215"/>
                    <a:pt x="677" y="215"/>
                  </a:cubicBezTo>
                  <a:cubicBezTo>
                    <a:pt x="678" y="214"/>
                    <a:pt x="676" y="213"/>
                    <a:pt x="677" y="212"/>
                  </a:cubicBezTo>
                  <a:cubicBezTo>
                    <a:pt x="677" y="212"/>
                    <a:pt x="677" y="212"/>
                    <a:pt x="677" y="212"/>
                  </a:cubicBezTo>
                  <a:cubicBezTo>
                    <a:pt x="676" y="212"/>
                    <a:pt x="675" y="210"/>
                    <a:pt x="675" y="209"/>
                  </a:cubicBezTo>
                  <a:cubicBezTo>
                    <a:pt x="674" y="209"/>
                    <a:pt x="674" y="209"/>
                    <a:pt x="673" y="209"/>
                  </a:cubicBezTo>
                  <a:cubicBezTo>
                    <a:pt x="674" y="210"/>
                    <a:pt x="674" y="210"/>
                    <a:pt x="674" y="211"/>
                  </a:cubicBezTo>
                  <a:cubicBezTo>
                    <a:pt x="674" y="212"/>
                    <a:pt x="674" y="212"/>
                    <a:pt x="673" y="213"/>
                  </a:cubicBezTo>
                  <a:cubicBezTo>
                    <a:pt x="673" y="214"/>
                    <a:pt x="673" y="214"/>
                    <a:pt x="673" y="215"/>
                  </a:cubicBezTo>
                  <a:cubicBezTo>
                    <a:pt x="673" y="215"/>
                    <a:pt x="673" y="215"/>
                    <a:pt x="673" y="215"/>
                  </a:cubicBezTo>
                  <a:cubicBezTo>
                    <a:pt x="673" y="215"/>
                    <a:pt x="672" y="216"/>
                    <a:pt x="672" y="216"/>
                  </a:cubicBezTo>
                  <a:cubicBezTo>
                    <a:pt x="671" y="217"/>
                    <a:pt x="669" y="218"/>
                    <a:pt x="669" y="220"/>
                  </a:cubicBezTo>
                  <a:cubicBezTo>
                    <a:pt x="670" y="217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7" y="219"/>
                  </a:cubicBezTo>
                  <a:cubicBezTo>
                    <a:pt x="668" y="220"/>
                    <a:pt x="668" y="224"/>
                    <a:pt x="667" y="225"/>
                  </a:cubicBezTo>
                  <a:cubicBezTo>
                    <a:pt x="667" y="225"/>
                    <a:pt x="667" y="224"/>
                    <a:pt x="666" y="224"/>
                  </a:cubicBezTo>
                  <a:cubicBezTo>
                    <a:pt x="665" y="225"/>
                    <a:pt x="663" y="228"/>
                    <a:pt x="660" y="228"/>
                  </a:cubicBezTo>
                  <a:cubicBezTo>
                    <a:pt x="661" y="226"/>
                    <a:pt x="663" y="226"/>
                    <a:pt x="663" y="225"/>
                  </a:cubicBezTo>
                  <a:cubicBezTo>
                    <a:pt x="663" y="224"/>
                    <a:pt x="662" y="225"/>
                    <a:pt x="661" y="224"/>
                  </a:cubicBezTo>
                  <a:cubicBezTo>
                    <a:pt x="660" y="223"/>
                    <a:pt x="662" y="219"/>
                    <a:pt x="665" y="218"/>
                  </a:cubicBezTo>
                  <a:cubicBezTo>
                    <a:pt x="665" y="217"/>
                    <a:pt x="665" y="216"/>
                    <a:pt x="665" y="216"/>
                  </a:cubicBezTo>
                  <a:cubicBezTo>
                    <a:pt x="665" y="215"/>
                    <a:pt x="664" y="215"/>
                    <a:pt x="664" y="215"/>
                  </a:cubicBezTo>
                  <a:cubicBezTo>
                    <a:pt x="663" y="217"/>
                    <a:pt x="661" y="218"/>
                    <a:pt x="660" y="220"/>
                  </a:cubicBezTo>
                  <a:cubicBezTo>
                    <a:pt x="660" y="221"/>
                    <a:pt x="661" y="222"/>
                    <a:pt x="660" y="223"/>
                  </a:cubicBezTo>
                  <a:cubicBezTo>
                    <a:pt x="660" y="223"/>
                    <a:pt x="659" y="224"/>
                    <a:pt x="659" y="225"/>
                  </a:cubicBezTo>
                  <a:cubicBezTo>
                    <a:pt x="659" y="226"/>
                    <a:pt x="661" y="225"/>
                    <a:pt x="660" y="226"/>
                  </a:cubicBezTo>
                  <a:cubicBezTo>
                    <a:pt x="660" y="227"/>
                    <a:pt x="659" y="228"/>
                    <a:pt x="659" y="227"/>
                  </a:cubicBezTo>
                  <a:cubicBezTo>
                    <a:pt x="658" y="227"/>
                    <a:pt x="658" y="225"/>
                    <a:pt x="657" y="224"/>
                  </a:cubicBezTo>
                  <a:cubicBezTo>
                    <a:pt x="657" y="223"/>
                    <a:pt x="656" y="224"/>
                    <a:pt x="655" y="223"/>
                  </a:cubicBezTo>
                  <a:cubicBezTo>
                    <a:pt x="653" y="223"/>
                    <a:pt x="653" y="221"/>
                    <a:pt x="650" y="224"/>
                  </a:cubicBezTo>
                  <a:cubicBezTo>
                    <a:pt x="653" y="220"/>
                    <a:pt x="649" y="222"/>
                    <a:pt x="648" y="221"/>
                  </a:cubicBezTo>
                  <a:cubicBezTo>
                    <a:pt x="648" y="222"/>
                    <a:pt x="647" y="215"/>
                    <a:pt x="647" y="215"/>
                  </a:cubicBezTo>
                  <a:cubicBezTo>
                    <a:pt x="647" y="214"/>
                    <a:pt x="648" y="211"/>
                    <a:pt x="648" y="209"/>
                  </a:cubicBezTo>
                  <a:cubicBezTo>
                    <a:pt x="648" y="210"/>
                    <a:pt x="648" y="210"/>
                    <a:pt x="647" y="210"/>
                  </a:cubicBezTo>
                  <a:cubicBezTo>
                    <a:pt x="647" y="210"/>
                    <a:pt x="647" y="209"/>
                    <a:pt x="648" y="208"/>
                  </a:cubicBezTo>
                  <a:cubicBezTo>
                    <a:pt x="648" y="208"/>
                    <a:pt x="648" y="208"/>
                    <a:pt x="648" y="208"/>
                  </a:cubicBezTo>
                  <a:cubicBezTo>
                    <a:pt x="647" y="208"/>
                    <a:pt x="647" y="209"/>
                    <a:pt x="647" y="209"/>
                  </a:cubicBezTo>
                  <a:cubicBezTo>
                    <a:pt x="647" y="209"/>
                    <a:pt x="647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4" y="211"/>
                    <a:pt x="639" y="212"/>
                    <a:pt x="635" y="212"/>
                  </a:cubicBezTo>
                  <a:cubicBezTo>
                    <a:pt x="635" y="213"/>
                    <a:pt x="635" y="214"/>
                    <a:pt x="635" y="214"/>
                  </a:cubicBezTo>
                  <a:cubicBezTo>
                    <a:pt x="634" y="214"/>
                    <a:pt x="634" y="213"/>
                    <a:pt x="634" y="212"/>
                  </a:cubicBezTo>
                  <a:cubicBezTo>
                    <a:pt x="633" y="212"/>
                    <a:pt x="633" y="212"/>
                    <a:pt x="633" y="212"/>
                  </a:cubicBezTo>
                  <a:cubicBezTo>
                    <a:pt x="633" y="211"/>
                    <a:pt x="633" y="210"/>
                    <a:pt x="635" y="210"/>
                  </a:cubicBezTo>
                  <a:cubicBezTo>
                    <a:pt x="634" y="210"/>
                    <a:pt x="634" y="209"/>
                    <a:pt x="634" y="209"/>
                  </a:cubicBezTo>
                  <a:cubicBezTo>
                    <a:pt x="633" y="208"/>
                    <a:pt x="634" y="207"/>
                    <a:pt x="635" y="206"/>
                  </a:cubicBezTo>
                  <a:cubicBezTo>
                    <a:pt x="634" y="205"/>
                    <a:pt x="634" y="204"/>
                    <a:pt x="635" y="203"/>
                  </a:cubicBezTo>
                  <a:cubicBezTo>
                    <a:pt x="636" y="203"/>
                    <a:pt x="636" y="203"/>
                    <a:pt x="637" y="203"/>
                  </a:cubicBezTo>
                  <a:cubicBezTo>
                    <a:pt x="637" y="202"/>
                    <a:pt x="636" y="202"/>
                    <a:pt x="635" y="203"/>
                  </a:cubicBezTo>
                  <a:cubicBezTo>
                    <a:pt x="634" y="203"/>
                    <a:pt x="632" y="206"/>
                    <a:pt x="632" y="206"/>
                  </a:cubicBezTo>
                  <a:cubicBezTo>
                    <a:pt x="632" y="207"/>
                    <a:pt x="632" y="207"/>
                    <a:pt x="633" y="207"/>
                  </a:cubicBezTo>
                  <a:cubicBezTo>
                    <a:pt x="629" y="209"/>
                    <a:pt x="629" y="201"/>
                    <a:pt x="631" y="201"/>
                  </a:cubicBezTo>
                  <a:cubicBezTo>
                    <a:pt x="631" y="201"/>
                    <a:pt x="632" y="203"/>
                    <a:pt x="632" y="203"/>
                  </a:cubicBezTo>
                  <a:cubicBezTo>
                    <a:pt x="633" y="203"/>
                    <a:pt x="636" y="199"/>
                    <a:pt x="638" y="198"/>
                  </a:cubicBezTo>
                  <a:cubicBezTo>
                    <a:pt x="638" y="198"/>
                    <a:pt x="638" y="197"/>
                    <a:pt x="639" y="197"/>
                  </a:cubicBezTo>
                  <a:cubicBezTo>
                    <a:pt x="639" y="196"/>
                    <a:pt x="637" y="195"/>
                    <a:pt x="637" y="194"/>
                  </a:cubicBezTo>
                  <a:cubicBezTo>
                    <a:pt x="637" y="193"/>
                    <a:pt x="639" y="193"/>
                    <a:pt x="639" y="193"/>
                  </a:cubicBezTo>
                  <a:cubicBezTo>
                    <a:pt x="639" y="192"/>
                    <a:pt x="640" y="189"/>
                    <a:pt x="639" y="189"/>
                  </a:cubicBezTo>
                  <a:cubicBezTo>
                    <a:pt x="639" y="188"/>
                    <a:pt x="637" y="189"/>
                    <a:pt x="638" y="190"/>
                  </a:cubicBezTo>
                  <a:cubicBezTo>
                    <a:pt x="638" y="190"/>
                    <a:pt x="636" y="188"/>
                    <a:pt x="637" y="187"/>
                  </a:cubicBezTo>
                  <a:cubicBezTo>
                    <a:pt x="637" y="187"/>
                    <a:pt x="637" y="187"/>
                    <a:pt x="637" y="187"/>
                  </a:cubicBezTo>
                  <a:cubicBezTo>
                    <a:pt x="637" y="186"/>
                    <a:pt x="637" y="186"/>
                    <a:pt x="636" y="186"/>
                  </a:cubicBezTo>
                  <a:cubicBezTo>
                    <a:pt x="636" y="187"/>
                    <a:pt x="636" y="188"/>
                    <a:pt x="636" y="188"/>
                  </a:cubicBezTo>
                  <a:cubicBezTo>
                    <a:pt x="636" y="188"/>
                    <a:pt x="636" y="188"/>
                    <a:pt x="637" y="188"/>
                  </a:cubicBezTo>
                  <a:cubicBezTo>
                    <a:pt x="637" y="189"/>
                    <a:pt x="637" y="189"/>
                    <a:pt x="636" y="189"/>
                  </a:cubicBezTo>
                  <a:cubicBezTo>
                    <a:pt x="637" y="190"/>
                    <a:pt x="636" y="191"/>
                    <a:pt x="635" y="190"/>
                  </a:cubicBezTo>
                  <a:cubicBezTo>
                    <a:pt x="635" y="190"/>
                    <a:pt x="635" y="190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4" y="190"/>
                    <a:pt x="633" y="190"/>
                    <a:pt x="632" y="189"/>
                  </a:cubicBezTo>
                  <a:cubicBezTo>
                    <a:pt x="631" y="188"/>
                    <a:pt x="631" y="186"/>
                    <a:pt x="632" y="185"/>
                  </a:cubicBezTo>
                  <a:cubicBezTo>
                    <a:pt x="632" y="185"/>
                    <a:pt x="632" y="185"/>
                    <a:pt x="631" y="185"/>
                  </a:cubicBezTo>
                  <a:cubicBezTo>
                    <a:pt x="630" y="186"/>
                    <a:pt x="632" y="185"/>
                    <a:pt x="631" y="184"/>
                  </a:cubicBezTo>
                  <a:cubicBezTo>
                    <a:pt x="630" y="184"/>
                    <a:pt x="630" y="185"/>
                    <a:pt x="630" y="185"/>
                  </a:cubicBezTo>
                  <a:cubicBezTo>
                    <a:pt x="629" y="185"/>
                    <a:pt x="630" y="185"/>
                    <a:pt x="630" y="185"/>
                  </a:cubicBezTo>
                  <a:cubicBezTo>
                    <a:pt x="629" y="185"/>
                    <a:pt x="629" y="186"/>
                    <a:pt x="628" y="185"/>
                  </a:cubicBezTo>
                  <a:cubicBezTo>
                    <a:pt x="625" y="185"/>
                    <a:pt x="628" y="181"/>
                    <a:pt x="626" y="179"/>
                  </a:cubicBezTo>
                  <a:cubicBezTo>
                    <a:pt x="625" y="180"/>
                    <a:pt x="624" y="180"/>
                    <a:pt x="624" y="180"/>
                  </a:cubicBezTo>
                  <a:cubicBezTo>
                    <a:pt x="623" y="181"/>
                    <a:pt x="623" y="182"/>
                    <a:pt x="623" y="183"/>
                  </a:cubicBezTo>
                  <a:cubicBezTo>
                    <a:pt x="624" y="184"/>
                    <a:pt x="625" y="185"/>
                    <a:pt x="624" y="186"/>
                  </a:cubicBezTo>
                  <a:cubicBezTo>
                    <a:pt x="624" y="191"/>
                    <a:pt x="618" y="190"/>
                    <a:pt x="617" y="188"/>
                  </a:cubicBezTo>
                  <a:cubicBezTo>
                    <a:pt x="616" y="188"/>
                    <a:pt x="615" y="188"/>
                    <a:pt x="615" y="189"/>
                  </a:cubicBezTo>
                  <a:cubicBezTo>
                    <a:pt x="615" y="189"/>
                    <a:pt x="616" y="188"/>
                    <a:pt x="615" y="188"/>
                  </a:cubicBezTo>
                  <a:cubicBezTo>
                    <a:pt x="614" y="189"/>
                    <a:pt x="612" y="190"/>
                    <a:pt x="610" y="190"/>
                  </a:cubicBezTo>
                  <a:cubicBezTo>
                    <a:pt x="609" y="191"/>
                    <a:pt x="607" y="191"/>
                    <a:pt x="607" y="191"/>
                  </a:cubicBezTo>
                  <a:cubicBezTo>
                    <a:pt x="607" y="190"/>
                    <a:pt x="608" y="190"/>
                    <a:pt x="609" y="189"/>
                  </a:cubicBezTo>
                  <a:cubicBezTo>
                    <a:pt x="609" y="189"/>
                    <a:pt x="608" y="189"/>
                    <a:pt x="608" y="189"/>
                  </a:cubicBezTo>
                  <a:cubicBezTo>
                    <a:pt x="608" y="188"/>
                    <a:pt x="607" y="187"/>
                    <a:pt x="607" y="186"/>
                  </a:cubicBezTo>
                  <a:cubicBezTo>
                    <a:pt x="606" y="186"/>
                    <a:pt x="604" y="186"/>
                    <a:pt x="605" y="183"/>
                  </a:cubicBezTo>
                  <a:cubicBezTo>
                    <a:pt x="606" y="181"/>
                    <a:pt x="605" y="180"/>
                    <a:pt x="605" y="179"/>
                  </a:cubicBezTo>
                  <a:cubicBezTo>
                    <a:pt x="605" y="179"/>
                    <a:pt x="606" y="178"/>
                    <a:pt x="605" y="177"/>
                  </a:cubicBezTo>
                  <a:cubicBezTo>
                    <a:pt x="604" y="179"/>
                    <a:pt x="603" y="181"/>
                    <a:pt x="601" y="183"/>
                  </a:cubicBezTo>
                  <a:cubicBezTo>
                    <a:pt x="604" y="184"/>
                    <a:pt x="606" y="186"/>
                    <a:pt x="602" y="189"/>
                  </a:cubicBezTo>
                  <a:cubicBezTo>
                    <a:pt x="602" y="189"/>
                    <a:pt x="601" y="189"/>
                    <a:pt x="600" y="190"/>
                  </a:cubicBezTo>
                  <a:cubicBezTo>
                    <a:pt x="602" y="190"/>
                    <a:pt x="602" y="194"/>
                    <a:pt x="599" y="193"/>
                  </a:cubicBezTo>
                  <a:cubicBezTo>
                    <a:pt x="598" y="192"/>
                    <a:pt x="599" y="191"/>
                    <a:pt x="599" y="191"/>
                  </a:cubicBezTo>
                  <a:cubicBezTo>
                    <a:pt x="600" y="190"/>
                    <a:pt x="600" y="190"/>
                    <a:pt x="600" y="190"/>
                  </a:cubicBezTo>
                  <a:cubicBezTo>
                    <a:pt x="598" y="190"/>
                    <a:pt x="596" y="191"/>
                    <a:pt x="595" y="192"/>
                  </a:cubicBezTo>
                  <a:cubicBezTo>
                    <a:pt x="593" y="194"/>
                    <a:pt x="594" y="195"/>
                    <a:pt x="592" y="194"/>
                  </a:cubicBezTo>
                  <a:cubicBezTo>
                    <a:pt x="592" y="193"/>
                    <a:pt x="591" y="192"/>
                    <a:pt x="590" y="193"/>
                  </a:cubicBezTo>
                  <a:cubicBezTo>
                    <a:pt x="590" y="193"/>
                    <a:pt x="587" y="198"/>
                    <a:pt x="587" y="195"/>
                  </a:cubicBezTo>
                  <a:cubicBezTo>
                    <a:pt x="587" y="194"/>
                    <a:pt x="588" y="194"/>
                    <a:pt x="588" y="194"/>
                  </a:cubicBezTo>
                  <a:cubicBezTo>
                    <a:pt x="587" y="193"/>
                    <a:pt x="584" y="194"/>
                    <a:pt x="583" y="193"/>
                  </a:cubicBezTo>
                  <a:cubicBezTo>
                    <a:pt x="583" y="192"/>
                    <a:pt x="587" y="190"/>
                    <a:pt x="584" y="189"/>
                  </a:cubicBezTo>
                  <a:cubicBezTo>
                    <a:pt x="583" y="188"/>
                    <a:pt x="583" y="188"/>
                    <a:pt x="583" y="188"/>
                  </a:cubicBezTo>
                  <a:cubicBezTo>
                    <a:pt x="583" y="188"/>
                    <a:pt x="583" y="188"/>
                    <a:pt x="583" y="187"/>
                  </a:cubicBezTo>
                  <a:cubicBezTo>
                    <a:pt x="584" y="186"/>
                    <a:pt x="584" y="185"/>
                    <a:pt x="583" y="185"/>
                  </a:cubicBezTo>
                  <a:cubicBezTo>
                    <a:pt x="582" y="186"/>
                    <a:pt x="581" y="186"/>
                    <a:pt x="580" y="185"/>
                  </a:cubicBezTo>
                  <a:cubicBezTo>
                    <a:pt x="580" y="184"/>
                    <a:pt x="581" y="184"/>
                    <a:pt x="581" y="183"/>
                  </a:cubicBezTo>
                  <a:cubicBezTo>
                    <a:pt x="582" y="183"/>
                    <a:pt x="582" y="183"/>
                    <a:pt x="582" y="183"/>
                  </a:cubicBezTo>
                  <a:cubicBezTo>
                    <a:pt x="581" y="182"/>
                    <a:pt x="580" y="182"/>
                    <a:pt x="579" y="182"/>
                  </a:cubicBezTo>
                  <a:cubicBezTo>
                    <a:pt x="578" y="181"/>
                    <a:pt x="580" y="179"/>
                    <a:pt x="580" y="178"/>
                  </a:cubicBezTo>
                  <a:cubicBezTo>
                    <a:pt x="578" y="176"/>
                    <a:pt x="577" y="179"/>
                    <a:pt x="574" y="179"/>
                  </a:cubicBezTo>
                  <a:cubicBezTo>
                    <a:pt x="574" y="179"/>
                    <a:pt x="572" y="177"/>
                    <a:pt x="570" y="179"/>
                  </a:cubicBezTo>
                  <a:cubicBezTo>
                    <a:pt x="569" y="180"/>
                    <a:pt x="571" y="182"/>
                    <a:pt x="568" y="184"/>
                  </a:cubicBezTo>
                  <a:cubicBezTo>
                    <a:pt x="567" y="184"/>
                    <a:pt x="562" y="186"/>
                    <a:pt x="562" y="185"/>
                  </a:cubicBezTo>
                  <a:cubicBezTo>
                    <a:pt x="561" y="184"/>
                    <a:pt x="563" y="184"/>
                    <a:pt x="563" y="184"/>
                  </a:cubicBezTo>
                  <a:cubicBezTo>
                    <a:pt x="564" y="182"/>
                    <a:pt x="562" y="180"/>
                    <a:pt x="562" y="181"/>
                  </a:cubicBezTo>
                  <a:cubicBezTo>
                    <a:pt x="563" y="179"/>
                    <a:pt x="565" y="179"/>
                    <a:pt x="565" y="178"/>
                  </a:cubicBezTo>
                  <a:cubicBezTo>
                    <a:pt x="565" y="178"/>
                    <a:pt x="565" y="178"/>
                    <a:pt x="564" y="178"/>
                  </a:cubicBezTo>
                  <a:cubicBezTo>
                    <a:pt x="564" y="177"/>
                    <a:pt x="565" y="177"/>
                    <a:pt x="565" y="177"/>
                  </a:cubicBezTo>
                  <a:cubicBezTo>
                    <a:pt x="565" y="176"/>
                    <a:pt x="564" y="174"/>
                    <a:pt x="565" y="173"/>
                  </a:cubicBezTo>
                  <a:cubicBezTo>
                    <a:pt x="565" y="173"/>
                    <a:pt x="565" y="173"/>
                    <a:pt x="565" y="173"/>
                  </a:cubicBezTo>
                  <a:cubicBezTo>
                    <a:pt x="565" y="173"/>
                    <a:pt x="565" y="172"/>
                    <a:pt x="565" y="172"/>
                  </a:cubicBezTo>
                  <a:cubicBezTo>
                    <a:pt x="564" y="172"/>
                    <a:pt x="564" y="171"/>
                    <a:pt x="566" y="170"/>
                  </a:cubicBezTo>
                  <a:cubicBezTo>
                    <a:pt x="566" y="170"/>
                    <a:pt x="566" y="170"/>
                    <a:pt x="566" y="170"/>
                  </a:cubicBezTo>
                  <a:cubicBezTo>
                    <a:pt x="566" y="170"/>
                    <a:pt x="565" y="170"/>
                    <a:pt x="565" y="170"/>
                  </a:cubicBezTo>
                  <a:cubicBezTo>
                    <a:pt x="564" y="170"/>
                    <a:pt x="563" y="170"/>
                    <a:pt x="563" y="169"/>
                  </a:cubicBezTo>
                  <a:cubicBezTo>
                    <a:pt x="562" y="169"/>
                    <a:pt x="562" y="169"/>
                    <a:pt x="562" y="169"/>
                  </a:cubicBezTo>
                  <a:cubicBezTo>
                    <a:pt x="562" y="169"/>
                    <a:pt x="562" y="168"/>
                    <a:pt x="563" y="167"/>
                  </a:cubicBezTo>
                  <a:cubicBezTo>
                    <a:pt x="563" y="167"/>
                    <a:pt x="563" y="166"/>
                    <a:pt x="562" y="166"/>
                  </a:cubicBezTo>
                  <a:cubicBezTo>
                    <a:pt x="563" y="165"/>
                    <a:pt x="566" y="165"/>
                    <a:pt x="568" y="164"/>
                  </a:cubicBezTo>
                  <a:cubicBezTo>
                    <a:pt x="567" y="165"/>
                    <a:pt x="568" y="167"/>
                    <a:pt x="569" y="165"/>
                  </a:cubicBezTo>
                  <a:cubicBezTo>
                    <a:pt x="571" y="164"/>
                    <a:pt x="569" y="164"/>
                    <a:pt x="569" y="164"/>
                  </a:cubicBezTo>
                  <a:cubicBezTo>
                    <a:pt x="569" y="164"/>
                    <a:pt x="570" y="163"/>
                    <a:pt x="569" y="162"/>
                  </a:cubicBezTo>
                  <a:cubicBezTo>
                    <a:pt x="569" y="162"/>
                    <a:pt x="569" y="162"/>
                    <a:pt x="569" y="162"/>
                  </a:cubicBezTo>
                  <a:cubicBezTo>
                    <a:pt x="567" y="163"/>
                    <a:pt x="565" y="164"/>
                    <a:pt x="563" y="163"/>
                  </a:cubicBezTo>
                  <a:cubicBezTo>
                    <a:pt x="563" y="163"/>
                    <a:pt x="563" y="163"/>
                    <a:pt x="563" y="164"/>
                  </a:cubicBezTo>
                  <a:cubicBezTo>
                    <a:pt x="563" y="164"/>
                    <a:pt x="564" y="164"/>
                    <a:pt x="564" y="164"/>
                  </a:cubicBezTo>
                  <a:cubicBezTo>
                    <a:pt x="563" y="165"/>
                    <a:pt x="563" y="164"/>
                    <a:pt x="563" y="163"/>
                  </a:cubicBezTo>
                  <a:cubicBezTo>
                    <a:pt x="562" y="163"/>
                    <a:pt x="562" y="162"/>
                    <a:pt x="562" y="161"/>
                  </a:cubicBezTo>
                  <a:cubicBezTo>
                    <a:pt x="562" y="160"/>
                    <a:pt x="564" y="158"/>
                    <a:pt x="567" y="158"/>
                  </a:cubicBezTo>
                  <a:cubicBezTo>
                    <a:pt x="566" y="157"/>
                    <a:pt x="565" y="156"/>
                    <a:pt x="566" y="155"/>
                  </a:cubicBezTo>
                  <a:cubicBezTo>
                    <a:pt x="566" y="153"/>
                    <a:pt x="570" y="153"/>
                    <a:pt x="569" y="152"/>
                  </a:cubicBezTo>
                  <a:cubicBezTo>
                    <a:pt x="570" y="152"/>
                    <a:pt x="572" y="151"/>
                    <a:pt x="574" y="151"/>
                  </a:cubicBezTo>
                  <a:cubicBezTo>
                    <a:pt x="576" y="153"/>
                    <a:pt x="575" y="153"/>
                    <a:pt x="579" y="152"/>
                  </a:cubicBezTo>
                  <a:cubicBezTo>
                    <a:pt x="579" y="152"/>
                    <a:pt x="580" y="151"/>
                    <a:pt x="581" y="151"/>
                  </a:cubicBezTo>
                  <a:cubicBezTo>
                    <a:pt x="584" y="150"/>
                    <a:pt x="583" y="150"/>
                    <a:pt x="582" y="148"/>
                  </a:cubicBezTo>
                  <a:cubicBezTo>
                    <a:pt x="584" y="150"/>
                    <a:pt x="583" y="148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0" y="147"/>
                    <a:pt x="580" y="147"/>
                  </a:cubicBezTo>
                  <a:cubicBezTo>
                    <a:pt x="580" y="147"/>
                    <a:pt x="579" y="149"/>
                    <a:pt x="578" y="148"/>
                  </a:cubicBezTo>
                  <a:cubicBezTo>
                    <a:pt x="577" y="147"/>
                    <a:pt x="581" y="144"/>
                    <a:pt x="577" y="144"/>
                  </a:cubicBezTo>
                  <a:cubicBezTo>
                    <a:pt x="583" y="142"/>
                    <a:pt x="575" y="140"/>
                    <a:pt x="573" y="139"/>
                  </a:cubicBezTo>
                  <a:cubicBezTo>
                    <a:pt x="572" y="138"/>
                    <a:pt x="571" y="137"/>
                    <a:pt x="570" y="135"/>
                  </a:cubicBezTo>
                  <a:cubicBezTo>
                    <a:pt x="570" y="135"/>
                    <a:pt x="569" y="134"/>
                    <a:pt x="569" y="134"/>
                  </a:cubicBezTo>
                  <a:cubicBezTo>
                    <a:pt x="569" y="134"/>
                    <a:pt x="569" y="134"/>
                    <a:pt x="569" y="133"/>
                  </a:cubicBezTo>
                  <a:cubicBezTo>
                    <a:pt x="569" y="133"/>
                    <a:pt x="568" y="132"/>
                    <a:pt x="568" y="132"/>
                  </a:cubicBezTo>
                  <a:cubicBezTo>
                    <a:pt x="567" y="132"/>
                    <a:pt x="567" y="132"/>
                    <a:pt x="567" y="132"/>
                  </a:cubicBezTo>
                  <a:cubicBezTo>
                    <a:pt x="567" y="132"/>
                    <a:pt x="566" y="133"/>
                    <a:pt x="566" y="133"/>
                  </a:cubicBezTo>
                  <a:cubicBezTo>
                    <a:pt x="566" y="134"/>
                    <a:pt x="564" y="135"/>
                    <a:pt x="563" y="135"/>
                  </a:cubicBezTo>
                  <a:cubicBezTo>
                    <a:pt x="562" y="135"/>
                    <a:pt x="561" y="134"/>
                    <a:pt x="561" y="133"/>
                  </a:cubicBezTo>
                  <a:cubicBezTo>
                    <a:pt x="560" y="134"/>
                    <a:pt x="559" y="134"/>
                    <a:pt x="558" y="134"/>
                  </a:cubicBezTo>
                  <a:cubicBezTo>
                    <a:pt x="557" y="134"/>
                    <a:pt x="559" y="133"/>
                    <a:pt x="560" y="133"/>
                  </a:cubicBezTo>
                  <a:cubicBezTo>
                    <a:pt x="560" y="132"/>
                    <a:pt x="560" y="131"/>
                    <a:pt x="561" y="131"/>
                  </a:cubicBezTo>
                  <a:cubicBezTo>
                    <a:pt x="560" y="131"/>
                    <a:pt x="558" y="131"/>
                    <a:pt x="557" y="131"/>
                  </a:cubicBezTo>
                  <a:cubicBezTo>
                    <a:pt x="557" y="131"/>
                    <a:pt x="557" y="131"/>
                    <a:pt x="557" y="131"/>
                  </a:cubicBezTo>
                  <a:cubicBezTo>
                    <a:pt x="558" y="131"/>
                    <a:pt x="559" y="131"/>
                    <a:pt x="559" y="132"/>
                  </a:cubicBezTo>
                  <a:cubicBezTo>
                    <a:pt x="558" y="132"/>
                    <a:pt x="557" y="132"/>
                    <a:pt x="556" y="132"/>
                  </a:cubicBezTo>
                  <a:cubicBezTo>
                    <a:pt x="555" y="132"/>
                    <a:pt x="555" y="132"/>
                    <a:pt x="555" y="133"/>
                  </a:cubicBezTo>
                  <a:cubicBezTo>
                    <a:pt x="556" y="133"/>
                    <a:pt x="555" y="135"/>
                    <a:pt x="554" y="134"/>
                  </a:cubicBezTo>
                  <a:cubicBezTo>
                    <a:pt x="553" y="135"/>
                    <a:pt x="552" y="135"/>
                    <a:pt x="552" y="135"/>
                  </a:cubicBezTo>
                  <a:cubicBezTo>
                    <a:pt x="552" y="134"/>
                    <a:pt x="552" y="134"/>
                    <a:pt x="553" y="133"/>
                  </a:cubicBezTo>
                  <a:cubicBezTo>
                    <a:pt x="552" y="133"/>
                    <a:pt x="551" y="131"/>
                    <a:pt x="553" y="132"/>
                  </a:cubicBezTo>
                  <a:cubicBezTo>
                    <a:pt x="553" y="132"/>
                    <a:pt x="553" y="132"/>
                    <a:pt x="553" y="132"/>
                  </a:cubicBezTo>
                  <a:cubicBezTo>
                    <a:pt x="553" y="133"/>
                    <a:pt x="553" y="133"/>
                    <a:pt x="553" y="133"/>
                  </a:cubicBezTo>
                  <a:cubicBezTo>
                    <a:pt x="554" y="133"/>
                    <a:pt x="554" y="132"/>
                    <a:pt x="554" y="132"/>
                  </a:cubicBezTo>
                  <a:cubicBezTo>
                    <a:pt x="553" y="132"/>
                    <a:pt x="552" y="131"/>
                    <a:pt x="552" y="131"/>
                  </a:cubicBezTo>
                  <a:cubicBezTo>
                    <a:pt x="552" y="131"/>
                    <a:pt x="553" y="131"/>
                    <a:pt x="555" y="131"/>
                  </a:cubicBezTo>
                  <a:cubicBezTo>
                    <a:pt x="554" y="130"/>
                    <a:pt x="554" y="130"/>
                    <a:pt x="554" y="130"/>
                  </a:cubicBezTo>
                  <a:cubicBezTo>
                    <a:pt x="553" y="130"/>
                    <a:pt x="552" y="131"/>
                    <a:pt x="552" y="131"/>
                  </a:cubicBezTo>
                  <a:cubicBezTo>
                    <a:pt x="551" y="130"/>
                    <a:pt x="550" y="127"/>
                    <a:pt x="548" y="129"/>
                  </a:cubicBezTo>
                  <a:cubicBezTo>
                    <a:pt x="548" y="130"/>
                    <a:pt x="549" y="131"/>
                    <a:pt x="549" y="130"/>
                  </a:cubicBezTo>
                  <a:cubicBezTo>
                    <a:pt x="549" y="131"/>
                    <a:pt x="549" y="131"/>
                    <a:pt x="549" y="131"/>
                  </a:cubicBezTo>
                  <a:cubicBezTo>
                    <a:pt x="549" y="131"/>
                    <a:pt x="549" y="131"/>
                    <a:pt x="550" y="131"/>
                  </a:cubicBezTo>
                  <a:cubicBezTo>
                    <a:pt x="551" y="131"/>
                    <a:pt x="549" y="133"/>
                    <a:pt x="549" y="132"/>
                  </a:cubicBezTo>
                  <a:cubicBezTo>
                    <a:pt x="549" y="132"/>
                    <a:pt x="549" y="132"/>
                    <a:pt x="549" y="132"/>
                  </a:cubicBezTo>
                  <a:cubicBezTo>
                    <a:pt x="548" y="133"/>
                    <a:pt x="544" y="131"/>
                    <a:pt x="543" y="131"/>
                  </a:cubicBezTo>
                  <a:cubicBezTo>
                    <a:pt x="545" y="130"/>
                    <a:pt x="543" y="130"/>
                    <a:pt x="542" y="129"/>
                  </a:cubicBezTo>
                  <a:cubicBezTo>
                    <a:pt x="540" y="130"/>
                    <a:pt x="539" y="131"/>
                    <a:pt x="537" y="132"/>
                  </a:cubicBezTo>
                  <a:cubicBezTo>
                    <a:pt x="538" y="130"/>
                    <a:pt x="540" y="129"/>
                    <a:pt x="542" y="129"/>
                  </a:cubicBezTo>
                  <a:cubicBezTo>
                    <a:pt x="541" y="128"/>
                    <a:pt x="541" y="127"/>
                    <a:pt x="541" y="127"/>
                  </a:cubicBezTo>
                  <a:cubicBezTo>
                    <a:pt x="542" y="125"/>
                    <a:pt x="546" y="126"/>
                    <a:pt x="546" y="124"/>
                  </a:cubicBezTo>
                  <a:cubicBezTo>
                    <a:pt x="547" y="123"/>
                    <a:pt x="545" y="124"/>
                    <a:pt x="545" y="124"/>
                  </a:cubicBezTo>
                  <a:cubicBezTo>
                    <a:pt x="546" y="122"/>
                    <a:pt x="547" y="121"/>
                    <a:pt x="545" y="120"/>
                  </a:cubicBezTo>
                  <a:cubicBezTo>
                    <a:pt x="545" y="120"/>
                    <a:pt x="540" y="120"/>
                    <a:pt x="538" y="120"/>
                  </a:cubicBezTo>
                  <a:cubicBezTo>
                    <a:pt x="536" y="120"/>
                    <a:pt x="534" y="121"/>
                    <a:pt x="531" y="119"/>
                  </a:cubicBezTo>
                  <a:cubicBezTo>
                    <a:pt x="534" y="119"/>
                    <a:pt x="535" y="117"/>
                    <a:pt x="537" y="117"/>
                  </a:cubicBezTo>
                  <a:cubicBezTo>
                    <a:pt x="537" y="117"/>
                    <a:pt x="537" y="116"/>
                    <a:pt x="537" y="116"/>
                  </a:cubicBezTo>
                  <a:cubicBezTo>
                    <a:pt x="537" y="116"/>
                    <a:pt x="537" y="117"/>
                    <a:pt x="537" y="117"/>
                  </a:cubicBezTo>
                  <a:cubicBezTo>
                    <a:pt x="538" y="116"/>
                    <a:pt x="538" y="116"/>
                    <a:pt x="539" y="116"/>
                  </a:cubicBezTo>
                  <a:cubicBezTo>
                    <a:pt x="542" y="115"/>
                    <a:pt x="545" y="118"/>
                    <a:pt x="548" y="117"/>
                  </a:cubicBezTo>
                  <a:cubicBezTo>
                    <a:pt x="548" y="117"/>
                    <a:pt x="551" y="114"/>
                    <a:pt x="552" y="114"/>
                  </a:cubicBezTo>
                  <a:cubicBezTo>
                    <a:pt x="553" y="114"/>
                    <a:pt x="554" y="115"/>
                    <a:pt x="554" y="114"/>
                  </a:cubicBezTo>
                  <a:cubicBezTo>
                    <a:pt x="553" y="114"/>
                    <a:pt x="553" y="113"/>
                    <a:pt x="553" y="113"/>
                  </a:cubicBezTo>
                  <a:cubicBezTo>
                    <a:pt x="553" y="113"/>
                    <a:pt x="552" y="113"/>
                    <a:pt x="552" y="113"/>
                  </a:cubicBezTo>
                  <a:cubicBezTo>
                    <a:pt x="552" y="114"/>
                    <a:pt x="551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8" y="114"/>
                    <a:pt x="547" y="114"/>
                    <a:pt x="547" y="114"/>
                  </a:cubicBezTo>
                  <a:cubicBezTo>
                    <a:pt x="547" y="114"/>
                    <a:pt x="547" y="113"/>
                    <a:pt x="547" y="113"/>
                  </a:cubicBezTo>
                  <a:cubicBezTo>
                    <a:pt x="547" y="112"/>
                    <a:pt x="548" y="111"/>
                    <a:pt x="549" y="110"/>
                  </a:cubicBezTo>
                  <a:cubicBezTo>
                    <a:pt x="550" y="110"/>
                    <a:pt x="552" y="111"/>
                    <a:pt x="552" y="112"/>
                  </a:cubicBezTo>
                  <a:cubicBezTo>
                    <a:pt x="552" y="112"/>
                    <a:pt x="552" y="112"/>
                    <a:pt x="553" y="112"/>
                  </a:cubicBezTo>
                  <a:cubicBezTo>
                    <a:pt x="552" y="111"/>
                    <a:pt x="554" y="110"/>
                    <a:pt x="555" y="111"/>
                  </a:cubicBezTo>
                  <a:cubicBezTo>
                    <a:pt x="555" y="110"/>
                    <a:pt x="555" y="110"/>
                    <a:pt x="554" y="109"/>
                  </a:cubicBezTo>
                  <a:cubicBezTo>
                    <a:pt x="554" y="110"/>
                    <a:pt x="554" y="110"/>
                    <a:pt x="554" y="110"/>
                  </a:cubicBezTo>
                  <a:cubicBezTo>
                    <a:pt x="554" y="110"/>
                    <a:pt x="554" y="109"/>
                    <a:pt x="554" y="109"/>
                  </a:cubicBezTo>
                  <a:cubicBezTo>
                    <a:pt x="553" y="108"/>
                    <a:pt x="550" y="108"/>
                    <a:pt x="549" y="107"/>
                  </a:cubicBezTo>
                  <a:cubicBezTo>
                    <a:pt x="550" y="106"/>
                    <a:pt x="551" y="106"/>
                    <a:pt x="550" y="105"/>
                  </a:cubicBezTo>
                  <a:cubicBezTo>
                    <a:pt x="549" y="106"/>
                    <a:pt x="546" y="106"/>
                    <a:pt x="548" y="104"/>
                  </a:cubicBezTo>
                  <a:cubicBezTo>
                    <a:pt x="548" y="104"/>
                    <a:pt x="548" y="104"/>
                    <a:pt x="548" y="104"/>
                  </a:cubicBezTo>
                  <a:cubicBezTo>
                    <a:pt x="548" y="104"/>
                    <a:pt x="547" y="103"/>
                    <a:pt x="547" y="103"/>
                  </a:cubicBezTo>
                  <a:cubicBezTo>
                    <a:pt x="545" y="104"/>
                    <a:pt x="543" y="105"/>
                    <a:pt x="541" y="106"/>
                  </a:cubicBezTo>
                  <a:cubicBezTo>
                    <a:pt x="537" y="107"/>
                    <a:pt x="541" y="104"/>
                    <a:pt x="543" y="103"/>
                  </a:cubicBezTo>
                  <a:cubicBezTo>
                    <a:pt x="544" y="103"/>
                    <a:pt x="546" y="102"/>
                    <a:pt x="548" y="101"/>
                  </a:cubicBezTo>
                  <a:cubicBezTo>
                    <a:pt x="548" y="101"/>
                    <a:pt x="548" y="101"/>
                    <a:pt x="548" y="100"/>
                  </a:cubicBezTo>
                  <a:cubicBezTo>
                    <a:pt x="549" y="100"/>
                    <a:pt x="549" y="100"/>
                    <a:pt x="550" y="100"/>
                  </a:cubicBezTo>
                  <a:cubicBezTo>
                    <a:pt x="552" y="99"/>
                    <a:pt x="553" y="99"/>
                    <a:pt x="554" y="98"/>
                  </a:cubicBezTo>
                  <a:cubicBezTo>
                    <a:pt x="555" y="97"/>
                    <a:pt x="555" y="95"/>
                    <a:pt x="555" y="94"/>
                  </a:cubicBezTo>
                  <a:cubicBezTo>
                    <a:pt x="554" y="95"/>
                    <a:pt x="554" y="94"/>
                    <a:pt x="553" y="94"/>
                  </a:cubicBezTo>
                  <a:cubicBezTo>
                    <a:pt x="553" y="94"/>
                    <a:pt x="553" y="94"/>
                    <a:pt x="553" y="94"/>
                  </a:cubicBezTo>
                  <a:cubicBezTo>
                    <a:pt x="553" y="94"/>
                    <a:pt x="553" y="94"/>
                    <a:pt x="552" y="94"/>
                  </a:cubicBezTo>
                  <a:cubicBezTo>
                    <a:pt x="552" y="94"/>
                    <a:pt x="550" y="93"/>
                    <a:pt x="550" y="93"/>
                  </a:cubicBezTo>
                  <a:cubicBezTo>
                    <a:pt x="550" y="93"/>
                    <a:pt x="550" y="93"/>
                    <a:pt x="550" y="92"/>
                  </a:cubicBezTo>
                  <a:cubicBezTo>
                    <a:pt x="549" y="91"/>
                    <a:pt x="551" y="90"/>
                    <a:pt x="552" y="90"/>
                  </a:cubicBezTo>
                  <a:cubicBezTo>
                    <a:pt x="552" y="89"/>
                    <a:pt x="552" y="89"/>
                    <a:pt x="553" y="88"/>
                  </a:cubicBezTo>
                  <a:cubicBezTo>
                    <a:pt x="553" y="88"/>
                    <a:pt x="553" y="88"/>
                    <a:pt x="553" y="88"/>
                  </a:cubicBezTo>
                  <a:cubicBezTo>
                    <a:pt x="552" y="87"/>
                    <a:pt x="550" y="87"/>
                    <a:pt x="549" y="87"/>
                  </a:cubicBezTo>
                  <a:cubicBezTo>
                    <a:pt x="548" y="87"/>
                    <a:pt x="546" y="87"/>
                    <a:pt x="546" y="86"/>
                  </a:cubicBezTo>
                  <a:cubicBezTo>
                    <a:pt x="545" y="86"/>
                    <a:pt x="544" y="85"/>
                    <a:pt x="544" y="84"/>
                  </a:cubicBezTo>
                  <a:cubicBezTo>
                    <a:pt x="543" y="85"/>
                    <a:pt x="542" y="85"/>
                    <a:pt x="542" y="84"/>
                  </a:cubicBezTo>
                  <a:cubicBezTo>
                    <a:pt x="541" y="84"/>
                    <a:pt x="540" y="82"/>
                    <a:pt x="542" y="81"/>
                  </a:cubicBezTo>
                  <a:cubicBezTo>
                    <a:pt x="542" y="81"/>
                    <a:pt x="542" y="81"/>
                    <a:pt x="542" y="81"/>
                  </a:cubicBezTo>
                  <a:cubicBezTo>
                    <a:pt x="541" y="80"/>
                    <a:pt x="542" y="80"/>
                    <a:pt x="542" y="79"/>
                  </a:cubicBezTo>
                  <a:cubicBezTo>
                    <a:pt x="541" y="80"/>
                    <a:pt x="540" y="80"/>
                    <a:pt x="539" y="80"/>
                  </a:cubicBezTo>
                  <a:cubicBezTo>
                    <a:pt x="539" y="80"/>
                    <a:pt x="538" y="81"/>
                    <a:pt x="539" y="82"/>
                  </a:cubicBezTo>
                  <a:cubicBezTo>
                    <a:pt x="538" y="82"/>
                    <a:pt x="536" y="83"/>
                    <a:pt x="535" y="84"/>
                  </a:cubicBezTo>
                  <a:cubicBezTo>
                    <a:pt x="534" y="85"/>
                    <a:pt x="533" y="85"/>
                    <a:pt x="532" y="86"/>
                  </a:cubicBezTo>
                  <a:cubicBezTo>
                    <a:pt x="532" y="86"/>
                    <a:pt x="532" y="87"/>
                    <a:pt x="532" y="87"/>
                  </a:cubicBezTo>
                  <a:cubicBezTo>
                    <a:pt x="531" y="87"/>
                    <a:pt x="530" y="86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8" y="87"/>
                  </a:cubicBezTo>
                  <a:cubicBezTo>
                    <a:pt x="527" y="87"/>
                    <a:pt x="527" y="88"/>
                    <a:pt x="526" y="88"/>
                  </a:cubicBezTo>
                  <a:cubicBezTo>
                    <a:pt x="526" y="88"/>
                    <a:pt x="526" y="87"/>
                    <a:pt x="526" y="87"/>
                  </a:cubicBezTo>
                  <a:cubicBezTo>
                    <a:pt x="525" y="85"/>
                    <a:pt x="521" y="83"/>
                    <a:pt x="520" y="81"/>
                  </a:cubicBezTo>
                  <a:cubicBezTo>
                    <a:pt x="520" y="79"/>
                    <a:pt x="524" y="78"/>
                    <a:pt x="525" y="76"/>
                  </a:cubicBezTo>
                  <a:cubicBezTo>
                    <a:pt x="526" y="76"/>
                    <a:pt x="524" y="74"/>
                    <a:pt x="525" y="74"/>
                  </a:cubicBezTo>
                  <a:cubicBezTo>
                    <a:pt x="526" y="73"/>
                    <a:pt x="526" y="75"/>
                    <a:pt x="527" y="75"/>
                  </a:cubicBezTo>
                  <a:cubicBezTo>
                    <a:pt x="528" y="76"/>
                    <a:pt x="533" y="76"/>
                    <a:pt x="535" y="76"/>
                  </a:cubicBezTo>
                  <a:cubicBezTo>
                    <a:pt x="536" y="76"/>
                    <a:pt x="537" y="76"/>
                    <a:pt x="538" y="77"/>
                  </a:cubicBezTo>
                  <a:cubicBezTo>
                    <a:pt x="539" y="75"/>
                    <a:pt x="543" y="75"/>
                    <a:pt x="543" y="74"/>
                  </a:cubicBezTo>
                  <a:cubicBezTo>
                    <a:pt x="544" y="74"/>
                    <a:pt x="542" y="74"/>
                    <a:pt x="542" y="73"/>
                  </a:cubicBezTo>
                  <a:cubicBezTo>
                    <a:pt x="543" y="73"/>
                    <a:pt x="544" y="73"/>
                    <a:pt x="545" y="74"/>
                  </a:cubicBezTo>
                  <a:cubicBezTo>
                    <a:pt x="547" y="73"/>
                    <a:pt x="550" y="72"/>
                    <a:pt x="553" y="72"/>
                  </a:cubicBezTo>
                  <a:cubicBezTo>
                    <a:pt x="552" y="71"/>
                    <a:pt x="552" y="70"/>
                    <a:pt x="551" y="70"/>
                  </a:cubicBezTo>
                  <a:cubicBezTo>
                    <a:pt x="551" y="70"/>
                    <a:pt x="550" y="71"/>
                    <a:pt x="550" y="71"/>
                  </a:cubicBezTo>
                  <a:cubicBezTo>
                    <a:pt x="550" y="71"/>
                    <a:pt x="547" y="70"/>
                    <a:pt x="545" y="69"/>
                  </a:cubicBezTo>
                  <a:cubicBezTo>
                    <a:pt x="544" y="69"/>
                    <a:pt x="543" y="69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2" y="67"/>
                    <a:pt x="543" y="66"/>
                    <a:pt x="542" y="66"/>
                  </a:cubicBezTo>
                  <a:cubicBezTo>
                    <a:pt x="540" y="64"/>
                    <a:pt x="537" y="66"/>
                    <a:pt x="535" y="66"/>
                  </a:cubicBezTo>
                  <a:cubicBezTo>
                    <a:pt x="535" y="66"/>
                    <a:pt x="534" y="65"/>
                    <a:pt x="534" y="65"/>
                  </a:cubicBezTo>
                  <a:cubicBezTo>
                    <a:pt x="534" y="65"/>
                    <a:pt x="534" y="65"/>
                    <a:pt x="534" y="65"/>
                  </a:cubicBezTo>
                  <a:cubicBezTo>
                    <a:pt x="534" y="67"/>
                    <a:pt x="529" y="69"/>
                    <a:pt x="528" y="68"/>
                  </a:cubicBezTo>
                  <a:cubicBezTo>
                    <a:pt x="527" y="66"/>
                    <a:pt x="528" y="64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2"/>
                    <a:pt x="529" y="62"/>
                  </a:cubicBezTo>
                  <a:cubicBezTo>
                    <a:pt x="529" y="62"/>
                    <a:pt x="529" y="62"/>
                    <a:pt x="529" y="62"/>
                  </a:cubicBezTo>
                  <a:cubicBezTo>
                    <a:pt x="528" y="62"/>
                    <a:pt x="527" y="63"/>
                    <a:pt x="526" y="63"/>
                  </a:cubicBezTo>
                  <a:cubicBezTo>
                    <a:pt x="526" y="63"/>
                    <a:pt x="526" y="63"/>
                    <a:pt x="526" y="63"/>
                  </a:cubicBezTo>
                  <a:cubicBezTo>
                    <a:pt x="526" y="64"/>
                    <a:pt x="526" y="64"/>
                    <a:pt x="526" y="65"/>
                  </a:cubicBezTo>
                  <a:cubicBezTo>
                    <a:pt x="525" y="66"/>
                    <a:pt x="522" y="66"/>
                    <a:pt x="520" y="68"/>
                  </a:cubicBezTo>
                  <a:cubicBezTo>
                    <a:pt x="519" y="69"/>
                    <a:pt x="517" y="72"/>
                    <a:pt x="515" y="72"/>
                  </a:cubicBezTo>
                  <a:cubicBezTo>
                    <a:pt x="514" y="71"/>
                    <a:pt x="514" y="70"/>
                    <a:pt x="513" y="70"/>
                  </a:cubicBezTo>
                  <a:cubicBezTo>
                    <a:pt x="513" y="69"/>
                    <a:pt x="513" y="70"/>
                    <a:pt x="512" y="70"/>
                  </a:cubicBezTo>
                  <a:cubicBezTo>
                    <a:pt x="511" y="71"/>
                    <a:pt x="510" y="70"/>
                    <a:pt x="510" y="69"/>
                  </a:cubicBezTo>
                  <a:cubicBezTo>
                    <a:pt x="509" y="69"/>
                    <a:pt x="508" y="69"/>
                    <a:pt x="508" y="68"/>
                  </a:cubicBezTo>
                  <a:cubicBezTo>
                    <a:pt x="508" y="68"/>
                    <a:pt x="509" y="67"/>
                    <a:pt x="510" y="66"/>
                  </a:cubicBezTo>
                  <a:cubicBezTo>
                    <a:pt x="510" y="65"/>
                    <a:pt x="511" y="65"/>
                    <a:pt x="512" y="66"/>
                  </a:cubicBezTo>
                  <a:cubicBezTo>
                    <a:pt x="513" y="67"/>
                    <a:pt x="513" y="66"/>
                    <a:pt x="513" y="65"/>
                  </a:cubicBezTo>
                  <a:cubicBezTo>
                    <a:pt x="512" y="64"/>
                    <a:pt x="511" y="64"/>
                    <a:pt x="511" y="63"/>
                  </a:cubicBezTo>
                  <a:cubicBezTo>
                    <a:pt x="511" y="63"/>
                    <a:pt x="511" y="62"/>
                    <a:pt x="513" y="61"/>
                  </a:cubicBezTo>
                  <a:cubicBezTo>
                    <a:pt x="511" y="61"/>
                    <a:pt x="510" y="60"/>
                    <a:pt x="509" y="59"/>
                  </a:cubicBezTo>
                  <a:cubicBezTo>
                    <a:pt x="509" y="59"/>
                    <a:pt x="510" y="56"/>
                    <a:pt x="511" y="55"/>
                  </a:cubicBezTo>
                  <a:cubicBezTo>
                    <a:pt x="512" y="54"/>
                    <a:pt x="515" y="54"/>
                    <a:pt x="515" y="53"/>
                  </a:cubicBezTo>
                  <a:cubicBezTo>
                    <a:pt x="515" y="53"/>
                    <a:pt x="514" y="53"/>
                    <a:pt x="514" y="53"/>
                  </a:cubicBezTo>
                  <a:cubicBezTo>
                    <a:pt x="514" y="53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2" y="54"/>
                    <a:pt x="511" y="55"/>
                    <a:pt x="510" y="54"/>
                  </a:cubicBezTo>
                  <a:cubicBezTo>
                    <a:pt x="510" y="54"/>
                    <a:pt x="510" y="53"/>
                    <a:pt x="510" y="53"/>
                  </a:cubicBezTo>
                  <a:cubicBezTo>
                    <a:pt x="510" y="53"/>
                    <a:pt x="510" y="53"/>
                    <a:pt x="510" y="53"/>
                  </a:cubicBezTo>
                  <a:cubicBezTo>
                    <a:pt x="510" y="53"/>
                    <a:pt x="510" y="52"/>
                    <a:pt x="510" y="52"/>
                  </a:cubicBezTo>
                  <a:cubicBezTo>
                    <a:pt x="510" y="52"/>
                    <a:pt x="510" y="52"/>
                    <a:pt x="510" y="52"/>
                  </a:cubicBezTo>
                  <a:cubicBezTo>
                    <a:pt x="511" y="51"/>
                    <a:pt x="513" y="51"/>
                    <a:pt x="513" y="52"/>
                  </a:cubicBezTo>
                  <a:cubicBezTo>
                    <a:pt x="515" y="52"/>
                    <a:pt x="517" y="52"/>
                    <a:pt x="516" y="53"/>
                  </a:cubicBezTo>
                  <a:cubicBezTo>
                    <a:pt x="516" y="53"/>
                    <a:pt x="515" y="54"/>
                    <a:pt x="515" y="54"/>
                  </a:cubicBezTo>
                  <a:cubicBezTo>
                    <a:pt x="516" y="54"/>
                    <a:pt x="517" y="54"/>
                    <a:pt x="517" y="54"/>
                  </a:cubicBezTo>
                  <a:cubicBezTo>
                    <a:pt x="518" y="54"/>
                    <a:pt x="519" y="55"/>
                    <a:pt x="520" y="55"/>
                  </a:cubicBezTo>
                  <a:cubicBezTo>
                    <a:pt x="521" y="55"/>
                    <a:pt x="522" y="55"/>
                    <a:pt x="522" y="56"/>
                  </a:cubicBezTo>
                  <a:cubicBezTo>
                    <a:pt x="522" y="57"/>
                    <a:pt x="522" y="57"/>
                    <a:pt x="521" y="57"/>
                  </a:cubicBezTo>
                  <a:cubicBezTo>
                    <a:pt x="521" y="57"/>
                    <a:pt x="521" y="58"/>
                    <a:pt x="521" y="58"/>
                  </a:cubicBezTo>
                  <a:cubicBezTo>
                    <a:pt x="522" y="57"/>
                    <a:pt x="523" y="57"/>
                    <a:pt x="525" y="58"/>
                  </a:cubicBezTo>
                  <a:cubicBezTo>
                    <a:pt x="525" y="59"/>
                    <a:pt x="524" y="59"/>
                    <a:pt x="524" y="59"/>
                  </a:cubicBezTo>
                  <a:cubicBezTo>
                    <a:pt x="525" y="59"/>
                    <a:pt x="526" y="58"/>
                    <a:pt x="528" y="58"/>
                  </a:cubicBezTo>
                  <a:cubicBezTo>
                    <a:pt x="528" y="58"/>
                    <a:pt x="528" y="57"/>
                    <a:pt x="528" y="57"/>
                  </a:cubicBezTo>
                  <a:cubicBezTo>
                    <a:pt x="528" y="57"/>
                    <a:pt x="527" y="57"/>
                    <a:pt x="527" y="56"/>
                  </a:cubicBezTo>
                  <a:cubicBezTo>
                    <a:pt x="527" y="54"/>
                    <a:pt x="532" y="55"/>
                    <a:pt x="530" y="57"/>
                  </a:cubicBezTo>
                  <a:cubicBezTo>
                    <a:pt x="530" y="57"/>
                    <a:pt x="530" y="57"/>
                    <a:pt x="530" y="57"/>
                  </a:cubicBezTo>
                  <a:cubicBezTo>
                    <a:pt x="531" y="56"/>
                    <a:pt x="533" y="55"/>
                    <a:pt x="533" y="55"/>
                  </a:cubicBezTo>
                  <a:cubicBezTo>
                    <a:pt x="532" y="54"/>
                    <a:pt x="530" y="55"/>
                    <a:pt x="529" y="54"/>
                  </a:cubicBezTo>
                  <a:cubicBezTo>
                    <a:pt x="529" y="53"/>
                    <a:pt x="532" y="51"/>
                    <a:pt x="532" y="51"/>
                  </a:cubicBezTo>
                  <a:cubicBezTo>
                    <a:pt x="532" y="51"/>
                    <a:pt x="532" y="50"/>
                    <a:pt x="532" y="50"/>
                  </a:cubicBezTo>
                  <a:cubicBezTo>
                    <a:pt x="530" y="52"/>
                    <a:pt x="527" y="52"/>
                    <a:pt x="525" y="52"/>
                  </a:cubicBezTo>
                  <a:cubicBezTo>
                    <a:pt x="523" y="51"/>
                    <a:pt x="522" y="48"/>
                    <a:pt x="521" y="48"/>
                  </a:cubicBezTo>
                  <a:cubicBezTo>
                    <a:pt x="520" y="48"/>
                    <a:pt x="518" y="48"/>
                    <a:pt x="516" y="49"/>
                  </a:cubicBezTo>
                  <a:cubicBezTo>
                    <a:pt x="517" y="48"/>
                    <a:pt x="518" y="48"/>
                    <a:pt x="519" y="47"/>
                  </a:cubicBezTo>
                  <a:cubicBezTo>
                    <a:pt x="519" y="47"/>
                    <a:pt x="520" y="47"/>
                    <a:pt x="520" y="47"/>
                  </a:cubicBezTo>
                  <a:cubicBezTo>
                    <a:pt x="521" y="46"/>
                    <a:pt x="521" y="46"/>
                    <a:pt x="521" y="45"/>
                  </a:cubicBezTo>
                  <a:cubicBezTo>
                    <a:pt x="520" y="45"/>
                    <a:pt x="520" y="45"/>
                    <a:pt x="519" y="45"/>
                  </a:cubicBezTo>
                  <a:cubicBezTo>
                    <a:pt x="519" y="44"/>
                    <a:pt x="520" y="44"/>
                    <a:pt x="521" y="44"/>
                  </a:cubicBezTo>
                  <a:cubicBezTo>
                    <a:pt x="521" y="44"/>
                    <a:pt x="521" y="44"/>
                    <a:pt x="521" y="44"/>
                  </a:cubicBezTo>
                  <a:cubicBezTo>
                    <a:pt x="521" y="43"/>
                    <a:pt x="521" y="41"/>
                    <a:pt x="521" y="40"/>
                  </a:cubicBezTo>
                  <a:cubicBezTo>
                    <a:pt x="521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39"/>
                  </a:cubicBezTo>
                  <a:cubicBezTo>
                    <a:pt x="520" y="39"/>
                    <a:pt x="520" y="39"/>
                    <a:pt x="520" y="39"/>
                  </a:cubicBezTo>
                  <a:cubicBezTo>
                    <a:pt x="510" y="34"/>
                    <a:pt x="501" y="30"/>
                    <a:pt x="491" y="26"/>
                  </a:cubicBezTo>
                  <a:cubicBezTo>
                    <a:pt x="491" y="26"/>
                    <a:pt x="489" y="27"/>
                    <a:pt x="489" y="27"/>
                  </a:cubicBezTo>
                  <a:cubicBezTo>
                    <a:pt x="489" y="26"/>
                    <a:pt x="489" y="26"/>
                    <a:pt x="490" y="26"/>
                  </a:cubicBezTo>
                  <a:cubicBezTo>
                    <a:pt x="487" y="24"/>
                    <a:pt x="483" y="23"/>
                    <a:pt x="480" y="22"/>
                  </a:cubicBezTo>
                  <a:cubicBezTo>
                    <a:pt x="480" y="22"/>
                    <a:pt x="480" y="22"/>
                    <a:pt x="480" y="22"/>
                  </a:cubicBezTo>
                  <a:cubicBezTo>
                    <a:pt x="478" y="22"/>
                    <a:pt x="476" y="25"/>
                    <a:pt x="474" y="25"/>
                  </a:cubicBezTo>
                  <a:cubicBezTo>
                    <a:pt x="472" y="25"/>
                    <a:pt x="473" y="25"/>
                    <a:pt x="471" y="25"/>
                  </a:cubicBezTo>
                  <a:cubicBezTo>
                    <a:pt x="471" y="25"/>
                    <a:pt x="469" y="26"/>
                    <a:pt x="468" y="27"/>
                  </a:cubicBezTo>
                  <a:cubicBezTo>
                    <a:pt x="467" y="27"/>
                    <a:pt x="464" y="29"/>
                    <a:pt x="464" y="29"/>
                  </a:cubicBezTo>
                  <a:cubicBezTo>
                    <a:pt x="462" y="30"/>
                    <a:pt x="464" y="30"/>
                    <a:pt x="462" y="30"/>
                  </a:cubicBezTo>
                  <a:cubicBezTo>
                    <a:pt x="461" y="30"/>
                    <a:pt x="461" y="30"/>
                    <a:pt x="460" y="30"/>
                  </a:cubicBezTo>
                  <a:cubicBezTo>
                    <a:pt x="461" y="30"/>
                    <a:pt x="461" y="30"/>
                    <a:pt x="461" y="30"/>
                  </a:cubicBezTo>
                  <a:cubicBezTo>
                    <a:pt x="462" y="31"/>
                    <a:pt x="459" y="32"/>
                    <a:pt x="459" y="31"/>
                  </a:cubicBezTo>
                  <a:cubicBezTo>
                    <a:pt x="459" y="31"/>
                    <a:pt x="458" y="32"/>
                    <a:pt x="458" y="32"/>
                  </a:cubicBezTo>
                  <a:cubicBezTo>
                    <a:pt x="458" y="32"/>
                    <a:pt x="458" y="33"/>
                    <a:pt x="458" y="33"/>
                  </a:cubicBezTo>
                  <a:cubicBezTo>
                    <a:pt x="461" y="34"/>
                    <a:pt x="463" y="32"/>
                    <a:pt x="461" y="36"/>
                  </a:cubicBezTo>
                  <a:cubicBezTo>
                    <a:pt x="461" y="37"/>
                    <a:pt x="462" y="37"/>
                    <a:pt x="461" y="37"/>
                  </a:cubicBezTo>
                  <a:cubicBezTo>
                    <a:pt x="460" y="39"/>
                    <a:pt x="459" y="37"/>
                    <a:pt x="459" y="36"/>
                  </a:cubicBezTo>
                  <a:cubicBezTo>
                    <a:pt x="458" y="37"/>
                    <a:pt x="458" y="38"/>
                    <a:pt x="460" y="39"/>
                  </a:cubicBezTo>
                  <a:cubicBezTo>
                    <a:pt x="460" y="39"/>
                    <a:pt x="457" y="39"/>
                    <a:pt x="456" y="39"/>
                  </a:cubicBezTo>
                  <a:cubicBezTo>
                    <a:pt x="456" y="39"/>
                    <a:pt x="454" y="36"/>
                    <a:pt x="453" y="35"/>
                  </a:cubicBezTo>
                  <a:cubicBezTo>
                    <a:pt x="452" y="35"/>
                    <a:pt x="451" y="36"/>
                    <a:pt x="451" y="36"/>
                  </a:cubicBezTo>
                  <a:cubicBezTo>
                    <a:pt x="449" y="37"/>
                    <a:pt x="446" y="38"/>
                    <a:pt x="444" y="39"/>
                  </a:cubicBezTo>
                  <a:cubicBezTo>
                    <a:pt x="443" y="40"/>
                    <a:pt x="443" y="40"/>
                    <a:pt x="442" y="40"/>
                  </a:cubicBezTo>
                  <a:cubicBezTo>
                    <a:pt x="441" y="40"/>
                    <a:pt x="440" y="41"/>
                    <a:pt x="439" y="41"/>
                  </a:cubicBezTo>
                  <a:cubicBezTo>
                    <a:pt x="437" y="42"/>
                    <a:pt x="435" y="43"/>
                    <a:pt x="432" y="44"/>
                  </a:cubicBezTo>
                  <a:cubicBezTo>
                    <a:pt x="433" y="44"/>
                    <a:pt x="433" y="44"/>
                    <a:pt x="433" y="44"/>
                  </a:cubicBezTo>
                  <a:cubicBezTo>
                    <a:pt x="433" y="44"/>
                    <a:pt x="433" y="44"/>
                    <a:pt x="432" y="44"/>
                  </a:cubicBezTo>
                  <a:cubicBezTo>
                    <a:pt x="432" y="44"/>
                    <a:pt x="431" y="44"/>
                    <a:pt x="431" y="44"/>
                  </a:cubicBezTo>
                  <a:cubicBezTo>
                    <a:pt x="430" y="44"/>
                    <a:pt x="427" y="45"/>
                    <a:pt x="427" y="46"/>
                  </a:cubicBezTo>
                  <a:cubicBezTo>
                    <a:pt x="427" y="46"/>
                    <a:pt x="433" y="44"/>
                    <a:pt x="432" y="48"/>
                  </a:cubicBezTo>
                  <a:cubicBezTo>
                    <a:pt x="432" y="49"/>
                    <a:pt x="431" y="49"/>
                    <a:pt x="431" y="49"/>
                  </a:cubicBezTo>
                  <a:cubicBezTo>
                    <a:pt x="435" y="49"/>
                    <a:pt x="440" y="49"/>
                    <a:pt x="444" y="50"/>
                  </a:cubicBezTo>
                  <a:cubicBezTo>
                    <a:pt x="444" y="47"/>
                    <a:pt x="436" y="48"/>
                    <a:pt x="436" y="45"/>
                  </a:cubicBezTo>
                  <a:cubicBezTo>
                    <a:pt x="436" y="42"/>
                    <a:pt x="442" y="45"/>
                    <a:pt x="444" y="43"/>
                  </a:cubicBezTo>
                  <a:cubicBezTo>
                    <a:pt x="445" y="43"/>
                    <a:pt x="444" y="42"/>
                    <a:pt x="445" y="42"/>
                  </a:cubicBezTo>
                  <a:cubicBezTo>
                    <a:pt x="446" y="42"/>
                    <a:pt x="449" y="43"/>
                    <a:pt x="448" y="41"/>
                  </a:cubicBezTo>
                  <a:cubicBezTo>
                    <a:pt x="448" y="38"/>
                    <a:pt x="459" y="43"/>
                    <a:pt x="460" y="46"/>
                  </a:cubicBezTo>
                  <a:cubicBezTo>
                    <a:pt x="460" y="48"/>
                    <a:pt x="459" y="52"/>
                    <a:pt x="458" y="52"/>
                  </a:cubicBezTo>
                  <a:cubicBezTo>
                    <a:pt x="458" y="53"/>
                    <a:pt x="452" y="54"/>
                    <a:pt x="452" y="54"/>
                  </a:cubicBezTo>
                  <a:cubicBezTo>
                    <a:pt x="451" y="53"/>
                    <a:pt x="449" y="53"/>
                    <a:pt x="448" y="53"/>
                  </a:cubicBezTo>
                  <a:cubicBezTo>
                    <a:pt x="449" y="53"/>
                    <a:pt x="449" y="53"/>
                    <a:pt x="449" y="54"/>
                  </a:cubicBezTo>
                  <a:cubicBezTo>
                    <a:pt x="450" y="55"/>
                    <a:pt x="450" y="57"/>
                    <a:pt x="450" y="58"/>
                  </a:cubicBezTo>
                  <a:cubicBezTo>
                    <a:pt x="447" y="62"/>
                    <a:pt x="436" y="61"/>
                    <a:pt x="432" y="59"/>
                  </a:cubicBezTo>
                  <a:cubicBezTo>
                    <a:pt x="432" y="60"/>
                    <a:pt x="432" y="61"/>
                    <a:pt x="432" y="62"/>
                  </a:cubicBezTo>
                  <a:cubicBezTo>
                    <a:pt x="431" y="65"/>
                    <a:pt x="423" y="63"/>
                    <a:pt x="423" y="60"/>
                  </a:cubicBezTo>
                  <a:cubicBezTo>
                    <a:pt x="423" y="61"/>
                    <a:pt x="421" y="60"/>
                    <a:pt x="421" y="60"/>
                  </a:cubicBezTo>
                  <a:cubicBezTo>
                    <a:pt x="421" y="59"/>
                    <a:pt x="423" y="59"/>
                    <a:pt x="423" y="60"/>
                  </a:cubicBezTo>
                  <a:cubicBezTo>
                    <a:pt x="424" y="58"/>
                    <a:pt x="427" y="58"/>
                    <a:pt x="429" y="58"/>
                  </a:cubicBezTo>
                  <a:cubicBezTo>
                    <a:pt x="430" y="58"/>
                    <a:pt x="431" y="57"/>
                    <a:pt x="432" y="55"/>
                  </a:cubicBezTo>
                  <a:cubicBezTo>
                    <a:pt x="432" y="55"/>
                    <a:pt x="432" y="53"/>
                    <a:pt x="432" y="54"/>
                  </a:cubicBezTo>
                  <a:cubicBezTo>
                    <a:pt x="432" y="53"/>
                    <a:pt x="434" y="52"/>
                    <a:pt x="435" y="52"/>
                  </a:cubicBezTo>
                  <a:cubicBezTo>
                    <a:pt x="435" y="50"/>
                    <a:pt x="431" y="50"/>
                    <a:pt x="429" y="50"/>
                  </a:cubicBezTo>
                  <a:cubicBezTo>
                    <a:pt x="427" y="50"/>
                    <a:pt x="423" y="49"/>
                    <a:pt x="422" y="48"/>
                  </a:cubicBezTo>
                  <a:cubicBezTo>
                    <a:pt x="422" y="48"/>
                    <a:pt x="422" y="47"/>
                    <a:pt x="422" y="47"/>
                  </a:cubicBezTo>
                  <a:cubicBezTo>
                    <a:pt x="422" y="47"/>
                    <a:pt x="421" y="47"/>
                    <a:pt x="421" y="48"/>
                  </a:cubicBezTo>
                  <a:cubicBezTo>
                    <a:pt x="420" y="48"/>
                    <a:pt x="419" y="49"/>
                    <a:pt x="417" y="50"/>
                  </a:cubicBezTo>
                  <a:cubicBezTo>
                    <a:pt x="417" y="50"/>
                    <a:pt x="416" y="50"/>
                    <a:pt x="416" y="51"/>
                  </a:cubicBezTo>
                  <a:cubicBezTo>
                    <a:pt x="418" y="53"/>
                    <a:pt x="416" y="54"/>
                    <a:pt x="414" y="54"/>
                  </a:cubicBezTo>
                  <a:cubicBezTo>
                    <a:pt x="413" y="54"/>
                    <a:pt x="412" y="54"/>
                    <a:pt x="412" y="54"/>
                  </a:cubicBezTo>
                  <a:cubicBezTo>
                    <a:pt x="412" y="54"/>
                    <a:pt x="412" y="54"/>
                    <a:pt x="412" y="53"/>
                  </a:cubicBezTo>
                  <a:cubicBezTo>
                    <a:pt x="411" y="53"/>
                    <a:pt x="411" y="53"/>
                    <a:pt x="411" y="53"/>
                  </a:cubicBezTo>
                  <a:cubicBezTo>
                    <a:pt x="410" y="53"/>
                    <a:pt x="410" y="53"/>
                    <a:pt x="410" y="53"/>
                  </a:cubicBezTo>
                  <a:cubicBezTo>
                    <a:pt x="409" y="53"/>
                    <a:pt x="409" y="54"/>
                    <a:pt x="409" y="54"/>
                  </a:cubicBezTo>
                  <a:cubicBezTo>
                    <a:pt x="408" y="55"/>
                    <a:pt x="407" y="54"/>
                    <a:pt x="407" y="55"/>
                  </a:cubicBezTo>
                  <a:cubicBezTo>
                    <a:pt x="406" y="55"/>
                    <a:pt x="405" y="56"/>
                    <a:pt x="404" y="57"/>
                  </a:cubicBezTo>
                  <a:cubicBezTo>
                    <a:pt x="404" y="57"/>
                    <a:pt x="404" y="58"/>
                    <a:pt x="402" y="58"/>
                  </a:cubicBezTo>
                  <a:cubicBezTo>
                    <a:pt x="401" y="59"/>
                    <a:pt x="401" y="59"/>
                    <a:pt x="400" y="60"/>
                  </a:cubicBezTo>
                  <a:cubicBezTo>
                    <a:pt x="396" y="62"/>
                    <a:pt x="392" y="63"/>
                    <a:pt x="388" y="64"/>
                  </a:cubicBezTo>
                  <a:cubicBezTo>
                    <a:pt x="387" y="65"/>
                    <a:pt x="387" y="65"/>
                    <a:pt x="387" y="65"/>
                  </a:cubicBezTo>
                  <a:cubicBezTo>
                    <a:pt x="387" y="65"/>
                    <a:pt x="388" y="65"/>
                    <a:pt x="388" y="65"/>
                  </a:cubicBezTo>
                  <a:cubicBezTo>
                    <a:pt x="389" y="65"/>
                    <a:pt x="391" y="66"/>
                    <a:pt x="392" y="67"/>
                  </a:cubicBezTo>
                  <a:cubicBezTo>
                    <a:pt x="392" y="67"/>
                    <a:pt x="393" y="68"/>
                    <a:pt x="392" y="68"/>
                  </a:cubicBezTo>
                  <a:cubicBezTo>
                    <a:pt x="393" y="69"/>
                    <a:pt x="394" y="70"/>
                    <a:pt x="393" y="71"/>
                  </a:cubicBezTo>
                  <a:cubicBezTo>
                    <a:pt x="393" y="78"/>
                    <a:pt x="380" y="78"/>
                    <a:pt x="374" y="76"/>
                  </a:cubicBezTo>
                  <a:cubicBezTo>
                    <a:pt x="373" y="75"/>
                    <a:pt x="371" y="73"/>
                    <a:pt x="370" y="72"/>
                  </a:cubicBezTo>
                  <a:cubicBezTo>
                    <a:pt x="368" y="73"/>
                    <a:pt x="366" y="74"/>
                    <a:pt x="366" y="73"/>
                  </a:cubicBezTo>
                  <a:cubicBezTo>
                    <a:pt x="365" y="72"/>
                    <a:pt x="367" y="71"/>
                    <a:pt x="369" y="70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69"/>
                    <a:pt x="366" y="69"/>
                    <a:pt x="366" y="69"/>
                  </a:cubicBezTo>
                  <a:cubicBezTo>
                    <a:pt x="366" y="67"/>
                    <a:pt x="370" y="65"/>
                    <a:pt x="374" y="64"/>
                  </a:cubicBezTo>
                  <a:cubicBezTo>
                    <a:pt x="369" y="65"/>
                    <a:pt x="362" y="65"/>
                    <a:pt x="358" y="66"/>
                  </a:cubicBezTo>
                  <a:cubicBezTo>
                    <a:pt x="358" y="66"/>
                    <a:pt x="351" y="68"/>
                    <a:pt x="351" y="67"/>
                  </a:cubicBezTo>
                  <a:cubicBezTo>
                    <a:pt x="350" y="66"/>
                    <a:pt x="356" y="66"/>
                    <a:pt x="357" y="65"/>
                  </a:cubicBezTo>
                  <a:cubicBezTo>
                    <a:pt x="363" y="65"/>
                    <a:pt x="372" y="62"/>
                    <a:pt x="379" y="62"/>
                  </a:cubicBezTo>
                  <a:cubicBezTo>
                    <a:pt x="379" y="62"/>
                    <a:pt x="379" y="62"/>
                    <a:pt x="379" y="62"/>
                  </a:cubicBezTo>
                  <a:cubicBezTo>
                    <a:pt x="379" y="62"/>
                    <a:pt x="380" y="62"/>
                    <a:pt x="379" y="62"/>
                  </a:cubicBezTo>
                  <a:cubicBezTo>
                    <a:pt x="379" y="63"/>
                    <a:pt x="379" y="63"/>
                    <a:pt x="378" y="63"/>
                  </a:cubicBezTo>
                  <a:cubicBezTo>
                    <a:pt x="379" y="63"/>
                    <a:pt x="381" y="63"/>
                    <a:pt x="382" y="63"/>
                  </a:cubicBezTo>
                  <a:cubicBezTo>
                    <a:pt x="382" y="62"/>
                    <a:pt x="383" y="61"/>
                    <a:pt x="383" y="61"/>
                  </a:cubicBezTo>
                  <a:cubicBezTo>
                    <a:pt x="384" y="61"/>
                    <a:pt x="384" y="62"/>
                    <a:pt x="384" y="62"/>
                  </a:cubicBezTo>
                  <a:cubicBezTo>
                    <a:pt x="385" y="61"/>
                    <a:pt x="385" y="60"/>
                    <a:pt x="386" y="60"/>
                  </a:cubicBezTo>
                  <a:cubicBezTo>
                    <a:pt x="387" y="59"/>
                    <a:pt x="389" y="59"/>
                    <a:pt x="390" y="59"/>
                  </a:cubicBezTo>
                  <a:cubicBezTo>
                    <a:pt x="392" y="58"/>
                    <a:pt x="393" y="57"/>
                    <a:pt x="395" y="56"/>
                  </a:cubicBezTo>
                  <a:cubicBezTo>
                    <a:pt x="396" y="56"/>
                    <a:pt x="396" y="56"/>
                    <a:pt x="396" y="56"/>
                  </a:cubicBezTo>
                  <a:cubicBezTo>
                    <a:pt x="398" y="55"/>
                    <a:pt x="399" y="53"/>
                    <a:pt x="400" y="52"/>
                  </a:cubicBezTo>
                  <a:cubicBezTo>
                    <a:pt x="401" y="52"/>
                    <a:pt x="402" y="53"/>
                    <a:pt x="402" y="52"/>
                  </a:cubicBezTo>
                  <a:cubicBezTo>
                    <a:pt x="404" y="52"/>
                    <a:pt x="405" y="51"/>
                    <a:pt x="407" y="50"/>
                  </a:cubicBezTo>
                  <a:cubicBezTo>
                    <a:pt x="409" y="50"/>
                    <a:pt x="411" y="48"/>
                    <a:pt x="411" y="48"/>
                  </a:cubicBezTo>
                  <a:cubicBezTo>
                    <a:pt x="412" y="48"/>
                    <a:pt x="412" y="49"/>
                    <a:pt x="412" y="49"/>
                  </a:cubicBezTo>
                  <a:cubicBezTo>
                    <a:pt x="413" y="48"/>
                    <a:pt x="413" y="48"/>
                    <a:pt x="413" y="47"/>
                  </a:cubicBezTo>
                  <a:cubicBezTo>
                    <a:pt x="414" y="47"/>
                    <a:pt x="414" y="48"/>
                    <a:pt x="415" y="48"/>
                  </a:cubicBezTo>
                  <a:cubicBezTo>
                    <a:pt x="415" y="47"/>
                    <a:pt x="415" y="47"/>
                    <a:pt x="416" y="46"/>
                  </a:cubicBezTo>
                  <a:cubicBezTo>
                    <a:pt x="416" y="46"/>
                    <a:pt x="416" y="47"/>
                    <a:pt x="417" y="47"/>
                  </a:cubicBezTo>
                  <a:cubicBezTo>
                    <a:pt x="417" y="47"/>
                    <a:pt x="417" y="46"/>
                    <a:pt x="418" y="45"/>
                  </a:cubicBezTo>
                  <a:cubicBezTo>
                    <a:pt x="419" y="45"/>
                    <a:pt x="419" y="46"/>
                    <a:pt x="420" y="45"/>
                  </a:cubicBezTo>
                  <a:cubicBezTo>
                    <a:pt x="420" y="45"/>
                    <a:pt x="420" y="44"/>
                    <a:pt x="421" y="44"/>
                  </a:cubicBezTo>
                  <a:cubicBezTo>
                    <a:pt x="422" y="43"/>
                    <a:pt x="424" y="43"/>
                    <a:pt x="425" y="42"/>
                  </a:cubicBezTo>
                  <a:cubicBezTo>
                    <a:pt x="427" y="40"/>
                    <a:pt x="432" y="39"/>
                    <a:pt x="435" y="36"/>
                  </a:cubicBezTo>
                  <a:cubicBezTo>
                    <a:pt x="438" y="35"/>
                    <a:pt x="441" y="33"/>
                    <a:pt x="444" y="32"/>
                  </a:cubicBezTo>
                  <a:cubicBezTo>
                    <a:pt x="444" y="32"/>
                    <a:pt x="443" y="32"/>
                    <a:pt x="443" y="32"/>
                  </a:cubicBezTo>
                  <a:cubicBezTo>
                    <a:pt x="440" y="31"/>
                    <a:pt x="439" y="28"/>
                    <a:pt x="438" y="28"/>
                  </a:cubicBezTo>
                  <a:cubicBezTo>
                    <a:pt x="437" y="28"/>
                    <a:pt x="437" y="28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5" y="30"/>
                    <a:pt x="434" y="30"/>
                    <a:pt x="433" y="31"/>
                  </a:cubicBezTo>
                  <a:cubicBezTo>
                    <a:pt x="432" y="31"/>
                    <a:pt x="431" y="31"/>
                    <a:pt x="431" y="30"/>
                  </a:cubicBezTo>
                  <a:cubicBezTo>
                    <a:pt x="431" y="30"/>
                    <a:pt x="431" y="30"/>
                    <a:pt x="431" y="30"/>
                  </a:cubicBezTo>
                  <a:cubicBezTo>
                    <a:pt x="430" y="30"/>
                    <a:pt x="430" y="31"/>
                    <a:pt x="429" y="31"/>
                  </a:cubicBezTo>
                  <a:cubicBezTo>
                    <a:pt x="428" y="32"/>
                    <a:pt x="425" y="32"/>
                    <a:pt x="424" y="31"/>
                  </a:cubicBezTo>
                  <a:cubicBezTo>
                    <a:pt x="424" y="31"/>
                    <a:pt x="425" y="30"/>
                    <a:pt x="426" y="30"/>
                  </a:cubicBezTo>
                  <a:cubicBezTo>
                    <a:pt x="426" y="30"/>
                    <a:pt x="425" y="29"/>
                    <a:pt x="425" y="29"/>
                  </a:cubicBezTo>
                  <a:cubicBezTo>
                    <a:pt x="424" y="30"/>
                    <a:pt x="423" y="30"/>
                    <a:pt x="423" y="30"/>
                  </a:cubicBezTo>
                  <a:cubicBezTo>
                    <a:pt x="418" y="29"/>
                    <a:pt x="416" y="25"/>
                    <a:pt x="419" y="23"/>
                  </a:cubicBezTo>
                  <a:cubicBezTo>
                    <a:pt x="421" y="21"/>
                    <a:pt x="429" y="22"/>
                    <a:pt x="429" y="26"/>
                  </a:cubicBezTo>
                  <a:cubicBezTo>
                    <a:pt x="429" y="29"/>
                    <a:pt x="428" y="27"/>
                    <a:pt x="431" y="27"/>
                  </a:cubicBezTo>
                  <a:cubicBezTo>
                    <a:pt x="434" y="26"/>
                    <a:pt x="435" y="27"/>
                    <a:pt x="436" y="25"/>
                  </a:cubicBezTo>
                  <a:cubicBezTo>
                    <a:pt x="439" y="21"/>
                    <a:pt x="442" y="21"/>
                    <a:pt x="446" y="22"/>
                  </a:cubicBezTo>
                  <a:cubicBezTo>
                    <a:pt x="446" y="21"/>
                    <a:pt x="448" y="21"/>
                    <a:pt x="449" y="22"/>
                  </a:cubicBezTo>
                  <a:cubicBezTo>
                    <a:pt x="450" y="22"/>
                    <a:pt x="450" y="21"/>
                    <a:pt x="451" y="21"/>
                  </a:cubicBezTo>
                  <a:cubicBezTo>
                    <a:pt x="452" y="22"/>
                    <a:pt x="451" y="23"/>
                    <a:pt x="450" y="24"/>
                  </a:cubicBezTo>
                  <a:cubicBezTo>
                    <a:pt x="451" y="25"/>
                    <a:pt x="452" y="26"/>
                    <a:pt x="452" y="28"/>
                  </a:cubicBezTo>
                  <a:cubicBezTo>
                    <a:pt x="451" y="28"/>
                    <a:pt x="451" y="29"/>
                    <a:pt x="451" y="30"/>
                  </a:cubicBezTo>
                  <a:cubicBezTo>
                    <a:pt x="451" y="29"/>
                    <a:pt x="451" y="29"/>
                    <a:pt x="452" y="29"/>
                  </a:cubicBezTo>
                  <a:cubicBezTo>
                    <a:pt x="453" y="29"/>
                    <a:pt x="455" y="29"/>
                    <a:pt x="457" y="29"/>
                  </a:cubicBezTo>
                  <a:cubicBezTo>
                    <a:pt x="458" y="28"/>
                    <a:pt x="458" y="27"/>
                    <a:pt x="460" y="27"/>
                  </a:cubicBezTo>
                  <a:cubicBezTo>
                    <a:pt x="461" y="26"/>
                    <a:pt x="463" y="26"/>
                    <a:pt x="465" y="26"/>
                  </a:cubicBezTo>
                  <a:cubicBezTo>
                    <a:pt x="463" y="25"/>
                    <a:pt x="462" y="25"/>
                    <a:pt x="460" y="25"/>
                  </a:cubicBezTo>
                  <a:cubicBezTo>
                    <a:pt x="462" y="25"/>
                    <a:pt x="462" y="23"/>
                    <a:pt x="461" y="23"/>
                  </a:cubicBezTo>
                  <a:cubicBezTo>
                    <a:pt x="461" y="23"/>
                    <a:pt x="462" y="21"/>
                    <a:pt x="463" y="20"/>
                  </a:cubicBezTo>
                  <a:cubicBezTo>
                    <a:pt x="464" y="20"/>
                    <a:pt x="465" y="20"/>
                    <a:pt x="466" y="20"/>
                  </a:cubicBezTo>
                  <a:cubicBezTo>
                    <a:pt x="466" y="20"/>
                    <a:pt x="467" y="20"/>
                    <a:pt x="468" y="20"/>
                  </a:cubicBezTo>
                  <a:cubicBezTo>
                    <a:pt x="468" y="21"/>
                    <a:pt x="467" y="21"/>
                    <a:pt x="466" y="21"/>
                  </a:cubicBezTo>
                  <a:cubicBezTo>
                    <a:pt x="468" y="22"/>
                    <a:pt x="468" y="23"/>
                    <a:pt x="468" y="24"/>
                  </a:cubicBezTo>
                  <a:cubicBezTo>
                    <a:pt x="469" y="23"/>
                    <a:pt x="470" y="23"/>
                    <a:pt x="471" y="22"/>
                  </a:cubicBezTo>
                  <a:cubicBezTo>
                    <a:pt x="471" y="22"/>
                    <a:pt x="470" y="22"/>
                    <a:pt x="470" y="21"/>
                  </a:cubicBezTo>
                  <a:cubicBezTo>
                    <a:pt x="469" y="20"/>
                    <a:pt x="471" y="19"/>
                    <a:pt x="473" y="19"/>
                  </a:cubicBezTo>
                  <a:cubicBezTo>
                    <a:pt x="473" y="19"/>
                    <a:pt x="473" y="19"/>
                    <a:pt x="473" y="19"/>
                  </a:cubicBezTo>
                  <a:cubicBezTo>
                    <a:pt x="456" y="13"/>
                    <a:pt x="438" y="9"/>
                    <a:pt x="419" y="5"/>
                  </a:cubicBezTo>
                  <a:cubicBezTo>
                    <a:pt x="427" y="10"/>
                    <a:pt x="416" y="16"/>
                    <a:pt x="410" y="12"/>
                  </a:cubicBezTo>
                  <a:cubicBezTo>
                    <a:pt x="408" y="10"/>
                    <a:pt x="409" y="9"/>
                    <a:pt x="407" y="7"/>
                  </a:cubicBezTo>
                  <a:cubicBezTo>
                    <a:pt x="408" y="6"/>
                    <a:pt x="410" y="5"/>
                    <a:pt x="412" y="4"/>
                  </a:cubicBezTo>
                  <a:cubicBezTo>
                    <a:pt x="408" y="4"/>
                    <a:pt x="405" y="3"/>
                    <a:pt x="401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398" y="2"/>
                    <a:pt x="396" y="2"/>
                    <a:pt x="393" y="2"/>
                  </a:cubicBezTo>
                  <a:cubicBezTo>
                    <a:pt x="392" y="6"/>
                    <a:pt x="385" y="4"/>
                    <a:pt x="382" y="1"/>
                  </a:cubicBezTo>
                  <a:cubicBezTo>
                    <a:pt x="374" y="0"/>
                    <a:pt x="366" y="0"/>
                    <a:pt x="357" y="0"/>
                  </a:cubicBezTo>
                  <a:cubicBezTo>
                    <a:pt x="343" y="0"/>
                    <a:pt x="328" y="1"/>
                    <a:pt x="314" y="3"/>
                  </a:cubicBezTo>
                  <a:cubicBezTo>
                    <a:pt x="314" y="3"/>
                    <a:pt x="314" y="3"/>
                    <a:pt x="315" y="3"/>
                  </a:cubicBezTo>
                  <a:cubicBezTo>
                    <a:pt x="315" y="3"/>
                    <a:pt x="315" y="3"/>
                    <a:pt x="315" y="3"/>
                  </a:cubicBezTo>
                  <a:cubicBezTo>
                    <a:pt x="315" y="4"/>
                    <a:pt x="314" y="3"/>
                    <a:pt x="314" y="3"/>
                  </a:cubicBezTo>
                  <a:cubicBezTo>
                    <a:pt x="138" y="24"/>
                    <a:pt x="1" y="173"/>
                    <a:pt x="0" y="354"/>
                  </a:cubicBezTo>
                  <a:cubicBezTo>
                    <a:pt x="0" y="354"/>
                    <a:pt x="0" y="353"/>
                    <a:pt x="1" y="353"/>
                  </a:cubicBezTo>
                  <a:cubicBezTo>
                    <a:pt x="1" y="353"/>
                    <a:pt x="2" y="356"/>
                    <a:pt x="1" y="356"/>
                  </a:cubicBezTo>
                  <a:cubicBezTo>
                    <a:pt x="0" y="357"/>
                    <a:pt x="0" y="356"/>
                    <a:pt x="0" y="356"/>
                  </a:cubicBezTo>
                  <a:cubicBezTo>
                    <a:pt x="0" y="356"/>
                    <a:pt x="0" y="357"/>
                    <a:pt x="0" y="357"/>
                  </a:cubicBezTo>
                  <a:cubicBezTo>
                    <a:pt x="0" y="375"/>
                    <a:pt x="1" y="392"/>
                    <a:pt x="4" y="409"/>
                  </a:cubicBezTo>
                  <a:cubicBezTo>
                    <a:pt x="4" y="409"/>
                    <a:pt x="4" y="409"/>
                    <a:pt x="4" y="409"/>
                  </a:cubicBezTo>
                  <a:cubicBezTo>
                    <a:pt x="5" y="409"/>
                    <a:pt x="5" y="412"/>
                    <a:pt x="5" y="412"/>
                  </a:cubicBezTo>
                  <a:cubicBezTo>
                    <a:pt x="4" y="413"/>
                    <a:pt x="4" y="413"/>
                    <a:pt x="4" y="413"/>
                  </a:cubicBezTo>
                  <a:cubicBezTo>
                    <a:pt x="5" y="418"/>
                    <a:pt x="6" y="424"/>
                    <a:pt x="7" y="429"/>
                  </a:cubicBezTo>
                  <a:cubicBezTo>
                    <a:pt x="8" y="429"/>
                    <a:pt x="8" y="429"/>
                    <a:pt x="8" y="429"/>
                  </a:cubicBezTo>
                  <a:cubicBezTo>
                    <a:pt x="9" y="430"/>
                    <a:pt x="8" y="430"/>
                    <a:pt x="7" y="431"/>
                  </a:cubicBezTo>
                  <a:cubicBezTo>
                    <a:pt x="8" y="433"/>
                    <a:pt x="8" y="435"/>
                    <a:pt x="9" y="438"/>
                  </a:cubicBezTo>
                  <a:cubicBezTo>
                    <a:pt x="9" y="438"/>
                    <a:pt x="9" y="438"/>
                    <a:pt x="9" y="438"/>
                  </a:cubicBezTo>
                  <a:cubicBezTo>
                    <a:pt x="9" y="440"/>
                    <a:pt x="10" y="441"/>
                    <a:pt x="10" y="443"/>
                  </a:cubicBezTo>
                  <a:cubicBezTo>
                    <a:pt x="10" y="443"/>
                    <a:pt x="10" y="443"/>
                    <a:pt x="10" y="442"/>
                  </a:cubicBezTo>
                  <a:cubicBezTo>
                    <a:pt x="10" y="442"/>
                    <a:pt x="10" y="442"/>
                    <a:pt x="10" y="441"/>
                  </a:cubicBezTo>
                  <a:cubicBezTo>
                    <a:pt x="10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2" y="441"/>
                    <a:pt x="13" y="440"/>
                    <a:pt x="14" y="440"/>
                  </a:cubicBezTo>
                  <a:cubicBezTo>
                    <a:pt x="14" y="439"/>
                    <a:pt x="15" y="438"/>
                    <a:pt x="16" y="439"/>
                  </a:cubicBezTo>
                  <a:cubicBezTo>
                    <a:pt x="17" y="439"/>
                    <a:pt x="17" y="439"/>
                    <a:pt x="18" y="440"/>
                  </a:cubicBezTo>
                  <a:cubicBezTo>
                    <a:pt x="20" y="443"/>
                    <a:pt x="19" y="438"/>
                    <a:pt x="18" y="438"/>
                  </a:cubicBezTo>
                  <a:cubicBezTo>
                    <a:pt x="18" y="438"/>
                    <a:pt x="18" y="438"/>
                    <a:pt x="17" y="437"/>
                  </a:cubicBezTo>
                  <a:cubicBezTo>
                    <a:pt x="17" y="437"/>
                    <a:pt x="17" y="437"/>
                    <a:pt x="17" y="436"/>
                  </a:cubicBezTo>
                  <a:cubicBezTo>
                    <a:pt x="17" y="435"/>
                    <a:pt x="17" y="432"/>
                    <a:pt x="17" y="431"/>
                  </a:cubicBezTo>
                  <a:cubicBezTo>
                    <a:pt x="17" y="433"/>
                    <a:pt x="18" y="434"/>
                    <a:pt x="19" y="435"/>
                  </a:cubicBezTo>
                  <a:cubicBezTo>
                    <a:pt x="19" y="435"/>
                    <a:pt x="19" y="435"/>
                    <a:pt x="19" y="435"/>
                  </a:cubicBezTo>
                  <a:cubicBezTo>
                    <a:pt x="20" y="435"/>
                    <a:pt x="19" y="436"/>
                    <a:pt x="19" y="436"/>
                  </a:cubicBezTo>
                  <a:cubicBezTo>
                    <a:pt x="19" y="437"/>
                    <a:pt x="19" y="437"/>
                    <a:pt x="19" y="438"/>
                  </a:cubicBezTo>
                  <a:cubicBezTo>
                    <a:pt x="20" y="437"/>
                    <a:pt x="19" y="435"/>
                    <a:pt x="21" y="434"/>
                  </a:cubicBezTo>
                  <a:cubicBezTo>
                    <a:pt x="20" y="436"/>
                    <a:pt x="20" y="437"/>
                    <a:pt x="21" y="438"/>
                  </a:cubicBezTo>
                  <a:cubicBezTo>
                    <a:pt x="21" y="438"/>
                    <a:pt x="22" y="438"/>
                    <a:pt x="22" y="438"/>
                  </a:cubicBezTo>
                  <a:cubicBezTo>
                    <a:pt x="22" y="438"/>
                    <a:pt x="22" y="438"/>
                    <a:pt x="22" y="438"/>
                  </a:cubicBezTo>
                  <a:cubicBezTo>
                    <a:pt x="23" y="438"/>
                    <a:pt x="23" y="438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3" y="435"/>
                    <a:pt x="23" y="434"/>
                    <a:pt x="23" y="434"/>
                  </a:cubicBezTo>
                  <a:cubicBezTo>
                    <a:pt x="23" y="433"/>
                    <a:pt x="22" y="433"/>
                    <a:pt x="21" y="434"/>
                  </a:cubicBezTo>
                  <a:cubicBezTo>
                    <a:pt x="20" y="434"/>
                    <a:pt x="20" y="435"/>
                    <a:pt x="19" y="434"/>
                  </a:cubicBezTo>
                  <a:cubicBezTo>
                    <a:pt x="19" y="434"/>
                    <a:pt x="19" y="434"/>
                    <a:pt x="19" y="433"/>
                  </a:cubicBezTo>
                  <a:cubicBezTo>
                    <a:pt x="19" y="433"/>
                    <a:pt x="19" y="433"/>
                    <a:pt x="19" y="433"/>
                  </a:cubicBezTo>
                  <a:cubicBezTo>
                    <a:pt x="18" y="433"/>
                    <a:pt x="19" y="431"/>
                    <a:pt x="18" y="429"/>
                  </a:cubicBezTo>
                  <a:cubicBezTo>
                    <a:pt x="17" y="430"/>
                    <a:pt x="16" y="429"/>
                    <a:pt x="16" y="426"/>
                  </a:cubicBezTo>
                  <a:cubicBezTo>
                    <a:pt x="16" y="426"/>
                    <a:pt x="16" y="426"/>
                    <a:pt x="16" y="426"/>
                  </a:cubicBezTo>
                  <a:cubicBezTo>
                    <a:pt x="16" y="427"/>
                    <a:pt x="14" y="432"/>
                    <a:pt x="15" y="433"/>
                  </a:cubicBezTo>
                  <a:cubicBezTo>
                    <a:pt x="15" y="433"/>
                    <a:pt x="16" y="437"/>
                    <a:pt x="14" y="435"/>
                  </a:cubicBezTo>
                  <a:cubicBezTo>
                    <a:pt x="12" y="434"/>
                    <a:pt x="15" y="429"/>
                    <a:pt x="15" y="426"/>
                  </a:cubicBezTo>
                  <a:cubicBezTo>
                    <a:pt x="14" y="426"/>
                    <a:pt x="14" y="426"/>
                    <a:pt x="14" y="425"/>
                  </a:cubicBezTo>
                  <a:cubicBezTo>
                    <a:pt x="13" y="424"/>
                    <a:pt x="14" y="424"/>
                    <a:pt x="14" y="423"/>
                  </a:cubicBezTo>
                  <a:cubicBezTo>
                    <a:pt x="14" y="423"/>
                    <a:pt x="14" y="422"/>
                    <a:pt x="15" y="422"/>
                  </a:cubicBezTo>
                  <a:cubicBezTo>
                    <a:pt x="14" y="421"/>
                    <a:pt x="13" y="422"/>
                    <a:pt x="12" y="421"/>
                  </a:cubicBezTo>
                  <a:cubicBezTo>
                    <a:pt x="13" y="421"/>
                    <a:pt x="11" y="419"/>
                    <a:pt x="11" y="420"/>
                  </a:cubicBezTo>
                  <a:cubicBezTo>
                    <a:pt x="11" y="417"/>
                    <a:pt x="14" y="417"/>
                    <a:pt x="15" y="419"/>
                  </a:cubicBezTo>
                  <a:cubicBezTo>
                    <a:pt x="14" y="418"/>
                    <a:pt x="16" y="419"/>
                    <a:pt x="17" y="418"/>
                  </a:cubicBezTo>
                  <a:cubicBezTo>
                    <a:pt x="16" y="418"/>
                    <a:pt x="17" y="413"/>
                    <a:pt x="19" y="413"/>
                  </a:cubicBezTo>
                  <a:cubicBezTo>
                    <a:pt x="19" y="413"/>
                    <a:pt x="18" y="416"/>
                    <a:pt x="19" y="417"/>
                  </a:cubicBezTo>
                  <a:cubicBezTo>
                    <a:pt x="19" y="417"/>
                    <a:pt x="19" y="417"/>
                    <a:pt x="19" y="417"/>
                  </a:cubicBezTo>
                  <a:cubicBezTo>
                    <a:pt x="19" y="417"/>
                    <a:pt x="19" y="416"/>
                    <a:pt x="20" y="417"/>
                  </a:cubicBezTo>
                  <a:cubicBezTo>
                    <a:pt x="20" y="417"/>
                    <a:pt x="21" y="418"/>
                    <a:pt x="20" y="419"/>
                  </a:cubicBezTo>
                  <a:cubicBezTo>
                    <a:pt x="20" y="419"/>
                    <a:pt x="20" y="419"/>
                    <a:pt x="20" y="419"/>
                  </a:cubicBezTo>
                  <a:cubicBezTo>
                    <a:pt x="21" y="419"/>
                    <a:pt x="20" y="420"/>
                    <a:pt x="19" y="420"/>
                  </a:cubicBezTo>
                  <a:cubicBezTo>
                    <a:pt x="17" y="421"/>
                    <a:pt x="19" y="421"/>
                    <a:pt x="20" y="422"/>
                  </a:cubicBezTo>
                  <a:cubicBezTo>
                    <a:pt x="20" y="422"/>
                    <a:pt x="20" y="422"/>
                    <a:pt x="21" y="422"/>
                  </a:cubicBezTo>
                  <a:cubicBezTo>
                    <a:pt x="21" y="422"/>
                    <a:pt x="21" y="422"/>
                    <a:pt x="21" y="422"/>
                  </a:cubicBezTo>
                  <a:cubicBezTo>
                    <a:pt x="22" y="423"/>
                    <a:pt x="22" y="423"/>
                    <a:pt x="22" y="424"/>
                  </a:cubicBezTo>
                  <a:cubicBezTo>
                    <a:pt x="22" y="424"/>
                    <a:pt x="23" y="423"/>
                    <a:pt x="24" y="423"/>
                  </a:cubicBezTo>
                  <a:cubicBezTo>
                    <a:pt x="25" y="423"/>
                    <a:pt x="24" y="425"/>
                    <a:pt x="26" y="425"/>
                  </a:cubicBezTo>
                  <a:cubicBezTo>
                    <a:pt x="26" y="425"/>
                    <a:pt x="26" y="425"/>
                    <a:pt x="26" y="425"/>
                  </a:cubicBezTo>
                  <a:cubicBezTo>
                    <a:pt x="27" y="422"/>
                    <a:pt x="30" y="417"/>
                    <a:pt x="26" y="418"/>
                  </a:cubicBezTo>
                  <a:cubicBezTo>
                    <a:pt x="29" y="416"/>
                    <a:pt x="25" y="414"/>
                    <a:pt x="24" y="414"/>
                  </a:cubicBezTo>
                  <a:cubicBezTo>
                    <a:pt x="23" y="412"/>
                    <a:pt x="25" y="415"/>
                    <a:pt x="25" y="414"/>
                  </a:cubicBezTo>
                  <a:cubicBezTo>
                    <a:pt x="27" y="413"/>
                    <a:pt x="24" y="411"/>
                    <a:pt x="24" y="408"/>
                  </a:cubicBezTo>
                  <a:cubicBezTo>
                    <a:pt x="24" y="408"/>
                    <a:pt x="26" y="406"/>
                    <a:pt x="26" y="406"/>
                  </a:cubicBezTo>
                  <a:cubicBezTo>
                    <a:pt x="27" y="404"/>
                    <a:pt x="24" y="405"/>
                    <a:pt x="27" y="404"/>
                  </a:cubicBezTo>
                  <a:cubicBezTo>
                    <a:pt x="29" y="404"/>
                    <a:pt x="29" y="400"/>
                    <a:pt x="30" y="399"/>
                  </a:cubicBezTo>
                  <a:cubicBezTo>
                    <a:pt x="30" y="399"/>
                    <a:pt x="34" y="398"/>
                    <a:pt x="34" y="396"/>
                  </a:cubicBezTo>
                  <a:cubicBezTo>
                    <a:pt x="30" y="400"/>
                    <a:pt x="28" y="395"/>
                    <a:pt x="29" y="394"/>
                  </a:cubicBezTo>
                  <a:cubicBezTo>
                    <a:pt x="29" y="394"/>
                    <a:pt x="28" y="391"/>
                    <a:pt x="31" y="391"/>
                  </a:cubicBezTo>
                  <a:cubicBezTo>
                    <a:pt x="33" y="390"/>
                    <a:pt x="32" y="391"/>
                    <a:pt x="34" y="389"/>
                  </a:cubicBezTo>
                  <a:cubicBezTo>
                    <a:pt x="35" y="388"/>
                    <a:pt x="34" y="396"/>
                    <a:pt x="35" y="396"/>
                  </a:cubicBezTo>
                  <a:cubicBezTo>
                    <a:pt x="36" y="398"/>
                    <a:pt x="36" y="395"/>
                    <a:pt x="37" y="398"/>
                  </a:cubicBezTo>
                  <a:cubicBezTo>
                    <a:pt x="38" y="404"/>
                    <a:pt x="42" y="414"/>
                    <a:pt x="34" y="417"/>
                  </a:cubicBezTo>
                  <a:cubicBezTo>
                    <a:pt x="32" y="418"/>
                    <a:pt x="31" y="417"/>
                    <a:pt x="30" y="418"/>
                  </a:cubicBezTo>
                  <a:cubicBezTo>
                    <a:pt x="28" y="420"/>
                    <a:pt x="28" y="422"/>
                    <a:pt x="27" y="425"/>
                  </a:cubicBezTo>
                  <a:cubicBezTo>
                    <a:pt x="27" y="425"/>
                    <a:pt x="27" y="425"/>
                    <a:pt x="27" y="425"/>
                  </a:cubicBezTo>
                  <a:cubicBezTo>
                    <a:pt x="28" y="425"/>
                    <a:pt x="27" y="426"/>
                    <a:pt x="28" y="427"/>
                  </a:cubicBezTo>
                  <a:cubicBezTo>
                    <a:pt x="28" y="427"/>
                    <a:pt x="29" y="427"/>
                    <a:pt x="30" y="427"/>
                  </a:cubicBezTo>
                  <a:cubicBezTo>
                    <a:pt x="30" y="426"/>
                    <a:pt x="30" y="426"/>
                    <a:pt x="31" y="426"/>
                  </a:cubicBezTo>
                  <a:cubicBezTo>
                    <a:pt x="31" y="426"/>
                    <a:pt x="31" y="426"/>
                    <a:pt x="31" y="427"/>
                  </a:cubicBezTo>
                  <a:cubicBezTo>
                    <a:pt x="31" y="427"/>
                    <a:pt x="32" y="427"/>
                    <a:pt x="32" y="427"/>
                  </a:cubicBezTo>
                  <a:cubicBezTo>
                    <a:pt x="32" y="428"/>
                    <a:pt x="31" y="430"/>
                    <a:pt x="33" y="429"/>
                  </a:cubicBezTo>
                  <a:cubicBezTo>
                    <a:pt x="33" y="430"/>
                    <a:pt x="33" y="432"/>
                    <a:pt x="33" y="433"/>
                  </a:cubicBezTo>
                  <a:cubicBezTo>
                    <a:pt x="33" y="433"/>
                    <a:pt x="33" y="433"/>
                    <a:pt x="33" y="433"/>
                  </a:cubicBezTo>
                  <a:cubicBezTo>
                    <a:pt x="34" y="433"/>
                    <a:pt x="36" y="432"/>
                    <a:pt x="35" y="432"/>
                  </a:cubicBezTo>
                  <a:cubicBezTo>
                    <a:pt x="36" y="432"/>
                    <a:pt x="35" y="435"/>
                    <a:pt x="34" y="436"/>
                  </a:cubicBezTo>
                  <a:cubicBezTo>
                    <a:pt x="34" y="437"/>
                    <a:pt x="34" y="437"/>
                    <a:pt x="35" y="437"/>
                  </a:cubicBezTo>
                  <a:cubicBezTo>
                    <a:pt x="34" y="437"/>
                    <a:pt x="38" y="431"/>
                    <a:pt x="39" y="435"/>
                  </a:cubicBezTo>
                  <a:cubicBezTo>
                    <a:pt x="39" y="434"/>
                    <a:pt x="39" y="434"/>
                    <a:pt x="39" y="434"/>
                  </a:cubicBezTo>
                  <a:cubicBezTo>
                    <a:pt x="39" y="434"/>
                    <a:pt x="41" y="432"/>
                    <a:pt x="41" y="432"/>
                  </a:cubicBezTo>
                  <a:cubicBezTo>
                    <a:pt x="43" y="433"/>
                    <a:pt x="41" y="437"/>
                    <a:pt x="40" y="439"/>
                  </a:cubicBezTo>
                  <a:cubicBezTo>
                    <a:pt x="42" y="439"/>
                    <a:pt x="43" y="440"/>
                    <a:pt x="42" y="441"/>
                  </a:cubicBezTo>
                  <a:cubicBezTo>
                    <a:pt x="42" y="441"/>
                    <a:pt x="42" y="442"/>
                    <a:pt x="42" y="442"/>
                  </a:cubicBezTo>
                  <a:cubicBezTo>
                    <a:pt x="42" y="442"/>
                    <a:pt x="42" y="443"/>
                    <a:pt x="41" y="443"/>
                  </a:cubicBezTo>
                  <a:cubicBezTo>
                    <a:pt x="41" y="443"/>
                    <a:pt x="40" y="444"/>
                    <a:pt x="40" y="444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5"/>
                    <a:pt x="39" y="447"/>
                    <a:pt x="38" y="448"/>
                  </a:cubicBezTo>
                  <a:cubicBezTo>
                    <a:pt x="38" y="449"/>
                    <a:pt x="38" y="449"/>
                    <a:pt x="38" y="450"/>
                  </a:cubicBezTo>
                  <a:cubicBezTo>
                    <a:pt x="38" y="450"/>
                    <a:pt x="38" y="450"/>
                    <a:pt x="39" y="450"/>
                  </a:cubicBezTo>
                  <a:cubicBezTo>
                    <a:pt x="39" y="449"/>
                    <a:pt x="40" y="448"/>
                    <a:pt x="41" y="447"/>
                  </a:cubicBezTo>
                  <a:cubicBezTo>
                    <a:pt x="41" y="448"/>
                    <a:pt x="40" y="450"/>
                    <a:pt x="39" y="451"/>
                  </a:cubicBezTo>
                  <a:cubicBezTo>
                    <a:pt x="39" y="451"/>
                    <a:pt x="39" y="451"/>
                    <a:pt x="39" y="451"/>
                  </a:cubicBezTo>
                  <a:cubicBezTo>
                    <a:pt x="39" y="451"/>
                    <a:pt x="40" y="451"/>
                    <a:pt x="40" y="451"/>
                  </a:cubicBezTo>
                  <a:cubicBezTo>
                    <a:pt x="40" y="451"/>
                    <a:pt x="39" y="452"/>
                    <a:pt x="39" y="451"/>
                  </a:cubicBezTo>
                  <a:cubicBezTo>
                    <a:pt x="38" y="453"/>
                    <a:pt x="35" y="455"/>
                    <a:pt x="35" y="457"/>
                  </a:cubicBezTo>
                  <a:cubicBezTo>
                    <a:pt x="35" y="456"/>
                    <a:pt x="35" y="456"/>
                    <a:pt x="35" y="456"/>
                  </a:cubicBezTo>
                  <a:cubicBezTo>
                    <a:pt x="36" y="456"/>
                    <a:pt x="36" y="458"/>
                    <a:pt x="36" y="459"/>
                  </a:cubicBezTo>
                  <a:cubicBezTo>
                    <a:pt x="36" y="459"/>
                    <a:pt x="37" y="459"/>
                    <a:pt x="37" y="460"/>
                  </a:cubicBezTo>
                  <a:cubicBezTo>
                    <a:pt x="37" y="461"/>
                    <a:pt x="35" y="463"/>
                    <a:pt x="34" y="463"/>
                  </a:cubicBezTo>
                  <a:cubicBezTo>
                    <a:pt x="34" y="463"/>
                    <a:pt x="34" y="462"/>
                    <a:pt x="34" y="462"/>
                  </a:cubicBezTo>
                  <a:cubicBezTo>
                    <a:pt x="34" y="462"/>
                    <a:pt x="34" y="462"/>
                    <a:pt x="34" y="462"/>
                  </a:cubicBezTo>
                  <a:cubicBezTo>
                    <a:pt x="34" y="462"/>
                    <a:pt x="33" y="463"/>
                    <a:pt x="33" y="463"/>
                  </a:cubicBezTo>
                  <a:cubicBezTo>
                    <a:pt x="31" y="462"/>
                    <a:pt x="33" y="461"/>
                    <a:pt x="34" y="461"/>
                  </a:cubicBezTo>
                  <a:cubicBezTo>
                    <a:pt x="34" y="461"/>
                    <a:pt x="34" y="460"/>
                    <a:pt x="33" y="460"/>
                  </a:cubicBezTo>
                  <a:cubicBezTo>
                    <a:pt x="33" y="460"/>
                    <a:pt x="33" y="460"/>
                    <a:pt x="33" y="461"/>
                  </a:cubicBezTo>
                  <a:cubicBezTo>
                    <a:pt x="32" y="462"/>
                    <a:pt x="31" y="461"/>
                    <a:pt x="32" y="460"/>
                  </a:cubicBezTo>
                  <a:cubicBezTo>
                    <a:pt x="29" y="460"/>
                    <a:pt x="23" y="461"/>
                    <a:pt x="24" y="461"/>
                  </a:cubicBezTo>
                  <a:cubicBezTo>
                    <a:pt x="23" y="461"/>
                    <a:pt x="21" y="469"/>
                    <a:pt x="21" y="464"/>
                  </a:cubicBezTo>
                  <a:cubicBezTo>
                    <a:pt x="21" y="464"/>
                    <a:pt x="21" y="465"/>
                    <a:pt x="20" y="465"/>
                  </a:cubicBezTo>
                  <a:cubicBezTo>
                    <a:pt x="20" y="465"/>
                    <a:pt x="20" y="465"/>
                    <a:pt x="20" y="465"/>
                  </a:cubicBezTo>
                  <a:cubicBezTo>
                    <a:pt x="20" y="465"/>
                    <a:pt x="20" y="466"/>
                    <a:pt x="19" y="465"/>
                  </a:cubicBezTo>
                  <a:cubicBezTo>
                    <a:pt x="19" y="465"/>
                    <a:pt x="19" y="466"/>
                    <a:pt x="19" y="466"/>
                  </a:cubicBezTo>
                  <a:cubicBezTo>
                    <a:pt x="19" y="467"/>
                    <a:pt x="18" y="465"/>
                    <a:pt x="18" y="465"/>
                  </a:cubicBezTo>
                  <a:cubicBezTo>
                    <a:pt x="17" y="464"/>
                    <a:pt x="17" y="464"/>
                    <a:pt x="16" y="464"/>
                  </a:cubicBezTo>
                  <a:cubicBezTo>
                    <a:pt x="16" y="464"/>
                    <a:pt x="16" y="463"/>
                    <a:pt x="16" y="463"/>
                  </a:cubicBezTo>
                  <a:cubicBezTo>
                    <a:pt x="17" y="466"/>
                    <a:pt x="17" y="468"/>
                    <a:pt x="18" y="470"/>
                  </a:cubicBezTo>
                  <a:cubicBezTo>
                    <a:pt x="18" y="471"/>
                    <a:pt x="19" y="471"/>
                    <a:pt x="18" y="471"/>
                  </a:cubicBezTo>
                  <a:cubicBezTo>
                    <a:pt x="18" y="472"/>
                    <a:pt x="19" y="472"/>
                    <a:pt x="19" y="472"/>
                  </a:cubicBezTo>
                  <a:cubicBezTo>
                    <a:pt x="19" y="472"/>
                    <a:pt x="19" y="472"/>
                    <a:pt x="19" y="471"/>
                  </a:cubicBezTo>
                  <a:cubicBezTo>
                    <a:pt x="20" y="470"/>
                    <a:pt x="21" y="470"/>
                    <a:pt x="22" y="469"/>
                  </a:cubicBezTo>
                  <a:cubicBezTo>
                    <a:pt x="21" y="468"/>
                    <a:pt x="22" y="466"/>
                    <a:pt x="23" y="467"/>
                  </a:cubicBezTo>
                  <a:cubicBezTo>
                    <a:pt x="24" y="467"/>
                    <a:pt x="24" y="468"/>
                    <a:pt x="23" y="469"/>
                  </a:cubicBezTo>
                  <a:cubicBezTo>
                    <a:pt x="23" y="469"/>
                    <a:pt x="23" y="469"/>
                    <a:pt x="24" y="469"/>
                  </a:cubicBezTo>
                  <a:cubicBezTo>
                    <a:pt x="24" y="469"/>
                    <a:pt x="24" y="469"/>
                    <a:pt x="24" y="469"/>
                  </a:cubicBezTo>
                  <a:cubicBezTo>
                    <a:pt x="26" y="468"/>
                    <a:pt x="28" y="469"/>
                    <a:pt x="29" y="470"/>
                  </a:cubicBezTo>
                  <a:cubicBezTo>
                    <a:pt x="29" y="470"/>
                    <a:pt x="30" y="470"/>
                    <a:pt x="30" y="470"/>
                  </a:cubicBezTo>
                  <a:cubicBezTo>
                    <a:pt x="30" y="470"/>
                    <a:pt x="30" y="470"/>
                    <a:pt x="30" y="470"/>
                  </a:cubicBezTo>
                  <a:cubicBezTo>
                    <a:pt x="30" y="470"/>
                    <a:pt x="31" y="471"/>
                    <a:pt x="30" y="471"/>
                  </a:cubicBezTo>
                  <a:cubicBezTo>
                    <a:pt x="32" y="472"/>
                    <a:pt x="33" y="475"/>
                    <a:pt x="33" y="477"/>
                  </a:cubicBezTo>
                  <a:cubicBezTo>
                    <a:pt x="33" y="477"/>
                    <a:pt x="32" y="480"/>
                    <a:pt x="31" y="480"/>
                  </a:cubicBezTo>
                  <a:cubicBezTo>
                    <a:pt x="31" y="480"/>
                    <a:pt x="30" y="479"/>
                    <a:pt x="30" y="480"/>
                  </a:cubicBezTo>
                  <a:cubicBezTo>
                    <a:pt x="30" y="480"/>
                    <a:pt x="30" y="480"/>
                    <a:pt x="30" y="480"/>
                  </a:cubicBezTo>
                  <a:cubicBezTo>
                    <a:pt x="29" y="480"/>
                    <a:pt x="29" y="481"/>
                    <a:pt x="29" y="481"/>
                  </a:cubicBezTo>
                  <a:cubicBezTo>
                    <a:pt x="29" y="481"/>
                    <a:pt x="30" y="481"/>
                    <a:pt x="30" y="482"/>
                  </a:cubicBezTo>
                  <a:cubicBezTo>
                    <a:pt x="30" y="482"/>
                    <a:pt x="29" y="483"/>
                    <a:pt x="28" y="482"/>
                  </a:cubicBezTo>
                  <a:cubicBezTo>
                    <a:pt x="28" y="482"/>
                    <a:pt x="28" y="482"/>
                    <a:pt x="28" y="482"/>
                  </a:cubicBezTo>
                  <a:cubicBezTo>
                    <a:pt x="28" y="483"/>
                    <a:pt x="28" y="484"/>
                    <a:pt x="28" y="485"/>
                  </a:cubicBezTo>
                  <a:cubicBezTo>
                    <a:pt x="29" y="485"/>
                    <a:pt x="31" y="483"/>
                    <a:pt x="32" y="485"/>
                  </a:cubicBezTo>
                  <a:cubicBezTo>
                    <a:pt x="29" y="485"/>
                    <a:pt x="31" y="486"/>
                    <a:pt x="31" y="489"/>
                  </a:cubicBezTo>
                  <a:cubicBezTo>
                    <a:pt x="31" y="493"/>
                    <a:pt x="30" y="491"/>
                    <a:pt x="32" y="488"/>
                  </a:cubicBezTo>
                  <a:cubicBezTo>
                    <a:pt x="33" y="487"/>
                    <a:pt x="33" y="489"/>
                    <a:pt x="35" y="487"/>
                  </a:cubicBezTo>
                  <a:cubicBezTo>
                    <a:pt x="35" y="486"/>
                    <a:pt x="35" y="484"/>
                    <a:pt x="35" y="482"/>
                  </a:cubicBezTo>
                  <a:cubicBezTo>
                    <a:pt x="35" y="482"/>
                    <a:pt x="35" y="482"/>
                    <a:pt x="35" y="482"/>
                  </a:cubicBezTo>
                  <a:cubicBezTo>
                    <a:pt x="35" y="481"/>
                    <a:pt x="35" y="481"/>
                    <a:pt x="35" y="480"/>
                  </a:cubicBezTo>
                  <a:cubicBezTo>
                    <a:pt x="35" y="482"/>
                    <a:pt x="31" y="480"/>
                    <a:pt x="33" y="479"/>
                  </a:cubicBezTo>
                  <a:cubicBezTo>
                    <a:pt x="33" y="479"/>
                    <a:pt x="33" y="479"/>
                    <a:pt x="34" y="478"/>
                  </a:cubicBezTo>
                  <a:cubicBezTo>
                    <a:pt x="34" y="477"/>
                    <a:pt x="35" y="474"/>
                    <a:pt x="36" y="473"/>
                  </a:cubicBezTo>
                  <a:cubicBezTo>
                    <a:pt x="36" y="470"/>
                    <a:pt x="37" y="470"/>
                    <a:pt x="36" y="473"/>
                  </a:cubicBezTo>
                  <a:cubicBezTo>
                    <a:pt x="36" y="475"/>
                    <a:pt x="36" y="477"/>
                    <a:pt x="35" y="478"/>
                  </a:cubicBezTo>
                  <a:cubicBezTo>
                    <a:pt x="37" y="477"/>
                    <a:pt x="35" y="476"/>
                    <a:pt x="36" y="475"/>
                  </a:cubicBezTo>
                  <a:cubicBezTo>
                    <a:pt x="36" y="474"/>
                    <a:pt x="38" y="473"/>
                    <a:pt x="39" y="472"/>
                  </a:cubicBezTo>
                  <a:cubicBezTo>
                    <a:pt x="39" y="472"/>
                    <a:pt x="39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39" y="469"/>
                    <a:pt x="43" y="469"/>
                    <a:pt x="42" y="470"/>
                  </a:cubicBezTo>
                  <a:cubicBezTo>
                    <a:pt x="43" y="470"/>
                    <a:pt x="43" y="470"/>
                    <a:pt x="43" y="470"/>
                  </a:cubicBezTo>
                  <a:cubicBezTo>
                    <a:pt x="43" y="470"/>
                    <a:pt x="44" y="470"/>
                    <a:pt x="44" y="471"/>
                  </a:cubicBezTo>
                  <a:cubicBezTo>
                    <a:pt x="44" y="471"/>
                    <a:pt x="44" y="471"/>
                    <a:pt x="44" y="471"/>
                  </a:cubicBezTo>
                  <a:cubicBezTo>
                    <a:pt x="44" y="471"/>
                    <a:pt x="45" y="473"/>
                    <a:pt x="46" y="474"/>
                  </a:cubicBezTo>
                  <a:cubicBezTo>
                    <a:pt x="46" y="474"/>
                    <a:pt x="47" y="474"/>
                    <a:pt x="47" y="474"/>
                  </a:cubicBezTo>
                  <a:cubicBezTo>
                    <a:pt x="47" y="474"/>
                    <a:pt x="47" y="475"/>
                    <a:pt x="47" y="475"/>
                  </a:cubicBezTo>
                  <a:cubicBezTo>
                    <a:pt x="47" y="475"/>
                    <a:pt x="48" y="475"/>
                    <a:pt x="48" y="474"/>
                  </a:cubicBezTo>
                  <a:cubicBezTo>
                    <a:pt x="48" y="474"/>
                    <a:pt x="48" y="473"/>
                    <a:pt x="48" y="473"/>
                  </a:cubicBezTo>
                  <a:cubicBezTo>
                    <a:pt x="49" y="473"/>
                    <a:pt x="56" y="472"/>
                    <a:pt x="53" y="470"/>
                  </a:cubicBezTo>
                  <a:cubicBezTo>
                    <a:pt x="52" y="470"/>
                    <a:pt x="52" y="471"/>
                    <a:pt x="52" y="471"/>
                  </a:cubicBezTo>
                  <a:cubicBezTo>
                    <a:pt x="52" y="471"/>
                    <a:pt x="52" y="470"/>
                    <a:pt x="51" y="470"/>
                  </a:cubicBezTo>
                  <a:cubicBezTo>
                    <a:pt x="50" y="470"/>
                    <a:pt x="49" y="472"/>
                    <a:pt x="48" y="472"/>
                  </a:cubicBezTo>
                  <a:cubicBezTo>
                    <a:pt x="50" y="471"/>
                    <a:pt x="48" y="468"/>
                    <a:pt x="49" y="467"/>
                  </a:cubicBezTo>
                  <a:cubicBezTo>
                    <a:pt x="51" y="467"/>
                    <a:pt x="53" y="470"/>
                    <a:pt x="55" y="470"/>
                  </a:cubicBezTo>
                  <a:cubicBezTo>
                    <a:pt x="58" y="469"/>
                    <a:pt x="59" y="467"/>
                    <a:pt x="60" y="465"/>
                  </a:cubicBezTo>
                  <a:cubicBezTo>
                    <a:pt x="59" y="466"/>
                    <a:pt x="57" y="466"/>
                    <a:pt x="56" y="465"/>
                  </a:cubicBezTo>
                  <a:cubicBezTo>
                    <a:pt x="55" y="466"/>
                    <a:pt x="54" y="467"/>
                    <a:pt x="53" y="465"/>
                  </a:cubicBezTo>
                  <a:cubicBezTo>
                    <a:pt x="52" y="463"/>
                    <a:pt x="48" y="460"/>
                    <a:pt x="50" y="458"/>
                  </a:cubicBezTo>
                  <a:cubicBezTo>
                    <a:pt x="53" y="455"/>
                    <a:pt x="58" y="451"/>
                    <a:pt x="59" y="445"/>
                  </a:cubicBezTo>
                  <a:cubicBezTo>
                    <a:pt x="55" y="450"/>
                    <a:pt x="54" y="444"/>
                    <a:pt x="59" y="443"/>
                  </a:cubicBezTo>
                  <a:cubicBezTo>
                    <a:pt x="58" y="445"/>
                    <a:pt x="60" y="444"/>
                    <a:pt x="61" y="445"/>
                  </a:cubicBezTo>
                  <a:cubicBezTo>
                    <a:pt x="61" y="445"/>
                    <a:pt x="61" y="446"/>
                    <a:pt x="61" y="446"/>
                  </a:cubicBezTo>
                  <a:cubicBezTo>
                    <a:pt x="61" y="446"/>
                    <a:pt x="61" y="446"/>
                    <a:pt x="61" y="446"/>
                  </a:cubicBezTo>
                  <a:cubicBezTo>
                    <a:pt x="63" y="446"/>
                    <a:pt x="60" y="450"/>
                    <a:pt x="60" y="447"/>
                  </a:cubicBezTo>
                  <a:cubicBezTo>
                    <a:pt x="60" y="447"/>
                    <a:pt x="60" y="447"/>
                    <a:pt x="60" y="447"/>
                  </a:cubicBezTo>
                  <a:cubicBezTo>
                    <a:pt x="60" y="448"/>
                    <a:pt x="59" y="448"/>
                    <a:pt x="59" y="449"/>
                  </a:cubicBezTo>
                  <a:cubicBezTo>
                    <a:pt x="59" y="452"/>
                    <a:pt x="59" y="456"/>
                    <a:pt x="60" y="459"/>
                  </a:cubicBezTo>
                  <a:cubicBezTo>
                    <a:pt x="61" y="459"/>
                    <a:pt x="61" y="459"/>
                    <a:pt x="62" y="460"/>
                  </a:cubicBezTo>
                  <a:cubicBezTo>
                    <a:pt x="62" y="460"/>
                    <a:pt x="62" y="460"/>
                    <a:pt x="62" y="461"/>
                  </a:cubicBezTo>
                  <a:cubicBezTo>
                    <a:pt x="63" y="462"/>
                    <a:pt x="64" y="461"/>
                    <a:pt x="66" y="457"/>
                  </a:cubicBezTo>
                  <a:cubicBezTo>
                    <a:pt x="67" y="464"/>
                    <a:pt x="71" y="455"/>
                    <a:pt x="70" y="453"/>
                  </a:cubicBezTo>
                  <a:cubicBezTo>
                    <a:pt x="70" y="453"/>
                    <a:pt x="68" y="453"/>
                    <a:pt x="68" y="452"/>
                  </a:cubicBezTo>
                  <a:cubicBezTo>
                    <a:pt x="67" y="452"/>
                    <a:pt x="68" y="449"/>
                    <a:pt x="68" y="447"/>
                  </a:cubicBezTo>
                  <a:cubicBezTo>
                    <a:pt x="69" y="446"/>
                    <a:pt x="73" y="440"/>
                    <a:pt x="72" y="445"/>
                  </a:cubicBezTo>
                  <a:cubicBezTo>
                    <a:pt x="71" y="446"/>
                    <a:pt x="71" y="448"/>
                    <a:pt x="71" y="449"/>
                  </a:cubicBezTo>
                  <a:cubicBezTo>
                    <a:pt x="72" y="449"/>
                    <a:pt x="72" y="449"/>
                    <a:pt x="71" y="449"/>
                  </a:cubicBezTo>
                  <a:cubicBezTo>
                    <a:pt x="71" y="449"/>
                    <a:pt x="71" y="449"/>
                    <a:pt x="71" y="449"/>
                  </a:cubicBezTo>
                  <a:cubicBezTo>
                    <a:pt x="71" y="450"/>
                    <a:pt x="71" y="452"/>
                    <a:pt x="71" y="453"/>
                  </a:cubicBezTo>
                  <a:cubicBezTo>
                    <a:pt x="71" y="455"/>
                    <a:pt x="70" y="457"/>
                    <a:pt x="70" y="458"/>
                  </a:cubicBezTo>
                  <a:cubicBezTo>
                    <a:pt x="70" y="458"/>
                    <a:pt x="70" y="458"/>
                    <a:pt x="71" y="459"/>
                  </a:cubicBezTo>
                  <a:cubicBezTo>
                    <a:pt x="71" y="459"/>
                    <a:pt x="72" y="459"/>
                    <a:pt x="72" y="460"/>
                  </a:cubicBezTo>
                  <a:cubicBezTo>
                    <a:pt x="71" y="460"/>
                    <a:pt x="71" y="460"/>
                    <a:pt x="71" y="460"/>
                  </a:cubicBezTo>
                  <a:cubicBezTo>
                    <a:pt x="71" y="461"/>
                    <a:pt x="72" y="461"/>
                    <a:pt x="72" y="461"/>
                  </a:cubicBezTo>
                  <a:cubicBezTo>
                    <a:pt x="74" y="461"/>
                    <a:pt x="74" y="453"/>
                    <a:pt x="73" y="450"/>
                  </a:cubicBezTo>
                  <a:cubicBezTo>
                    <a:pt x="73" y="450"/>
                    <a:pt x="73" y="451"/>
                    <a:pt x="73" y="450"/>
                  </a:cubicBezTo>
                  <a:cubicBezTo>
                    <a:pt x="72" y="450"/>
                    <a:pt x="73" y="449"/>
                    <a:pt x="73" y="449"/>
                  </a:cubicBezTo>
                  <a:cubicBezTo>
                    <a:pt x="73" y="449"/>
                    <a:pt x="73" y="449"/>
                    <a:pt x="73" y="449"/>
                  </a:cubicBezTo>
                  <a:cubicBezTo>
                    <a:pt x="73" y="449"/>
                    <a:pt x="74" y="448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5"/>
                    <a:pt x="74" y="442"/>
                    <a:pt x="75" y="442"/>
                  </a:cubicBezTo>
                  <a:cubicBezTo>
                    <a:pt x="78" y="440"/>
                    <a:pt x="73" y="455"/>
                    <a:pt x="78" y="450"/>
                  </a:cubicBezTo>
                  <a:cubicBezTo>
                    <a:pt x="79" y="450"/>
                    <a:pt x="83" y="445"/>
                    <a:pt x="83" y="445"/>
                  </a:cubicBezTo>
                  <a:cubicBezTo>
                    <a:pt x="82" y="444"/>
                    <a:pt x="81" y="445"/>
                    <a:pt x="80" y="445"/>
                  </a:cubicBezTo>
                  <a:cubicBezTo>
                    <a:pt x="78" y="444"/>
                    <a:pt x="79" y="441"/>
                    <a:pt x="80" y="441"/>
                  </a:cubicBezTo>
                  <a:cubicBezTo>
                    <a:pt x="82" y="440"/>
                    <a:pt x="82" y="442"/>
                    <a:pt x="83" y="442"/>
                  </a:cubicBezTo>
                  <a:cubicBezTo>
                    <a:pt x="85" y="441"/>
                    <a:pt x="85" y="439"/>
                    <a:pt x="86" y="437"/>
                  </a:cubicBezTo>
                  <a:cubicBezTo>
                    <a:pt x="86" y="438"/>
                    <a:pt x="85" y="438"/>
                    <a:pt x="85" y="438"/>
                  </a:cubicBezTo>
                  <a:cubicBezTo>
                    <a:pt x="85" y="437"/>
                    <a:pt x="86" y="437"/>
                    <a:pt x="86" y="437"/>
                  </a:cubicBezTo>
                  <a:cubicBezTo>
                    <a:pt x="86" y="435"/>
                    <a:pt x="87" y="434"/>
                    <a:pt x="88" y="432"/>
                  </a:cubicBezTo>
                  <a:cubicBezTo>
                    <a:pt x="90" y="430"/>
                    <a:pt x="91" y="426"/>
                    <a:pt x="91" y="426"/>
                  </a:cubicBezTo>
                  <a:cubicBezTo>
                    <a:pt x="91" y="426"/>
                    <a:pt x="93" y="428"/>
                    <a:pt x="95" y="428"/>
                  </a:cubicBezTo>
                  <a:cubicBezTo>
                    <a:pt x="97" y="428"/>
                    <a:pt x="96" y="426"/>
                    <a:pt x="97" y="428"/>
                  </a:cubicBezTo>
                  <a:cubicBezTo>
                    <a:pt x="97" y="430"/>
                    <a:pt x="98" y="428"/>
                    <a:pt x="98" y="430"/>
                  </a:cubicBezTo>
                  <a:cubicBezTo>
                    <a:pt x="98" y="432"/>
                    <a:pt x="95" y="437"/>
                    <a:pt x="92" y="435"/>
                  </a:cubicBezTo>
                  <a:cubicBezTo>
                    <a:pt x="91" y="435"/>
                    <a:pt x="91" y="433"/>
                    <a:pt x="89" y="435"/>
                  </a:cubicBezTo>
                  <a:cubicBezTo>
                    <a:pt x="89" y="436"/>
                    <a:pt x="90" y="437"/>
                    <a:pt x="89" y="439"/>
                  </a:cubicBezTo>
                  <a:cubicBezTo>
                    <a:pt x="88" y="441"/>
                    <a:pt x="84" y="445"/>
                    <a:pt x="83" y="448"/>
                  </a:cubicBezTo>
                  <a:cubicBezTo>
                    <a:pt x="82" y="450"/>
                    <a:pt x="83" y="453"/>
                    <a:pt x="81" y="456"/>
                  </a:cubicBezTo>
                  <a:cubicBezTo>
                    <a:pt x="80" y="458"/>
                    <a:pt x="75" y="461"/>
                    <a:pt x="75" y="463"/>
                  </a:cubicBezTo>
                  <a:cubicBezTo>
                    <a:pt x="75" y="463"/>
                    <a:pt x="76" y="464"/>
                    <a:pt x="76" y="464"/>
                  </a:cubicBezTo>
                  <a:cubicBezTo>
                    <a:pt x="77" y="464"/>
                    <a:pt x="77" y="464"/>
                    <a:pt x="77" y="464"/>
                  </a:cubicBezTo>
                  <a:cubicBezTo>
                    <a:pt x="77" y="465"/>
                    <a:pt x="77" y="465"/>
                    <a:pt x="77" y="465"/>
                  </a:cubicBezTo>
                  <a:cubicBezTo>
                    <a:pt x="79" y="466"/>
                    <a:pt x="83" y="467"/>
                    <a:pt x="86" y="467"/>
                  </a:cubicBezTo>
                  <a:cubicBezTo>
                    <a:pt x="86" y="467"/>
                    <a:pt x="86" y="466"/>
                    <a:pt x="86" y="466"/>
                  </a:cubicBezTo>
                  <a:cubicBezTo>
                    <a:pt x="86" y="465"/>
                    <a:pt x="86" y="465"/>
                    <a:pt x="86" y="464"/>
                  </a:cubicBezTo>
                  <a:cubicBezTo>
                    <a:pt x="87" y="460"/>
                    <a:pt x="94" y="456"/>
                    <a:pt x="98" y="458"/>
                  </a:cubicBezTo>
                  <a:cubicBezTo>
                    <a:pt x="98" y="458"/>
                    <a:pt x="98" y="459"/>
                    <a:pt x="99" y="459"/>
                  </a:cubicBezTo>
                  <a:cubicBezTo>
                    <a:pt x="99" y="459"/>
                    <a:pt x="99" y="459"/>
                    <a:pt x="99" y="459"/>
                  </a:cubicBezTo>
                  <a:cubicBezTo>
                    <a:pt x="100" y="458"/>
                    <a:pt x="99" y="459"/>
                    <a:pt x="99" y="459"/>
                  </a:cubicBezTo>
                  <a:cubicBezTo>
                    <a:pt x="99" y="459"/>
                    <a:pt x="99" y="459"/>
                    <a:pt x="99" y="460"/>
                  </a:cubicBezTo>
                  <a:cubicBezTo>
                    <a:pt x="100" y="459"/>
                    <a:pt x="101" y="459"/>
                    <a:pt x="101" y="458"/>
                  </a:cubicBezTo>
                  <a:cubicBezTo>
                    <a:pt x="103" y="459"/>
                    <a:pt x="103" y="456"/>
                    <a:pt x="105" y="456"/>
                  </a:cubicBezTo>
                  <a:cubicBezTo>
                    <a:pt x="106" y="455"/>
                    <a:pt x="108" y="458"/>
                    <a:pt x="108" y="455"/>
                  </a:cubicBezTo>
                  <a:cubicBezTo>
                    <a:pt x="108" y="460"/>
                    <a:pt x="116" y="452"/>
                    <a:pt x="116" y="451"/>
                  </a:cubicBezTo>
                  <a:cubicBezTo>
                    <a:pt x="116" y="451"/>
                    <a:pt x="110" y="450"/>
                    <a:pt x="110" y="450"/>
                  </a:cubicBezTo>
                  <a:cubicBezTo>
                    <a:pt x="110" y="450"/>
                    <a:pt x="110" y="450"/>
                    <a:pt x="110" y="450"/>
                  </a:cubicBezTo>
                  <a:cubicBezTo>
                    <a:pt x="110" y="451"/>
                    <a:pt x="110" y="451"/>
                    <a:pt x="110" y="451"/>
                  </a:cubicBezTo>
                  <a:cubicBezTo>
                    <a:pt x="109" y="451"/>
                    <a:pt x="109" y="452"/>
                    <a:pt x="108" y="451"/>
                  </a:cubicBezTo>
                  <a:cubicBezTo>
                    <a:pt x="107" y="450"/>
                    <a:pt x="109" y="450"/>
                    <a:pt x="110" y="449"/>
                  </a:cubicBezTo>
                  <a:cubicBezTo>
                    <a:pt x="110" y="449"/>
                    <a:pt x="110" y="449"/>
                    <a:pt x="109" y="449"/>
                  </a:cubicBezTo>
                  <a:cubicBezTo>
                    <a:pt x="109" y="449"/>
                    <a:pt x="108" y="448"/>
                    <a:pt x="108" y="447"/>
                  </a:cubicBezTo>
                  <a:cubicBezTo>
                    <a:pt x="108" y="447"/>
                    <a:pt x="108" y="446"/>
                    <a:pt x="108" y="446"/>
                  </a:cubicBezTo>
                  <a:cubicBezTo>
                    <a:pt x="108" y="446"/>
                    <a:pt x="108" y="445"/>
                    <a:pt x="108" y="444"/>
                  </a:cubicBezTo>
                  <a:cubicBezTo>
                    <a:pt x="108" y="444"/>
                    <a:pt x="110" y="441"/>
                    <a:pt x="111" y="441"/>
                  </a:cubicBezTo>
                  <a:cubicBezTo>
                    <a:pt x="112" y="440"/>
                    <a:pt x="114" y="435"/>
                    <a:pt x="115" y="436"/>
                  </a:cubicBezTo>
                  <a:cubicBezTo>
                    <a:pt x="116" y="436"/>
                    <a:pt x="114" y="438"/>
                    <a:pt x="115" y="439"/>
                  </a:cubicBezTo>
                  <a:cubicBezTo>
                    <a:pt x="115" y="440"/>
                    <a:pt x="117" y="439"/>
                    <a:pt x="118" y="439"/>
                  </a:cubicBezTo>
                  <a:cubicBezTo>
                    <a:pt x="119" y="439"/>
                    <a:pt x="118" y="441"/>
                    <a:pt x="119" y="442"/>
                  </a:cubicBezTo>
                  <a:cubicBezTo>
                    <a:pt x="119" y="441"/>
                    <a:pt x="121" y="440"/>
                    <a:pt x="122" y="442"/>
                  </a:cubicBezTo>
                  <a:cubicBezTo>
                    <a:pt x="122" y="444"/>
                    <a:pt x="120" y="443"/>
                    <a:pt x="120" y="444"/>
                  </a:cubicBezTo>
                  <a:cubicBezTo>
                    <a:pt x="119" y="444"/>
                    <a:pt x="120" y="445"/>
                    <a:pt x="120" y="445"/>
                  </a:cubicBezTo>
                  <a:cubicBezTo>
                    <a:pt x="121" y="446"/>
                    <a:pt x="119" y="447"/>
                    <a:pt x="118" y="448"/>
                  </a:cubicBezTo>
                  <a:cubicBezTo>
                    <a:pt x="118" y="449"/>
                    <a:pt x="119" y="450"/>
                    <a:pt x="119" y="450"/>
                  </a:cubicBezTo>
                  <a:cubicBezTo>
                    <a:pt x="117" y="453"/>
                    <a:pt x="112" y="455"/>
                    <a:pt x="113" y="460"/>
                  </a:cubicBezTo>
                  <a:cubicBezTo>
                    <a:pt x="113" y="461"/>
                    <a:pt x="114" y="460"/>
                    <a:pt x="115" y="460"/>
                  </a:cubicBezTo>
                  <a:cubicBezTo>
                    <a:pt x="114" y="463"/>
                    <a:pt x="112" y="471"/>
                    <a:pt x="107" y="472"/>
                  </a:cubicBezTo>
                  <a:cubicBezTo>
                    <a:pt x="106" y="472"/>
                    <a:pt x="104" y="471"/>
                    <a:pt x="103" y="471"/>
                  </a:cubicBezTo>
                  <a:cubicBezTo>
                    <a:pt x="102" y="471"/>
                    <a:pt x="102" y="470"/>
                    <a:pt x="101" y="469"/>
                  </a:cubicBezTo>
                  <a:cubicBezTo>
                    <a:pt x="101" y="469"/>
                    <a:pt x="100" y="469"/>
                    <a:pt x="100" y="468"/>
                  </a:cubicBezTo>
                  <a:cubicBezTo>
                    <a:pt x="100" y="468"/>
                    <a:pt x="100" y="468"/>
                    <a:pt x="100" y="468"/>
                  </a:cubicBezTo>
                  <a:cubicBezTo>
                    <a:pt x="100" y="468"/>
                    <a:pt x="100" y="467"/>
                    <a:pt x="99" y="467"/>
                  </a:cubicBezTo>
                  <a:cubicBezTo>
                    <a:pt x="98" y="468"/>
                    <a:pt x="96" y="470"/>
                    <a:pt x="95" y="470"/>
                  </a:cubicBezTo>
                  <a:cubicBezTo>
                    <a:pt x="96" y="472"/>
                    <a:pt x="98" y="470"/>
                    <a:pt x="99" y="470"/>
                  </a:cubicBezTo>
                  <a:cubicBezTo>
                    <a:pt x="98" y="471"/>
                    <a:pt x="98" y="471"/>
                    <a:pt x="98" y="472"/>
                  </a:cubicBezTo>
                  <a:cubicBezTo>
                    <a:pt x="99" y="472"/>
                    <a:pt x="100" y="472"/>
                    <a:pt x="100" y="472"/>
                  </a:cubicBezTo>
                  <a:cubicBezTo>
                    <a:pt x="101" y="473"/>
                    <a:pt x="99" y="473"/>
                    <a:pt x="99" y="473"/>
                  </a:cubicBezTo>
                  <a:cubicBezTo>
                    <a:pt x="98" y="475"/>
                    <a:pt x="100" y="474"/>
                    <a:pt x="99" y="476"/>
                  </a:cubicBezTo>
                  <a:cubicBezTo>
                    <a:pt x="98" y="478"/>
                    <a:pt x="95" y="477"/>
                    <a:pt x="94" y="478"/>
                  </a:cubicBezTo>
                  <a:cubicBezTo>
                    <a:pt x="94" y="478"/>
                    <a:pt x="94" y="478"/>
                    <a:pt x="94" y="479"/>
                  </a:cubicBezTo>
                  <a:cubicBezTo>
                    <a:pt x="95" y="479"/>
                    <a:pt x="95" y="479"/>
                    <a:pt x="96" y="479"/>
                  </a:cubicBezTo>
                  <a:cubicBezTo>
                    <a:pt x="96" y="480"/>
                    <a:pt x="94" y="481"/>
                    <a:pt x="95" y="483"/>
                  </a:cubicBezTo>
                  <a:cubicBezTo>
                    <a:pt x="95" y="483"/>
                    <a:pt x="96" y="483"/>
                    <a:pt x="96" y="483"/>
                  </a:cubicBezTo>
                  <a:cubicBezTo>
                    <a:pt x="96" y="483"/>
                    <a:pt x="97" y="487"/>
                    <a:pt x="97" y="487"/>
                  </a:cubicBezTo>
                  <a:cubicBezTo>
                    <a:pt x="96" y="489"/>
                    <a:pt x="94" y="487"/>
                    <a:pt x="92" y="488"/>
                  </a:cubicBezTo>
                  <a:cubicBezTo>
                    <a:pt x="93" y="488"/>
                    <a:pt x="90" y="490"/>
                    <a:pt x="90" y="490"/>
                  </a:cubicBezTo>
                  <a:cubicBezTo>
                    <a:pt x="90" y="491"/>
                    <a:pt x="91" y="491"/>
                    <a:pt x="91" y="492"/>
                  </a:cubicBezTo>
                  <a:cubicBezTo>
                    <a:pt x="90" y="495"/>
                    <a:pt x="89" y="494"/>
                    <a:pt x="89" y="497"/>
                  </a:cubicBezTo>
                  <a:cubicBezTo>
                    <a:pt x="89" y="498"/>
                    <a:pt x="86" y="502"/>
                    <a:pt x="84" y="502"/>
                  </a:cubicBezTo>
                  <a:cubicBezTo>
                    <a:pt x="80" y="502"/>
                    <a:pt x="82" y="494"/>
                    <a:pt x="76" y="496"/>
                  </a:cubicBezTo>
                  <a:cubicBezTo>
                    <a:pt x="75" y="491"/>
                    <a:pt x="70" y="501"/>
                    <a:pt x="69" y="501"/>
                  </a:cubicBezTo>
                  <a:cubicBezTo>
                    <a:pt x="69" y="501"/>
                    <a:pt x="69" y="501"/>
                    <a:pt x="69" y="501"/>
                  </a:cubicBezTo>
                  <a:cubicBezTo>
                    <a:pt x="69" y="501"/>
                    <a:pt x="69" y="502"/>
                    <a:pt x="68" y="501"/>
                  </a:cubicBezTo>
                  <a:cubicBezTo>
                    <a:pt x="68" y="501"/>
                    <a:pt x="68" y="501"/>
                    <a:pt x="68" y="501"/>
                  </a:cubicBezTo>
                  <a:cubicBezTo>
                    <a:pt x="68" y="500"/>
                    <a:pt x="69" y="500"/>
                    <a:pt x="69" y="501"/>
                  </a:cubicBezTo>
                  <a:cubicBezTo>
                    <a:pt x="69" y="499"/>
                    <a:pt x="73" y="494"/>
                    <a:pt x="68" y="496"/>
                  </a:cubicBezTo>
                  <a:cubicBezTo>
                    <a:pt x="67" y="497"/>
                    <a:pt x="69" y="499"/>
                    <a:pt x="68" y="500"/>
                  </a:cubicBezTo>
                  <a:cubicBezTo>
                    <a:pt x="67" y="501"/>
                    <a:pt x="64" y="500"/>
                    <a:pt x="62" y="500"/>
                  </a:cubicBezTo>
                  <a:cubicBezTo>
                    <a:pt x="62" y="500"/>
                    <a:pt x="61" y="504"/>
                    <a:pt x="61" y="505"/>
                  </a:cubicBezTo>
                  <a:cubicBezTo>
                    <a:pt x="62" y="506"/>
                    <a:pt x="63" y="506"/>
                    <a:pt x="62" y="508"/>
                  </a:cubicBezTo>
                  <a:cubicBezTo>
                    <a:pt x="62" y="508"/>
                    <a:pt x="62" y="507"/>
                    <a:pt x="63" y="507"/>
                  </a:cubicBezTo>
                  <a:cubicBezTo>
                    <a:pt x="62" y="508"/>
                    <a:pt x="62" y="509"/>
                    <a:pt x="65" y="508"/>
                  </a:cubicBezTo>
                  <a:cubicBezTo>
                    <a:pt x="63" y="511"/>
                    <a:pt x="60" y="511"/>
                    <a:pt x="61" y="514"/>
                  </a:cubicBezTo>
                  <a:cubicBezTo>
                    <a:pt x="61" y="514"/>
                    <a:pt x="67" y="516"/>
                    <a:pt x="66" y="517"/>
                  </a:cubicBezTo>
                  <a:cubicBezTo>
                    <a:pt x="70" y="515"/>
                    <a:pt x="64" y="513"/>
                    <a:pt x="65" y="510"/>
                  </a:cubicBezTo>
                  <a:cubicBezTo>
                    <a:pt x="66" y="507"/>
                    <a:pt x="68" y="514"/>
                    <a:pt x="69" y="514"/>
                  </a:cubicBezTo>
                  <a:cubicBezTo>
                    <a:pt x="70" y="515"/>
                    <a:pt x="69" y="514"/>
                    <a:pt x="70" y="514"/>
                  </a:cubicBezTo>
                  <a:cubicBezTo>
                    <a:pt x="72" y="513"/>
                    <a:pt x="73" y="516"/>
                    <a:pt x="74" y="514"/>
                  </a:cubicBezTo>
                  <a:cubicBezTo>
                    <a:pt x="74" y="514"/>
                    <a:pt x="71" y="514"/>
                    <a:pt x="72" y="512"/>
                  </a:cubicBezTo>
                  <a:cubicBezTo>
                    <a:pt x="73" y="511"/>
                    <a:pt x="75" y="513"/>
                    <a:pt x="75" y="513"/>
                  </a:cubicBezTo>
                  <a:cubicBezTo>
                    <a:pt x="76" y="513"/>
                    <a:pt x="77" y="513"/>
                    <a:pt x="78" y="514"/>
                  </a:cubicBezTo>
                  <a:cubicBezTo>
                    <a:pt x="78" y="513"/>
                    <a:pt x="78" y="513"/>
                    <a:pt x="78" y="513"/>
                  </a:cubicBezTo>
                  <a:cubicBezTo>
                    <a:pt x="78" y="513"/>
                    <a:pt x="78" y="514"/>
                    <a:pt x="78" y="515"/>
                  </a:cubicBezTo>
                  <a:cubicBezTo>
                    <a:pt x="78" y="517"/>
                    <a:pt x="78" y="519"/>
                    <a:pt x="78" y="520"/>
                  </a:cubicBezTo>
                  <a:cubicBezTo>
                    <a:pt x="78" y="520"/>
                    <a:pt x="78" y="520"/>
                    <a:pt x="78" y="520"/>
                  </a:cubicBezTo>
                  <a:cubicBezTo>
                    <a:pt x="79" y="520"/>
                    <a:pt x="78" y="519"/>
                    <a:pt x="79" y="519"/>
                  </a:cubicBezTo>
                  <a:cubicBezTo>
                    <a:pt x="80" y="520"/>
                    <a:pt x="80" y="520"/>
                    <a:pt x="81" y="520"/>
                  </a:cubicBezTo>
                  <a:cubicBezTo>
                    <a:pt x="81" y="518"/>
                    <a:pt x="82" y="515"/>
                    <a:pt x="82" y="515"/>
                  </a:cubicBezTo>
                  <a:cubicBezTo>
                    <a:pt x="84" y="514"/>
                    <a:pt x="85" y="516"/>
                    <a:pt x="86" y="514"/>
                  </a:cubicBezTo>
                  <a:cubicBezTo>
                    <a:pt x="86" y="513"/>
                    <a:pt x="84" y="512"/>
                    <a:pt x="84" y="511"/>
                  </a:cubicBezTo>
                  <a:cubicBezTo>
                    <a:pt x="84" y="511"/>
                    <a:pt x="83" y="509"/>
                    <a:pt x="84" y="509"/>
                  </a:cubicBezTo>
                  <a:cubicBezTo>
                    <a:pt x="82" y="509"/>
                    <a:pt x="80" y="511"/>
                    <a:pt x="80" y="510"/>
                  </a:cubicBezTo>
                  <a:cubicBezTo>
                    <a:pt x="79" y="510"/>
                    <a:pt x="80" y="508"/>
                    <a:pt x="81" y="507"/>
                  </a:cubicBezTo>
                  <a:cubicBezTo>
                    <a:pt x="82" y="510"/>
                    <a:pt x="84" y="506"/>
                    <a:pt x="85" y="505"/>
                  </a:cubicBezTo>
                  <a:cubicBezTo>
                    <a:pt x="86" y="504"/>
                    <a:pt x="89" y="504"/>
                    <a:pt x="89" y="504"/>
                  </a:cubicBezTo>
                  <a:cubicBezTo>
                    <a:pt x="90" y="503"/>
                    <a:pt x="88" y="501"/>
                    <a:pt x="90" y="501"/>
                  </a:cubicBezTo>
                  <a:cubicBezTo>
                    <a:pt x="91" y="501"/>
                    <a:pt x="90" y="502"/>
                    <a:pt x="90" y="502"/>
                  </a:cubicBezTo>
                  <a:cubicBezTo>
                    <a:pt x="91" y="503"/>
                    <a:pt x="93" y="501"/>
                    <a:pt x="94" y="502"/>
                  </a:cubicBezTo>
                  <a:cubicBezTo>
                    <a:pt x="95" y="502"/>
                    <a:pt x="94" y="504"/>
                    <a:pt x="94" y="505"/>
                  </a:cubicBezTo>
                  <a:cubicBezTo>
                    <a:pt x="94" y="506"/>
                    <a:pt x="94" y="507"/>
                    <a:pt x="94" y="508"/>
                  </a:cubicBezTo>
                  <a:cubicBezTo>
                    <a:pt x="97" y="507"/>
                    <a:pt x="101" y="507"/>
                    <a:pt x="102" y="508"/>
                  </a:cubicBezTo>
                  <a:cubicBezTo>
                    <a:pt x="103" y="509"/>
                    <a:pt x="101" y="511"/>
                    <a:pt x="104" y="510"/>
                  </a:cubicBezTo>
                  <a:cubicBezTo>
                    <a:pt x="102" y="512"/>
                    <a:pt x="106" y="513"/>
                    <a:pt x="106" y="514"/>
                  </a:cubicBezTo>
                  <a:cubicBezTo>
                    <a:pt x="106" y="515"/>
                    <a:pt x="104" y="516"/>
                    <a:pt x="104" y="516"/>
                  </a:cubicBezTo>
                  <a:cubicBezTo>
                    <a:pt x="104" y="516"/>
                    <a:pt x="105" y="517"/>
                    <a:pt x="104" y="518"/>
                  </a:cubicBezTo>
                  <a:cubicBezTo>
                    <a:pt x="104" y="518"/>
                    <a:pt x="104" y="518"/>
                    <a:pt x="104" y="518"/>
                  </a:cubicBezTo>
                  <a:cubicBezTo>
                    <a:pt x="105" y="519"/>
                    <a:pt x="106" y="520"/>
                    <a:pt x="106" y="522"/>
                  </a:cubicBezTo>
                  <a:cubicBezTo>
                    <a:pt x="106" y="522"/>
                    <a:pt x="107" y="522"/>
                    <a:pt x="107" y="522"/>
                  </a:cubicBezTo>
                  <a:cubicBezTo>
                    <a:pt x="107" y="521"/>
                    <a:pt x="106" y="521"/>
                    <a:pt x="106" y="520"/>
                  </a:cubicBezTo>
                  <a:cubicBezTo>
                    <a:pt x="106" y="519"/>
                    <a:pt x="107" y="518"/>
                    <a:pt x="108" y="518"/>
                  </a:cubicBezTo>
                  <a:cubicBezTo>
                    <a:pt x="108" y="517"/>
                    <a:pt x="108" y="517"/>
                    <a:pt x="109" y="516"/>
                  </a:cubicBezTo>
                  <a:cubicBezTo>
                    <a:pt x="109" y="516"/>
                    <a:pt x="108" y="516"/>
                    <a:pt x="108" y="516"/>
                  </a:cubicBezTo>
                  <a:cubicBezTo>
                    <a:pt x="108" y="515"/>
                    <a:pt x="109" y="515"/>
                    <a:pt x="109" y="515"/>
                  </a:cubicBezTo>
                  <a:cubicBezTo>
                    <a:pt x="111" y="514"/>
                    <a:pt x="112" y="513"/>
                    <a:pt x="113" y="512"/>
                  </a:cubicBezTo>
                  <a:cubicBezTo>
                    <a:pt x="112" y="514"/>
                    <a:pt x="115" y="514"/>
                    <a:pt x="115" y="514"/>
                  </a:cubicBezTo>
                  <a:cubicBezTo>
                    <a:pt x="115" y="514"/>
                    <a:pt x="116" y="514"/>
                    <a:pt x="116" y="514"/>
                  </a:cubicBezTo>
                  <a:cubicBezTo>
                    <a:pt x="116" y="514"/>
                    <a:pt x="116" y="514"/>
                    <a:pt x="116" y="514"/>
                  </a:cubicBezTo>
                  <a:cubicBezTo>
                    <a:pt x="115" y="514"/>
                    <a:pt x="115" y="513"/>
                    <a:pt x="115" y="513"/>
                  </a:cubicBezTo>
                  <a:cubicBezTo>
                    <a:pt x="114" y="512"/>
                    <a:pt x="115" y="508"/>
                    <a:pt x="115" y="507"/>
                  </a:cubicBezTo>
                  <a:cubicBezTo>
                    <a:pt x="116" y="507"/>
                    <a:pt x="116" y="508"/>
                    <a:pt x="117" y="508"/>
                  </a:cubicBezTo>
                  <a:cubicBezTo>
                    <a:pt x="118" y="507"/>
                    <a:pt x="120" y="504"/>
                    <a:pt x="123" y="505"/>
                  </a:cubicBezTo>
                  <a:cubicBezTo>
                    <a:pt x="122" y="507"/>
                    <a:pt x="120" y="506"/>
                    <a:pt x="120" y="507"/>
                  </a:cubicBezTo>
                  <a:cubicBezTo>
                    <a:pt x="119" y="508"/>
                    <a:pt x="121" y="508"/>
                    <a:pt x="121" y="508"/>
                  </a:cubicBezTo>
                  <a:cubicBezTo>
                    <a:pt x="122" y="510"/>
                    <a:pt x="120" y="514"/>
                    <a:pt x="117" y="514"/>
                  </a:cubicBezTo>
                  <a:cubicBezTo>
                    <a:pt x="117" y="515"/>
                    <a:pt x="117" y="516"/>
                    <a:pt x="116" y="517"/>
                  </a:cubicBezTo>
                  <a:cubicBezTo>
                    <a:pt x="117" y="517"/>
                    <a:pt x="117" y="517"/>
                    <a:pt x="117" y="517"/>
                  </a:cubicBezTo>
                  <a:cubicBezTo>
                    <a:pt x="118" y="515"/>
                    <a:pt x="121" y="515"/>
                    <a:pt x="122" y="513"/>
                  </a:cubicBezTo>
                  <a:cubicBezTo>
                    <a:pt x="122" y="512"/>
                    <a:pt x="122" y="511"/>
                    <a:pt x="122" y="510"/>
                  </a:cubicBezTo>
                  <a:cubicBezTo>
                    <a:pt x="122" y="510"/>
                    <a:pt x="123" y="509"/>
                    <a:pt x="123" y="508"/>
                  </a:cubicBezTo>
                  <a:cubicBezTo>
                    <a:pt x="123" y="507"/>
                    <a:pt x="122" y="508"/>
                    <a:pt x="122" y="507"/>
                  </a:cubicBezTo>
                  <a:cubicBezTo>
                    <a:pt x="123" y="506"/>
                    <a:pt x="124" y="505"/>
                    <a:pt x="124" y="506"/>
                  </a:cubicBezTo>
                  <a:cubicBezTo>
                    <a:pt x="125" y="506"/>
                    <a:pt x="124" y="508"/>
                    <a:pt x="125" y="510"/>
                  </a:cubicBezTo>
                  <a:cubicBezTo>
                    <a:pt x="125" y="510"/>
                    <a:pt x="127" y="510"/>
                    <a:pt x="128" y="510"/>
                  </a:cubicBezTo>
                  <a:cubicBezTo>
                    <a:pt x="129" y="511"/>
                    <a:pt x="129" y="513"/>
                    <a:pt x="132" y="511"/>
                  </a:cubicBezTo>
                  <a:cubicBezTo>
                    <a:pt x="129" y="514"/>
                    <a:pt x="133" y="512"/>
                    <a:pt x="134" y="513"/>
                  </a:cubicBezTo>
                  <a:cubicBezTo>
                    <a:pt x="133" y="513"/>
                    <a:pt x="134" y="519"/>
                    <a:pt x="134" y="520"/>
                  </a:cubicBezTo>
                  <a:cubicBezTo>
                    <a:pt x="134" y="521"/>
                    <a:pt x="132" y="523"/>
                    <a:pt x="132" y="525"/>
                  </a:cubicBezTo>
                  <a:cubicBezTo>
                    <a:pt x="132" y="525"/>
                    <a:pt x="133" y="524"/>
                    <a:pt x="133" y="524"/>
                  </a:cubicBezTo>
                  <a:cubicBezTo>
                    <a:pt x="133" y="525"/>
                    <a:pt x="133" y="525"/>
                    <a:pt x="132" y="526"/>
                  </a:cubicBezTo>
                  <a:cubicBezTo>
                    <a:pt x="132" y="526"/>
                    <a:pt x="132" y="526"/>
                    <a:pt x="132" y="527"/>
                  </a:cubicBezTo>
                  <a:cubicBezTo>
                    <a:pt x="133" y="526"/>
                    <a:pt x="133" y="526"/>
                    <a:pt x="133" y="526"/>
                  </a:cubicBezTo>
                  <a:cubicBezTo>
                    <a:pt x="133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6" y="524"/>
                    <a:pt x="142" y="524"/>
                    <a:pt x="145" y="524"/>
                  </a:cubicBezTo>
                  <a:cubicBezTo>
                    <a:pt x="145" y="523"/>
                    <a:pt x="146" y="522"/>
                    <a:pt x="146" y="522"/>
                  </a:cubicBezTo>
                  <a:cubicBezTo>
                    <a:pt x="147" y="522"/>
                    <a:pt x="147" y="523"/>
                    <a:pt x="147" y="524"/>
                  </a:cubicBezTo>
                  <a:cubicBezTo>
                    <a:pt x="147" y="524"/>
                    <a:pt x="148" y="524"/>
                    <a:pt x="148" y="525"/>
                  </a:cubicBezTo>
                  <a:cubicBezTo>
                    <a:pt x="148" y="526"/>
                    <a:pt x="147" y="526"/>
                    <a:pt x="145" y="527"/>
                  </a:cubicBezTo>
                  <a:cubicBezTo>
                    <a:pt x="146" y="527"/>
                    <a:pt x="146" y="527"/>
                    <a:pt x="146" y="527"/>
                  </a:cubicBezTo>
                  <a:cubicBezTo>
                    <a:pt x="146" y="529"/>
                    <a:pt x="146" y="530"/>
                    <a:pt x="145" y="530"/>
                  </a:cubicBezTo>
                  <a:cubicBezTo>
                    <a:pt x="145" y="531"/>
                    <a:pt x="145" y="532"/>
                    <a:pt x="144" y="533"/>
                  </a:cubicBezTo>
                  <a:cubicBezTo>
                    <a:pt x="144" y="533"/>
                    <a:pt x="143" y="533"/>
                    <a:pt x="142" y="533"/>
                  </a:cubicBezTo>
                  <a:cubicBezTo>
                    <a:pt x="142" y="534"/>
                    <a:pt x="143" y="534"/>
                    <a:pt x="144" y="533"/>
                  </a:cubicBezTo>
                  <a:cubicBezTo>
                    <a:pt x="145" y="533"/>
                    <a:pt x="147" y="530"/>
                    <a:pt x="147" y="530"/>
                  </a:cubicBezTo>
                  <a:cubicBezTo>
                    <a:pt x="148" y="530"/>
                    <a:pt x="148" y="529"/>
                    <a:pt x="147" y="529"/>
                  </a:cubicBezTo>
                  <a:cubicBezTo>
                    <a:pt x="151" y="528"/>
                    <a:pt x="150" y="537"/>
                    <a:pt x="148" y="535"/>
                  </a:cubicBezTo>
                  <a:cubicBezTo>
                    <a:pt x="148" y="535"/>
                    <a:pt x="147" y="533"/>
                    <a:pt x="147" y="533"/>
                  </a:cubicBezTo>
                  <a:cubicBezTo>
                    <a:pt x="146" y="533"/>
                    <a:pt x="143" y="537"/>
                    <a:pt x="141" y="538"/>
                  </a:cubicBezTo>
                  <a:cubicBezTo>
                    <a:pt x="140" y="538"/>
                    <a:pt x="140" y="538"/>
                    <a:pt x="139" y="539"/>
                  </a:cubicBezTo>
                  <a:cubicBezTo>
                    <a:pt x="140" y="540"/>
                    <a:pt x="141" y="541"/>
                    <a:pt x="140" y="542"/>
                  </a:cubicBezTo>
                  <a:cubicBezTo>
                    <a:pt x="140" y="542"/>
                    <a:pt x="139" y="543"/>
                    <a:pt x="139" y="543"/>
                  </a:cubicBezTo>
                  <a:cubicBezTo>
                    <a:pt x="139" y="543"/>
                    <a:pt x="138" y="546"/>
                    <a:pt x="138" y="547"/>
                  </a:cubicBezTo>
                  <a:cubicBezTo>
                    <a:pt x="138" y="547"/>
                    <a:pt x="140" y="546"/>
                    <a:pt x="139" y="546"/>
                  </a:cubicBezTo>
                  <a:cubicBezTo>
                    <a:pt x="139" y="546"/>
                    <a:pt x="141" y="548"/>
                    <a:pt x="140" y="549"/>
                  </a:cubicBezTo>
                  <a:cubicBezTo>
                    <a:pt x="140" y="549"/>
                    <a:pt x="140" y="549"/>
                    <a:pt x="139" y="549"/>
                  </a:cubicBezTo>
                  <a:cubicBezTo>
                    <a:pt x="140" y="549"/>
                    <a:pt x="140" y="550"/>
                    <a:pt x="141" y="550"/>
                  </a:cubicBezTo>
                  <a:cubicBezTo>
                    <a:pt x="141" y="549"/>
                    <a:pt x="141" y="548"/>
                    <a:pt x="142" y="548"/>
                  </a:cubicBezTo>
                  <a:cubicBezTo>
                    <a:pt x="141" y="548"/>
                    <a:pt x="141" y="548"/>
                    <a:pt x="140" y="548"/>
                  </a:cubicBezTo>
                  <a:cubicBezTo>
                    <a:pt x="140" y="547"/>
                    <a:pt x="140" y="547"/>
                    <a:pt x="141" y="547"/>
                  </a:cubicBezTo>
                  <a:cubicBezTo>
                    <a:pt x="141" y="546"/>
                    <a:pt x="142" y="544"/>
                    <a:pt x="142" y="546"/>
                  </a:cubicBezTo>
                  <a:cubicBezTo>
                    <a:pt x="143" y="546"/>
                    <a:pt x="142" y="546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3" y="546"/>
                    <a:pt x="144" y="546"/>
                    <a:pt x="145" y="548"/>
                  </a:cubicBezTo>
                  <a:cubicBezTo>
                    <a:pt x="146" y="549"/>
                    <a:pt x="145" y="550"/>
                    <a:pt x="145" y="551"/>
                  </a:cubicBezTo>
                  <a:cubicBezTo>
                    <a:pt x="145" y="551"/>
                    <a:pt x="145" y="551"/>
                    <a:pt x="145" y="551"/>
                  </a:cubicBezTo>
                  <a:cubicBezTo>
                    <a:pt x="147" y="551"/>
                    <a:pt x="145" y="551"/>
                    <a:pt x="146" y="552"/>
                  </a:cubicBezTo>
                  <a:cubicBezTo>
                    <a:pt x="146" y="552"/>
                    <a:pt x="146" y="552"/>
                    <a:pt x="147" y="552"/>
                  </a:cubicBezTo>
                  <a:cubicBezTo>
                    <a:pt x="147" y="552"/>
                    <a:pt x="147" y="552"/>
                    <a:pt x="147" y="552"/>
                  </a:cubicBezTo>
                  <a:cubicBezTo>
                    <a:pt x="147" y="551"/>
                    <a:pt x="148" y="551"/>
                    <a:pt x="148" y="551"/>
                  </a:cubicBezTo>
                  <a:cubicBezTo>
                    <a:pt x="151" y="552"/>
                    <a:pt x="148" y="556"/>
                    <a:pt x="149" y="558"/>
                  </a:cubicBezTo>
                  <a:cubicBezTo>
                    <a:pt x="150" y="558"/>
                    <a:pt x="152" y="558"/>
                    <a:pt x="152" y="557"/>
                  </a:cubicBezTo>
                  <a:cubicBezTo>
                    <a:pt x="153" y="557"/>
                    <a:pt x="153" y="556"/>
                    <a:pt x="154" y="555"/>
                  </a:cubicBezTo>
                  <a:cubicBezTo>
                    <a:pt x="152" y="554"/>
                    <a:pt x="152" y="553"/>
                    <a:pt x="152" y="551"/>
                  </a:cubicBezTo>
                  <a:cubicBezTo>
                    <a:pt x="154" y="547"/>
                    <a:pt x="159" y="548"/>
                    <a:pt x="160" y="551"/>
                  </a:cubicBezTo>
                  <a:cubicBezTo>
                    <a:pt x="161" y="551"/>
                    <a:pt x="161" y="551"/>
                    <a:pt x="162" y="550"/>
                  </a:cubicBezTo>
                  <a:cubicBezTo>
                    <a:pt x="161" y="550"/>
                    <a:pt x="161" y="551"/>
                    <a:pt x="161" y="551"/>
                  </a:cubicBezTo>
                  <a:cubicBezTo>
                    <a:pt x="163" y="550"/>
                    <a:pt x="165" y="549"/>
                    <a:pt x="167" y="550"/>
                  </a:cubicBezTo>
                  <a:cubicBezTo>
                    <a:pt x="169" y="549"/>
                    <a:pt x="170" y="549"/>
                    <a:pt x="170" y="549"/>
                  </a:cubicBezTo>
                  <a:cubicBezTo>
                    <a:pt x="171" y="550"/>
                    <a:pt x="170" y="550"/>
                    <a:pt x="168" y="551"/>
                  </a:cubicBezTo>
                  <a:cubicBezTo>
                    <a:pt x="168" y="551"/>
                    <a:pt x="169" y="551"/>
                    <a:pt x="169" y="551"/>
                  </a:cubicBezTo>
                  <a:cubicBezTo>
                    <a:pt x="169" y="552"/>
                    <a:pt x="169" y="553"/>
                    <a:pt x="169" y="554"/>
                  </a:cubicBezTo>
                  <a:cubicBezTo>
                    <a:pt x="171" y="554"/>
                    <a:pt x="172" y="555"/>
                    <a:pt x="171" y="557"/>
                  </a:cubicBezTo>
                  <a:cubicBezTo>
                    <a:pt x="170" y="559"/>
                    <a:pt x="171" y="560"/>
                    <a:pt x="171" y="561"/>
                  </a:cubicBezTo>
                  <a:cubicBezTo>
                    <a:pt x="171" y="561"/>
                    <a:pt x="170" y="562"/>
                    <a:pt x="170" y="563"/>
                  </a:cubicBezTo>
                  <a:cubicBezTo>
                    <a:pt x="172" y="561"/>
                    <a:pt x="173" y="559"/>
                    <a:pt x="175" y="558"/>
                  </a:cubicBezTo>
                  <a:cubicBezTo>
                    <a:pt x="173" y="556"/>
                    <a:pt x="171" y="554"/>
                    <a:pt x="175" y="552"/>
                  </a:cubicBezTo>
                  <a:cubicBezTo>
                    <a:pt x="175" y="551"/>
                    <a:pt x="176" y="551"/>
                    <a:pt x="177" y="551"/>
                  </a:cubicBezTo>
                  <a:cubicBezTo>
                    <a:pt x="175" y="551"/>
                    <a:pt x="176" y="547"/>
                    <a:pt x="178" y="548"/>
                  </a:cubicBezTo>
                  <a:cubicBezTo>
                    <a:pt x="179" y="549"/>
                    <a:pt x="178" y="550"/>
                    <a:pt x="178" y="550"/>
                  </a:cubicBezTo>
                  <a:cubicBezTo>
                    <a:pt x="177" y="551"/>
                    <a:pt x="177" y="551"/>
                    <a:pt x="177" y="551"/>
                  </a:cubicBezTo>
                  <a:cubicBezTo>
                    <a:pt x="179" y="551"/>
                    <a:pt x="181" y="550"/>
                    <a:pt x="182" y="550"/>
                  </a:cubicBezTo>
                  <a:cubicBezTo>
                    <a:pt x="184" y="548"/>
                    <a:pt x="183" y="547"/>
                    <a:pt x="185" y="549"/>
                  </a:cubicBezTo>
                  <a:cubicBezTo>
                    <a:pt x="186" y="549"/>
                    <a:pt x="186" y="550"/>
                    <a:pt x="188" y="549"/>
                  </a:cubicBezTo>
                  <a:cubicBezTo>
                    <a:pt x="188" y="549"/>
                    <a:pt x="191" y="545"/>
                    <a:pt x="191" y="548"/>
                  </a:cubicBezTo>
                  <a:cubicBezTo>
                    <a:pt x="191" y="549"/>
                    <a:pt x="189" y="549"/>
                    <a:pt x="189" y="549"/>
                  </a:cubicBezTo>
                  <a:cubicBezTo>
                    <a:pt x="190" y="550"/>
                    <a:pt x="194" y="550"/>
                    <a:pt x="194" y="550"/>
                  </a:cubicBezTo>
                  <a:cubicBezTo>
                    <a:pt x="194" y="551"/>
                    <a:pt x="190" y="553"/>
                    <a:pt x="192" y="555"/>
                  </a:cubicBezTo>
                  <a:cubicBezTo>
                    <a:pt x="193" y="555"/>
                    <a:pt x="194" y="555"/>
                    <a:pt x="194" y="555"/>
                  </a:cubicBezTo>
                  <a:cubicBezTo>
                    <a:pt x="194" y="555"/>
                    <a:pt x="193" y="556"/>
                    <a:pt x="193" y="556"/>
                  </a:cubicBezTo>
                  <a:cubicBezTo>
                    <a:pt x="192" y="558"/>
                    <a:pt x="192" y="558"/>
                    <a:pt x="193" y="558"/>
                  </a:cubicBezTo>
                  <a:cubicBezTo>
                    <a:pt x="194" y="558"/>
                    <a:pt x="195" y="558"/>
                    <a:pt x="196" y="559"/>
                  </a:cubicBezTo>
                  <a:cubicBezTo>
                    <a:pt x="196" y="560"/>
                    <a:pt x="195" y="560"/>
                    <a:pt x="194" y="560"/>
                  </a:cubicBezTo>
                  <a:cubicBezTo>
                    <a:pt x="194" y="561"/>
                    <a:pt x="194" y="561"/>
                    <a:pt x="194" y="561"/>
                  </a:cubicBezTo>
                  <a:cubicBezTo>
                    <a:pt x="194" y="562"/>
                    <a:pt x="196" y="561"/>
                    <a:pt x="196" y="562"/>
                  </a:cubicBezTo>
                  <a:cubicBezTo>
                    <a:pt x="197" y="563"/>
                    <a:pt x="195" y="565"/>
                    <a:pt x="195" y="566"/>
                  </a:cubicBezTo>
                  <a:cubicBezTo>
                    <a:pt x="197" y="568"/>
                    <a:pt x="199" y="565"/>
                    <a:pt x="201" y="566"/>
                  </a:cubicBezTo>
                  <a:cubicBezTo>
                    <a:pt x="201" y="566"/>
                    <a:pt x="203" y="568"/>
                    <a:pt x="205" y="566"/>
                  </a:cubicBezTo>
                  <a:cubicBezTo>
                    <a:pt x="206" y="565"/>
                    <a:pt x="204" y="563"/>
                    <a:pt x="208" y="562"/>
                  </a:cubicBezTo>
                  <a:cubicBezTo>
                    <a:pt x="209" y="561"/>
                    <a:pt x="214" y="560"/>
                    <a:pt x="214" y="562"/>
                  </a:cubicBezTo>
                  <a:cubicBezTo>
                    <a:pt x="214" y="563"/>
                    <a:pt x="213" y="562"/>
                    <a:pt x="212" y="563"/>
                  </a:cubicBezTo>
                  <a:cubicBezTo>
                    <a:pt x="211" y="563"/>
                    <a:pt x="213" y="566"/>
                    <a:pt x="213" y="566"/>
                  </a:cubicBezTo>
                  <a:cubicBezTo>
                    <a:pt x="212" y="567"/>
                    <a:pt x="210" y="567"/>
                    <a:pt x="210" y="568"/>
                  </a:cubicBezTo>
                  <a:cubicBezTo>
                    <a:pt x="210" y="568"/>
                    <a:pt x="210" y="568"/>
                    <a:pt x="210" y="568"/>
                  </a:cubicBezTo>
                  <a:cubicBezTo>
                    <a:pt x="210" y="569"/>
                    <a:pt x="210" y="569"/>
                    <a:pt x="210" y="569"/>
                  </a:cubicBezTo>
                  <a:cubicBezTo>
                    <a:pt x="210" y="570"/>
                    <a:pt x="211" y="572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10" y="574"/>
                    <a:pt x="210" y="575"/>
                    <a:pt x="208" y="576"/>
                  </a:cubicBezTo>
                  <a:cubicBezTo>
                    <a:pt x="208" y="576"/>
                    <a:pt x="208" y="576"/>
                    <a:pt x="208" y="576"/>
                  </a:cubicBezTo>
                  <a:cubicBezTo>
                    <a:pt x="208" y="576"/>
                    <a:pt x="209" y="576"/>
                    <a:pt x="209" y="576"/>
                  </a:cubicBezTo>
                  <a:cubicBezTo>
                    <a:pt x="210" y="576"/>
                    <a:pt x="210" y="576"/>
                    <a:pt x="211" y="577"/>
                  </a:cubicBezTo>
                  <a:cubicBezTo>
                    <a:pt x="211" y="577"/>
                    <a:pt x="212" y="577"/>
                    <a:pt x="212" y="577"/>
                  </a:cubicBezTo>
                  <a:cubicBezTo>
                    <a:pt x="212" y="578"/>
                    <a:pt x="211" y="578"/>
                    <a:pt x="211" y="579"/>
                  </a:cubicBezTo>
                  <a:cubicBezTo>
                    <a:pt x="211" y="579"/>
                    <a:pt x="211" y="580"/>
                    <a:pt x="211" y="580"/>
                  </a:cubicBezTo>
                  <a:cubicBezTo>
                    <a:pt x="210" y="581"/>
                    <a:pt x="207" y="580"/>
                    <a:pt x="205" y="581"/>
                  </a:cubicBezTo>
                  <a:cubicBezTo>
                    <a:pt x="206" y="580"/>
                    <a:pt x="206" y="578"/>
                    <a:pt x="204" y="580"/>
                  </a:cubicBezTo>
                  <a:cubicBezTo>
                    <a:pt x="202" y="581"/>
                    <a:pt x="204" y="581"/>
                    <a:pt x="204" y="582"/>
                  </a:cubicBezTo>
                  <a:cubicBezTo>
                    <a:pt x="204" y="582"/>
                    <a:pt x="203" y="582"/>
                    <a:pt x="204" y="583"/>
                  </a:cubicBezTo>
                  <a:cubicBezTo>
                    <a:pt x="204" y="583"/>
                    <a:pt x="204" y="583"/>
                    <a:pt x="204" y="583"/>
                  </a:cubicBezTo>
                  <a:cubicBezTo>
                    <a:pt x="206" y="582"/>
                    <a:pt x="208" y="582"/>
                    <a:pt x="210" y="583"/>
                  </a:cubicBezTo>
                  <a:cubicBezTo>
                    <a:pt x="209" y="583"/>
                    <a:pt x="209" y="582"/>
                    <a:pt x="209" y="582"/>
                  </a:cubicBezTo>
                  <a:cubicBezTo>
                    <a:pt x="209" y="582"/>
                    <a:pt x="209" y="582"/>
                    <a:pt x="209" y="582"/>
                  </a:cubicBezTo>
                  <a:cubicBezTo>
                    <a:pt x="210" y="581"/>
                    <a:pt x="210" y="582"/>
                    <a:pt x="210" y="583"/>
                  </a:cubicBezTo>
                  <a:cubicBezTo>
                    <a:pt x="210" y="583"/>
                    <a:pt x="211" y="584"/>
                    <a:pt x="210" y="585"/>
                  </a:cubicBezTo>
                  <a:cubicBezTo>
                    <a:pt x="210" y="586"/>
                    <a:pt x="208" y="588"/>
                    <a:pt x="205" y="588"/>
                  </a:cubicBezTo>
                  <a:cubicBezTo>
                    <a:pt x="206" y="588"/>
                    <a:pt x="206" y="590"/>
                    <a:pt x="206" y="591"/>
                  </a:cubicBezTo>
                  <a:cubicBezTo>
                    <a:pt x="205" y="592"/>
                    <a:pt x="201" y="592"/>
                    <a:pt x="202" y="593"/>
                  </a:cubicBezTo>
                  <a:cubicBezTo>
                    <a:pt x="201" y="593"/>
                    <a:pt x="199" y="594"/>
                    <a:pt x="198" y="593"/>
                  </a:cubicBezTo>
                  <a:cubicBezTo>
                    <a:pt x="195" y="591"/>
                    <a:pt x="196" y="591"/>
                    <a:pt x="192" y="592"/>
                  </a:cubicBezTo>
                  <a:cubicBezTo>
                    <a:pt x="192" y="592"/>
                    <a:pt x="191" y="592"/>
                    <a:pt x="190" y="592"/>
                  </a:cubicBezTo>
                  <a:cubicBezTo>
                    <a:pt x="188" y="592"/>
                    <a:pt x="189" y="593"/>
                    <a:pt x="189" y="595"/>
                  </a:cubicBezTo>
                  <a:cubicBezTo>
                    <a:pt x="187" y="593"/>
                    <a:pt x="188" y="595"/>
                    <a:pt x="189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1" y="597"/>
                    <a:pt x="191" y="596"/>
                  </a:cubicBezTo>
                  <a:cubicBezTo>
                    <a:pt x="190" y="597"/>
                    <a:pt x="192" y="594"/>
                    <a:pt x="193" y="596"/>
                  </a:cubicBezTo>
                  <a:cubicBezTo>
                    <a:pt x="193" y="596"/>
                    <a:pt x="190" y="600"/>
                    <a:pt x="193" y="600"/>
                  </a:cubicBezTo>
                  <a:cubicBezTo>
                    <a:pt x="187" y="601"/>
                    <a:pt x="195" y="604"/>
                    <a:pt x="197" y="605"/>
                  </a:cubicBezTo>
                  <a:cubicBezTo>
                    <a:pt x="198" y="606"/>
                    <a:pt x="198" y="608"/>
                    <a:pt x="198" y="609"/>
                  </a:cubicBezTo>
                  <a:cubicBezTo>
                    <a:pt x="199" y="610"/>
                    <a:pt x="200" y="610"/>
                    <a:pt x="199" y="611"/>
                  </a:cubicBezTo>
                  <a:cubicBezTo>
                    <a:pt x="199" y="611"/>
                    <a:pt x="199" y="611"/>
                    <a:pt x="199" y="611"/>
                  </a:cubicBezTo>
                  <a:cubicBezTo>
                    <a:pt x="200" y="612"/>
                    <a:pt x="200" y="613"/>
                    <a:pt x="201" y="613"/>
                  </a:cubicBezTo>
                  <a:cubicBezTo>
                    <a:pt x="201" y="613"/>
                    <a:pt x="201" y="613"/>
                    <a:pt x="202" y="613"/>
                  </a:cubicBezTo>
                  <a:cubicBezTo>
                    <a:pt x="202" y="613"/>
                    <a:pt x="202" y="613"/>
                    <a:pt x="202" y="612"/>
                  </a:cubicBezTo>
                  <a:cubicBezTo>
                    <a:pt x="203" y="611"/>
                    <a:pt x="204" y="611"/>
                    <a:pt x="206" y="611"/>
                  </a:cubicBezTo>
                  <a:cubicBezTo>
                    <a:pt x="207" y="611"/>
                    <a:pt x="208" y="612"/>
                    <a:pt x="208" y="613"/>
                  </a:cubicBezTo>
                  <a:cubicBezTo>
                    <a:pt x="209" y="613"/>
                    <a:pt x="209" y="612"/>
                    <a:pt x="211" y="612"/>
                  </a:cubicBezTo>
                  <a:cubicBezTo>
                    <a:pt x="211" y="613"/>
                    <a:pt x="210" y="613"/>
                    <a:pt x="208" y="613"/>
                  </a:cubicBezTo>
                  <a:cubicBezTo>
                    <a:pt x="208" y="614"/>
                    <a:pt x="208" y="615"/>
                    <a:pt x="207" y="615"/>
                  </a:cubicBezTo>
                  <a:cubicBezTo>
                    <a:pt x="209" y="616"/>
                    <a:pt x="211" y="616"/>
                    <a:pt x="211" y="616"/>
                  </a:cubicBezTo>
                  <a:cubicBezTo>
                    <a:pt x="211" y="616"/>
                    <a:pt x="211" y="616"/>
                    <a:pt x="212" y="616"/>
                  </a:cubicBezTo>
                  <a:cubicBezTo>
                    <a:pt x="211" y="615"/>
                    <a:pt x="210" y="615"/>
                    <a:pt x="209" y="615"/>
                  </a:cubicBezTo>
                  <a:cubicBezTo>
                    <a:pt x="210" y="614"/>
                    <a:pt x="211" y="614"/>
                    <a:pt x="213" y="615"/>
                  </a:cubicBezTo>
                  <a:cubicBezTo>
                    <a:pt x="213" y="614"/>
                    <a:pt x="213" y="614"/>
                    <a:pt x="213" y="614"/>
                  </a:cubicBezTo>
                  <a:cubicBezTo>
                    <a:pt x="213" y="614"/>
                    <a:pt x="214" y="612"/>
                    <a:pt x="215" y="613"/>
                  </a:cubicBezTo>
                  <a:cubicBezTo>
                    <a:pt x="216" y="612"/>
                    <a:pt x="216" y="612"/>
                    <a:pt x="217" y="613"/>
                  </a:cubicBezTo>
                  <a:cubicBezTo>
                    <a:pt x="217" y="613"/>
                    <a:pt x="216" y="613"/>
                    <a:pt x="216" y="614"/>
                  </a:cubicBezTo>
                  <a:cubicBezTo>
                    <a:pt x="216" y="614"/>
                    <a:pt x="217" y="616"/>
                    <a:pt x="216" y="615"/>
                  </a:cubicBezTo>
                  <a:cubicBezTo>
                    <a:pt x="216" y="615"/>
                    <a:pt x="215" y="615"/>
                    <a:pt x="215" y="615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614"/>
                    <a:pt x="214" y="615"/>
                    <a:pt x="214" y="615"/>
                  </a:cubicBezTo>
                  <a:cubicBezTo>
                    <a:pt x="215" y="615"/>
                    <a:pt x="216" y="616"/>
                    <a:pt x="216" y="616"/>
                  </a:cubicBezTo>
                  <a:cubicBezTo>
                    <a:pt x="216" y="617"/>
                    <a:pt x="215" y="616"/>
                    <a:pt x="214" y="616"/>
                  </a:cubicBezTo>
                  <a:cubicBezTo>
                    <a:pt x="214" y="616"/>
                    <a:pt x="214" y="617"/>
                    <a:pt x="214" y="617"/>
                  </a:cubicBezTo>
                  <a:cubicBezTo>
                    <a:pt x="215" y="617"/>
                    <a:pt x="216" y="616"/>
                    <a:pt x="216" y="616"/>
                  </a:cubicBezTo>
                  <a:cubicBezTo>
                    <a:pt x="217" y="617"/>
                    <a:pt x="218" y="620"/>
                    <a:pt x="220" y="618"/>
                  </a:cubicBezTo>
                  <a:cubicBezTo>
                    <a:pt x="220" y="618"/>
                    <a:pt x="219" y="617"/>
                    <a:pt x="219" y="617"/>
                  </a:cubicBezTo>
                  <a:cubicBezTo>
                    <a:pt x="219" y="617"/>
                    <a:pt x="219" y="617"/>
                    <a:pt x="219" y="617"/>
                  </a:cubicBezTo>
                  <a:cubicBezTo>
                    <a:pt x="219" y="617"/>
                    <a:pt x="219" y="617"/>
                    <a:pt x="218" y="617"/>
                  </a:cubicBezTo>
                  <a:cubicBezTo>
                    <a:pt x="218" y="616"/>
                    <a:pt x="219" y="615"/>
                    <a:pt x="220" y="616"/>
                  </a:cubicBezTo>
                  <a:cubicBezTo>
                    <a:pt x="220" y="616"/>
                    <a:pt x="220" y="616"/>
                    <a:pt x="220" y="616"/>
                  </a:cubicBezTo>
                  <a:cubicBezTo>
                    <a:pt x="221" y="615"/>
                    <a:pt x="224" y="617"/>
                    <a:pt x="225" y="617"/>
                  </a:cubicBezTo>
                  <a:cubicBezTo>
                    <a:pt x="223" y="618"/>
                    <a:pt x="225" y="619"/>
                    <a:pt x="226" y="620"/>
                  </a:cubicBezTo>
                  <a:cubicBezTo>
                    <a:pt x="227" y="619"/>
                    <a:pt x="229" y="618"/>
                    <a:pt x="231" y="618"/>
                  </a:cubicBezTo>
                  <a:cubicBezTo>
                    <a:pt x="230" y="619"/>
                    <a:pt x="228" y="620"/>
                    <a:pt x="226" y="620"/>
                  </a:cubicBezTo>
                  <a:cubicBezTo>
                    <a:pt x="227" y="621"/>
                    <a:pt x="227" y="621"/>
                    <a:pt x="226" y="622"/>
                  </a:cubicBezTo>
                  <a:cubicBezTo>
                    <a:pt x="225" y="624"/>
                    <a:pt x="222" y="622"/>
                    <a:pt x="221" y="624"/>
                  </a:cubicBezTo>
                  <a:cubicBezTo>
                    <a:pt x="220" y="624"/>
                    <a:pt x="222" y="624"/>
                    <a:pt x="222" y="624"/>
                  </a:cubicBezTo>
                  <a:cubicBezTo>
                    <a:pt x="221" y="626"/>
                    <a:pt x="219" y="627"/>
                    <a:pt x="222" y="628"/>
                  </a:cubicBezTo>
                  <a:cubicBezTo>
                    <a:pt x="222" y="628"/>
                    <a:pt x="227" y="629"/>
                    <a:pt x="228" y="629"/>
                  </a:cubicBezTo>
                  <a:cubicBezTo>
                    <a:pt x="231" y="629"/>
                    <a:pt x="233" y="629"/>
                    <a:pt x="235" y="631"/>
                  </a:cubicBezTo>
                  <a:cubicBezTo>
                    <a:pt x="232" y="631"/>
                    <a:pt x="231" y="632"/>
                    <a:pt x="228" y="633"/>
                  </a:cubicBezTo>
                  <a:cubicBezTo>
                    <a:pt x="228" y="633"/>
                    <a:pt x="229" y="633"/>
                    <a:pt x="229" y="633"/>
                  </a:cubicBezTo>
                  <a:cubicBezTo>
                    <a:pt x="229" y="633"/>
                    <a:pt x="228" y="633"/>
                    <a:pt x="228" y="633"/>
                  </a:cubicBezTo>
                  <a:cubicBezTo>
                    <a:pt x="228" y="633"/>
                    <a:pt x="228" y="633"/>
                    <a:pt x="227" y="633"/>
                  </a:cubicBezTo>
                  <a:cubicBezTo>
                    <a:pt x="224" y="633"/>
                    <a:pt x="221" y="630"/>
                    <a:pt x="218" y="630"/>
                  </a:cubicBezTo>
                  <a:cubicBezTo>
                    <a:pt x="218" y="630"/>
                    <a:pt x="215" y="633"/>
                    <a:pt x="214" y="633"/>
                  </a:cubicBezTo>
                  <a:cubicBezTo>
                    <a:pt x="213" y="633"/>
                    <a:pt x="212" y="632"/>
                    <a:pt x="212" y="633"/>
                  </a:cubicBezTo>
                  <a:cubicBezTo>
                    <a:pt x="212" y="633"/>
                    <a:pt x="213" y="633"/>
                    <a:pt x="213" y="634"/>
                  </a:cubicBezTo>
                  <a:cubicBezTo>
                    <a:pt x="213" y="634"/>
                    <a:pt x="213" y="634"/>
                    <a:pt x="214" y="634"/>
                  </a:cubicBezTo>
                  <a:cubicBezTo>
                    <a:pt x="214" y="633"/>
                    <a:pt x="215" y="633"/>
                    <a:pt x="216" y="633"/>
                  </a:cubicBezTo>
                  <a:cubicBezTo>
                    <a:pt x="216" y="633"/>
                    <a:pt x="217" y="633"/>
                    <a:pt x="217" y="633"/>
                  </a:cubicBezTo>
                  <a:cubicBezTo>
                    <a:pt x="217" y="633"/>
                    <a:pt x="217" y="633"/>
                    <a:pt x="217" y="633"/>
                  </a:cubicBezTo>
                  <a:cubicBezTo>
                    <a:pt x="218" y="633"/>
                    <a:pt x="219" y="633"/>
                    <a:pt x="219" y="634"/>
                  </a:cubicBezTo>
                  <a:cubicBezTo>
                    <a:pt x="219" y="634"/>
                    <a:pt x="219" y="635"/>
                    <a:pt x="218" y="635"/>
                  </a:cubicBezTo>
                  <a:cubicBezTo>
                    <a:pt x="218" y="636"/>
                    <a:pt x="217" y="637"/>
                    <a:pt x="216" y="637"/>
                  </a:cubicBezTo>
                  <a:cubicBezTo>
                    <a:pt x="215" y="637"/>
                    <a:pt x="213" y="636"/>
                    <a:pt x="213" y="635"/>
                  </a:cubicBezTo>
                  <a:cubicBezTo>
                    <a:pt x="213" y="635"/>
                    <a:pt x="213" y="635"/>
                    <a:pt x="213" y="635"/>
                  </a:cubicBezTo>
                  <a:cubicBezTo>
                    <a:pt x="213" y="636"/>
                    <a:pt x="211" y="636"/>
                    <a:pt x="210" y="636"/>
                  </a:cubicBezTo>
                  <a:cubicBezTo>
                    <a:pt x="210" y="636"/>
                    <a:pt x="210" y="637"/>
                    <a:pt x="211" y="637"/>
                  </a:cubicBezTo>
                  <a:cubicBezTo>
                    <a:pt x="211" y="637"/>
                    <a:pt x="211" y="637"/>
                    <a:pt x="211" y="637"/>
                  </a:cubicBezTo>
                  <a:cubicBezTo>
                    <a:pt x="212" y="637"/>
                    <a:pt x="211" y="637"/>
                    <a:pt x="211" y="637"/>
                  </a:cubicBezTo>
                  <a:cubicBezTo>
                    <a:pt x="212" y="639"/>
                    <a:pt x="215" y="640"/>
                    <a:pt x="216" y="641"/>
                  </a:cubicBezTo>
                  <a:cubicBezTo>
                    <a:pt x="214" y="641"/>
                    <a:pt x="214" y="642"/>
                    <a:pt x="214" y="642"/>
                  </a:cubicBezTo>
                  <a:cubicBezTo>
                    <a:pt x="216" y="641"/>
                    <a:pt x="219" y="642"/>
                    <a:pt x="216" y="643"/>
                  </a:cubicBezTo>
                  <a:cubicBezTo>
                    <a:pt x="216" y="643"/>
                    <a:pt x="216" y="644"/>
                    <a:pt x="216" y="644"/>
                  </a:cubicBezTo>
                  <a:cubicBezTo>
                    <a:pt x="216" y="644"/>
                    <a:pt x="217" y="644"/>
                    <a:pt x="217" y="645"/>
                  </a:cubicBezTo>
                  <a:cubicBezTo>
                    <a:pt x="219" y="644"/>
                    <a:pt x="222" y="643"/>
                    <a:pt x="224" y="643"/>
                  </a:cubicBezTo>
                  <a:cubicBezTo>
                    <a:pt x="228" y="642"/>
                    <a:pt x="223" y="645"/>
                    <a:pt x="221" y="645"/>
                  </a:cubicBezTo>
                  <a:cubicBezTo>
                    <a:pt x="220" y="645"/>
                    <a:pt x="218" y="646"/>
                    <a:pt x="216" y="646"/>
                  </a:cubicBezTo>
                  <a:cubicBezTo>
                    <a:pt x="216" y="647"/>
                    <a:pt x="216" y="647"/>
                    <a:pt x="215" y="647"/>
                  </a:cubicBezTo>
                  <a:cubicBezTo>
                    <a:pt x="215" y="647"/>
                    <a:pt x="214" y="647"/>
                    <a:pt x="214" y="647"/>
                  </a:cubicBezTo>
                  <a:cubicBezTo>
                    <a:pt x="212" y="648"/>
                    <a:pt x="211" y="648"/>
                    <a:pt x="210" y="649"/>
                  </a:cubicBezTo>
                  <a:cubicBezTo>
                    <a:pt x="209" y="650"/>
                    <a:pt x="208" y="651"/>
                    <a:pt x="208" y="652"/>
                  </a:cubicBezTo>
                  <a:cubicBezTo>
                    <a:pt x="209" y="652"/>
                    <a:pt x="209" y="652"/>
                    <a:pt x="210" y="653"/>
                  </a:cubicBezTo>
                  <a:cubicBezTo>
                    <a:pt x="210" y="653"/>
                    <a:pt x="210" y="653"/>
                    <a:pt x="210" y="653"/>
                  </a:cubicBezTo>
                  <a:cubicBezTo>
                    <a:pt x="210" y="653"/>
                    <a:pt x="210" y="653"/>
                    <a:pt x="211" y="653"/>
                  </a:cubicBezTo>
                  <a:cubicBezTo>
                    <a:pt x="211" y="653"/>
                    <a:pt x="213" y="654"/>
                    <a:pt x="213" y="654"/>
                  </a:cubicBezTo>
                  <a:cubicBezTo>
                    <a:pt x="213" y="654"/>
                    <a:pt x="213" y="655"/>
                    <a:pt x="213" y="655"/>
                  </a:cubicBezTo>
                  <a:cubicBezTo>
                    <a:pt x="213" y="656"/>
                    <a:pt x="212" y="657"/>
                    <a:pt x="210" y="657"/>
                  </a:cubicBezTo>
                  <a:cubicBezTo>
                    <a:pt x="210" y="658"/>
                    <a:pt x="210" y="658"/>
                    <a:pt x="209" y="659"/>
                  </a:cubicBezTo>
                  <a:cubicBezTo>
                    <a:pt x="209" y="659"/>
                    <a:pt x="209" y="659"/>
                    <a:pt x="209" y="659"/>
                  </a:cubicBezTo>
                  <a:cubicBezTo>
                    <a:pt x="210" y="660"/>
                    <a:pt x="212" y="660"/>
                    <a:pt x="213" y="660"/>
                  </a:cubicBezTo>
                  <a:cubicBezTo>
                    <a:pt x="214" y="660"/>
                    <a:pt x="216" y="660"/>
                    <a:pt x="216" y="661"/>
                  </a:cubicBezTo>
                  <a:cubicBezTo>
                    <a:pt x="217" y="662"/>
                    <a:pt x="218" y="663"/>
                    <a:pt x="218" y="663"/>
                  </a:cubicBezTo>
                  <a:cubicBezTo>
                    <a:pt x="218" y="663"/>
                    <a:pt x="219" y="663"/>
                    <a:pt x="220" y="664"/>
                  </a:cubicBezTo>
                  <a:cubicBezTo>
                    <a:pt x="221" y="665"/>
                    <a:pt x="221" y="667"/>
                    <a:pt x="219" y="667"/>
                  </a:cubicBezTo>
                  <a:cubicBezTo>
                    <a:pt x="219" y="667"/>
                    <a:pt x="219" y="667"/>
                    <a:pt x="219" y="667"/>
                  </a:cubicBezTo>
                  <a:cubicBezTo>
                    <a:pt x="219" y="668"/>
                    <a:pt x="219" y="668"/>
                    <a:pt x="219" y="669"/>
                  </a:cubicBezTo>
                  <a:cubicBezTo>
                    <a:pt x="220" y="669"/>
                    <a:pt x="221" y="668"/>
                    <a:pt x="222" y="669"/>
                  </a:cubicBezTo>
                  <a:cubicBezTo>
                    <a:pt x="222" y="668"/>
                    <a:pt x="223" y="667"/>
                    <a:pt x="223" y="667"/>
                  </a:cubicBezTo>
                  <a:cubicBezTo>
                    <a:pt x="223" y="667"/>
                    <a:pt x="225" y="666"/>
                    <a:pt x="226" y="666"/>
                  </a:cubicBezTo>
                  <a:cubicBezTo>
                    <a:pt x="227" y="664"/>
                    <a:pt x="228" y="664"/>
                    <a:pt x="229" y="664"/>
                  </a:cubicBezTo>
                  <a:cubicBezTo>
                    <a:pt x="230" y="664"/>
                    <a:pt x="229" y="663"/>
                    <a:pt x="230" y="663"/>
                  </a:cubicBezTo>
                  <a:cubicBezTo>
                    <a:pt x="231" y="662"/>
                    <a:pt x="232" y="664"/>
                    <a:pt x="232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4" y="663"/>
                  </a:cubicBezTo>
                  <a:cubicBezTo>
                    <a:pt x="235" y="664"/>
                    <a:pt x="235" y="662"/>
                    <a:pt x="236" y="663"/>
                  </a:cubicBezTo>
                  <a:cubicBezTo>
                    <a:pt x="236" y="663"/>
                    <a:pt x="235" y="664"/>
                    <a:pt x="235" y="664"/>
                  </a:cubicBezTo>
                  <a:cubicBezTo>
                    <a:pt x="236" y="665"/>
                    <a:pt x="241" y="668"/>
                    <a:pt x="241" y="670"/>
                  </a:cubicBezTo>
                  <a:cubicBezTo>
                    <a:pt x="241" y="672"/>
                    <a:pt x="236" y="672"/>
                    <a:pt x="235" y="674"/>
                  </a:cubicBezTo>
                  <a:cubicBezTo>
                    <a:pt x="235" y="675"/>
                    <a:pt x="236" y="676"/>
                    <a:pt x="235" y="677"/>
                  </a:cubicBezTo>
                  <a:cubicBezTo>
                    <a:pt x="233" y="677"/>
                    <a:pt x="234" y="675"/>
                    <a:pt x="233" y="675"/>
                  </a:cubicBezTo>
                  <a:cubicBezTo>
                    <a:pt x="232" y="674"/>
                    <a:pt x="227" y="674"/>
                    <a:pt x="225" y="673"/>
                  </a:cubicBezTo>
                  <a:cubicBezTo>
                    <a:pt x="225" y="673"/>
                    <a:pt x="224" y="672"/>
                    <a:pt x="223" y="672"/>
                  </a:cubicBezTo>
                  <a:cubicBezTo>
                    <a:pt x="221" y="673"/>
                    <a:pt x="217" y="673"/>
                    <a:pt x="217" y="674"/>
                  </a:cubicBezTo>
                  <a:cubicBezTo>
                    <a:pt x="216" y="674"/>
                    <a:pt x="218" y="674"/>
                    <a:pt x="218" y="675"/>
                  </a:cubicBezTo>
                  <a:cubicBezTo>
                    <a:pt x="217" y="675"/>
                    <a:pt x="216" y="674"/>
                    <a:pt x="215" y="674"/>
                  </a:cubicBezTo>
                  <a:cubicBezTo>
                    <a:pt x="213" y="674"/>
                    <a:pt x="210" y="675"/>
                    <a:pt x="207" y="675"/>
                  </a:cubicBezTo>
                  <a:cubicBezTo>
                    <a:pt x="208" y="676"/>
                    <a:pt x="208" y="677"/>
                    <a:pt x="208" y="677"/>
                  </a:cubicBezTo>
                  <a:cubicBezTo>
                    <a:pt x="209" y="677"/>
                    <a:pt x="209" y="676"/>
                    <a:pt x="209" y="676"/>
                  </a:cubicBezTo>
                  <a:cubicBezTo>
                    <a:pt x="210" y="676"/>
                    <a:pt x="212" y="677"/>
                    <a:pt x="214" y="679"/>
                  </a:cubicBezTo>
                  <a:cubicBezTo>
                    <a:pt x="215" y="679"/>
                    <a:pt x="216" y="679"/>
                    <a:pt x="216" y="679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7" y="681"/>
                    <a:pt x="216" y="682"/>
                    <a:pt x="216" y="682"/>
                  </a:cubicBezTo>
                  <a:cubicBezTo>
                    <a:pt x="218" y="684"/>
                    <a:pt x="222" y="683"/>
                    <a:pt x="224" y="683"/>
                  </a:cubicBezTo>
                  <a:cubicBezTo>
                    <a:pt x="224" y="683"/>
                    <a:pt x="224" y="684"/>
                    <a:pt x="225" y="684"/>
                  </a:cubicBezTo>
                  <a:cubicBezTo>
                    <a:pt x="225" y="684"/>
                    <a:pt x="225" y="684"/>
                    <a:pt x="225" y="684"/>
                  </a:cubicBezTo>
                  <a:cubicBezTo>
                    <a:pt x="225" y="683"/>
                    <a:pt x="230" y="681"/>
                    <a:pt x="231" y="682"/>
                  </a:cubicBezTo>
                  <a:cubicBezTo>
                    <a:pt x="232" y="684"/>
                    <a:pt x="231" y="686"/>
                    <a:pt x="229" y="686"/>
                  </a:cubicBezTo>
                  <a:cubicBezTo>
                    <a:pt x="229" y="686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30" y="688"/>
                    <a:pt x="231" y="688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3" y="686"/>
                    <a:pt x="233" y="686"/>
                  </a:cubicBezTo>
                  <a:cubicBezTo>
                    <a:pt x="234" y="685"/>
                    <a:pt x="237" y="685"/>
                    <a:pt x="239" y="683"/>
                  </a:cubicBezTo>
                  <a:cubicBezTo>
                    <a:pt x="240" y="682"/>
                    <a:pt x="243" y="680"/>
                    <a:pt x="244" y="680"/>
                  </a:cubicBezTo>
                  <a:cubicBezTo>
                    <a:pt x="245" y="681"/>
                    <a:pt x="245" y="682"/>
                    <a:pt x="246" y="683"/>
                  </a:cubicBezTo>
                  <a:cubicBezTo>
                    <a:pt x="246" y="683"/>
                    <a:pt x="246" y="682"/>
                    <a:pt x="247" y="682"/>
                  </a:cubicBezTo>
                  <a:cubicBezTo>
                    <a:pt x="248" y="682"/>
                    <a:pt x="249" y="683"/>
                    <a:pt x="249" y="684"/>
                  </a:cubicBezTo>
                  <a:cubicBezTo>
                    <a:pt x="250" y="684"/>
                    <a:pt x="251" y="684"/>
                    <a:pt x="251" y="685"/>
                  </a:cubicBezTo>
                  <a:cubicBezTo>
                    <a:pt x="251" y="685"/>
                    <a:pt x="250" y="686"/>
                    <a:pt x="249" y="686"/>
                  </a:cubicBezTo>
                  <a:cubicBezTo>
                    <a:pt x="248" y="687"/>
                    <a:pt x="247" y="688"/>
                    <a:pt x="246" y="686"/>
                  </a:cubicBezTo>
                  <a:cubicBezTo>
                    <a:pt x="246" y="685"/>
                    <a:pt x="246" y="686"/>
                    <a:pt x="246" y="687"/>
                  </a:cubicBezTo>
                  <a:cubicBezTo>
                    <a:pt x="247" y="688"/>
                    <a:pt x="248" y="688"/>
                    <a:pt x="248" y="689"/>
                  </a:cubicBezTo>
                  <a:cubicBezTo>
                    <a:pt x="248" y="690"/>
                    <a:pt x="247" y="690"/>
                    <a:pt x="245" y="691"/>
                  </a:cubicBezTo>
                  <a:cubicBezTo>
                    <a:pt x="247" y="692"/>
                    <a:pt x="248" y="693"/>
                    <a:pt x="248" y="694"/>
                  </a:cubicBezTo>
                  <a:cubicBezTo>
                    <a:pt x="248" y="694"/>
                    <a:pt x="247" y="696"/>
                    <a:pt x="246" y="697"/>
                  </a:cubicBezTo>
                  <a:cubicBezTo>
                    <a:pt x="252" y="699"/>
                    <a:pt x="257" y="700"/>
                    <a:pt x="263" y="702"/>
                  </a:cubicBezTo>
                  <a:cubicBezTo>
                    <a:pt x="263" y="702"/>
                    <a:pt x="263" y="702"/>
                    <a:pt x="264" y="701"/>
                  </a:cubicBezTo>
                  <a:cubicBezTo>
                    <a:pt x="264" y="701"/>
                    <a:pt x="265" y="702"/>
                    <a:pt x="266" y="702"/>
                  </a:cubicBezTo>
                  <a:cubicBezTo>
                    <a:pt x="267" y="702"/>
                    <a:pt x="267" y="701"/>
                    <a:pt x="268" y="701"/>
                  </a:cubicBezTo>
                  <a:cubicBezTo>
                    <a:pt x="269" y="701"/>
                    <a:pt x="271" y="702"/>
                    <a:pt x="273" y="702"/>
                  </a:cubicBezTo>
                  <a:cubicBezTo>
                    <a:pt x="274" y="703"/>
                    <a:pt x="274" y="702"/>
                    <a:pt x="274" y="703"/>
                  </a:cubicBezTo>
                  <a:cubicBezTo>
                    <a:pt x="275" y="703"/>
                    <a:pt x="274" y="704"/>
                    <a:pt x="274" y="705"/>
                  </a:cubicBezTo>
                  <a:cubicBezTo>
                    <a:pt x="281" y="707"/>
                    <a:pt x="289" y="708"/>
                    <a:pt x="296" y="709"/>
                  </a:cubicBezTo>
                  <a:cubicBezTo>
                    <a:pt x="297" y="708"/>
                    <a:pt x="297" y="708"/>
                    <a:pt x="298" y="707"/>
                  </a:cubicBezTo>
                  <a:cubicBezTo>
                    <a:pt x="298" y="707"/>
                    <a:pt x="304" y="707"/>
                    <a:pt x="305" y="707"/>
                  </a:cubicBezTo>
                  <a:cubicBezTo>
                    <a:pt x="306" y="707"/>
                    <a:pt x="307" y="708"/>
                    <a:pt x="308" y="708"/>
                  </a:cubicBezTo>
                  <a:cubicBezTo>
                    <a:pt x="307" y="708"/>
                    <a:pt x="307" y="708"/>
                    <a:pt x="307" y="707"/>
                  </a:cubicBezTo>
                  <a:cubicBezTo>
                    <a:pt x="306" y="706"/>
                    <a:pt x="306" y="704"/>
                    <a:pt x="307" y="703"/>
                  </a:cubicBezTo>
                  <a:cubicBezTo>
                    <a:pt x="311" y="699"/>
                    <a:pt x="321" y="702"/>
                    <a:pt x="325" y="704"/>
                  </a:cubicBezTo>
                  <a:cubicBezTo>
                    <a:pt x="325" y="703"/>
                    <a:pt x="325" y="703"/>
                    <a:pt x="325" y="702"/>
                  </a:cubicBezTo>
                  <a:cubicBezTo>
                    <a:pt x="326" y="699"/>
                    <a:pt x="334" y="701"/>
                    <a:pt x="334" y="704"/>
                  </a:cubicBezTo>
                  <a:cubicBezTo>
                    <a:pt x="334" y="704"/>
                    <a:pt x="336" y="705"/>
                    <a:pt x="336" y="705"/>
                  </a:cubicBezTo>
                  <a:cubicBezTo>
                    <a:pt x="336" y="706"/>
                    <a:pt x="334" y="706"/>
                    <a:pt x="334" y="705"/>
                  </a:cubicBezTo>
                  <a:cubicBezTo>
                    <a:pt x="333" y="706"/>
                    <a:pt x="330" y="707"/>
                    <a:pt x="328" y="706"/>
                  </a:cubicBezTo>
                  <a:cubicBezTo>
                    <a:pt x="327" y="706"/>
                    <a:pt x="325" y="706"/>
                    <a:pt x="324" y="708"/>
                  </a:cubicBezTo>
                  <a:cubicBezTo>
                    <a:pt x="324" y="708"/>
                    <a:pt x="324" y="710"/>
                    <a:pt x="324" y="710"/>
                  </a:cubicBezTo>
                  <a:cubicBezTo>
                    <a:pt x="323" y="711"/>
                    <a:pt x="321" y="711"/>
                    <a:pt x="321" y="711"/>
                  </a:cubicBezTo>
                  <a:cubicBezTo>
                    <a:pt x="321" y="712"/>
                    <a:pt x="322" y="713"/>
                    <a:pt x="323" y="713"/>
                  </a:cubicBezTo>
                  <a:cubicBezTo>
                    <a:pt x="328" y="713"/>
                    <a:pt x="334" y="714"/>
                    <a:pt x="339" y="714"/>
                  </a:cubicBezTo>
                  <a:cubicBezTo>
                    <a:pt x="338" y="712"/>
                    <a:pt x="340" y="712"/>
                    <a:pt x="342" y="712"/>
                  </a:cubicBezTo>
                  <a:cubicBezTo>
                    <a:pt x="342" y="712"/>
                    <a:pt x="343" y="712"/>
                    <a:pt x="344" y="712"/>
                  </a:cubicBezTo>
                  <a:cubicBezTo>
                    <a:pt x="344" y="712"/>
                    <a:pt x="344" y="713"/>
                    <a:pt x="344" y="713"/>
                  </a:cubicBezTo>
                  <a:cubicBezTo>
                    <a:pt x="344" y="713"/>
                    <a:pt x="345" y="713"/>
                    <a:pt x="345" y="714"/>
                  </a:cubicBezTo>
                  <a:cubicBezTo>
                    <a:pt x="345" y="714"/>
                    <a:pt x="346" y="714"/>
                    <a:pt x="346" y="714"/>
                  </a:cubicBezTo>
                  <a:cubicBezTo>
                    <a:pt x="346" y="713"/>
                    <a:pt x="347" y="712"/>
                    <a:pt x="347" y="712"/>
                  </a:cubicBezTo>
                  <a:cubicBezTo>
                    <a:pt x="348" y="712"/>
                    <a:pt x="349" y="712"/>
                    <a:pt x="349" y="712"/>
                  </a:cubicBezTo>
                  <a:cubicBezTo>
                    <a:pt x="350" y="712"/>
                    <a:pt x="351" y="711"/>
                    <a:pt x="352" y="711"/>
                  </a:cubicBezTo>
                  <a:cubicBezTo>
                    <a:pt x="352" y="710"/>
                    <a:pt x="352" y="710"/>
                    <a:pt x="354" y="709"/>
                  </a:cubicBezTo>
                  <a:cubicBezTo>
                    <a:pt x="355" y="709"/>
                    <a:pt x="355" y="708"/>
                    <a:pt x="357" y="708"/>
                  </a:cubicBezTo>
                  <a:cubicBezTo>
                    <a:pt x="360" y="707"/>
                    <a:pt x="365" y="706"/>
                    <a:pt x="369" y="705"/>
                  </a:cubicBezTo>
                  <a:cubicBezTo>
                    <a:pt x="370" y="705"/>
                    <a:pt x="370" y="705"/>
                    <a:pt x="370" y="705"/>
                  </a:cubicBezTo>
                  <a:cubicBezTo>
                    <a:pt x="370" y="705"/>
                    <a:pt x="369" y="705"/>
                    <a:pt x="369" y="705"/>
                  </a:cubicBezTo>
                  <a:cubicBezTo>
                    <a:pt x="368" y="705"/>
                    <a:pt x="367" y="704"/>
                    <a:pt x="366" y="702"/>
                  </a:cubicBezTo>
                  <a:cubicBezTo>
                    <a:pt x="365" y="702"/>
                    <a:pt x="365" y="702"/>
                    <a:pt x="365" y="701"/>
                  </a:cubicBezTo>
                  <a:cubicBezTo>
                    <a:pt x="365" y="700"/>
                    <a:pt x="364" y="699"/>
                    <a:pt x="365" y="698"/>
                  </a:cubicBezTo>
                  <a:cubicBezTo>
                    <a:pt x="366" y="692"/>
                    <a:pt x="379" y="693"/>
                    <a:pt x="384" y="696"/>
                  </a:cubicBezTo>
                  <a:cubicBezTo>
                    <a:pt x="386" y="697"/>
                    <a:pt x="387" y="699"/>
                    <a:pt x="388" y="701"/>
                  </a:cubicBezTo>
                  <a:cubicBezTo>
                    <a:pt x="390" y="700"/>
                    <a:pt x="392" y="699"/>
                    <a:pt x="392" y="700"/>
                  </a:cubicBezTo>
                  <a:cubicBezTo>
                    <a:pt x="393" y="701"/>
                    <a:pt x="391" y="702"/>
                    <a:pt x="389" y="702"/>
                  </a:cubicBezTo>
                  <a:cubicBezTo>
                    <a:pt x="389" y="702"/>
                    <a:pt x="389" y="702"/>
                    <a:pt x="389" y="702"/>
                  </a:cubicBezTo>
                  <a:cubicBezTo>
                    <a:pt x="390" y="703"/>
                    <a:pt x="391" y="704"/>
                    <a:pt x="391" y="704"/>
                  </a:cubicBezTo>
                  <a:cubicBezTo>
                    <a:pt x="391" y="706"/>
                    <a:pt x="387" y="707"/>
                    <a:pt x="383" y="708"/>
                  </a:cubicBezTo>
                  <a:cubicBezTo>
                    <a:pt x="388" y="708"/>
                    <a:pt x="395" y="708"/>
                    <a:pt x="399" y="708"/>
                  </a:cubicBezTo>
                  <a:cubicBezTo>
                    <a:pt x="399" y="708"/>
                    <a:pt x="406" y="707"/>
                    <a:pt x="406" y="708"/>
                  </a:cubicBezTo>
                  <a:cubicBezTo>
                    <a:pt x="407" y="710"/>
                    <a:pt x="401" y="709"/>
                    <a:pt x="400" y="709"/>
                  </a:cubicBezTo>
                  <a:cubicBezTo>
                    <a:pt x="394" y="709"/>
                    <a:pt x="384" y="709"/>
                    <a:pt x="378" y="709"/>
                  </a:cubicBezTo>
                  <a:cubicBezTo>
                    <a:pt x="378" y="709"/>
                    <a:pt x="377" y="709"/>
                    <a:pt x="377" y="709"/>
                  </a:cubicBezTo>
                  <a:cubicBezTo>
                    <a:pt x="377" y="709"/>
                    <a:pt x="377" y="709"/>
                    <a:pt x="377" y="708"/>
                  </a:cubicBezTo>
                  <a:cubicBezTo>
                    <a:pt x="378" y="708"/>
                    <a:pt x="378" y="708"/>
                    <a:pt x="379" y="708"/>
                  </a:cubicBezTo>
                  <a:cubicBezTo>
                    <a:pt x="377" y="708"/>
                    <a:pt x="376" y="708"/>
                    <a:pt x="375" y="708"/>
                  </a:cubicBezTo>
                  <a:cubicBezTo>
                    <a:pt x="374" y="708"/>
                    <a:pt x="374" y="709"/>
                    <a:pt x="373" y="709"/>
                  </a:cubicBezTo>
                  <a:cubicBezTo>
                    <a:pt x="373" y="709"/>
                    <a:pt x="372" y="709"/>
                    <a:pt x="372" y="709"/>
                  </a:cubicBezTo>
                  <a:cubicBezTo>
                    <a:pt x="372" y="709"/>
                    <a:pt x="371" y="710"/>
                    <a:pt x="370" y="710"/>
                  </a:cubicBezTo>
                  <a:cubicBezTo>
                    <a:pt x="369" y="710"/>
                    <a:pt x="367" y="710"/>
                    <a:pt x="366" y="711"/>
                  </a:cubicBezTo>
                  <a:cubicBezTo>
                    <a:pt x="364" y="711"/>
                    <a:pt x="363" y="712"/>
                    <a:pt x="361" y="713"/>
                  </a:cubicBezTo>
                  <a:cubicBezTo>
                    <a:pt x="360" y="713"/>
                    <a:pt x="360" y="713"/>
                    <a:pt x="360" y="713"/>
                  </a:cubicBezTo>
                  <a:cubicBezTo>
                    <a:pt x="359" y="713"/>
                    <a:pt x="358" y="714"/>
                    <a:pt x="357" y="715"/>
                  </a:cubicBezTo>
                  <a:cubicBezTo>
                    <a:pt x="357" y="715"/>
                    <a:pt x="357" y="715"/>
                    <a:pt x="357" y="715"/>
                  </a:cubicBezTo>
                  <a:cubicBezTo>
                    <a:pt x="554" y="715"/>
                    <a:pt x="714" y="555"/>
                    <a:pt x="714" y="357"/>
                  </a:cubicBezTo>
                  <a:cubicBezTo>
                    <a:pt x="714" y="339"/>
                    <a:pt x="713" y="322"/>
                    <a:pt x="710" y="304"/>
                  </a:cubicBezTo>
                  <a:close/>
                  <a:moveTo>
                    <a:pt x="703" y="277"/>
                  </a:moveTo>
                  <a:cubicBezTo>
                    <a:pt x="704" y="277"/>
                    <a:pt x="703" y="279"/>
                    <a:pt x="702" y="279"/>
                  </a:cubicBezTo>
                  <a:cubicBezTo>
                    <a:pt x="702" y="278"/>
                    <a:pt x="703" y="278"/>
                    <a:pt x="703" y="277"/>
                  </a:cubicBezTo>
                  <a:close/>
                  <a:moveTo>
                    <a:pt x="702" y="292"/>
                  </a:moveTo>
                  <a:cubicBezTo>
                    <a:pt x="702" y="292"/>
                    <a:pt x="702" y="292"/>
                    <a:pt x="702" y="292"/>
                  </a:cubicBezTo>
                  <a:cubicBezTo>
                    <a:pt x="702" y="292"/>
                    <a:pt x="701" y="293"/>
                    <a:pt x="701" y="293"/>
                  </a:cubicBezTo>
                  <a:cubicBezTo>
                    <a:pt x="701" y="293"/>
                    <a:pt x="701" y="292"/>
                    <a:pt x="702" y="292"/>
                  </a:cubicBezTo>
                  <a:close/>
                  <a:moveTo>
                    <a:pt x="699" y="271"/>
                  </a:moveTo>
                  <a:cubicBezTo>
                    <a:pt x="697" y="274"/>
                    <a:pt x="700" y="270"/>
                    <a:pt x="699" y="271"/>
                  </a:cubicBezTo>
                  <a:close/>
                  <a:moveTo>
                    <a:pt x="681" y="279"/>
                  </a:moveTo>
                  <a:cubicBezTo>
                    <a:pt x="681" y="277"/>
                    <a:pt x="683" y="278"/>
                    <a:pt x="681" y="279"/>
                  </a:cubicBezTo>
                  <a:close/>
                  <a:moveTo>
                    <a:pt x="682" y="275"/>
                  </a:moveTo>
                  <a:cubicBezTo>
                    <a:pt x="683" y="276"/>
                    <a:pt x="681" y="277"/>
                    <a:pt x="682" y="275"/>
                  </a:cubicBezTo>
                  <a:close/>
                  <a:moveTo>
                    <a:pt x="686" y="247"/>
                  </a:moveTo>
                  <a:cubicBezTo>
                    <a:pt x="687" y="248"/>
                    <a:pt x="687" y="250"/>
                    <a:pt x="687" y="252"/>
                  </a:cubicBezTo>
                  <a:cubicBezTo>
                    <a:pt x="686" y="251"/>
                    <a:pt x="686" y="249"/>
                    <a:pt x="686" y="247"/>
                  </a:cubicBezTo>
                  <a:close/>
                  <a:moveTo>
                    <a:pt x="680" y="254"/>
                  </a:moveTo>
                  <a:cubicBezTo>
                    <a:pt x="680" y="255"/>
                    <a:pt x="681" y="252"/>
                    <a:pt x="680" y="254"/>
                  </a:cubicBezTo>
                  <a:close/>
                  <a:moveTo>
                    <a:pt x="684" y="227"/>
                  </a:moveTo>
                  <a:cubicBezTo>
                    <a:pt x="687" y="230"/>
                    <a:pt x="682" y="233"/>
                    <a:pt x="680" y="234"/>
                  </a:cubicBezTo>
                  <a:cubicBezTo>
                    <a:pt x="678" y="231"/>
                    <a:pt x="681" y="225"/>
                    <a:pt x="684" y="227"/>
                  </a:cubicBezTo>
                  <a:close/>
                  <a:moveTo>
                    <a:pt x="634" y="190"/>
                  </a:moveTo>
                  <a:cubicBezTo>
                    <a:pt x="634" y="190"/>
                    <a:pt x="634" y="191"/>
                    <a:pt x="634" y="191"/>
                  </a:cubicBezTo>
                  <a:cubicBezTo>
                    <a:pt x="635" y="194"/>
                    <a:pt x="630" y="192"/>
                    <a:pt x="634" y="190"/>
                  </a:cubicBezTo>
                  <a:close/>
                  <a:moveTo>
                    <a:pt x="574" y="146"/>
                  </a:moveTo>
                  <a:cubicBezTo>
                    <a:pt x="575" y="147"/>
                    <a:pt x="573" y="147"/>
                    <a:pt x="573" y="146"/>
                  </a:cubicBezTo>
                  <a:cubicBezTo>
                    <a:pt x="572" y="146"/>
                    <a:pt x="574" y="145"/>
                    <a:pt x="574" y="146"/>
                  </a:cubicBezTo>
                  <a:close/>
                  <a:moveTo>
                    <a:pt x="571" y="138"/>
                  </a:moveTo>
                  <a:cubicBezTo>
                    <a:pt x="571" y="138"/>
                    <a:pt x="571" y="138"/>
                    <a:pt x="571" y="138"/>
                  </a:cubicBezTo>
                  <a:cubicBezTo>
                    <a:pt x="572" y="140"/>
                    <a:pt x="569" y="137"/>
                    <a:pt x="571" y="138"/>
                  </a:cubicBezTo>
                  <a:close/>
                  <a:moveTo>
                    <a:pt x="566" y="136"/>
                  </a:moveTo>
                  <a:cubicBezTo>
                    <a:pt x="566" y="137"/>
                    <a:pt x="564" y="137"/>
                    <a:pt x="564" y="137"/>
                  </a:cubicBezTo>
                  <a:cubicBezTo>
                    <a:pt x="564" y="136"/>
                    <a:pt x="566" y="135"/>
                    <a:pt x="566" y="136"/>
                  </a:cubicBezTo>
                  <a:close/>
                  <a:moveTo>
                    <a:pt x="562" y="145"/>
                  </a:moveTo>
                  <a:cubicBezTo>
                    <a:pt x="563" y="146"/>
                    <a:pt x="562" y="146"/>
                    <a:pt x="562" y="146"/>
                  </a:cubicBezTo>
                  <a:cubicBezTo>
                    <a:pt x="561" y="145"/>
                    <a:pt x="562" y="145"/>
                    <a:pt x="562" y="145"/>
                  </a:cubicBezTo>
                  <a:close/>
                  <a:moveTo>
                    <a:pt x="549" y="88"/>
                  </a:moveTo>
                  <a:cubicBezTo>
                    <a:pt x="549" y="88"/>
                    <a:pt x="549" y="88"/>
                    <a:pt x="549" y="88"/>
                  </a:cubicBezTo>
                  <a:cubicBezTo>
                    <a:pt x="549" y="88"/>
                    <a:pt x="549" y="88"/>
                    <a:pt x="549" y="88"/>
                  </a:cubicBezTo>
                  <a:close/>
                  <a:moveTo>
                    <a:pt x="549" y="88"/>
                  </a:moveTo>
                  <a:cubicBezTo>
                    <a:pt x="549" y="88"/>
                    <a:pt x="548" y="88"/>
                    <a:pt x="549" y="88"/>
                  </a:cubicBezTo>
                  <a:close/>
                  <a:moveTo>
                    <a:pt x="549" y="90"/>
                  </a:moveTo>
                  <a:cubicBezTo>
                    <a:pt x="549" y="91"/>
                    <a:pt x="548" y="91"/>
                    <a:pt x="548" y="91"/>
                  </a:cubicBezTo>
                  <a:cubicBezTo>
                    <a:pt x="548" y="91"/>
                    <a:pt x="549" y="90"/>
                    <a:pt x="549" y="90"/>
                  </a:cubicBezTo>
                  <a:close/>
                  <a:moveTo>
                    <a:pt x="547" y="89"/>
                  </a:moveTo>
                  <a:cubicBezTo>
                    <a:pt x="546" y="89"/>
                    <a:pt x="546" y="90"/>
                    <a:pt x="545" y="90"/>
                  </a:cubicBezTo>
                  <a:cubicBezTo>
                    <a:pt x="546" y="90"/>
                    <a:pt x="544" y="88"/>
                    <a:pt x="544" y="88"/>
                  </a:cubicBezTo>
                  <a:cubicBezTo>
                    <a:pt x="545" y="87"/>
                    <a:pt x="547" y="87"/>
                    <a:pt x="547" y="89"/>
                  </a:cubicBezTo>
                  <a:close/>
                  <a:moveTo>
                    <a:pt x="540" y="94"/>
                  </a:moveTo>
                  <a:cubicBezTo>
                    <a:pt x="541" y="94"/>
                    <a:pt x="539" y="94"/>
                    <a:pt x="539" y="94"/>
                  </a:cubicBezTo>
                  <a:cubicBezTo>
                    <a:pt x="539" y="93"/>
                    <a:pt x="540" y="93"/>
                    <a:pt x="540" y="94"/>
                  </a:cubicBezTo>
                  <a:close/>
                  <a:moveTo>
                    <a:pt x="540" y="97"/>
                  </a:moveTo>
                  <a:cubicBezTo>
                    <a:pt x="540" y="96"/>
                    <a:pt x="538" y="98"/>
                    <a:pt x="539" y="97"/>
                  </a:cubicBezTo>
                  <a:cubicBezTo>
                    <a:pt x="539" y="96"/>
                    <a:pt x="542" y="93"/>
                    <a:pt x="544" y="93"/>
                  </a:cubicBezTo>
                  <a:cubicBezTo>
                    <a:pt x="546" y="93"/>
                    <a:pt x="549" y="94"/>
                    <a:pt x="548" y="96"/>
                  </a:cubicBezTo>
                  <a:cubicBezTo>
                    <a:pt x="548" y="98"/>
                    <a:pt x="544" y="100"/>
                    <a:pt x="542" y="100"/>
                  </a:cubicBezTo>
                  <a:cubicBezTo>
                    <a:pt x="541" y="100"/>
                    <a:pt x="540" y="99"/>
                    <a:pt x="540" y="99"/>
                  </a:cubicBezTo>
                  <a:cubicBezTo>
                    <a:pt x="539" y="99"/>
                    <a:pt x="538" y="101"/>
                    <a:pt x="538" y="99"/>
                  </a:cubicBezTo>
                  <a:cubicBezTo>
                    <a:pt x="538" y="99"/>
                    <a:pt x="540" y="97"/>
                    <a:pt x="540" y="97"/>
                  </a:cubicBezTo>
                  <a:close/>
                  <a:moveTo>
                    <a:pt x="535" y="95"/>
                  </a:moveTo>
                  <a:cubicBezTo>
                    <a:pt x="536" y="96"/>
                    <a:pt x="533" y="95"/>
                    <a:pt x="535" y="95"/>
                  </a:cubicBezTo>
                  <a:close/>
                  <a:moveTo>
                    <a:pt x="535" y="97"/>
                  </a:moveTo>
                  <a:cubicBezTo>
                    <a:pt x="535" y="97"/>
                    <a:pt x="535" y="96"/>
                    <a:pt x="535" y="96"/>
                  </a:cubicBezTo>
                  <a:cubicBezTo>
                    <a:pt x="535" y="97"/>
                    <a:pt x="536" y="97"/>
                    <a:pt x="535" y="97"/>
                  </a:cubicBezTo>
                  <a:close/>
                  <a:moveTo>
                    <a:pt x="534" y="111"/>
                  </a:moveTo>
                  <a:cubicBezTo>
                    <a:pt x="534" y="110"/>
                    <a:pt x="535" y="109"/>
                    <a:pt x="536" y="110"/>
                  </a:cubicBezTo>
                  <a:cubicBezTo>
                    <a:pt x="537" y="111"/>
                    <a:pt x="535" y="111"/>
                    <a:pt x="534" y="111"/>
                  </a:cubicBezTo>
                  <a:close/>
                  <a:moveTo>
                    <a:pt x="535" y="84"/>
                  </a:moveTo>
                  <a:cubicBezTo>
                    <a:pt x="538" y="83"/>
                    <a:pt x="536" y="88"/>
                    <a:pt x="534" y="87"/>
                  </a:cubicBezTo>
                  <a:cubicBezTo>
                    <a:pt x="532" y="86"/>
                    <a:pt x="534" y="85"/>
                    <a:pt x="535" y="84"/>
                  </a:cubicBezTo>
                  <a:close/>
                  <a:moveTo>
                    <a:pt x="545" y="73"/>
                  </a:moveTo>
                  <a:cubicBezTo>
                    <a:pt x="544" y="74"/>
                    <a:pt x="544" y="72"/>
                    <a:pt x="545" y="73"/>
                  </a:cubicBezTo>
                  <a:close/>
                  <a:moveTo>
                    <a:pt x="541" y="72"/>
                  </a:moveTo>
                  <a:cubicBezTo>
                    <a:pt x="540" y="73"/>
                    <a:pt x="539" y="73"/>
                    <a:pt x="537" y="73"/>
                  </a:cubicBezTo>
                  <a:cubicBezTo>
                    <a:pt x="539" y="73"/>
                    <a:pt x="539" y="71"/>
                    <a:pt x="541" y="72"/>
                  </a:cubicBezTo>
                  <a:close/>
                  <a:moveTo>
                    <a:pt x="534" y="73"/>
                  </a:moveTo>
                  <a:cubicBezTo>
                    <a:pt x="534" y="74"/>
                    <a:pt x="532" y="75"/>
                    <a:pt x="532" y="74"/>
                  </a:cubicBezTo>
                  <a:cubicBezTo>
                    <a:pt x="531" y="74"/>
                    <a:pt x="534" y="73"/>
                    <a:pt x="534" y="73"/>
                  </a:cubicBezTo>
                  <a:close/>
                  <a:moveTo>
                    <a:pt x="531" y="74"/>
                  </a:moveTo>
                  <a:cubicBezTo>
                    <a:pt x="532" y="75"/>
                    <a:pt x="530" y="74"/>
                    <a:pt x="530" y="74"/>
                  </a:cubicBezTo>
                  <a:cubicBezTo>
                    <a:pt x="529" y="73"/>
                    <a:pt x="531" y="73"/>
                    <a:pt x="531" y="74"/>
                  </a:cubicBezTo>
                  <a:close/>
                  <a:moveTo>
                    <a:pt x="458" y="41"/>
                  </a:moveTo>
                  <a:cubicBezTo>
                    <a:pt x="458" y="42"/>
                    <a:pt x="458" y="42"/>
                    <a:pt x="458" y="42"/>
                  </a:cubicBezTo>
                  <a:cubicBezTo>
                    <a:pt x="458" y="41"/>
                    <a:pt x="457" y="40"/>
                    <a:pt x="458" y="41"/>
                  </a:cubicBezTo>
                  <a:close/>
                  <a:moveTo>
                    <a:pt x="421" y="34"/>
                  </a:moveTo>
                  <a:cubicBezTo>
                    <a:pt x="420" y="34"/>
                    <a:pt x="420" y="33"/>
                    <a:pt x="421" y="34"/>
                  </a:cubicBezTo>
                  <a:close/>
                  <a:moveTo>
                    <a:pt x="421" y="29"/>
                  </a:moveTo>
                  <a:cubicBezTo>
                    <a:pt x="422" y="30"/>
                    <a:pt x="420" y="30"/>
                    <a:pt x="420" y="30"/>
                  </a:cubicBezTo>
                  <a:cubicBezTo>
                    <a:pt x="419" y="29"/>
                    <a:pt x="421" y="29"/>
                    <a:pt x="421" y="29"/>
                  </a:cubicBezTo>
                  <a:close/>
                  <a:moveTo>
                    <a:pt x="461" y="19"/>
                  </a:moveTo>
                  <a:cubicBezTo>
                    <a:pt x="461" y="20"/>
                    <a:pt x="458" y="20"/>
                    <a:pt x="458" y="19"/>
                  </a:cubicBezTo>
                  <a:cubicBezTo>
                    <a:pt x="457" y="18"/>
                    <a:pt x="461" y="17"/>
                    <a:pt x="461" y="19"/>
                  </a:cubicBezTo>
                  <a:close/>
                  <a:moveTo>
                    <a:pt x="456" y="20"/>
                  </a:moveTo>
                  <a:cubicBezTo>
                    <a:pt x="457" y="21"/>
                    <a:pt x="454" y="22"/>
                    <a:pt x="454" y="20"/>
                  </a:cubicBezTo>
                  <a:cubicBezTo>
                    <a:pt x="454" y="20"/>
                    <a:pt x="456" y="20"/>
                    <a:pt x="456" y="20"/>
                  </a:cubicBezTo>
                  <a:close/>
                  <a:moveTo>
                    <a:pt x="455" y="23"/>
                  </a:moveTo>
                  <a:cubicBezTo>
                    <a:pt x="456" y="24"/>
                    <a:pt x="453" y="23"/>
                    <a:pt x="453" y="23"/>
                  </a:cubicBezTo>
                  <a:cubicBezTo>
                    <a:pt x="453" y="22"/>
                    <a:pt x="455" y="22"/>
                    <a:pt x="455" y="23"/>
                  </a:cubicBezTo>
                  <a:close/>
                  <a:moveTo>
                    <a:pt x="434" y="24"/>
                  </a:moveTo>
                  <a:cubicBezTo>
                    <a:pt x="434" y="25"/>
                    <a:pt x="430" y="24"/>
                    <a:pt x="430" y="23"/>
                  </a:cubicBezTo>
                  <a:cubicBezTo>
                    <a:pt x="430" y="22"/>
                    <a:pt x="433" y="22"/>
                    <a:pt x="434" y="24"/>
                  </a:cubicBezTo>
                  <a:close/>
                  <a:moveTo>
                    <a:pt x="427" y="20"/>
                  </a:moveTo>
                  <a:cubicBezTo>
                    <a:pt x="427" y="21"/>
                    <a:pt x="425" y="20"/>
                    <a:pt x="425" y="20"/>
                  </a:cubicBezTo>
                  <a:cubicBezTo>
                    <a:pt x="425" y="20"/>
                    <a:pt x="427" y="19"/>
                    <a:pt x="427" y="20"/>
                  </a:cubicBezTo>
                  <a:close/>
                  <a:moveTo>
                    <a:pt x="418" y="41"/>
                  </a:moveTo>
                  <a:cubicBezTo>
                    <a:pt x="418" y="41"/>
                    <a:pt x="418" y="40"/>
                    <a:pt x="418" y="40"/>
                  </a:cubicBezTo>
                  <a:cubicBezTo>
                    <a:pt x="416" y="39"/>
                    <a:pt x="420" y="40"/>
                    <a:pt x="418" y="41"/>
                  </a:cubicBezTo>
                  <a:close/>
                  <a:moveTo>
                    <a:pt x="415" y="43"/>
                  </a:moveTo>
                  <a:cubicBezTo>
                    <a:pt x="416" y="44"/>
                    <a:pt x="414" y="44"/>
                    <a:pt x="414" y="44"/>
                  </a:cubicBezTo>
                  <a:cubicBezTo>
                    <a:pt x="414" y="44"/>
                    <a:pt x="414" y="43"/>
                    <a:pt x="415" y="43"/>
                  </a:cubicBezTo>
                  <a:close/>
                  <a:moveTo>
                    <a:pt x="388" y="45"/>
                  </a:moveTo>
                  <a:cubicBezTo>
                    <a:pt x="388" y="43"/>
                    <a:pt x="393" y="43"/>
                    <a:pt x="393" y="45"/>
                  </a:cubicBezTo>
                  <a:cubicBezTo>
                    <a:pt x="393" y="48"/>
                    <a:pt x="388" y="46"/>
                    <a:pt x="388" y="45"/>
                  </a:cubicBezTo>
                  <a:close/>
                  <a:moveTo>
                    <a:pt x="394" y="10"/>
                  </a:moveTo>
                  <a:cubicBezTo>
                    <a:pt x="394" y="11"/>
                    <a:pt x="393" y="11"/>
                    <a:pt x="392" y="11"/>
                  </a:cubicBezTo>
                  <a:cubicBezTo>
                    <a:pt x="393" y="10"/>
                    <a:pt x="394" y="10"/>
                    <a:pt x="394" y="10"/>
                  </a:cubicBezTo>
                  <a:close/>
                  <a:moveTo>
                    <a:pt x="389" y="10"/>
                  </a:moveTo>
                  <a:cubicBezTo>
                    <a:pt x="391" y="9"/>
                    <a:pt x="391" y="12"/>
                    <a:pt x="389" y="10"/>
                  </a:cubicBezTo>
                  <a:close/>
                  <a:moveTo>
                    <a:pt x="387" y="32"/>
                  </a:moveTo>
                  <a:cubicBezTo>
                    <a:pt x="393" y="30"/>
                    <a:pt x="399" y="30"/>
                    <a:pt x="404" y="30"/>
                  </a:cubicBezTo>
                  <a:cubicBezTo>
                    <a:pt x="399" y="31"/>
                    <a:pt x="391" y="32"/>
                    <a:pt x="384" y="33"/>
                  </a:cubicBezTo>
                  <a:cubicBezTo>
                    <a:pt x="379" y="35"/>
                    <a:pt x="386" y="32"/>
                    <a:pt x="387" y="32"/>
                  </a:cubicBezTo>
                  <a:close/>
                  <a:moveTo>
                    <a:pt x="380" y="25"/>
                  </a:moveTo>
                  <a:cubicBezTo>
                    <a:pt x="381" y="24"/>
                    <a:pt x="382" y="26"/>
                    <a:pt x="380" y="25"/>
                  </a:cubicBezTo>
                  <a:close/>
                  <a:moveTo>
                    <a:pt x="355" y="52"/>
                  </a:moveTo>
                  <a:cubicBezTo>
                    <a:pt x="355" y="51"/>
                    <a:pt x="357" y="50"/>
                    <a:pt x="357" y="51"/>
                  </a:cubicBezTo>
                  <a:cubicBezTo>
                    <a:pt x="358" y="53"/>
                    <a:pt x="356" y="52"/>
                    <a:pt x="355" y="52"/>
                  </a:cubicBezTo>
                  <a:close/>
                  <a:moveTo>
                    <a:pt x="375" y="42"/>
                  </a:move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lose/>
                  <a:moveTo>
                    <a:pt x="371" y="6"/>
                  </a:moveTo>
                  <a:cubicBezTo>
                    <a:pt x="372" y="5"/>
                    <a:pt x="373" y="7"/>
                    <a:pt x="371" y="6"/>
                  </a:cubicBezTo>
                  <a:close/>
                  <a:moveTo>
                    <a:pt x="367" y="52"/>
                  </a:moveTo>
                  <a:cubicBezTo>
                    <a:pt x="366" y="53"/>
                    <a:pt x="365" y="53"/>
                    <a:pt x="364" y="53"/>
                  </a:cubicBezTo>
                  <a:cubicBezTo>
                    <a:pt x="365" y="52"/>
                    <a:pt x="366" y="52"/>
                    <a:pt x="367" y="52"/>
                  </a:cubicBezTo>
                  <a:close/>
                  <a:moveTo>
                    <a:pt x="360" y="41"/>
                  </a:moveTo>
                  <a:cubicBezTo>
                    <a:pt x="358" y="42"/>
                    <a:pt x="354" y="43"/>
                    <a:pt x="351" y="41"/>
                  </a:cubicBezTo>
                  <a:cubicBezTo>
                    <a:pt x="351" y="40"/>
                    <a:pt x="360" y="41"/>
                    <a:pt x="360" y="41"/>
                  </a:cubicBezTo>
                  <a:close/>
                  <a:moveTo>
                    <a:pt x="2" y="391"/>
                  </a:moveTo>
                  <a:cubicBezTo>
                    <a:pt x="2" y="392"/>
                    <a:pt x="2" y="389"/>
                    <a:pt x="2" y="391"/>
                  </a:cubicBezTo>
                  <a:close/>
                  <a:moveTo>
                    <a:pt x="2" y="338"/>
                  </a:moveTo>
                  <a:cubicBezTo>
                    <a:pt x="1" y="339"/>
                    <a:pt x="1" y="336"/>
                    <a:pt x="2" y="337"/>
                  </a:cubicBezTo>
                  <a:cubicBezTo>
                    <a:pt x="2" y="337"/>
                    <a:pt x="2" y="337"/>
                    <a:pt x="2" y="338"/>
                  </a:cubicBezTo>
                  <a:close/>
                  <a:moveTo>
                    <a:pt x="6" y="411"/>
                  </a:moveTo>
                  <a:cubicBezTo>
                    <a:pt x="7" y="410"/>
                    <a:pt x="8" y="410"/>
                    <a:pt x="6" y="411"/>
                  </a:cubicBezTo>
                  <a:close/>
                  <a:moveTo>
                    <a:pt x="7" y="377"/>
                  </a:moveTo>
                  <a:cubicBezTo>
                    <a:pt x="8" y="377"/>
                    <a:pt x="8" y="378"/>
                    <a:pt x="7" y="379"/>
                  </a:cubicBezTo>
                  <a:cubicBezTo>
                    <a:pt x="6" y="380"/>
                    <a:pt x="7" y="377"/>
                    <a:pt x="7" y="377"/>
                  </a:cubicBezTo>
                  <a:close/>
                  <a:moveTo>
                    <a:pt x="7" y="415"/>
                  </a:moveTo>
                  <a:cubicBezTo>
                    <a:pt x="7" y="416"/>
                    <a:pt x="7" y="413"/>
                    <a:pt x="8" y="414"/>
                  </a:cubicBezTo>
                  <a:cubicBezTo>
                    <a:pt x="9" y="414"/>
                    <a:pt x="8" y="415"/>
                    <a:pt x="7" y="415"/>
                  </a:cubicBezTo>
                  <a:close/>
                  <a:moveTo>
                    <a:pt x="7" y="368"/>
                  </a:moveTo>
                  <a:cubicBezTo>
                    <a:pt x="6" y="367"/>
                    <a:pt x="7" y="364"/>
                    <a:pt x="8" y="363"/>
                  </a:cubicBezTo>
                  <a:cubicBezTo>
                    <a:pt x="8" y="365"/>
                    <a:pt x="7" y="366"/>
                    <a:pt x="7" y="368"/>
                  </a:cubicBezTo>
                  <a:close/>
                  <a:moveTo>
                    <a:pt x="13" y="438"/>
                  </a:moveTo>
                  <a:cubicBezTo>
                    <a:pt x="13" y="438"/>
                    <a:pt x="13" y="439"/>
                    <a:pt x="13" y="439"/>
                  </a:cubicBezTo>
                  <a:cubicBezTo>
                    <a:pt x="13" y="441"/>
                    <a:pt x="12" y="437"/>
                    <a:pt x="13" y="438"/>
                  </a:cubicBezTo>
                  <a:close/>
                  <a:moveTo>
                    <a:pt x="12" y="423"/>
                  </a:moveTo>
                  <a:cubicBezTo>
                    <a:pt x="13" y="423"/>
                    <a:pt x="11" y="425"/>
                    <a:pt x="12" y="423"/>
                  </a:cubicBezTo>
                  <a:close/>
                  <a:moveTo>
                    <a:pt x="15" y="295"/>
                  </a:moveTo>
                  <a:cubicBezTo>
                    <a:pt x="15" y="298"/>
                    <a:pt x="13" y="296"/>
                    <a:pt x="15" y="295"/>
                  </a:cubicBezTo>
                  <a:close/>
                  <a:moveTo>
                    <a:pt x="13" y="368"/>
                  </a:moveTo>
                  <a:cubicBezTo>
                    <a:pt x="14" y="368"/>
                    <a:pt x="13" y="369"/>
                    <a:pt x="13" y="369"/>
                  </a:cubicBezTo>
                  <a:cubicBezTo>
                    <a:pt x="12" y="370"/>
                    <a:pt x="12" y="367"/>
                    <a:pt x="13" y="368"/>
                  </a:cubicBezTo>
                  <a:close/>
                  <a:moveTo>
                    <a:pt x="12" y="352"/>
                  </a:moveTo>
                  <a:cubicBezTo>
                    <a:pt x="11" y="353"/>
                    <a:pt x="11" y="350"/>
                    <a:pt x="12" y="351"/>
                  </a:cubicBezTo>
                  <a:cubicBezTo>
                    <a:pt x="13" y="351"/>
                    <a:pt x="12" y="352"/>
                    <a:pt x="12" y="352"/>
                  </a:cubicBezTo>
                  <a:close/>
                  <a:moveTo>
                    <a:pt x="10" y="333"/>
                  </a:moveTo>
                  <a:cubicBezTo>
                    <a:pt x="12" y="332"/>
                    <a:pt x="14" y="337"/>
                    <a:pt x="12" y="338"/>
                  </a:cubicBezTo>
                  <a:cubicBezTo>
                    <a:pt x="9" y="339"/>
                    <a:pt x="9" y="334"/>
                    <a:pt x="10" y="333"/>
                  </a:cubicBezTo>
                  <a:close/>
                  <a:moveTo>
                    <a:pt x="10" y="355"/>
                  </a:moveTo>
                  <a:cubicBezTo>
                    <a:pt x="9" y="356"/>
                    <a:pt x="10" y="353"/>
                    <a:pt x="10" y="353"/>
                  </a:cubicBezTo>
                  <a:cubicBezTo>
                    <a:pt x="11" y="354"/>
                    <a:pt x="10" y="355"/>
                    <a:pt x="10" y="355"/>
                  </a:cubicBezTo>
                  <a:close/>
                  <a:moveTo>
                    <a:pt x="9" y="371"/>
                  </a:moveTo>
                  <a:cubicBezTo>
                    <a:pt x="8" y="372"/>
                    <a:pt x="8" y="369"/>
                    <a:pt x="9" y="370"/>
                  </a:cubicBezTo>
                  <a:cubicBezTo>
                    <a:pt x="9" y="370"/>
                    <a:pt x="9" y="371"/>
                    <a:pt x="9" y="371"/>
                  </a:cubicBezTo>
                  <a:close/>
                  <a:moveTo>
                    <a:pt x="9" y="359"/>
                  </a:moveTo>
                  <a:cubicBezTo>
                    <a:pt x="8" y="359"/>
                    <a:pt x="9" y="357"/>
                    <a:pt x="10" y="357"/>
                  </a:cubicBezTo>
                  <a:cubicBezTo>
                    <a:pt x="9" y="358"/>
                    <a:pt x="9" y="358"/>
                    <a:pt x="9" y="359"/>
                  </a:cubicBezTo>
                  <a:close/>
                  <a:moveTo>
                    <a:pt x="10" y="438"/>
                  </a:moveTo>
                  <a:cubicBezTo>
                    <a:pt x="9" y="439"/>
                    <a:pt x="10" y="436"/>
                    <a:pt x="11" y="436"/>
                  </a:cubicBezTo>
                  <a:cubicBezTo>
                    <a:pt x="12" y="437"/>
                    <a:pt x="11" y="437"/>
                    <a:pt x="10" y="438"/>
                  </a:cubicBezTo>
                  <a:close/>
                  <a:moveTo>
                    <a:pt x="10" y="424"/>
                  </a:moveTo>
                  <a:cubicBezTo>
                    <a:pt x="9" y="425"/>
                    <a:pt x="10" y="422"/>
                    <a:pt x="11" y="423"/>
                  </a:cubicBezTo>
                  <a:cubicBezTo>
                    <a:pt x="12" y="424"/>
                    <a:pt x="11" y="424"/>
                    <a:pt x="10" y="424"/>
                  </a:cubicBezTo>
                  <a:close/>
                  <a:moveTo>
                    <a:pt x="11" y="386"/>
                  </a:moveTo>
                  <a:cubicBezTo>
                    <a:pt x="10" y="386"/>
                    <a:pt x="10" y="387"/>
                    <a:pt x="10" y="385"/>
                  </a:cubicBezTo>
                  <a:cubicBezTo>
                    <a:pt x="10" y="383"/>
                    <a:pt x="14" y="374"/>
                    <a:pt x="14" y="374"/>
                  </a:cubicBezTo>
                  <a:cubicBezTo>
                    <a:pt x="16" y="374"/>
                    <a:pt x="13" y="377"/>
                    <a:pt x="13" y="378"/>
                  </a:cubicBezTo>
                  <a:cubicBezTo>
                    <a:pt x="12" y="381"/>
                    <a:pt x="14" y="385"/>
                    <a:pt x="11" y="386"/>
                  </a:cubicBezTo>
                  <a:close/>
                  <a:moveTo>
                    <a:pt x="14" y="394"/>
                  </a:moveTo>
                  <a:cubicBezTo>
                    <a:pt x="13" y="396"/>
                    <a:pt x="14" y="393"/>
                    <a:pt x="14" y="393"/>
                  </a:cubicBezTo>
                  <a:cubicBezTo>
                    <a:pt x="15" y="393"/>
                    <a:pt x="15" y="394"/>
                    <a:pt x="14" y="394"/>
                  </a:cubicBezTo>
                  <a:close/>
                  <a:moveTo>
                    <a:pt x="15" y="388"/>
                  </a:moveTo>
                  <a:cubicBezTo>
                    <a:pt x="14" y="388"/>
                    <a:pt x="15" y="387"/>
                    <a:pt x="15" y="387"/>
                  </a:cubicBezTo>
                  <a:cubicBezTo>
                    <a:pt x="15" y="387"/>
                    <a:pt x="15" y="388"/>
                    <a:pt x="15" y="388"/>
                  </a:cubicBezTo>
                  <a:close/>
                  <a:moveTo>
                    <a:pt x="15" y="300"/>
                  </a:moveTo>
                  <a:cubicBezTo>
                    <a:pt x="16" y="302"/>
                    <a:pt x="14" y="301"/>
                    <a:pt x="15" y="300"/>
                  </a:cubicBezTo>
                  <a:close/>
                  <a:moveTo>
                    <a:pt x="16" y="366"/>
                  </a:moveTo>
                  <a:cubicBezTo>
                    <a:pt x="15" y="367"/>
                    <a:pt x="17" y="364"/>
                    <a:pt x="16" y="366"/>
                  </a:cubicBezTo>
                  <a:close/>
                  <a:moveTo>
                    <a:pt x="17" y="380"/>
                  </a:moveTo>
                  <a:cubicBezTo>
                    <a:pt x="16" y="381"/>
                    <a:pt x="16" y="379"/>
                    <a:pt x="17" y="379"/>
                  </a:cubicBezTo>
                  <a:cubicBezTo>
                    <a:pt x="17" y="378"/>
                    <a:pt x="17" y="380"/>
                    <a:pt x="17" y="380"/>
                  </a:cubicBezTo>
                  <a:close/>
                  <a:moveTo>
                    <a:pt x="27" y="420"/>
                  </a:move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lose/>
                  <a:moveTo>
                    <a:pt x="23" y="346"/>
                  </a:moveTo>
                  <a:cubicBezTo>
                    <a:pt x="23" y="346"/>
                    <a:pt x="23" y="347"/>
                    <a:pt x="23" y="347"/>
                  </a:cubicBezTo>
                  <a:cubicBezTo>
                    <a:pt x="22" y="347"/>
                    <a:pt x="22" y="346"/>
                    <a:pt x="23" y="346"/>
                  </a:cubicBezTo>
                  <a:close/>
                  <a:moveTo>
                    <a:pt x="19" y="405"/>
                  </a:moveTo>
                  <a:cubicBezTo>
                    <a:pt x="19" y="405"/>
                    <a:pt x="18" y="404"/>
                    <a:pt x="18" y="404"/>
                  </a:cubicBezTo>
                  <a:cubicBezTo>
                    <a:pt x="18" y="404"/>
                    <a:pt x="20" y="404"/>
                    <a:pt x="19" y="405"/>
                  </a:cubicBezTo>
                  <a:close/>
                  <a:moveTo>
                    <a:pt x="20" y="406"/>
                  </a:moveTo>
                  <a:cubicBezTo>
                    <a:pt x="19" y="406"/>
                    <a:pt x="20" y="405"/>
                    <a:pt x="20" y="404"/>
                  </a:cubicBezTo>
                  <a:cubicBezTo>
                    <a:pt x="21" y="404"/>
                    <a:pt x="20" y="405"/>
                    <a:pt x="20" y="406"/>
                  </a:cubicBezTo>
                  <a:close/>
                  <a:moveTo>
                    <a:pt x="20" y="360"/>
                  </a:moveTo>
                  <a:cubicBezTo>
                    <a:pt x="19" y="359"/>
                    <a:pt x="21" y="359"/>
                    <a:pt x="20" y="360"/>
                  </a:cubicBezTo>
                  <a:close/>
                  <a:moveTo>
                    <a:pt x="22" y="268"/>
                  </a:moveTo>
                  <a:cubicBezTo>
                    <a:pt x="23" y="268"/>
                    <a:pt x="22" y="270"/>
                    <a:pt x="22" y="271"/>
                  </a:cubicBezTo>
                  <a:cubicBezTo>
                    <a:pt x="19" y="273"/>
                    <a:pt x="19" y="267"/>
                    <a:pt x="22" y="268"/>
                  </a:cubicBezTo>
                  <a:close/>
                  <a:moveTo>
                    <a:pt x="21" y="397"/>
                  </a:moveTo>
                  <a:cubicBezTo>
                    <a:pt x="21" y="396"/>
                    <a:pt x="22" y="397"/>
                    <a:pt x="22" y="398"/>
                  </a:cubicBezTo>
                  <a:cubicBezTo>
                    <a:pt x="21" y="399"/>
                    <a:pt x="20" y="397"/>
                    <a:pt x="21" y="397"/>
                  </a:cubicBezTo>
                  <a:close/>
                  <a:moveTo>
                    <a:pt x="21" y="415"/>
                  </a:moveTo>
                  <a:cubicBezTo>
                    <a:pt x="22" y="416"/>
                    <a:pt x="21" y="417"/>
                    <a:pt x="21" y="415"/>
                  </a:cubicBezTo>
                  <a:close/>
                  <a:moveTo>
                    <a:pt x="21" y="413"/>
                  </a:moveTo>
                  <a:cubicBezTo>
                    <a:pt x="21" y="413"/>
                    <a:pt x="23" y="413"/>
                    <a:pt x="23" y="413"/>
                  </a:cubicBezTo>
                  <a:cubicBezTo>
                    <a:pt x="23" y="414"/>
                    <a:pt x="20" y="414"/>
                    <a:pt x="21" y="413"/>
                  </a:cubicBezTo>
                  <a:close/>
                  <a:moveTo>
                    <a:pt x="24" y="367"/>
                  </a:moveTo>
                  <a:cubicBezTo>
                    <a:pt x="25" y="368"/>
                    <a:pt x="23" y="369"/>
                    <a:pt x="24" y="367"/>
                  </a:cubicBezTo>
                  <a:close/>
                  <a:moveTo>
                    <a:pt x="24" y="412"/>
                  </a:moveTo>
                  <a:cubicBezTo>
                    <a:pt x="24" y="413"/>
                    <a:pt x="24" y="410"/>
                    <a:pt x="24" y="412"/>
                  </a:cubicBezTo>
                  <a:close/>
                  <a:moveTo>
                    <a:pt x="25" y="401"/>
                  </a:moveTo>
                  <a:cubicBezTo>
                    <a:pt x="24" y="402"/>
                    <a:pt x="24" y="400"/>
                    <a:pt x="24" y="399"/>
                  </a:cubicBezTo>
                  <a:cubicBezTo>
                    <a:pt x="25" y="399"/>
                    <a:pt x="25" y="401"/>
                    <a:pt x="25" y="401"/>
                  </a:cubicBezTo>
                  <a:close/>
                  <a:moveTo>
                    <a:pt x="27" y="397"/>
                  </a:moveTo>
                  <a:cubicBezTo>
                    <a:pt x="27" y="398"/>
                    <a:pt x="28" y="396"/>
                    <a:pt x="27" y="397"/>
                  </a:cubicBezTo>
                  <a:close/>
                  <a:moveTo>
                    <a:pt x="25" y="343"/>
                  </a:moveTo>
                  <a:cubicBezTo>
                    <a:pt x="23" y="342"/>
                    <a:pt x="25" y="340"/>
                    <a:pt x="25" y="338"/>
                  </a:cubicBezTo>
                  <a:cubicBezTo>
                    <a:pt x="25" y="340"/>
                    <a:pt x="26" y="339"/>
                    <a:pt x="27" y="340"/>
                  </a:cubicBezTo>
                  <a:cubicBezTo>
                    <a:pt x="29" y="342"/>
                    <a:pt x="26" y="345"/>
                    <a:pt x="25" y="343"/>
                  </a:cubicBezTo>
                  <a:close/>
                  <a:moveTo>
                    <a:pt x="31" y="233"/>
                  </a:moveTo>
                  <a:cubicBezTo>
                    <a:pt x="30" y="234"/>
                    <a:pt x="30" y="231"/>
                    <a:pt x="30" y="231"/>
                  </a:cubicBezTo>
                  <a:cubicBezTo>
                    <a:pt x="32" y="231"/>
                    <a:pt x="31" y="233"/>
                    <a:pt x="31" y="233"/>
                  </a:cubicBezTo>
                  <a:close/>
                  <a:moveTo>
                    <a:pt x="33" y="290"/>
                  </a:moveTo>
                  <a:cubicBezTo>
                    <a:pt x="32" y="291"/>
                    <a:pt x="32" y="288"/>
                    <a:pt x="33" y="289"/>
                  </a:cubicBezTo>
                  <a:cubicBezTo>
                    <a:pt x="34" y="289"/>
                    <a:pt x="33" y="290"/>
                    <a:pt x="33" y="290"/>
                  </a:cubicBezTo>
                  <a:close/>
                  <a:moveTo>
                    <a:pt x="34" y="385"/>
                  </a:moveTo>
                  <a:cubicBezTo>
                    <a:pt x="33" y="386"/>
                    <a:pt x="34" y="383"/>
                    <a:pt x="35" y="383"/>
                  </a:cubicBezTo>
                  <a:cubicBezTo>
                    <a:pt x="35" y="384"/>
                    <a:pt x="34" y="385"/>
                    <a:pt x="34" y="385"/>
                  </a:cubicBezTo>
                  <a:close/>
                  <a:moveTo>
                    <a:pt x="36" y="305"/>
                  </a:moveTo>
                  <a:cubicBezTo>
                    <a:pt x="35" y="307"/>
                    <a:pt x="37" y="303"/>
                    <a:pt x="36" y="305"/>
                  </a:cubicBezTo>
                  <a:close/>
                  <a:moveTo>
                    <a:pt x="37" y="344"/>
                  </a:moveTo>
                  <a:cubicBezTo>
                    <a:pt x="37" y="344"/>
                    <a:pt x="38" y="344"/>
                    <a:pt x="38" y="344"/>
                  </a:cubicBezTo>
                  <a:cubicBezTo>
                    <a:pt x="38" y="345"/>
                    <a:pt x="37" y="345"/>
                    <a:pt x="37" y="344"/>
                  </a:cubicBezTo>
                  <a:close/>
                  <a:moveTo>
                    <a:pt x="29" y="469"/>
                  </a:moveTo>
                  <a:cubicBezTo>
                    <a:pt x="25" y="471"/>
                    <a:pt x="25" y="463"/>
                    <a:pt x="29" y="464"/>
                  </a:cubicBezTo>
                  <a:cubicBezTo>
                    <a:pt x="31" y="464"/>
                    <a:pt x="31" y="468"/>
                    <a:pt x="29" y="469"/>
                  </a:cubicBezTo>
                  <a:close/>
                  <a:moveTo>
                    <a:pt x="34" y="484"/>
                  </a:moveTo>
                  <a:cubicBezTo>
                    <a:pt x="34" y="485"/>
                    <a:pt x="34" y="485"/>
                    <a:pt x="33" y="485"/>
                  </a:cubicBezTo>
                  <a:cubicBezTo>
                    <a:pt x="32" y="486"/>
                    <a:pt x="33" y="483"/>
                    <a:pt x="34" y="484"/>
                  </a:cubicBezTo>
                  <a:close/>
                  <a:moveTo>
                    <a:pt x="36" y="466"/>
                  </a:moveTo>
                  <a:cubicBezTo>
                    <a:pt x="34" y="467"/>
                    <a:pt x="34" y="464"/>
                    <a:pt x="35" y="463"/>
                  </a:cubicBezTo>
                  <a:cubicBezTo>
                    <a:pt x="36" y="463"/>
                    <a:pt x="37" y="465"/>
                    <a:pt x="36" y="466"/>
                  </a:cubicBezTo>
                  <a:close/>
                  <a:moveTo>
                    <a:pt x="38" y="455"/>
                  </a:moveTo>
                  <a:cubicBezTo>
                    <a:pt x="38" y="455"/>
                    <a:pt x="38" y="456"/>
                    <a:pt x="38" y="456"/>
                  </a:cubicBezTo>
                  <a:cubicBezTo>
                    <a:pt x="37" y="458"/>
                    <a:pt x="36" y="454"/>
                    <a:pt x="38" y="455"/>
                  </a:cubicBezTo>
                  <a:close/>
                  <a:moveTo>
                    <a:pt x="38" y="461"/>
                  </a:moveTo>
                  <a:cubicBezTo>
                    <a:pt x="36" y="462"/>
                    <a:pt x="38" y="459"/>
                    <a:pt x="39" y="459"/>
                  </a:cubicBezTo>
                  <a:cubicBezTo>
                    <a:pt x="39" y="460"/>
                    <a:pt x="38" y="461"/>
                    <a:pt x="38" y="461"/>
                  </a:cubicBezTo>
                  <a:close/>
                  <a:moveTo>
                    <a:pt x="66" y="337"/>
                  </a:moveTo>
                  <a:cubicBezTo>
                    <a:pt x="66" y="337"/>
                    <a:pt x="66" y="338"/>
                    <a:pt x="66" y="338"/>
                  </a:cubicBezTo>
                  <a:cubicBezTo>
                    <a:pt x="65" y="339"/>
                    <a:pt x="65" y="336"/>
                    <a:pt x="66" y="337"/>
                  </a:cubicBezTo>
                  <a:close/>
                  <a:moveTo>
                    <a:pt x="66" y="380"/>
                  </a:moveTo>
                  <a:cubicBezTo>
                    <a:pt x="67" y="380"/>
                    <a:pt x="67" y="382"/>
                    <a:pt x="66" y="382"/>
                  </a:cubicBezTo>
                  <a:cubicBezTo>
                    <a:pt x="65" y="384"/>
                    <a:pt x="65" y="379"/>
                    <a:pt x="66" y="380"/>
                  </a:cubicBezTo>
                  <a:close/>
                  <a:moveTo>
                    <a:pt x="63" y="330"/>
                  </a:moveTo>
                  <a:cubicBezTo>
                    <a:pt x="62" y="331"/>
                    <a:pt x="64" y="329"/>
                    <a:pt x="63" y="330"/>
                  </a:cubicBezTo>
                  <a:close/>
                  <a:moveTo>
                    <a:pt x="64" y="346"/>
                  </a:moveTo>
                  <a:cubicBezTo>
                    <a:pt x="66" y="346"/>
                    <a:pt x="65" y="351"/>
                    <a:pt x="62" y="351"/>
                  </a:cubicBezTo>
                  <a:cubicBezTo>
                    <a:pt x="62" y="351"/>
                    <a:pt x="62" y="345"/>
                    <a:pt x="64" y="346"/>
                  </a:cubicBezTo>
                  <a:close/>
                  <a:moveTo>
                    <a:pt x="64" y="393"/>
                  </a:moveTo>
                  <a:cubicBezTo>
                    <a:pt x="64" y="392"/>
                    <a:pt x="65" y="394"/>
                    <a:pt x="64" y="393"/>
                  </a:cubicBezTo>
                  <a:close/>
                  <a:moveTo>
                    <a:pt x="61" y="364"/>
                  </a:moveTo>
                  <a:cubicBezTo>
                    <a:pt x="61" y="362"/>
                    <a:pt x="62" y="363"/>
                    <a:pt x="61" y="364"/>
                  </a:cubicBezTo>
                  <a:close/>
                  <a:moveTo>
                    <a:pt x="61" y="403"/>
                  </a:moveTo>
                  <a:cubicBezTo>
                    <a:pt x="61" y="403"/>
                    <a:pt x="61" y="403"/>
                    <a:pt x="62" y="403"/>
                  </a:cubicBezTo>
                  <a:cubicBezTo>
                    <a:pt x="63" y="402"/>
                    <a:pt x="61" y="403"/>
                    <a:pt x="61" y="403"/>
                  </a:cubicBezTo>
                  <a:close/>
                  <a:moveTo>
                    <a:pt x="61" y="365"/>
                  </a:moveTo>
                  <a:cubicBezTo>
                    <a:pt x="61" y="366"/>
                    <a:pt x="59" y="365"/>
                    <a:pt x="61" y="365"/>
                  </a:cubicBezTo>
                  <a:close/>
                  <a:moveTo>
                    <a:pt x="58" y="357"/>
                  </a:moveTo>
                  <a:cubicBezTo>
                    <a:pt x="59" y="357"/>
                    <a:pt x="58" y="359"/>
                    <a:pt x="58" y="359"/>
                  </a:cubicBezTo>
                  <a:cubicBezTo>
                    <a:pt x="56" y="361"/>
                    <a:pt x="55" y="356"/>
                    <a:pt x="58" y="357"/>
                  </a:cubicBezTo>
                  <a:close/>
                  <a:moveTo>
                    <a:pt x="56" y="405"/>
                  </a:moveTo>
                  <a:cubicBezTo>
                    <a:pt x="56" y="405"/>
                    <a:pt x="56" y="406"/>
                    <a:pt x="56" y="406"/>
                  </a:cubicBezTo>
                  <a:cubicBezTo>
                    <a:pt x="55" y="407"/>
                    <a:pt x="55" y="405"/>
                    <a:pt x="56" y="405"/>
                  </a:cubicBezTo>
                  <a:close/>
                  <a:moveTo>
                    <a:pt x="54" y="374"/>
                  </a:moveTo>
                  <a:cubicBezTo>
                    <a:pt x="55" y="374"/>
                    <a:pt x="55" y="375"/>
                    <a:pt x="54" y="375"/>
                  </a:cubicBezTo>
                  <a:cubicBezTo>
                    <a:pt x="53" y="376"/>
                    <a:pt x="53" y="374"/>
                    <a:pt x="54" y="374"/>
                  </a:cubicBezTo>
                  <a:close/>
                  <a:moveTo>
                    <a:pt x="49" y="398"/>
                  </a:moveTo>
                  <a:cubicBezTo>
                    <a:pt x="51" y="396"/>
                    <a:pt x="52" y="393"/>
                    <a:pt x="54" y="390"/>
                  </a:cubicBezTo>
                  <a:cubicBezTo>
                    <a:pt x="53" y="393"/>
                    <a:pt x="51" y="396"/>
                    <a:pt x="49" y="398"/>
                  </a:cubicBezTo>
                  <a:close/>
                  <a:moveTo>
                    <a:pt x="51" y="408"/>
                  </a:moveTo>
                  <a:cubicBezTo>
                    <a:pt x="50" y="407"/>
                    <a:pt x="52" y="406"/>
                    <a:pt x="52" y="407"/>
                  </a:cubicBezTo>
                  <a:cubicBezTo>
                    <a:pt x="54" y="408"/>
                    <a:pt x="52" y="410"/>
                    <a:pt x="51" y="408"/>
                  </a:cubicBezTo>
                  <a:close/>
                  <a:moveTo>
                    <a:pt x="46" y="404"/>
                  </a:moveTo>
                  <a:cubicBezTo>
                    <a:pt x="46" y="404"/>
                    <a:pt x="47" y="400"/>
                    <a:pt x="48" y="399"/>
                  </a:cubicBezTo>
                  <a:cubicBezTo>
                    <a:pt x="48" y="400"/>
                    <a:pt x="47" y="404"/>
                    <a:pt x="46" y="404"/>
                  </a:cubicBezTo>
                  <a:close/>
                  <a:moveTo>
                    <a:pt x="47" y="409"/>
                  </a:moveTo>
                  <a:cubicBezTo>
                    <a:pt x="48" y="408"/>
                    <a:pt x="47" y="410"/>
                    <a:pt x="47" y="409"/>
                  </a:cubicBezTo>
                  <a:close/>
                  <a:moveTo>
                    <a:pt x="48" y="392"/>
                  </a:moveTo>
                  <a:cubicBezTo>
                    <a:pt x="46" y="393"/>
                    <a:pt x="46" y="388"/>
                    <a:pt x="49" y="389"/>
                  </a:cubicBezTo>
                  <a:cubicBezTo>
                    <a:pt x="50" y="389"/>
                    <a:pt x="49" y="392"/>
                    <a:pt x="48" y="392"/>
                  </a:cubicBezTo>
                  <a:close/>
                  <a:moveTo>
                    <a:pt x="53" y="323"/>
                  </a:moveTo>
                  <a:cubicBezTo>
                    <a:pt x="54" y="323"/>
                    <a:pt x="54" y="325"/>
                    <a:pt x="53" y="325"/>
                  </a:cubicBezTo>
                  <a:cubicBezTo>
                    <a:pt x="52" y="326"/>
                    <a:pt x="52" y="323"/>
                    <a:pt x="53" y="323"/>
                  </a:cubicBezTo>
                  <a:close/>
                  <a:moveTo>
                    <a:pt x="50" y="354"/>
                  </a:moveTo>
                  <a:cubicBezTo>
                    <a:pt x="53" y="355"/>
                    <a:pt x="51" y="360"/>
                    <a:pt x="50" y="360"/>
                  </a:cubicBezTo>
                  <a:cubicBezTo>
                    <a:pt x="45" y="362"/>
                    <a:pt x="47" y="352"/>
                    <a:pt x="50" y="354"/>
                  </a:cubicBezTo>
                  <a:close/>
                  <a:moveTo>
                    <a:pt x="47" y="328"/>
                  </a:moveTo>
                  <a:cubicBezTo>
                    <a:pt x="47" y="328"/>
                    <a:pt x="48" y="328"/>
                    <a:pt x="48" y="327"/>
                  </a:cubicBezTo>
                  <a:cubicBezTo>
                    <a:pt x="49" y="327"/>
                    <a:pt x="49" y="328"/>
                    <a:pt x="47" y="328"/>
                  </a:cubicBezTo>
                  <a:close/>
                  <a:moveTo>
                    <a:pt x="48" y="267"/>
                  </a:moveTo>
                  <a:cubicBezTo>
                    <a:pt x="47" y="267"/>
                    <a:pt x="47" y="267"/>
                    <a:pt x="47" y="266"/>
                  </a:cubicBezTo>
                  <a:cubicBezTo>
                    <a:pt x="47" y="266"/>
                    <a:pt x="49" y="266"/>
                    <a:pt x="48" y="267"/>
                  </a:cubicBezTo>
                  <a:close/>
                  <a:moveTo>
                    <a:pt x="46" y="377"/>
                  </a:moveTo>
                  <a:cubicBezTo>
                    <a:pt x="45" y="378"/>
                    <a:pt x="45" y="376"/>
                    <a:pt x="46" y="376"/>
                  </a:cubicBezTo>
                  <a:cubicBezTo>
                    <a:pt x="47" y="376"/>
                    <a:pt x="46" y="377"/>
                    <a:pt x="46" y="377"/>
                  </a:cubicBezTo>
                  <a:close/>
                  <a:moveTo>
                    <a:pt x="45" y="192"/>
                  </a:moveTo>
                  <a:cubicBezTo>
                    <a:pt x="46" y="192"/>
                    <a:pt x="46" y="193"/>
                    <a:pt x="46" y="193"/>
                  </a:cubicBezTo>
                  <a:cubicBezTo>
                    <a:pt x="44" y="195"/>
                    <a:pt x="44" y="191"/>
                    <a:pt x="45" y="192"/>
                  </a:cubicBezTo>
                  <a:close/>
                  <a:moveTo>
                    <a:pt x="45" y="207"/>
                  </a:moveTo>
                  <a:cubicBezTo>
                    <a:pt x="46" y="207"/>
                    <a:pt x="45" y="208"/>
                    <a:pt x="45" y="209"/>
                  </a:cubicBezTo>
                  <a:cubicBezTo>
                    <a:pt x="44" y="210"/>
                    <a:pt x="44" y="207"/>
                    <a:pt x="45" y="207"/>
                  </a:cubicBezTo>
                  <a:close/>
                  <a:moveTo>
                    <a:pt x="44" y="360"/>
                  </a:moveTo>
                  <a:cubicBezTo>
                    <a:pt x="45" y="361"/>
                    <a:pt x="44" y="363"/>
                    <a:pt x="44" y="363"/>
                  </a:cubicBezTo>
                  <a:cubicBezTo>
                    <a:pt x="42" y="364"/>
                    <a:pt x="43" y="360"/>
                    <a:pt x="44" y="360"/>
                  </a:cubicBezTo>
                  <a:close/>
                  <a:moveTo>
                    <a:pt x="43" y="227"/>
                  </a:moveTo>
                  <a:cubicBezTo>
                    <a:pt x="43" y="227"/>
                    <a:pt x="43" y="228"/>
                    <a:pt x="43" y="228"/>
                  </a:cubicBezTo>
                  <a:cubicBezTo>
                    <a:pt x="42" y="229"/>
                    <a:pt x="43" y="226"/>
                    <a:pt x="43" y="227"/>
                  </a:cubicBezTo>
                  <a:close/>
                  <a:moveTo>
                    <a:pt x="40" y="322"/>
                  </a:moveTo>
                  <a:cubicBezTo>
                    <a:pt x="41" y="320"/>
                    <a:pt x="39" y="322"/>
                    <a:pt x="40" y="322"/>
                  </a:cubicBezTo>
                  <a:close/>
                  <a:moveTo>
                    <a:pt x="36" y="429"/>
                  </a:moveTo>
                  <a:cubicBezTo>
                    <a:pt x="35" y="431"/>
                    <a:pt x="35" y="428"/>
                    <a:pt x="36" y="428"/>
                  </a:cubicBezTo>
                  <a:cubicBezTo>
                    <a:pt x="36" y="429"/>
                    <a:pt x="36" y="429"/>
                    <a:pt x="36" y="429"/>
                  </a:cubicBezTo>
                  <a:close/>
                  <a:moveTo>
                    <a:pt x="35" y="428"/>
                  </a:moveTo>
                  <a:cubicBezTo>
                    <a:pt x="34" y="427"/>
                    <a:pt x="36" y="425"/>
                    <a:pt x="36" y="426"/>
                  </a:cubicBezTo>
                  <a:cubicBezTo>
                    <a:pt x="37" y="428"/>
                    <a:pt x="35" y="429"/>
                    <a:pt x="35" y="428"/>
                  </a:cubicBezTo>
                  <a:close/>
                  <a:moveTo>
                    <a:pt x="38" y="424"/>
                  </a:moveTo>
                  <a:cubicBezTo>
                    <a:pt x="35" y="427"/>
                    <a:pt x="33" y="418"/>
                    <a:pt x="37" y="417"/>
                  </a:cubicBezTo>
                  <a:cubicBezTo>
                    <a:pt x="35" y="420"/>
                    <a:pt x="39" y="419"/>
                    <a:pt x="39" y="420"/>
                  </a:cubicBezTo>
                  <a:cubicBezTo>
                    <a:pt x="39" y="421"/>
                    <a:pt x="39" y="423"/>
                    <a:pt x="38" y="424"/>
                  </a:cubicBezTo>
                  <a:close/>
                  <a:moveTo>
                    <a:pt x="40" y="358"/>
                  </a:moveTo>
                  <a:cubicBezTo>
                    <a:pt x="38" y="358"/>
                    <a:pt x="41" y="356"/>
                    <a:pt x="40" y="357"/>
                  </a:cubicBezTo>
                  <a:cubicBezTo>
                    <a:pt x="40" y="357"/>
                    <a:pt x="40" y="358"/>
                    <a:pt x="40" y="358"/>
                  </a:cubicBezTo>
                  <a:close/>
                  <a:moveTo>
                    <a:pt x="41" y="431"/>
                  </a:moveTo>
                  <a:cubicBezTo>
                    <a:pt x="42" y="430"/>
                    <a:pt x="43" y="432"/>
                    <a:pt x="41" y="431"/>
                  </a:cubicBezTo>
                  <a:close/>
                  <a:moveTo>
                    <a:pt x="42" y="382"/>
                  </a:moveTo>
                  <a:cubicBezTo>
                    <a:pt x="42" y="380"/>
                    <a:pt x="43" y="381"/>
                    <a:pt x="44" y="380"/>
                  </a:cubicBezTo>
                  <a:cubicBezTo>
                    <a:pt x="44" y="379"/>
                    <a:pt x="44" y="378"/>
                    <a:pt x="46" y="378"/>
                  </a:cubicBezTo>
                  <a:cubicBezTo>
                    <a:pt x="50" y="378"/>
                    <a:pt x="48" y="384"/>
                    <a:pt x="45" y="385"/>
                  </a:cubicBezTo>
                  <a:cubicBezTo>
                    <a:pt x="43" y="385"/>
                    <a:pt x="41" y="385"/>
                    <a:pt x="42" y="382"/>
                  </a:cubicBezTo>
                  <a:close/>
                  <a:moveTo>
                    <a:pt x="44" y="391"/>
                  </a:moveTo>
                  <a:cubicBezTo>
                    <a:pt x="43" y="392"/>
                    <a:pt x="45" y="389"/>
                    <a:pt x="44" y="391"/>
                  </a:cubicBezTo>
                  <a:close/>
                  <a:moveTo>
                    <a:pt x="42" y="449"/>
                  </a:moveTo>
                  <a:cubicBezTo>
                    <a:pt x="42" y="450"/>
                    <a:pt x="43" y="447"/>
                    <a:pt x="42" y="449"/>
                  </a:cubicBezTo>
                  <a:close/>
                  <a:moveTo>
                    <a:pt x="44" y="465"/>
                  </a:moveTo>
                  <a:cubicBezTo>
                    <a:pt x="45" y="464"/>
                    <a:pt x="43" y="466"/>
                    <a:pt x="44" y="465"/>
                  </a:cubicBezTo>
                  <a:close/>
                  <a:moveTo>
                    <a:pt x="45" y="462"/>
                  </a:moveTo>
                  <a:cubicBezTo>
                    <a:pt x="45" y="462"/>
                    <a:pt x="45" y="462"/>
                    <a:pt x="46" y="462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46" y="462"/>
                    <a:pt x="45" y="462"/>
                    <a:pt x="45" y="462"/>
                  </a:cubicBezTo>
                  <a:close/>
                  <a:moveTo>
                    <a:pt x="43" y="445"/>
                  </a:moveTo>
                  <a:cubicBezTo>
                    <a:pt x="43" y="443"/>
                    <a:pt x="45" y="441"/>
                    <a:pt x="47" y="439"/>
                  </a:cubicBezTo>
                  <a:cubicBezTo>
                    <a:pt x="47" y="442"/>
                    <a:pt x="44" y="443"/>
                    <a:pt x="43" y="445"/>
                  </a:cubicBezTo>
                  <a:close/>
                  <a:moveTo>
                    <a:pt x="46" y="434"/>
                  </a:moveTo>
                  <a:cubicBezTo>
                    <a:pt x="46" y="434"/>
                    <a:pt x="47" y="433"/>
                    <a:pt x="46" y="434"/>
                  </a:cubicBezTo>
                  <a:cubicBezTo>
                    <a:pt x="46" y="434"/>
                    <a:pt x="46" y="434"/>
                    <a:pt x="46" y="434"/>
                  </a:cubicBezTo>
                  <a:close/>
                  <a:moveTo>
                    <a:pt x="47" y="432"/>
                  </a:moveTo>
                  <a:cubicBezTo>
                    <a:pt x="48" y="430"/>
                    <a:pt x="50" y="431"/>
                    <a:pt x="47" y="432"/>
                  </a:cubicBezTo>
                  <a:close/>
                  <a:moveTo>
                    <a:pt x="50" y="418"/>
                  </a:moveTo>
                  <a:cubicBezTo>
                    <a:pt x="50" y="419"/>
                    <a:pt x="52" y="419"/>
                    <a:pt x="51" y="420"/>
                  </a:cubicBezTo>
                  <a:cubicBezTo>
                    <a:pt x="52" y="419"/>
                    <a:pt x="48" y="420"/>
                    <a:pt x="49" y="421"/>
                  </a:cubicBezTo>
                  <a:cubicBezTo>
                    <a:pt x="48" y="420"/>
                    <a:pt x="48" y="419"/>
                    <a:pt x="49" y="418"/>
                  </a:cubicBezTo>
                  <a:cubicBezTo>
                    <a:pt x="47" y="418"/>
                    <a:pt x="45" y="417"/>
                    <a:pt x="45" y="416"/>
                  </a:cubicBezTo>
                  <a:cubicBezTo>
                    <a:pt x="44" y="413"/>
                    <a:pt x="47" y="411"/>
                    <a:pt x="49" y="410"/>
                  </a:cubicBezTo>
                  <a:cubicBezTo>
                    <a:pt x="49" y="410"/>
                    <a:pt x="49" y="409"/>
                    <a:pt x="49" y="409"/>
                  </a:cubicBezTo>
                  <a:cubicBezTo>
                    <a:pt x="50" y="409"/>
                    <a:pt x="51" y="411"/>
                    <a:pt x="51" y="411"/>
                  </a:cubicBezTo>
                  <a:cubicBezTo>
                    <a:pt x="53" y="412"/>
                    <a:pt x="52" y="407"/>
                    <a:pt x="54" y="407"/>
                  </a:cubicBezTo>
                  <a:cubicBezTo>
                    <a:pt x="56" y="408"/>
                    <a:pt x="54" y="410"/>
                    <a:pt x="54" y="411"/>
                  </a:cubicBezTo>
                  <a:cubicBezTo>
                    <a:pt x="54" y="413"/>
                    <a:pt x="55" y="413"/>
                    <a:pt x="53" y="414"/>
                  </a:cubicBezTo>
                  <a:cubicBezTo>
                    <a:pt x="52" y="415"/>
                    <a:pt x="51" y="418"/>
                    <a:pt x="50" y="418"/>
                  </a:cubicBezTo>
                  <a:close/>
                  <a:moveTo>
                    <a:pt x="58" y="443"/>
                  </a:moveTo>
                  <a:cubicBezTo>
                    <a:pt x="57" y="444"/>
                    <a:pt x="57" y="442"/>
                    <a:pt x="58" y="441"/>
                  </a:cubicBezTo>
                  <a:cubicBezTo>
                    <a:pt x="59" y="441"/>
                    <a:pt x="58" y="442"/>
                    <a:pt x="58" y="443"/>
                  </a:cubicBezTo>
                  <a:close/>
                  <a:moveTo>
                    <a:pt x="59" y="440"/>
                  </a:moveTo>
                  <a:cubicBezTo>
                    <a:pt x="57" y="441"/>
                    <a:pt x="59" y="437"/>
                    <a:pt x="60" y="439"/>
                  </a:cubicBezTo>
                  <a:cubicBezTo>
                    <a:pt x="60" y="439"/>
                    <a:pt x="59" y="440"/>
                    <a:pt x="59" y="440"/>
                  </a:cubicBezTo>
                  <a:close/>
                  <a:moveTo>
                    <a:pt x="63" y="454"/>
                  </a:moveTo>
                  <a:cubicBezTo>
                    <a:pt x="64" y="455"/>
                    <a:pt x="62" y="456"/>
                    <a:pt x="63" y="454"/>
                  </a:cubicBezTo>
                  <a:close/>
                  <a:moveTo>
                    <a:pt x="60" y="436"/>
                  </a:moveTo>
                  <a:cubicBezTo>
                    <a:pt x="60" y="435"/>
                    <a:pt x="64" y="434"/>
                    <a:pt x="64" y="437"/>
                  </a:cubicBezTo>
                  <a:cubicBezTo>
                    <a:pt x="64" y="439"/>
                    <a:pt x="58" y="440"/>
                    <a:pt x="60" y="436"/>
                  </a:cubicBezTo>
                  <a:close/>
                  <a:moveTo>
                    <a:pt x="63" y="432"/>
                  </a:moveTo>
                  <a:cubicBezTo>
                    <a:pt x="62" y="431"/>
                    <a:pt x="64" y="430"/>
                    <a:pt x="63" y="432"/>
                  </a:cubicBezTo>
                  <a:close/>
                  <a:moveTo>
                    <a:pt x="64" y="427"/>
                  </a:moveTo>
                  <a:cubicBezTo>
                    <a:pt x="64" y="427"/>
                    <a:pt x="64" y="428"/>
                    <a:pt x="64" y="428"/>
                  </a:cubicBezTo>
                  <a:cubicBezTo>
                    <a:pt x="63" y="429"/>
                    <a:pt x="63" y="426"/>
                    <a:pt x="64" y="427"/>
                  </a:cubicBezTo>
                  <a:close/>
                  <a:moveTo>
                    <a:pt x="64" y="419"/>
                  </a:moveTo>
                  <a:cubicBezTo>
                    <a:pt x="62" y="420"/>
                    <a:pt x="59" y="423"/>
                    <a:pt x="58" y="424"/>
                  </a:cubicBezTo>
                  <a:cubicBezTo>
                    <a:pt x="57" y="426"/>
                    <a:pt x="56" y="428"/>
                    <a:pt x="54" y="429"/>
                  </a:cubicBezTo>
                  <a:cubicBezTo>
                    <a:pt x="57" y="423"/>
                    <a:pt x="63" y="418"/>
                    <a:pt x="66" y="413"/>
                  </a:cubicBezTo>
                  <a:cubicBezTo>
                    <a:pt x="69" y="409"/>
                    <a:pt x="65" y="417"/>
                    <a:pt x="64" y="419"/>
                  </a:cubicBezTo>
                  <a:close/>
                  <a:moveTo>
                    <a:pt x="66" y="423"/>
                  </a:moveTo>
                  <a:cubicBezTo>
                    <a:pt x="66" y="423"/>
                    <a:pt x="65" y="423"/>
                    <a:pt x="65" y="423"/>
                  </a:cubicBezTo>
                  <a:cubicBezTo>
                    <a:pt x="64" y="423"/>
                    <a:pt x="66" y="422"/>
                    <a:pt x="66" y="423"/>
                  </a:cubicBezTo>
                  <a:close/>
                  <a:moveTo>
                    <a:pt x="67" y="443"/>
                  </a:moveTo>
                  <a:cubicBezTo>
                    <a:pt x="67" y="443"/>
                    <a:pt x="67" y="443"/>
                    <a:pt x="67" y="443"/>
                  </a:cubicBezTo>
                  <a:cubicBezTo>
                    <a:pt x="67" y="441"/>
                    <a:pt x="69" y="445"/>
                    <a:pt x="67" y="443"/>
                  </a:cubicBezTo>
                  <a:close/>
                  <a:moveTo>
                    <a:pt x="67" y="430"/>
                  </a:moveTo>
                  <a:cubicBezTo>
                    <a:pt x="67" y="431"/>
                    <a:pt x="66" y="432"/>
                    <a:pt x="66" y="431"/>
                  </a:cubicBezTo>
                  <a:cubicBezTo>
                    <a:pt x="62" y="428"/>
                    <a:pt x="71" y="428"/>
                    <a:pt x="67" y="430"/>
                  </a:cubicBezTo>
                  <a:close/>
                  <a:moveTo>
                    <a:pt x="68" y="358"/>
                  </a:moveTo>
                  <a:cubicBezTo>
                    <a:pt x="65" y="360"/>
                    <a:pt x="65" y="354"/>
                    <a:pt x="67" y="355"/>
                  </a:cubicBezTo>
                  <a:cubicBezTo>
                    <a:pt x="69" y="355"/>
                    <a:pt x="68" y="357"/>
                    <a:pt x="68" y="358"/>
                  </a:cubicBezTo>
                  <a:close/>
                  <a:moveTo>
                    <a:pt x="80" y="396"/>
                  </a:moveTo>
                  <a:cubicBezTo>
                    <a:pt x="79" y="397"/>
                    <a:pt x="80" y="395"/>
                    <a:pt x="80" y="396"/>
                  </a:cubicBezTo>
                  <a:close/>
                  <a:moveTo>
                    <a:pt x="76" y="428"/>
                  </a:moveTo>
                  <a:cubicBezTo>
                    <a:pt x="76" y="428"/>
                    <a:pt x="76" y="428"/>
                    <a:pt x="76" y="428"/>
                  </a:cubicBezTo>
                  <a:cubicBezTo>
                    <a:pt x="77" y="427"/>
                    <a:pt x="76" y="428"/>
                    <a:pt x="76" y="428"/>
                  </a:cubicBezTo>
                  <a:close/>
                  <a:moveTo>
                    <a:pt x="76" y="353"/>
                  </a:moveTo>
                  <a:cubicBezTo>
                    <a:pt x="76" y="355"/>
                    <a:pt x="75" y="355"/>
                    <a:pt x="75" y="356"/>
                  </a:cubicBezTo>
                  <a:cubicBezTo>
                    <a:pt x="74" y="355"/>
                    <a:pt x="76" y="354"/>
                    <a:pt x="76" y="353"/>
                  </a:cubicBezTo>
                  <a:close/>
                  <a:moveTo>
                    <a:pt x="75" y="387"/>
                  </a:moveTo>
                  <a:cubicBezTo>
                    <a:pt x="74" y="387"/>
                    <a:pt x="77" y="386"/>
                    <a:pt x="75" y="387"/>
                  </a:cubicBezTo>
                  <a:close/>
                  <a:moveTo>
                    <a:pt x="73" y="290"/>
                  </a:moveTo>
                  <a:cubicBezTo>
                    <a:pt x="73" y="291"/>
                    <a:pt x="73" y="292"/>
                    <a:pt x="72" y="293"/>
                  </a:cubicBezTo>
                  <a:cubicBezTo>
                    <a:pt x="72" y="292"/>
                    <a:pt x="73" y="290"/>
                    <a:pt x="73" y="290"/>
                  </a:cubicBezTo>
                  <a:close/>
                  <a:moveTo>
                    <a:pt x="69" y="327"/>
                  </a:moveTo>
                  <a:cubicBezTo>
                    <a:pt x="69" y="326"/>
                    <a:pt x="71" y="325"/>
                    <a:pt x="72" y="324"/>
                  </a:cubicBezTo>
                  <a:cubicBezTo>
                    <a:pt x="72" y="326"/>
                    <a:pt x="70" y="326"/>
                    <a:pt x="69" y="327"/>
                  </a:cubicBezTo>
                  <a:close/>
                  <a:moveTo>
                    <a:pt x="72" y="428"/>
                  </a:moveTo>
                  <a:cubicBezTo>
                    <a:pt x="70" y="430"/>
                    <a:pt x="71" y="426"/>
                    <a:pt x="72" y="427"/>
                  </a:cubicBezTo>
                  <a:cubicBezTo>
                    <a:pt x="73" y="427"/>
                    <a:pt x="73" y="428"/>
                    <a:pt x="72" y="428"/>
                  </a:cubicBezTo>
                  <a:close/>
                  <a:moveTo>
                    <a:pt x="72" y="367"/>
                  </a:moveTo>
                  <a:cubicBezTo>
                    <a:pt x="72" y="367"/>
                    <a:pt x="72" y="368"/>
                    <a:pt x="72" y="368"/>
                  </a:cubicBezTo>
                  <a:cubicBezTo>
                    <a:pt x="71" y="369"/>
                    <a:pt x="71" y="366"/>
                    <a:pt x="72" y="367"/>
                  </a:cubicBezTo>
                  <a:close/>
                  <a:moveTo>
                    <a:pt x="73" y="356"/>
                  </a:moveTo>
                  <a:cubicBezTo>
                    <a:pt x="70" y="358"/>
                    <a:pt x="71" y="351"/>
                    <a:pt x="73" y="352"/>
                  </a:cubicBezTo>
                  <a:cubicBezTo>
                    <a:pt x="75" y="353"/>
                    <a:pt x="73" y="356"/>
                    <a:pt x="73" y="356"/>
                  </a:cubicBezTo>
                  <a:close/>
                  <a:moveTo>
                    <a:pt x="75" y="401"/>
                  </a:moveTo>
                  <a:cubicBezTo>
                    <a:pt x="73" y="402"/>
                    <a:pt x="73" y="397"/>
                    <a:pt x="75" y="398"/>
                  </a:cubicBezTo>
                  <a:cubicBezTo>
                    <a:pt x="76" y="399"/>
                    <a:pt x="76" y="400"/>
                    <a:pt x="75" y="401"/>
                  </a:cubicBezTo>
                  <a:close/>
                  <a:moveTo>
                    <a:pt x="76" y="434"/>
                  </a:moveTo>
                  <a:cubicBezTo>
                    <a:pt x="77" y="432"/>
                    <a:pt x="79" y="430"/>
                    <a:pt x="80" y="429"/>
                  </a:cubicBezTo>
                  <a:cubicBezTo>
                    <a:pt x="79" y="431"/>
                    <a:pt x="78" y="432"/>
                    <a:pt x="76" y="434"/>
                  </a:cubicBezTo>
                  <a:close/>
                  <a:moveTo>
                    <a:pt x="81" y="418"/>
                  </a:moveTo>
                  <a:cubicBezTo>
                    <a:pt x="80" y="418"/>
                    <a:pt x="82" y="417"/>
                    <a:pt x="81" y="418"/>
                  </a:cubicBezTo>
                  <a:close/>
                  <a:moveTo>
                    <a:pt x="81" y="339"/>
                  </a:moveTo>
                  <a:cubicBezTo>
                    <a:pt x="80" y="339"/>
                    <a:pt x="81" y="337"/>
                    <a:pt x="82" y="337"/>
                  </a:cubicBezTo>
                  <a:cubicBezTo>
                    <a:pt x="82" y="338"/>
                    <a:pt x="81" y="338"/>
                    <a:pt x="81" y="339"/>
                  </a:cubicBezTo>
                  <a:close/>
                  <a:moveTo>
                    <a:pt x="87" y="450"/>
                  </a:moveTo>
                  <a:cubicBezTo>
                    <a:pt x="87" y="450"/>
                    <a:pt x="88" y="449"/>
                    <a:pt x="89" y="449"/>
                  </a:cubicBezTo>
                  <a:cubicBezTo>
                    <a:pt x="89" y="449"/>
                    <a:pt x="88" y="450"/>
                    <a:pt x="87" y="450"/>
                  </a:cubicBezTo>
                  <a:close/>
                  <a:moveTo>
                    <a:pt x="90" y="457"/>
                  </a:moveTo>
                  <a:cubicBezTo>
                    <a:pt x="90" y="457"/>
                    <a:pt x="90" y="457"/>
                    <a:pt x="90" y="456"/>
                  </a:cubicBezTo>
                  <a:cubicBezTo>
                    <a:pt x="92" y="455"/>
                    <a:pt x="91" y="456"/>
                    <a:pt x="90" y="457"/>
                  </a:cubicBezTo>
                  <a:close/>
                  <a:moveTo>
                    <a:pt x="91" y="435"/>
                  </a:moveTo>
                  <a:cubicBezTo>
                    <a:pt x="89" y="437"/>
                    <a:pt x="92" y="434"/>
                    <a:pt x="91" y="435"/>
                  </a:cubicBezTo>
                  <a:close/>
                  <a:moveTo>
                    <a:pt x="109" y="452"/>
                  </a:moveTo>
                  <a:cubicBezTo>
                    <a:pt x="109" y="453"/>
                    <a:pt x="108" y="452"/>
                    <a:pt x="109" y="452"/>
                  </a:cubicBezTo>
                  <a:close/>
                  <a:moveTo>
                    <a:pt x="104" y="235"/>
                  </a:moveTo>
                  <a:cubicBezTo>
                    <a:pt x="103" y="236"/>
                    <a:pt x="105" y="234"/>
                    <a:pt x="104" y="235"/>
                  </a:cubicBezTo>
                  <a:close/>
                  <a:moveTo>
                    <a:pt x="100" y="336"/>
                  </a:moveTo>
                  <a:cubicBezTo>
                    <a:pt x="101" y="335"/>
                    <a:pt x="101" y="335"/>
                    <a:pt x="100" y="336"/>
                  </a:cubicBezTo>
                  <a:close/>
                  <a:moveTo>
                    <a:pt x="98" y="332"/>
                  </a:moveTo>
                  <a:cubicBezTo>
                    <a:pt x="97" y="331"/>
                    <a:pt x="100" y="331"/>
                    <a:pt x="98" y="332"/>
                  </a:cubicBezTo>
                  <a:close/>
                  <a:moveTo>
                    <a:pt x="96" y="215"/>
                  </a:moveTo>
                  <a:cubicBezTo>
                    <a:pt x="97" y="215"/>
                    <a:pt x="97" y="216"/>
                    <a:pt x="96" y="217"/>
                  </a:cubicBezTo>
                  <a:cubicBezTo>
                    <a:pt x="95" y="219"/>
                    <a:pt x="95" y="214"/>
                    <a:pt x="96" y="215"/>
                  </a:cubicBezTo>
                  <a:close/>
                  <a:moveTo>
                    <a:pt x="87" y="329"/>
                  </a:moveTo>
                  <a:cubicBezTo>
                    <a:pt x="87" y="330"/>
                    <a:pt x="86" y="330"/>
                    <a:pt x="86" y="331"/>
                  </a:cubicBezTo>
                  <a:cubicBezTo>
                    <a:pt x="85" y="331"/>
                    <a:pt x="86" y="329"/>
                    <a:pt x="87" y="329"/>
                  </a:cubicBezTo>
                  <a:close/>
                  <a:moveTo>
                    <a:pt x="85" y="293"/>
                  </a:moveTo>
                  <a:cubicBezTo>
                    <a:pt x="85" y="293"/>
                    <a:pt x="85" y="294"/>
                    <a:pt x="85" y="294"/>
                  </a:cubicBezTo>
                  <a:cubicBezTo>
                    <a:pt x="83" y="296"/>
                    <a:pt x="83" y="291"/>
                    <a:pt x="85" y="293"/>
                  </a:cubicBezTo>
                  <a:close/>
                  <a:moveTo>
                    <a:pt x="84" y="332"/>
                  </a:moveTo>
                  <a:cubicBezTo>
                    <a:pt x="86" y="333"/>
                    <a:pt x="84" y="335"/>
                    <a:pt x="82" y="336"/>
                  </a:cubicBezTo>
                  <a:cubicBezTo>
                    <a:pt x="83" y="334"/>
                    <a:pt x="85" y="333"/>
                    <a:pt x="84" y="332"/>
                  </a:cubicBezTo>
                  <a:close/>
                  <a:moveTo>
                    <a:pt x="83" y="441"/>
                  </a:moveTo>
                  <a:cubicBezTo>
                    <a:pt x="82" y="442"/>
                    <a:pt x="84" y="440"/>
                    <a:pt x="83" y="441"/>
                  </a:cubicBezTo>
                  <a:close/>
                  <a:moveTo>
                    <a:pt x="84" y="423"/>
                  </a:moveTo>
                  <a:cubicBezTo>
                    <a:pt x="83" y="424"/>
                    <a:pt x="84" y="421"/>
                    <a:pt x="85" y="422"/>
                  </a:cubicBezTo>
                  <a:cubicBezTo>
                    <a:pt x="86" y="422"/>
                    <a:pt x="85" y="423"/>
                    <a:pt x="84" y="423"/>
                  </a:cubicBezTo>
                  <a:close/>
                  <a:moveTo>
                    <a:pt x="88" y="356"/>
                  </a:moveTo>
                  <a:cubicBezTo>
                    <a:pt x="86" y="358"/>
                    <a:pt x="87" y="353"/>
                    <a:pt x="88" y="354"/>
                  </a:cubicBezTo>
                  <a:cubicBezTo>
                    <a:pt x="89" y="355"/>
                    <a:pt x="88" y="356"/>
                    <a:pt x="88" y="356"/>
                  </a:cubicBezTo>
                  <a:close/>
                  <a:moveTo>
                    <a:pt x="96" y="325"/>
                  </a:moveTo>
                  <a:cubicBezTo>
                    <a:pt x="96" y="326"/>
                    <a:pt x="95" y="326"/>
                    <a:pt x="94" y="328"/>
                  </a:cubicBezTo>
                  <a:cubicBezTo>
                    <a:pt x="92" y="330"/>
                    <a:pt x="89" y="335"/>
                    <a:pt x="87" y="340"/>
                  </a:cubicBezTo>
                  <a:cubicBezTo>
                    <a:pt x="85" y="344"/>
                    <a:pt x="85" y="347"/>
                    <a:pt x="83" y="350"/>
                  </a:cubicBezTo>
                  <a:cubicBezTo>
                    <a:pt x="83" y="350"/>
                    <a:pt x="82" y="350"/>
                    <a:pt x="82" y="350"/>
                  </a:cubicBezTo>
                  <a:cubicBezTo>
                    <a:pt x="81" y="350"/>
                    <a:pt x="84" y="344"/>
                    <a:pt x="85" y="342"/>
                  </a:cubicBezTo>
                  <a:cubicBezTo>
                    <a:pt x="86" y="339"/>
                    <a:pt x="87" y="337"/>
                    <a:pt x="89" y="334"/>
                  </a:cubicBezTo>
                  <a:cubicBezTo>
                    <a:pt x="90" y="332"/>
                    <a:pt x="93" y="329"/>
                    <a:pt x="93" y="326"/>
                  </a:cubicBezTo>
                  <a:cubicBezTo>
                    <a:pt x="93" y="326"/>
                    <a:pt x="92" y="325"/>
                    <a:pt x="92" y="324"/>
                  </a:cubicBezTo>
                  <a:cubicBezTo>
                    <a:pt x="92" y="320"/>
                    <a:pt x="99" y="320"/>
                    <a:pt x="96" y="325"/>
                  </a:cubicBezTo>
                  <a:close/>
                  <a:moveTo>
                    <a:pt x="96" y="227"/>
                  </a:moveTo>
                  <a:cubicBezTo>
                    <a:pt x="97" y="227"/>
                    <a:pt x="97" y="228"/>
                    <a:pt x="97" y="229"/>
                  </a:cubicBezTo>
                  <a:cubicBezTo>
                    <a:pt x="96" y="230"/>
                    <a:pt x="96" y="227"/>
                    <a:pt x="96" y="227"/>
                  </a:cubicBezTo>
                  <a:close/>
                  <a:moveTo>
                    <a:pt x="98" y="402"/>
                  </a:moveTo>
                  <a:cubicBezTo>
                    <a:pt x="98" y="402"/>
                    <a:pt x="98" y="402"/>
                    <a:pt x="97" y="402"/>
                  </a:cubicBezTo>
                  <a:cubicBezTo>
                    <a:pt x="95" y="401"/>
                    <a:pt x="100" y="400"/>
                    <a:pt x="98" y="402"/>
                  </a:cubicBezTo>
                  <a:close/>
                  <a:moveTo>
                    <a:pt x="99" y="416"/>
                  </a:moveTo>
                  <a:cubicBezTo>
                    <a:pt x="101" y="416"/>
                    <a:pt x="100" y="421"/>
                    <a:pt x="99" y="422"/>
                  </a:cubicBezTo>
                  <a:cubicBezTo>
                    <a:pt x="94" y="424"/>
                    <a:pt x="98" y="416"/>
                    <a:pt x="99" y="416"/>
                  </a:cubicBezTo>
                  <a:close/>
                  <a:moveTo>
                    <a:pt x="101" y="433"/>
                  </a:moveTo>
                  <a:cubicBezTo>
                    <a:pt x="103" y="434"/>
                    <a:pt x="100" y="438"/>
                    <a:pt x="100" y="439"/>
                  </a:cubicBezTo>
                  <a:cubicBezTo>
                    <a:pt x="94" y="441"/>
                    <a:pt x="98" y="431"/>
                    <a:pt x="101" y="433"/>
                  </a:cubicBezTo>
                  <a:close/>
                  <a:moveTo>
                    <a:pt x="100" y="444"/>
                  </a:moveTo>
                  <a:cubicBezTo>
                    <a:pt x="101" y="443"/>
                    <a:pt x="99" y="445"/>
                    <a:pt x="100" y="444"/>
                  </a:cubicBezTo>
                  <a:close/>
                  <a:moveTo>
                    <a:pt x="102" y="444"/>
                  </a:moveTo>
                  <a:cubicBezTo>
                    <a:pt x="102" y="445"/>
                    <a:pt x="101" y="445"/>
                    <a:pt x="101" y="445"/>
                  </a:cubicBezTo>
                  <a:cubicBezTo>
                    <a:pt x="99" y="443"/>
                    <a:pt x="104" y="442"/>
                    <a:pt x="102" y="444"/>
                  </a:cubicBezTo>
                  <a:close/>
                  <a:moveTo>
                    <a:pt x="102" y="431"/>
                  </a:moveTo>
                  <a:cubicBezTo>
                    <a:pt x="100" y="432"/>
                    <a:pt x="100" y="428"/>
                    <a:pt x="102" y="429"/>
                  </a:cubicBezTo>
                  <a:cubicBezTo>
                    <a:pt x="103" y="429"/>
                    <a:pt x="103" y="430"/>
                    <a:pt x="102" y="431"/>
                  </a:cubicBezTo>
                  <a:close/>
                  <a:moveTo>
                    <a:pt x="103" y="445"/>
                  </a:moveTo>
                  <a:cubicBezTo>
                    <a:pt x="102" y="447"/>
                    <a:pt x="105" y="444"/>
                    <a:pt x="103" y="445"/>
                  </a:cubicBezTo>
                  <a:close/>
                  <a:moveTo>
                    <a:pt x="104" y="399"/>
                  </a:moveTo>
                  <a:cubicBezTo>
                    <a:pt x="103" y="399"/>
                    <a:pt x="103" y="397"/>
                    <a:pt x="104" y="398"/>
                  </a:cubicBezTo>
                  <a:cubicBezTo>
                    <a:pt x="104" y="398"/>
                    <a:pt x="104" y="399"/>
                    <a:pt x="104" y="399"/>
                  </a:cubicBezTo>
                  <a:close/>
                  <a:moveTo>
                    <a:pt x="104" y="288"/>
                  </a:moveTo>
                  <a:cubicBezTo>
                    <a:pt x="103" y="290"/>
                    <a:pt x="105" y="287"/>
                    <a:pt x="104" y="288"/>
                  </a:cubicBezTo>
                  <a:close/>
                  <a:moveTo>
                    <a:pt x="105" y="307"/>
                  </a:moveTo>
                  <a:cubicBezTo>
                    <a:pt x="104" y="306"/>
                    <a:pt x="106" y="303"/>
                    <a:pt x="107" y="302"/>
                  </a:cubicBezTo>
                  <a:cubicBezTo>
                    <a:pt x="107" y="304"/>
                    <a:pt x="106" y="306"/>
                    <a:pt x="105" y="307"/>
                  </a:cubicBezTo>
                  <a:close/>
                  <a:moveTo>
                    <a:pt x="106" y="414"/>
                  </a:moveTo>
                  <a:cubicBezTo>
                    <a:pt x="106" y="413"/>
                    <a:pt x="108" y="413"/>
                    <a:pt x="106" y="414"/>
                  </a:cubicBezTo>
                  <a:close/>
                  <a:moveTo>
                    <a:pt x="108" y="455"/>
                  </a:moveTo>
                  <a:cubicBezTo>
                    <a:pt x="107" y="454"/>
                    <a:pt x="109" y="454"/>
                    <a:pt x="108" y="455"/>
                  </a:cubicBezTo>
                  <a:close/>
                  <a:moveTo>
                    <a:pt x="107" y="441"/>
                  </a:moveTo>
                  <a:cubicBezTo>
                    <a:pt x="106" y="441"/>
                    <a:pt x="108" y="440"/>
                    <a:pt x="108" y="440"/>
                  </a:cubicBezTo>
                  <a:cubicBezTo>
                    <a:pt x="108" y="440"/>
                    <a:pt x="107" y="440"/>
                    <a:pt x="107" y="441"/>
                  </a:cubicBezTo>
                  <a:close/>
                  <a:moveTo>
                    <a:pt x="108" y="388"/>
                  </a:moveTo>
                  <a:cubicBezTo>
                    <a:pt x="107" y="390"/>
                    <a:pt x="107" y="386"/>
                    <a:pt x="108" y="387"/>
                  </a:cubicBezTo>
                  <a:cubicBezTo>
                    <a:pt x="109" y="387"/>
                    <a:pt x="108" y="388"/>
                    <a:pt x="108" y="388"/>
                  </a:cubicBezTo>
                  <a:close/>
                  <a:moveTo>
                    <a:pt x="109" y="420"/>
                  </a:moveTo>
                  <a:cubicBezTo>
                    <a:pt x="109" y="421"/>
                    <a:pt x="109" y="418"/>
                    <a:pt x="109" y="420"/>
                  </a:cubicBezTo>
                  <a:close/>
                  <a:moveTo>
                    <a:pt x="108" y="301"/>
                  </a:moveTo>
                  <a:cubicBezTo>
                    <a:pt x="107" y="300"/>
                    <a:pt x="108" y="298"/>
                    <a:pt x="110" y="298"/>
                  </a:cubicBezTo>
                  <a:cubicBezTo>
                    <a:pt x="110" y="299"/>
                    <a:pt x="108" y="300"/>
                    <a:pt x="108" y="301"/>
                  </a:cubicBezTo>
                  <a:close/>
                  <a:moveTo>
                    <a:pt x="110" y="401"/>
                  </a:moveTo>
                  <a:cubicBezTo>
                    <a:pt x="110" y="401"/>
                    <a:pt x="110" y="401"/>
                    <a:pt x="110" y="401"/>
                  </a:cubicBezTo>
                  <a:cubicBezTo>
                    <a:pt x="110" y="401"/>
                    <a:pt x="110" y="400"/>
                    <a:pt x="110" y="401"/>
                  </a:cubicBezTo>
                  <a:close/>
                  <a:moveTo>
                    <a:pt x="69" y="513"/>
                  </a:moveTo>
                  <a:cubicBezTo>
                    <a:pt x="69" y="513"/>
                    <a:pt x="70" y="512"/>
                    <a:pt x="70" y="512"/>
                  </a:cubicBezTo>
                  <a:cubicBezTo>
                    <a:pt x="70" y="513"/>
                    <a:pt x="69" y="513"/>
                    <a:pt x="69" y="513"/>
                  </a:cubicBezTo>
                  <a:close/>
                  <a:moveTo>
                    <a:pt x="73" y="498"/>
                  </a:moveTo>
                  <a:cubicBezTo>
                    <a:pt x="73" y="497"/>
                    <a:pt x="74" y="496"/>
                    <a:pt x="75" y="496"/>
                  </a:cubicBezTo>
                  <a:cubicBezTo>
                    <a:pt x="75" y="497"/>
                    <a:pt x="74" y="498"/>
                    <a:pt x="73" y="498"/>
                  </a:cubicBezTo>
                  <a:close/>
                  <a:moveTo>
                    <a:pt x="76" y="499"/>
                  </a:moveTo>
                  <a:cubicBezTo>
                    <a:pt x="76" y="500"/>
                    <a:pt x="77" y="498"/>
                    <a:pt x="76" y="499"/>
                  </a:cubicBezTo>
                  <a:close/>
                  <a:moveTo>
                    <a:pt x="87" y="502"/>
                  </a:moveTo>
                  <a:cubicBezTo>
                    <a:pt x="86" y="500"/>
                    <a:pt x="89" y="499"/>
                    <a:pt x="87" y="502"/>
                  </a:cubicBezTo>
                  <a:close/>
                  <a:moveTo>
                    <a:pt x="100" y="477"/>
                  </a:moveTo>
                  <a:cubicBezTo>
                    <a:pt x="101" y="479"/>
                    <a:pt x="100" y="481"/>
                    <a:pt x="100" y="483"/>
                  </a:cubicBezTo>
                  <a:cubicBezTo>
                    <a:pt x="99" y="481"/>
                    <a:pt x="99" y="479"/>
                    <a:pt x="100" y="477"/>
                  </a:cubicBezTo>
                  <a:close/>
                  <a:moveTo>
                    <a:pt x="100" y="502"/>
                  </a:moveTo>
                  <a:cubicBezTo>
                    <a:pt x="97" y="499"/>
                    <a:pt x="102" y="497"/>
                    <a:pt x="104" y="496"/>
                  </a:cubicBezTo>
                  <a:cubicBezTo>
                    <a:pt x="105" y="499"/>
                    <a:pt x="102" y="505"/>
                    <a:pt x="100" y="502"/>
                  </a:cubicBezTo>
                  <a:close/>
                  <a:moveTo>
                    <a:pt x="144" y="546"/>
                  </a:moveTo>
                  <a:cubicBezTo>
                    <a:pt x="143" y="546"/>
                    <a:pt x="144" y="546"/>
                    <a:pt x="144" y="545"/>
                  </a:cubicBezTo>
                  <a:cubicBezTo>
                    <a:pt x="143" y="542"/>
                    <a:pt x="147" y="545"/>
                    <a:pt x="144" y="546"/>
                  </a:cubicBezTo>
                  <a:close/>
                  <a:moveTo>
                    <a:pt x="196" y="598"/>
                  </a:moveTo>
                  <a:cubicBezTo>
                    <a:pt x="196" y="598"/>
                    <a:pt x="198" y="597"/>
                    <a:pt x="198" y="598"/>
                  </a:cubicBezTo>
                  <a:cubicBezTo>
                    <a:pt x="198" y="599"/>
                    <a:pt x="197" y="599"/>
                    <a:pt x="196" y="598"/>
                  </a:cubicBezTo>
                  <a:close/>
                  <a:moveTo>
                    <a:pt x="199" y="607"/>
                  </a:moveTo>
                  <a:cubicBezTo>
                    <a:pt x="198" y="607"/>
                    <a:pt x="198" y="607"/>
                    <a:pt x="198" y="607"/>
                  </a:cubicBezTo>
                  <a:cubicBezTo>
                    <a:pt x="198" y="605"/>
                    <a:pt x="200" y="608"/>
                    <a:pt x="199" y="607"/>
                  </a:cubicBezTo>
                  <a:close/>
                  <a:moveTo>
                    <a:pt x="203" y="609"/>
                  </a:moveTo>
                  <a:cubicBezTo>
                    <a:pt x="203" y="608"/>
                    <a:pt x="205" y="608"/>
                    <a:pt x="205" y="609"/>
                  </a:cubicBezTo>
                  <a:cubicBezTo>
                    <a:pt x="205" y="609"/>
                    <a:pt x="203" y="610"/>
                    <a:pt x="203" y="609"/>
                  </a:cubicBezTo>
                  <a:close/>
                  <a:moveTo>
                    <a:pt x="208" y="600"/>
                  </a:moveTo>
                  <a:cubicBezTo>
                    <a:pt x="207" y="600"/>
                    <a:pt x="209" y="600"/>
                    <a:pt x="209" y="600"/>
                  </a:cubicBezTo>
                  <a:cubicBezTo>
                    <a:pt x="209" y="601"/>
                    <a:pt x="208" y="601"/>
                    <a:pt x="208" y="600"/>
                  </a:cubicBezTo>
                  <a:close/>
                  <a:moveTo>
                    <a:pt x="226" y="627"/>
                  </a:moveTo>
                  <a:cubicBezTo>
                    <a:pt x="225" y="627"/>
                    <a:pt x="223" y="627"/>
                    <a:pt x="224" y="625"/>
                  </a:cubicBezTo>
                  <a:cubicBezTo>
                    <a:pt x="225" y="624"/>
                    <a:pt x="229" y="624"/>
                    <a:pt x="229" y="625"/>
                  </a:cubicBezTo>
                  <a:cubicBezTo>
                    <a:pt x="229" y="626"/>
                    <a:pt x="229" y="626"/>
                    <a:pt x="228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8" y="628"/>
                    <a:pt x="227" y="628"/>
                    <a:pt x="226" y="627"/>
                  </a:cubicBezTo>
                  <a:close/>
                  <a:moveTo>
                    <a:pt x="229" y="628"/>
                  </a:moveTo>
                  <a:cubicBezTo>
                    <a:pt x="229" y="628"/>
                    <a:pt x="231" y="628"/>
                    <a:pt x="231" y="628"/>
                  </a:cubicBezTo>
                  <a:cubicBezTo>
                    <a:pt x="231" y="629"/>
                    <a:pt x="229" y="628"/>
                    <a:pt x="229" y="628"/>
                  </a:cubicBezTo>
                  <a:close/>
                  <a:moveTo>
                    <a:pt x="228" y="653"/>
                  </a:moveTo>
                  <a:cubicBezTo>
                    <a:pt x="228" y="653"/>
                    <a:pt x="228" y="653"/>
                    <a:pt x="228" y="653"/>
                  </a:cubicBezTo>
                  <a:cubicBezTo>
                    <a:pt x="228" y="653"/>
                    <a:pt x="228" y="652"/>
                    <a:pt x="228" y="653"/>
                  </a:cubicBezTo>
                  <a:close/>
                  <a:moveTo>
                    <a:pt x="213" y="659"/>
                  </a:moveTo>
                  <a:cubicBezTo>
                    <a:pt x="213" y="659"/>
                    <a:pt x="213" y="659"/>
                    <a:pt x="213" y="659"/>
                  </a:cubicBezTo>
                  <a:cubicBezTo>
                    <a:pt x="213" y="659"/>
                    <a:pt x="213" y="659"/>
                    <a:pt x="213" y="659"/>
                  </a:cubicBezTo>
                  <a:close/>
                  <a:moveTo>
                    <a:pt x="213" y="659"/>
                  </a:moveTo>
                  <a:cubicBezTo>
                    <a:pt x="214" y="659"/>
                    <a:pt x="213" y="659"/>
                    <a:pt x="213" y="659"/>
                  </a:cubicBezTo>
                  <a:close/>
                  <a:moveTo>
                    <a:pt x="213" y="657"/>
                  </a:moveTo>
                  <a:cubicBezTo>
                    <a:pt x="213" y="656"/>
                    <a:pt x="214" y="656"/>
                    <a:pt x="214" y="656"/>
                  </a:cubicBezTo>
                  <a:cubicBezTo>
                    <a:pt x="215" y="657"/>
                    <a:pt x="214" y="657"/>
                    <a:pt x="213" y="657"/>
                  </a:cubicBezTo>
                  <a:close/>
                  <a:moveTo>
                    <a:pt x="216" y="659"/>
                  </a:moveTo>
                  <a:cubicBezTo>
                    <a:pt x="216" y="658"/>
                    <a:pt x="216" y="657"/>
                    <a:pt x="217" y="658"/>
                  </a:cubicBezTo>
                  <a:cubicBezTo>
                    <a:pt x="216" y="658"/>
                    <a:pt x="218" y="660"/>
                    <a:pt x="218" y="660"/>
                  </a:cubicBezTo>
                  <a:cubicBezTo>
                    <a:pt x="217" y="661"/>
                    <a:pt x="215" y="661"/>
                    <a:pt x="216" y="659"/>
                  </a:cubicBezTo>
                  <a:close/>
                  <a:moveTo>
                    <a:pt x="223" y="655"/>
                  </a:moveTo>
                  <a:cubicBezTo>
                    <a:pt x="222" y="654"/>
                    <a:pt x="224" y="654"/>
                    <a:pt x="224" y="655"/>
                  </a:cubicBezTo>
                  <a:cubicBezTo>
                    <a:pt x="224" y="655"/>
                    <a:pt x="223" y="655"/>
                    <a:pt x="223" y="655"/>
                  </a:cubicBezTo>
                  <a:close/>
                  <a:moveTo>
                    <a:pt x="218" y="655"/>
                  </a:moveTo>
                  <a:cubicBezTo>
                    <a:pt x="217" y="655"/>
                    <a:pt x="214" y="653"/>
                    <a:pt x="215" y="651"/>
                  </a:cubicBezTo>
                  <a:cubicBezTo>
                    <a:pt x="216" y="650"/>
                    <a:pt x="220" y="648"/>
                    <a:pt x="222" y="648"/>
                  </a:cubicBezTo>
                  <a:cubicBezTo>
                    <a:pt x="223" y="649"/>
                    <a:pt x="224" y="649"/>
                    <a:pt x="224" y="650"/>
                  </a:cubicBezTo>
                  <a:cubicBezTo>
                    <a:pt x="224" y="650"/>
                    <a:pt x="226" y="648"/>
                    <a:pt x="225" y="650"/>
                  </a:cubicBezTo>
                  <a:cubicBezTo>
                    <a:pt x="225" y="650"/>
                    <a:pt x="223" y="651"/>
                    <a:pt x="223" y="652"/>
                  </a:cubicBezTo>
                  <a:cubicBezTo>
                    <a:pt x="224" y="652"/>
                    <a:pt x="225" y="651"/>
                    <a:pt x="225" y="652"/>
                  </a:cubicBezTo>
                  <a:cubicBezTo>
                    <a:pt x="224" y="652"/>
                    <a:pt x="221" y="655"/>
                    <a:pt x="218" y="655"/>
                  </a:cubicBezTo>
                  <a:close/>
                  <a:moveTo>
                    <a:pt x="227" y="665"/>
                  </a:moveTo>
                  <a:cubicBezTo>
                    <a:pt x="223" y="666"/>
                    <a:pt x="226" y="661"/>
                    <a:pt x="228" y="662"/>
                  </a:cubicBezTo>
                  <a:cubicBezTo>
                    <a:pt x="229" y="664"/>
                    <a:pt x="228" y="664"/>
                    <a:pt x="227" y="665"/>
                  </a:cubicBezTo>
                  <a:close/>
                  <a:moveTo>
                    <a:pt x="228" y="654"/>
                  </a:moveTo>
                  <a:cubicBezTo>
                    <a:pt x="227" y="653"/>
                    <a:pt x="230" y="655"/>
                    <a:pt x="228" y="654"/>
                  </a:cubicBezTo>
                  <a:close/>
                  <a:moveTo>
                    <a:pt x="229" y="639"/>
                  </a:moveTo>
                  <a:cubicBezTo>
                    <a:pt x="228" y="638"/>
                    <a:pt x="231" y="638"/>
                    <a:pt x="231" y="639"/>
                  </a:cubicBezTo>
                  <a:cubicBezTo>
                    <a:pt x="231" y="639"/>
                    <a:pt x="230" y="640"/>
                    <a:pt x="229" y="639"/>
                  </a:cubicBezTo>
                  <a:close/>
                  <a:moveTo>
                    <a:pt x="215" y="675"/>
                  </a:moveTo>
                  <a:cubicBezTo>
                    <a:pt x="216" y="673"/>
                    <a:pt x="216" y="675"/>
                    <a:pt x="215" y="675"/>
                  </a:cubicBezTo>
                  <a:close/>
                  <a:moveTo>
                    <a:pt x="219" y="676"/>
                  </a:moveTo>
                  <a:cubicBezTo>
                    <a:pt x="220" y="675"/>
                    <a:pt x="221" y="676"/>
                    <a:pt x="223" y="676"/>
                  </a:cubicBezTo>
                  <a:cubicBezTo>
                    <a:pt x="221" y="676"/>
                    <a:pt x="220" y="677"/>
                    <a:pt x="219" y="676"/>
                  </a:cubicBezTo>
                  <a:close/>
                  <a:moveTo>
                    <a:pt x="226" y="676"/>
                  </a:moveTo>
                  <a:cubicBezTo>
                    <a:pt x="226" y="675"/>
                    <a:pt x="228" y="675"/>
                    <a:pt x="228" y="675"/>
                  </a:cubicBezTo>
                  <a:cubicBezTo>
                    <a:pt x="228" y="676"/>
                    <a:pt x="226" y="676"/>
                    <a:pt x="226" y="676"/>
                  </a:cubicBezTo>
                  <a:close/>
                  <a:moveTo>
                    <a:pt x="229" y="676"/>
                  </a:moveTo>
                  <a:cubicBezTo>
                    <a:pt x="229" y="675"/>
                    <a:pt x="230" y="676"/>
                    <a:pt x="230" y="676"/>
                  </a:cubicBezTo>
                  <a:cubicBezTo>
                    <a:pt x="230" y="676"/>
                    <a:pt x="229" y="677"/>
                    <a:pt x="229" y="676"/>
                  </a:cubicBezTo>
                  <a:close/>
                  <a:moveTo>
                    <a:pt x="234" y="679"/>
                  </a:moveTo>
                  <a:cubicBezTo>
                    <a:pt x="234" y="678"/>
                    <a:pt x="235" y="678"/>
                    <a:pt x="235" y="678"/>
                  </a:cubicBezTo>
                  <a:cubicBezTo>
                    <a:pt x="236" y="679"/>
                    <a:pt x="234" y="679"/>
                    <a:pt x="234" y="679"/>
                  </a:cubicBezTo>
                  <a:close/>
                  <a:moveTo>
                    <a:pt x="248" y="692"/>
                  </a:moveTo>
                  <a:cubicBezTo>
                    <a:pt x="248" y="691"/>
                    <a:pt x="250" y="691"/>
                    <a:pt x="250" y="691"/>
                  </a:cubicBezTo>
                  <a:cubicBezTo>
                    <a:pt x="251" y="692"/>
                    <a:pt x="249" y="692"/>
                    <a:pt x="248" y="692"/>
                  </a:cubicBezTo>
                  <a:close/>
                  <a:moveTo>
                    <a:pt x="349" y="41"/>
                  </a:moveTo>
                  <a:cubicBezTo>
                    <a:pt x="348" y="41"/>
                    <a:pt x="345" y="42"/>
                    <a:pt x="344" y="41"/>
                  </a:cubicBezTo>
                  <a:cubicBezTo>
                    <a:pt x="344" y="40"/>
                    <a:pt x="348" y="40"/>
                    <a:pt x="349" y="41"/>
                  </a:cubicBezTo>
                  <a:close/>
                  <a:moveTo>
                    <a:pt x="343" y="7"/>
                  </a:moveTo>
                  <a:cubicBezTo>
                    <a:pt x="344" y="6"/>
                    <a:pt x="345" y="8"/>
                    <a:pt x="343" y="7"/>
                  </a:cubicBezTo>
                  <a:close/>
                  <a:moveTo>
                    <a:pt x="342" y="38"/>
                  </a:moveTo>
                  <a:cubicBezTo>
                    <a:pt x="341" y="38"/>
                    <a:pt x="340" y="37"/>
                    <a:pt x="339" y="38"/>
                  </a:cubicBezTo>
                  <a:cubicBezTo>
                    <a:pt x="339" y="37"/>
                    <a:pt x="341" y="37"/>
                    <a:pt x="342" y="38"/>
                  </a:cubicBezTo>
                  <a:close/>
                  <a:moveTo>
                    <a:pt x="335" y="37"/>
                  </a:moveTo>
                  <a:cubicBezTo>
                    <a:pt x="336" y="36"/>
                    <a:pt x="337" y="39"/>
                    <a:pt x="335" y="37"/>
                  </a:cubicBezTo>
                  <a:close/>
                  <a:moveTo>
                    <a:pt x="336" y="97"/>
                  </a:move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5" y="96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lose/>
                  <a:moveTo>
                    <a:pt x="316" y="49"/>
                  </a:moveTo>
                  <a:cubicBezTo>
                    <a:pt x="316" y="49"/>
                    <a:pt x="313" y="50"/>
                    <a:pt x="313" y="49"/>
                  </a:cubicBezTo>
                  <a:cubicBezTo>
                    <a:pt x="312" y="49"/>
                    <a:pt x="315" y="48"/>
                    <a:pt x="316" y="49"/>
                  </a:cubicBezTo>
                  <a:close/>
                  <a:moveTo>
                    <a:pt x="321" y="108"/>
                  </a:moveTo>
                  <a:cubicBezTo>
                    <a:pt x="319" y="109"/>
                    <a:pt x="315" y="112"/>
                    <a:pt x="311" y="111"/>
                  </a:cubicBezTo>
                  <a:cubicBezTo>
                    <a:pt x="314" y="109"/>
                    <a:pt x="317" y="109"/>
                    <a:pt x="321" y="108"/>
                  </a:cubicBezTo>
                  <a:close/>
                  <a:moveTo>
                    <a:pt x="320" y="636"/>
                  </a:moveTo>
                  <a:cubicBezTo>
                    <a:pt x="319" y="636"/>
                    <a:pt x="320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lose/>
                  <a:moveTo>
                    <a:pt x="319" y="620"/>
                  </a:moveTo>
                  <a:cubicBezTo>
                    <a:pt x="319" y="620"/>
                    <a:pt x="318" y="620"/>
                    <a:pt x="317" y="620"/>
                  </a:cubicBezTo>
                  <a:cubicBezTo>
                    <a:pt x="318" y="620"/>
                    <a:pt x="319" y="619"/>
                    <a:pt x="319" y="620"/>
                  </a:cubicBezTo>
                  <a:close/>
                  <a:moveTo>
                    <a:pt x="318" y="614"/>
                  </a:moveTo>
                  <a:cubicBezTo>
                    <a:pt x="317" y="613"/>
                    <a:pt x="319" y="615"/>
                    <a:pt x="318" y="614"/>
                  </a:cubicBezTo>
                  <a:close/>
                  <a:moveTo>
                    <a:pt x="313" y="137"/>
                  </a:moveTo>
                  <a:cubicBezTo>
                    <a:pt x="312" y="140"/>
                    <a:pt x="312" y="135"/>
                    <a:pt x="312" y="137"/>
                  </a:cubicBezTo>
                  <a:cubicBezTo>
                    <a:pt x="312" y="137"/>
                    <a:pt x="313" y="137"/>
                    <a:pt x="313" y="137"/>
                  </a:cubicBezTo>
                  <a:close/>
                  <a:moveTo>
                    <a:pt x="311" y="41"/>
                  </a:moveTo>
                  <a:cubicBezTo>
                    <a:pt x="310" y="42"/>
                    <a:pt x="309" y="40"/>
                    <a:pt x="311" y="41"/>
                  </a:cubicBezTo>
                  <a:close/>
                  <a:moveTo>
                    <a:pt x="309" y="527"/>
                  </a:moveTo>
                  <a:cubicBezTo>
                    <a:pt x="309" y="528"/>
                    <a:pt x="306" y="529"/>
                    <a:pt x="306" y="527"/>
                  </a:cubicBezTo>
                  <a:cubicBezTo>
                    <a:pt x="306" y="525"/>
                    <a:pt x="309" y="526"/>
                    <a:pt x="309" y="527"/>
                  </a:cubicBezTo>
                  <a:close/>
                  <a:moveTo>
                    <a:pt x="307" y="61"/>
                  </a:moveTo>
                  <a:cubicBezTo>
                    <a:pt x="306" y="60"/>
                    <a:pt x="308" y="61"/>
                    <a:pt x="307" y="61"/>
                  </a:cubicBezTo>
                  <a:close/>
                  <a:moveTo>
                    <a:pt x="293" y="53"/>
                  </a:moveTo>
                  <a:cubicBezTo>
                    <a:pt x="298" y="52"/>
                    <a:pt x="304" y="52"/>
                    <a:pt x="309" y="51"/>
                  </a:cubicBezTo>
                  <a:cubicBezTo>
                    <a:pt x="304" y="53"/>
                    <a:pt x="299" y="53"/>
                    <a:pt x="293" y="53"/>
                  </a:cubicBezTo>
                  <a:close/>
                  <a:moveTo>
                    <a:pt x="282" y="662"/>
                  </a:moveTo>
                  <a:cubicBezTo>
                    <a:pt x="281" y="662"/>
                    <a:pt x="279" y="663"/>
                    <a:pt x="277" y="663"/>
                  </a:cubicBezTo>
                  <a:cubicBezTo>
                    <a:pt x="279" y="662"/>
                    <a:pt x="281" y="661"/>
                    <a:pt x="282" y="662"/>
                  </a:cubicBezTo>
                  <a:close/>
                  <a:moveTo>
                    <a:pt x="278" y="582"/>
                  </a:moveTo>
                  <a:cubicBezTo>
                    <a:pt x="278" y="581"/>
                    <a:pt x="280" y="581"/>
                    <a:pt x="279" y="582"/>
                  </a:cubicBezTo>
                  <a:cubicBezTo>
                    <a:pt x="279" y="582"/>
                    <a:pt x="279" y="582"/>
                    <a:pt x="278" y="582"/>
                  </a:cubicBezTo>
                  <a:close/>
                  <a:moveTo>
                    <a:pt x="282" y="582"/>
                  </a:moveTo>
                  <a:cubicBezTo>
                    <a:pt x="282" y="582"/>
                    <a:pt x="280" y="583"/>
                    <a:pt x="280" y="581"/>
                  </a:cubicBezTo>
                  <a:cubicBezTo>
                    <a:pt x="280" y="580"/>
                    <a:pt x="282" y="581"/>
                    <a:pt x="282" y="582"/>
                  </a:cubicBezTo>
                  <a:close/>
                  <a:moveTo>
                    <a:pt x="281" y="574"/>
                  </a:moveTo>
                  <a:cubicBezTo>
                    <a:pt x="281" y="575"/>
                    <a:pt x="280" y="575"/>
                    <a:pt x="280" y="574"/>
                  </a:cubicBezTo>
                  <a:cubicBezTo>
                    <a:pt x="279" y="574"/>
                    <a:pt x="281" y="573"/>
                    <a:pt x="281" y="574"/>
                  </a:cubicBezTo>
                  <a:close/>
                  <a:moveTo>
                    <a:pt x="294" y="551"/>
                  </a:moveTo>
                  <a:cubicBezTo>
                    <a:pt x="291" y="553"/>
                    <a:pt x="287" y="555"/>
                    <a:pt x="285" y="556"/>
                  </a:cubicBezTo>
                  <a:cubicBezTo>
                    <a:pt x="285" y="556"/>
                    <a:pt x="283" y="557"/>
                    <a:pt x="284" y="556"/>
                  </a:cubicBezTo>
                  <a:cubicBezTo>
                    <a:pt x="286" y="553"/>
                    <a:pt x="291" y="553"/>
                    <a:pt x="294" y="551"/>
                  </a:cubicBezTo>
                  <a:close/>
                  <a:moveTo>
                    <a:pt x="286" y="536"/>
                  </a:moveTo>
                  <a:cubicBezTo>
                    <a:pt x="286" y="535"/>
                    <a:pt x="286" y="536"/>
                    <a:pt x="286" y="536"/>
                  </a:cubicBezTo>
                  <a:cubicBezTo>
                    <a:pt x="285" y="536"/>
                    <a:pt x="286" y="535"/>
                    <a:pt x="286" y="536"/>
                  </a:cubicBezTo>
                  <a:close/>
                  <a:moveTo>
                    <a:pt x="287" y="536"/>
                  </a:moveTo>
                  <a:cubicBezTo>
                    <a:pt x="287" y="534"/>
                    <a:pt x="289" y="534"/>
                    <a:pt x="289" y="536"/>
                  </a:cubicBezTo>
                  <a:cubicBezTo>
                    <a:pt x="289" y="537"/>
                    <a:pt x="287" y="536"/>
                    <a:pt x="287" y="536"/>
                  </a:cubicBezTo>
                  <a:close/>
                  <a:moveTo>
                    <a:pt x="290" y="512"/>
                  </a:moveTo>
                  <a:cubicBezTo>
                    <a:pt x="291" y="510"/>
                    <a:pt x="293" y="509"/>
                    <a:pt x="294" y="508"/>
                  </a:cubicBezTo>
                  <a:cubicBezTo>
                    <a:pt x="294" y="509"/>
                    <a:pt x="292" y="510"/>
                    <a:pt x="290" y="512"/>
                  </a:cubicBezTo>
                  <a:close/>
                  <a:moveTo>
                    <a:pt x="290" y="550"/>
                  </a:moveTo>
                  <a:cubicBezTo>
                    <a:pt x="290" y="549"/>
                    <a:pt x="291" y="548"/>
                    <a:pt x="292" y="549"/>
                  </a:cubicBezTo>
                  <a:cubicBezTo>
                    <a:pt x="292" y="550"/>
                    <a:pt x="290" y="551"/>
                    <a:pt x="290" y="550"/>
                  </a:cubicBezTo>
                  <a:close/>
                  <a:moveTo>
                    <a:pt x="287" y="638"/>
                  </a:moveTo>
                  <a:cubicBezTo>
                    <a:pt x="288" y="637"/>
                    <a:pt x="289" y="637"/>
                    <a:pt x="290" y="637"/>
                  </a:cubicBezTo>
                  <a:cubicBezTo>
                    <a:pt x="289" y="637"/>
                    <a:pt x="288" y="638"/>
                    <a:pt x="287" y="638"/>
                  </a:cubicBezTo>
                  <a:close/>
                  <a:moveTo>
                    <a:pt x="290" y="640"/>
                  </a:moveTo>
                  <a:cubicBezTo>
                    <a:pt x="289" y="641"/>
                    <a:pt x="288" y="640"/>
                    <a:pt x="287" y="641"/>
                  </a:cubicBezTo>
                  <a:cubicBezTo>
                    <a:pt x="287" y="640"/>
                    <a:pt x="289" y="639"/>
                    <a:pt x="290" y="640"/>
                  </a:cubicBezTo>
                  <a:close/>
                  <a:moveTo>
                    <a:pt x="292" y="594"/>
                  </a:moveTo>
                  <a:cubicBezTo>
                    <a:pt x="292" y="595"/>
                    <a:pt x="288" y="596"/>
                    <a:pt x="288" y="593"/>
                  </a:cubicBezTo>
                  <a:cubicBezTo>
                    <a:pt x="288" y="591"/>
                    <a:pt x="292" y="592"/>
                    <a:pt x="292" y="594"/>
                  </a:cubicBezTo>
                  <a:close/>
                  <a:moveTo>
                    <a:pt x="288" y="573"/>
                  </a:moveTo>
                  <a:cubicBezTo>
                    <a:pt x="288" y="572"/>
                    <a:pt x="290" y="571"/>
                    <a:pt x="291" y="571"/>
                  </a:cubicBezTo>
                  <a:cubicBezTo>
                    <a:pt x="290" y="572"/>
                    <a:pt x="289" y="572"/>
                    <a:pt x="288" y="573"/>
                  </a:cubicBezTo>
                  <a:close/>
                  <a:moveTo>
                    <a:pt x="292" y="571"/>
                  </a:moveTo>
                  <a:cubicBezTo>
                    <a:pt x="292" y="570"/>
                    <a:pt x="293" y="569"/>
                    <a:pt x="294" y="570"/>
                  </a:cubicBezTo>
                  <a:cubicBezTo>
                    <a:pt x="294" y="571"/>
                    <a:pt x="292" y="571"/>
                    <a:pt x="292" y="571"/>
                  </a:cubicBezTo>
                  <a:close/>
                  <a:moveTo>
                    <a:pt x="293" y="594"/>
                  </a:moveTo>
                  <a:cubicBezTo>
                    <a:pt x="293" y="596"/>
                    <a:pt x="291" y="595"/>
                    <a:pt x="293" y="594"/>
                  </a:cubicBezTo>
                  <a:close/>
                  <a:moveTo>
                    <a:pt x="291" y="595"/>
                  </a:moveTo>
                  <a:cubicBezTo>
                    <a:pt x="290" y="597"/>
                    <a:pt x="288" y="596"/>
                    <a:pt x="291" y="595"/>
                  </a:cubicBezTo>
                  <a:close/>
                  <a:moveTo>
                    <a:pt x="290" y="625"/>
                  </a:moveTo>
                  <a:cubicBezTo>
                    <a:pt x="291" y="626"/>
                    <a:pt x="290" y="625"/>
                    <a:pt x="290" y="625"/>
                  </a:cubicBezTo>
                  <a:cubicBezTo>
                    <a:pt x="290" y="625"/>
                    <a:pt x="290" y="625"/>
                    <a:pt x="290" y="625"/>
                  </a:cubicBezTo>
                  <a:close/>
                  <a:moveTo>
                    <a:pt x="289" y="602"/>
                  </a:moveTo>
                  <a:cubicBezTo>
                    <a:pt x="289" y="601"/>
                    <a:pt x="292" y="601"/>
                    <a:pt x="293" y="601"/>
                  </a:cubicBezTo>
                  <a:cubicBezTo>
                    <a:pt x="292" y="602"/>
                    <a:pt x="290" y="602"/>
                    <a:pt x="289" y="602"/>
                  </a:cubicBezTo>
                  <a:close/>
                  <a:moveTo>
                    <a:pt x="291" y="634"/>
                  </a:moveTo>
                  <a:cubicBezTo>
                    <a:pt x="292" y="634"/>
                    <a:pt x="293" y="634"/>
                    <a:pt x="292" y="635"/>
                  </a:cubicBezTo>
                  <a:cubicBezTo>
                    <a:pt x="292" y="636"/>
                    <a:pt x="291" y="635"/>
                    <a:pt x="291" y="634"/>
                  </a:cubicBezTo>
                  <a:close/>
                  <a:moveTo>
                    <a:pt x="295" y="635"/>
                  </a:moveTo>
                  <a:cubicBezTo>
                    <a:pt x="294" y="636"/>
                    <a:pt x="293" y="637"/>
                    <a:pt x="291" y="636"/>
                  </a:cubicBezTo>
                  <a:cubicBezTo>
                    <a:pt x="292" y="636"/>
                    <a:pt x="294" y="636"/>
                    <a:pt x="295" y="635"/>
                  </a:cubicBezTo>
                  <a:close/>
                  <a:moveTo>
                    <a:pt x="293" y="583"/>
                  </a:moveTo>
                  <a:cubicBezTo>
                    <a:pt x="293" y="583"/>
                    <a:pt x="294" y="583"/>
                    <a:pt x="294" y="583"/>
                  </a:cubicBezTo>
                  <a:cubicBezTo>
                    <a:pt x="295" y="584"/>
                    <a:pt x="293" y="585"/>
                    <a:pt x="293" y="583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538"/>
                  </a:moveTo>
                  <a:cubicBezTo>
                    <a:pt x="283" y="538"/>
                    <a:pt x="284" y="537"/>
                    <a:pt x="284" y="537"/>
                  </a:cubicBezTo>
                  <a:cubicBezTo>
                    <a:pt x="285" y="537"/>
                    <a:pt x="284" y="538"/>
                    <a:pt x="284" y="538"/>
                  </a:cubicBezTo>
                  <a:close/>
                  <a:moveTo>
                    <a:pt x="285" y="588"/>
                  </a:moveTo>
                  <a:cubicBezTo>
                    <a:pt x="284" y="589"/>
                    <a:pt x="283" y="589"/>
                    <a:pt x="282" y="590"/>
                  </a:cubicBezTo>
                  <a:cubicBezTo>
                    <a:pt x="282" y="590"/>
                    <a:pt x="284" y="588"/>
                    <a:pt x="285" y="588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612"/>
                  </a:moveTo>
                  <a:cubicBezTo>
                    <a:pt x="281" y="614"/>
                    <a:pt x="281" y="612"/>
                    <a:pt x="284" y="612"/>
                  </a:cubicBezTo>
                  <a:close/>
                  <a:moveTo>
                    <a:pt x="283" y="648"/>
                  </a:moveTo>
                  <a:cubicBezTo>
                    <a:pt x="284" y="645"/>
                    <a:pt x="286" y="647"/>
                    <a:pt x="283" y="648"/>
                  </a:cubicBezTo>
                  <a:close/>
                  <a:moveTo>
                    <a:pt x="287" y="661"/>
                  </a:moveTo>
                  <a:cubicBezTo>
                    <a:pt x="287" y="661"/>
                    <a:pt x="285" y="662"/>
                    <a:pt x="284" y="662"/>
                  </a:cubicBezTo>
                  <a:cubicBezTo>
                    <a:pt x="284" y="661"/>
                    <a:pt x="287" y="660"/>
                    <a:pt x="287" y="661"/>
                  </a:cubicBezTo>
                  <a:close/>
                  <a:moveTo>
                    <a:pt x="288" y="667"/>
                  </a:moveTo>
                  <a:cubicBezTo>
                    <a:pt x="288" y="668"/>
                    <a:pt x="286" y="668"/>
                    <a:pt x="286" y="667"/>
                  </a:cubicBezTo>
                  <a:cubicBezTo>
                    <a:pt x="285" y="666"/>
                    <a:pt x="288" y="666"/>
                    <a:pt x="288" y="667"/>
                  </a:cubicBezTo>
                  <a:close/>
                  <a:moveTo>
                    <a:pt x="287" y="650"/>
                  </a:moveTo>
                  <a:cubicBezTo>
                    <a:pt x="287" y="648"/>
                    <a:pt x="290" y="647"/>
                    <a:pt x="291" y="649"/>
                  </a:cubicBezTo>
                  <a:cubicBezTo>
                    <a:pt x="295" y="653"/>
                    <a:pt x="286" y="654"/>
                    <a:pt x="287" y="650"/>
                  </a:cubicBezTo>
                  <a:close/>
                  <a:moveTo>
                    <a:pt x="292" y="691"/>
                  </a:moveTo>
                  <a:cubicBezTo>
                    <a:pt x="292" y="691"/>
                    <a:pt x="292" y="691"/>
                    <a:pt x="292" y="691"/>
                  </a:cubicBezTo>
                  <a:cubicBezTo>
                    <a:pt x="292" y="689"/>
                    <a:pt x="294" y="692"/>
                    <a:pt x="292" y="691"/>
                  </a:cubicBezTo>
                  <a:close/>
                  <a:moveTo>
                    <a:pt x="292" y="646"/>
                  </a:moveTo>
                  <a:cubicBezTo>
                    <a:pt x="290" y="644"/>
                    <a:pt x="297" y="643"/>
                    <a:pt x="294" y="646"/>
                  </a:cubicBezTo>
                  <a:cubicBezTo>
                    <a:pt x="294" y="646"/>
                    <a:pt x="293" y="646"/>
                    <a:pt x="292" y="646"/>
                  </a:cubicBezTo>
                  <a:close/>
                  <a:moveTo>
                    <a:pt x="294" y="600"/>
                  </a:moveTo>
                  <a:cubicBezTo>
                    <a:pt x="294" y="600"/>
                    <a:pt x="296" y="599"/>
                    <a:pt x="297" y="599"/>
                  </a:cubicBezTo>
                  <a:cubicBezTo>
                    <a:pt x="296" y="600"/>
                    <a:pt x="295" y="600"/>
                    <a:pt x="294" y="600"/>
                  </a:cubicBezTo>
                  <a:close/>
                  <a:moveTo>
                    <a:pt x="293" y="530"/>
                  </a:moveTo>
                  <a:cubicBezTo>
                    <a:pt x="294" y="529"/>
                    <a:pt x="296" y="528"/>
                    <a:pt x="297" y="530"/>
                  </a:cubicBezTo>
                  <a:cubicBezTo>
                    <a:pt x="298" y="532"/>
                    <a:pt x="293" y="534"/>
                    <a:pt x="293" y="530"/>
                  </a:cubicBezTo>
                  <a:close/>
                  <a:moveTo>
                    <a:pt x="303" y="581"/>
                  </a:moveTo>
                  <a:cubicBezTo>
                    <a:pt x="303" y="584"/>
                    <a:pt x="298" y="584"/>
                    <a:pt x="297" y="581"/>
                  </a:cubicBezTo>
                  <a:cubicBezTo>
                    <a:pt x="297" y="578"/>
                    <a:pt x="303" y="579"/>
                    <a:pt x="303" y="581"/>
                  </a:cubicBezTo>
                  <a:close/>
                  <a:moveTo>
                    <a:pt x="298" y="504"/>
                  </a:moveTo>
                  <a:cubicBezTo>
                    <a:pt x="298" y="503"/>
                    <a:pt x="300" y="504"/>
                    <a:pt x="298" y="504"/>
                  </a:cubicBezTo>
                  <a:close/>
                  <a:moveTo>
                    <a:pt x="300" y="102"/>
                  </a:moveTo>
                  <a:cubicBezTo>
                    <a:pt x="298" y="103"/>
                    <a:pt x="297" y="101"/>
                    <a:pt x="300" y="102"/>
                  </a:cubicBezTo>
                  <a:close/>
                  <a:moveTo>
                    <a:pt x="299" y="578"/>
                  </a:moveTo>
                  <a:cubicBezTo>
                    <a:pt x="299" y="578"/>
                    <a:pt x="298" y="579"/>
                    <a:pt x="298" y="578"/>
                  </a:cubicBezTo>
                  <a:cubicBezTo>
                    <a:pt x="297" y="577"/>
                    <a:pt x="300" y="577"/>
                    <a:pt x="299" y="578"/>
                  </a:cubicBezTo>
                  <a:close/>
                  <a:moveTo>
                    <a:pt x="303" y="67"/>
                  </a:moveTo>
                  <a:cubicBezTo>
                    <a:pt x="302" y="69"/>
                    <a:pt x="302" y="67"/>
                    <a:pt x="303" y="67"/>
                  </a:cubicBezTo>
                  <a:close/>
                  <a:moveTo>
                    <a:pt x="304" y="592"/>
                  </a:moveTo>
                  <a:cubicBezTo>
                    <a:pt x="304" y="593"/>
                    <a:pt x="301" y="593"/>
                    <a:pt x="300" y="594"/>
                  </a:cubicBezTo>
                  <a:cubicBezTo>
                    <a:pt x="301" y="593"/>
                    <a:pt x="303" y="592"/>
                    <a:pt x="304" y="592"/>
                  </a:cubicBezTo>
                  <a:close/>
                  <a:moveTo>
                    <a:pt x="304" y="660"/>
                  </a:moveTo>
                  <a:cubicBezTo>
                    <a:pt x="304" y="661"/>
                    <a:pt x="304" y="662"/>
                    <a:pt x="304" y="662"/>
                  </a:cubicBezTo>
                  <a:cubicBezTo>
                    <a:pt x="302" y="664"/>
                    <a:pt x="301" y="659"/>
                    <a:pt x="304" y="660"/>
                  </a:cubicBezTo>
                  <a:close/>
                  <a:moveTo>
                    <a:pt x="308" y="41"/>
                  </a:moveTo>
                  <a:cubicBezTo>
                    <a:pt x="308" y="41"/>
                    <a:pt x="307" y="42"/>
                    <a:pt x="307" y="42"/>
                  </a:cubicBezTo>
                  <a:cubicBezTo>
                    <a:pt x="306" y="42"/>
                    <a:pt x="307" y="41"/>
                    <a:pt x="308" y="41"/>
                  </a:cubicBezTo>
                  <a:close/>
                  <a:moveTo>
                    <a:pt x="298" y="26"/>
                  </a:moveTo>
                  <a:cubicBezTo>
                    <a:pt x="300" y="25"/>
                    <a:pt x="300" y="27"/>
                    <a:pt x="298" y="26"/>
                  </a:cubicBezTo>
                  <a:close/>
                  <a:moveTo>
                    <a:pt x="299" y="30"/>
                  </a:moveTo>
                  <a:cubicBezTo>
                    <a:pt x="297" y="31"/>
                    <a:pt x="295" y="30"/>
                    <a:pt x="293" y="30"/>
                  </a:cubicBezTo>
                  <a:cubicBezTo>
                    <a:pt x="295" y="29"/>
                    <a:pt x="297" y="29"/>
                    <a:pt x="299" y="30"/>
                  </a:cubicBezTo>
                  <a:close/>
                  <a:moveTo>
                    <a:pt x="291" y="53"/>
                  </a:moveTo>
                  <a:cubicBezTo>
                    <a:pt x="287" y="54"/>
                    <a:pt x="283" y="55"/>
                    <a:pt x="279" y="55"/>
                  </a:cubicBezTo>
                  <a:cubicBezTo>
                    <a:pt x="283" y="54"/>
                    <a:pt x="287" y="53"/>
                    <a:pt x="291" y="53"/>
                  </a:cubicBezTo>
                  <a:close/>
                  <a:moveTo>
                    <a:pt x="288" y="513"/>
                  </a:moveTo>
                  <a:cubicBezTo>
                    <a:pt x="287" y="513"/>
                    <a:pt x="290" y="512"/>
                    <a:pt x="289" y="512"/>
                  </a:cubicBezTo>
                  <a:cubicBezTo>
                    <a:pt x="290" y="512"/>
                    <a:pt x="289" y="514"/>
                    <a:pt x="288" y="513"/>
                  </a:cubicBezTo>
                  <a:close/>
                  <a:moveTo>
                    <a:pt x="282" y="526"/>
                  </a:moveTo>
                  <a:cubicBezTo>
                    <a:pt x="282" y="526"/>
                    <a:pt x="281" y="527"/>
                    <a:pt x="280" y="526"/>
                  </a:cubicBezTo>
                  <a:cubicBezTo>
                    <a:pt x="280" y="526"/>
                    <a:pt x="282" y="525"/>
                    <a:pt x="282" y="526"/>
                  </a:cubicBezTo>
                  <a:close/>
                  <a:moveTo>
                    <a:pt x="286" y="526"/>
                  </a:moveTo>
                  <a:cubicBezTo>
                    <a:pt x="286" y="526"/>
                    <a:pt x="291" y="524"/>
                    <a:pt x="290" y="526"/>
                  </a:cubicBezTo>
                  <a:cubicBezTo>
                    <a:pt x="290" y="527"/>
                    <a:pt x="285" y="527"/>
                    <a:pt x="284" y="527"/>
                  </a:cubicBezTo>
                  <a:cubicBezTo>
                    <a:pt x="281" y="527"/>
                    <a:pt x="278" y="530"/>
                    <a:pt x="275" y="529"/>
                  </a:cubicBezTo>
                  <a:cubicBezTo>
                    <a:pt x="276" y="527"/>
                    <a:pt x="284" y="527"/>
                    <a:pt x="286" y="526"/>
                  </a:cubicBezTo>
                  <a:close/>
                  <a:moveTo>
                    <a:pt x="277" y="694"/>
                  </a:moveTo>
                  <a:cubicBezTo>
                    <a:pt x="277" y="695"/>
                    <a:pt x="275" y="695"/>
                    <a:pt x="275" y="694"/>
                  </a:cubicBezTo>
                  <a:cubicBezTo>
                    <a:pt x="275" y="693"/>
                    <a:pt x="277" y="694"/>
                    <a:pt x="277" y="694"/>
                  </a:cubicBezTo>
                  <a:close/>
                  <a:moveTo>
                    <a:pt x="266" y="653"/>
                  </a:moveTo>
                  <a:cubicBezTo>
                    <a:pt x="266" y="653"/>
                    <a:pt x="266" y="652"/>
                    <a:pt x="266" y="651"/>
                  </a:cubicBezTo>
                  <a:cubicBezTo>
                    <a:pt x="267" y="648"/>
                    <a:pt x="270" y="649"/>
                    <a:pt x="271" y="650"/>
                  </a:cubicBezTo>
                  <a:cubicBezTo>
                    <a:pt x="271" y="650"/>
                    <a:pt x="271" y="650"/>
                    <a:pt x="271" y="650"/>
                  </a:cubicBezTo>
                  <a:cubicBezTo>
                    <a:pt x="271" y="650"/>
                    <a:pt x="271" y="650"/>
                    <a:pt x="272" y="650"/>
                  </a:cubicBezTo>
                  <a:cubicBezTo>
                    <a:pt x="275" y="651"/>
                    <a:pt x="270" y="659"/>
                    <a:pt x="266" y="653"/>
                  </a:cubicBezTo>
                  <a:close/>
                  <a:moveTo>
                    <a:pt x="268" y="657"/>
                  </a:moveTo>
                  <a:cubicBezTo>
                    <a:pt x="267" y="656"/>
                    <a:pt x="269" y="657"/>
                    <a:pt x="268" y="657"/>
                  </a:cubicBezTo>
                  <a:close/>
                  <a:moveTo>
                    <a:pt x="264" y="633"/>
                  </a:moveTo>
                  <a:cubicBezTo>
                    <a:pt x="263" y="633"/>
                    <a:pt x="264" y="632"/>
                    <a:pt x="265" y="632"/>
                  </a:cubicBezTo>
                  <a:cubicBezTo>
                    <a:pt x="265" y="633"/>
                    <a:pt x="264" y="632"/>
                    <a:pt x="264" y="633"/>
                  </a:cubicBezTo>
                  <a:close/>
                  <a:moveTo>
                    <a:pt x="263" y="663"/>
                  </a:moveTo>
                  <a:cubicBezTo>
                    <a:pt x="265" y="662"/>
                    <a:pt x="265" y="664"/>
                    <a:pt x="263" y="663"/>
                  </a:cubicBezTo>
                  <a:close/>
                  <a:moveTo>
                    <a:pt x="265" y="623"/>
                  </a:moveTo>
                  <a:cubicBezTo>
                    <a:pt x="267" y="623"/>
                    <a:pt x="269" y="624"/>
                    <a:pt x="269" y="627"/>
                  </a:cubicBezTo>
                  <a:cubicBezTo>
                    <a:pt x="268" y="625"/>
                    <a:pt x="267" y="628"/>
                    <a:pt x="265" y="629"/>
                  </a:cubicBezTo>
                  <a:cubicBezTo>
                    <a:pt x="258" y="631"/>
                    <a:pt x="258" y="621"/>
                    <a:pt x="265" y="623"/>
                  </a:cubicBezTo>
                  <a:close/>
                  <a:moveTo>
                    <a:pt x="271" y="560"/>
                  </a:moveTo>
                  <a:cubicBezTo>
                    <a:pt x="272" y="561"/>
                    <a:pt x="269" y="562"/>
                    <a:pt x="269" y="561"/>
                  </a:cubicBezTo>
                  <a:cubicBezTo>
                    <a:pt x="269" y="560"/>
                    <a:pt x="271" y="559"/>
                    <a:pt x="271" y="560"/>
                  </a:cubicBezTo>
                  <a:close/>
                  <a:moveTo>
                    <a:pt x="271" y="507"/>
                  </a:moveTo>
                  <a:cubicBezTo>
                    <a:pt x="271" y="505"/>
                    <a:pt x="271" y="509"/>
                    <a:pt x="271" y="507"/>
                  </a:cubicBezTo>
                  <a:close/>
                  <a:moveTo>
                    <a:pt x="273" y="532"/>
                  </a:moveTo>
                  <a:cubicBezTo>
                    <a:pt x="273" y="532"/>
                    <a:pt x="273" y="533"/>
                    <a:pt x="273" y="533"/>
                  </a:cubicBezTo>
                  <a:cubicBezTo>
                    <a:pt x="270" y="531"/>
                    <a:pt x="277" y="530"/>
                    <a:pt x="273" y="532"/>
                  </a:cubicBezTo>
                  <a:close/>
                  <a:moveTo>
                    <a:pt x="273" y="556"/>
                  </a:moveTo>
                  <a:cubicBezTo>
                    <a:pt x="273" y="555"/>
                    <a:pt x="274" y="555"/>
                    <a:pt x="274" y="555"/>
                  </a:cubicBezTo>
                  <a:cubicBezTo>
                    <a:pt x="277" y="555"/>
                    <a:pt x="274" y="558"/>
                    <a:pt x="273" y="556"/>
                  </a:cubicBezTo>
                  <a:close/>
                  <a:moveTo>
                    <a:pt x="270" y="624"/>
                  </a:moveTo>
                  <a:cubicBezTo>
                    <a:pt x="270" y="624"/>
                    <a:pt x="269" y="624"/>
                    <a:pt x="269" y="624"/>
                  </a:cubicBezTo>
                  <a:cubicBezTo>
                    <a:pt x="269" y="623"/>
                    <a:pt x="271" y="623"/>
                    <a:pt x="270" y="624"/>
                  </a:cubicBezTo>
                  <a:close/>
                  <a:moveTo>
                    <a:pt x="266" y="617"/>
                  </a:moveTo>
                  <a:cubicBezTo>
                    <a:pt x="266" y="615"/>
                    <a:pt x="269" y="616"/>
                    <a:pt x="269" y="617"/>
                  </a:cubicBezTo>
                  <a:cubicBezTo>
                    <a:pt x="269" y="618"/>
                    <a:pt x="267" y="618"/>
                    <a:pt x="266" y="617"/>
                  </a:cubicBezTo>
                  <a:close/>
                  <a:moveTo>
                    <a:pt x="271" y="647"/>
                  </a:moveTo>
                  <a:cubicBezTo>
                    <a:pt x="271" y="648"/>
                    <a:pt x="269" y="648"/>
                    <a:pt x="269" y="647"/>
                  </a:cubicBezTo>
                  <a:cubicBezTo>
                    <a:pt x="269" y="647"/>
                    <a:pt x="270" y="646"/>
                    <a:pt x="271" y="647"/>
                  </a:cubicBezTo>
                  <a:close/>
                  <a:moveTo>
                    <a:pt x="270" y="628"/>
                  </a:moveTo>
                  <a:cubicBezTo>
                    <a:pt x="270" y="627"/>
                    <a:pt x="273" y="626"/>
                    <a:pt x="273" y="628"/>
                  </a:cubicBezTo>
                  <a:cubicBezTo>
                    <a:pt x="273" y="628"/>
                    <a:pt x="270" y="630"/>
                    <a:pt x="270" y="628"/>
                  </a:cubicBezTo>
                  <a:close/>
                  <a:moveTo>
                    <a:pt x="273" y="613"/>
                  </a:moveTo>
                  <a:cubicBezTo>
                    <a:pt x="273" y="614"/>
                    <a:pt x="271" y="614"/>
                    <a:pt x="271" y="614"/>
                  </a:cubicBezTo>
                  <a:cubicBezTo>
                    <a:pt x="270" y="613"/>
                    <a:pt x="272" y="613"/>
                    <a:pt x="273" y="613"/>
                  </a:cubicBezTo>
                  <a:close/>
                  <a:moveTo>
                    <a:pt x="270" y="571"/>
                  </a:moveTo>
                  <a:cubicBezTo>
                    <a:pt x="270" y="571"/>
                    <a:pt x="270" y="571"/>
                    <a:pt x="270" y="571"/>
                  </a:cubicBezTo>
                  <a:cubicBezTo>
                    <a:pt x="270" y="569"/>
                    <a:pt x="272" y="572"/>
                    <a:pt x="270" y="571"/>
                  </a:cubicBezTo>
                  <a:close/>
                  <a:moveTo>
                    <a:pt x="271" y="564"/>
                  </a:moveTo>
                  <a:cubicBezTo>
                    <a:pt x="269" y="565"/>
                    <a:pt x="268" y="566"/>
                    <a:pt x="267" y="566"/>
                  </a:cubicBezTo>
                  <a:cubicBezTo>
                    <a:pt x="268" y="565"/>
                    <a:pt x="269" y="564"/>
                    <a:pt x="271" y="564"/>
                  </a:cubicBezTo>
                  <a:close/>
                  <a:moveTo>
                    <a:pt x="271" y="572"/>
                  </a:moveTo>
                  <a:cubicBezTo>
                    <a:pt x="269" y="573"/>
                    <a:pt x="269" y="574"/>
                    <a:pt x="271" y="574"/>
                  </a:cubicBezTo>
                  <a:cubicBezTo>
                    <a:pt x="270" y="576"/>
                    <a:pt x="266" y="579"/>
                    <a:pt x="263" y="577"/>
                  </a:cubicBezTo>
                  <a:cubicBezTo>
                    <a:pt x="258" y="573"/>
                    <a:pt x="266" y="568"/>
                    <a:pt x="271" y="572"/>
                  </a:cubicBezTo>
                  <a:close/>
                  <a:moveTo>
                    <a:pt x="264" y="612"/>
                  </a:moveTo>
                  <a:cubicBezTo>
                    <a:pt x="265" y="612"/>
                    <a:pt x="263" y="612"/>
                    <a:pt x="263" y="612"/>
                  </a:cubicBezTo>
                  <a:cubicBezTo>
                    <a:pt x="263" y="611"/>
                    <a:pt x="264" y="611"/>
                    <a:pt x="264" y="612"/>
                  </a:cubicBezTo>
                  <a:close/>
                  <a:moveTo>
                    <a:pt x="266" y="632"/>
                  </a:moveTo>
                  <a:cubicBezTo>
                    <a:pt x="266" y="632"/>
                    <a:pt x="266" y="632"/>
                    <a:pt x="266" y="632"/>
                  </a:cubicBezTo>
                  <a:cubicBezTo>
                    <a:pt x="265" y="630"/>
                    <a:pt x="268" y="633"/>
                    <a:pt x="266" y="632"/>
                  </a:cubicBezTo>
                  <a:close/>
                  <a:moveTo>
                    <a:pt x="276" y="663"/>
                  </a:moveTo>
                  <a:cubicBezTo>
                    <a:pt x="274" y="664"/>
                    <a:pt x="273" y="665"/>
                    <a:pt x="271" y="665"/>
                  </a:cubicBezTo>
                  <a:cubicBezTo>
                    <a:pt x="272" y="663"/>
                    <a:pt x="274" y="663"/>
                    <a:pt x="276" y="663"/>
                  </a:cubicBezTo>
                  <a:close/>
                  <a:moveTo>
                    <a:pt x="270" y="486"/>
                  </a:moveTo>
                  <a:cubicBezTo>
                    <a:pt x="270" y="486"/>
                    <a:pt x="270" y="486"/>
                    <a:pt x="270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0" y="485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lose/>
                  <a:moveTo>
                    <a:pt x="274" y="496"/>
                  </a:moveTo>
                  <a:cubicBezTo>
                    <a:pt x="274" y="499"/>
                    <a:pt x="269" y="498"/>
                    <a:pt x="269" y="496"/>
                  </a:cubicBezTo>
                  <a:cubicBezTo>
                    <a:pt x="269" y="496"/>
                    <a:pt x="274" y="494"/>
                    <a:pt x="274" y="496"/>
                  </a:cubicBezTo>
                  <a:close/>
                  <a:moveTo>
                    <a:pt x="276" y="504"/>
                  </a:moveTo>
                  <a:cubicBezTo>
                    <a:pt x="274" y="506"/>
                    <a:pt x="271" y="506"/>
                    <a:pt x="269" y="507"/>
                  </a:cubicBezTo>
                  <a:cubicBezTo>
                    <a:pt x="270" y="506"/>
                    <a:pt x="274" y="504"/>
                    <a:pt x="276" y="504"/>
                  </a:cubicBezTo>
                  <a:close/>
                  <a:moveTo>
                    <a:pt x="268" y="467"/>
                  </a:moveTo>
                  <a:cubicBezTo>
                    <a:pt x="268" y="468"/>
                    <a:pt x="268" y="468"/>
                    <a:pt x="267" y="468"/>
                  </a:cubicBezTo>
                  <a:cubicBezTo>
                    <a:pt x="267" y="468"/>
                    <a:pt x="268" y="467"/>
                    <a:pt x="268" y="467"/>
                  </a:cubicBezTo>
                  <a:close/>
                  <a:moveTo>
                    <a:pt x="267" y="506"/>
                  </a:moveTo>
                  <a:cubicBezTo>
                    <a:pt x="268" y="506"/>
                    <a:pt x="267" y="507"/>
                    <a:pt x="267" y="507"/>
                  </a:cubicBezTo>
                  <a:cubicBezTo>
                    <a:pt x="266" y="506"/>
                    <a:pt x="267" y="506"/>
                    <a:pt x="267" y="506"/>
                  </a:cubicBezTo>
                  <a:close/>
                  <a:moveTo>
                    <a:pt x="264" y="562"/>
                  </a:moveTo>
                  <a:cubicBezTo>
                    <a:pt x="265" y="562"/>
                    <a:pt x="262" y="562"/>
                    <a:pt x="262" y="562"/>
                  </a:cubicBezTo>
                  <a:cubicBezTo>
                    <a:pt x="262" y="562"/>
                    <a:pt x="264" y="561"/>
                    <a:pt x="264" y="562"/>
                  </a:cubicBezTo>
                  <a:close/>
                  <a:moveTo>
                    <a:pt x="262" y="562"/>
                  </a:moveTo>
                  <a:cubicBezTo>
                    <a:pt x="261" y="563"/>
                    <a:pt x="260" y="561"/>
                    <a:pt x="262" y="562"/>
                  </a:cubicBezTo>
                  <a:close/>
                  <a:moveTo>
                    <a:pt x="260" y="440"/>
                  </a:moveTo>
                  <a:cubicBezTo>
                    <a:pt x="261" y="440"/>
                    <a:pt x="260" y="441"/>
                    <a:pt x="260" y="441"/>
                  </a:cubicBezTo>
                  <a:cubicBezTo>
                    <a:pt x="257" y="443"/>
                    <a:pt x="259" y="439"/>
                    <a:pt x="260" y="440"/>
                  </a:cubicBezTo>
                  <a:close/>
                  <a:moveTo>
                    <a:pt x="257" y="484"/>
                  </a:moveTo>
                  <a:cubicBezTo>
                    <a:pt x="257" y="484"/>
                    <a:pt x="257" y="483"/>
                    <a:pt x="257" y="483"/>
                  </a:cubicBezTo>
                  <a:cubicBezTo>
                    <a:pt x="257" y="484"/>
                    <a:pt x="257" y="484"/>
                    <a:pt x="257" y="484"/>
                  </a:cubicBezTo>
                  <a:cubicBezTo>
                    <a:pt x="257" y="484"/>
                    <a:pt x="257" y="484"/>
                    <a:pt x="257" y="484"/>
                  </a:cubicBezTo>
                  <a:close/>
                  <a:moveTo>
                    <a:pt x="256" y="495"/>
                  </a:moveTo>
                  <a:cubicBezTo>
                    <a:pt x="255" y="496"/>
                    <a:pt x="255" y="496"/>
                    <a:pt x="254" y="495"/>
                  </a:cubicBezTo>
                  <a:cubicBezTo>
                    <a:pt x="254" y="494"/>
                    <a:pt x="257" y="494"/>
                    <a:pt x="256" y="495"/>
                  </a:cubicBezTo>
                  <a:close/>
                  <a:moveTo>
                    <a:pt x="252" y="519"/>
                  </a:moveTo>
                  <a:cubicBezTo>
                    <a:pt x="252" y="519"/>
                    <a:pt x="252" y="520"/>
                    <a:pt x="252" y="520"/>
                  </a:cubicBezTo>
                  <a:cubicBezTo>
                    <a:pt x="251" y="519"/>
                    <a:pt x="252" y="518"/>
                    <a:pt x="252" y="519"/>
                  </a:cubicBezTo>
                  <a:close/>
                  <a:moveTo>
                    <a:pt x="250" y="460"/>
                  </a:moveTo>
                  <a:cubicBezTo>
                    <a:pt x="251" y="459"/>
                    <a:pt x="251" y="460"/>
                    <a:pt x="251" y="461"/>
                  </a:cubicBezTo>
                  <a:cubicBezTo>
                    <a:pt x="250" y="462"/>
                    <a:pt x="249" y="460"/>
                    <a:pt x="250" y="460"/>
                  </a:cubicBezTo>
                  <a:close/>
                  <a:moveTo>
                    <a:pt x="253" y="530"/>
                  </a:moveTo>
                  <a:cubicBezTo>
                    <a:pt x="254" y="528"/>
                    <a:pt x="259" y="522"/>
                    <a:pt x="261" y="522"/>
                  </a:cubicBezTo>
                  <a:cubicBezTo>
                    <a:pt x="264" y="521"/>
                    <a:pt x="260" y="524"/>
                    <a:pt x="259" y="524"/>
                  </a:cubicBezTo>
                  <a:cubicBezTo>
                    <a:pt x="257" y="526"/>
                    <a:pt x="255" y="529"/>
                    <a:pt x="253" y="531"/>
                  </a:cubicBezTo>
                  <a:cubicBezTo>
                    <a:pt x="253" y="531"/>
                    <a:pt x="253" y="531"/>
                    <a:pt x="253" y="531"/>
                  </a:cubicBezTo>
                  <a:cubicBezTo>
                    <a:pt x="253" y="531"/>
                    <a:pt x="253" y="532"/>
                    <a:pt x="252" y="532"/>
                  </a:cubicBezTo>
                  <a:cubicBezTo>
                    <a:pt x="252" y="532"/>
                    <a:pt x="252" y="532"/>
                    <a:pt x="252" y="532"/>
                  </a:cubicBezTo>
                  <a:cubicBezTo>
                    <a:pt x="251" y="533"/>
                    <a:pt x="251" y="533"/>
                    <a:pt x="250" y="534"/>
                  </a:cubicBezTo>
                  <a:cubicBezTo>
                    <a:pt x="250" y="534"/>
                    <a:pt x="249" y="533"/>
                    <a:pt x="249" y="533"/>
                  </a:cubicBezTo>
                  <a:cubicBezTo>
                    <a:pt x="249" y="533"/>
                    <a:pt x="251" y="531"/>
                    <a:pt x="253" y="530"/>
                  </a:cubicBezTo>
                  <a:close/>
                  <a:moveTo>
                    <a:pt x="253" y="640"/>
                  </a:moveTo>
                  <a:cubicBezTo>
                    <a:pt x="253" y="638"/>
                    <a:pt x="257" y="638"/>
                    <a:pt x="258" y="639"/>
                  </a:cubicBezTo>
                  <a:cubicBezTo>
                    <a:pt x="259" y="641"/>
                    <a:pt x="254" y="642"/>
                    <a:pt x="253" y="640"/>
                  </a:cubicBezTo>
                  <a:close/>
                  <a:moveTo>
                    <a:pt x="255" y="652"/>
                  </a:moveTo>
                  <a:cubicBezTo>
                    <a:pt x="256" y="653"/>
                    <a:pt x="254" y="653"/>
                    <a:pt x="254" y="652"/>
                  </a:cubicBezTo>
                  <a:cubicBezTo>
                    <a:pt x="253" y="651"/>
                    <a:pt x="255" y="651"/>
                    <a:pt x="255" y="652"/>
                  </a:cubicBezTo>
                  <a:close/>
                  <a:moveTo>
                    <a:pt x="240" y="645"/>
                  </a:moveTo>
                  <a:cubicBezTo>
                    <a:pt x="238" y="644"/>
                    <a:pt x="237" y="642"/>
                    <a:pt x="239" y="640"/>
                  </a:cubicBezTo>
                  <a:cubicBezTo>
                    <a:pt x="240" y="639"/>
                    <a:pt x="242" y="639"/>
                    <a:pt x="244" y="639"/>
                  </a:cubicBezTo>
                  <a:cubicBezTo>
                    <a:pt x="245" y="639"/>
                    <a:pt x="247" y="639"/>
                    <a:pt x="247" y="640"/>
                  </a:cubicBezTo>
                  <a:cubicBezTo>
                    <a:pt x="247" y="640"/>
                    <a:pt x="247" y="640"/>
                    <a:pt x="246" y="640"/>
                  </a:cubicBezTo>
                  <a:cubicBezTo>
                    <a:pt x="246" y="640"/>
                    <a:pt x="247" y="640"/>
                    <a:pt x="247" y="640"/>
                  </a:cubicBezTo>
                  <a:cubicBezTo>
                    <a:pt x="247" y="640"/>
                    <a:pt x="247" y="641"/>
                    <a:pt x="247" y="641"/>
                  </a:cubicBezTo>
                  <a:cubicBezTo>
                    <a:pt x="248" y="642"/>
                    <a:pt x="242" y="646"/>
                    <a:pt x="240" y="645"/>
                  </a:cubicBezTo>
                  <a:close/>
                  <a:moveTo>
                    <a:pt x="241" y="660"/>
                  </a:moveTo>
                  <a:cubicBezTo>
                    <a:pt x="240" y="661"/>
                    <a:pt x="239" y="660"/>
                    <a:pt x="240" y="659"/>
                  </a:cubicBezTo>
                  <a:cubicBezTo>
                    <a:pt x="240" y="659"/>
                    <a:pt x="242" y="659"/>
                    <a:pt x="241" y="660"/>
                  </a:cubicBezTo>
                  <a:close/>
                  <a:moveTo>
                    <a:pt x="250" y="593"/>
                  </a:moveTo>
                  <a:cubicBezTo>
                    <a:pt x="247" y="595"/>
                    <a:pt x="244" y="594"/>
                    <a:pt x="240" y="596"/>
                  </a:cubicBezTo>
                  <a:cubicBezTo>
                    <a:pt x="243" y="594"/>
                    <a:pt x="247" y="594"/>
                    <a:pt x="250" y="593"/>
                  </a:cubicBezTo>
                  <a:close/>
                  <a:moveTo>
                    <a:pt x="245" y="578"/>
                  </a:moveTo>
                  <a:cubicBezTo>
                    <a:pt x="246" y="579"/>
                    <a:pt x="245" y="579"/>
                    <a:pt x="245" y="579"/>
                  </a:cubicBezTo>
                  <a:cubicBezTo>
                    <a:pt x="243" y="581"/>
                    <a:pt x="244" y="577"/>
                    <a:pt x="245" y="578"/>
                  </a:cubicBezTo>
                  <a:close/>
                  <a:moveTo>
                    <a:pt x="253" y="551"/>
                  </a:moveTo>
                  <a:cubicBezTo>
                    <a:pt x="254" y="550"/>
                    <a:pt x="255" y="549"/>
                    <a:pt x="257" y="549"/>
                  </a:cubicBezTo>
                  <a:cubicBezTo>
                    <a:pt x="256" y="550"/>
                    <a:pt x="254" y="551"/>
                    <a:pt x="253" y="551"/>
                  </a:cubicBezTo>
                  <a:close/>
                  <a:moveTo>
                    <a:pt x="255" y="555"/>
                  </a:moveTo>
                  <a:cubicBezTo>
                    <a:pt x="253" y="557"/>
                    <a:pt x="254" y="552"/>
                    <a:pt x="256" y="554"/>
                  </a:cubicBezTo>
                  <a:cubicBezTo>
                    <a:pt x="257" y="554"/>
                    <a:pt x="256" y="555"/>
                    <a:pt x="255" y="555"/>
                  </a:cubicBezTo>
                  <a:close/>
                  <a:moveTo>
                    <a:pt x="258" y="564"/>
                  </a:moveTo>
                  <a:cubicBezTo>
                    <a:pt x="258" y="566"/>
                    <a:pt x="252" y="567"/>
                    <a:pt x="252" y="564"/>
                  </a:cubicBezTo>
                  <a:cubicBezTo>
                    <a:pt x="252" y="561"/>
                    <a:pt x="258" y="562"/>
                    <a:pt x="258" y="564"/>
                  </a:cubicBezTo>
                  <a:close/>
                  <a:moveTo>
                    <a:pt x="257" y="589"/>
                  </a:moveTo>
                  <a:cubicBezTo>
                    <a:pt x="256" y="590"/>
                    <a:pt x="258" y="588"/>
                    <a:pt x="257" y="589"/>
                  </a:cubicBezTo>
                  <a:close/>
                  <a:moveTo>
                    <a:pt x="254" y="619"/>
                  </a:moveTo>
                  <a:cubicBezTo>
                    <a:pt x="254" y="619"/>
                    <a:pt x="253" y="619"/>
                    <a:pt x="254" y="619"/>
                  </a:cubicBezTo>
                  <a:close/>
                  <a:moveTo>
                    <a:pt x="254" y="612"/>
                  </a:moveTo>
                  <a:cubicBezTo>
                    <a:pt x="254" y="612"/>
                    <a:pt x="254" y="613"/>
                    <a:pt x="254" y="613"/>
                  </a:cubicBezTo>
                  <a:cubicBezTo>
                    <a:pt x="253" y="613"/>
                    <a:pt x="254" y="612"/>
                    <a:pt x="254" y="612"/>
                  </a:cubicBezTo>
                  <a:close/>
                  <a:moveTo>
                    <a:pt x="254" y="619"/>
                  </a:moveTo>
                  <a:cubicBezTo>
                    <a:pt x="257" y="616"/>
                    <a:pt x="255" y="621"/>
                    <a:pt x="254" y="620"/>
                  </a:cubicBezTo>
                  <a:cubicBezTo>
                    <a:pt x="254" y="620"/>
                    <a:pt x="254" y="619"/>
                    <a:pt x="254" y="619"/>
                  </a:cubicBezTo>
                  <a:close/>
                  <a:moveTo>
                    <a:pt x="253" y="608"/>
                  </a:moveTo>
                  <a:cubicBezTo>
                    <a:pt x="250" y="609"/>
                    <a:pt x="255" y="604"/>
                    <a:pt x="257" y="605"/>
                  </a:cubicBezTo>
                  <a:cubicBezTo>
                    <a:pt x="256" y="605"/>
                    <a:pt x="254" y="607"/>
                    <a:pt x="253" y="608"/>
                  </a:cubicBezTo>
                  <a:close/>
                  <a:moveTo>
                    <a:pt x="255" y="600"/>
                  </a:moveTo>
                  <a:cubicBezTo>
                    <a:pt x="254" y="602"/>
                    <a:pt x="252" y="601"/>
                    <a:pt x="255" y="600"/>
                  </a:cubicBezTo>
                  <a:close/>
                  <a:moveTo>
                    <a:pt x="256" y="599"/>
                  </a:moveTo>
                  <a:cubicBezTo>
                    <a:pt x="255" y="599"/>
                    <a:pt x="256" y="598"/>
                    <a:pt x="256" y="599"/>
                  </a:cubicBezTo>
                  <a:cubicBezTo>
                    <a:pt x="256" y="599"/>
                    <a:pt x="256" y="599"/>
                    <a:pt x="256" y="599"/>
                  </a:cubicBezTo>
                  <a:close/>
                  <a:moveTo>
                    <a:pt x="253" y="571"/>
                  </a:moveTo>
                  <a:cubicBezTo>
                    <a:pt x="253" y="571"/>
                    <a:pt x="252" y="572"/>
                    <a:pt x="252" y="571"/>
                  </a:cubicBezTo>
                  <a:cubicBezTo>
                    <a:pt x="251" y="570"/>
                    <a:pt x="253" y="570"/>
                    <a:pt x="253" y="571"/>
                  </a:cubicBezTo>
                  <a:close/>
                  <a:moveTo>
                    <a:pt x="251" y="558"/>
                  </a:moveTo>
                  <a:cubicBezTo>
                    <a:pt x="251" y="557"/>
                    <a:pt x="253" y="556"/>
                    <a:pt x="253" y="557"/>
                  </a:cubicBezTo>
                  <a:cubicBezTo>
                    <a:pt x="253" y="558"/>
                    <a:pt x="252" y="558"/>
                    <a:pt x="251" y="558"/>
                  </a:cubicBezTo>
                  <a:close/>
                  <a:moveTo>
                    <a:pt x="246" y="555"/>
                  </a:moveTo>
                  <a:cubicBezTo>
                    <a:pt x="247" y="553"/>
                    <a:pt x="251" y="552"/>
                    <a:pt x="253" y="551"/>
                  </a:cubicBezTo>
                  <a:cubicBezTo>
                    <a:pt x="251" y="553"/>
                    <a:pt x="248" y="554"/>
                    <a:pt x="246" y="555"/>
                  </a:cubicBezTo>
                  <a:close/>
                  <a:moveTo>
                    <a:pt x="245" y="613"/>
                  </a:moveTo>
                  <a:cubicBezTo>
                    <a:pt x="244" y="615"/>
                    <a:pt x="242" y="615"/>
                    <a:pt x="240" y="615"/>
                  </a:cubicBezTo>
                  <a:cubicBezTo>
                    <a:pt x="241" y="614"/>
                    <a:pt x="243" y="613"/>
                    <a:pt x="244" y="613"/>
                  </a:cubicBezTo>
                  <a:cubicBezTo>
                    <a:pt x="244" y="613"/>
                    <a:pt x="243" y="613"/>
                    <a:pt x="244" y="612"/>
                  </a:cubicBezTo>
                  <a:cubicBezTo>
                    <a:pt x="244" y="611"/>
                    <a:pt x="247" y="612"/>
                    <a:pt x="247" y="612"/>
                  </a:cubicBezTo>
                  <a:cubicBezTo>
                    <a:pt x="247" y="613"/>
                    <a:pt x="246" y="613"/>
                    <a:pt x="245" y="613"/>
                  </a:cubicBezTo>
                  <a:cubicBezTo>
                    <a:pt x="245" y="613"/>
                    <a:pt x="245" y="613"/>
                    <a:pt x="245" y="613"/>
                  </a:cubicBezTo>
                  <a:close/>
                  <a:moveTo>
                    <a:pt x="241" y="634"/>
                  </a:moveTo>
                  <a:cubicBezTo>
                    <a:pt x="241" y="634"/>
                    <a:pt x="241" y="634"/>
                    <a:pt x="242" y="634"/>
                  </a:cubicBezTo>
                  <a:cubicBezTo>
                    <a:pt x="242" y="634"/>
                    <a:pt x="242" y="635"/>
                    <a:pt x="241" y="634"/>
                  </a:cubicBezTo>
                  <a:close/>
                  <a:moveTo>
                    <a:pt x="240" y="485"/>
                  </a:moveTo>
                  <a:cubicBezTo>
                    <a:pt x="240" y="485"/>
                    <a:pt x="241" y="484"/>
                    <a:pt x="241" y="484"/>
                  </a:cubicBezTo>
                  <a:cubicBezTo>
                    <a:pt x="241" y="485"/>
                    <a:pt x="240" y="485"/>
                    <a:pt x="240" y="485"/>
                  </a:cubicBezTo>
                  <a:close/>
                  <a:moveTo>
                    <a:pt x="240" y="535"/>
                  </a:moveTo>
                  <a:cubicBezTo>
                    <a:pt x="240" y="535"/>
                    <a:pt x="240" y="535"/>
                    <a:pt x="239" y="535"/>
                  </a:cubicBezTo>
                  <a:cubicBezTo>
                    <a:pt x="239" y="535"/>
                    <a:pt x="240" y="534"/>
                    <a:pt x="240" y="535"/>
                  </a:cubicBezTo>
                  <a:close/>
                  <a:moveTo>
                    <a:pt x="243" y="647"/>
                  </a:moveTo>
                  <a:cubicBezTo>
                    <a:pt x="243" y="646"/>
                    <a:pt x="244" y="647"/>
                    <a:pt x="243" y="647"/>
                  </a:cubicBezTo>
                  <a:close/>
                  <a:moveTo>
                    <a:pt x="243" y="664"/>
                  </a:moveTo>
                  <a:cubicBezTo>
                    <a:pt x="242" y="665"/>
                    <a:pt x="242" y="663"/>
                    <a:pt x="243" y="664"/>
                  </a:cubicBezTo>
                  <a:close/>
                  <a:moveTo>
                    <a:pt x="244" y="665"/>
                  </a:moveTo>
                  <a:cubicBezTo>
                    <a:pt x="244" y="666"/>
                    <a:pt x="243" y="666"/>
                    <a:pt x="243" y="666"/>
                  </a:cubicBezTo>
                  <a:cubicBezTo>
                    <a:pt x="242" y="665"/>
                    <a:pt x="244" y="665"/>
                    <a:pt x="244" y="665"/>
                  </a:cubicBezTo>
                  <a:close/>
                  <a:moveTo>
                    <a:pt x="244" y="658"/>
                  </a:moveTo>
                  <a:cubicBezTo>
                    <a:pt x="244" y="656"/>
                    <a:pt x="249" y="657"/>
                    <a:pt x="247" y="659"/>
                  </a:cubicBezTo>
                  <a:cubicBezTo>
                    <a:pt x="247" y="660"/>
                    <a:pt x="244" y="659"/>
                    <a:pt x="244" y="658"/>
                  </a:cubicBezTo>
                  <a:close/>
                  <a:moveTo>
                    <a:pt x="248" y="619"/>
                  </a:moveTo>
                  <a:cubicBezTo>
                    <a:pt x="246" y="620"/>
                    <a:pt x="246" y="618"/>
                    <a:pt x="248" y="619"/>
                  </a:cubicBezTo>
                  <a:close/>
                  <a:moveTo>
                    <a:pt x="249" y="639"/>
                  </a:moveTo>
                  <a:cubicBezTo>
                    <a:pt x="250" y="640"/>
                    <a:pt x="249" y="640"/>
                    <a:pt x="249" y="640"/>
                  </a:cubicBezTo>
                  <a:cubicBezTo>
                    <a:pt x="247" y="642"/>
                    <a:pt x="248" y="638"/>
                    <a:pt x="249" y="639"/>
                  </a:cubicBezTo>
                  <a:close/>
                  <a:moveTo>
                    <a:pt x="249" y="606"/>
                  </a:moveTo>
                  <a:cubicBezTo>
                    <a:pt x="248" y="605"/>
                    <a:pt x="251" y="605"/>
                    <a:pt x="251" y="605"/>
                  </a:cubicBezTo>
                  <a:cubicBezTo>
                    <a:pt x="251" y="606"/>
                    <a:pt x="249" y="606"/>
                    <a:pt x="249" y="606"/>
                  </a:cubicBezTo>
                  <a:close/>
                  <a:moveTo>
                    <a:pt x="247" y="598"/>
                  </a:moveTo>
                  <a:cubicBezTo>
                    <a:pt x="247" y="598"/>
                    <a:pt x="248" y="596"/>
                    <a:pt x="248" y="596"/>
                  </a:cubicBezTo>
                  <a:cubicBezTo>
                    <a:pt x="249" y="595"/>
                    <a:pt x="250" y="594"/>
                    <a:pt x="251" y="596"/>
                  </a:cubicBezTo>
                  <a:cubicBezTo>
                    <a:pt x="251" y="596"/>
                    <a:pt x="251" y="596"/>
                    <a:pt x="250" y="597"/>
                  </a:cubicBezTo>
                  <a:cubicBezTo>
                    <a:pt x="251" y="597"/>
                    <a:pt x="253" y="598"/>
                    <a:pt x="253" y="598"/>
                  </a:cubicBezTo>
                  <a:cubicBezTo>
                    <a:pt x="254" y="602"/>
                    <a:pt x="247" y="599"/>
                    <a:pt x="247" y="598"/>
                  </a:cubicBezTo>
                  <a:close/>
                  <a:moveTo>
                    <a:pt x="253" y="601"/>
                  </a:moveTo>
                  <a:cubicBezTo>
                    <a:pt x="253" y="602"/>
                    <a:pt x="252" y="602"/>
                    <a:pt x="251" y="602"/>
                  </a:cubicBezTo>
                  <a:cubicBezTo>
                    <a:pt x="251" y="602"/>
                    <a:pt x="252" y="601"/>
                    <a:pt x="253" y="601"/>
                  </a:cubicBezTo>
                  <a:close/>
                  <a:moveTo>
                    <a:pt x="253" y="609"/>
                  </a:moveTo>
                  <a:cubicBezTo>
                    <a:pt x="254" y="609"/>
                    <a:pt x="252" y="610"/>
                    <a:pt x="252" y="610"/>
                  </a:cubicBezTo>
                  <a:cubicBezTo>
                    <a:pt x="251" y="609"/>
                    <a:pt x="253" y="608"/>
                    <a:pt x="253" y="609"/>
                  </a:cubicBezTo>
                  <a:close/>
                  <a:moveTo>
                    <a:pt x="254" y="650"/>
                  </a:moveTo>
                  <a:cubicBezTo>
                    <a:pt x="253" y="652"/>
                    <a:pt x="252" y="649"/>
                    <a:pt x="254" y="650"/>
                  </a:cubicBezTo>
                  <a:close/>
                  <a:moveTo>
                    <a:pt x="256" y="592"/>
                  </a:moveTo>
                  <a:cubicBezTo>
                    <a:pt x="255" y="590"/>
                    <a:pt x="259" y="590"/>
                    <a:pt x="260" y="591"/>
                  </a:cubicBezTo>
                  <a:cubicBezTo>
                    <a:pt x="260" y="592"/>
                    <a:pt x="256" y="594"/>
                    <a:pt x="256" y="592"/>
                  </a:cubicBezTo>
                  <a:close/>
                  <a:moveTo>
                    <a:pt x="249" y="520"/>
                  </a:moveTo>
                  <a:cubicBezTo>
                    <a:pt x="249" y="520"/>
                    <a:pt x="249" y="521"/>
                    <a:pt x="249" y="521"/>
                  </a:cubicBezTo>
                  <a:cubicBezTo>
                    <a:pt x="248" y="522"/>
                    <a:pt x="248" y="519"/>
                    <a:pt x="249" y="520"/>
                  </a:cubicBezTo>
                  <a:close/>
                  <a:moveTo>
                    <a:pt x="249" y="536"/>
                  </a:moveTo>
                  <a:cubicBezTo>
                    <a:pt x="249" y="538"/>
                    <a:pt x="244" y="540"/>
                    <a:pt x="244" y="536"/>
                  </a:cubicBezTo>
                  <a:cubicBezTo>
                    <a:pt x="244" y="535"/>
                    <a:pt x="249" y="534"/>
                    <a:pt x="249" y="536"/>
                  </a:cubicBezTo>
                  <a:close/>
                  <a:moveTo>
                    <a:pt x="244" y="450"/>
                  </a:moveTo>
                  <a:cubicBezTo>
                    <a:pt x="244" y="450"/>
                    <a:pt x="244" y="450"/>
                    <a:pt x="244" y="450"/>
                  </a:cubicBezTo>
                  <a:cubicBezTo>
                    <a:pt x="243" y="450"/>
                    <a:pt x="244" y="449"/>
                    <a:pt x="244" y="450"/>
                  </a:cubicBezTo>
                  <a:close/>
                  <a:moveTo>
                    <a:pt x="243" y="420"/>
                  </a:moveTo>
                  <a:cubicBezTo>
                    <a:pt x="243" y="420"/>
                    <a:pt x="243" y="420"/>
                    <a:pt x="243" y="420"/>
                  </a:cubicBezTo>
                  <a:cubicBezTo>
                    <a:pt x="244" y="420"/>
                    <a:pt x="244" y="420"/>
                    <a:pt x="243" y="420"/>
                  </a:cubicBezTo>
                  <a:close/>
                  <a:moveTo>
                    <a:pt x="241" y="504"/>
                  </a:moveTo>
                  <a:cubicBezTo>
                    <a:pt x="240" y="502"/>
                    <a:pt x="243" y="504"/>
                    <a:pt x="241" y="504"/>
                  </a:cubicBezTo>
                  <a:close/>
                  <a:moveTo>
                    <a:pt x="235" y="479"/>
                  </a:moveTo>
                  <a:cubicBezTo>
                    <a:pt x="236" y="477"/>
                    <a:pt x="240" y="471"/>
                    <a:pt x="242" y="470"/>
                  </a:cubicBezTo>
                  <a:cubicBezTo>
                    <a:pt x="240" y="473"/>
                    <a:pt x="238" y="476"/>
                    <a:pt x="235" y="479"/>
                  </a:cubicBezTo>
                  <a:close/>
                  <a:moveTo>
                    <a:pt x="236" y="507"/>
                  </a:moveTo>
                  <a:cubicBezTo>
                    <a:pt x="236" y="508"/>
                    <a:pt x="235" y="508"/>
                    <a:pt x="235" y="507"/>
                  </a:cubicBezTo>
                  <a:cubicBezTo>
                    <a:pt x="235" y="506"/>
                    <a:pt x="236" y="507"/>
                    <a:pt x="236" y="507"/>
                  </a:cubicBezTo>
                  <a:close/>
                  <a:moveTo>
                    <a:pt x="242" y="337"/>
                  </a:moveTo>
                  <a:cubicBezTo>
                    <a:pt x="240" y="339"/>
                    <a:pt x="238" y="341"/>
                    <a:pt x="235" y="343"/>
                  </a:cubicBezTo>
                  <a:cubicBezTo>
                    <a:pt x="237" y="341"/>
                    <a:pt x="240" y="338"/>
                    <a:pt x="242" y="337"/>
                  </a:cubicBezTo>
                  <a:close/>
                  <a:moveTo>
                    <a:pt x="235" y="428"/>
                  </a:moveTo>
                  <a:cubicBezTo>
                    <a:pt x="235" y="427"/>
                    <a:pt x="234" y="429"/>
                    <a:pt x="235" y="428"/>
                  </a:cubicBezTo>
                  <a:close/>
                  <a:moveTo>
                    <a:pt x="236" y="488"/>
                  </a:moveTo>
                  <a:cubicBezTo>
                    <a:pt x="233" y="491"/>
                    <a:pt x="233" y="494"/>
                    <a:pt x="230" y="496"/>
                  </a:cubicBezTo>
                  <a:cubicBezTo>
                    <a:pt x="231" y="494"/>
                    <a:pt x="233" y="489"/>
                    <a:pt x="236" y="488"/>
                  </a:cubicBezTo>
                  <a:close/>
                  <a:moveTo>
                    <a:pt x="235" y="529"/>
                  </a:moveTo>
                  <a:cubicBezTo>
                    <a:pt x="235" y="529"/>
                    <a:pt x="234" y="529"/>
                    <a:pt x="234" y="529"/>
                  </a:cubicBezTo>
                  <a:cubicBezTo>
                    <a:pt x="234" y="528"/>
                    <a:pt x="235" y="529"/>
                    <a:pt x="235" y="529"/>
                  </a:cubicBezTo>
                  <a:close/>
                  <a:moveTo>
                    <a:pt x="232" y="503"/>
                  </a:moveTo>
                  <a:cubicBezTo>
                    <a:pt x="232" y="504"/>
                    <a:pt x="231" y="504"/>
                    <a:pt x="231" y="504"/>
                  </a:cubicBezTo>
                  <a:cubicBezTo>
                    <a:pt x="231" y="503"/>
                    <a:pt x="232" y="502"/>
                    <a:pt x="232" y="503"/>
                  </a:cubicBezTo>
                  <a:close/>
                  <a:moveTo>
                    <a:pt x="233" y="322"/>
                  </a:moveTo>
                  <a:cubicBezTo>
                    <a:pt x="234" y="320"/>
                    <a:pt x="232" y="323"/>
                    <a:pt x="233" y="322"/>
                  </a:cubicBezTo>
                  <a:close/>
                  <a:moveTo>
                    <a:pt x="233" y="463"/>
                  </a:moveTo>
                  <a:cubicBezTo>
                    <a:pt x="232" y="465"/>
                    <a:pt x="234" y="462"/>
                    <a:pt x="233" y="463"/>
                  </a:cubicBezTo>
                  <a:close/>
                  <a:moveTo>
                    <a:pt x="232" y="465"/>
                  </a:moveTo>
                  <a:cubicBezTo>
                    <a:pt x="233" y="467"/>
                    <a:pt x="229" y="469"/>
                    <a:pt x="228" y="466"/>
                  </a:cubicBezTo>
                  <a:cubicBezTo>
                    <a:pt x="228" y="464"/>
                    <a:pt x="231" y="463"/>
                    <a:pt x="232" y="465"/>
                  </a:cubicBezTo>
                  <a:close/>
                  <a:moveTo>
                    <a:pt x="231" y="364"/>
                  </a:moveTo>
                  <a:cubicBezTo>
                    <a:pt x="232" y="365"/>
                    <a:pt x="230" y="367"/>
                    <a:pt x="230" y="367"/>
                  </a:cubicBezTo>
                  <a:cubicBezTo>
                    <a:pt x="226" y="369"/>
                    <a:pt x="229" y="363"/>
                    <a:pt x="231" y="364"/>
                  </a:cubicBezTo>
                  <a:close/>
                  <a:moveTo>
                    <a:pt x="227" y="421"/>
                  </a:moveTo>
                  <a:cubicBezTo>
                    <a:pt x="228" y="421"/>
                    <a:pt x="227" y="422"/>
                    <a:pt x="227" y="422"/>
                  </a:cubicBezTo>
                  <a:cubicBezTo>
                    <a:pt x="225" y="423"/>
                    <a:pt x="226" y="420"/>
                    <a:pt x="227" y="421"/>
                  </a:cubicBezTo>
                  <a:close/>
                  <a:moveTo>
                    <a:pt x="227" y="484"/>
                  </a:moveTo>
                  <a:cubicBezTo>
                    <a:pt x="225" y="484"/>
                    <a:pt x="228" y="482"/>
                    <a:pt x="227" y="483"/>
                  </a:cubicBezTo>
                  <a:cubicBezTo>
                    <a:pt x="227" y="483"/>
                    <a:pt x="227" y="484"/>
                    <a:pt x="227" y="484"/>
                  </a:cubicBezTo>
                  <a:close/>
                  <a:moveTo>
                    <a:pt x="227" y="436"/>
                  </a:moveTo>
                  <a:cubicBezTo>
                    <a:pt x="226" y="435"/>
                    <a:pt x="228" y="435"/>
                    <a:pt x="227" y="436"/>
                  </a:cubicBezTo>
                  <a:close/>
                  <a:moveTo>
                    <a:pt x="227" y="526"/>
                  </a:moveTo>
                  <a:cubicBezTo>
                    <a:pt x="226" y="527"/>
                    <a:pt x="225" y="526"/>
                    <a:pt x="227" y="526"/>
                  </a:cubicBezTo>
                  <a:close/>
                  <a:moveTo>
                    <a:pt x="227" y="527"/>
                  </a:moveTo>
                  <a:cubicBezTo>
                    <a:pt x="228" y="528"/>
                    <a:pt x="226" y="529"/>
                    <a:pt x="226" y="529"/>
                  </a:cubicBezTo>
                  <a:cubicBezTo>
                    <a:pt x="225" y="529"/>
                    <a:pt x="227" y="527"/>
                    <a:pt x="227" y="527"/>
                  </a:cubicBezTo>
                  <a:close/>
                  <a:moveTo>
                    <a:pt x="225" y="375"/>
                  </a:moveTo>
                  <a:cubicBezTo>
                    <a:pt x="227" y="376"/>
                    <a:pt x="225" y="376"/>
                    <a:pt x="225" y="375"/>
                  </a:cubicBezTo>
                  <a:close/>
                  <a:moveTo>
                    <a:pt x="224" y="359"/>
                  </a:moveTo>
                  <a:cubicBezTo>
                    <a:pt x="224" y="360"/>
                    <a:pt x="223" y="360"/>
                    <a:pt x="223" y="361"/>
                  </a:cubicBezTo>
                  <a:cubicBezTo>
                    <a:pt x="222" y="360"/>
                    <a:pt x="224" y="360"/>
                    <a:pt x="224" y="359"/>
                  </a:cubicBezTo>
                  <a:close/>
                  <a:moveTo>
                    <a:pt x="222" y="500"/>
                  </a:moveTo>
                  <a:cubicBezTo>
                    <a:pt x="222" y="499"/>
                    <a:pt x="223" y="499"/>
                    <a:pt x="224" y="499"/>
                  </a:cubicBezTo>
                  <a:cubicBezTo>
                    <a:pt x="224" y="500"/>
                    <a:pt x="222" y="501"/>
                    <a:pt x="222" y="500"/>
                  </a:cubicBezTo>
                  <a:close/>
                  <a:moveTo>
                    <a:pt x="222" y="564"/>
                  </a:moveTo>
                  <a:cubicBezTo>
                    <a:pt x="222" y="565"/>
                    <a:pt x="219" y="565"/>
                    <a:pt x="219" y="564"/>
                  </a:cubicBezTo>
                  <a:cubicBezTo>
                    <a:pt x="219" y="562"/>
                    <a:pt x="222" y="563"/>
                    <a:pt x="222" y="564"/>
                  </a:cubicBezTo>
                  <a:close/>
                  <a:moveTo>
                    <a:pt x="224" y="489"/>
                  </a:moveTo>
                  <a:cubicBezTo>
                    <a:pt x="224" y="489"/>
                    <a:pt x="223" y="490"/>
                    <a:pt x="223" y="490"/>
                  </a:cubicBezTo>
                  <a:cubicBezTo>
                    <a:pt x="222" y="489"/>
                    <a:pt x="225" y="488"/>
                    <a:pt x="224" y="489"/>
                  </a:cubicBezTo>
                  <a:close/>
                  <a:moveTo>
                    <a:pt x="224" y="467"/>
                  </a:moveTo>
                  <a:cubicBezTo>
                    <a:pt x="224" y="470"/>
                    <a:pt x="222" y="469"/>
                    <a:pt x="224" y="467"/>
                  </a:cubicBezTo>
                  <a:close/>
                  <a:moveTo>
                    <a:pt x="223" y="272"/>
                  </a:moveTo>
                  <a:cubicBezTo>
                    <a:pt x="223" y="273"/>
                    <a:pt x="222" y="274"/>
                    <a:pt x="221" y="275"/>
                  </a:cubicBezTo>
                  <a:cubicBezTo>
                    <a:pt x="221" y="273"/>
                    <a:pt x="222" y="273"/>
                    <a:pt x="223" y="272"/>
                  </a:cubicBezTo>
                  <a:close/>
                  <a:moveTo>
                    <a:pt x="222" y="308"/>
                  </a:moveTo>
                  <a:cubicBezTo>
                    <a:pt x="222" y="310"/>
                    <a:pt x="220" y="312"/>
                    <a:pt x="218" y="313"/>
                  </a:cubicBezTo>
                  <a:cubicBezTo>
                    <a:pt x="220" y="312"/>
                    <a:pt x="220" y="310"/>
                    <a:pt x="222" y="308"/>
                  </a:cubicBezTo>
                  <a:close/>
                  <a:moveTo>
                    <a:pt x="218" y="378"/>
                  </a:moveTo>
                  <a:cubicBezTo>
                    <a:pt x="218" y="376"/>
                    <a:pt x="220" y="378"/>
                    <a:pt x="218" y="378"/>
                  </a:cubicBezTo>
                  <a:close/>
                  <a:moveTo>
                    <a:pt x="218" y="467"/>
                  </a:moveTo>
                  <a:cubicBezTo>
                    <a:pt x="218" y="467"/>
                    <a:pt x="217" y="467"/>
                    <a:pt x="217" y="466"/>
                  </a:cubicBezTo>
                  <a:cubicBezTo>
                    <a:pt x="217" y="466"/>
                    <a:pt x="218" y="466"/>
                    <a:pt x="218" y="467"/>
                  </a:cubicBezTo>
                  <a:close/>
                  <a:moveTo>
                    <a:pt x="217" y="315"/>
                  </a:move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lose/>
                  <a:moveTo>
                    <a:pt x="218" y="382"/>
                  </a:moveTo>
                  <a:cubicBezTo>
                    <a:pt x="217" y="382"/>
                    <a:pt x="217" y="382"/>
                    <a:pt x="217" y="382"/>
                  </a:cubicBezTo>
                  <a:cubicBezTo>
                    <a:pt x="216" y="381"/>
                    <a:pt x="219" y="380"/>
                    <a:pt x="218" y="382"/>
                  </a:cubicBezTo>
                  <a:close/>
                  <a:moveTo>
                    <a:pt x="212" y="322"/>
                  </a:moveTo>
                  <a:cubicBezTo>
                    <a:pt x="212" y="321"/>
                    <a:pt x="215" y="318"/>
                    <a:pt x="216" y="316"/>
                  </a:cubicBezTo>
                  <a:cubicBezTo>
                    <a:pt x="216" y="319"/>
                    <a:pt x="210" y="325"/>
                    <a:pt x="212" y="322"/>
                  </a:cubicBezTo>
                  <a:close/>
                  <a:moveTo>
                    <a:pt x="215" y="450"/>
                  </a:moveTo>
                  <a:cubicBezTo>
                    <a:pt x="215" y="450"/>
                    <a:pt x="215" y="450"/>
                    <a:pt x="215" y="450"/>
                  </a:cubicBezTo>
                  <a:cubicBezTo>
                    <a:pt x="215" y="450"/>
                    <a:pt x="215" y="450"/>
                    <a:pt x="215" y="450"/>
                  </a:cubicBezTo>
                  <a:close/>
                  <a:moveTo>
                    <a:pt x="214" y="449"/>
                  </a:moveTo>
                  <a:cubicBezTo>
                    <a:pt x="214" y="449"/>
                    <a:pt x="214" y="448"/>
                    <a:pt x="214" y="448"/>
                  </a:cubicBezTo>
                  <a:cubicBezTo>
                    <a:pt x="214" y="446"/>
                    <a:pt x="216" y="448"/>
                    <a:pt x="214" y="449"/>
                  </a:cubicBezTo>
                  <a:close/>
                  <a:moveTo>
                    <a:pt x="214" y="524"/>
                  </a:moveTo>
                  <a:cubicBezTo>
                    <a:pt x="213" y="523"/>
                    <a:pt x="214" y="523"/>
                    <a:pt x="215" y="522"/>
                  </a:cubicBezTo>
                  <a:cubicBezTo>
                    <a:pt x="215" y="523"/>
                    <a:pt x="214" y="523"/>
                    <a:pt x="214" y="524"/>
                  </a:cubicBezTo>
                  <a:close/>
                  <a:moveTo>
                    <a:pt x="212" y="508"/>
                  </a:moveTo>
                  <a:cubicBezTo>
                    <a:pt x="210" y="509"/>
                    <a:pt x="214" y="507"/>
                    <a:pt x="212" y="508"/>
                  </a:cubicBezTo>
                  <a:close/>
                  <a:moveTo>
                    <a:pt x="202" y="518"/>
                  </a:moveTo>
                  <a:cubicBezTo>
                    <a:pt x="210" y="516"/>
                    <a:pt x="209" y="525"/>
                    <a:pt x="203" y="526"/>
                  </a:cubicBezTo>
                  <a:cubicBezTo>
                    <a:pt x="198" y="527"/>
                    <a:pt x="197" y="520"/>
                    <a:pt x="202" y="518"/>
                  </a:cubicBezTo>
                  <a:close/>
                  <a:moveTo>
                    <a:pt x="201" y="548"/>
                  </a:moveTo>
                  <a:cubicBezTo>
                    <a:pt x="201" y="548"/>
                    <a:pt x="201" y="548"/>
                    <a:pt x="201" y="548"/>
                  </a:cubicBezTo>
                  <a:cubicBezTo>
                    <a:pt x="201" y="546"/>
                    <a:pt x="203" y="550"/>
                    <a:pt x="201" y="548"/>
                  </a:cubicBezTo>
                  <a:close/>
                  <a:moveTo>
                    <a:pt x="199" y="549"/>
                  </a:moveTo>
                  <a:cubicBezTo>
                    <a:pt x="199" y="551"/>
                    <a:pt x="197" y="549"/>
                    <a:pt x="199" y="549"/>
                  </a:cubicBezTo>
                  <a:close/>
                  <a:moveTo>
                    <a:pt x="200" y="494"/>
                  </a:moveTo>
                  <a:cubicBezTo>
                    <a:pt x="199" y="495"/>
                    <a:pt x="198" y="496"/>
                    <a:pt x="196" y="496"/>
                  </a:cubicBezTo>
                  <a:cubicBezTo>
                    <a:pt x="197" y="495"/>
                    <a:pt x="199" y="495"/>
                    <a:pt x="200" y="494"/>
                  </a:cubicBezTo>
                  <a:close/>
                  <a:moveTo>
                    <a:pt x="202" y="420"/>
                  </a:moveTo>
                  <a:cubicBezTo>
                    <a:pt x="201" y="421"/>
                    <a:pt x="201" y="421"/>
                    <a:pt x="200" y="421"/>
                  </a:cubicBezTo>
                  <a:cubicBezTo>
                    <a:pt x="199" y="420"/>
                    <a:pt x="203" y="418"/>
                    <a:pt x="202" y="420"/>
                  </a:cubicBezTo>
                  <a:close/>
                  <a:moveTo>
                    <a:pt x="203" y="493"/>
                  </a:moveTo>
                  <a:cubicBezTo>
                    <a:pt x="204" y="493"/>
                    <a:pt x="204" y="493"/>
                    <a:pt x="204" y="493"/>
                  </a:cubicBezTo>
                  <a:cubicBezTo>
                    <a:pt x="204" y="493"/>
                    <a:pt x="200" y="494"/>
                    <a:pt x="203" y="493"/>
                  </a:cubicBezTo>
                  <a:close/>
                  <a:moveTo>
                    <a:pt x="206" y="456"/>
                  </a:moveTo>
                  <a:cubicBezTo>
                    <a:pt x="206" y="456"/>
                    <a:pt x="205" y="456"/>
                    <a:pt x="205" y="456"/>
                  </a:cubicBezTo>
                  <a:cubicBezTo>
                    <a:pt x="204" y="456"/>
                    <a:pt x="206" y="455"/>
                    <a:pt x="206" y="456"/>
                  </a:cubicBezTo>
                  <a:close/>
                  <a:moveTo>
                    <a:pt x="206" y="475"/>
                  </a:moveTo>
                  <a:cubicBezTo>
                    <a:pt x="206" y="473"/>
                    <a:pt x="210" y="475"/>
                    <a:pt x="210" y="477"/>
                  </a:cubicBezTo>
                  <a:cubicBezTo>
                    <a:pt x="209" y="479"/>
                    <a:pt x="204" y="479"/>
                    <a:pt x="206" y="475"/>
                  </a:cubicBezTo>
                  <a:close/>
                  <a:moveTo>
                    <a:pt x="208" y="439"/>
                  </a:moveTo>
                  <a:cubicBezTo>
                    <a:pt x="208" y="440"/>
                    <a:pt x="207" y="440"/>
                    <a:pt x="207" y="440"/>
                  </a:cubicBezTo>
                  <a:cubicBezTo>
                    <a:pt x="207" y="439"/>
                    <a:pt x="208" y="439"/>
                    <a:pt x="208" y="439"/>
                  </a:cubicBezTo>
                  <a:close/>
                  <a:moveTo>
                    <a:pt x="208" y="405"/>
                  </a:moveTo>
                  <a:cubicBezTo>
                    <a:pt x="207" y="406"/>
                    <a:pt x="208" y="404"/>
                    <a:pt x="208" y="405"/>
                  </a:cubicBezTo>
                  <a:close/>
                  <a:moveTo>
                    <a:pt x="209" y="467"/>
                  </a:moveTo>
                  <a:cubicBezTo>
                    <a:pt x="209" y="467"/>
                    <a:pt x="209" y="468"/>
                    <a:pt x="209" y="468"/>
                  </a:cubicBezTo>
                  <a:cubicBezTo>
                    <a:pt x="208" y="467"/>
                    <a:pt x="210" y="466"/>
                    <a:pt x="209" y="467"/>
                  </a:cubicBezTo>
                  <a:close/>
                  <a:moveTo>
                    <a:pt x="210" y="509"/>
                  </a:moveTo>
                  <a:cubicBezTo>
                    <a:pt x="208" y="511"/>
                    <a:pt x="211" y="508"/>
                    <a:pt x="210" y="509"/>
                  </a:cubicBezTo>
                  <a:close/>
                  <a:moveTo>
                    <a:pt x="210" y="444"/>
                  </a:moveTo>
                  <a:cubicBezTo>
                    <a:pt x="207" y="445"/>
                    <a:pt x="209" y="441"/>
                    <a:pt x="210" y="443"/>
                  </a:cubicBezTo>
                  <a:cubicBezTo>
                    <a:pt x="211" y="443"/>
                    <a:pt x="210" y="443"/>
                    <a:pt x="210" y="444"/>
                  </a:cubicBezTo>
                  <a:close/>
                  <a:moveTo>
                    <a:pt x="210" y="185"/>
                  </a:moveTo>
                  <a:cubicBezTo>
                    <a:pt x="210" y="185"/>
                    <a:pt x="210" y="185"/>
                    <a:pt x="210" y="185"/>
                  </a:cubicBezTo>
                  <a:cubicBezTo>
                    <a:pt x="209" y="185"/>
                    <a:pt x="211" y="184"/>
                    <a:pt x="210" y="185"/>
                  </a:cubicBezTo>
                  <a:close/>
                  <a:moveTo>
                    <a:pt x="210" y="203"/>
                  </a:moveTo>
                  <a:cubicBezTo>
                    <a:pt x="211" y="203"/>
                    <a:pt x="209" y="205"/>
                    <a:pt x="209" y="205"/>
                  </a:cubicBezTo>
                  <a:cubicBezTo>
                    <a:pt x="209" y="204"/>
                    <a:pt x="209" y="204"/>
                    <a:pt x="210" y="203"/>
                  </a:cubicBezTo>
                  <a:close/>
                  <a:moveTo>
                    <a:pt x="210" y="371"/>
                  </a:moveTo>
                  <a:cubicBezTo>
                    <a:pt x="209" y="372"/>
                    <a:pt x="209" y="372"/>
                    <a:pt x="208" y="372"/>
                  </a:cubicBezTo>
                  <a:cubicBezTo>
                    <a:pt x="208" y="372"/>
                    <a:pt x="208" y="371"/>
                    <a:pt x="210" y="371"/>
                  </a:cubicBezTo>
                  <a:close/>
                  <a:moveTo>
                    <a:pt x="208" y="181"/>
                  </a:moveTo>
                  <a:cubicBezTo>
                    <a:pt x="209" y="181"/>
                    <a:pt x="207" y="184"/>
                    <a:pt x="207" y="184"/>
                  </a:cubicBezTo>
                  <a:cubicBezTo>
                    <a:pt x="204" y="186"/>
                    <a:pt x="206" y="180"/>
                    <a:pt x="208" y="181"/>
                  </a:cubicBezTo>
                  <a:close/>
                  <a:moveTo>
                    <a:pt x="207" y="374"/>
                  </a:moveTo>
                  <a:cubicBezTo>
                    <a:pt x="206" y="373"/>
                    <a:pt x="208" y="373"/>
                    <a:pt x="207" y="374"/>
                  </a:cubicBezTo>
                  <a:close/>
                  <a:moveTo>
                    <a:pt x="207" y="387"/>
                  </a:moveTo>
                  <a:cubicBezTo>
                    <a:pt x="206" y="387"/>
                    <a:pt x="206" y="388"/>
                    <a:pt x="206" y="387"/>
                  </a:cubicBezTo>
                  <a:cubicBezTo>
                    <a:pt x="205" y="386"/>
                    <a:pt x="209" y="385"/>
                    <a:pt x="207" y="387"/>
                  </a:cubicBezTo>
                  <a:close/>
                  <a:moveTo>
                    <a:pt x="204" y="211"/>
                  </a:moveTo>
                  <a:cubicBezTo>
                    <a:pt x="204" y="213"/>
                    <a:pt x="202" y="214"/>
                    <a:pt x="201" y="216"/>
                  </a:cubicBezTo>
                  <a:cubicBezTo>
                    <a:pt x="201" y="214"/>
                    <a:pt x="203" y="213"/>
                    <a:pt x="204" y="211"/>
                  </a:cubicBezTo>
                  <a:close/>
                  <a:moveTo>
                    <a:pt x="202" y="326"/>
                  </a:moveTo>
                  <a:cubicBezTo>
                    <a:pt x="202" y="327"/>
                    <a:pt x="202" y="328"/>
                    <a:pt x="201" y="328"/>
                  </a:cubicBezTo>
                  <a:cubicBezTo>
                    <a:pt x="201" y="327"/>
                    <a:pt x="202" y="327"/>
                    <a:pt x="202" y="326"/>
                  </a:cubicBezTo>
                  <a:close/>
                  <a:moveTo>
                    <a:pt x="205" y="387"/>
                  </a:moveTo>
                  <a:cubicBezTo>
                    <a:pt x="205" y="388"/>
                    <a:pt x="203" y="389"/>
                    <a:pt x="201" y="390"/>
                  </a:cubicBezTo>
                  <a:cubicBezTo>
                    <a:pt x="202" y="388"/>
                    <a:pt x="204" y="388"/>
                    <a:pt x="205" y="387"/>
                  </a:cubicBezTo>
                  <a:close/>
                  <a:moveTo>
                    <a:pt x="196" y="218"/>
                  </a:moveTo>
                  <a:cubicBezTo>
                    <a:pt x="198" y="219"/>
                    <a:pt x="196" y="220"/>
                    <a:pt x="196" y="218"/>
                  </a:cubicBezTo>
                  <a:close/>
                  <a:moveTo>
                    <a:pt x="196" y="249"/>
                  </a:moveTo>
                  <a:cubicBezTo>
                    <a:pt x="195" y="251"/>
                    <a:pt x="197" y="248"/>
                    <a:pt x="196" y="249"/>
                  </a:cubicBezTo>
                  <a:close/>
                  <a:moveTo>
                    <a:pt x="198" y="349"/>
                  </a:moveTo>
                  <a:cubicBezTo>
                    <a:pt x="198" y="350"/>
                    <a:pt x="196" y="351"/>
                    <a:pt x="196" y="352"/>
                  </a:cubicBezTo>
                  <a:cubicBezTo>
                    <a:pt x="195" y="351"/>
                    <a:pt x="197" y="350"/>
                    <a:pt x="198" y="349"/>
                  </a:cubicBezTo>
                  <a:close/>
                  <a:moveTo>
                    <a:pt x="196" y="296"/>
                  </a:moveTo>
                  <a:cubicBezTo>
                    <a:pt x="196" y="296"/>
                    <a:pt x="195" y="298"/>
                    <a:pt x="195" y="298"/>
                  </a:cubicBezTo>
                  <a:cubicBezTo>
                    <a:pt x="193" y="300"/>
                    <a:pt x="194" y="295"/>
                    <a:pt x="196" y="296"/>
                  </a:cubicBezTo>
                  <a:close/>
                  <a:moveTo>
                    <a:pt x="194" y="353"/>
                  </a:moveTo>
                  <a:cubicBezTo>
                    <a:pt x="195" y="354"/>
                    <a:pt x="193" y="354"/>
                    <a:pt x="194" y="353"/>
                  </a:cubicBezTo>
                  <a:close/>
                  <a:moveTo>
                    <a:pt x="192" y="213"/>
                  </a:moveTo>
                  <a:cubicBezTo>
                    <a:pt x="192" y="212"/>
                    <a:pt x="194" y="211"/>
                    <a:pt x="192" y="213"/>
                  </a:cubicBezTo>
                  <a:close/>
                  <a:moveTo>
                    <a:pt x="193" y="252"/>
                  </a:moveTo>
                  <a:cubicBezTo>
                    <a:pt x="194" y="253"/>
                    <a:pt x="193" y="254"/>
                    <a:pt x="192" y="254"/>
                  </a:cubicBezTo>
                  <a:cubicBezTo>
                    <a:pt x="192" y="253"/>
                    <a:pt x="193" y="253"/>
                    <a:pt x="193" y="252"/>
                  </a:cubicBezTo>
                  <a:close/>
                  <a:moveTo>
                    <a:pt x="193" y="354"/>
                  </a:moveTo>
                  <a:cubicBezTo>
                    <a:pt x="193" y="355"/>
                    <a:pt x="193" y="356"/>
                    <a:pt x="192" y="356"/>
                  </a:cubicBezTo>
                  <a:cubicBezTo>
                    <a:pt x="192" y="355"/>
                    <a:pt x="193" y="355"/>
                    <a:pt x="193" y="354"/>
                  </a:cubicBezTo>
                  <a:close/>
                  <a:moveTo>
                    <a:pt x="192" y="305"/>
                  </a:moveTo>
                  <a:cubicBezTo>
                    <a:pt x="190" y="307"/>
                    <a:pt x="193" y="304"/>
                    <a:pt x="192" y="305"/>
                  </a:cubicBezTo>
                  <a:close/>
                  <a:moveTo>
                    <a:pt x="188" y="397"/>
                  </a:moveTo>
                  <a:cubicBezTo>
                    <a:pt x="187" y="398"/>
                    <a:pt x="185" y="400"/>
                    <a:pt x="183" y="401"/>
                  </a:cubicBezTo>
                  <a:cubicBezTo>
                    <a:pt x="184" y="399"/>
                    <a:pt x="186" y="398"/>
                    <a:pt x="188" y="397"/>
                  </a:cubicBezTo>
                  <a:close/>
                  <a:moveTo>
                    <a:pt x="184" y="384"/>
                  </a:moveTo>
                  <a:cubicBezTo>
                    <a:pt x="185" y="384"/>
                    <a:pt x="185" y="383"/>
                    <a:pt x="186" y="383"/>
                  </a:cubicBezTo>
                  <a:cubicBezTo>
                    <a:pt x="185" y="384"/>
                    <a:pt x="185" y="384"/>
                    <a:pt x="184" y="384"/>
                  </a:cubicBezTo>
                  <a:close/>
                  <a:moveTo>
                    <a:pt x="184" y="243"/>
                  </a:moveTo>
                  <a:cubicBezTo>
                    <a:pt x="185" y="242"/>
                    <a:pt x="183" y="244"/>
                    <a:pt x="184" y="243"/>
                  </a:cubicBezTo>
                  <a:close/>
                  <a:moveTo>
                    <a:pt x="182" y="186"/>
                  </a:moveTo>
                  <a:cubicBezTo>
                    <a:pt x="182" y="185"/>
                    <a:pt x="181" y="187"/>
                    <a:pt x="182" y="186"/>
                  </a:cubicBezTo>
                  <a:close/>
                  <a:moveTo>
                    <a:pt x="184" y="243"/>
                  </a:moveTo>
                  <a:cubicBezTo>
                    <a:pt x="185" y="244"/>
                    <a:pt x="183" y="249"/>
                    <a:pt x="182" y="249"/>
                  </a:cubicBezTo>
                  <a:cubicBezTo>
                    <a:pt x="180" y="249"/>
                    <a:pt x="182" y="243"/>
                    <a:pt x="184" y="243"/>
                  </a:cubicBezTo>
                  <a:close/>
                  <a:moveTo>
                    <a:pt x="177" y="208"/>
                  </a:moveTo>
                  <a:cubicBezTo>
                    <a:pt x="178" y="209"/>
                    <a:pt x="177" y="209"/>
                    <a:pt x="177" y="210"/>
                  </a:cubicBezTo>
                  <a:cubicBezTo>
                    <a:pt x="176" y="210"/>
                    <a:pt x="177" y="209"/>
                    <a:pt x="177" y="208"/>
                  </a:cubicBezTo>
                  <a:close/>
                  <a:moveTo>
                    <a:pt x="182" y="322"/>
                  </a:moveTo>
                  <a:cubicBezTo>
                    <a:pt x="179" y="324"/>
                    <a:pt x="177" y="329"/>
                    <a:pt x="175" y="329"/>
                  </a:cubicBezTo>
                  <a:cubicBezTo>
                    <a:pt x="175" y="329"/>
                    <a:pt x="179" y="322"/>
                    <a:pt x="182" y="322"/>
                  </a:cubicBezTo>
                  <a:close/>
                  <a:moveTo>
                    <a:pt x="180" y="403"/>
                  </a:moveTo>
                  <a:cubicBezTo>
                    <a:pt x="179" y="404"/>
                    <a:pt x="178" y="406"/>
                    <a:pt x="176" y="406"/>
                  </a:cubicBezTo>
                  <a:cubicBezTo>
                    <a:pt x="177" y="405"/>
                    <a:pt x="179" y="404"/>
                    <a:pt x="180" y="403"/>
                  </a:cubicBezTo>
                  <a:close/>
                  <a:moveTo>
                    <a:pt x="178" y="383"/>
                  </a:move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2"/>
                    <a:pt x="178" y="382"/>
                  </a:cubicBezTo>
                  <a:cubicBezTo>
                    <a:pt x="178" y="382"/>
                    <a:pt x="178" y="382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lose/>
                  <a:moveTo>
                    <a:pt x="181" y="393"/>
                  </a:moveTo>
                  <a:cubicBezTo>
                    <a:pt x="181" y="393"/>
                    <a:pt x="180" y="395"/>
                    <a:pt x="180" y="395"/>
                  </a:cubicBezTo>
                  <a:cubicBezTo>
                    <a:pt x="178" y="397"/>
                    <a:pt x="179" y="392"/>
                    <a:pt x="181" y="393"/>
                  </a:cubicBezTo>
                  <a:close/>
                  <a:moveTo>
                    <a:pt x="179" y="358"/>
                  </a:moveTo>
                  <a:cubicBezTo>
                    <a:pt x="179" y="358"/>
                    <a:pt x="180" y="359"/>
                    <a:pt x="180" y="359"/>
                  </a:cubicBezTo>
                  <a:cubicBezTo>
                    <a:pt x="180" y="360"/>
                    <a:pt x="178" y="359"/>
                    <a:pt x="179" y="358"/>
                  </a:cubicBezTo>
                  <a:close/>
                  <a:moveTo>
                    <a:pt x="182" y="418"/>
                  </a:moveTo>
                  <a:cubicBezTo>
                    <a:pt x="183" y="416"/>
                    <a:pt x="187" y="412"/>
                    <a:pt x="190" y="410"/>
                  </a:cubicBezTo>
                  <a:cubicBezTo>
                    <a:pt x="190" y="410"/>
                    <a:pt x="190" y="408"/>
                    <a:pt x="191" y="409"/>
                  </a:cubicBezTo>
                  <a:cubicBezTo>
                    <a:pt x="192" y="410"/>
                    <a:pt x="189" y="414"/>
                    <a:pt x="189" y="414"/>
                  </a:cubicBezTo>
                  <a:cubicBezTo>
                    <a:pt x="188" y="415"/>
                    <a:pt x="186" y="415"/>
                    <a:pt x="184" y="417"/>
                  </a:cubicBezTo>
                  <a:cubicBezTo>
                    <a:pt x="180" y="419"/>
                    <a:pt x="178" y="424"/>
                    <a:pt x="174" y="426"/>
                  </a:cubicBezTo>
                  <a:cubicBezTo>
                    <a:pt x="174" y="422"/>
                    <a:pt x="180" y="421"/>
                    <a:pt x="182" y="418"/>
                  </a:cubicBezTo>
                  <a:close/>
                  <a:moveTo>
                    <a:pt x="193" y="479"/>
                  </a:moveTo>
                  <a:cubicBezTo>
                    <a:pt x="192" y="481"/>
                    <a:pt x="192" y="479"/>
                    <a:pt x="193" y="479"/>
                  </a:cubicBezTo>
                  <a:close/>
                  <a:moveTo>
                    <a:pt x="193" y="432"/>
                  </a:moveTo>
                  <a:cubicBezTo>
                    <a:pt x="194" y="432"/>
                    <a:pt x="193" y="433"/>
                    <a:pt x="193" y="432"/>
                  </a:cubicBezTo>
                  <a:cubicBezTo>
                    <a:pt x="192" y="432"/>
                    <a:pt x="193" y="432"/>
                    <a:pt x="193" y="432"/>
                  </a:cubicBezTo>
                  <a:close/>
                  <a:moveTo>
                    <a:pt x="191" y="460"/>
                  </a:moveTo>
                  <a:cubicBezTo>
                    <a:pt x="192" y="458"/>
                    <a:pt x="193" y="460"/>
                    <a:pt x="191" y="460"/>
                  </a:cubicBezTo>
                  <a:close/>
                  <a:moveTo>
                    <a:pt x="193" y="489"/>
                  </a:moveTo>
                  <a:cubicBezTo>
                    <a:pt x="193" y="490"/>
                    <a:pt x="192" y="491"/>
                    <a:pt x="191" y="491"/>
                  </a:cubicBezTo>
                  <a:cubicBezTo>
                    <a:pt x="189" y="492"/>
                    <a:pt x="191" y="487"/>
                    <a:pt x="193" y="489"/>
                  </a:cubicBezTo>
                  <a:close/>
                  <a:moveTo>
                    <a:pt x="190" y="440"/>
                  </a:moveTo>
                  <a:cubicBezTo>
                    <a:pt x="189" y="439"/>
                    <a:pt x="191" y="438"/>
                    <a:pt x="191" y="439"/>
                  </a:cubicBezTo>
                  <a:cubicBezTo>
                    <a:pt x="191" y="439"/>
                    <a:pt x="190" y="440"/>
                    <a:pt x="190" y="440"/>
                  </a:cubicBezTo>
                  <a:close/>
                  <a:moveTo>
                    <a:pt x="189" y="511"/>
                  </a:moveTo>
                  <a:cubicBezTo>
                    <a:pt x="189" y="511"/>
                    <a:pt x="189" y="512"/>
                    <a:pt x="188" y="511"/>
                  </a:cubicBezTo>
                  <a:cubicBezTo>
                    <a:pt x="188" y="511"/>
                    <a:pt x="189" y="510"/>
                    <a:pt x="189" y="511"/>
                  </a:cubicBezTo>
                  <a:close/>
                  <a:moveTo>
                    <a:pt x="186" y="470"/>
                  </a:moveTo>
                  <a:cubicBezTo>
                    <a:pt x="185" y="469"/>
                    <a:pt x="188" y="469"/>
                    <a:pt x="188" y="470"/>
                  </a:cubicBezTo>
                  <a:cubicBezTo>
                    <a:pt x="189" y="471"/>
                    <a:pt x="186" y="472"/>
                    <a:pt x="186" y="470"/>
                  </a:cubicBezTo>
                  <a:close/>
                  <a:moveTo>
                    <a:pt x="184" y="470"/>
                  </a:moveTo>
                  <a:cubicBezTo>
                    <a:pt x="185" y="471"/>
                    <a:pt x="184" y="472"/>
                    <a:pt x="183" y="472"/>
                  </a:cubicBezTo>
                  <a:cubicBezTo>
                    <a:pt x="180" y="474"/>
                    <a:pt x="182" y="469"/>
                    <a:pt x="184" y="470"/>
                  </a:cubicBezTo>
                  <a:close/>
                  <a:moveTo>
                    <a:pt x="183" y="435"/>
                  </a:moveTo>
                  <a:cubicBezTo>
                    <a:pt x="183" y="434"/>
                    <a:pt x="182" y="436"/>
                    <a:pt x="183" y="435"/>
                  </a:cubicBezTo>
                  <a:close/>
                  <a:moveTo>
                    <a:pt x="180" y="443"/>
                  </a:moveTo>
                  <a:cubicBezTo>
                    <a:pt x="180" y="443"/>
                    <a:pt x="179" y="443"/>
                    <a:pt x="179" y="443"/>
                  </a:cubicBezTo>
                  <a:cubicBezTo>
                    <a:pt x="178" y="445"/>
                    <a:pt x="180" y="440"/>
                    <a:pt x="180" y="443"/>
                  </a:cubicBezTo>
                  <a:close/>
                  <a:moveTo>
                    <a:pt x="174" y="445"/>
                  </a:moveTo>
                  <a:cubicBezTo>
                    <a:pt x="173" y="446"/>
                    <a:pt x="174" y="444"/>
                    <a:pt x="174" y="445"/>
                  </a:cubicBezTo>
                  <a:close/>
                  <a:moveTo>
                    <a:pt x="173" y="182"/>
                  </a:moveTo>
                  <a:cubicBezTo>
                    <a:pt x="172" y="182"/>
                    <a:pt x="174" y="180"/>
                    <a:pt x="173" y="182"/>
                  </a:cubicBezTo>
                  <a:close/>
                  <a:moveTo>
                    <a:pt x="173" y="438"/>
                  </a:moveTo>
                  <a:cubicBezTo>
                    <a:pt x="174" y="437"/>
                    <a:pt x="172" y="440"/>
                    <a:pt x="173" y="438"/>
                  </a:cubicBezTo>
                  <a:close/>
                  <a:moveTo>
                    <a:pt x="173" y="477"/>
                  </a:moveTo>
                  <a:cubicBezTo>
                    <a:pt x="172" y="478"/>
                    <a:pt x="172" y="478"/>
                    <a:pt x="170" y="478"/>
                  </a:cubicBezTo>
                  <a:cubicBezTo>
                    <a:pt x="171" y="478"/>
                    <a:pt x="171" y="477"/>
                    <a:pt x="173" y="477"/>
                  </a:cubicBezTo>
                  <a:close/>
                  <a:moveTo>
                    <a:pt x="173" y="314"/>
                  </a:move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lose/>
                  <a:moveTo>
                    <a:pt x="171" y="307"/>
                  </a:moveTo>
                  <a:cubicBezTo>
                    <a:pt x="171" y="308"/>
                    <a:pt x="171" y="309"/>
                    <a:pt x="169" y="310"/>
                  </a:cubicBezTo>
                  <a:cubicBezTo>
                    <a:pt x="168" y="310"/>
                    <a:pt x="167" y="310"/>
                    <a:pt x="166" y="309"/>
                  </a:cubicBezTo>
                  <a:cubicBezTo>
                    <a:pt x="164" y="305"/>
                    <a:pt x="171" y="303"/>
                    <a:pt x="171" y="307"/>
                  </a:cubicBezTo>
                  <a:close/>
                  <a:moveTo>
                    <a:pt x="168" y="501"/>
                  </a:moveTo>
                  <a:cubicBezTo>
                    <a:pt x="168" y="501"/>
                    <a:pt x="168" y="501"/>
                    <a:pt x="169" y="501"/>
                  </a:cubicBezTo>
                  <a:cubicBezTo>
                    <a:pt x="169" y="501"/>
                    <a:pt x="168" y="502"/>
                    <a:pt x="168" y="501"/>
                  </a:cubicBezTo>
                  <a:close/>
                  <a:moveTo>
                    <a:pt x="166" y="342"/>
                  </a:moveTo>
                  <a:cubicBezTo>
                    <a:pt x="166" y="342"/>
                    <a:pt x="166" y="342"/>
                    <a:pt x="166" y="342"/>
                  </a:cubicBezTo>
                  <a:cubicBezTo>
                    <a:pt x="166" y="342"/>
                    <a:pt x="166" y="343"/>
                    <a:pt x="165" y="343"/>
                  </a:cubicBezTo>
                  <a:cubicBezTo>
                    <a:pt x="165" y="343"/>
                    <a:pt x="165" y="343"/>
                    <a:pt x="165" y="343"/>
                  </a:cubicBezTo>
                  <a:cubicBezTo>
                    <a:pt x="165" y="343"/>
                    <a:pt x="166" y="342"/>
                    <a:pt x="166" y="342"/>
                  </a:cubicBezTo>
                  <a:close/>
                  <a:moveTo>
                    <a:pt x="165" y="307"/>
                  </a:moveTo>
                  <a:cubicBezTo>
                    <a:pt x="163" y="308"/>
                    <a:pt x="167" y="306"/>
                    <a:pt x="165" y="307"/>
                  </a:cubicBezTo>
                  <a:close/>
                  <a:moveTo>
                    <a:pt x="164" y="344"/>
                  </a:moveTo>
                  <a:cubicBezTo>
                    <a:pt x="163" y="344"/>
                    <a:pt x="166" y="342"/>
                    <a:pt x="164" y="344"/>
                  </a:cubicBezTo>
                  <a:close/>
                  <a:moveTo>
                    <a:pt x="165" y="345"/>
                  </a:moveTo>
                  <a:cubicBezTo>
                    <a:pt x="164" y="346"/>
                    <a:pt x="164" y="347"/>
                    <a:pt x="162" y="347"/>
                  </a:cubicBezTo>
                  <a:cubicBezTo>
                    <a:pt x="163" y="347"/>
                    <a:pt x="163" y="346"/>
                    <a:pt x="165" y="345"/>
                  </a:cubicBezTo>
                  <a:close/>
                  <a:moveTo>
                    <a:pt x="161" y="347"/>
                  </a:moveTo>
                  <a:cubicBezTo>
                    <a:pt x="160" y="348"/>
                    <a:pt x="162" y="346"/>
                    <a:pt x="161" y="347"/>
                  </a:cubicBezTo>
                  <a:close/>
                  <a:moveTo>
                    <a:pt x="160" y="350"/>
                  </a:moveTo>
                  <a:cubicBezTo>
                    <a:pt x="161" y="348"/>
                    <a:pt x="162" y="349"/>
                    <a:pt x="160" y="350"/>
                  </a:cubicBezTo>
                  <a:close/>
                  <a:moveTo>
                    <a:pt x="168" y="370"/>
                  </a:moveTo>
                  <a:cubicBezTo>
                    <a:pt x="165" y="373"/>
                    <a:pt x="163" y="376"/>
                    <a:pt x="158" y="378"/>
                  </a:cubicBezTo>
                  <a:cubicBezTo>
                    <a:pt x="161" y="375"/>
                    <a:pt x="164" y="372"/>
                    <a:pt x="168" y="370"/>
                  </a:cubicBezTo>
                  <a:close/>
                  <a:moveTo>
                    <a:pt x="167" y="392"/>
                  </a:moveTo>
                  <a:cubicBezTo>
                    <a:pt x="166" y="393"/>
                    <a:pt x="168" y="390"/>
                    <a:pt x="167" y="391"/>
                  </a:cubicBezTo>
                  <a:cubicBezTo>
                    <a:pt x="167" y="391"/>
                    <a:pt x="167" y="392"/>
                    <a:pt x="167" y="392"/>
                  </a:cubicBezTo>
                  <a:close/>
                  <a:moveTo>
                    <a:pt x="168" y="424"/>
                  </a:moveTo>
                  <a:cubicBezTo>
                    <a:pt x="168" y="424"/>
                    <a:pt x="167" y="424"/>
                    <a:pt x="167" y="424"/>
                  </a:cubicBezTo>
                  <a:cubicBezTo>
                    <a:pt x="166" y="423"/>
                    <a:pt x="168" y="423"/>
                    <a:pt x="168" y="424"/>
                  </a:cubicBezTo>
                  <a:close/>
                  <a:moveTo>
                    <a:pt x="161" y="457"/>
                  </a:moveTo>
                  <a:cubicBezTo>
                    <a:pt x="161" y="458"/>
                    <a:pt x="158" y="461"/>
                    <a:pt x="157" y="460"/>
                  </a:cubicBezTo>
                  <a:cubicBezTo>
                    <a:pt x="156" y="458"/>
                    <a:pt x="159" y="456"/>
                    <a:pt x="161" y="457"/>
                  </a:cubicBezTo>
                  <a:close/>
                  <a:moveTo>
                    <a:pt x="157" y="477"/>
                  </a:move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lose/>
                  <a:moveTo>
                    <a:pt x="161" y="502"/>
                  </a:moveTo>
                  <a:cubicBezTo>
                    <a:pt x="161" y="503"/>
                    <a:pt x="159" y="504"/>
                    <a:pt x="159" y="503"/>
                  </a:cubicBezTo>
                  <a:cubicBezTo>
                    <a:pt x="159" y="502"/>
                    <a:pt x="160" y="501"/>
                    <a:pt x="161" y="502"/>
                  </a:cubicBezTo>
                  <a:close/>
                  <a:moveTo>
                    <a:pt x="159" y="482"/>
                  </a:moveTo>
                  <a:cubicBezTo>
                    <a:pt x="158" y="483"/>
                    <a:pt x="160" y="481"/>
                    <a:pt x="159" y="482"/>
                  </a:cubicBezTo>
                  <a:close/>
                  <a:moveTo>
                    <a:pt x="162" y="484"/>
                  </a:moveTo>
                  <a:cubicBezTo>
                    <a:pt x="163" y="484"/>
                    <a:pt x="162" y="485"/>
                    <a:pt x="161" y="485"/>
                  </a:cubicBezTo>
                  <a:cubicBezTo>
                    <a:pt x="160" y="486"/>
                    <a:pt x="161" y="483"/>
                    <a:pt x="162" y="484"/>
                  </a:cubicBezTo>
                  <a:close/>
                  <a:moveTo>
                    <a:pt x="161" y="428"/>
                  </a:moveTo>
                  <a:cubicBezTo>
                    <a:pt x="162" y="429"/>
                    <a:pt x="160" y="432"/>
                    <a:pt x="160" y="432"/>
                  </a:cubicBezTo>
                  <a:cubicBezTo>
                    <a:pt x="155" y="435"/>
                    <a:pt x="158" y="426"/>
                    <a:pt x="161" y="428"/>
                  </a:cubicBezTo>
                  <a:close/>
                  <a:moveTo>
                    <a:pt x="164" y="506"/>
                  </a:moveTo>
                  <a:cubicBezTo>
                    <a:pt x="165" y="507"/>
                    <a:pt x="160" y="510"/>
                    <a:pt x="159" y="510"/>
                  </a:cubicBezTo>
                  <a:cubicBezTo>
                    <a:pt x="154" y="511"/>
                    <a:pt x="163" y="505"/>
                    <a:pt x="164" y="506"/>
                  </a:cubicBezTo>
                  <a:close/>
                  <a:moveTo>
                    <a:pt x="163" y="443"/>
                  </a:moveTo>
                  <a:cubicBezTo>
                    <a:pt x="163" y="443"/>
                    <a:pt x="163" y="444"/>
                    <a:pt x="162" y="444"/>
                  </a:cubicBezTo>
                  <a:cubicBezTo>
                    <a:pt x="162" y="443"/>
                    <a:pt x="163" y="443"/>
                    <a:pt x="163" y="443"/>
                  </a:cubicBezTo>
                  <a:close/>
                  <a:moveTo>
                    <a:pt x="159" y="351"/>
                  </a:moveTo>
                  <a:cubicBezTo>
                    <a:pt x="159" y="351"/>
                    <a:pt x="159" y="350"/>
                    <a:pt x="160" y="350"/>
                  </a:cubicBezTo>
                  <a:cubicBezTo>
                    <a:pt x="160" y="350"/>
                    <a:pt x="160" y="351"/>
                    <a:pt x="159" y="351"/>
                  </a:cubicBezTo>
                  <a:close/>
                  <a:moveTo>
                    <a:pt x="160" y="259"/>
                  </a:moveTo>
                  <a:cubicBezTo>
                    <a:pt x="160" y="259"/>
                    <a:pt x="160" y="260"/>
                    <a:pt x="160" y="260"/>
                  </a:cubicBezTo>
                  <a:cubicBezTo>
                    <a:pt x="159" y="261"/>
                    <a:pt x="158" y="258"/>
                    <a:pt x="160" y="259"/>
                  </a:cubicBezTo>
                  <a:close/>
                  <a:moveTo>
                    <a:pt x="160" y="349"/>
                  </a:moveTo>
                  <a:cubicBezTo>
                    <a:pt x="159" y="350"/>
                    <a:pt x="159" y="350"/>
                    <a:pt x="158" y="351"/>
                  </a:cubicBezTo>
                  <a:cubicBezTo>
                    <a:pt x="158" y="350"/>
                    <a:pt x="159" y="349"/>
                    <a:pt x="160" y="349"/>
                  </a:cubicBezTo>
                  <a:close/>
                  <a:moveTo>
                    <a:pt x="159" y="352"/>
                  </a:moveTo>
                  <a:cubicBezTo>
                    <a:pt x="158" y="352"/>
                    <a:pt x="158" y="353"/>
                    <a:pt x="157" y="353"/>
                  </a:cubicBezTo>
                  <a:cubicBezTo>
                    <a:pt x="157" y="352"/>
                    <a:pt x="158" y="352"/>
                    <a:pt x="159" y="352"/>
                  </a:cubicBezTo>
                  <a:close/>
                  <a:moveTo>
                    <a:pt x="156" y="354"/>
                  </a:moveTo>
                  <a:cubicBezTo>
                    <a:pt x="155" y="355"/>
                    <a:pt x="158" y="353"/>
                    <a:pt x="156" y="354"/>
                  </a:cubicBezTo>
                  <a:close/>
                  <a:moveTo>
                    <a:pt x="157" y="415"/>
                  </a:moveTo>
                  <a:cubicBezTo>
                    <a:pt x="158" y="416"/>
                    <a:pt x="157" y="417"/>
                    <a:pt x="156" y="417"/>
                  </a:cubicBezTo>
                  <a:cubicBezTo>
                    <a:pt x="156" y="416"/>
                    <a:pt x="157" y="416"/>
                    <a:pt x="157" y="415"/>
                  </a:cubicBezTo>
                  <a:close/>
                  <a:moveTo>
                    <a:pt x="133" y="461"/>
                  </a:moveTo>
                  <a:cubicBezTo>
                    <a:pt x="137" y="457"/>
                    <a:pt x="142" y="453"/>
                    <a:pt x="148" y="450"/>
                  </a:cubicBezTo>
                  <a:cubicBezTo>
                    <a:pt x="143" y="454"/>
                    <a:pt x="138" y="457"/>
                    <a:pt x="133" y="461"/>
                  </a:cubicBezTo>
                  <a:close/>
                  <a:moveTo>
                    <a:pt x="138" y="463"/>
                  </a:moveTo>
                  <a:cubicBezTo>
                    <a:pt x="138" y="464"/>
                    <a:pt x="137" y="464"/>
                    <a:pt x="137" y="463"/>
                  </a:cubicBezTo>
                  <a:cubicBezTo>
                    <a:pt x="136" y="462"/>
                    <a:pt x="138" y="463"/>
                    <a:pt x="138" y="463"/>
                  </a:cubicBezTo>
                  <a:close/>
                  <a:moveTo>
                    <a:pt x="147" y="446"/>
                  </a:moveTo>
                  <a:cubicBezTo>
                    <a:pt x="146" y="446"/>
                    <a:pt x="145" y="447"/>
                    <a:pt x="145" y="447"/>
                  </a:cubicBezTo>
                  <a:cubicBezTo>
                    <a:pt x="144" y="446"/>
                    <a:pt x="152" y="439"/>
                    <a:pt x="153" y="440"/>
                  </a:cubicBezTo>
                  <a:cubicBezTo>
                    <a:pt x="154" y="440"/>
                    <a:pt x="147" y="446"/>
                    <a:pt x="147" y="446"/>
                  </a:cubicBezTo>
                  <a:close/>
                  <a:moveTo>
                    <a:pt x="148" y="401"/>
                  </a:moveTo>
                  <a:cubicBezTo>
                    <a:pt x="151" y="399"/>
                    <a:pt x="146" y="402"/>
                    <a:pt x="148" y="401"/>
                  </a:cubicBezTo>
                  <a:close/>
                  <a:moveTo>
                    <a:pt x="150" y="439"/>
                  </a:moveTo>
                  <a:cubicBezTo>
                    <a:pt x="150" y="440"/>
                    <a:pt x="149" y="440"/>
                    <a:pt x="148" y="440"/>
                  </a:cubicBezTo>
                  <a:cubicBezTo>
                    <a:pt x="148" y="439"/>
                    <a:pt x="149" y="439"/>
                    <a:pt x="150" y="439"/>
                  </a:cubicBezTo>
                  <a:close/>
                  <a:moveTo>
                    <a:pt x="151" y="379"/>
                  </a:moveTo>
                  <a:cubicBezTo>
                    <a:pt x="150" y="380"/>
                    <a:pt x="151" y="378"/>
                    <a:pt x="151" y="379"/>
                  </a:cubicBezTo>
                  <a:close/>
                  <a:moveTo>
                    <a:pt x="153" y="447"/>
                  </a:moveTo>
                  <a:cubicBezTo>
                    <a:pt x="153" y="449"/>
                    <a:pt x="150" y="449"/>
                    <a:pt x="149" y="450"/>
                  </a:cubicBezTo>
                  <a:cubicBezTo>
                    <a:pt x="149" y="449"/>
                    <a:pt x="152" y="448"/>
                    <a:pt x="153" y="447"/>
                  </a:cubicBezTo>
                  <a:close/>
                  <a:moveTo>
                    <a:pt x="156" y="472"/>
                  </a:moveTo>
                  <a:cubicBezTo>
                    <a:pt x="155" y="473"/>
                    <a:pt x="152" y="475"/>
                    <a:pt x="151" y="475"/>
                  </a:cubicBezTo>
                  <a:cubicBezTo>
                    <a:pt x="151" y="475"/>
                    <a:pt x="154" y="471"/>
                    <a:pt x="156" y="472"/>
                  </a:cubicBezTo>
                  <a:close/>
                  <a:moveTo>
                    <a:pt x="156" y="435"/>
                  </a:moveTo>
                  <a:cubicBezTo>
                    <a:pt x="156" y="435"/>
                    <a:pt x="156" y="435"/>
                    <a:pt x="157" y="435"/>
                  </a:cubicBezTo>
                  <a:cubicBezTo>
                    <a:pt x="156" y="435"/>
                    <a:pt x="156" y="435"/>
                    <a:pt x="156" y="435"/>
                  </a:cubicBezTo>
                  <a:cubicBezTo>
                    <a:pt x="156" y="435"/>
                    <a:pt x="156" y="435"/>
                    <a:pt x="156" y="435"/>
                  </a:cubicBezTo>
                  <a:close/>
                  <a:moveTo>
                    <a:pt x="155" y="447"/>
                  </a:moveTo>
                  <a:cubicBezTo>
                    <a:pt x="155" y="447"/>
                    <a:pt x="154" y="448"/>
                    <a:pt x="154" y="447"/>
                  </a:cubicBezTo>
                  <a:cubicBezTo>
                    <a:pt x="153" y="446"/>
                    <a:pt x="156" y="445"/>
                    <a:pt x="155" y="447"/>
                  </a:cubicBezTo>
                  <a:close/>
                  <a:moveTo>
                    <a:pt x="155" y="434"/>
                  </a:moveTo>
                  <a:cubicBezTo>
                    <a:pt x="155" y="434"/>
                    <a:pt x="154" y="435"/>
                    <a:pt x="154" y="435"/>
                  </a:cubicBezTo>
                  <a:cubicBezTo>
                    <a:pt x="152" y="437"/>
                    <a:pt x="153" y="432"/>
                    <a:pt x="155" y="434"/>
                  </a:cubicBezTo>
                  <a:close/>
                  <a:moveTo>
                    <a:pt x="152" y="391"/>
                  </a:moveTo>
                  <a:cubicBezTo>
                    <a:pt x="153" y="391"/>
                    <a:pt x="152" y="392"/>
                    <a:pt x="152" y="392"/>
                  </a:cubicBezTo>
                  <a:cubicBezTo>
                    <a:pt x="151" y="393"/>
                    <a:pt x="151" y="390"/>
                    <a:pt x="152" y="391"/>
                  </a:cubicBezTo>
                  <a:close/>
                  <a:moveTo>
                    <a:pt x="151" y="438"/>
                  </a:moveTo>
                  <a:cubicBezTo>
                    <a:pt x="152" y="436"/>
                    <a:pt x="154" y="438"/>
                    <a:pt x="151" y="438"/>
                  </a:cubicBezTo>
                  <a:close/>
                  <a:moveTo>
                    <a:pt x="151" y="253"/>
                  </a:moveTo>
                  <a:cubicBezTo>
                    <a:pt x="151" y="253"/>
                    <a:pt x="151" y="254"/>
                    <a:pt x="150" y="254"/>
                  </a:cubicBezTo>
                  <a:cubicBezTo>
                    <a:pt x="150" y="253"/>
                    <a:pt x="151" y="252"/>
                    <a:pt x="151" y="253"/>
                  </a:cubicBezTo>
                  <a:close/>
                  <a:moveTo>
                    <a:pt x="150" y="436"/>
                  </a:moveTo>
                  <a:cubicBezTo>
                    <a:pt x="151" y="436"/>
                    <a:pt x="150" y="437"/>
                    <a:pt x="150" y="437"/>
                  </a:cubicBezTo>
                  <a:cubicBezTo>
                    <a:pt x="149" y="439"/>
                    <a:pt x="149" y="435"/>
                    <a:pt x="150" y="436"/>
                  </a:cubicBezTo>
                  <a:close/>
                  <a:moveTo>
                    <a:pt x="149" y="322"/>
                  </a:moveTo>
                  <a:cubicBezTo>
                    <a:pt x="149" y="323"/>
                    <a:pt x="148" y="322"/>
                    <a:pt x="149" y="322"/>
                  </a:cubicBezTo>
                  <a:close/>
                  <a:moveTo>
                    <a:pt x="149" y="365"/>
                  </a:moveTo>
                  <a:cubicBezTo>
                    <a:pt x="149" y="366"/>
                    <a:pt x="147" y="366"/>
                    <a:pt x="148" y="365"/>
                  </a:cubicBezTo>
                  <a:cubicBezTo>
                    <a:pt x="148" y="365"/>
                    <a:pt x="149" y="365"/>
                    <a:pt x="149" y="365"/>
                  </a:cubicBezTo>
                  <a:close/>
                  <a:moveTo>
                    <a:pt x="147" y="197"/>
                  </a:moveTo>
                  <a:cubicBezTo>
                    <a:pt x="146" y="198"/>
                    <a:pt x="146" y="198"/>
                    <a:pt x="145" y="197"/>
                  </a:cubicBezTo>
                  <a:cubicBezTo>
                    <a:pt x="142" y="194"/>
                    <a:pt x="150" y="194"/>
                    <a:pt x="147" y="197"/>
                  </a:cubicBezTo>
                  <a:close/>
                  <a:moveTo>
                    <a:pt x="145" y="359"/>
                  </a:moveTo>
                  <a:cubicBezTo>
                    <a:pt x="147" y="359"/>
                    <a:pt x="145" y="362"/>
                    <a:pt x="145" y="362"/>
                  </a:cubicBezTo>
                  <a:cubicBezTo>
                    <a:pt x="143" y="363"/>
                    <a:pt x="143" y="358"/>
                    <a:pt x="145" y="359"/>
                  </a:cubicBezTo>
                  <a:close/>
                  <a:moveTo>
                    <a:pt x="145" y="402"/>
                  </a:moveTo>
                  <a:cubicBezTo>
                    <a:pt x="145" y="404"/>
                    <a:pt x="144" y="404"/>
                    <a:pt x="143" y="405"/>
                  </a:cubicBezTo>
                  <a:cubicBezTo>
                    <a:pt x="143" y="404"/>
                    <a:pt x="144" y="403"/>
                    <a:pt x="145" y="402"/>
                  </a:cubicBezTo>
                  <a:close/>
                  <a:moveTo>
                    <a:pt x="132" y="456"/>
                  </a:moveTo>
                  <a:cubicBezTo>
                    <a:pt x="134" y="453"/>
                    <a:pt x="139" y="450"/>
                    <a:pt x="143" y="448"/>
                  </a:cubicBezTo>
                  <a:cubicBezTo>
                    <a:pt x="139" y="451"/>
                    <a:pt x="137" y="455"/>
                    <a:pt x="132" y="456"/>
                  </a:cubicBezTo>
                  <a:close/>
                  <a:moveTo>
                    <a:pt x="131" y="395"/>
                  </a:moveTo>
                  <a:cubicBezTo>
                    <a:pt x="132" y="394"/>
                    <a:pt x="132" y="393"/>
                    <a:pt x="134" y="393"/>
                  </a:cubicBezTo>
                  <a:cubicBezTo>
                    <a:pt x="134" y="393"/>
                    <a:pt x="132" y="395"/>
                    <a:pt x="131" y="395"/>
                  </a:cubicBezTo>
                  <a:close/>
                  <a:moveTo>
                    <a:pt x="134" y="448"/>
                  </a:moveTo>
                  <a:cubicBezTo>
                    <a:pt x="134" y="448"/>
                    <a:pt x="133" y="449"/>
                    <a:pt x="133" y="448"/>
                  </a:cubicBezTo>
                  <a:cubicBezTo>
                    <a:pt x="132" y="447"/>
                    <a:pt x="135" y="447"/>
                    <a:pt x="134" y="448"/>
                  </a:cubicBezTo>
                  <a:close/>
                  <a:moveTo>
                    <a:pt x="132" y="422"/>
                  </a:moveTo>
                  <a:cubicBezTo>
                    <a:pt x="131" y="421"/>
                    <a:pt x="131" y="420"/>
                    <a:pt x="132" y="420"/>
                  </a:cubicBezTo>
                  <a:cubicBezTo>
                    <a:pt x="133" y="420"/>
                    <a:pt x="134" y="421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5" y="424"/>
                    <a:pt x="130" y="426"/>
                    <a:pt x="130" y="423"/>
                  </a:cubicBezTo>
                  <a:cubicBezTo>
                    <a:pt x="130" y="422"/>
                    <a:pt x="131" y="422"/>
                    <a:pt x="132" y="422"/>
                  </a:cubicBezTo>
                  <a:close/>
                  <a:moveTo>
                    <a:pt x="138" y="416"/>
                  </a:moveTo>
                  <a:cubicBezTo>
                    <a:pt x="137" y="417"/>
                    <a:pt x="139" y="415"/>
                    <a:pt x="138" y="416"/>
                  </a:cubicBezTo>
                  <a:close/>
                  <a:moveTo>
                    <a:pt x="139" y="433"/>
                  </a:moveTo>
                  <a:cubicBezTo>
                    <a:pt x="139" y="432"/>
                    <a:pt x="139" y="432"/>
                    <a:pt x="139" y="432"/>
                  </a:cubicBezTo>
                  <a:cubicBezTo>
                    <a:pt x="139" y="430"/>
                    <a:pt x="141" y="433"/>
                    <a:pt x="139" y="433"/>
                  </a:cubicBezTo>
                  <a:close/>
                  <a:moveTo>
                    <a:pt x="140" y="443"/>
                  </a:moveTo>
                  <a:cubicBezTo>
                    <a:pt x="140" y="443"/>
                    <a:pt x="141" y="443"/>
                    <a:pt x="141" y="444"/>
                  </a:cubicBezTo>
                  <a:cubicBezTo>
                    <a:pt x="141" y="444"/>
                    <a:pt x="140" y="444"/>
                    <a:pt x="140" y="443"/>
                  </a:cubicBezTo>
                  <a:close/>
                  <a:moveTo>
                    <a:pt x="142" y="387"/>
                  </a:moveTo>
                  <a:cubicBezTo>
                    <a:pt x="141" y="387"/>
                    <a:pt x="144" y="386"/>
                    <a:pt x="142" y="387"/>
                  </a:cubicBezTo>
                  <a:close/>
                  <a:moveTo>
                    <a:pt x="142" y="436"/>
                  </a:moveTo>
                  <a:cubicBezTo>
                    <a:pt x="143" y="436"/>
                    <a:pt x="142" y="439"/>
                    <a:pt x="141" y="437"/>
                  </a:cubicBezTo>
                  <a:cubicBezTo>
                    <a:pt x="141" y="436"/>
                    <a:pt x="142" y="436"/>
                    <a:pt x="142" y="436"/>
                  </a:cubicBezTo>
                  <a:close/>
                  <a:moveTo>
                    <a:pt x="142" y="387"/>
                  </a:moveTo>
                  <a:cubicBezTo>
                    <a:pt x="141" y="389"/>
                    <a:pt x="139" y="391"/>
                    <a:pt x="137" y="392"/>
                  </a:cubicBezTo>
                  <a:cubicBezTo>
                    <a:pt x="137" y="392"/>
                    <a:pt x="139" y="388"/>
                    <a:pt x="142" y="387"/>
                  </a:cubicBezTo>
                  <a:close/>
                  <a:moveTo>
                    <a:pt x="136" y="246"/>
                  </a:moveTo>
                  <a:cubicBezTo>
                    <a:pt x="135" y="246"/>
                    <a:pt x="137" y="245"/>
                    <a:pt x="136" y="246"/>
                  </a:cubicBezTo>
                  <a:close/>
                  <a:moveTo>
                    <a:pt x="134" y="301"/>
                  </a:moveTo>
                  <a:cubicBezTo>
                    <a:pt x="134" y="298"/>
                    <a:pt x="136" y="300"/>
                    <a:pt x="134" y="301"/>
                  </a:cubicBezTo>
                  <a:close/>
                  <a:moveTo>
                    <a:pt x="135" y="342"/>
                  </a:moveTo>
                  <a:cubicBezTo>
                    <a:pt x="135" y="343"/>
                    <a:pt x="134" y="344"/>
                    <a:pt x="134" y="345"/>
                  </a:cubicBezTo>
                  <a:cubicBezTo>
                    <a:pt x="133" y="344"/>
                    <a:pt x="134" y="342"/>
                    <a:pt x="135" y="342"/>
                  </a:cubicBezTo>
                  <a:close/>
                  <a:moveTo>
                    <a:pt x="129" y="351"/>
                  </a:moveTo>
                  <a:cubicBezTo>
                    <a:pt x="129" y="350"/>
                    <a:pt x="132" y="348"/>
                    <a:pt x="132" y="346"/>
                  </a:cubicBezTo>
                  <a:cubicBezTo>
                    <a:pt x="133" y="347"/>
                    <a:pt x="130" y="349"/>
                    <a:pt x="129" y="351"/>
                  </a:cubicBezTo>
                  <a:close/>
                  <a:moveTo>
                    <a:pt x="132" y="280"/>
                  </a:moveTo>
                  <a:cubicBezTo>
                    <a:pt x="132" y="282"/>
                    <a:pt x="130" y="281"/>
                    <a:pt x="132" y="280"/>
                  </a:cubicBezTo>
                  <a:close/>
                  <a:moveTo>
                    <a:pt x="129" y="305"/>
                  </a:moveTo>
                  <a:cubicBezTo>
                    <a:pt x="131" y="306"/>
                    <a:pt x="130" y="307"/>
                    <a:pt x="129" y="307"/>
                  </a:cubicBezTo>
                  <a:cubicBezTo>
                    <a:pt x="127" y="309"/>
                    <a:pt x="128" y="305"/>
                    <a:pt x="129" y="305"/>
                  </a:cubicBezTo>
                  <a:close/>
                  <a:moveTo>
                    <a:pt x="118" y="327"/>
                  </a:moveTo>
                  <a:cubicBezTo>
                    <a:pt x="118" y="327"/>
                    <a:pt x="117" y="327"/>
                    <a:pt x="117" y="326"/>
                  </a:cubicBezTo>
                  <a:cubicBezTo>
                    <a:pt x="117" y="326"/>
                    <a:pt x="119" y="326"/>
                    <a:pt x="118" y="327"/>
                  </a:cubicBezTo>
                  <a:close/>
                  <a:moveTo>
                    <a:pt x="118" y="336"/>
                  </a:moveTo>
                  <a:cubicBezTo>
                    <a:pt x="118" y="336"/>
                    <a:pt x="118" y="337"/>
                    <a:pt x="117" y="336"/>
                  </a:cubicBezTo>
                  <a:cubicBezTo>
                    <a:pt x="117" y="336"/>
                    <a:pt x="119" y="334"/>
                    <a:pt x="118" y="336"/>
                  </a:cubicBezTo>
                  <a:close/>
                  <a:moveTo>
                    <a:pt x="115" y="336"/>
                  </a:moveTo>
                  <a:cubicBezTo>
                    <a:pt x="116" y="335"/>
                    <a:pt x="114" y="337"/>
                    <a:pt x="115" y="336"/>
                  </a:cubicBezTo>
                  <a:close/>
                  <a:moveTo>
                    <a:pt x="115" y="386"/>
                  </a:moveTo>
                  <a:cubicBezTo>
                    <a:pt x="116" y="387"/>
                    <a:pt x="115" y="387"/>
                    <a:pt x="114" y="387"/>
                  </a:cubicBezTo>
                  <a:cubicBezTo>
                    <a:pt x="114" y="388"/>
                    <a:pt x="115" y="386"/>
                    <a:pt x="115" y="386"/>
                  </a:cubicBezTo>
                  <a:close/>
                  <a:moveTo>
                    <a:pt x="114" y="388"/>
                  </a:moveTo>
                  <a:cubicBezTo>
                    <a:pt x="114" y="389"/>
                    <a:pt x="113" y="389"/>
                    <a:pt x="113" y="390"/>
                  </a:cubicBezTo>
                  <a:cubicBezTo>
                    <a:pt x="112" y="390"/>
                    <a:pt x="113" y="388"/>
                    <a:pt x="114" y="388"/>
                  </a:cubicBezTo>
                  <a:close/>
                  <a:moveTo>
                    <a:pt x="111" y="394"/>
                  </a:moveTo>
                  <a:cubicBezTo>
                    <a:pt x="110" y="393"/>
                    <a:pt x="112" y="392"/>
                    <a:pt x="112" y="391"/>
                  </a:cubicBezTo>
                  <a:cubicBezTo>
                    <a:pt x="113" y="392"/>
                    <a:pt x="111" y="393"/>
                    <a:pt x="111" y="394"/>
                  </a:cubicBezTo>
                  <a:close/>
                  <a:moveTo>
                    <a:pt x="112" y="243"/>
                  </a:moveTo>
                  <a:cubicBezTo>
                    <a:pt x="111" y="245"/>
                    <a:pt x="111" y="241"/>
                    <a:pt x="112" y="242"/>
                  </a:cubicBezTo>
                  <a:cubicBezTo>
                    <a:pt x="113" y="242"/>
                    <a:pt x="112" y="243"/>
                    <a:pt x="112" y="243"/>
                  </a:cubicBezTo>
                  <a:close/>
                  <a:moveTo>
                    <a:pt x="115" y="433"/>
                  </a:moveTo>
                  <a:cubicBezTo>
                    <a:pt x="111" y="434"/>
                    <a:pt x="116" y="429"/>
                    <a:pt x="116" y="432"/>
                  </a:cubicBezTo>
                  <a:cubicBezTo>
                    <a:pt x="116" y="432"/>
                    <a:pt x="115" y="433"/>
                    <a:pt x="115" y="433"/>
                  </a:cubicBezTo>
                  <a:close/>
                  <a:moveTo>
                    <a:pt x="116" y="435"/>
                  </a:moveTo>
                  <a:cubicBezTo>
                    <a:pt x="115" y="436"/>
                    <a:pt x="117" y="434"/>
                    <a:pt x="116" y="435"/>
                  </a:cubicBezTo>
                  <a:close/>
                  <a:moveTo>
                    <a:pt x="113" y="417"/>
                  </a:moveTo>
                  <a:cubicBezTo>
                    <a:pt x="115" y="413"/>
                    <a:pt x="118" y="409"/>
                    <a:pt x="121" y="406"/>
                  </a:cubicBezTo>
                  <a:cubicBezTo>
                    <a:pt x="119" y="410"/>
                    <a:pt x="117" y="414"/>
                    <a:pt x="113" y="417"/>
                  </a:cubicBezTo>
                  <a:close/>
                  <a:moveTo>
                    <a:pt x="121" y="276"/>
                  </a:moveTo>
                  <a:cubicBezTo>
                    <a:pt x="121" y="276"/>
                    <a:pt x="121" y="277"/>
                    <a:pt x="121" y="277"/>
                  </a:cubicBezTo>
                  <a:cubicBezTo>
                    <a:pt x="120" y="276"/>
                    <a:pt x="122" y="275"/>
                    <a:pt x="121" y="276"/>
                  </a:cubicBezTo>
                  <a:close/>
                  <a:moveTo>
                    <a:pt x="122" y="193"/>
                  </a:moveTo>
                  <a:cubicBezTo>
                    <a:pt x="123" y="193"/>
                    <a:pt x="123" y="195"/>
                    <a:pt x="122" y="195"/>
                  </a:cubicBezTo>
                  <a:cubicBezTo>
                    <a:pt x="121" y="197"/>
                    <a:pt x="121" y="192"/>
                    <a:pt x="122" y="193"/>
                  </a:cubicBezTo>
                  <a:close/>
                  <a:moveTo>
                    <a:pt x="122" y="472"/>
                  </a:moveTo>
                  <a:cubicBezTo>
                    <a:pt x="122" y="473"/>
                    <a:pt x="121" y="474"/>
                    <a:pt x="120" y="475"/>
                  </a:cubicBezTo>
                  <a:cubicBezTo>
                    <a:pt x="120" y="474"/>
                    <a:pt x="121" y="472"/>
                    <a:pt x="122" y="472"/>
                  </a:cubicBezTo>
                  <a:close/>
                  <a:moveTo>
                    <a:pt x="120" y="461"/>
                  </a:moveTo>
                  <a:cubicBezTo>
                    <a:pt x="121" y="463"/>
                    <a:pt x="118" y="467"/>
                    <a:pt x="116" y="466"/>
                  </a:cubicBezTo>
                  <a:cubicBezTo>
                    <a:pt x="115" y="464"/>
                    <a:pt x="119" y="462"/>
                    <a:pt x="120" y="461"/>
                  </a:cubicBezTo>
                  <a:close/>
                  <a:moveTo>
                    <a:pt x="111" y="479"/>
                  </a:moveTo>
                  <a:cubicBezTo>
                    <a:pt x="110" y="481"/>
                    <a:pt x="109" y="480"/>
                    <a:pt x="111" y="479"/>
                  </a:cubicBezTo>
                  <a:close/>
                  <a:moveTo>
                    <a:pt x="110" y="496"/>
                  </a:moveTo>
                  <a:cubicBezTo>
                    <a:pt x="111" y="495"/>
                    <a:pt x="109" y="497"/>
                    <a:pt x="110" y="496"/>
                  </a:cubicBezTo>
                  <a:close/>
                  <a:moveTo>
                    <a:pt x="107" y="477"/>
                  </a:moveTo>
                  <a:cubicBezTo>
                    <a:pt x="107" y="476"/>
                    <a:pt x="106" y="478"/>
                    <a:pt x="107" y="477"/>
                  </a:cubicBezTo>
                  <a:close/>
                  <a:moveTo>
                    <a:pt x="109" y="509"/>
                  </a:moveTo>
                  <a:cubicBezTo>
                    <a:pt x="108" y="510"/>
                    <a:pt x="107" y="509"/>
                    <a:pt x="106" y="508"/>
                  </a:cubicBezTo>
                  <a:cubicBezTo>
                    <a:pt x="104" y="505"/>
                    <a:pt x="110" y="501"/>
                    <a:pt x="111" y="503"/>
                  </a:cubicBezTo>
                  <a:cubicBezTo>
                    <a:pt x="114" y="504"/>
                    <a:pt x="111" y="509"/>
                    <a:pt x="109" y="509"/>
                  </a:cubicBezTo>
                  <a:close/>
                  <a:moveTo>
                    <a:pt x="115" y="501"/>
                  </a:moveTo>
                  <a:cubicBezTo>
                    <a:pt x="115" y="499"/>
                    <a:pt x="117" y="501"/>
                    <a:pt x="115" y="501"/>
                  </a:cubicBezTo>
                  <a:close/>
                  <a:moveTo>
                    <a:pt x="115" y="498"/>
                  </a:moveTo>
                  <a:cubicBezTo>
                    <a:pt x="115" y="498"/>
                    <a:pt x="115" y="498"/>
                    <a:pt x="115" y="498"/>
                  </a:cubicBezTo>
                  <a:cubicBezTo>
                    <a:pt x="115" y="499"/>
                    <a:pt x="115" y="499"/>
                    <a:pt x="115" y="499"/>
                  </a:cubicBezTo>
                  <a:cubicBezTo>
                    <a:pt x="114" y="500"/>
                    <a:pt x="114" y="500"/>
                    <a:pt x="114" y="501"/>
                  </a:cubicBezTo>
                  <a:cubicBezTo>
                    <a:pt x="114" y="501"/>
                    <a:pt x="114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1"/>
                    <a:pt x="113" y="501"/>
                  </a:cubicBezTo>
                  <a:cubicBezTo>
                    <a:pt x="114" y="499"/>
                    <a:pt x="115" y="496"/>
                    <a:pt x="116" y="494"/>
                  </a:cubicBezTo>
                  <a:cubicBezTo>
                    <a:pt x="116" y="495"/>
                    <a:pt x="116" y="497"/>
                    <a:pt x="115" y="498"/>
                  </a:cubicBezTo>
                  <a:close/>
                  <a:moveTo>
                    <a:pt x="115" y="482"/>
                  </a:moveTo>
                  <a:cubicBezTo>
                    <a:pt x="116" y="481"/>
                    <a:pt x="118" y="481"/>
                    <a:pt x="120" y="480"/>
                  </a:cubicBezTo>
                  <a:cubicBezTo>
                    <a:pt x="119" y="482"/>
                    <a:pt x="117" y="482"/>
                    <a:pt x="115" y="482"/>
                  </a:cubicBezTo>
                  <a:close/>
                  <a:moveTo>
                    <a:pt x="121" y="500"/>
                  </a:moveTo>
                  <a:cubicBezTo>
                    <a:pt x="122" y="501"/>
                    <a:pt x="121" y="503"/>
                    <a:pt x="119" y="503"/>
                  </a:cubicBezTo>
                  <a:cubicBezTo>
                    <a:pt x="117" y="502"/>
                    <a:pt x="119" y="499"/>
                    <a:pt x="121" y="500"/>
                  </a:cubicBezTo>
                  <a:cubicBezTo>
                    <a:pt x="119" y="498"/>
                    <a:pt x="121" y="493"/>
                    <a:pt x="124" y="494"/>
                  </a:cubicBezTo>
                  <a:cubicBezTo>
                    <a:pt x="128" y="495"/>
                    <a:pt x="124" y="503"/>
                    <a:pt x="121" y="500"/>
                  </a:cubicBezTo>
                  <a:close/>
                  <a:moveTo>
                    <a:pt x="123" y="425"/>
                  </a:moveTo>
                  <a:cubicBezTo>
                    <a:pt x="123" y="425"/>
                    <a:pt x="123" y="424"/>
                    <a:pt x="124" y="424"/>
                  </a:cubicBezTo>
                  <a:cubicBezTo>
                    <a:pt x="124" y="424"/>
                    <a:pt x="123" y="425"/>
                    <a:pt x="123" y="425"/>
                  </a:cubicBezTo>
                  <a:close/>
                  <a:moveTo>
                    <a:pt x="123" y="474"/>
                  </a:moveTo>
                  <a:cubicBezTo>
                    <a:pt x="123" y="472"/>
                    <a:pt x="125" y="474"/>
                    <a:pt x="123" y="474"/>
                  </a:cubicBezTo>
                  <a:close/>
                  <a:moveTo>
                    <a:pt x="123" y="471"/>
                  </a:moveTo>
                  <a:cubicBezTo>
                    <a:pt x="125" y="469"/>
                    <a:pt x="122" y="472"/>
                    <a:pt x="123" y="471"/>
                  </a:cubicBezTo>
                  <a:close/>
                  <a:moveTo>
                    <a:pt x="126" y="472"/>
                  </a:moveTo>
                  <a:cubicBezTo>
                    <a:pt x="126" y="472"/>
                    <a:pt x="126" y="472"/>
                    <a:pt x="126" y="472"/>
                  </a:cubicBezTo>
                  <a:cubicBezTo>
                    <a:pt x="125" y="472"/>
                    <a:pt x="125" y="473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lose/>
                  <a:moveTo>
                    <a:pt x="127" y="431"/>
                  </a:moveTo>
                  <a:cubicBezTo>
                    <a:pt x="127" y="431"/>
                    <a:pt x="128" y="431"/>
                    <a:pt x="127" y="432"/>
                  </a:cubicBezTo>
                  <a:cubicBezTo>
                    <a:pt x="127" y="433"/>
                    <a:pt x="126" y="431"/>
                    <a:pt x="127" y="431"/>
                  </a:cubicBezTo>
                  <a:close/>
                  <a:moveTo>
                    <a:pt x="127" y="501"/>
                  </a:moveTo>
                  <a:cubicBezTo>
                    <a:pt x="127" y="500"/>
                    <a:pt x="127" y="500"/>
                    <a:pt x="127" y="500"/>
                  </a:cubicBezTo>
                  <a:cubicBezTo>
                    <a:pt x="127" y="498"/>
                    <a:pt x="129" y="501"/>
                    <a:pt x="127" y="501"/>
                  </a:cubicBezTo>
                  <a:close/>
                  <a:moveTo>
                    <a:pt x="128" y="501"/>
                  </a:moveTo>
                  <a:cubicBezTo>
                    <a:pt x="127" y="502"/>
                    <a:pt x="128" y="499"/>
                    <a:pt x="129" y="500"/>
                  </a:cubicBezTo>
                  <a:cubicBezTo>
                    <a:pt x="130" y="501"/>
                    <a:pt x="129" y="501"/>
                    <a:pt x="128" y="501"/>
                  </a:cubicBezTo>
                  <a:close/>
                  <a:moveTo>
                    <a:pt x="128" y="456"/>
                  </a:moveTo>
                  <a:cubicBezTo>
                    <a:pt x="129" y="455"/>
                    <a:pt x="127" y="457"/>
                    <a:pt x="128" y="456"/>
                  </a:cubicBezTo>
                  <a:close/>
                  <a:moveTo>
                    <a:pt x="125" y="401"/>
                  </a:moveTo>
                  <a:cubicBezTo>
                    <a:pt x="125" y="401"/>
                    <a:pt x="122" y="406"/>
                    <a:pt x="123" y="403"/>
                  </a:cubicBezTo>
                  <a:cubicBezTo>
                    <a:pt x="123" y="401"/>
                    <a:pt x="128" y="398"/>
                    <a:pt x="130" y="396"/>
                  </a:cubicBezTo>
                  <a:cubicBezTo>
                    <a:pt x="129" y="398"/>
                    <a:pt x="127" y="399"/>
                    <a:pt x="125" y="401"/>
                  </a:cubicBezTo>
                  <a:close/>
                  <a:moveTo>
                    <a:pt x="131" y="424"/>
                  </a:moveTo>
                  <a:cubicBezTo>
                    <a:pt x="131" y="424"/>
                    <a:pt x="131" y="425"/>
                    <a:pt x="130" y="426"/>
                  </a:cubicBezTo>
                  <a:cubicBezTo>
                    <a:pt x="130" y="426"/>
                    <a:pt x="130" y="424"/>
                    <a:pt x="131" y="424"/>
                  </a:cubicBezTo>
                  <a:close/>
                  <a:moveTo>
                    <a:pt x="131" y="503"/>
                  </a:moveTo>
                  <a:cubicBezTo>
                    <a:pt x="129" y="502"/>
                    <a:pt x="134" y="500"/>
                    <a:pt x="132" y="503"/>
                  </a:cubicBezTo>
                  <a:cubicBezTo>
                    <a:pt x="132" y="503"/>
                    <a:pt x="131" y="504"/>
                    <a:pt x="131" y="503"/>
                  </a:cubicBezTo>
                  <a:close/>
                  <a:moveTo>
                    <a:pt x="132" y="505"/>
                  </a:moveTo>
                  <a:cubicBezTo>
                    <a:pt x="132" y="506"/>
                    <a:pt x="133" y="504"/>
                    <a:pt x="132" y="505"/>
                  </a:cubicBezTo>
                  <a:close/>
                  <a:moveTo>
                    <a:pt x="132" y="478"/>
                  </a:moveTo>
                  <a:cubicBezTo>
                    <a:pt x="130" y="480"/>
                    <a:pt x="130" y="474"/>
                    <a:pt x="132" y="475"/>
                  </a:cubicBezTo>
                  <a:cubicBezTo>
                    <a:pt x="134" y="476"/>
                    <a:pt x="133" y="478"/>
                    <a:pt x="132" y="478"/>
                  </a:cubicBezTo>
                  <a:close/>
                  <a:moveTo>
                    <a:pt x="138" y="496"/>
                  </a:moveTo>
                  <a:cubicBezTo>
                    <a:pt x="136" y="498"/>
                    <a:pt x="135" y="493"/>
                    <a:pt x="137" y="494"/>
                  </a:cubicBezTo>
                  <a:cubicBezTo>
                    <a:pt x="138" y="494"/>
                    <a:pt x="138" y="496"/>
                    <a:pt x="138" y="496"/>
                  </a:cubicBezTo>
                  <a:close/>
                  <a:moveTo>
                    <a:pt x="140" y="501"/>
                  </a:moveTo>
                  <a:cubicBezTo>
                    <a:pt x="141" y="500"/>
                    <a:pt x="141" y="502"/>
                    <a:pt x="140" y="501"/>
                  </a:cubicBezTo>
                  <a:close/>
                  <a:moveTo>
                    <a:pt x="139" y="469"/>
                  </a:moveTo>
                  <a:cubicBezTo>
                    <a:pt x="138" y="471"/>
                    <a:pt x="136" y="474"/>
                    <a:pt x="135" y="475"/>
                  </a:cubicBezTo>
                  <a:cubicBezTo>
                    <a:pt x="130" y="476"/>
                    <a:pt x="139" y="468"/>
                    <a:pt x="141" y="467"/>
                  </a:cubicBezTo>
                  <a:cubicBezTo>
                    <a:pt x="138" y="469"/>
                    <a:pt x="141" y="465"/>
                    <a:pt x="142" y="466"/>
                  </a:cubicBezTo>
                  <a:cubicBezTo>
                    <a:pt x="143" y="467"/>
                    <a:pt x="140" y="469"/>
                    <a:pt x="139" y="469"/>
                  </a:cubicBezTo>
                  <a:close/>
                  <a:moveTo>
                    <a:pt x="143" y="510"/>
                  </a:moveTo>
                  <a:cubicBezTo>
                    <a:pt x="142" y="510"/>
                    <a:pt x="142" y="511"/>
                    <a:pt x="142" y="511"/>
                  </a:cubicBezTo>
                  <a:cubicBezTo>
                    <a:pt x="143" y="510"/>
                    <a:pt x="143" y="509"/>
                    <a:pt x="143" y="510"/>
                  </a:cubicBezTo>
                  <a:close/>
                  <a:moveTo>
                    <a:pt x="143" y="484"/>
                  </a:moveTo>
                  <a:cubicBezTo>
                    <a:pt x="143" y="484"/>
                    <a:pt x="144" y="483"/>
                    <a:pt x="144" y="483"/>
                  </a:cubicBezTo>
                  <a:cubicBezTo>
                    <a:pt x="144" y="483"/>
                    <a:pt x="144" y="484"/>
                    <a:pt x="143" y="484"/>
                  </a:cubicBezTo>
                  <a:close/>
                  <a:moveTo>
                    <a:pt x="144" y="494"/>
                  </a:moveTo>
                  <a:cubicBezTo>
                    <a:pt x="144" y="493"/>
                    <a:pt x="147" y="493"/>
                    <a:pt x="147" y="494"/>
                  </a:cubicBezTo>
                  <a:cubicBezTo>
                    <a:pt x="147" y="495"/>
                    <a:pt x="144" y="497"/>
                    <a:pt x="144" y="494"/>
                  </a:cubicBezTo>
                  <a:close/>
                  <a:moveTo>
                    <a:pt x="145" y="517"/>
                  </a:moveTo>
                  <a:cubicBezTo>
                    <a:pt x="144" y="515"/>
                    <a:pt x="148" y="516"/>
                    <a:pt x="148" y="517"/>
                  </a:cubicBezTo>
                  <a:cubicBezTo>
                    <a:pt x="147" y="518"/>
                    <a:pt x="145" y="519"/>
                    <a:pt x="145" y="517"/>
                  </a:cubicBezTo>
                  <a:close/>
                  <a:moveTo>
                    <a:pt x="142" y="481"/>
                  </a:moveTo>
                  <a:cubicBezTo>
                    <a:pt x="144" y="479"/>
                    <a:pt x="146" y="477"/>
                    <a:pt x="149" y="476"/>
                  </a:cubicBezTo>
                  <a:cubicBezTo>
                    <a:pt x="147" y="478"/>
                    <a:pt x="145" y="480"/>
                    <a:pt x="142" y="481"/>
                  </a:cubicBezTo>
                  <a:close/>
                  <a:moveTo>
                    <a:pt x="149" y="515"/>
                  </a:moveTo>
                  <a:cubicBezTo>
                    <a:pt x="149" y="515"/>
                    <a:pt x="147" y="515"/>
                    <a:pt x="148" y="514"/>
                  </a:cubicBezTo>
                  <a:cubicBezTo>
                    <a:pt x="148" y="514"/>
                    <a:pt x="150" y="515"/>
                    <a:pt x="149" y="515"/>
                  </a:cubicBezTo>
                  <a:close/>
                  <a:moveTo>
                    <a:pt x="150" y="472"/>
                  </a:moveTo>
                  <a:cubicBezTo>
                    <a:pt x="149" y="472"/>
                    <a:pt x="150" y="470"/>
                    <a:pt x="150" y="470"/>
                  </a:cubicBezTo>
                  <a:cubicBezTo>
                    <a:pt x="151" y="471"/>
                    <a:pt x="149" y="472"/>
                    <a:pt x="150" y="472"/>
                  </a:cubicBezTo>
                  <a:close/>
                  <a:moveTo>
                    <a:pt x="150" y="468"/>
                  </a:moveTo>
                  <a:cubicBezTo>
                    <a:pt x="150" y="468"/>
                    <a:pt x="150" y="468"/>
                    <a:pt x="151" y="468"/>
                  </a:cubicBezTo>
                  <a:cubicBezTo>
                    <a:pt x="151" y="468"/>
                    <a:pt x="151" y="467"/>
                    <a:pt x="151" y="467"/>
                  </a:cubicBezTo>
                  <a:cubicBezTo>
                    <a:pt x="151" y="467"/>
                    <a:pt x="151" y="467"/>
                    <a:pt x="151" y="467"/>
                  </a:cubicBezTo>
                  <a:cubicBezTo>
                    <a:pt x="151" y="468"/>
                    <a:pt x="151" y="468"/>
                    <a:pt x="151" y="468"/>
                  </a:cubicBezTo>
                  <a:cubicBezTo>
                    <a:pt x="150" y="468"/>
                    <a:pt x="150" y="468"/>
                    <a:pt x="150" y="468"/>
                  </a:cubicBezTo>
                  <a:close/>
                  <a:moveTo>
                    <a:pt x="152" y="551"/>
                  </a:moveTo>
                  <a:cubicBezTo>
                    <a:pt x="151" y="551"/>
                    <a:pt x="151" y="551"/>
                    <a:pt x="151" y="551"/>
                  </a:cubicBezTo>
                  <a:cubicBezTo>
                    <a:pt x="150" y="550"/>
                    <a:pt x="153" y="549"/>
                    <a:pt x="152" y="551"/>
                  </a:cubicBezTo>
                  <a:close/>
                  <a:moveTo>
                    <a:pt x="152" y="540"/>
                  </a:moveTo>
                  <a:cubicBezTo>
                    <a:pt x="150" y="541"/>
                    <a:pt x="150" y="536"/>
                    <a:pt x="153" y="537"/>
                  </a:cubicBezTo>
                  <a:cubicBezTo>
                    <a:pt x="154" y="537"/>
                    <a:pt x="153" y="539"/>
                    <a:pt x="152" y="540"/>
                  </a:cubicBezTo>
                  <a:close/>
                  <a:moveTo>
                    <a:pt x="154" y="484"/>
                  </a:moveTo>
                  <a:cubicBezTo>
                    <a:pt x="153" y="483"/>
                    <a:pt x="155" y="483"/>
                    <a:pt x="155" y="484"/>
                  </a:cubicBezTo>
                  <a:cubicBezTo>
                    <a:pt x="155" y="484"/>
                    <a:pt x="154" y="485"/>
                    <a:pt x="154" y="484"/>
                  </a:cubicBezTo>
                  <a:close/>
                  <a:moveTo>
                    <a:pt x="158" y="546"/>
                  </a:moveTo>
                  <a:cubicBezTo>
                    <a:pt x="158" y="546"/>
                    <a:pt x="158" y="547"/>
                    <a:pt x="158" y="547"/>
                  </a:cubicBezTo>
                  <a:cubicBezTo>
                    <a:pt x="158" y="547"/>
                    <a:pt x="158" y="547"/>
                    <a:pt x="158" y="547"/>
                  </a:cubicBezTo>
                  <a:cubicBezTo>
                    <a:pt x="157" y="547"/>
                    <a:pt x="155" y="548"/>
                    <a:pt x="154" y="548"/>
                  </a:cubicBezTo>
                  <a:cubicBezTo>
                    <a:pt x="155" y="546"/>
                    <a:pt x="158" y="546"/>
                    <a:pt x="160" y="545"/>
                  </a:cubicBezTo>
                  <a:cubicBezTo>
                    <a:pt x="160" y="545"/>
                    <a:pt x="159" y="546"/>
                    <a:pt x="158" y="546"/>
                  </a:cubicBezTo>
                  <a:close/>
                  <a:moveTo>
                    <a:pt x="155" y="544"/>
                  </a:moveTo>
                  <a:cubicBezTo>
                    <a:pt x="155" y="544"/>
                    <a:pt x="156" y="543"/>
                    <a:pt x="156" y="544"/>
                  </a:cubicBezTo>
                  <a:cubicBezTo>
                    <a:pt x="156" y="544"/>
                    <a:pt x="155" y="546"/>
                    <a:pt x="155" y="544"/>
                  </a:cubicBezTo>
                  <a:close/>
                  <a:moveTo>
                    <a:pt x="160" y="521"/>
                  </a:moveTo>
                  <a:cubicBezTo>
                    <a:pt x="151" y="525"/>
                    <a:pt x="154" y="511"/>
                    <a:pt x="161" y="512"/>
                  </a:cubicBezTo>
                  <a:cubicBezTo>
                    <a:pt x="165" y="513"/>
                    <a:pt x="162" y="520"/>
                    <a:pt x="160" y="521"/>
                  </a:cubicBezTo>
                  <a:close/>
                  <a:moveTo>
                    <a:pt x="162" y="544"/>
                  </a:moveTo>
                  <a:cubicBezTo>
                    <a:pt x="162" y="545"/>
                    <a:pt x="161" y="545"/>
                    <a:pt x="161" y="545"/>
                  </a:cubicBezTo>
                  <a:cubicBezTo>
                    <a:pt x="160" y="544"/>
                    <a:pt x="165" y="543"/>
                    <a:pt x="162" y="544"/>
                  </a:cubicBezTo>
                  <a:close/>
                  <a:moveTo>
                    <a:pt x="168" y="525"/>
                  </a:moveTo>
                  <a:cubicBezTo>
                    <a:pt x="168" y="525"/>
                    <a:pt x="169" y="525"/>
                    <a:pt x="169" y="525"/>
                  </a:cubicBezTo>
                  <a:cubicBezTo>
                    <a:pt x="169" y="526"/>
                    <a:pt x="168" y="526"/>
                    <a:pt x="168" y="525"/>
                  </a:cubicBezTo>
                  <a:close/>
                  <a:moveTo>
                    <a:pt x="170" y="537"/>
                  </a:moveTo>
                  <a:cubicBezTo>
                    <a:pt x="168" y="538"/>
                    <a:pt x="168" y="535"/>
                    <a:pt x="170" y="535"/>
                  </a:cubicBezTo>
                  <a:cubicBezTo>
                    <a:pt x="171" y="536"/>
                    <a:pt x="170" y="536"/>
                    <a:pt x="170" y="537"/>
                  </a:cubicBezTo>
                  <a:close/>
                  <a:moveTo>
                    <a:pt x="172" y="521"/>
                  </a:moveTo>
                  <a:cubicBezTo>
                    <a:pt x="170" y="522"/>
                    <a:pt x="165" y="524"/>
                    <a:pt x="161" y="525"/>
                  </a:cubicBezTo>
                  <a:cubicBezTo>
                    <a:pt x="164" y="523"/>
                    <a:pt x="170" y="520"/>
                    <a:pt x="173" y="519"/>
                  </a:cubicBezTo>
                  <a:cubicBezTo>
                    <a:pt x="172" y="519"/>
                    <a:pt x="175" y="519"/>
                    <a:pt x="175" y="519"/>
                  </a:cubicBezTo>
                  <a:cubicBezTo>
                    <a:pt x="175" y="520"/>
                    <a:pt x="173" y="520"/>
                    <a:pt x="172" y="521"/>
                  </a:cubicBezTo>
                  <a:close/>
                  <a:moveTo>
                    <a:pt x="176" y="546"/>
                  </a:moveTo>
                  <a:cubicBezTo>
                    <a:pt x="175" y="547"/>
                    <a:pt x="175" y="547"/>
                    <a:pt x="175" y="546"/>
                  </a:cubicBezTo>
                  <a:cubicBezTo>
                    <a:pt x="174" y="545"/>
                    <a:pt x="177" y="545"/>
                    <a:pt x="176" y="546"/>
                  </a:cubicBezTo>
                  <a:close/>
                  <a:moveTo>
                    <a:pt x="174" y="497"/>
                  </a:moveTo>
                  <a:cubicBezTo>
                    <a:pt x="174" y="496"/>
                    <a:pt x="176" y="497"/>
                    <a:pt x="176" y="497"/>
                  </a:cubicBezTo>
                  <a:cubicBezTo>
                    <a:pt x="176" y="498"/>
                    <a:pt x="174" y="499"/>
                    <a:pt x="174" y="497"/>
                  </a:cubicBezTo>
                  <a:close/>
                  <a:moveTo>
                    <a:pt x="176" y="431"/>
                  </a:moveTo>
                  <a:cubicBezTo>
                    <a:pt x="176" y="431"/>
                    <a:pt x="176" y="431"/>
                    <a:pt x="176" y="431"/>
                  </a:cubicBezTo>
                  <a:cubicBezTo>
                    <a:pt x="175" y="433"/>
                    <a:pt x="176" y="429"/>
                    <a:pt x="176" y="431"/>
                  </a:cubicBezTo>
                  <a:close/>
                  <a:moveTo>
                    <a:pt x="176" y="487"/>
                  </a:moveTo>
                  <a:cubicBezTo>
                    <a:pt x="176" y="485"/>
                    <a:pt x="181" y="484"/>
                    <a:pt x="181" y="486"/>
                  </a:cubicBezTo>
                  <a:cubicBezTo>
                    <a:pt x="182" y="489"/>
                    <a:pt x="176" y="491"/>
                    <a:pt x="176" y="487"/>
                  </a:cubicBezTo>
                  <a:close/>
                  <a:moveTo>
                    <a:pt x="180" y="543"/>
                  </a:moveTo>
                  <a:cubicBezTo>
                    <a:pt x="180" y="543"/>
                    <a:pt x="181" y="542"/>
                    <a:pt x="182" y="543"/>
                  </a:cubicBezTo>
                  <a:cubicBezTo>
                    <a:pt x="182" y="544"/>
                    <a:pt x="180" y="544"/>
                    <a:pt x="180" y="543"/>
                  </a:cubicBezTo>
                  <a:close/>
                  <a:moveTo>
                    <a:pt x="182" y="538"/>
                  </a:moveTo>
                  <a:cubicBezTo>
                    <a:pt x="181" y="539"/>
                    <a:pt x="182" y="536"/>
                    <a:pt x="183" y="537"/>
                  </a:cubicBezTo>
                  <a:cubicBezTo>
                    <a:pt x="183" y="537"/>
                    <a:pt x="183" y="538"/>
                    <a:pt x="182" y="538"/>
                  </a:cubicBezTo>
                  <a:close/>
                  <a:moveTo>
                    <a:pt x="183" y="485"/>
                  </a:moveTo>
                  <a:cubicBezTo>
                    <a:pt x="183" y="484"/>
                    <a:pt x="181" y="483"/>
                    <a:pt x="181" y="482"/>
                  </a:cubicBezTo>
                  <a:cubicBezTo>
                    <a:pt x="182" y="480"/>
                    <a:pt x="183" y="482"/>
                    <a:pt x="184" y="481"/>
                  </a:cubicBezTo>
                  <a:cubicBezTo>
                    <a:pt x="186" y="479"/>
                    <a:pt x="186" y="475"/>
                    <a:pt x="189" y="472"/>
                  </a:cubicBezTo>
                  <a:cubicBezTo>
                    <a:pt x="188" y="476"/>
                    <a:pt x="185" y="481"/>
                    <a:pt x="183" y="485"/>
                  </a:cubicBezTo>
                  <a:close/>
                  <a:moveTo>
                    <a:pt x="186" y="544"/>
                  </a:moveTo>
                  <a:cubicBezTo>
                    <a:pt x="184" y="546"/>
                    <a:pt x="184" y="543"/>
                    <a:pt x="186" y="544"/>
                  </a:cubicBezTo>
                  <a:close/>
                  <a:moveTo>
                    <a:pt x="185" y="507"/>
                  </a:moveTo>
                  <a:cubicBezTo>
                    <a:pt x="183" y="504"/>
                    <a:pt x="190" y="504"/>
                    <a:pt x="187" y="507"/>
                  </a:cubicBezTo>
                  <a:cubicBezTo>
                    <a:pt x="187" y="507"/>
                    <a:pt x="186" y="507"/>
                    <a:pt x="185" y="507"/>
                  </a:cubicBezTo>
                  <a:close/>
                  <a:moveTo>
                    <a:pt x="189" y="542"/>
                  </a:moveTo>
                  <a:cubicBezTo>
                    <a:pt x="189" y="542"/>
                    <a:pt x="190" y="541"/>
                    <a:pt x="190" y="541"/>
                  </a:cubicBezTo>
                  <a:cubicBezTo>
                    <a:pt x="191" y="541"/>
                    <a:pt x="190" y="541"/>
                    <a:pt x="189" y="542"/>
                  </a:cubicBezTo>
                  <a:close/>
                  <a:moveTo>
                    <a:pt x="193" y="537"/>
                  </a:moveTo>
                  <a:cubicBezTo>
                    <a:pt x="193" y="537"/>
                    <a:pt x="193" y="538"/>
                    <a:pt x="193" y="538"/>
                  </a:cubicBezTo>
                  <a:cubicBezTo>
                    <a:pt x="191" y="539"/>
                    <a:pt x="193" y="535"/>
                    <a:pt x="193" y="537"/>
                  </a:cubicBezTo>
                  <a:close/>
                  <a:moveTo>
                    <a:pt x="188" y="542"/>
                  </a:moveTo>
                  <a:cubicBezTo>
                    <a:pt x="188" y="540"/>
                    <a:pt x="191" y="536"/>
                    <a:pt x="193" y="535"/>
                  </a:cubicBezTo>
                  <a:cubicBezTo>
                    <a:pt x="191" y="537"/>
                    <a:pt x="190" y="540"/>
                    <a:pt x="188" y="542"/>
                  </a:cubicBezTo>
                  <a:close/>
                  <a:moveTo>
                    <a:pt x="190" y="499"/>
                  </a:moveTo>
                  <a:cubicBezTo>
                    <a:pt x="191" y="498"/>
                    <a:pt x="192" y="497"/>
                    <a:pt x="194" y="497"/>
                  </a:cubicBezTo>
                  <a:cubicBezTo>
                    <a:pt x="193" y="498"/>
                    <a:pt x="192" y="499"/>
                    <a:pt x="190" y="499"/>
                  </a:cubicBezTo>
                  <a:close/>
                  <a:moveTo>
                    <a:pt x="194" y="533"/>
                  </a:moveTo>
                  <a:cubicBezTo>
                    <a:pt x="193" y="533"/>
                    <a:pt x="195" y="531"/>
                    <a:pt x="195" y="531"/>
                  </a:cubicBezTo>
                  <a:cubicBezTo>
                    <a:pt x="196" y="531"/>
                    <a:pt x="194" y="533"/>
                    <a:pt x="194" y="533"/>
                  </a:cubicBezTo>
                  <a:close/>
                  <a:moveTo>
                    <a:pt x="194" y="497"/>
                  </a:moveTo>
                  <a:cubicBezTo>
                    <a:pt x="194" y="497"/>
                    <a:pt x="194" y="497"/>
                    <a:pt x="194" y="497"/>
                  </a:cubicBezTo>
                  <a:close/>
                  <a:moveTo>
                    <a:pt x="195" y="497"/>
                  </a:move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7"/>
                  </a:cubicBezTo>
                  <a:close/>
                  <a:moveTo>
                    <a:pt x="189" y="398"/>
                  </a:moveTo>
                  <a:cubicBezTo>
                    <a:pt x="192" y="394"/>
                    <a:pt x="196" y="392"/>
                    <a:pt x="201" y="389"/>
                  </a:cubicBezTo>
                  <a:cubicBezTo>
                    <a:pt x="198" y="392"/>
                    <a:pt x="192" y="395"/>
                    <a:pt x="189" y="398"/>
                  </a:cubicBezTo>
                  <a:close/>
                  <a:moveTo>
                    <a:pt x="196" y="530"/>
                  </a:moveTo>
                  <a:cubicBezTo>
                    <a:pt x="196" y="531"/>
                    <a:pt x="195" y="529"/>
                    <a:pt x="196" y="530"/>
                  </a:cubicBezTo>
                  <a:close/>
                  <a:moveTo>
                    <a:pt x="198" y="514"/>
                  </a:moveTo>
                  <a:cubicBezTo>
                    <a:pt x="198" y="514"/>
                    <a:pt x="198" y="515"/>
                    <a:pt x="197" y="515"/>
                  </a:cubicBezTo>
                  <a:cubicBezTo>
                    <a:pt x="196" y="516"/>
                    <a:pt x="197" y="513"/>
                    <a:pt x="198" y="514"/>
                  </a:cubicBezTo>
                  <a:close/>
                  <a:moveTo>
                    <a:pt x="198" y="558"/>
                  </a:moveTo>
                  <a:cubicBezTo>
                    <a:pt x="198" y="556"/>
                    <a:pt x="204" y="555"/>
                    <a:pt x="204" y="558"/>
                  </a:cubicBezTo>
                  <a:cubicBezTo>
                    <a:pt x="205" y="561"/>
                    <a:pt x="197" y="562"/>
                    <a:pt x="198" y="558"/>
                  </a:cubicBezTo>
                  <a:close/>
                  <a:moveTo>
                    <a:pt x="204" y="554"/>
                  </a:moveTo>
                  <a:cubicBezTo>
                    <a:pt x="205" y="554"/>
                    <a:pt x="206" y="553"/>
                    <a:pt x="207" y="553"/>
                  </a:cubicBezTo>
                  <a:cubicBezTo>
                    <a:pt x="207" y="554"/>
                    <a:pt x="204" y="555"/>
                    <a:pt x="204" y="554"/>
                  </a:cubicBezTo>
                  <a:close/>
                  <a:moveTo>
                    <a:pt x="203" y="542"/>
                  </a:moveTo>
                  <a:cubicBezTo>
                    <a:pt x="200" y="539"/>
                    <a:pt x="203" y="534"/>
                    <a:pt x="205" y="533"/>
                  </a:cubicBezTo>
                  <a:cubicBezTo>
                    <a:pt x="207" y="532"/>
                    <a:pt x="210" y="533"/>
                    <a:pt x="211" y="532"/>
                  </a:cubicBezTo>
                  <a:cubicBezTo>
                    <a:pt x="215" y="532"/>
                    <a:pt x="213" y="532"/>
                    <a:pt x="215" y="534"/>
                  </a:cubicBezTo>
                  <a:cubicBezTo>
                    <a:pt x="217" y="537"/>
                    <a:pt x="216" y="541"/>
                    <a:pt x="213" y="540"/>
                  </a:cubicBezTo>
                  <a:cubicBezTo>
                    <a:pt x="214" y="535"/>
                    <a:pt x="211" y="542"/>
                    <a:pt x="210" y="543"/>
                  </a:cubicBezTo>
                  <a:cubicBezTo>
                    <a:pt x="209" y="543"/>
                    <a:pt x="204" y="543"/>
                    <a:pt x="203" y="542"/>
                  </a:cubicBezTo>
                  <a:close/>
                  <a:moveTo>
                    <a:pt x="213" y="545"/>
                  </a:moveTo>
                  <a:cubicBezTo>
                    <a:pt x="213" y="544"/>
                    <a:pt x="216" y="545"/>
                    <a:pt x="215" y="546"/>
                  </a:cubicBezTo>
                  <a:cubicBezTo>
                    <a:pt x="215" y="546"/>
                    <a:pt x="214" y="546"/>
                    <a:pt x="213" y="545"/>
                  </a:cubicBezTo>
                  <a:close/>
                  <a:moveTo>
                    <a:pt x="215" y="609"/>
                  </a:moveTo>
                  <a:cubicBezTo>
                    <a:pt x="215" y="609"/>
                    <a:pt x="215" y="609"/>
                    <a:pt x="215" y="609"/>
                  </a:cubicBezTo>
                  <a:cubicBezTo>
                    <a:pt x="214" y="607"/>
                    <a:pt x="217" y="611"/>
                    <a:pt x="215" y="609"/>
                  </a:cubicBezTo>
                  <a:close/>
                  <a:moveTo>
                    <a:pt x="214" y="557"/>
                  </a:moveTo>
                  <a:cubicBezTo>
                    <a:pt x="214" y="556"/>
                    <a:pt x="216" y="555"/>
                    <a:pt x="217" y="556"/>
                  </a:cubicBezTo>
                  <a:cubicBezTo>
                    <a:pt x="217" y="558"/>
                    <a:pt x="214" y="557"/>
                    <a:pt x="214" y="557"/>
                  </a:cubicBezTo>
                  <a:close/>
                  <a:moveTo>
                    <a:pt x="209" y="544"/>
                  </a:moveTo>
                  <a:cubicBezTo>
                    <a:pt x="210" y="544"/>
                    <a:pt x="217" y="540"/>
                    <a:pt x="217" y="542"/>
                  </a:cubicBezTo>
                  <a:cubicBezTo>
                    <a:pt x="217" y="543"/>
                    <a:pt x="211" y="545"/>
                    <a:pt x="209" y="544"/>
                  </a:cubicBezTo>
                  <a:close/>
                  <a:moveTo>
                    <a:pt x="216" y="527"/>
                  </a:moveTo>
                  <a:cubicBezTo>
                    <a:pt x="216" y="526"/>
                    <a:pt x="216" y="526"/>
                    <a:pt x="216" y="526"/>
                  </a:cubicBezTo>
                  <a:cubicBezTo>
                    <a:pt x="217" y="525"/>
                    <a:pt x="217" y="527"/>
                    <a:pt x="216" y="527"/>
                  </a:cubicBezTo>
                  <a:close/>
                  <a:moveTo>
                    <a:pt x="217" y="615"/>
                  </a:moveTo>
                  <a:cubicBezTo>
                    <a:pt x="216" y="614"/>
                    <a:pt x="218" y="613"/>
                    <a:pt x="218" y="614"/>
                  </a:cubicBezTo>
                  <a:cubicBezTo>
                    <a:pt x="218" y="614"/>
                    <a:pt x="217" y="614"/>
                    <a:pt x="217" y="615"/>
                  </a:cubicBezTo>
                  <a:close/>
                  <a:moveTo>
                    <a:pt x="219" y="542"/>
                  </a:moveTo>
                  <a:cubicBezTo>
                    <a:pt x="216" y="544"/>
                    <a:pt x="217" y="538"/>
                    <a:pt x="219" y="539"/>
                  </a:cubicBezTo>
                  <a:cubicBezTo>
                    <a:pt x="221" y="540"/>
                    <a:pt x="219" y="542"/>
                    <a:pt x="219" y="542"/>
                  </a:cubicBezTo>
                  <a:close/>
                  <a:moveTo>
                    <a:pt x="219" y="567"/>
                  </a:moveTo>
                  <a:cubicBezTo>
                    <a:pt x="219" y="566"/>
                    <a:pt x="220" y="566"/>
                    <a:pt x="221" y="566"/>
                  </a:cubicBezTo>
                  <a:cubicBezTo>
                    <a:pt x="220" y="567"/>
                    <a:pt x="220" y="567"/>
                    <a:pt x="219" y="567"/>
                  </a:cubicBezTo>
                  <a:close/>
                  <a:moveTo>
                    <a:pt x="222" y="589"/>
                  </a:moveTo>
                  <a:cubicBezTo>
                    <a:pt x="222" y="589"/>
                    <a:pt x="221" y="589"/>
                    <a:pt x="220" y="589"/>
                  </a:cubicBezTo>
                  <a:cubicBezTo>
                    <a:pt x="220" y="589"/>
                    <a:pt x="222" y="588"/>
                    <a:pt x="222" y="589"/>
                  </a:cubicBezTo>
                  <a:close/>
                  <a:moveTo>
                    <a:pt x="221" y="615"/>
                  </a:moveTo>
                  <a:cubicBezTo>
                    <a:pt x="221" y="614"/>
                    <a:pt x="222" y="614"/>
                    <a:pt x="223" y="614"/>
                  </a:cubicBezTo>
                  <a:cubicBezTo>
                    <a:pt x="222" y="615"/>
                    <a:pt x="221" y="614"/>
                    <a:pt x="221" y="615"/>
                  </a:cubicBezTo>
                  <a:close/>
                  <a:moveTo>
                    <a:pt x="223" y="565"/>
                  </a:moveTo>
                  <a:cubicBezTo>
                    <a:pt x="223" y="565"/>
                    <a:pt x="223" y="565"/>
                    <a:pt x="223" y="566"/>
                  </a:cubicBezTo>
                  <a:cubicBezTo>
                    <a:pt x="223" y="566"/>
                    <a:pt x="223" y="566"/>
                    <a:pt x="223" y="566"/>
                  </a:cubicBezTo>
                  <a:cubicBezTo>
                    <a:pt x="223" y="567"/>
                    <a:pt x="223" y="566"/>
                    <a:pt x="223" y="566"/>
                  </a:cubicBezTo>
                  <a:cubicBezTo>
                    <a:pt x="223" y="565"/>
                    <a:pt x="223" y="565"/>
                    <a:pt x="223" y="565"/>
                  </a:cubicBezTo>
                  <a:close/>
                  <a:moveTo>
                    <a:pt x="223" y="571"/>
                  </a:moveTo>
                  <a:cubicBezTo>
                    <a:pt x="223" y="569"/>
                    <a:pt x="227" y="570"/>
                    <a:pt x="226" y="571"/>
                  </a:cubicBezTo>
                  <a:cubicBezTo>
                    <a:pt x="226" y="572"/>
                    <a:pt x="223" y="572"/>
                    <a:pt x="223" y="571"/>
                  </a:cubicBezTo>
                  <a:close/>
                  <a:moveTo>
                    <a:pt x="226" y="582"/>
                  </a:moveTo>
                  <a:cubicBezTo>
                    <a:pt x="226" y="581"/>
                    <a:pt x="226" y="583"/>
                    <a:pt x="226" y="582"/>
                  </a:cubicBezTo>
                  <a:close/>
                  <a:moveTo>
                    <a:pt x="227" y="608"/>
                  </a:moveTo>
                  <a:cubicBezTo>
                    <a:pt x="227" y="608"/>
                    <a:pt x="225" y="608"/>
                    <a:pt x="224" y="607"/>
                  </a:cubicBezTo>
                  <a:cubicBezTo>
                    <a:pt x="224" y="606"/>
                    <a:pt x="228" y="607"/>
                    <a:pt x="227" y="608"/>
                  </a:cubicBezTo>
                  <a:close/>
                  <a:moveTo>
                    <a:pt x="226" y="578"/>
                  </a:moveTo>
                  <a:cubicBezTo>
                    <a:pt x="226" y="578"/>
                    <a:pt x="227" y="577"/>
                    <a:pt x="227" y="578"/>
                  </a:cubicBezTo>
                  <a:cubicBezTo>
                    <a:pt x="227" y="578"/>
                    <a:pt x="226" y="578"/>
                    <a:pt x="226" y="578"/>
                  </a:cubicBezTo>
                  <a:close/>
                  <a:moveTo>
                    <a:pt x="236" y="538"/>
                  </a:moveTo>
                  <a:cubicBezTo>
                    <a:pt x="237" y="537"/>
                    <a:pt x="238" y="536"/>
                    <a:pt x="239" y="537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40" y="538"/>
                    <a:pt x="239" y="539"/>
                    <a:pt x="239" y="539"/>
                  </a:cubicBezTo>
                  <a:cubicBezTo>
                    <a:pt x="238" y="540"/>
                    <a:pt x="237" y="539"/>
                    <a:pt x="237" y="539"/>
                  </a:cubicBezTo>
                  <a:cubicBezTo>
                    <a:pt x="236" y="539"/>
                    <a:pt x="236" y="538"/>
                    <a:pt x="235" y="539"/>
                  </a:cubicBezTo>
                  <a:cubicBezTo>
                    <a:pt x="234" y="539"/>
                    <a:pt x="228" y="544"/>
                    <a:pt x="227" y="543"/>
                  </a:cubicBezTo>
                  <a:cubicBezTo>
                    <a:pt x="226" y="541"/>
                    <a:pt x="235" y="538"/>
                    <a:pt x="236" y="538"/>
                  </a:cubicBezTo>
                  <a:close/>
                  <a:moveTo>
                    <a:pt x="235" y="592"/>
                  </a:moveTo>
                  <a:cubicBezTo>
                    <a:pt x="235" y="592"/>
                    <a:pt x="234" y="593"/>
                    <a:pt x="234" y="592"/>
                  </a:cubicBezTo>
                  <a:cubicBezTo>
                    <a:pt x="233" y="592"/>
                    <a:pt x="235" y="591"/>
                    <a:pt x="235" y="592"/>
                  </a:cubicBezTo>
                  <a:close/>
                  <a:moveTo>
                    <a:pt x="233" y="585"/>
                  </a:moveTo>
                  <a:cubicBezTo>
                    <a:pt x="233" y="585"/>
                    <a:pt x="234" y="583"/>
                    <a:pt x="235" y="584"/>
                  </a:cubicBezTo>
                  <a:cubicBezTo>
                    <a:pt x="235" y="585"/>
                    <a:pt x="233" y="586"/>
                    <a:pt x="233" y="585"/>
                  </a:cubicBezTo>
                  <a:close/>
                  <a:moveTo>
                    <a:pt x="228" y="573"/>
                  </a:moveTo>
                  <a:cubicBezTo>
                    <a:pt x="228" y="571"/>
                    <a:pt x="230" y="572"/>
                    <a:pt x="228" y="573"/>
                  </a:cubicBezTo>
                  <a:close/>
                  <a:moveTo>
                    <a:pt x="229" y="580"/>
                  </a:moveTo>
                  <a:cubicBezTo>
                    <a:pt x="229" y="581"/>
                    <a:pt x="228" y="581"/>
                    <a:pt x="228" y="581"/>
                  </a:cubicBezTo>
                  <a:cubicBezTo>
                    <a:pt x="227" y="579"/>
                    <a:pt x="230" y="579"/>
                    <a:pt x="229" y="580"/>
                  </a:cubicBezTo>
                  <a:close/>
                  <a:moveTo>
                    <a:pt x="231" y="599"/>
                  </a:moveTo>
                  <a:cubicBezTo>
                    <a:pt x="231" y="599"/>
                    <a:pt x="233" y="598"/>
                    <a:pt x="233" y="599"/>
                  </a:cubicBezTo>
                  <a:cubicBezTo>
                    <a:pt x="233" y="600"/>
                    <a:pt x="231" y="601"/>
                    <a:pt x="231" y="599"/>
                  </a:cubicBezTo>
                  <a:close/>
                  <a:moveTo>
                    <a:pt x="236" y="624"/>
                  </a:moveTo>
                  <a:cubicBezTo>
                    <a:pt x="236" y="624"/>
                    <a:pt x="237" y="623"/>
                    <a:pt x="237" y="623"/>
                  </a:cubicBezTo>
                  <a:cubicBezTo>
                    <a:pt x="237" y="623"/>
                    <a:pt x="237" y="624"/>
                    <a:pt x="236" y="624"/>
                  </a:cubicBezTo>
                  <a:close/>
                  <a:moveTo>
                    <a:pt x="232" y="618"/>
                  </a:moveTo>
                  <a:cubicBezTo>
                    <a:pt x="233" y="616"/>
                    <a:pt x="237" y="616"/>
                    <a:pt x="239" y="615"/>
                  </a:cubicBezTo>
                  <a:cubicBezTo>
                    <a:pt x="237" y="617"/>
                    <a:pt x="234" y="617"/>
                    <a:pt x="232" y="618"/>
                  </a:cubicBezTo>
                  <a:close/>
                  <a:moveTo>
                    <a:pt x="238" y="665"/>
                  </a:moveTo>
                  <a:cubicBezTo>
                    <a:pt x="238" y="664"/>
                    <a:pt x="239" y="665"/>
                    <a:pt x="240" y="665"/>
                  </a:cubicBezTo>
                  <a:cubicBezTo>
                    <a:pt x="240" y="666"/>
                    <a:pt x="239" y="665"/>
                    <a:pt x="238" y="665"/>
                  </a:cubicBezTo>
                  <a:close/>
                  <a:moveTo>
                    <a:pt x="240" y="664"/>
                  </a:moveTo>
                  <a:cubicBezTo>
                    <a:pt x="240" y="664"/>
                    <a:pt x="239" y="663"/>
                    <a:pt x="239" y="663"/>
                  </a:cubicBezTo>
                  <a:cubicBezTo>
                    <a:pt x="239" y="662"/>
                    <a:pt x="241" y="663"/>
                    <a:pt x="240" y="664"/>
                  </a:cubicBezTo>
                  <a:close/>
                  <a:moveTo>
                    <a:pt x="251" y="679"/>
                  </a:moveTo>
                  <a:cubicBezTo>
                    <a:pt x="249" y="681"/>
                    <a:pt x="247" y="678"/>
                    <a:pt x="244" y="678"/>
                  </a:cubicBezTo>
                  <a:cubicBezTo>
                    <a:pt x="242" y="678"/>
                    <a:pt x="238" y="679"/>
                    <a:pt x="237" y="677"/>
                  </a:cubicBezTo>
                  <a:cubicBezTo>
                    <a:pt x="237" y="676"/>
                    <a:pt x="243" y="677"/>
                    <a:pt x="243" y="677"/>
                  </a:cubicBezTo>
                  <a:cubicBezTo>
                    <a:pt x="243" y="676"/>
                    <a:pt x="241" y="672"/>
                    <a:pt x="241" y="672"/>
                  </a:cubicBezTo>
                  <a:cubicBezTo>
                    <a:pt x="240" y="664"/>
                    <a:pt x="252" y="669"/>
                    <a:pt x="255" y="671"/>
                  </a:cubicBezTo>
                  <a:cubicBezTo>
                    <a:pt x="259" y="674"/>
                    <a:pt x="250" y="671"/>
                    <a:pt x="253" y="676"/>
                  </a:cubicBezTo>
                  <a:cubicBezTo>
                    <a:pt x="250" y="674"/>
                    <a:pt x="251" y="679"/>
                    <a:pt x="251" y="679"/>
                  </a:cubicBezTo>
                  <a:close/>
                  <a:moveTo>
                    <a:pt x="254" y="687"/>
                  </a:moveTo>
                  <a:cubicBezTo>
                    <a:pt x="254" y="686"/>
                    <a:pt x="254" y="685"/>
                    <a:pt x="255" y="686"/>
                  </a:cubicBezTo>
                  <a:cubicBezTo>
                    <a:pt x="257" y="686"/>
                    <a:pt x="254" y="689"/>
                    <a:pt x="254" y="687"/>
                  </a:cubicBezTo>
                  <a:close/>
                  <a:moveTo>
                    <a:pt x="254" y="690"/>
                  </a:moveTo>
                  <a:cubicBezTo>
                    <a:pt x="255" y="689"/>
                    <a:pt x="256" y="689"/>
                    <a:pt x="258" y="689"/>
                  </a:cubicBezTo>
                  <a:cubicBezTo>
                    <a:pt x="257" y="690"/>
                    <a:pt x="255" y="690"/>
                    <a:pt x="254" y="690"/>
                  </a:cubicBezTo>
                  <a:close/>
                  <a:moveTo>
                    <a:pt x="257" y="690"/>
                  </a:moveTo>
                  <a:cubicBezTo>
                    <a:pt x="257" y="689"/>
                    <a:pt x="258" y="689"/>
                    <a:pt x="258" y="690"/>
                  </a:cubicBezTo>
                  <a:cubicBezTo>
                    <a:pt x="258" y="689"/>
                    <a:pt x="258" y="691"/>
                    <a:pt x="257" y="690"/>
                  </a:cubicBezTo>
                  <a:close/>
                  <a:moveTo>
                    <a:pt x="259" y="689"/>
                  </a:moveTo>
                  <a:cubicBezTo>
                    <a:pt x="258" y="689"/>
                    <a:pt x="261" y="689"/>
                    <a:pt x="259" y="689"/>
                  </a:cubicBezTo>
                  <a:close/>
                  <a:moveTo>
                    <a:pt x="260" y="660"/>
                  </a:moveTo>
                  <a:cubicBezTo>
                    <a:pt x="259" y="660"/>
                    <a:pt x="259" y="659"/>
                    <a:pt x="260" y="660"/>
                  </a:cubicBezTo>
                  <a:close/>
                  <a:moveTo>
                    <a:pt x="261" y="631"/>
                  </a:moveTo>
                  <a:cubicBezTo>
                    <a:pt x="260" y="631"/>
                    <a:pt x="261" y="630"/>
                    <a:pt x="261" y="630"/>
                  </a:cubicBezTo>
                  <a:cubicBezTo>
                    <a:pt x="262" y="630"/>
                    <a:pt x="261" y="631"/>
                    <a:pt x="261" y="631"/>
                  </a:cubicBezTo>
                  <a:close/>
                  <a:moveTo>
                    <a:pt x="263" y="682"/>
                  </a:moveTo>
                  <a:cubicBezTo>
                    <a:pt x="263" y="681"/>
                    <a:pt x="265" y="681"/>
                    <a:pt x="265" y="682"/>
                  </a:cubicBezTo>
                  <a:cubicBezTo>
                    <a:pt x="266" y="682"/>
                    <a:pt x="263" y="683"/>
                    <a:pt x="263" y="682"/>
                  </a:cubicBezTo>
                  <a:close/>
                  <a:moveTo>
                    <a:pt x="264" y="690"/>
                  </a:moveTo>
                  <a:cubicBezTo>
                    <a:pt x="263" y="689"/>
                    <a:pt x="265" y="690"/>
                    <a:pt x="265" y="690"/>
                  </a:cubicBezTo>
                  <a:cubicBezTo>
                    <a:pt x="265" y="691"/>
                    <a:pt x="264" y="691"/>
                    <a:pt x="264" y="690"/>
                  </a:cubicBezTo>
                  <a:close/>
                  <a:moveTo>
                    <a:pt x="265" y="694"/>
                  </a:moveTo>
                  <a:cubicBezTo>
                    <a:pt x="266" y="694"/>
                    <a:pt x="266" y="694"/>
                    <a:pt x="267" y="694"/>
                  </a:cubicBezTo>
                  <a:cubicBezTo>
                    <a:pt x="266" y="695"/>
                    <a:pt x="266" y="695"/>
                    <a:pt x="265" y="694"/>
                  </a:cubicBezTo>
                  <a:close/>
                  <a:moveTo>
                    <a:pt x="263" y="667"/>
                  </a:moveTo>
                  <a:cubicBezTo>
                    <a:pt x="264" y="666"/>
                    <a:pt x="273" y="668"/>
                    <a:pt x="273" y="668"/>
                  </a:cubicBezTo>
                  <a:cubicBezTo>
                    <a:pt x="272" y="669"/>
                    <a:pt x="265" y="667"/>
                    <a:pt x="263" y="667"/>
                  </a:cubicBezTo>
                  <a:close/>
                  <a:moveTo>
                    <a:pt x="270" y="681"/>
                  </a:moveTo>
                  <a:cubicBezTo>
                    <a:pt x="269" y="683"/>
                    <a:pt x="268" y="680"/>
                    <a:pt x="270" y="681"/>
                  </a:cubicBezTo>
                  <a:close/>
                  <a:moveTo>
                    <a:pt x="268" y="696"/>
                  </a:moveTo>
                  <a:cubicBezTo>
                    <a:pt x="268" y="695"/>
                    <a:pt x="269" y="695"/>
                    <a:pt x="269" y="695"/>
                  </a:cubicBezTo>
                  <a:cubicBezTo>
                    <a:pt x="270" y="695"/>
                    <a:pt x="269" y="696"/>
                    <a:pt x="268" y="696"/>
                  </a:cubicBezTo>
                  <a:close/>
                  <a:moveTo>
                    <a:pt x="269" y="689"/>
                  </a:moveTo>
                  <a:cubicBezTo>
                    <a:pt x="268" y="688"/>
                    <a:pt x="270" y="688"/>
                    <a:pt x="270" y="688"/>
                  </a:cubicBezTo>
                  <a:cubicBezTo>
                    <a:pt x="270" y="689"/>
                    <a:pt x="269" y="689"/>
                    <a:pt x="269" y="689"/>
                  </a:cubicBezTo>
                  <a:close/>
                  <a:moveTo>
                    <a:pt x="269" y="673"/>
                  </a:moveTo>
                  <a:cubicBezTo>
                    <a:pt x="269" y="671"/>
                    <a:pt x="274" y="673"/>
                    <a:pt x="273" y="674"/>
                  </a:cubicBezTo>
                  <a:cubicBezTo>
                    <a:pt x="273" y="676"/>
                    <a:pt x="268" y="676"/>
                    <a:pt x="269" y="673"/>
                  </a:cubicBezTo>
                  <a:close/>
                  <a:moveTo>
                    <a:pt x="272" y="683"/>
                  </a:moveTo>
                  <a:cubicBezTo>
                    <a:pt x="271" y="681"/>
                    <a:pt x="276" y="682"/>
                    <a:pt x="276" y="683"/>
                  </a:cubicBezTo>
                  <a:cubicBezTo>
                    <a:pt x="277" y="685"/>
                    <a:pt x="272" y="686"/>
                    <a:pt x="272" y="683"/>
                  </a:cubicBezTo>
                  <a:close/>
                  <a:moveTo>
                    <a:pt x="275" y="696"/>
                  </a:moveTo>
                  <a:cubicBezTo>
                    <a:pt x="275" y="696"/>
                    <a:pt x="274" y="696"/>
                    <a:pt x="274" y="696"/>
                  </a:cubicBezTo>
                  <a:cubicBezTo>
                    <a:pt x="274" y="694"/>
                    <a:pt x="277" y="698"/>
                    <a:pt x="275" y="696"/>
                  </a:cubicBezTo>
                  <a:close/>
                  <a:moveTo>
                    <a:pt x="274" y="701"/>
                  </a:moveTo>
                  <a:cubicBezTo>
                    <a:pt x="274" y="699"/>
                    <a:pt x="277" y="699"/>
                    <a:pt x="277" y="700"/>
                  </a:cubicBezTo>
                  <a:cubicBezTo>
                    <a:pt x="278" y="701"/>
                    <a:pt x="274" y="701"/>
                    <a:pt x="274" y="701"/>
                  </a:cubicBezTo>
                  <a:close/>
                  <a:moveTo>
                    <a:pt x="282" y="681"/>
                  </a:moveTo>
                  <a:cubicBezTo>
                    <a:pt x="284" y="680"/>
                    <a:pt x="289" y="680"/>
                    <a:pt x="291" y="681"/>
                  </a:cubicBezTo>
                  <a:cubicBezTo>
                    <a:pt x="292" y="682"/>
                    <a:pt x="291" y="684"/>
                    <a:pt x="290" y="683"/>
                  </a:cubicBezTo>
                  <a:cubicBezTo>
                    <a:pt x="289" y="683"/>
                    <a:pt x="289" y="682"/>
                    <a:pt x="289" y="682"/>
                  </a:cubicBezTo>
                  <a:cubicBezTo>
                    <a:pt x="288" y="681"/>
                    <a:pt x="287" y="683"/>
                    <a:pt x="287" y="683"/>
                  </a:cubicBezTo>
                  <a:cubicBezTo>
                    <a:pt x="287" y="684"/>
                    <a:pt x="288" y="684"/>
                    <a:pt x="288" y="685"/>
                  </a:cubicBezTo>
                  <a:cubicBezTo>
                    <a:pt x="289" y="684"/>
                    <a:pt x="289" y="685"/>
                    <a:pt x="288" y="685"/>
                  </a:cubicBezTo>
                  <a:cubicBezTo>
                    <a:pt x="287" y="686"/>
                    <a:pt x="286" y="685"/>
                    <a:pt x="286" y="685"/>
                  </a:cubicBezTo>
                  <a:cubicBezTo>
                    <a:pt x="285" y="685"/>
                    <a:pt x="284" y="686"/>
                    <a:pt x="283" y="685"/>
                  </a:cubicBezTo>
                  <a:cubicBezTo>
                    <a:pt x="282" y="685"/>
                    <a:pt x="278" y="682"/>
                    <a:pt x="282" y="681"/>
                  </a:cubicBezTo>
                  <a:close/>
                  <a:moveTo>
                    <a:pt x="291" y="693"/>
                  </a:moveTo>
                  <a:cubicBezTo>
                    <a:pt x="290" y="694"/>
                    <a:pt x="288" y="696"/>
                    <a:pt x="287" y="694"/>
                  </a:cubicBezTo>
                  <a:cubicBezTo>
                    <a:pt x="285" y="693"/>
                    <a:pt x="290" y="692"/>
                    <a:pt x="291" y="693"/>
                  </a:cubicBezTo>
                  <a:close/>
                  <a:moveTo>
                    <a:pt x="289" y="706"/>
                  </a:moveTo>
                  <a:cubicBezTo>
                    <a:pt x="290" y="707"/>
                    <a:pt x="288" y="706"/>
                    <a:pt x="289" y="706"/>
                  </a:cubicBezTo>
                  <a:close/>
                  <a:moveTo>
                    <a:pt x="292" y="708"/>
                  </a:moveTo>
                  <a:cubicBezTo>
                    <a:pt x="291" y="707"/>
                    <a:pt x="292" y="708"/>
                    <a:pt x="293" y="708"/>
                  </a:cubicBezTo>
                  <a:cubicBezTo>
                    <a:pt x="293" y="708"/>
                    <a:pt x="292" y="708"/>
                    <a:pt x="292" y="708"/>
                  </a:cubicBezTo>
                  <a:close/>
                  <a:moveTo>
                    <a:pt x="304" y="701"/>
                  </a:moveTo>
                  <a:cubicBezTo>
                    <a:pt x="299" y="701"/>
                    <a:pt x="295" y="701"/>
                    <a:pt x="290" y="702"/>
                  </a:cubicBezTo>
                  <a:cubicBezTo>
                    <a:pt x="289" y="702"/>
                    <a:pt x="282" y="702"/>
                    <a:pt x="282" y="700"/>
                  </a:cubicBezTo>
                  <a:cubicBezTo>
                    <a:pt x="281" y="699"/>
                    <a:pt x="290" y="699"/>
                    <a:pt x="292" y="700"/>
                  </a:cubicBezTo>
                  <a:cubicBezTo>
                    <a:pt x="296" y="700"/>
                    <a:pt x="299" y="700"/>
                    <a:pt x="301" y="699"/>
                  </a:cubicBezTo>
                  <a:cubicBezTo>
                    <a:pt x="299" y="699"/>
                    <a:pt x="297" y="697"/>
                    <a:pt x="297" y="695"/>
                  </a:cubicBezTo>
                  <a:cubicBezTo>
                    <a:pt x="299" y="690"/>
                    <a:pt x="306" y="693"/>
                    <a:pt x="309" y="695"/>
                  </a:cubicBezTo>
                  <a:cubicBezTo>
                    <a:pt x="309" y="695"/>
                    <a:pt x="309" y="696"/>
                    <a:pt x="310" y="696"/>
                  </a:cubicBezTo>
                  <a:cubicBezTo>
                    <a:pt x="310" y="697"/>
                    <a:pt x="307" y="699"/>
                    <a:pt x="305" y="699"/>
                  </a:cubicBezTo>
                  <a:cubicBezTo>
                    <a:pt x="306" y="699"/>
                    <a:pt x="307" y="699"/>
                    <a:pt x="309" y="700"/>
                  </a:cubicBezTo>
                  <a:cubicBezTo>
                    <a:pt x="313" y="700"/>
                    <a:pt x="305" y="701"/>
                    <a:pt x="304" y="701"/>
                  </a:cubicBezTo>
                  <a:close/>
                  <a:moveTo>
                    <a:pt x="308" y="684"/>
                  </a:moveTo>
                  <a:cubicBezTo>
                    <a:pt x="309" y="683"/>
                    <a:pt x="312" y="683"/>
                    <a:pt x="314" y="683"/>
                  </a:cubicBezTo>
                  <a:cubicBezTo>
                    <a:pt x="312" y="684"/>
                    <a:pt x="310" y="684"/>
                    <a:pt x="308" y="684"/>
                  </a:cubicBezTo>
                  <a:close/>
                  <a:moveTo>
                    <a:pt x="313" y="612"/>
                  </a:moveTo>
                  <a:cubicBezTo>
                    <a:pt x="314" y="612"/>
                    <a:pt x="309" y="616"/>
                    <a:pt x="308" y="614"/>
                  </a:cubicBezTo>
                  <a:cubicBezTo>
                    <a:pt x="307" y="612"/>
                    <a:pt x="313" y="611"/>
                    <a:pt x="313" y="612"/>
                  </a:cubicBezTo>
                  <a:close/>
                  <a:moveTo>
                    <a:pt x="313" y="683"/>
                  </a:moveTo>
                  <a:cubicBezTo>
                    <a:pt x="312" y="682"/>
                    <a:pt x="314" y="681"/>
                    <a:pt x="314" y="682"/>
                  </a:cubicBezTo>
                  <a:cubicBezTo>
                    <a:pt x="314" y="682"/>
                    <a:pt x="313" y="683"/>
                    <a:pt x="313" y="683"/>
                  </a:cubicBezTo>
                  <a:close/>
                  <a:moveTo>
                    <a:pt x="313" y="589"/>
                  </a:moveTo>
                  <a:cubicBezTo>
                    <a:pt x="311" y="590"/>
                    <a:pt x="308" y="592"/>
                    <a:pt x="307" y="592"/>
                  </a:cubicBezTo>
                  <a:cubicBezTo>
                    <a:pt x="304" y="593"/>
                    <a:pt x="309" y="590"/>
                    <a:pt x="309" y="590"/>
                  </a:cubicBezTo>
                  <a:cubicBezTo>
                    <a:pt x="310" y="590"/>
                    <a:pt x="312" y="589"/>
                    <a:pt x="313" y="589"/>
                  </a:cubicBezTo>
                  <a:cubicBezTo>
                    <a:pt x="314" y="589"/>
                    <a:pt x="314" y="589"/>
                    <a:pt x="315" y="589"/>
                  </a:cubicBezTo>
                  <a:cubicBezTo>
                    <a:pt x="314" y="589"/>
                    <a:pt x="314" y="589"/>
                    <a:pt x="313" y="589"/>
                  </a:cubicBezTo>
                  <a:close/>
                  <a:moveTo>
                    <a:pt x="315" y="519"/>
                  </a:moveTo>
                  <a:cubicBezTo>
                    <a:pt x="315" y="517"/>
                    <a:pt x="318" y="518"/>
                    <a:pt x="315" y="519"/>
                  </a:cubicBezTo>
                  <a:close/>
                  <a:moveTo>
                    <a:pt x="317" y="683"/>
                  </a:moveTo>
                  <a:cubicBezTo>
                    <a:pt x="315" y="684"/>
                    <a:pt x="315" y="682"/>
                    <a:pt x="317" y="683"/>
                  </a:cubicBezTo>
                  <a:close/>
                  <a:moveTo>
                    <a:pt x="317" y="683"/>
                  </a:moveTo>
                  <a:cubicBezTo>
                    <a:pt x="318" y="682"/>
                    <a:pt x="319" y="682"/>
                    <a:pt x="321" y="682"/>
                  </a:cubicBezTo>
                  <a:cubicBezTo>
                    <a:pt x="321" y="683"/>
                    <a:pt x="318" y="683"/>
                    <a:pt x="317" y="683"/>
                  </a:cubicBezTo>
                  <a:close/>
                  <a:moveTo>
                    <a:pt x="333" y="104"/>
                  </a:moveTo>
                  <a:cubicBezTo>
                    <a:pt x="333" y="104"/>
                    <a:pt x="336" y="103"/>
                    <a:pt x="334" y="104"/>
                  </a:cubicBezTo>
                  <a:cubicBezTo>
                    <a:pt x="331" y="106"/>
                    <a:pt x="326" y="107"/>
                    <a:pt x="322" y="108"/>
                  </a:cubicBezTo>
                  <a:cubicBezTo>
                    <a:pt x="325" y="106"/>
                    <a:pt x="329" y="104"/>
                    <a:pt x="333" y="104"/>
                  </a:cubicBezTo>
                  <a:close/>
                  <a:moveTo>
                    <a:pt x="323" y="170"/>
                  </a:moveTo>
                  <a:cubicBezTo>
                    <a:pt x="324" y="170"/>
                    <a:pt x="324" y="170"/>
                    <a:pt x="325" y="170"/>
                  </a:cubicBezTo>
                  <a:cubicBezTo>
                    <a:pt x="325" y="171"/>
                    <a:pt x="324" y="171"/>
                    <a:pt x="323" y="170"/>
                  </a:cubicBezTo>
                  <a:close/>
                  <a:moveTo>
                    <a:pt x="322" y="617"/>
                  </a:moveTo>
                  <a:cubicBezTo>
                    <a:pt x="323" y="616"/>
                    <a:pt x="324" y="618"/>
                    <a:pt x="322" y="617"/>
                  </a:cubicBezTo>
                  <a:close/>
                  <a:moveTo>
                    <a:pt x="322" y="627"/>
                  </a:moveTo>
                  <a:cubicBezTo>
                    <a:pt x="323" y="627"/>
                    <a:pt x="327" y="626"/>
                    <a:pt x="327" y="627"/>
                  </a:cubicBezTo>
                  <a:cubicBezTo>
                    <a:pt x="326" y="626"/>
                    <a:pt x="324" y="628"/>
                    <a:pt x="322" y="627"/>
                  </a:cubicBezTo>
                  <a:close/>
                  <a:moveTo>
                    <a:pt x="327" y="574"/>
                  </a:moveTo>
                  <a:cubicBezTo>
                    <a:pt x="327" y="572"/>
                    <a:pt x="330" y="573"/>
                    <a:pt x="329" y="574"/>
                  </a:cubicBezTo>
                  <a:cubicBezTo>
                    <a:pt x="329" y="575"/>
                    <a:pt x="328" y="574"/>
                    <a:pt x="327" y="574"/>
                  </a:cubicBezTo>
                  <a:close/>
                  <a:moveTo>
                    <a:pt x="329" y="627"/>
                  </a:moveTo>
                  <a:cubicBezTo>
                    <a:pt x="329" y="626"/>
                    <a:pt x="331" y="626"/>
                    <a:pt x="331" y="626"/>
                  </a:cubicBezTo>
                  <a:cubicBezTo>
                    <a:pt x="331" y="626"/>
                    <a:pt x="330" y="627"/>
                    <a:pt x="329" y="627"/>
                  </a:cubicBezTo>
                  <a:close/>
                  <a:moveTo>
                    <a:pt x="329" y="589"/>
                  </a:moveTo>
                  <a:cubicBezTo>
                    <a:pt x="328" y="587"/>
                    <a:pt x="332" y="588"/>
                    <a:pt x="332" y="589"/>
                  </a:cubicBezTo>
                  <a:cubicBezTo>
                    <a:pt x="332" y="590"/>
                    <a:pt x="329" y="590"/>
                    <a:pt x="329" y="589"/>
                  </a:cubicBezTo>
                  <a:close/>
                  <a:moveTo>
                    <a:pt x="328" y="583"/>
                  </a:moveTo>
                  <a:cubicBezTo>
                    <a:pt x="329" y="579"/>
                    <a:pt x="336" y="581"/>
                    <a:pt x="336" y="583"/>
                  </a:cubicBezTo>
                  <a:cubicBezTo>
                    <a:pt x="335" y="586"/>
                    <a:pt x="328" y="587"/>
                    <a:pt x="328" y="583"/>
                  </a:cubicBezTo>
                  <a:close/>
                  <a:moveTo>
                    <a:pt x="335" y="131"/>
                  </a:moveTo>
                  <a:cubicBezTo>
                    <a:pt x="334" y="130"/>
                    <a:pt x="336" y="131"/>
                    <a:pt x="335" y="131"/>
                  </a:cubicBezTo>
                  <a:close/>
                  <a:moveTo>
                    <a:pt x="336" y="659"/>
                  </a:moveTo>
                  <a:cubicBezTo>
                    <a:pt x="337" y="661"/>
                    <a:pt x="335" y="659"/>
                    <a:pt x="336" y="659"/>
                  </a:cubicBezTo>
                  <a:close/>
                  <a:moveTo>
                    <a:pt x="336" y="131"/>
                  </a:moveTo>
                  <a:cubicBezTo>
                    <a:pt x="336" y="130"/>
                    <a:pt x="338" y="130"/>
                    <a:pt x="338" y="130"/>
                  </a:cubicBezTo>
                  <a:cubicBezTo>
                    <a:pt x="338" y="131"/>
                    <a:pt x="337" y="130"/>
                    <a:pt x="336" y="131"/>
                  </a:cubicBezTo>
                  <a:close/>
                  <a:moveTo>
                    <a:pt x="337" y="711"/>
                  </a:moveTo>
                  <a:cubicBezTo>
                    <a:pt x="336" y="711"/>
                    <a:pt x="337" y="710"/>
                    <a:pt x="337" y="710"/>
                  </a:cubicBezTo>
                  <a:cubicBezTo>
                    <a:pt x="338" y="711"/>
                    <a:pt x="338" y="712"/>
                    <a:pt x="337" y="711"/>
                  </a:cubicBezTo>
                  <a:close/>
                  <a:moveTo>
                    <a:pt x="337" y="685"/>
                  </a:moveTo>
                  <a:cubicBezTo>
                    <a:pt x="337" y="684"/>
                    <a:pt x="339" y="684"/>
                    <a:pt x="339" y="685"/>
                  </a:cubicBezTo>
                  <a:cubicBezTo>
                    <a:pt x="340" y="685"/>
                    <a:pt x="338" y="686"/>
                    <a:pt x="337" y="685"/>
                  </a:cubicBezTo>
                  <a:close/>
                  <a:moveTo>
                    <a:pt x="338" y="705"/>
                  </a:moveTo>
                  <a:cubicBezTo>
                    <a:pt x="338" y="704"/>
                    <a:pt x="340" y="704"/>
                    <a:pt x="340" y="705"/>
                  </a:cubicBezTo>
                  <a:cubicBezTo>
                    <a:pt x="340" y="705"/>
                    <a:pt x="339" y="706"/>
                    <a:pt x="338" y="705"/>
                  </a:cubicBezTo>
                  <a:close/>
                  <a:moveTo>
                    <a:pt x="338" y="680"/>
                  </a:moveTo>
                  <a:cubicBezTo>
                    <a:pt x="338" y="680"/>
                    <a:pt x="341" y="680"/>
                    <a:pt x="341" y="680"/>
                  </a:cubicBezTo>
                  <a:cubicBezTo>
                    <a:pt x="341" y="681"/>
                    <a:pt x="337" y="682"/>
                    <a:pt x="338" y="680"/>
                  </a:cubicBezTo>
                  <a:close/>
                  <a:moveTo>
                    <a:pt x="342" y="110"/>
                  </a:moveTo>
                  <a:cubicBezTo>
                    <a:pt x="341" y="111"/>
                    <a:pt x="341" y="109"/>
                    <a:pt x="342" y="110"/>
                  </a:cubicBezTo>
                  <a:close/>
                  <a:moveTo>
                    <a:pt x="328" y="108"/>
                  </a:moveTo>
                  <a:cubicBezTo>
                    <a:pt x="326" y="108"/>
                    <a:pt x="329" y="107"/>
                    <a:pt x="331" y="106"/>
                  </a:cubicBezTo>
                  <a:cubicBezTo>
                    <a:pt x="334" y="106"/>
                    <a:pt x="339" y="104"/>
                    <a:pt x="342" y="104"/>
                  </a:cubicBezTo>
                  <a:cubicBezTo>
                    <a:pt x="343" y="104"/>
                    <a:pt x="344" y="105"/>
                    <a:pt x="344" y="105"/>
                  </a:cubicBezTo>
                  <a:cubicBezTo>
                    <a:pt x="344" y="105"/>
                    <a:pt x="330" y="108"/>
                    <a:pt x="328" y="108"/>
                  </a:cubicBezTo>
                  <a:close/>
                  <a:moveTo>
                    <a:pt x="345" y="576"/>
                  </a:moveTo>
                  <a:cubicBezTo>
                    <a:pt x="345" y="576"/>
                    <a:pt x="345" y="576"/>
                    <a:pt x="345" y="576"/>
                  </a:cubicBezTo>
                  <a:cubicBezTo>
                    <a:pt x="346" y="576"/>
                    <a:pt x="346" y="576"/>
                    <a:pt x="346" y="576"/>
                  </a:cubicBezTo>
                  <a:cubicBezTo>
                    <a:pt x="346" y="576"/>
                    <a:pt x="345" y="576"/>
                    <a:pt x="345" y="576"/>
                  </a:cubicBezTo>
                  <a:close/>
                  <a:moveTo>
                    <a:pt x="346" y="704"/>
                  </a:moveTo>
                  <a:cubicBezTo>
                    <a:pt x="346" y="703"/>
                    <a:pt x="347" y="703"/>
                    <a:pt x="347" y="703"/>
                  </a:cubicBezTo>
                  <a:cubicBezTo>
                    <a:pt x="348" y="704"/>
                    <a:pt x="346" y="704"/>
                    <a:pt x="346" y="704"/>
                  </a:cubicBezTo>
                  <a:close/>
                  <a:moveTo>
                    <a:pt x="344" y="537"/>
                  </a:moveTo>
                  <a:cubicBezTo>
                    <a:pt x="345" y="535"/>
                    <a:pt x="348" y="535"/>
                    <a:pt x="349" y="534"/>
                  </a:cubicBezTo>
                  <a:cubicBezTo>
                    <a:pt x="348" y="535"/>
                    <a:pt x="345" y="536"/>
                    <a:pt x="344" y="537"/>
                  </a:cubicBezTo>
                  <a:close/>
                  <a:moveTo>
                    <a:pt x="348" y="89"/>
                  </a:moveTo>
                  <a:cubicBezTo>
                    <a:pt x="347" y="90"/>
                    <a:pt x="346" y="89"/>
                    <a:pt x="348" y="89"/>
                  </a:cubicBezTo>
                  <a:close/>
                  <a:moveTo>
                    <a:pt x="347" y="71"/>
                  </a:moveTo>
                  <a:cubicBezTo>
                    <a:pt x="347" y="72"/>
                    <a:pt x="348" y="72"/>
                    <a:pt x="347" y="72"/>
                  </a:cubicBezTo>
                  <a:cubicBezTo>
                    <a:pt x="347" y="72"/>
                    <a:pt x="347" y="72"/>
                    <a:pt x="347" y="71"/>
                  </a:cubicBezTo>
                  <a:close/>
                  <a:moveTo>
                    <a:pt x="345" y="44"/>
                  </a:moveTo>
                  <a:cubicBezTo>
                    <a:pt x="346" y="42"/>
                    <a:pt x="350" y="42"/>
                    <a:pt x="350" y="45"/>
                  </a:cubicBezTo>
                  <a:cubicBezTo>
                    <a:pt x="349" y="47"/>
                    <a:pt x="345" y="46"/>
                    <a:pt x="345" y="44"/>
                  </a:cubicBezTo>
                  <a:close/>
                  <a:moveTo>
                    <a:pt x="350" y="626"/>
                  </a:moveTo>
                  <a:cubicBezTo>
                    <a:pt x="350" y="627"/>
                    <a:pt x="349" y="625"/>
                    <a:pt x="350" y="626"/>
                  </a:cubicBezTo>
                  <a:close/>
                  <a:moveTo>
                    <a:pt x="350" y="205"/>
                  </a:moveTo>
                  <a:cubicBezTo>
                    <a:pt x="349" y="205"/>
                    <a:pt x="350" y="203"/>
                    <a:pt x="350" y="204"/>
                  </a:cubicBezTo>
                  <a:cubicBezTo>
                    <a:pt x="351" y="204"/>
                    <a:pt x="351" y="205"/>
                    <a:pt x="350" y="205"/>
                  </a:cubicBezTo>
                  <a:close/>
                  <a:moveTo>
                    <a:pt x="538" y="122"/>
                  </a:moveTo>
                  <a:cubicBezTo>
                    <a:pt x="538" y="121"/>
                    <a:pt x="540" y="121"/>
                    <a:pt x="540" y="122"/>
                  </a:cubicBezTo>
                  <a:cubicBezTo>
                    <a:pt x="542" y="121"/>
                    <a:pt x="543" y="121"/>
                    <a:pt x="543" y="123"/>
                  </a:cubicBezTo>
                  <a:cubicBezTo>
                    <a:pt x="543" y="124"/>
                    <a:pt x="539" y="125"/>
                    <a:pt x="538" y="124"/>
                  </a:cubicBezTo>
                  <a:cubicBezTo>
                    <a:pt x="538" y="123"/>
                    <a:pt x="538" y="123"/>
                    <a:pt x="538" y="122"/>
                  </a:cubicBezTo>
                  <a:cubicBezTo>
                    <a:pt x="538" y="122"/>
                    <a:pt x="538" y="122"/>
                    <a:pt x="538" y="122"/>
                  </a:cubicBezTo>
                  <a:close/>
                  <a:moveTo>
                    <a:pt x="538" y="121"/>
                  </a:moveTo>
                  <a:cubicBezTo>
                    <a:pt x="538" y="121"/>
                    <a:pt x="536" y="122"/>
                    <a:pt x="536" y="121"/>
                  </a:cubicBezTo>
                  <a:cubicBezTo>
                    <a:pt x="536" y="121"/>
                    <a:pt x="537" y="121"/>
                    <a:pt x="538" y="121"/>
                  </a:cubicBezTo>
                  <a:close/>
                  <a:moveTo>
                    <a:pt x="531" y="126"/>
                  </a:moveTo>
                  <a:cubicBezTo>
                    <a:pt x="531" y="126"/>
                    <a:pt x="531" y="127"/>
                    <a:pt x="530" y="127"/>
                  </a:cubicBezTo>
                  <a:cubicBezTo>
                    <a:pt x="530" y="127"/>
                    <a:pt x="531" y="126"/>
                    <a:pt x="531" y="126"/>
                  </a:cubicBezTo>
                  <a:close/>
                  <a:moveTo>
                    <a:pt x="531" y="154"/>
                  </a:moveTo>
                  <a:cubicBezTo>
                    <a:pt x="529" y="157"/>
                    <a:pt x="525" y="158"/>
                    <a:pt x="522" y="159"/>
                  </a:cubicBezTo>
                  <a:cubicBezTo>
                    <a:pt x="524" y="156"/>
                    <a:pt x="528" y="156"/>
                    <a:pt x="531" y="154"/>
                  </a:cubicBezTo>
                  <a:close/>
                  <a:moveTo>
                    <a:pt x="525" y="201"/>
                  </a:moveTo>
                  <a:cubicBezTo>
                    <a:pt x="524" y="202"/>
                    <a:pt x="523" y="203"/>
                    <a:pt x="521" y="203"/>
                  </a:cubicBezTo>
                  <a:cubicBezTo>
                    <a:pt x="522" y="202"/>
                    <a:pt x="523" y="201"/>
                    <a:pt x="525" y="201"/>
                  </a:cubicBezTo>
                  <a:close/>
                  <a:moveTo>
                    <a:pt x="521" y="198"/>
                  </a:moveTo>
                  <a:cubicBezTo>
                    <a:pt x="521" y="198"/>
                    <a:pt x="521" y="197"/>
                    <a:pt x="522" y="197"/>
                  </a:cubicBezTo>
                  <a:cubicBezTo>
                    <a:pt x="524" y="195"/>
                    <a:pt x="523" y="200"/>
                    <a:pt x="521" y="198"/>
                  </a:cubicBezTo>
                  <a:close/>
                  <a:moveTo>
                    <a:pt x="524" y="195"/>
                  </a:moveTo>
                  <a:cubicBezTo>
                    <a:pt x="524" y="194"/>
                    <a:pt x="525" y="194"/>
                    <a:pt x="525" y="194"/>
                  </a:cubicBezTo>
                  <a:cubicBezTo>
                    <a:pt x="526" y="195"/>
                    <a:pt x="524" y="195"/>
                    <a:pt x="524" y="195"/>
                  </a:cubicBezTo>
                  <a:close/>
                  <a:moveTo>
                    <a:pt x="531" y="196"/>
                  </a:moveTo>
                  <a:cubicBezTo>
                    <a:pt x="530" y="198"/>
                    <a:pt x="527" y="199"/>
                    <a:pt x="525" y="201"/>
                  </a:cubicBezTo>
                  <a:cubicBezTo>
                    <a:pt x="526" y="199"/>
                    <a:pt x="529" y="197"/>
                    <a:pt x="531" y="196"/>
                  </a:cubicBezTo>
                  <a:close/>
                  <a:moveTo>
                    <a:pt x="529" y="172"/>
                  </a:moveTo>
                  <a:cubicBezTo>
                    <a:pt x="531" y="170"/>
                    <a:pt x="530" y="174"/>
                    <a:pt x="528" y="173"/>
                  </a:cubicBezTo>
                  <a:cubicBezTo>
                    <a:pt x="528" y="173"/>
                    <a:pt x="529" y="172"/>
                    <a:pt x="529" y="172"/>
                  </a:cubicBezTo>
                  <a:close/>
                  <a:moveTo>
                    <a:pt x="522" y="181"/>
                  </a:moveTo>
                  <a:cubicBezTo>
                    <a:pt x="521" y="181"/>
                    <a:pt x="523" y="180"/>
                    <a:pt x="523" y="181"/>
                  </a:cubicBezTo>
                  <a:cubicBezTo>
                    <a:pt x="524" y="181"/>
                    <a:pt x="522" y="182"/>
                    <a:pt x="522" y="181"/>
                  </a:cubicBezTo>
                  <a:close/>
                  <a:moveTo>
                    <a:pt x="529" y="135"/>
                  </a:moveTo>
                  <a:cubicBezTo>
                    <a:pt x="528" y="136"/>
                    <a:pt x="526" y="138"/>
                    <a:pt x="524" y="138"/>
                  </a:cubicBezTo>
                  <a:cubicBezTo>
                    <a:pt x="525" y="138"/>
                    <a:pt x="526" y="138"/>
                    <a:pt x="525" y="139"/>
                  </a:cubicBezTo>
                  <a:cubicBezTo>
                    <a:pt x="525" y="140"/>
                    <a:pt x="522" y="140"/>
                    <a:pt x="522" y="139"/>
                  </a:cubicBezTo>
                  <a:cubicBezTo>
                    <a:pt x="522" y="139"/>
                    <a:pt x="523" y="138"/>
                    <a:pt x="524" y="138"/>
                  </a:cubicBezTo>
                  <a:cubicBezTo>
                    <a:pt x="524" y="138"/>
                    <a:pt x="524" y="138"/>
                    <a:pt x="524" y="138"/>
                  </a:cubicBezTo>
                  <a:cubicBezTo>
                    <a:pt x="525" y="136"/>
                    <a:pt x="527" y="136"/>
                    <a:pt x="529" y="135"/>
                  </a:cubicBezTo>
                  <a:close/>
                  <a:moveTo>
                    <a:pt x="525" y="117"/>
                  </a:moveTo>
                  <a:cubicBezTo>
                    <a:pt x="525" y="117"/>
                    <a:pt x="525" y="117"/>
                    <a:pt x="524" y="117"/>
                  </a:cubicBezTo>
                  <a:cubicBezTo>
                    <a:pt x="524" y="117"/>
                    <a:pt x="524" y="116"/>
                    <a:pt x="525" y="117"/>
                  </a:cubicBezTo>
                  <a:close/>
                  <a:moveTo>
                    <a:pt x="524" y="86"/>
                  </a:moveTo>
                  <a:cubicBezTo>
                    <a:pt x="523" y="86"/>
                    <a:pt x="522" y="86"/>
                    <a:pt x="521" y="86"/>
                  </a:cubicBezTo>
                  <a:cubicBezTo>
                    <a:pt x="522" y="85"/>
                    <a:pt x="523" y="85"/>
                    <a:pt x="524" y="86"/>
                  </a:cubicBezTo>
                  <a:close/>
                  <a:moveTo>
                    <a:pt x="521" y="87"/>
                  </a:moveTo>
                  <a:cubicBezTo>
                    <a:pt x="521" y="87"/>
                    <a:pt x="523" y="88"/>
                    <a:pt x="523" y="88"/>
                  </a:cubicBezTo>
                  <a:cubicBezTo>
                    <a:pt x="523" y="88"/>
                    <a:pt x="520" y="88"/>
                    <a:pt x="521" y="87"/>
                  </a:cubicBezTo>
                  <a:close/>
                  <a:moveTo>
                    <a:pt x="523" y="92"/>
                  </a:moveTo>
                  <a:cubicBezTo>
                    <a:pt x="523" y="92"/>
                    <a:pt x="521" y="92"/>
                    <a:pt x="521" y="91"/>
                  </a:cubicBezTo>
                  <a:cubicBezTo>
                    <a:pt x="522" y="90"/>
                    <a:pt x="523" y="91"/>
                    <a:pt x="523" y="92"/>
                  </a:cubicBezTo>
                  <a:close/>
                  <a:moveTo>
                    <a:pt x="521" y="105"/>
                  </a:moveTo>
                  <a:cubicBezTo>
                    <a:pt x="521" y="106"/>
                    <a:pt x="520" y="104"/>
                    <a:pt x="521" y="105"/>
                  </a:cubicBezTo>
                  <a:close/>
                  <a:moveTo>
                    <a:pt x="525" y="106"/>
                  </a:moveTo>
                  <a:cubicBezTo>
                    <a:pt x="527" y="106"/>
                    <a:pt x="528" y="108"/>
                    <a:pt x="526" y="111"/>
                  </a:cubicBezTo>
                  <a:cubicBezTo>
                    <a:pt x="525" y="112"/>
                    <a:pt x="523" y="112"/>
                    <a:pt x="522" y="112"/>
                  </a:cubicBezTo>
                  <a:cubicBezTo>
                    <a:pt x="520" y="112"/>
                    <a:pt x="518" y="112"/>
                    <a:pt x="518" y="112"/>
                  </a:cubicBezTo>
                  <a:cubicBezTo>
                    <a:pt x="518" y="112"/>
                    <a:pt x="519" y="112"/>
                    <a:pt x="519" y="112"/>
                  </a:cubicBezTo>
                  <a:cubicBezTo>
                    <a:pt x="519" y="112"/>
                    <a:pt x="518" y="112"/>
                    <a:pt x="518" y="112"/>
                  </a:cubicBezTo>
                  <a:cubicBezTo>
                    <a:pt x="518" y="112"/>
                    <a:pt x="518" y="111"/>
                    <a:pt x="518" y="111"/>
                  </a:cubicBezTo>
                  <a:cubicBezTo>
                    <a:pt x="517" y="110"/>
                    <a:pt x="522" y="106"/>
                    <a:pt x="525" y="106"/>
                  </a:cubicBezTo>
                  <a:close/>
                  <a:moveTo>
                    <a:pt x="520" y="133"/>
                  </a:moveTo>
                  <a:cubicBezTo>
                    <a:pt x="522" y="131"/>
                    <a:pt x="522" y="133"/>
                    <a:pt x="520" y="133"/>
                  </a:cubicBezTo>
                  <a:close/>
                  <a:moveTo>
                    <a:pt x="519" y="147"/>
                  </a:moveTo>
                  <a:cubicBezTo>
                    <a:pt x="519" y="146"/>
                    <a:pt x="521" y="145"/>
                    <a:pt x="521" y="146"/>
                  </a:cubicBezTo>
                  <a:cubicBezTo>
                    <a:pt x="522" y="147"/>
                    <a:pt x="520" y="147"/>
                    <a:pt x="519" y="147"/>
                  </a:cubicBezTo>
                  <a:close/>
                  <a:moveTo>
                    <a:pt x="513" y="162"/>
                  </a:moveTo>
                  <a:cubicBezTo>
                    <a:pt x="512" y="161"/>
                    <a:pt x="516" y="159"/>
                    <a:pt x="516" y="161"/>
                  </a:cubicBezTo>
                  <a:cubicBezTo>
                    <a:pt x="517" y="162"/>
                    <a:pt x="513" y="163"/>
                    <a:pt x="513" y="162"/>
                  </a:cubicBezTo>
                  <a:close/>
                  <a:moveTo>
                    <a:pt x="516" y="163"/>
                  </a:moveTo>
                  <a:cubicBezTo>
                    <a:pt x="516" y="164"/>
                    <a:pt x="515" y="165"/>
                    <a:pt x="516" y="164"/>
                  </a:cubicBezTo>
                  <a:cubicBezTo>
                    <a:pt x="516" y="164"/>
                    <a:pt x="516" y="164"/>
                    <a:pt x="516" y="163"/>
                  </a:cubicBezTo>
                  <a:close/>
                  <a:moveTo>
                    <a:pt x="514" y="191"/>
                  </a:moveTo>
                  <a:cubicBezTo>
                    <a:pt x="515" y="190"/>
                    <a:pt x="516" y="192"/>
                    <a:pt x="514" y="191"/>
                  </a:cubicBezTo>
                  <a:close/>
                  <a:moveTo>
                    <a:pt x="512" y="192"/>
                  </a:moveTo>
                  <a:cubicBezTo>
                    <a:pt x="512" y="191"/>
                    <a:pt x="514" y="191"/>
                    <a:pt x="514" y="191"/>
                  </a:cubicBezTo>
                  <a:cubicBezTo>
                    <a:pt x="514" y="192"/>
                    <a:pt x="512" y="192"/>
                    <a:pt x="512" y="192"/>
                  </a:cubicBezTo>
                  <a:close/>
                  <a:moveTo>
                    <a:pt x="514" y="247"/>
                  </a:moveTo>
                  <a:cubicBezTo>
                    <a:pt x="514" y="248"/>
                    <a:pt x="513" y="245"/>
                    <a:pt x="514" y="247"/>
                  </a:cubicBezTo>
                  <a:close/>
                  <a:moveTo>
                    <a:pt x="504" y="183"/>
                  </a:moveTo>
                  <a:cubicBezTo>
                    <a:pt x="506" y="182"/>
                    <a:pt x="506" y="181"/>
                    <a:pt x="504" y="181"/>
                  </a:cubicBezTo>
                  <a:cubicBezTo>
                    <a:pt x="505" y="178"/>
                    <a:pt x="508" y="175"/>
                    <a:pt x="511" y="176"/>
                  </a:cubicBezTo>
                  <a:cubicBezTo>
                    <a:pt x="517" y="179"/>
                    <a:pt x="509" y="186"/>
                    <a:pt x="504" y="183"/>
                  </a:cubicBezTo>
                  <a:close/>
                  <a:moveTo>
                    <a:pt x="505" y="184"/>
                  </a:moveTo>
                  <a:cubicBezTo>
                    <a:pt x="505" y="184"/>
                    <a:pt x="505" y="184"/>
                    <a:pt x="505" y="184"/>
                  </a:cubicBezTo>
                  <a:cubicBezTo>
                    <a:pt x="506" y="186"/>
                    <a:pt x="503" y="183"/>
                    <a:pt x="505" y="184"/>
                  </a:cubicBezTo>
                  <a:close/>
                  <a:moveTo>
                    <a:pt x="494" y="127"/>
                  </a:moveTo>
                  <a:cubicBezTo>
                    <a:pt x="494" y="127"/>
                    <a:pt x="497" y="125"/>
                    <a:pt x="498" y="127"/>
                  </a:cubicBezTo>
                  <a:cubicBezTo>
                    <a:pt x="498" y="128"/>
                    <a:pt x="494" y="129"/>
                    <a:pt x="494" y="127"/>
                  </a:cubicBezTo>
                  <a:close/>
                  <a:moveTo>
                    <a:pt x="496" y="219"/>
                  </a:moveTo>
                  <a:cubicBezTo>
                    <a:pt x="495" y="219"/>
                    <a:pt x="496" y="218"/>
                    <a:pt x="496" y="218"/>
                  </a:cubicBezTo>
                  <a:cubicBezTo>
                    <a:pt x="497" y="218"/>
                    <a:pt x="496" y="219"/>
                    <a:pt x="496" y="219"/>
                  </a:cubicBezTo>
                  <a:close/>
                  <a:moveTo>
                    <a:pt x="493" y="182"/>
                  </a:moveTo>
                  <a:cubicBezTo>
                    <a:pt x="493" y="181"/>
                    <a:pt x="495" y="181"/>
                    <a:pt x="495" y="181"/>
                  </a:cubicBezTo>
                  <a:cubicBezTo>
                    <a:pt x="496" y="182"/>
                    <a:pt x="494" y="183"/>
                    <a:pt x="493" y="182"/>
                  </a:cubicBezTo>
                  <a:close/>
                  <a:moveTo>
                    <a:pt x="494" y="221"/>
                  </a:moveTo>
                  <a:cubicBezTo>
                    <a:pt x="494" y="221"/>
                    <a:pt x="495" y="220"/>
                    <a:pt x="495" y="220"/>
                  </a:cubicBezTo>
                  <a:cubicBezTo>
                    <a:pt x="495" y="220"/>
                    <a:pt x="494" y="222"/>
                    <a:pt x="494" y="221"/>
                  </a:cubicBezTo>
                  <a:close/>
                  <a:moveTo>
                    <a:pt x="484" y="206"/>
                  </a:moveTo>
                  <a:cubicBezTo>
                    <a:pt x="487" y="204"/>
                    <a:pt x="490" y="201"/>
                    <a:pt x="492" y="200"/>
                  </a:cubicBezTo>
                  <a:cubicBezTo>
                    <a:pt x="492" y="200"/>
                    <a:pt x="494" y="199"/>
                    <a:pt x="493" y="200"/>
                  </a:cubicBezTo>
                  <a:cubicBezTo>
                    <a:pt x="492" y="203"/>
                    <a:pt x="487" y="205"/>
                    <a:pt x="484" y="206"/>
                  </a:cubicBezTo>
                  <a:close/>
                  <a:moveTo>
                    <a:pt x="491" y="221"/>
                  </a:moveTo>
                  <a:cubicBezTo>
                    <a:pt x="491" y="220"/>
                    <a:pt x="493" y="220"/>
                    <a:pt x="493" y="221"/>
                  </a:cubicBezTo>
                  <a:cubicBezTo>
                    <a:pt x="493" y="222"/>
                    <a:pt x="491" y="222"/>
                    <a:pt x="491" y="221"/>
                  </a:cubicBezTo>
                  <a:close/>
                  <a:moveTo>
                    <a:pt x="480" y="95"/>
                  </a:moveTo>
                  <a:cubicBezTo>
                    <a:pt x="482" y="94"/>
                    <a:pt x="483" y="93"/>
                    <a:pt x="485" y="93"/>
                  </a:cubicBezTo>
                  <a:cubicBezTo>
                    <a:pt x="483" y="94"/>
                    <a:pt x="482" y="95"/>
                    <a:pt x="480" y="95"/>
                  </a:cubicBezTo>
                  <a:close/>
                  <a:moveTo>
                    <a:pt x="481" y="162"/>
                  </a:moveTo>
                  <a:cubicBezTo>
                    <a:pt x="481" y="160"/>
                    <a:pt x="484" y="161"/>
                    <a:pt x="481" y="162"/>
                  </a:cubicBezTo>
                  <a:close/>
                  <a:moveTo>
                    <a:pt x="482" y="109"/>
                  </a:moveTo>
                  <a:cubicBezTo>
                    <a:pt x="481" y="112"/>
                    <a:pt x="478" y="110"/>
                    <a:pt x="482" y="109"/>
                  </a:cubicBezTo>
                  <a:close/>
                  <a:moveTo>
                    <a:pt x="496" y="72"/>
                  </a:moveTo>
                  <a:cubicBezTo>
                    <a:pt x="496" y="73"/>
                    <a:pt x="495" y="73"/>
                    <a:pt x="494" y="73"/>
                  </a:cubicBezTo>
                  <a:cubicBezTo>
                    <a:pt x="494" y="73"/>
                    <a:pt x="496" y="71"/>
                    <a:pt x="496" y="72"/>
                  </a:cubicBezTo>
                  <a:close/>
                  <a:moveTo>
                    <a:pt x="494" y="43"/>
                  </a:moveTo>
                  <a:cubicBezTo>
                    <a:pt x="494" y="43"/>
                    <a:pt x="496" y="43"/>
                    <a:pt x="496" y="43"/>
                  </a:cubicBezTo>
                  <a:cubicBezTo>
                    <a:pt x="497" y="45"/>
                    <a:pt x="494" y="44"/>
                    <a:pt x="494" y="43"/>
                  </a:cubicBezTo>
                  <a:close/>
                  <a:moveTo>
                    <a:pt x="493" y="64"/>
                  </a:moveTo>
                  <a:cubicBezTo>
                    <a:pt x="493" y="64"/>
                    <a:pt x="494" y="64"/>
                    <a:pt x="495" y="65"/>
                  </a:cubicBezTo>
                  <a:cubicBezTo>
                    <a:pt x="495" y="66"/>
                    <a:pt x="493" y="65"/>
                    <a:pt x="493" y="64"/>
                  </a:cubicBezTo>
                  <a:close/>
                  <a:moveTo>
                    <a:pt x="499" y="87"/>
                  </a:moveTo>
                  <a:cubicBezTo>
                    <a:pt x="498" y="89"/>
                    <a:pt x="488" y="88"/>
                    <a:pt x="488" y="87"/>
                  </a:cubicBezTo>
                  <a:cubicBezTo>
                    <a:pt x="489" y="86"/>
                    <a:pt x="496" y="88"/>
                    <a:pt x="499" y="87"/>
                  </a:cubicBezTo>
                  <a:close/>
                  <a:moveTo>
                    <a:pt x="493" y="105"/>
                  </a:moveTo>
                  <a:cubicBezTo>
                    <a:pt x="493" y="105"/>
                    <a:pt x="493" y="105"/>
                    <a:pt x="493" y="105"/>
                  </a:cubicBezTo>
                  <a:cubicBezTo>
                    <a:pt x="493" y="105"/>
                    <a:pt x="493" y="105"/>
                    <a:pt x="492" y="105"/>
                  </a:cubicBezTo>
                  <a:cubicBezTo>
                    <a:pt x="489" y="105"/>
                    <a:pt x="493" y="97"/>
                    <a:pt x="497" y="101"/>
                  </a:cubicBezTo>
                  <a:cubicBezTo>
                    <a:pt x="498" y="102"/>
                    <a:pt x="498" y="102"/>
                    <a:pt x="498" y="103"/>
                  </a:cubicBezTo>
                  <a:cubicBezTo>
                    <a:pt x="498" y="106"/>
                    <a:pt x="494" y="107"/>
                    <a:pt x="493" y="105"/>
                  </a:cubicBezTo>
                  <a:close/>
                  <a:moveTo>
                    <a:pt x="495" y="108"/>
                  </a:moveTo>
                  <a:cubicBezTo>
                    <a:pt x="495" y="108"/>
                    <a:pt x="494" y="109"/>
                    <a:pt x="494" y="108"/>
                  </a:cubicBezTo>
                  <a:cubicBezTo>
                    <a:pt x="493" y="108"/>
                    <a:pt x="495" y="107"/>
                    <a:pt x="495" y="108"/>
                  </a:cubicBezTo>
                  <a:close/>
                  <a:moveTo>
                    <a:pt x="494" y="174"/>
                  </a:moveTo>
                  <a:cubicBezTo>
                    <a:pt x="494" y="175"/>
                    <a:pt x="492" y="176"/>
                    <a:pt x="492" y="175"/>
                  </a:cubicBezTo>
                  <a:cubicBezTo>
                    <a:pt x="492" y="174"/>
                    <a:pt x="494" y="173"/>
                    <a:pt x="494" y="174"/>
                  </a:cubicBezTo>
                  <a:close/>
                  <a:moveTo>
                    <a:pt x="495" y="98"/>
                  </a:moveTo>
                  <a:cubicBezTo>
                    <a:pt x="496" y="99"/>
                    <a:pt x="494" y="98"/>
                    <a:pt x="495" y="98"/>
                  </a:cubicBezTo>
                  <a:close/>
                  <a:moveTo>
                    <a:pt x="499" y="91"/>
                  </a:moveTo>
                  <a:cubicBezTo>
                    <a:pt x="498" y="92"/>
                    <a:pt x="497" y="91"/>
                    <a:pt x="499" y="91"/>
                  </a:cubicBezTo>
                  <a:close/>
                  <a:moveTo>
                    <a:pt x="491" y="166"/>
                  </a:moveTo>
                  <a:cubicBezTo>
                    <a:pt x="491" y="167"/>
                    <a:pt x="489" y="169"/>
                    <a:pt x="488" y="169"/>
                  </a:cubicBezTo>
                  <a:cubicBezTo>
                    <a:pt x="488" y="167"/>
                    <a:pt x="490" y="167"/>
                    <a:pt x="491" y="166"/>
                  </a:cubicBezTo>
                  <a:close/>
                  <a:moveTo>
                    <a:pt x="485" y="144"/>
                  </a:moveTo>
                  <a:cubicBezTo>
                    <a:pt x="488" y="143"/>
                    <a:pt x="489" y="145"/>
                    <a:pt x="485" y="144"/>
                  </a:cubicBezTo>
                  <a:close/>
                  <a:moveTo>
                    <a:pt x="486" y="93"/>
                  </a:moveTo>
                  <a:cubicBezTo>
                    <a:pt x="488" y="92"/>
                    <a:pt x="489" y="91"/>
                    <a:pt x="491" y="90"/>
                  </a:cubicBezTo>
                  <a:cubicBezTo>
                    <a:pt x="490" y="92"/>
                    <a:pt x="488" y="92"/>
                    <a:pt x="486" y="93"/>
                  </a:cubicBezTo>
                  <a:close/>
                  <a:moveTo>
                    <a:pt x="491" y="61"/>
                  </a:moveTo>
                  <a:cubicBezTo>
                    <a:pt x="491" y="60"/>
                    <a:pt x="492" y="60"/>
                    <a:pt x="493" y="61"/>
                  </a:cubicBezTo>
                  <a:cubicBezTo>
                    <a:pt x="492" y="61"/>
                    <a:pt x="492" y="61"/>
                    <a:pt x="491" y="61"/>
                  </a:cubicBezTo>
                  <a:close/>
                  <a:moveTo>
                    <a:pt x="490" y="74"/>
                  </a:moveTo>
                  <a:cubicBezTo>
                    <a:pt x="491" y="73"/>
                    <a:pt x="491" y="75"/>
                    <a:pt x="490" y="74"/>
                  </a:cubicBezTo>
                  <a:close/>
                  <a:moveTo>
                    <a:pt x="489" y="67"/>
                  </a:moveTo>
                  <a:cubicBezTo>
                    <a:pt x="488" y="66"/>
                    <a:pt x="490" y="66"/>
                    <a:pt x="490" y="66"/>
                  </a:cubicBezTo>
                  <a:cubicBezTo>
                    <a:pt x="491" y="67"/>
                    <a:pt x="489" y="68"/>
                    <a:pt x="489" y="67"/>
                  </a:cubicBezTo>
                  <a:close/>
                  <a:moveTo>
                    <a:pt x="488" y="60"/>
                  </a:moveTo>
                  <a:cubicBezTo>
                    <a:pt x="488" y="60"/>
                    <a:pt x="489" y="60"/>
                    <a:pt x="489" y="60"/>
                  </a:cubicBezTo>
                  <a:cubicBezTo>
                    <a:pt x="489" y="60"/>
                    <a:pt x="489" y="61"/>
                    <a:pt x="488" y="60"/>
                  </a:cubicBezTo>
                  <a:close/>
                  <a:moveTo>
                    <a:pt x="492" y="82"/>
                  </a:moveTo>
                  <a:cubicBezTo>
                    <a:pt x="492" y="84"/>
                    <a:pt x="487" y="83"/>
                    <a:pt x="487" y="81"/>
                  </a:cubicBezTo>
                  <a:cubicBezTo>
                    <a:pt x="487" y="79"/>
                    <a:pt x="492" y="79"/>
                    <a:pt x="492" y="82"/>
                  </a:cubicBezTo>
                  <a:close/>
                  <a:moveTo>
                    <a:pt x="483" y="73"/>
                  </a:moveTo>
                  <a:cubicBezTo>
                    <a:pt x="482" y="71"/>
                    <a:pt x="487" y="70"/>
                    <a:pt x="487" y="72"/>
                  </a:cubicBezTo>
                  <a:cubicBezTo>
                    <a:pt x="488" y="75"/>
                    <a:pt x="483" y="74"/>
                    <a:pt x="483" y="73"/>
                  </a:cubicBezTo>
                  <a:close/>
                  <a:moveTo>
                    <a:pt x="483" y="60"/>
                  </a:moveTo>
                  <a:cubicBezTo>
                    <a:pt x="483" y="60"/>
                    <a:pt x="483" y="60"/>
                    <a:pt x="483" y="60"/>
                  </a:cubicBezTo>
                  <a:cubicBezTo>
                    <a:pt x="484" y="62"/>
                    <a:pt x="481" y="59"/>
                    <a:pt x="483" y="60"/>
                  </a:cubicBezTo>
                  <a:close/>
                  <a:moveTo>
                    <a:pt x="482" y="62"/>
                  </a:moveTo>
                  <a:cubicBezTo>
                    <a:pt x="483" y="63"/>
                    <a:pt x="481" y="63"/>
                    <a:pt x="481" y="62"/>
                  </a:cubicBezTo>
                  <a:cubicBezTo>
                    <a:pt x="481" y="62"/>
                    <a:pt x="482" y="62"/>
                    <a:pt x="482" y="62"/>
                  </a:cubicBezTo>
                  <a:close/>
                  <a:moveTo>
                    <a:pt x="487" y="184"/>
                  </a:moveTo>
                  <a:cubicBezTo>
                    <a:pt x="487" y="185"/>
                    <a:pt x="485" y="186"/>
                    <a:pt x="484" y="186"/>
                  </a:cubicBezTo>
                  <a:cubicBezTo>
                    <a:pt x="485" y="185"/>
                    <a:pt x="486" y="185"/>
                    <a:pt x="487" y="184"/>
                  </a:cubicBezTo>
                  <a:close/>
                  <a:moveTo>
                    <a:pt x="495" y="174"/>
                  </a:moveTo>
                  <a:cubicBezTo>
                    <a:pt x="495" y="174"/>
                    <a:pt x="495" y="174"/>
                    <a:pt x="495" y="174"/>
                  </a:cubicBezTo>
                  <a:cubicBezTo>
                    <a:pt x="495" y="175"/>
                    <a:pt x="494" y="175"/>
                    <a:pt x="495" y="174"/>
                  </a:cubicBezTo>
                  <a:close/>
                  <a:moveTo>
                    <a:pt x="498" y="141"/>
                  </a:moveTo>
                  <a:cubicBezTo>
                    <a:pt x="499" y="142"/>
                    <a:pt x="497" y="143"/>
                    <a:pt x="497" y="142"/>
                  </a:cubicBezTo>
                  <a:cubicBezTo>
                    <a:pt x="496" y="141"/>
                    <a:pt x="498" y="141"/>
                    <a:pt x="498" y="141"/>
                  </a:cubicBezTo>
                  <a:close/>
                  <a:moveTo>
                    <a:pt x="497" y="131"/>
                  </a:moveTo>
                  <a:cubicBezTo>
                    <a:pt x="497" y="131"/>
                    <a:pt x="498" y="131"/>
                    <a:pt x="498" y="131"/>
                  </a:cubicBezTo>
                  <a:cubicBezTo>
                    <a:pt x="499" y="132"/>
                    <a:pt x="497" y="132"/>
                    <a:pt x="497" y="131"/>
                  </a:cubicBezTo>
                  <a:close/>
                  <a:moveTo>
                    <a:pt x="498" y="128"/>
                  </a:moveTo>
                  <a:cubicBezTo>
                    <a:pt x="499" y="129"/>
                    <a:pt x="500" y="126"/>
                    <a:pt x="501" y="126"/>
                  </a:cubicBezTo>
                  <a:cubicBezTo>
                    <a:pt x="508" y="122"/>
                    <a:pt x="510" y="132"/>
                    <a:pt x="502" y="132"/>
                  </a:cubicBezTo>
                  <a:cubicBezTo>
                    <a:pt x="501" y="132"/>
                    <a:pt x="498" y="131"/>
                    <a:pt x="498" y="128"/>
                  </a:cubicBezTo>
                  <a:close/>
                  <a:moveTo>
                    <a:pt x="502" y="94"/>
                  </a:moveTo>
                  <a:cubicBezTo>
                    <a:pt x="503" y="93"/>
                    <a:pt x="504" y="95"/>
                    <a:pt x="502" y="94"/>
                  </a:cubicBezTo>
                  <a:close/>
                  <a:moveTo>
                    <a:pt x="505" y="67"/>
                  </a:moveTo>
                  <a:cubicBezTo>
                    <a:pt x="505" y="67"/>
                    <a:pt x="505" y="68"/>
                    <a:pt x="504" y="68"/>
                  </a:cubicBezTo>
                  <a:cubicBezTo>
                    <a:pt x="502" y="68"/>
                    <a:pt x="504" y="64"/>
                    <a:pt x="505" y="67"/>
                  </a:cubicBezTo>
                  <a:close/>
                  <a:moveTo>
                    <a:pt x="503" y="121"/>
                  </a:moveTo>
                  <a:cubicBezTo>
                    <a:pt x="504" y="121"/>
                    <a:pt x="502" y="123"/>
                    <a:pt x="501" y="122"/>
                  </a:cubicBezTo>
                  <a:cubicBezTo>
                    <a:pt x="502" y="122"/>
                    <a:pt x="502" y="122"/>
                    <a:pt x="503" y="121"/>
                  </a:cubicBezTo>
                  <a:close/>
                  <a:moveTo>
                    <a:pt x="506" y="123"/>
                  </a:moveTo>
                  <a:cubicBezTo>
                    <a:pt x="507" y="123"/>
                    <a:pt x="505" y="124"/>
                    <a:pt x="505" y="124"/>
                  </a:cubicBezTo>
                  <a:cubicBezTo>
                    <a:pt x="505" y="123"/>
                    <a:pt x="505" y="122"/>
                    <a:pt x="506" y="123"/>
                  </a:cubicBezTo>
                  <a:close/>
                  <a:moveTo>
                    <a:pt x="506" y="142"/>
                  </a:moveTo>
                  <a:cubicBezTo>
                    <a:pt x="507" y="142"/>
                    <a:pt x="505" y="143"/>
                    <a:pt x="505" y="142"/>
                  </a:cubicBezTo>
                  <a:cubicBezTo>
                    <a:pt x="505" y="142"/>
                    <a:pt x="506" y="142"/>
                    <a:pt x="506" y="142"/>
                  </a:cubicBezTo>
                  <a:close/>
                  <a:moveTo>
                    <a:pt x="502" y="137"/>
                  </a:moveTo>
                  <a:cubicBezTo>
                    <a:pt x="503" y="139"/>
                    <a:pt x="499" y="139"/>
                    <a:pt x="499" y="138"/>
                  </a:cubicBezTo>
                  <a:cubicBezTo>
                    <a:pt x="499" y="136"/>
                    <a:pt x="502" y="136"/>
                    <a:pt x="502" y="137"/>
                  </a:cubicBezTo>
                  <a:close/>
                  <a:moveTo>
                    <a:pt x="504" y="199"/>
                  </a:moveTo>
                  <a:cubicBezTo>
                    <a:pt x="504" y="199"/>
                    <a:pt x="503" y="200"/>
                    <a:pt x="503" y="200"/>
                  </a:cubicBezTo>
                  <a:cubicBezTo>
                    <a:pt x="501" y="200"/>
                    <a:pt x="503" y="197"/>
                    <a:pt x="504" y="199"/>
                  </a:cubicBezTo>
                  <a:close/>
                  <a:moveTo>
                    <a:pt x="512" y="113"/>
                  </a:moveTo>
                  <a:cubicBezTo>
                    <a:pt x="512" y="114"/>
                    <a:pt x="509" y="116"/>
                    <a:pt x="507" y="114"/>
                  </a:cubicBezTo>
                  <a:cubicBezTo>
                    <a:pt x="506" y="113"/>
                    <a:pt x="511" y="111"/>
                    <a:pt x="512" y="113"/>
                  </a:cubicBezTo>
                  <a:close/>
                  <a:moveTo>
                    <a:pt x="508" y="101"/>
                  </a:moveTo>
                  <a:cubicBezTo>
                    <a:pt x="508" y="100"/>
                    <a:pt x="509" y="100"/>
                    <a:pt x="510" y="101"/>
                  </a:cubicBezTo>
                  <a:cubicBezTo>
                    <a:pt x="511" y="102"/>
                    <a:pt x="508" y="102"/>
                    <a:pt x="508" y="101"/>
                  </a:cubicBezTo>
                  <a:close/>
                  <a:moveTo>
                    <a:pt x="510" y="102"/>
                  </a:moveTo>
                  <a:cubicBezTo>
                    <a:pt x="511" y="101"/>
                    <a:pt x="512" y="103"/>
                    <a:pt x="510" y="102"/>
                  </a:cubicBezTo>
                  <a:close/>
                  <a:moveTo>
                    <a:pt x="514" y="132"/>
                  </a:moveTo>
                  <a:cubicBezTo>
                    <a:pt x="514" y="132"/>
                    <a:pt x="514" y="133"/>
                    <a:pt x="514" y="134"/>
                  </a:cubicBezTo>
                  <a:cubicBezTo>
                    <a:pt x="512" y="137"/>
                    <a:pt x="512" y="131"/>
                    <a:pt x="514" y="132"/>
                  </a:cubicBezTo>
                  <a:close/>
                  <a:moveTo>
                    <a:pt x="515" y="154"/>
                  </a:moveTo>
                  <a:cubicBezTo>
                    <a:pt x="515" y="154"/>
                    <a:pt x="515" y="153"/>
                    <a:pt x="515" y="153"/>
                  </a:cubicBezTo>
                  <a:cubicBezTo>
                    <a:pt x="516" y="154"/>
                    <a:pt x="515" y="155"/>
                    <a:pt x="515" y="154"/>
                  </a:cubicBezTo>
                  <a:close/>
                  <a:moveTo>
                    <a:pt x="516" y="153"/>
                  </a:moveTo>
                  <a:cubicBezTo>
                    <a:pt x="516" y="151"/>
                    <a:pt x="519" y="152"/>
                    <a:pt x="516" y="153"/>
                  </a:cubicBezTo>
                  <a:close/>
                  <a:moveTo>
                    <a:pt x="513" y="148"/>
                  </a:moveTo>
                  <a:cubicBezTo>
                    <a:pt x="514" y="147"/>
                    <a:pt x="516" y="145"/>
                    <a:pt x="517" y="145"/>
                  </a:cubicBezTo>
                  <a:cubicBezTo>
                    <a:pt x="520" y="143"/>
                    <a:pt x="516" y="149"/>
                    <a:pt x="513" y="148"/>
                  </a:cubicBezTo>
                  <a:close/>
                  <a:moveTo>
                    <a:pt x="515" y="134"/>
                  </a:moveTo>
                  <a:cubicBezTo>
                    <a:pt x="514" y="133"/>
                    <a:pt x="515" y="133"/>
                    <a:pt x="515" y="134"/>
                  </a:cubicBezTo>
                  <a:close/>
                  <a:moveTo>
                    <a:pt x="518" y="86"/>
                  </a:moveTo>
                  <a:cubicBezTo>
                    <a:pt x="517" y="86"/>
                    <a:pt x="519" y="86"/>
                    <a:pt x="519" y="86"/>
                  </a:cubicBezTo>
                  <a:cubicBezTo>
                    <a:pt x="520" y="86"/>
                    <a:pt x="518" y="87"/>
                    <a:pt x="518" y="86"/>
                  </a:cubicBezTo>
                  <a:close/>
                  <a:moveTo>
                    <a:pt x="518" y="88"/>
                  </a:moveTo>
                  <a:cubicBezTo>
                    <a:pt x="519" y="87"/>
                    <a:pt x="520" y="88"/>
                    <a:pt x="518" y="88"/>
                  </a:cubicBezTo>
                  <a:close/>
                  <a:moveTo>
                    <a:pt x="519" y="94"/>
                  </a:moveTo>
                  <a:cubicBezTo>
                    <a:pt x="519" y="96"/>
                    <a:pt x="514" y="96"/>
                    <a:pt x="515" y="93"/>
                  </a:cubicBezTo>
                  <a:cubicBezTo>
                    <a:pt x="515" y="92"/>
                    <a:pt x="519" y="92"/>
                    <a:pt x="519" y="94"/>
                  </a:cubicBezTo>
                  <a:close/>
                  <a:moveTo>
                    <a:pt x="516" y="113"/>
                  </a:moveTo>
                  <a:cubicBezTo>
                    <a:pt x="516" y="112"/>
                    <a:pt x="516" y="112"/>
                    <a:pt x="516" y="112"/>
                  </a:cubicBezTo>
                  <a:cubicBezTo>
                    <a:pt x="518" y="110"/>
                    <a:pt x="517" y="114"/>
                    <a:pt x="516" y="113"/>
                  </a:cubicBezTo>
                  <a:close/>
                  <a:moveTo>
                    <a:pt x="518" y="143"/>
                  </a:moveTo>
                  <a:cubicBezTo>
                    <a:pt x="518" y="143"/>
                    <a:pt x="516" y="144"/>
                    <a:pt x="516" y="144"/>
                  </a:cubicBezTo>
                  <a:cubicBezTo>
                    <a:pt x="516" y="143"/>
                    <a:pt x="517" y="142"/>
                    <a:pt x="518" y="143"/>
                  </a:cubicBezTo>
                  <a:close/>
                  <a:moveTo>
                    <a:pt x="515" y="139"/>
                  </a:moveTo>
                  <a:cubicBezTo>
                    <a:pt x="516" y="140"/>
                    <a:pt x="515" y="140"/>
                    <a:pt x="515" y="140"/>
                  </a:cubicBezTo>
                  <a:cubicBezTo>
                    <a:pt x="515" y="140"/>
                    <a:pt x="515" y="139"/>
                    <a:pt x="515" y="139"/>
                  </a:cubicBezTo>
                  <a:close/>
                  <a:moveTo>
                    <a:pt x="519" y="150"/>
                  </a:moveTo>
                  <a:cubicBezTo>
                    <a:pt x="520" y="150"/>
                    <a:pt x="518" y="151"/>
                    <a:pt x="518" y="151"/>
                  </a:cubicBezTo>
                  <a:cubicBezTo>
                    <a:pt x="517" y="150"/>
                    <a:pt x="519" y="150"/>
                    <a:pt x="519" y="150"/>
                  </a:cubicBezTo>
                  <a:close/>
                  <a:moveTo>
                    <a:pt x="525" y="72"/>
                  </a:moveTo>
                  <a:cubicBezTo>
                    <a:pt x="525" y="72"/>
                    <a:pt x="525" y="72"/>
                    <a:pt x="524" y="72"/>
                  </a:cubicBezTo>
                  <a:cubicBezTo>
                    <a:pt x="524" y="72"/>
                    <a:pt x="525" y="71"/>
                    <a:pt x="525" y="72"/>
                  </a:cubicBezTo>
                  <a:close/>
                  <a:moveTo>
                    <a:pt x="509" y="73"/>
                  </a:moveTo>
                  <a:cubicBezTo>
                    <a:pt x="510" y="72"/>
                    <a:pt x="513" y="74"/>
                    <a:pt x="516" y="74"/>
                  </a:cubicBezTo>
                  <a:cubicBezTo>
                    <a:pt x="517" y="73"/>
                    <a:pt x="522" y="72"/>
                    <a:pt x="523" y="73"/>
                  </a:cubicBezTo>
                  <a:cubicBezTo>
                    <a:pt x="523" y="75"/>
                    <a:pt x="517" y="75"/>
                    <a:pt x="517" y="75"/>
                  </a:cubicBezTo>
                  <a:cubicBezTo>
                    <a:pt x="517" y="76"/>
                    <a:pt x="520" y="79"/>
                    <a:pt x="520" y="79"/>
                  </a:cubicBezTo>
                  <a:cubicBezTo>
                    <a:pt x="522" y="87"/>
                    <a:pt x="509" y="84"/>
                    <a:pt x="506" y="82"/>
                  </a:cubicBezTo>
                  <a:cubicBezTo>
                    <a:pt x="501" y="80"/>
                    <a:pt x="510" y="81"/>
                    <a:pt x="507" y="77"/>
                  </a:cubicBezTo>
                  <a:cubicBezTo>
                    <a:pt x="511" y="79"/>
                    <a:pt x="508" y="74"/>
                    <a:pt x="509" y="73"/>
                  </a:cubicBezTo>
                  <a:close/>
                  <a:moveTo>
                    <a:pt x="509" y="61"/>
                  </a:moveTo>
                  <a:cubicBezTo>
                    <a:pt x="510" y="61"/>
                    <a:pt x="508" y="62"/>
                    <a:pt x="507" y="61"/>
                  </a:cubicBezTo>
                  <a:cubicBezTo>
                    <a:pt x="507" y="61"/>
                    <a:pt x="509" y="60"/>
                    <a:pt x="509" y="61"/>
                  </a:cubicBezTo>
                  <a:close/>
                  <a:moveTo>
                    <a:pt x="511" y="36"/>
                  </a:moveTo>
                  <a:cubicBezTo>
                    <a:pt x="511" y="37"/>
                    <a:pt x="509" y="37"/>
                    <a:pt x="509" y="36"/>
                  </a:cubicBezTo>
                  <a:cubicBezTo>
                    <a:pt x="509" y="35"/>
                    <a:pt x="510" y="35"/>
                    <a:pt x="511" y="36"/>
                  </a:cubicBezTo>
                  <a:close/>
                  <a:moveTo>
                    <a:pt x="509" y="38"/>
                  </a:moveTo>
                  <a:cubicBezTo>
                    <a:pt x="509" y="40"/>
                    <a:pt x="506" y="39"/>
                    <a:pt x="506" y="38"/>
                  </a:cubicBezTo>
                  <a:cubicBezTo>
                    <a:pt x="506" y="37"/>
                    <a:pt x="509" y="36"/>
                    <a:pt x="509" y="38"/>
                  </a:cubicBezTo>
                  <a:close/>
                  <a:moveTo>
                    <a:pt x="509" y="50"/>
                  </a:moveTo>
                  <a:cubicBezTo>
                    <a:pt x="504" y="53"/>
                    <a:pt x="503" y="50"/>
                    <a:pt x="509" y="50"/>
                  </a:cubicBezTo>
                  <a:close/>
                  <a:moveTo>
                    <a:pt x="506" y="53"/>
                  </a:moveTo>
                  <a:cubicBezTo>
                    <a:pt x="505" y="54"/>
                    <a:pt x="504" y="53"/>
                    <a:pt x="504" y="53"/>
                  </a:cubicBezTo>
                  <a:cubicBezTo>
                    <a:pt x="504" y="53"/>
                    <a:pt x="506" y="53"/>
                    <a:pt x="506" y="53"/>
                  </a:cubicBezTo>
                  <a:close/>
                  <a:moveTo>
                    <a:pt x="504" y="64"/>
                  </a:moveTo>
                  <a:cubicBezTo>
                    <a:pt x="503" y="65"/>
                    <a:pt x="502" y="65"/>
                    <a:pt x="501" y="65"/>
                  </a:cubicBezTo>
                  <a:cubicBezTo>
                    <a:pt x="501" y="64"/>
                    <a:pt x="503" y="63"/>
                    <a:pt x="504" y="64"/>
                  </a:cubicBezTo>
                  <a:close/>
                  <a:moveTo>
                    <a:pt x="501" y="64"/>
                  </a:moveTo>
                  <a:cubicBezTo>
                    <a:pt x="501" y="64"/>
                    <a:pt x="500" y="65"/>
                    <a:pt x="500" y="64"/>
                  </a:cubicBezTo>
                  <a:cubicBezTo>
                    <a:pt x="500" y="64"/>
                    <a:pt x="501" y="63"/>
                    <a:pt x="501" y="64"/>
                  </a:cubicBezTo>
                  <a:close/>
                  <a:moveTo>
                    <a:pt x="501" y="123"/>
                  </a:moveTo>
                  <a:cubicBezTo>
                    <a:pt x="501" y="123"/>
                    <a:pt x="501" y="123"/>
                    <a:pt x="501" y="123"/>
                  </a:cubicBezTo>
                  <a:cubicBezTo>
                    <a:pt x="502" y="125"/>
                    <a:pt x="499" y="121"/>
                    <a:pt x="501" y="123"/>
                  </a:cubicBezTo>
                  <a:close/>
                  <a:moveTo>
                    <a:pt x="499" y="65"/>
                  </a:moveTo>
                  <a:cubicBezTo>
                    <a:pt x="501" y="65"/>
                    <a:pt x="497" y="65"/>
                    <a:pt x="499" y="65"/>
                  </a:cubicBezTo>
                  <a:close/>
                  <a:moveTo>
                    <a:pt x="498" y="38"/>
                  </a:moveTo>
                  <a:cubicBezTo>
                    <a:pt x="498" y="38"/>
                    <a:pt x="497" y="39"/>
                    <a:pt x="497" y="38"/>
                  </a:cubicBezTo>
                  <a:cubicBezTo>
                    <a:pt x="497" y="38"/>
                    <a:pt x="497" y="37"/>
                    <a:pt x="498" y="38"/>
                  </a:cubicBezTo>
                  <a:close/>
                  <a:moveTo>
                    <a:pt x="497" y="31"/>
                  </a:moveTo>
                  <a:cubicBezTo>
                    <a:pt x="497" y="32"/>
                    <a:pt x="495" y="32"/>
                    <a:pt x="495" y="31"/>
                  </a:cubicBezTo>
                  <a:cubicBezTo>
                    <a:pt x="495" y="31"/>
                    <a:pt x="496" y="31"/>
                    <a:pt x="497" y="31"/>
                  </a:cubicBezTo>
                  <a:close/>
                  <a:moveTo>
                    <a:pt x="496" y="40"/>
                  </a:moveTo>
                  <a:cubicBezTo>
                    <a:pt x="496" y="41"/>
                    <a:pt x="493" y="42"/>
                    <a:pt x="493" y="41"/>
                  </a:cubicBezTo>
                  <a:cubicBezTo>
                    <a:pt x="492" y="40"/>
                    <a:pt x="495" y="39"/>
                    <a:pt x="496" y="40"/>
                  </a:cubicBezTo>
                  <a:close/>
                  <a:moveTo>
                    <a:pt x="492" y="44"/>
                  </a:moveTo>
                  <a:cubicBezTo>
                    <a:pt x="493" y="43"/>
                    <a:pt x="494" y="45"/>
                    <a:pt x="492" y="44"/>
                  </a:cubicBezTo>
                  <a:close/>
                  <a:moveTo>
                    <a:pt x="488" y="29"/>
                  </a:moveTo>
                  <a:cubicBezTo>
                    <a:pt x="489" y="30"/>
                    <a:pt x="486" y="30"/>
                    <a:pt x="486" y="29"/>
                  </a:cubicBezTo>
                  <a:cubicBezTo>
                    <a:pt x="486" y="28"/>
                    <a:pt x="488" y="28"/>
                    <a:pt x="488" y="29"/>
                  </a:cubicBezTo>
                  <a:close/>
                  <a:moveTo>
                    <a:pt x="487" y="31"/>
                  </a:moveTo>
                  <a:cubicBezTo>
                    <a:pt x="487" y="31"/>
                    <a:pt x="488" y="31"/>
                    <a:pt x="488" y="31"/>
                  </a:cubicBezTo>
                  <a:cubicBezTo>
                    <a:pt x="489" y="32"/>
                    <a:pt x="487" y="32"/>
                    <a:pt x="487" y="31"/>
                  </a:cubicBezTo>
                  <a:close/>
                  <a:moveTo>
                    <a:pt x="488" y="40"/>
                  </a:moveTo>
                  <a:cubicBezTo>
                    <a:pt x="488" y="41"/>
                    <a:pt x="487" y="41"/>
                    <a:pt x="486" y="41"/>
                  </a:cubicBezTo>
                  <a:cubicBezTo>
                    <a:pt x="486" y="40"/>
                    <a:pt x="487" y="40"/>
                    <a:pt x="488" y="40"/>
                  </a:cubicBezTo>
                  <a:close/>
                  <a:moveTo>
                    <a:pt x="484" y="41"/>
                  </a:moveTo>
                  <a:cubicBezTo>
                    <a:pt x="485" y="42"/>
                    <a:pt x="483" y="42"/>
                    <a:pt x="483" y="42"/>
                  </a:cubicBezTo>
                  <a:cubicBezTo>
                    <a:pt x="483" y="41"/>
                    <a:pt x="484" y="41"/>
                    <a:pt x="484" y="41"/>
                  </a:cubicBezTo>
                  <a:close/>
                  <a:moveTo>
                    <a:pt x="483" y="38"/>
                  </a:moveTo>
                  <a:cubicBezTo>
                    <a:pt x="482" y="37"/>
                    <a:pt x="484" y="38"/>
                    <a:pt x="483" y="38"/>
                  </a:cubicBezTo>
                  <a:close/>
                  <a:moveTo>
                    <a:pt x="483" y="51"/>
                  </a:moveTo>
                  <a:cubicBezTo>
                    <a:pt x="485" y="47"/>
                    <a:pt x="492" y="43"/>
                    <a:pt x="496" y="48"/>
                  </a:cubicBezTo>
                  <a:cubicBezTo>
                    <a:pt x="496" y="49"/>
                    <a:pt x="494" y="53"/>
                    <a:pt x="493" y="53"/>
                  </a:cubicBezTo>
                  <a:cubicBezTo>
                    <a:pt x="493" y="53"/>
                    <a:pt x="491" y="53"/>
                    <a:pt x="490" y="53"/>
                  </a:cubicBezTo>
                  <a:cubicBezTo>
                    <a:pt x="490" y="53"/>
                    <a:pt x="490" y="54"/>
                    <a:pt x="489" y="54"/>
                  </a:cubicBezTo>
                  <a:cubicBezTo>
                    <a:pt x="488" y="54"/>
                    <a:pt x="485" y="54"/>
                    <a:pt x="483" y="54"/>
                  </a:cubicBezTo>
                  <a:cubicBezTo>
                    <a:pt x="483" y="54"/>
                    <a:pt x="483" y="54"/>
                    <a:pt x="482" y="54"/>
                  </a:cubicBezTo>
                  <a:cubicBezTo>
                    <a:pt x="482" y="53"/>
                    <a:pt x="483" y="52"/>
                    <a:pt x="483" y="51"/>
                  </a:cubicBezTo>
                  <a:close/>
                  <a:moveTo>
                    <a:pt x="482" y="56"/>
                  </a:moveTo>
                  <a:cubicBezTo>
                    <a:pt x="483" y="57"/>
                    <a:pt x="480" y="57"/>
                    <a:pt x="480" y="57"/>
                  </a:cubicBezTo>
                  <a:cubicBezTo>
                    <a:pt x="479" y="55"/>
                    <a:pt x="482" y="55"/>
                    <a:pt x="482" y="56"/>
                  </a:cubicBezTo>
                  <a:close/>
                  <a:moveTo>
                    <a:pt x="479" y="43"/>
                  </a:moveTo>
                  <a:cubicBezTo>
                    <a:pt x="479" y="45"/>
                    <a:pt x="475" y="45"/>
                    <a:pt x="474" y="44"/>
                  </a:cubicBezTo>
                  <a:cubicBezTo>
                    <a:pt x="474" y="43"/>
                    <a:pt x="478" y="42"/>
                    <a:pt x="479" y="43"/>
                  </a:cubicBezTo>
                  <a:close/>
                  <a:moveTo>
                    <a:pt x="473" y="28"/>
                  </a:moveTo>
                  <a:cubicBezTo>
                    <a:pt x="472" y="28"/>
                    <a:pt x="474" y="28"/>
                    <a:pt x="473" y="28"/>
                  </a:cubicBezTo>
                  <a:close/>
                  <a:moveTo>
                    <a:pt x="471" y="33"/>
                  </a:moveTo>
                  <a:cubicBezTo>
                    <a:pt x="471" y="34"/>
                    <a:pt x="470" y="34"/>
                    <a:pt x="469" y="34"/>
                  </a:cubicBezTo>
                  <a:cubicBezTo>
                    <a:pt x="469" y="33"/>
                    <a:pt x="471" y="32"/>
                    <a:pt x="471" y="33"/>
                  </a:cubicBezTo>
                  <a:close/>
                  <a:moveTo>
                    <a:pt x="467" y="32"/>
                  </a:moveTo>
                  <a:cubicBezTo>
                    <a:pt x="469" y="31"/>
                    <a:pt x="470" y="33"/>
                    <a:pt x="467" y="32"/>
                  </a:cubicBezTo>
                  <a:close/>
                  <a:moveTo>
                    <a:pt x="467" y="46"/>
                  </a:moveTo>
                  <a:cubicBezTo>
                    <a:pt x="468" y="44"/>
                    <a:pt x="469" y="47"/>
                    <a:pt x="467" y="46"/>
                  </a:cubicBezTo>
                  <a:close/>
                  <a:moveTo>
                    <a:pt x="467" y="52"/>
                  </a:moveTo>
                  <a:cubicBezTo>
                    <a:pt x="466" y="52"/>
                    <a:pt x="468" y="53"/>
                    <a:pt x="467" y="52"/>
                  </a:cubicBezTo>
                  <a:close/>
                  <a:moveTo>
                    <a:pt x="467" y="30"/>
                  </a:moveTo>
                  <a:cubicBezTo>
                    <a:pt x="467" y="30"/>
                    <a:pt x="468" y="31"/>
                    <a:pt x="467" y="31"/>
                  </a:cubicBezTo>
                  <a:cubicBezTo>
                    <a:pt x="465" y="31"/>
                    <a:pt x="467" y="28"/>
                    <a:pt x="467" y="30"/>
                  </a:cubicBezTo>
                  <a:close/>
                  <a:moveTo>
                    <a:pt x="468" y="38"/>
                  </a:moveTo>
                  <a:cubicBezTo>
                    <a:pt x="468" y="39"/>
                    <a:pt x="466" y="40"/>
                    <a:pt x="465" y="39"/>
                  </a:cubicBezTo>
                  <a:cubicBezTo>
                    <a:pt x="465" y="38"/>
                    <a:pt x="467" y="37"/>
                    <a:pt x="468" y="38"/>
                  </a:cubicBezTo>
                  <a:close/>
                  <a:moveTo>
                    <a:pt x="464" y="49"/>
                  </a:moveTo>
                  <a:cubicBezTo>
                    <a:pt x="463" y="50"/>
                    <a:pt x="462" y="48"/>
                    <a:pt x="462" y="49"/>
                  </a:cubicBezTo>
                  <a:cubicBezTo>
                    <a:pt x="460" y="46"/>
                    <a:pt x="468" y="49"/>
                    <a:pt x="464" y="49"/>
                  </a:cubicBezTo>
                  <a:close/>
                  <a:moveTo>
                    <a:pt x="463" y="51"/>
                  </a:moveTo>
                  <a:cubicBezTo>
                    <a:pt x="463" y="51"/>
                    <a:pt x="464" y="51"/>
                    <a:pt x="464" y="51"/>
                  </a:cubicBezTo>
                  <a:cubicBezTo>
                    <a:pt x="465" y="52"/>
                    <a:pt x="464" y="51"/>
                    <a:pt x="463" y="51"/>
                  </a:cubicBezTo>
                  <a:close/>
                  <a:moveTo>
                    <a:pt x="447" y="79"/>
                  </a:moveTo>
                  <a:cubicBezTo>
                    <a:pt x="448" y="79"/>
                    <a:pt x="446" y="80"/>
                    <a:pt x="446" y="80"/>
                  </a:cubicBezTo>
                  <a:cubicBezTo>
                    <a:pt x="446" y="79"/>
                    <a:pt x="446" y="79"/>
                    <a:pt x="447" y="79"/>
                  </a:cubicBezTo>
                  <a:close/>
                  <a:moveTo>
                    <a:pt x="446" y="189"/>
                  </a:moveTo>
                  <a:cubicBezTo>
                    <a:pt x="446" y="188"/>
                    <a:pt x="448" y="188"/>
                    <a:pt x="448" y="189"/>
                  </a:cubicBezTo>
                  <a:cubicBezTo>
                    <a:pt x="448" y="190"/>
                    <a:pt x="446" y="190"/>
                    <a:pt x="446" y="189"/>
                  </a:cubicBezTo>
                  <a:close/>
                  <a:moveTo>
                    <a:pt x="449" y="610"/>
                  </a:moveTo>
                  <a:cubicBezTo>
                    <a:pt x="448" y="610"/>
                    <a:pt x="447" y="610"/>
                    <a:pt x="446" y="610"/>
                  </a:cubicBezTo>
                  <a:cubicBezTo>
                    <a:pt x="447" y="609"/>
                    <a:pt x="448" y="609"/>
                    <a:pt x="449" y="610"/>
                  </a:cubicBezTo>
                  <a:close/>
                  <a:moveTo>
                    <a:pt x="447" y="145"/>
                  </a:moveTo>
                  <a:cubicBezTo>
                    <a:pt x="446" y="146"/>
                    <a:pt x="445" y="145"/>
                    <a:pt x="447" y="145"/>
                  </a:cubicBezTo>
                  <a:close/>
                  <a:moveTo>
                    <a:pt x="447" y="126"/>
                  </a:moveTo>
                  <a:cubicBezTo>
                    <a:pt x="447" y="126"/>
                    <a:pt x="446" y="127"/>
                    <a:pt x="446" y="127"/>
                  </a:cubicBezTo>
                  <a:cubicBezTo>
                    <a:pt x="446" y="127"/>
                    <a:pt x="446" y="126"/>
                    <a:pt x="447" y="126"/>
                  </a:cubicBezTo>
                  <a:close/>
                  <a:moveTo>
                    <a:pt x="446" y="180"/>
                  </a:moveTo>
                  <a:cubicBezTo>
                    <a:pt x="446" y="184"/>
                    <a:pt x="439" y="183"/>
                    <a:pt x="438" y="180"/>
                  </a:cubicBezTo>
                  <a:cubicBezTo>
                    <a:pt x="438" y="178"/>
                    <a:pt x="446" y="176"/>
                    <a:pt x="446" y="180"/>
                  </a:cubicBezTo>
                  <a:close/>
                  <a:moveTo>
                    <a:pt x="441" y="175"/>
                  </a:moveTo>
                  <a:cubicBezTo>
                    <a:pt x="441" y="173"/>
                    <a:pt x="444" y="173"/>
                    <a:pt x="444" y="174"/>
                  </a:cubicBezTo>
                  <a:cubicBezTo>
                    <a:pt x="445" y="176"/>
                    <a:pt x="442" y="176"/>
                    <a:pt x="441" y="175"/>
                  </a:cubicBezTo>
                  <a:close/>
                  <a:moveTo>
                    <a:pt x="446" y="135"/>
                  </a:moveTo>
                  <a:cubicBezTo>
                    <a:pt x="444" y="136"/>
                    <a:pt x="441" y="137"/>
                    <a:pt x="440" y="136"/>
                  </a:cubicBezTo>
                  <a:cubicBezTo>
                    <a:pt x="442" y="136"/>
                    <a:pt x="444" y="134"/>
                    <a:pt x="446" y="135"/>
                  </a:cubicBezTo>
                  <a:close/>
                  <a:moveTo>
                    <a:pt x="443" y="79"/>
                  </a:moveTo>
                  <a:cubicBezTo>
                    <a:pt x="444" y="78"/>
                    <a:pt x="445" y="80"/>
                    <a:pt x="443" y="79"/>
                  </a:cubicBezTo>
                  <a:close/>
                  <a:moveTo>
                    <a:pt x="443" y="79"/>
                  </a:moveTo>
                  <a:cubicBezTo>
                    <a:pt x="442" y="80"/>
                    <a:pt x="440" y="81"/>
                    <a:pt x="439" y="81"/>
                  </a:cubicBezTo>
                  <a:cubicBezTo>
                    <a:pt x="439" y="79"/>
                    <a:pt x="441" y="80"/>
                    <a:pt x="443" y="79"/>
                  </a:cubicBezTo>
                  <a:close/>
                  <a:moveTo>
                    <a:pt x="438" y="137"/>
                  </a:moveTo>
                  <a:cubicBezTo>
                    <a:pt x="439" y="137"/>
                    <a:pt x="437" y="138"/>
                    <a:pt x="437" y="138"/>
                  </a:cubicBezTo>
                  <a:cubicBezTo>
                    <a:pt x="437" y="138"/>
                    <a:pt x="438" y="137"/>
                    <a:pt x="438" y="137"/>
                  </a:cubicBezTo>
                  <a:close/>
                  <a:moveTo>
                    <a:pt x="437" y="228"/>
                  </a:moveTo>
                  <a:cubicBezTo>
                    <a:pt x="436" y="229"/>
                    <a:pt x="433" y="230"/>
                    <a:pt x="432" y="232"/>
                  </a:cubicBezTo>
                  <a:cubicBezTo>
                    <a:pt x="433" y="230"/>
                    <a:pt x="435" y="229"/>
                    <a:pt x="437" y="228"/>
                  </a:cubicBezTo>
                  <a:close/>
                  <a:moveTo>
                    <a:pt x="431" y="647"/>
                  </a:moveTo>
                  <a:cubicBezTo>
                    <a:pt x="432" y="648"/>
                    <a:pt x="430" y="646"/>
                    <a:pt x="431" y="647"/>
                  </a:cubicBezTo>
                  <a:close/>
                  <a:moveTo>
                    <a:pt x="430" y="190"/>
                  </a:move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lose/>
                  <a:moveTo>
                    <a:pt x="430" y="233"/>
                  </a:moveTo>
                  <a:cubicBezTo>
                    <a:pt x="428" y="236"/>
                    <a:pt x="427" y="233"/>
                    <a:pt x="430" y="233"/>
                  </a:cubicBezTo>
                  <a:close/>
                  <a:moveTo>
                    <a:pt x="430" y="647"/>
                  </a:moveTo>
                  <a:cubicBezTo>
                    <a:pt x="430" y="648"/>
                    <a:pt x="428" y="648"/>
                    <a:pt x="428" y="648"/>
                  </a:cubicBezTo>
                  <a:cubicBezTo>
                    <a:pt x="428" y="647"/>
                    <a:pt x="429" y="647"/>
                    <a:pt x="430" y="647"/>
                  </a:cubicBezTo>
                  <a:close/>
                  <a:moveTo>
                    <a:pt x="427" y="105"/>
                  </a:moveTo>
                  <a:cubicBezTo>
                    <a:pt x="426" y="104"/>
                    <a:pt x="428" y="106"/>
                    <a:pt x="427" y="105"/>
                  </a:cubicBezTo>
                  <a:close/>
                  <a:moveTo>
                    <a:pt x="426" y="572"/>
                  </a:moveTo>
                  <a:cubicBezTo>
                    <a:pt x="427" y="571"/>
                    <a:pt x="427" y="574"/>
                    <a:pt x="426" y="573"/>
                  </a:cubicBezTo>
                  <a:cubicBezTo>
                    <a:pt x="426" y="573"/>
                    <a:pt x="426" y="572"/>
                    <a:pt x="426" y="572"/>
                  </a:cubicBezTo>
                  <a:close/>
                  <a:moveTo>
                    <a:pt x="424" y="210"/>
                  </a:moveTo>
                  <a:cubicBezTo>
                    <a:pt x="425" y="209"/>
                    <a:pt x="426" y="211"/>
                    <a:pt x="424" y="210"/>
                  </a:cubicBezTo>
                  <a:close/>
                  <a:moveTo>
                    <a:pt x="422" y="80"/>
                  </a:moveTo>
                  <a:cubicBezTo>
                    <a:pt x="423" y="81"/>
                    <a:pt x="421" y="81"/>
                    <a:pt x="420" y="81"/>
                  </a:cubicBezTo>
                  <a:cubicBezTo>
                    <a:pt x="420" y="80"/>
                    <a:pt x="422" y="80"/>
                    <a:pt x="422" y="80"/>
                  </a:cubicBezTo>
                  <a:close/>
                  <a:moveTo>
                    <a:pt x="423" y="85"/>
                  </a:moveTo>
                  <a:cubicBezTo>
                    <a:pt x="423" y="85"/>
                    <a:pt x="420" y="86"/>
                    <a:pt x="420" y="85"/>
                  </a:cubicBezTo>
                  <a:cubicBezTo>
                    <a:pt x="419" y="85"/>
                    <a:pt x="424" y="83"/>
                    <a:pt x="423" y="85"/>
                  </a:cubicBezTo>
                  <a:close/>
                  <a:moveTo>
                    <a:pt x="421" y="667"/>
                  </a:moveTo>
                  <a:cubicBezTo>
                    <a:pt x="423" y="666"/>
                    <a:pt x="422" y="668"/>
                    <a:pt x="421" y="667"/>
                  </a:cubicBezTo>
                  <a:close/>
                  <a:moveTo>
                    <a:pt x="419" y="54"/>
                  </a:moveTo>
                  <a:cubicBezTo>
                    <a:pt x="420" y="54"/>
                    <a:pt x="419" y="55"/>
                    <a:pt x="419" y="55"/>
                  </a:cubicBezTo>
                  <a:cubicBezTo>
                    <a:pt x="418" y="55"/>
                    <a:pt x="418" y="54"/>
                    <a:pt x="419" y="54"/>
                  </a:cubicBezTo>
                  <a:close/>
                  <a:moveTo>
                    <a:pt x="419" y="61"/>
                  </a:moveTo>
                  <a:cubicBezTo>
                    <a:pt x="419" y="61"/>
                    <a:pt x="417" y="61"/>
                    <a:pt x="417" y="60"/>
                  </a:cubicBezTo>
                  <a:cubicBezTo>
                    <a:pt x="417" y="60"/>
                    <a:pt x="418" y="60"/>
                    <a:pt x="419" y="61"/>
                  </a:cubicBezTo>
                  <a:close/>
                  <a:moveTo>
                    <a:pt x="411" y="63"/>
                  </a:moveTo>
                  <a:cubicBezTo>
                    <a:pt x="411" y="63"/>
                    <a:pt x="410" y="64"/>
                    <a:pt x="410" y="63"/>
                  </a:cubicBezTo>
                  <a:cubicBezTo>
                    <a:pt x="409" y="63"/>
                    <a:pt x="411" y="62"/>
                    <a:pt x="411" y="63"/>
                  </a:cubicBezTo>
                  <a:close/>
                  <a:moveTo>
                    <a:pt x="408" y="93"/>
                  </a:moveTo>
                  <a:cubicBezTo>
                    <a:pt x="408" y="94"/>
                    <a:pt x="407" y="94"/>
                    <a:pt x="407" y="94"/>
                  </a:cubicBezTo>
                  <a:cubicBezTo>
                    <a:pt x="406" y="93"/>
                    <a:pt x="408" y="93"/>
                    <a:pt x="408" y="93"/>
                  </a:cubicBezTo>
                  <a:close/>
                  <a:moveTo>
                    <a:pt x="406" y="125"/>
                  </a:moveTo>
                  <a:cubicBezTo>
                    <a:pt x="406" y="126"/>
                    <a:pt x="404" y="125"/>
                    <a:pt x="406" y="125"/>
                  </a:cubicBezTo>
                  <a:close/>
                  <a:moveTo>
                    <a:pt x="405" y="97"/>
                  </a:moveTo>
                  <a:cubicBezTo>
                    <a:pt x="404" y="97"/>
                    <a:pt x="404" y="97"/>
                    <a:pt x="404" y="96"/>
                  </a:cubicBezTo>
                  <a:cubicBezTo>
                    <a:pt x="403" y="95"/>
                    <a:pt x="406" y="97"/>
                    <a:pt x="405" y="97"/>
                  </a:cubicBezTo>
                  <a:close/>
                  <a:moveTo>
                    <a:pt x="408" y="154"/>
                  </a:moveTo>
                  <a:cubicBezTo>
                    <a:pt x="406" y="156"/>
                    <a:pt x="402" y="158"/>
                    <a:pt x="399" y="158"/>
                  </a:cubicBezTo>
                  <a:cubicBezTo>
                    <a:pt x="402" y="157"/>
                    <a:pt x="405" y="156"/>
                    <a:pt x="408" y="154"/>
                  </a:cubicBezTo>
                  <a:close/>
                  <a:moveTo>
                    <a:pt x="399" y="122"/>
                  </a:moveTo>
                  <a:cubicBezTo>
                    <a:pt x="399" y="122"/>
                    <a:pt x="400" y="121"/>
                    <a:pt x="400" y="122"/>
                  </a:cubicBezTo>
                  <a:cubicBezTo>
                    <a:pt x="400" y="122"/>
                    <a:pt x="400" y="123"/>
                    <a:pt x="399" y="122"/>
                  </a:cubicBezTo>
                  <a:close/>
                  <a:moveTo>
                    <a:pt x="401" y="71"/>
                  </a:moveTo>
                  <a:cubicBezTo>
                    <a:pt x="402" y="72"/>
                    <a:pt x="400" y="73"/>
                    <a:pt x="399" y="72"/>
                  </a:cubicBezTo>
                  <a:cubicBezTo>
                    <a:pt x="399" y="71"/>
                    <a:pt x="401" y="70"/>
                    <a:pt x="401" y="71"/>
                  </a:cubicBezTo>
                  <a:close/>
                  <a:moveTo>
                    <a:pt x="399" y="97"/>
                  </a:moveTo>
                  <a:cubicBezTo>
                    <a:pt x="399" y="97"/>
                    <a:pt x="398" y="98"/>
                    <a:pt x="397" y="97"/>
                  </a:cubicBezTo>
                  <a:cubicBezTo>
                    <a:pt x="398" y="97"/>
                    <a:pt x="398" y="97"/>
                    <a:pt x="399" y="97"/>
                  </a:cubicBezTo>
                  <a:close/>
                  <a:moveTo>
                    <a:pt x="398" y="160"/>
                  </a:moveTo>
                  <a:cubicBezTo>
                    <a:pt x="398" y="160"/>
                    <a:pt x="398" y="159"/>
                    <a:pt x="399" y="159"/>
                  </a:cubicBezTo>
                  <a:cubicBezTo>
                    <a:pt x="399" y="159"/>
                    <a:pt x="398" y="160"/>
                    <a:pt x="398" y="160"/>
                  </a:cubicBezTo>
                  <a:close/>
                  <a:moveTo>
                    <a:pt x="398" y="169"/>
                  </a:moveTo>
                  <a:cubicBezTo>
                    <a:pt x="399" y="170"/>
                    <a:pt x="397" y="171"/>
                    <a:pt x="397" y="170"/>
                  </a:cubicBezTo>
                  <a:cubicBezTo>
                    <a:pt x="397" y="169"/>
                    <a:pt x="398" y="169"/>
                    <a:pt x="398" y="169"/>
                  </a:cubicBezTo>
                  <a:close/>
                  <a:moveTo>
                    <a:pt x="397" y="159"/>
                  </a:moveTo>
                  <a:cubicBezTo>
                    <a:pt x="397" y="160"/>
                    <a:pt x="395" y="162"/>
                    <a:pt x="395" y="161"/>
                  </a:cubicBezTo>
                  <a:cubicBezTo>
                    <a:pt x="395" y="160"/>
                    <a:pt x="397" y="160"/>
                    <a:pt x="397" y="159"/>
                  </a:cubicBezTo>
                  <a:close/>
                  <a:moveTo>
                    <a:pt x="395" y="78"/>
                  </a:moveTo>
                  <a:cubicBezTo>
                    <a:pt x="395" y="78"/>
                    <a:pt x="394" y="78"/>
                    <a:pt x="394" y="78"/>
                  </a:cubicBezTo>
                  <a:cubicBezTo>
                    <a:pt x="393" y="78"/>
                    <a:pt x="395" y="78"/>
                    <a:pt x="395" y="78"/>
                  </a:cubicBezTo>
                  <a:close/>
                  <a:moveTo>
                    <a:pt x="392" y="104"/>
                  </a:moveTo>
                  <a:cubicBezTo>
                    <a:pt x="393" y="106"/>
                    <a:pt x="390" y="105"/>
                    <a:pt x="390" y="104"/>
                  </a:cubicBezTo>
                  <a:cubicBezTo>
                    <a:pt x="390" y="102"/>
                    <a:pt x="392" y="103"/>
                    <a:pt x="392" y="104"/>
                  </a:cubicBezTo>
                  <a:close/>
                  <a:moveTo>
                    <a:pt x="388" y="79"/>
                  </a:moveTo>
                  <a:cubicBezTo>
                    <a:pt x="387" y="80"/>
                    <a:pt x="386" y="79"/>
                    <a:pt x="385" y="80"/>
                  </a:cubicBezTo>
                  <a:cubicBezTo>
                    <a:pt x="385" y="79"/>
                    <a:pt x="387" y="79"/>
                    <a:pt x="388" y="79"/>
                  </a:cubicBezTo>
                  <a:close/>
                  <a:moveTo>
                    <a:pt x="385" y="112"/>
                  </a:moveTo>
                  <a:cubicBezTo>
                    <a:pt x="385" y="112"/>
                    <a:pt x="387" y="111"/>
                    <a:pt x="387" y="112"/>
                  </a:cubicBezTo>
                  <a:cubicBezTo>
                    <a:pt x="388" y="114"/>
                    <a:pt x="384" y="114"/>
                    <a:pt x="385" y="112"/>
                  </a:cubicBezTo>
                  <a:close/>
                  <a:moveTo>
                    <a:pt x="382" y="113"/>
                  </a:moveTo>
                  <a:cubicBezTo>
                    <a:pt x="384" y="111"/>
                    <a:pt x="385" y="114"/>
                    <a:pt x="382" y="113"/>
                  </a:cubicBezTo>
                  <a:close/>
                  <a:moveTo>
                    <a:pt x="379" y="110"/>
                  </a:moveTo>
                  <a:cubicBezTo>
                    <a:pt x="380" y="111"/>
                    <a:pt x="376" y="111"/>
                    <a:pt x="376" y="110"/>
                  </a:cubicBezTo>
                  <a:cubicBezTo>
                    <a:pt x="375" y="109"/>
                    <a:pt x="378" y="108"/>
                    <a:pt x="379" y="110"/>
                  </a:cubicBezTo>
                  <a:close/>
                  <a:moveTo>
                    <a:pt x="379" y="80"/>
                  </a:moveTo>
                  <a:cubicBezTo>
                    <a:pt x="379" y="80"/>
                    <a:pt x="377" y="81"/>
                    <a:pt x="377" y="81"/>
                  </a:cubicBezTo>
                  <a:cubicBezTo>
                    <a:pt x="377" y="80"/>
                    <a:pt x="378" y="80"/>
                    <a:pt x="379" y="80"/>
                  </a:cubicBezTo>
                  <a:close/>
                  <a:moveTo>
                    <a:pt x="376" y="81"/>
                  </a:moveTo>
                  <a:cubicBezTo>
                    <a:pt x="375" y="81"/>
                    <a:pt x="374" y="81"/>
                    <a:pt x="374" y="81"/>
                  </a:cubicBezTo>
                  <a:cubicBezTo>
                    <a:pt x="373" y="81"/>
                    <a:pt x="375" y="81"/>
                    <a:pt x="376" y="81"/>
                  </a:cubicBezTo>
                  <a:close/>
                  <a:moveTo>
                    <a:pt x="372" y="76"/>
                  </a:moveTo>
                  <a:cubicBezTo>
                    <a:pt x="372" y="76"/>
                    <a:pt x="372" y="76"/>
                    <a:pt x="372" y="76"/>
                  </a:cubicBezTo>
                  <a:cubicBezTo>
                    <a:pt x="372" y="76"/>
                    <a:pt x="371" y="76"/>
                    <a:pt x="371" y="76"/>
                  </a:cubicBezTo>
                  <a:cubicBezTo>
                    <a:pt x="371" y="76"/>
                    <a:pt x="371" y="76"/>
                    <a:pt x="372" y="76"/>
                  </a:cubicBezTo>
                  <a:close/>
                  <a:moveTo>
                    <a:pt x="363" y="95"/>
                  </a:moveTo>
                  <a:cubicBezTo>
                    <a:pt x="362" y="96"/>
                    <a:pt x="361" y="94"/>
                    <a:pt x="363" y="95"/>
                  </a:cubicBezTo>
                  <a:close/>
                  <a:moveTo>
                    <a:pt x="362" y="110"/>
                  </a:moveTo>
                  <a:cubicBezTo>
                    <a:pt x="362" y="112"/>
                    <a:pt x="358" y="112"/>
                    <a:pt x="357" y="111"/>
                  </a:cubicBezTo>
                  <a:cubicBezTo>
                    <a:pt x="357" y="111"/>
                    <a:pt x="357" y="111"/>
                    <a:pt x="356" y="110"/>
                  </a:cubicBezTo>
                  <a:cubicBezTo>
                    <a:pt x="357" y="111"/>
                    <a:pt x="355" y="112"/>
                    <a:pt x="355" y="111"/>
                  </a:cubicBezTo>
                  <a:cubicBezTo>
                    <a:pt x="354" y="110"/>
                    <a:pt x="363" y="106"/>
                    <a:pt x="362" y="110"/>
                  </a:cubicBezTo>
                  <a:close/>
                  <a:moveTo>
                    <a:pt x="357" y="127"/>
                  </a:moveTo>
                  <a:cubicBezTo>
                    <a:pt x="362" y="124"/>
                    <a:pt x="368" y="124"/>
                    <a:pt x="374" y="121"/>
                  </a:cubicBezTo>
                  <a:cubicBezTo>
                    <a:pt x="379" y="119"/>
                    <a:pt x="384" y="116"/>
                    <a:pt x="389" y="116"/>
                  </a:cubicBezTo>
                  <a:cubicBezTo>
                    <a:pt x="389" y="116"/>
                    <a:pt x="390" y="117"/>
                    <a:pt x="390" y="117"/>
                  </a:cubicBezTo>
                  <a:cubicBezTo>
                    <a:pt x="390" y="118"/>
                    <a:pt x="381" y="121"/>
                    <a:pt x="378" y="122"/>
                  </a:cubicBezTo>
                  <a:cubicBezTo>
                    <a:pt x="373" y="123"/>
                    <a:pt x="369" y="124"/>
                    <a:pt x="364" y="125"/>
                  </a:cubicBezTo>
                  <a:cubicBezTo>
                    <a:pt x="363" y="126"/>
                    <a:pt x="357" y="129"/>
                    <a:pt x="355" y="129"/>
                  </a:cubicBezTo>
                  <a:cubicBezTo>
                    <a:pt x="352" y="129"/>
                    <a:pt x="356" y="127"/>
                    <a:pt x="357" y="127"/>
                  </a:cubicBezTo>
                  <a:close/>
                  <a:moveTo>
                    <a:pt x="357" y="587"/>
                  </a:moveTo>
                  <a:cubicBezTo>
                    <a:pt x="365" y="583"/>
                    <a:pt x="375" y="580"/>
                    <a:pt x="384" y="576"/>
                  </a:cubicBezTo>
                  <a:cubicBezTo>
                    <a:pt x="385" y="576"/>
                    <a:pt x="387" y="575"/>
                    <a:pt x="387" y="576"/>
                  </a:cubicBezTo>
                  <a:cubicBezTo>
                    <a:pt x="388" y="577"/>
                    <a:pt x="384" y="578"/>
                    <a:pt x="386" y="577"/>
                  </a:cubicBezTo>
                  <a:cubicBezTo>
                    <a:pt x="377" y="581"/>
                    <a:pt x="366" y="585"/>
                    <a:pt x="357" y="587"/>
                  </a:cubicBezTo>
                  <a:close/>
                  <a:moveTo>
                    <a:pt x="376" y="609"/>
                  </a:moveTo>
                  <a:cubicBezTo>
                    <a:pt x="376" y="610"/>
                    <a:pt x="374" y="610"/>
                    <a:pt x="374" y="610"/>
                  </a:cubicBezTo>
                  <a:cubicBezTo>
                    <a:pt x="373" y="609"/>
                    <a:pt x="376" y="608"/>
                    <a:pt x="376" y="609"/>
                  </a:cubicBezTo>
                  <a:close/>
                  <a:moveTo>
                    <a:pt x="374" y="600"/>
                  </a:moveTo>
                  <a:cubicBezTo>
                    <a:pt x="373" y="599"/>
                    <a:pt x="375" y="599"/>
                    <a:pt x="375" y="600"/>
                  </a:cubicBezTo>
                  <a:cubicBezTo>
                    <a:pt x="375" y="601"/>
                    <a:pt x="374" y="600"/>
                    <a:pt x="374" y="600"/>
                  </a:cubicBezTo>
                  <a:close/>
                  <a:moveTo>
                    <a:pt x="372" y="610"/>
                  </a:moveTo>
                  <a:cubicBezTo>
                    <a:pt x="371" y="610"/>
                    <a:pt x="373" y="609"/>
                    <a:pt x="373" y="610"/>
                  </a:cubicBezTo>
                  <a:cubicBezTo>
                    <a:pt x="373" y="610"/>
                    <a:pt x="373" y="611"/>
                    <a:pt x="372" y="610"/>
                  </a:cubicBezTo>
                  <a:close/>
                  <a:moveTo>
                    <a:pt x="364" y="137"/>
                  </a:moveTo>
                  <a:cubicBezTo>
                    <a:pt x="364" y="138"/>
                    <a:pt x="364" y="137"/>
                    <a:pt x="363" y="138"/>
                  </a:cubicBezTo>
                  <a:cubicBezTo>
                    <a:pt x="363" y="137"/>
                    <a:pt x="364" y="137"/>
                    <a:pt x="364" y="137"/>
                  </a:cubicBezTo>
                  <a:close/>
                  <a:moveTo>
                    <a:pt x="376" y="167"/>
                  </a:moveTo>
                  <a:cubicBezTo>
                    <a:pt x="377" y="168"/>
                    <a:pt x="373" y="170"/>
                    <a:pt x="371" y="170"/>
                  </a:cubicBezTo>
                  <a:cubicBezTo>
                    <a:pt x="371" y="170"/>
                    <a:pt x="368" y="169"/>
                    <a:pt x="367" y="169"/>
                  </a:cubicBezTo>
                  <a:cubicBezTo>
                    <a:pt x="367" y="168"/>
                    <a:pt x="371" y="165"/>
                    <a:pt x="373" y="168"/>
                  </a:cubicBezTo>
                  <a:cubicBezTo>
                    <a:pt x="373" y="168"/>
                    <a:pt x="373" y="169"/>
                    <a:pt x="373" y="169"/>
                  </a:cubicBezTo>
                  <a:cubicBezTo>
                    <a:pt x="374" y="169"/>
                    <a:pt x="375" y="168"/>
                    <a:pt x="376" y="167"/>
                  </a:cubicBezTo>
                  <a:close/>
                  <a:moveTo>
                    <a:pt x="369" y="576"/>
                  </a:moveTo>
                  <a:cubicBezTo>
                    <a:pt x="369" y="574"/>
                    <a:pt x="371" y="574"/>
                    <a:pt x="369" y="576"/>
                  </a:cubicBezTo>
                  <a:close/>
                  <a:moveTo>
                    <a:pt x="368" y="211"/>
                  </a:moveTo>
                  <a:cubicBezTo>
                    <a:pt x="367" y="211"/>
                    <a:pt x="368" y="209"/>
                    <a:pt x="369" y="210"/>
                  </a:cubicBezTo>
                  <a:cubicBezTo>
                    <a:pt x="369" y="210"/>
                    <a:pt x="368" y="211"/>
                    <a:pt x="368" y="211"/>
                  </a:cubicBezTo>
                  <a:close/>
                  <a:moveTo>
                    <a:pt x="368" y="576"/>
                  </a:moveTo>
                  <a:cubicBezTo>
                    <a:pt x="370" y="575"/>
                    <a:pt x="366" y="578"/>
                    <a:pt x="368" y="576"/>
                  </a:cubicBezTo>
                  <a:close/>
                  <a:moveTo>
                    <a:pt x="379" y="184"/>
                  </a:moveTo>
                  <a:cubicBezTo>
                    <a:pt x="379" y="183"/>
                    <a:pt x="380" y="182"/>
                    <a:pt x="380" y="183"/>
                  </a:cubicBezTo>
                  <a:cubicBezTo>
                    <a:pt x="380" y="184"/>
                    <a:pt x="379" y="184"/>
                    <a:pt x="379" y="184"/>
                  </a:cubicBezTo>
                  <a:close/>
                  <a:moveTo>
                    <a:pt x="356" y="609"/>
                  </a:moveTo>
                  <a:cubicBezTo>
                    <a:pt x="355" y="611"/>
                    <a:pt x="353" y="609"/>
                    <a:pt x="356" y="609"/>
                  </a:cubicBezTo>
                  <a:close/>
                  <a:moveTo>
                    <a:pt x="354" y="556"/>
                  </a:moveTo>
                  <a:cubicBezTo>
                    <a:pt x="353" y="557"/>
                    <a:pt x="352" y="555"/>
                    <a:pt x="354" y="556"/>
                  </a:cubicBezTo>
                  <a:close/>
                  <a:moveTo>
                    <a:pt x="352" y="532"/>
                  </a:moveTo>
                  <a:cubicBezTo>
                    <a:pt x="354" y="530"/>
                    <a:pt x="354" y="533"/>
                    <a:pt x="352" y="532"/>
                  </a:cubicBezTo>
                  <a:close/>
                  <a:moveTo>
                    <a:pt x="354" y="674"/>
                  </a:moveTo>
                  <a:cubicBezTo>
                    <a:pt x="354" y="673"/>
                    <a:pt x="355" y="673"/>
                    <a:pt x="355" y="673"/>
                  </a:cubicBezTo>
                  <a:cubicBezTo>
                    <a:pt x="355" y="674"/>
                    <a:pt x="354" y="674"/>
                    <a:pt x="354" y="674"/>
                  </a:cubicBezTo>
                  <a:close/>
                  <a:moveTo>
                    <a:pt x="357" y="697"/>
                  </a:moveTo>
                  <a:cubicBezTo>
                    <a:pt x="357" y="696"/>
                    <a:pt x="359" y="695"/>
                    <a:pt x="359" y="696"/>
                  </a:cubicBezTo>
                  <a:cubicBezTo>
                    <a:pt x="359" y="697"/>
                    <a:pt x="357" y="698"/>
                    <a:pt x="357" y="697"/>
                  </a:cubicBezTo>
                  <a:close/>
                  <a:moveTo>
                    <a:pt x="357" y="671"/>
                  </a:moveTo>
                  <a:cubicBezTo>
                    <a:pt x="358" y="671"/>
                    <a:pt x="358" y="671"/>
                    <a:pt x="358" y="672"/>
                  </a:cubicBezTo>
                  <a:cubicBezTo>
                    <a:pt x="358" y="673"/>
                    <a:pt x="356" y="671"/>
                    <a:pt x="357" y="671"/>
                  </a:cubicBezTo>
                  <a:close/>
                  <a:moveTo>
                    <a:pt x="360" y="643"/>
                  </a:moveTo>
                  <a:cubicBezTo>
                    <a:pt x="360" y="642"/>
                    <a:pt x="362" y="643"/>
                    <a:pt x="360" y="643"/>
                  </a:cubicBezTo>
                  <a:close/>
                  <a:moveTo>
                    <a:pt x="360" y="630"/>
                  </a:moveTo>
                  <a:cubicBezTo>
                    <a:pt x="358" y="633"/>
                    <a:pt x="350" y="631"/>
                    <a:pt x="351" y="627"/>
                  </a:cubicBezTo>
                  <a:cubicBezTo>
                    <a:pt x="352" y="621"/>
                    <a:pt x="365" y="624"/>
                    <a:pt x="360" y="630"/>
                  </a:cubicBezTo>
                  <a:close/>
                  <a:moveTo>
                    <a:pt x="371" y="611"/>
                  </a:moveTo>
                  <a:cubicBezTo>
                    <a:pt x="368" y="612"/>
                    <a:pt x="365" y="612"/>
                    <a:pt x="362" y="613"/>
                  </a:cubicBezTo>
                  <a:cubicBezTo>
                    <a:pt x="364" y="612"/>
                    <a:pt x="368" y="611"/>
                    <a:pt x="371" y="611"/>
                  </a:cubicBezTo>
                  <a:close/>
                  <a:moveTo>
                    <a:pt x="363" y="671"/>
                  </a:moveTo>
                  <a:cubicBezTo>
                    <a:pt x="363" y="671"/>
                    <a:pt x="364" y="671"/>
                    <a:pt x="365" y="671"/>
                  </a:cubicBezTo>
                  <a:cubicBezTo>
                    <a:pt x="364" y="672"/>
                    <a:pt x="363" y="672"/>
                    <a:pt x="363" y="671"/>
                  </a:cubicBezTo>
                  <a:close/>
                  <a:moveTo>
                    <a:pt x="364" y="691"/>
                  </a:moveTo>
                  <a:cubicBezTo>
                    <a:pt x="364" y="690"/>
                    <a:pt x="365" y="691"/>
                    <a:pt x="365" y="691"/>
                  </a:cubicBezTo>
                  <a:cubicBezTo>
                    <a:pt x="366" y="691"/>
                    <a:pt x="364" y="691"/>
                    <a:pt x="364" y="691"/>
                  </a:cubicBezTo>
                  <a:close/>
                  <a:moveTo>
                    <a:pt x="365" y="647"/>
                  </a:moveTo>
                  <a:cubicBezTo>
                    <a:pt x="365" y="646"/>
                    <a:pt x="366" y="646"/>
                    <a:pt x="366" y="646"/>
                  </a:cubicBezTo>
                  <a:cubicBezTo>
                    <a:pt x="367" y="647"/>
                    <a:pt x="365" y="647"/>
                    <a:pt x="365" y="647"/>
                  </a:cubicBezTo>
                  <a:close/>
                  <a:moveTo>
                    <a:pt x="370" y="666"/>
                  </a:moveTo>
                  <a:cubicBezTo>
                    <a:pt x="370" y="664"/>
                    <a:pt x="373" y="665"/>
                    <a:pt x="372" y="666"/>
                  </a:cubicBezTo>
                  <a:cubicBezTo>
                    <a:pt x="372" y="667"/>
                    <a:pt x="370" y="667"/>
                    <a:pt x="370" y="666"/>
                  </a:cubicBezTo>
                  <a:close/>
                  <a:moveTo>
                    <a:pt x="371" y="691"/>
                  </a:moveTo>
                  <a:cubicBezTo>
                    <a:pt x="372" y="690"/>
                    <a:pt x="373" y="691"/>
                    <a:pt x="374" y="691"/>
                  </a:cubicBezTo>
                  <a:cubicBezTo>
                    <a:pt x="374" y="692"/>
                    <a:pt x="372" y="691"/>
                    <a:pt x="371" y="691"/>
                  </a:cubicBezTo>
                  <a:close/>
                  <a:moveTo>
                    <a:pt x="379" y="659"/>
                  </a:moveTo>
                  <a:cubicBezTo>
                    <a:pt x="379" y="658"/>
                    <a:pt x="377" y="660"/>
                    <a:pt x="377" y="658"/>
                  </a:cubicBezTo>
                  <a:cubicBezTo>
                    <a:pt x="376" y="657"/>
                    <a:pt x="380" y="657"/>
                    <a:pt x="379" y="659"/>
                  </a:cubicBezTo>
                  <a:close/>
                  <a:moveTo>
                    <a:pt x="381" y="691"/>
                  </a:moveTo>
                  <a:cubicBezTo>
                    <a:pt x="380" y="691"/>
                    <a:pt x="382" y="690"/>
                    <a:pt x="383" y="691"/>
                  </a:cubicBezTo>
                  <a:cubicBezTo>
                    <a:pt x="382" y="691"/>
                    <a:pt x="381" y="691"/>
                    <a:pt x="381" y="691"/>
                  </a:cubicBezTo>
                  <a:close/>
                  <a:moveTo>
                    <a:pt x="382" y="658"/>
                  </a:moveTo>
                  <a:cubicBezTo>
                    <a:pt x="380" y="659"/>
                    <a:pt x="379" y="657"/>
                    <a:pt x="382" y="658"/>
                  </a:cubicBezTo>
                  <a:close/>
                  <a:moveTo>
                    <a:pt x="383" y="691"/>
                  </a:moveTo>
                  <a:cubicBezTo>
                    <a:pt x="384" y="691"/>
                    <a:pt x="385" y="691"/>
                    <a:pt x="386" y="691"/>
                  </a:cubicBezTo>
                  <a:cubicBezTo>
                    <a:pt x="386" y="691"/>
                    <a:pt x="384" y="691"/>
                    <a:pt x="383" y="691"/>
                  </a:cubicBezTo>
                  <a:close/>
                  <a:moveTo>
                    <a:pt x="387" y="696"/>
                  </a:move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lose/>
                  <a:moveTo>
                    <a:pt x="384" y="662"/>
                  </a:moveTo>
                  <a:cubicBezTo>
                    <a:pt x="384" y="660"/>
                    <a:pt x="388" y="661"/>
                    <a:pt x="388" y="662"/>
                  </a:cubicBezTo>
                  <a:cubicBezTo>
                    <a:pt x="388" y="663"/>
                    <a:pt x="385" y="664"/>
                    <a:pt x="384" y="662"/>
                  </a:cubicBezTo>
                  <a:close/>
                  <a:moveTo>
                    <a:pt x="398" y="679"/>
                  </a:moveTo>
                  <a:cubicBezTo>
                    <a:pt x="400" y="678"/>
                    <a:pt x="400" y="680"/>
                    <a:pt x="398" y="679"/>
                  </a:cubicBezTo>
                  <a:close/>
                  <a:moveTo>
                    <a:pt x="401" y="664"/>
                  </a:moveTo>
                  <a:cubicBezTo>
                    <a:pt x="402" y="662"/>
                    <a:pt x="405" y="663"/>
                    <a:pt x="406" y="663"/>
                  </a:cubicBezTo>
                  <a:cubicBezTo>
                    <a:pt x="406" y="663"/>
                    <a:pt x="407" y="664"/>
                    <a:pt x="407" y="664"/>
                  </a:cubicBezTo>
                  <a:cubicBezTo>
                    <a:pt x="406" y="664"/>
                    <a:pt x="408" y="663"/>
                    <a:pt x="409" y="664"/>
                  </a:cubicBezTo>
                  <a:cubicBezTo>
                    <a:pt x="409" y="665"/>
                    <a:pt x="400" y="667"/>
                    <a:pt x="401" y="664"/>
                  </a:cubicBezTo>
                  <a:close/>
                  <a:moveTo>
                    <a:pt x="411" y="704"/>
                  </a:moveTo>
                  <a:cubicBezTo>
                    <a:pt x="410" y="704"/>
                    <a:pt x="411" y="704"/>
                    <a:pt x="411" y="704"/>
                  </a:cubicBezTo>
                  <a:cubicBezTo>
                    <a:pt x="411" y="704"/>
                    <a:pt x="411" y="704"/>
                    <a:pt x="411" y="704"/>
                  </a:cubicBezTo>
                  <a:close/>
                  <a:moveTo>
                    <a:pt x="409" y="648"/>
                  </a:moveTo>
                  <a:cubicBezTo>
                    <a:pt x="403" y="650"/>
                    <a:pt x="397" y="649"/>
                    <a:pt x="391" y="651"/>
                  </a:cubicBezTo>
                  <a:cubicBezTo>
                    <a:pt x="386" y="652"/>
                    <a:pt x="381" y="655"/>
                    <a:pt x="376" y="654"/>
                  </a:cubicBezTo>
                  <a:cubicBezTo>
                    <a:pt x="375" y="654"/>
                    <a:pt x="375" y="653"/>
                    <a:pt x="375" y="653"/>
                  </a:cubicBezTo>
                  <a:cubicBezTo>
                    <a:pt x="374" y="652"/>
                    <a:pt x="384" y="650"/>
                    <a:pt x="387" y="650"/>
                  </a:cubicBezTo>
                  <a:cubicBezTo>
                    <a:pt x="393" y="649"/>
                    <a:pt x="396" y="649"/>
                    <a:pt x="401" y="648"/>
                  </a:cubicBezTo>
                  <a:cubicBezTo>
                    <a:pt x="403" y="648"/>
                    <a:pt x="408" y="646"/>
                    <a:pt x="410" y="646"/>
                  </a:cubicBezTo>
                  <a:cubicBezTo>
                    <a:pt x="413" y="647"/>
                    <a:pt x="409" y="648"/>
                    <a:pt x="409" y="648"/>
                  </a:cubicBezTo>
                  <a:close/>
                  <a:moveTo>
                    <a:pt x="394" y="589"/>
                  </a:moveTo>
                  <a:cubicBezTo>
                    <a:pt x="394" y="588"/>
                    <a:pt x="395" y="588"/>
                    <a:pt x="395" y="589"/>
                  </a:cubicBezTo>
                  <a:cubicBezTo>
                    <a:pt x="395" y="589"/>
                    <a:pt x="394" y="590"/>
                    <a:pt x="394" y="589"/>
                  </a:cubicBezTo>
                  <a:close/>
                  <a:moveTo>
                    <a:pt x="398" y="605"/>
                  </a:moveTo>
                  <a:cubicBezTo>
                    <a:pt x="398" y="605"/>
                    <a:pt x="399" y="604"/>
                    <a:pt x="399" y="604"/>
                  </a:cubicBezTo>
                  <a:cubicBezTo>
                    <a:pt x="398" y="604"/>
                    <a:pt x="396" y="605"/>
                    <a:pt x="395" y="605"/>
                  </a:cubicBezTo>
                  <a:cubicBezTo>
                    <a:pt x="395" y="605"/>
                    <a:pt x="399" y="603"/>
                    <a:pt x="400" y="603"/>
                  </a:cubicBezTo>
                  <a:cubicBezTo>
                    <a:pt x="401" y="603"/>
                    <a:pt x="404" y="605"/>
                    <a:pt x="404" y="605"/>
                  </a:cubicBezTo>
                  <a:cubicBezTo>
                    <a:pt x="404" y="606"/>
                    <a:pt x="400" y="608"/>
                    <a:pt x="398" y="605"/>
                  </a:cubicBezTo>
                  <a:close/>
                  <a:moveTo>
                    <a:pt x="403" y="636"/>
                  </a:moveTo>
                  <a:cubicBezTo>
                    <a:pt x="403" y="636"/>
                    <a:pt x="404" y="637"/>
                    <a:pt x="404" y="636"/>
                  </a:cubicBezTo>
                  <a:cubicBezTo>
                    <a:pt x="404" y="637"/>
                    <a:pt x="403" y="637"/>
                    <a:pt x="403" y="636"/>
                  </a:cubicBezTo>
                  <a:close/>
                  <a:moveTo>
                    <a:pt x="406" y="193"/>
                  </a:moveTo>
                  <a:cubicBezTo>
                    <a:pt x="406" y="195"/>
                    <a:pt x="404" y="195"/>
                    <a:pt x="406" y="193"/>
                  </a:cubicBezTo>
                  <a:close/>
                  <a:moveTo>
                    <a:pt x="407" y="192"/>
                  </a:moveTo>
                  <a:cubicBezTo>
                    <a:pt x="406" y="194"/>
                    <a:pt x="409" y="190"/>
                    <a:pt x="407" y="192"/>
                  </a:cubicBezTo>
                  <a:close/>
                  <a:moveTo>
                    <a:pt x="410" y="563"/>
                  </a:moveTo>
                  <a:cubicBezTo>
                    <a:pt x="410" y="564"/>
                    <a:pt x="410" y="565"/>
                    <a:pt x="409" y="564"/>
                  </a:cubicBezTo>
                  <a:cubicBezTo>
                    <a:pt x="408" y="564"/>
                    <a:pt x="409" y="563"/>
                    <a:pt x="410" y="563"/>
                  </a:cubicBezTo>
                  <a:close/>
                  <a:moveTo>
                    <a:pt x="412" y="687"/>
                  </a:moveTo>
                  <a:cubicBezTo>
                    <a:pt x="414" y="686"/>
                    <a:pt x="414" y="687"/>
                    <a:pt x="412" y="687"/>
                  </a:cubicBezTo>
                  <a:close/>
                  <a:moveTo>
                    <a:pt x="391" y="194"/>
                  </a:moveTo>
                  <a:cubicBezTo>
                    <a:pt x="391" y="194"/>
                    <a:pt x="389" y="196"/>
                    <a:pt x="388" y="195"/>
                  </a:cubicBezTo>
                  <a:cubicBezTo>
                    <a:pt x="388" y="194"/>
                    <a:pt x="391" y="193"/>
                    <a:pt x="390" y="194"/>
                  </a:cubicBezTo>
                  <a:cubicBezTo>
                    <a:pt x="398" y="189"/>
                    <a:pt x="408" y="183"/>
                    <a:pt x="417" y="179"/>
                  </a:cubicBezTo>
                  <a:cubicBezTo>
                    <a:pt x="409" y="185"/>
                    <a:pt x="400" y="189"/>
                    <a:pt x="391" y="194"/>
                  </a:cubicBezTo>
                  <a:close/>
                  <a:moveTo>
                    <a:pt x="414" y="158"/>
                  </a:moveTo>
                  <a:cubicBezTo>
                    <a:pt x="415" y="156"/>
                    <a:pt x="417" y="157"/>
                    <a:pt x="414" y="158"/>
                  </a:cubicBezTo>
                  <a:close/>
                  <a:moveTo>
                    <a:pt x="407" y="137"/>
                  </a:moveTo>
                  <a:cubicBezTo>
                    <a:pt x="409" y="134"/>
                    <a:pt x="417" y="135"/>
                    <a:pt x="417" y="139"/>
                  </a:cubicBezTo>
                  <a:cubicBezTo>
                    <a:pt x="417" y="145"/>
                    <a:pt x="403" y="144"/>
                    <a:pt x="407" y="137"/>
                  </a:cubicBezTo>
                  <a:close/>
                  <a:moveTo>
                    <a:pt x="418" y="140"/>
                  </a:moveTo>
                  <a:cubicBezTo>
                    <a:pt x="418" y="139"/>
                    <a:pt x="419" y="142"/>
                    <a:pt x="418" y="140"/>
                  </a:cubicBezTo>
                  <a:close/>
                  <a:moveTo>
                    <a:pt x="420" y="672"/>
                  </a:moveTo>
                  <a:cubicBezTo>
                    <a:pt x="419" y="672"/>
                    <a:pt x="418" y="672"/>
                    <a:pt x="418" y="672"/>
                  </a:cubicBezTo>
                  <a:cubicBezTo>
                    <a:pt x="418" y="671"/>
                    <a:pt x="432" y="670"/>
                    <a:pt x="435" y="670"/>
                  </a:cubicBezTo>
                  <a:cubicBezTo>
                    <a:pt x="437" y="671"/>
                    <a:pt x="433" y="672"/>
                    <a:pt x="432" y="672"/>
                  </a:cubicBezTo>
                  <a:cubicBezTo>
                    <a:pt x="428" y="672"/>
                    <a:pt x="423" y="673"/>
                    <a:pt x="420" y="672"/>
                  </a:cubicBezTo>
                  <a:close/>
                  <a:moveTo>
                    <a:pt x="425" y="681"/>
                  </a:moveTo>
                  <a:cubicBezTo>
                    <a:pt x="425" y="681"/>
                    <a:pt x="425" y="680"/>
                    <a:pt x="425" y="680"/>
                  </a:cubicBezTo>
                  <a:cubicBezTo>
                    <a:pt x="425" y="680"/>
                    <a:pt x="425" y="680"/>
                    <a:pt x="425" y="681"/>
                  </a:cubicBezTo>
                  <a:cubicBezTo>
                    <a:pt x="425" y="681"/>
                    <a:pt x="425" y="681"/>
                    <a:pt x="425" y="681"/>
                  </a:cubicBezTo>
                  <a:cubicBezTo>
                    <a:pt x="426" y="681"/>
                    <a:pt x="426" y="681"/>
                    <a:pt x="425" y="681"/>
                  </a:cubicBezTo>
                  <a:close/>
                  <a:moveTo>
                    <a:pt x="429" y="674"/>
                  </a:moveTo>
                  <a:cubicBezTo>
                    <a:pt x="429" y="674"/>
                    <a:pt x="426" y="674"/>
                    <a:pt x="428" y="673"/>
                  </a:cubicBezTo>
                  <a:cubicBezTo>
                    <a:pt x="431" y="672"/>
                    <a:pt x="437" y="672"/>
                    <a:pt x="441" y="672"/>
                  </a:cubicBezTo>
                  <a:cubicBezTo>
                    <a:pt x="438" y="673"/>
                    <a:pt x="433" y="674"/>
                    <a:pt x="429" y="674"/>
                  </a:cubicBezTo>
                  <a:close/>
                  <a:moveTo>
                    <a:pt x="442" y="672"/>
                  </a:moveTo>
                  <a:cubicBezTo>
                    <a:pt x="444" y="671"/>
                    <a:pt x="448" y="669"/>
                    <a:pt x="452" y="670"/>
                  </a:cubicBezTo>
                  <a:cubicBezTo>
                    <a:pt x="449" y="671"/>
                    <a:pt x="445" y="671"/>
                    <a:pt x="442" y="672"/>
                  </a:cubicBezTo>
                  <a:close/>
                  <a:moveTo>
                    <a:pt x="449" y="142"/>
                  </a:moveTo>
                  <a:cubicBezTo>
                    <a:pt x="450" y="141"/>
                    <a:pt x="450" y="141"/>
                    <a:pt x="451" y="142"/>
                  </a:cubicBezTo>
                  <a:cubicBezTo>
                    <a:pt x="451" y="142"/>
                    <a:pt x="450" y="142"/>
                    <a:pt x="449" y="142"/>
                  </a:cubicBezTo>
                  <a:close/>
                  <a:moveTo>
                    <a:pt x="451" y="148"/>
                  </a:moveTo>
                  <a:cubicBezTo>
                    <a:pt x="452" y="149"/>
                    <a:pt x="450" y="147"/>
                    <a:pt x="451" y="148"/>
                  </a:cubicBezTo>
                  <a:close/>
                  <a:moveTo>
                    <a:pt x="446" y="79"/>
                  </a:moveTo>
                  <a:cubicBezTo>
                    <a:pt x="448" y="77"/>
                    <a:pt x="450" y="78"/>
                    <a:pt x="452" y="77"/>
                  </a:cubicBezTo>
                  <a:cubicBezTo>
                    <a:pt x="451" y="78"/>
                    <a:pt x="448" y="79"/>
                    <a:pt x="446" y="79"/>
                  </a:cubicBezTo>
                  <a:close/>
                  <a:moveTo>
                    <a:pt x="454" y="644"/>
                  </a:moveTo>
                  <a:cubicBezTo>
                    <a:pt x="454" y="644"/>
                    <a:pt x="454" y="644"/>
                    <a:pt x="454" y="644"/>
                  </a:cubicBezTo>
                  <a:cubicBezTo>
                    <a:pt x="455" y="642"/>
                    <a:pt x="455" y="647"/>
                    <a:pt x="454" y="644"/>
                  </a:cubicBezTo>
                  <a:close/>
                  <a:moveTo>
                    <a:pt x="449" y="66"/>
                  </a:moveTo>
                  <a:cubicBezTo>
                    <a:pt x="449" y="66"/>
                    <a:pt x="448" y="65"/>
                    <a:pt x="448" y="65"/>
                  </a:cubicBezTo>
                  <a:cubicBezTo>
                    <a:pt x="448" y="64"/>
                    <a:pt x="451" y="62"/>
                    <a:pt x="453" y="61"/>
                  </a:cubicBezTo>
                  <a:cubicBezTo>
                    <a:pt x="451" y="61"/>
                    <a:pt x="450" y="62"/>
                    <a:pt x="448" y="62"/>
                  </a:cubicBezTo>
                  <a:cubicBezTo>
                    <a:pt x="444" y="62"/>
                    <a:pt x="452" y="60"/>
                    <a:pt x="453" y="60"/>
                  </a:cubicBezTo>
                  <a:cubicBezTo>
                    <a:pt x="458" y="59"/>
                    <a:pt x="462" y="58"/>
                    <a:pt x="466" y="57"/>
                  </a:cubicBezTo>
                  <a:cubicBezTo>
                    <a:pt x="468" y="57"/>
                    <a:pt x="475" y="56"/>
                    <a:pt x="475" y="57"/>
                  </a:cubicBezTo>
                  <a:cubicBezTo>
                    <a:pt x="476" y="58"/>
                    <a:pt x="468" y="59"/>
                    <a:pt x="465" y="59"/>
                  </a:cubicBezTo>
                  <a:cubicBezTo>
                    <a:pt x="461" y="60"/>
                    <a:pt x="459" y="60"/>
                    <a:pt x="456" y="61"/>
                  </a:cubicBezTo>
                  <a:cubicBezTo>
                    <a:pt x="458" y="61"/>
                    <a:pt x="461" y="62"/>
                    <a:pt x="460" y="64"/>
                  </a:cubicBezTo>
                  <a:cubicBezTo>
                    <a:pt x="460" y="69"/>
                    <a:pt x="453" y="68"/>
                    <a:pt x="449" y="66"/>
                  </a:cubicBezTo>
                  <a:close/>
                  <a:moveTo>
                    <a:pt x="467" y="66"/>
                  </a:moveTo>
                  <a:cubicBezTo>
                    <a:pt x="468" y="65"/>
                    <a:pt x="470" y="62"/>
                    <a:pt x="471" y="63"/>
                  </a:cubicBezTo>
                  <a:cubicBezTo>
                    <a:pt x="473" y="65"/>
                    <a:pt x="469" y="66"/>
                    <a:pt x="467" y="66"/>
                  </a:cubicBezTo>
                  <a:close/>
                  <a:moveTo>
                    <a:pt x="459" y="100"/>
                  </a:moveTo>
                  <a:cubicBezTo>
                    <a:pt x="458" y="100"/>
                    <a:pt x="458" y="99"/>
                    <a:pt x="459" y="98"/>
                  </a:cubicBezTo>
                  <a:cubicBezTo>
                    <a:pt x="461" y="96"/>
                    <a:pt x="462" y="100"/>
                    <a:pt x="459" y="100"/>
                  </a:cubicBezTo>
                  <a:close/>
                  <a:moveTo>
                    <a:pt x="456" y="149"/>
                  </a:moveTo>
                  <a:cubicBezTo>
                    <a:pt x="456" y="149"/>
                    <a:pt x="460" y="145"/>
                    <a:pt x="461" y="146"/>
                  </a:cubicBezTo>
                  <a:cubicBezTo>
                    <a:pt x="463" y="148"/>
                    <a:pt x="457" y="150"/>
                    <a:pt x="456" y="149"/>
                  </a:cubicBezTo>
                  <a:close/>
                  <a:moveTo>
                    <a:pt x="462" y="681"/>
                  </a:moveTo>
                  <a:cubicBezTo>
                    <a:pt x="464" y="680"/>
                    <a:pt x="464" y="682"/>
                    <a:pt x="462" y="681"/>
                  </a:cubicBezTo>
                  <a:close/>
                  <a:moveTo>
                    <a:pt x="464" y="170"/>
                  </a:moveTo>
                  <a:cubicBezTo>
                    <a:pt x="463" y="171"/>
                    <a:pt x="461" y="171"/>
                    <a:pt x="460" y="171"/>
                  </a:cubicBezTo>
                  <a:cubicBezTo>
                    <a:pt x="459" y="172"/>
                    <a:pt x="459" y="172"/>
                    <a:pt x="458" y="172"/>
                  </a:cubicBezTo>
                  <a:cubicBezTo>
                    <a:pt x="459" y="172"/>
                    <a:pt x="459" y="172"/>
                    <a:pt x="460" y="171"/>
                  </a:cubicBezTo>
                  <a:cubicBezTo>
                    <a:pt x="462" y="170"/>
                    <a:pt x="464" y="168"/>
                    <a:pt x="465" y="168"/>
                  </a:cubicBezTo>
                  <a:cubicBezTo>
                    <a:pt x="468" y="167"/>
                    <a:pt x="464" y="170"/>
                    <a:pt x="464" y="170"/>
                  </a:cubicBezTo>
                  <a:close/>
                  <a:moveTo>
                    <a:pt x="466" y="68"/>
                  </a:moveTo>
                  <a:cubicBezTo>
                    <a:pt x="466" y="68"/>
                    <a:pt x="466" y="68"/>
                    <a:pt x="466" y="68"/>
                  </a:cubicBezTo>
                  <a:cubicBezTo>
                    <a:pt x="467" y="70"/>
                    <a:pt x="464" y="67"/>
                    <a:pt x="466" y="68"/>
                  </a:cubicBezTo>
                  <a:close/>
                  <a:moveTo>
                    <a:pt x="468" y="241"/>
                  </a:moveTo>
                  <a:cubicBezTo>
                    <a:pt x="468" y="243"/>
                    <a:pt x="465" y="242"/>
                    <a:pt x="468" y="241"/>
                  </a:cubicBezTo>
                  <a:close/>
                  <a:moveTo>
                    <a:pt x="470" y="75"/>
                  </a:moveTo>
                  <a:cubicBezTo>
                    <a:pt x="470" y="75"/>
                    <a:pt x="470" y="76"/>
                    <a:pt x="470" y="77"/>
                  </a:cubicBezTo>
                  <a:cubicBezTo>
                    <a:pt x="471" y="77"/>
                    <a:pt x="472" y="75"/>
                    <a:pt x="472" y="75"/>
                  </a:cubicBezTo>
                  <a:cubicBezTo>
                    <a:pt x="472" y="74"/>
                    <a:pt x="471" y="74"/>
                    <a:pt x="471" y="73"/>
                  </a:cubicBezTo>
                  <a:cubicBezTo>
                    <a:pt x="471" y="74"/>
                    <a:pt x="470" y="73"/>
                    <a:pt x="471" y="73"/>
                  </a:cubicBezTo>
                  <a:cubicBezTo>
                    <a:pt x="472" y="72"/>
                    <a:pt x="473" y="73"/>
                    <a:pt x="473" y="73"/>
                  </a:cubicBezTo>
                  <a:cubicBezTo>
                    <a:pt x="474" y="72"/>
                    <a:pt x="475" y="72"/>
                    <a:pt x="476" y="72"/>
                  </a:cubicBezTo>
                  <a:cubicBezTo>
                    <a:pt x="477" y="72"/>
                    <a:pt x="481" y="75"/>
                    <a:pt x="478" y="76"/>
                  </a:cubicBezTo>
                  <a:cubicBezTo>
                    <a:pt x="476" y="77"/>
                    <a:pt x="471" y="78"/>
                    <a:pt x="469" y="77"/>
                  </a:cubicBezTo>
                  <a:cubicBezTo>
                    <a:pt x="468" y="77"/>
                    <a:pt x="468" y="74"/>
                    <a:pt x="470" y="75"/>
                  </a:cubicBezTo>
                  <a:close/>
                  <a:moveTo>
                    <a:pt x="478" y="117"/>
                  </a:moveTo>
                  <a:cubicBezTo>
                    <a:pt x="479" y="118"/>
                    <a:pt x="477" y="118"/>
                    <a:pt x="476" y="118"/>
                  </a:cubicBezTo>
                  <a:cubicBezTo>
                    <a:pt x="476" y="117"/>
                    <a:pt x="478" y="117"/>
                    <a:pt x="478" y="117"/>
                  </a:cubicBezTo>
                  <a:close/>
                  <a:moveTo>
                    <a:pt x="478" y="100"/>
                  </a:move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lose/>
                  <a:moveTo>
                    <a:pt x="478" y="100"/>
                  </a:moveTo>
                  <a:cubicBezTo>
                    <a:pt x="479" y="100"/>
                    <a:pt x="478" y="100"/>
                    <a:pt x="478" y="100"/>
                  </a:cubicBezTo>
                  <a:close/>
                  <a:moveTo>
                    <a:pt x="476" y="97"/>
                  </a:moveTo>
                  <a:cubicBezTo>
                    <a:pt x="475" y="96"/>
                    <a:pt x="478" y="96"/>
                    <a:pt x="478" y="96"/>
                  </a:cubicBezTo>
                  <a:cubicBezTo>
                    <a:pt x="479" y="96"/>
                    <a:pt x="476" y="97"/>
                    <a:pt x="476" y="97"/>
                  </a:cubicBezTo>
                  <a:close/>
                  <a:moveTo>
                    <a:pt x="474" y="91"/>
                  </a:moveTo>
                  <a:cubicBezTo>
                    <a:pt x="474" y="90"/>
                    <a:pt x="475" y="90"/>
                    <a:pt x="476" y="90"/>
                  </a:cubicBezTo>
                  <a:cubicBezTo>
                    <a:pt x="477" y="92"/>
                    <a:pt x="474" y="92"/>
                    <a:pt x="474" y="91"/>
                  </a:cubicBezTo>
                  <a:close/>
                  <a:moveTo>
                    <a:pt x="477" y="107"/>
                  </a:moveTo>
                  <a:cubicBezTo>
                    <a:pt x="477" y="109"/>
                    <a:pt x="474" y="111"/>
                    <a:pt x="473" y="109"/>
                  </a:cubicBezTo>
                  <a:cubicBezTo>
                    <a:pt x="469" y="106"/>
                    <a:pt x="477" y="104"/>
                    <a:pt x="477" y="107"/>
                  </a:cubicBezTo>
                  <a:close/>
                  <a:moveTo>
                    <a:pt x="472" y="112"/>
                  </a:moveTo>
                  <a:cubicBezTo>
                    <a:pt x="475" y="114"/>
                    <a:pt x="468" y="116"/>
                    <a:pt x="470" y="113"/>
                  </a:cubicBezTo>
                  <a:cubicBezTo>
                    <a:pt x="471" y="112"/>
                    <a:pt x="472" y="112"/>
                    <a:pt x="472" y="112"/>
                  </a:cubicBezTo>
                  <a:close/>
                  <a:moveTo>
                    <a:pt x="475" y="122"/>
                  </a:moveTo>
                  <a:cubicBezTo>
                    <a:pt x="474" y="122"/>
                    <a:pt x="473" y="123"/>
                    <a:pt x="472" y="123"/>
                  </a:cubicBezTo>
                  <a:cubicBezTo>
                    <a:pt x="472" y="123"/>
                    <a:pt x="473" y="121"/>
                    <a:pt x="475" y="122"/>
                  </a:cubicBezTo>
                  <a:close/>
                  <a:moveTo>
                    <a:pt x="474" y="123"/>
                  </a:moveTo>
                  <a:cubicBezTo>
                    <a:pt x="474" y="123"/>
                    <a:pt x="475" y="123"/>
                    <a:pt x="475" y="124"/>
                  </a:cubicBezTo>
                  <a:cubicBezTo>
                    <a:pt x="475" y="124"/>
                    <a:pt x="474" y="124"/>
                    <a:pt x="474" y="123"/>
                  </a:cubicBezTo>
                  <a:close/>
                  <a:moveTo>
                    <a:pt x="477" y="158"/>
                  </a:moveTo>
                  <a:cubicBezTo>
                    <a:pt x="477" y="158"/>
                    <a:pt x="476" y="159"/>
                    <a:pt x="475" y="159"/>
                  </a:cubicBezTo>
                  <a:cubicBezTo>
                    <a:pt x="475" y="159"/>
                    <a:pt x="476" y="158"/>
                    <a:pt x="477" y="158"/>
                  </a:cubicBezTo>
                  <a:close/>
                  <a:moveTo>
                    <a:pt x="476" y="121"/>
                  </a:moveTo>
                  <a:cubicBezTo>
                    <a:pt x="477" y="121"/>
                    <a:pt x="478" y="119"/>
                    <a:pt x="479" y="120"/>
                  </a:cubicBezTo>
                  <a:cubicBezTo>
                    <a:pt x="478" y="121"/>
                    <a:pt x="477" y="121"/>
                    <a:pt x="476" y="121"/>
                  </a:cubicBezTo>
                  <a:close/>
                  <a:moveTo>
                    <a:pt x="472" y="165"/>
                  </a:moveTo>
                  <a:cubicBezTo>
                    <a:pt x="472" y="166"/>
                    <a:pt x="470" y="167"/>
                    <a:pt x="469" y="168"/>
                  </a:cubicBezTo>
                  <a:cubicBezTo>
                    <a:pt x="469" y="166"/>
                    <a:pt x="471" y="166"/>
                    <a:pt x="472" y="165"/>
                  </a:cubicBezTo>
                  <a:close/>
                  <a:moveTo>
                    <a:pt x="471" y="178"/>
                  </a:moveTo>
                  <a:cubicBezTo>
                    <a:pt x="471" y="175"/>
                    <a:pt x="476" y="174"/>
                    <a:pt x="477" y="177"/>
                  </a:cubicBezTo>
                  <a:cubicBezTo>
                    <a:pt x="477" y="181"/>
                    <a:pt x="471" y="180"/>
                    <a:pt x="471" y="178"/>
                  </a:cubicBezTo>
                  <a:close/>
                  <a:moveTo>
                    <a:pt x="472" y="233"/>
                  </a:moveTo>
                  <a:cubicBezTo>
                    <a:pt x="472" y="232"/>
                    <a:pt x="475" y="230"/>
                    <a:pt x="475" y="232"/>
                  </a:cubicBezTo>
                  <a:cubicBezTo>
                    <a:pt x="476" y="234"/>
                    <a:pt x="473" y="234"/>
                    <a:pt x="472" y="233"/>
                  </a:cubicBezTo>
                  <a:close/>
                  <a:moveTo>
                    <a:pt x="475" y="180"/>
                  </a:moveTo>
                  <a:cubicBezTo>
                    <a:pt x="475" y="180"/>
                    <a:pt x="476" y="179"/>
                    <a:pt x="477" y="180"/>
                  </a:cubicBezTo>
                  <a:cubicBezTo>
                    <a:pt x="478" y="181"/>
                    <a:pt x="475" y="181"/>
                    <a:pt x="475" y="180"/>
                  </a:cubicBezTo>
                  <a:close/>
                  <a:moveTo>
                    <a:pt x="482" y="155"/>
                  </a:moveTo>
                  <a:cubicBezTo>
                    <a:pt x="482" y="156"/>
                    <a:pt x="480" y="157"/>
                    <a:pt x="479" y="157"/>
                  </a:cubicBezTo>
                  <a:cubicBezTo>
                    <a:pt x="479" y="156"/>
                    <a:pt x="481" y="156"/>
                    <a:pt x="482" y="155"/>
                  </a:cubicBezTo>
                  <a:close/>
                  <a:moveTo>
                    <a:pt x="479" y="164"/>
                  </a:moveTo>
                  <a:cubicBezTo>
                    <a:pt x="479" y="162"/>
                    <a:pt x="481" y="163"/>
                    <a:pt x="479" y="164"/>
                  </a:cubicBezTo>
                  <a:close/>
                  <a:moveTo>
                    <a:pt x="479" y="175"/>
                  </a:moveTo>
                  <a:cubicBezTo>
                    <a:pt x="478" y="174"/>
                    <a:pt x="480" y="173"/>
                    <a:pt x="480" y="174"/>
                  </a:cubicBezTo>
                  <a:cubicBezTo>
                    <a:pt x="480" y="175"/>
                    <a:pt x="480" y="175"/>
                    <a:pt x="479" y="175"/>
                  </a:cubicBezTo>
                  <a:close/>
                  <a:moveTo>
                    <a:pt x="480" y="164"/>
                  </a:moveTo>
                  <a:cubicBezTo>
                    <a:pt x="480" y="163"/>
                    <a:pt x="484" y="161"/>
                    <a:pt x="484" y="164"/>
                  </a:cubicBezTo>
                  <a:cubicBezTo>
                    <a:pt x="484" y="166"/>
                    <a:pt x="480" y="166"/>
                    <a:pt x="480" y="164"/>
                  </a:cubicBezTo>
                  <a:close/>
                  <a:moveTo>
                    <a:pt x="482" y="188"/>
                  </a:moveTo>
                  <a:cubicBezTo>
                    <a:pt x="482" y="187"/>
                    <a:pt x="483" y="187"/>
                    <a:pt x="484" y="187"/>
                  </a:cubicBezTo>
                  <a:cubicBezTo>
                    <a:pt x="484" y="187"/>
                    <a:pt x="482" y="189"/>
                    <a:pt x="482" y="188"/>
                  </a:cubicBezTo>
                  <a:close/>
                  <a:moveTo>
                    <a:pt x="487" y="253"/>
                  </a:moveTo>
                  <a:cubicBezTo>
                    <a:pt x="487" y="255"/>
                    <a:pt x="485" y="254"/>
                    <a:pt x="487" y="253"/>
                  </a:cubicBezTo>
                  <a:close/>
                  <a:moveTo>
                    <a:pt x="484" y="228"/>
                  </a:moveTo>
                  <a:cubicBezTo>
                    <a:pt x="482" y="226"/>
                    <a:pt x="488" y="223"/>
                    <a:pt x="488" y="227"/>
                  </a:cubicBezTo>
                  <a:cubicBezTo>
                    <a:pt x="488" y="228"/>
                    <a:pt x="485" y="230"/>
                    <a:pt x="484" y="228"/>
                  </a:cubicBezTo>
                  <a:close/>
                  <a:moveTo>
                    <a:pt x="486" y="208"/>
                  </a:moveTo>
                  <a:cubicBezTo>
                    <a:pt x="486" y="207"/>
                    <a:pt x="488" y="206"/>
                    <a:pt x="488" y="207"/>
                  </a:cubicBezTo>
                  <a:cubicBezTo>
                    <a:pt x="488" y="208"/>
                    <a:pt x="487" y="209"/>
                    <a:pt x="486" y="208"/>
                  </a:cubicBezTo>
                  <a:close/>
                  <a:moveTo>
                    <a:pt x="490" y="250"/>
                  </a:moveTo>
                  <a:cubicBezTo>
                    <a:pt x="490" y="248"/>
                    <a:pt x="492" y="246"/>
                    <a:pt x="493" y="245"/>
                  </a:cubicBezTo>
                  <a:cubicBezTo>
                    <a:pt x="493" y="246"/>
                    <a:pt x="491" y="248"/>
                    <a:pt x="490" y="250"/>
                  </a:cubicBezTo>
                  <a:close/>
                  <a:moveTo>
                    <a:pt x="494" y="245"/>
                  </a:moveTo>
                  <a:cubicBezTo>
                    <a:pt x="494" y="244"/>
                    <a:pt x="495" y="243"/>
                    <a:pt x="495" y="243"/>
                  </a:cubicBezTo>
                  <a:cubicBezTo>
                    <a:pt x="496" y="243"/>
                    <a:pt x="494" y="245"/>
                    <a:pt x="494" y="245"/>
                  </a:cubicBezTo>
                  <a:close/>
                  <a:moveTo>
                    <a:pt x="499" y="230"/>
                  </a:moveTo>
                  <a:cubicBezTo>
                    <a:pt x="499" y="229"/>
                    <a:pt x="501" y="229"/>
                    <a:pt x="501" y="229"/>
                  </a:cubicBezTo>
                  <a:cubicBezTo>
                    <a:pt x="502" y="229"/>
                    <a:pt x="500" y="230"/>
                    <a:pt x="499" y="230"/>
                  </a:cubicBezTo>
                  <a:close/>
                  <a:moveTo>
                    <a:pt x="496" y="230"/>
                  </a:moveTo>
                  <a:cubicBezTo>
                    <a:pt x="496" y="230"/>
                    <a:pt x="491" y="233"/>
                    <a:pt x="492" y="231"/>
                  </a:cubicBezTo>
                  <a:cubicBezTo>
                    <a:pt x="492" y="230"/>
                    <a:pt x="497" y="229"/>
                    <a:pt x="497" y="229"/>
                  </a:cubicBezTo>
                  <a:cubicBezTo>
                    <a:pt x="500" y="228"/>
                    <a:pt x="503" y="225"/>
                    <a:pt x="506" y="225"/>
                  </a:cubicBezTo>
                  <a:cubicBezTo>
                    <a:pt x="505" y="228"/>
                    <a:pt x="498" y="229"/>
                    <a:pt x="496" y="230"/>
                  </a:cubicBezTo>
                  <a:close/>
                  <a:moveTo>
                    <a:pt x="505" y="195"/>
                  </a:moveTo>
                  <a:cubicBezTo>
                    <a:pt x="505" y="194"/>
                    <a:pt x="507" y="192"/>
                    <a:pt x="508" y="193"/>
                  </a:cubicBezTo>
                  <a:cubicBezTo>
                    <a:pt x="508" y="194"/>
                    <a:pt x="506" y="196"/>
                    <a:pt x="505" y="195"/>
                  </a:cubicBezTo>
                  <a:close/>
                  <a:moveTo>
                    <a:pt x="507" y="222"/>
                  </a:moveTo>
                  <a:cubicBezTo>
                    <a:pt x="507" y="222"/>
                    <a:pt x="508" y="222"/>
                    <a:pt x="508" y="222"/>
                  </a:cubicBezTo>
                  <a:cubicBezTo>
                    <a:pt x="510" y="223"/>
                    <a:pt x="504" y="225"/>
                    <a:pt x="507" y="222"/>
                  </a:cubicBezTo>
                  <a:close/>
                  <a:moveTo>
                    <a:pt x="506" y="190"/>
                  </a:moveTo>
                  <a:cubicBezTo>
                    <a:pt x="506" y="189"/>
                    <a:pt x="507" y="188"/>
                    <a:pt x="509" y="188"/>
                  </a:cubicBezTo>
                  <a:cubicBezTo>
                    <a:pt x="508" y="189"/>
                    <a:pt x="507" y="190"/>
                    <a:pt x="506" y="190"/>
                  </a:cubicBezTo>
                  <a:close/>
                  <a:moveTo>
                    <a:pt x="516" y="247"/>
                  </a:moveTo>
                  <a:cubicBezTo>
                    <a:pt x="514" y="248"/>
                    <a:pt x="511" y="250"/>
                    <a:pt x="509" y="250"/>
                  </a:cubicBezTo>
                  <a:cubicBezTo>
                    <a:pt x="510" y="249"/>
                    <a:pt x="514" y="248"/>
                    <a:pt x="516" y="247"/>
                  </a:cubicBezTo>
                  <a:close/>
                  <a:moveTo>
                    <a:pt x="512" y="258"/>
                  </a:moveTo>
                  <a:cubicBezTo>
                    <a:pt x="512" y="255"/>
                    <a:pt x="516" y="256"/>
                    <a:pt x="516" y="257"/>
                  </a:cubicBezTo>
                  <a:cubicBezTo>
                    <a:pt x="517" y="258"/>
                    <a:pt x="512" y="260"/>
                    <a:pt x="512" y="258"/>
                  </a:cubicBezTo>
                  <a:close/>
                  <a:moveTo>
                    <a:pt x="517" y="268"/>
                  </a:moveTo>
                  <a:cubicBezTo>
                    <a:pt x="516" y="269"/>
                    <a:pt x="517" y="268"/>
                    <a:pt x="517" y="268"/>
                  </a:cubicBezTo>
                  <a:cubicBezTo>
                    <a:pt x="517" y="268"/>
                    <a:pt x="517" y="268"/>
                    <a:pt x="517" y="268"/>
                  </a:cubicBezTo>
                  <a:close/>
                  <a:moveTo>
                    <a:pt x="517" y="247"/>
                  </a:moveTo>
                  <a:cubicBezTo>
                    <a:pt x="517" y="247"/>
                    <a:pt x="517" y="247"/>
                    <a:pt x="517" y="247"/>
                  </a:cubicBezTo>
                  <a:cubicBezTo>
                    <a:pt x="518" y="247"/>
                    <a:pt x="517" y="247"/>
                    <a:pt x="517" y="247"/>
                  </a:cubicBezTo>
                  <a:close/>
                  <a:moveTo>
                    <a:pt x="518" y="154"/>
                  </a:moveTo>
                  <a:cubicBezTo>
                    <a:pt x="517" y="151"/>
                    <a:pt x="524" y="153"/>
                    <a:pt x="524" y="154"/>
                  </a:cubicBezTo>
                  <a:cubicBezTo>
                    <a:pt x="524" y="154"/>
                    <a:pt x="523" y="155"/>
                    <a:pt x="523" y="155"/>
                  </a:cubicBezTo>
                  <a:cubicBezTo>
                    <a:pt x="523" y="156"/>
                    <a:pt x="522" y="158"/>
                    <a:pt x="521" y="156"/>
                  </a:cubicBezTo>
                  <a:cubicBezTo>
                    <a:pt x="521" y="156"/>
                    <a:pt x="521" y="155"/>
                    <a:pt x="521" y="155"/>
                  </a:cubicBezTo>
                  <a:cubicBezTo>
                    <a:pt x="520" y="155"/>
                    <a:pt x="518" y="155"/>
                    <a:pt x="518" y="154"/>
                  </a:cubicBezTo>
                  <a:close/>
                  <a:moveTo>
                    <a:pt x="518" y="188"/>
                  </a:moveTo>
                  <a:cubicBezTo>
                    <a:pt x="518" y="186"/>
                    <a:pt x="524" y="185"/>
                    <a:pt x="524" y="188"/>
                  </a:cubicBezTo>
                  <a:cubicBezTo>
                    <a:pt x="524" y="190"/>
                    <a:pt x="519" y="190"/>
                    <a:pt x="518" y="188"/>
                  </a:cubicBezTo>
                  <a:close/>
                  <a:moveTo>
                    <a:pt x="522" y="286"/>
                  </a:moveTo>
                  <a:cubicBezTo>
                    <a:pt x="522" y="285"/>
                    <a:pt x="522" y="285"/>
                    <a:pt x="522" y="285"/>
                  </a:cubicBezTo>
                  <a:cubicBezTo>
                    <a:pt x="523" y="285"/>
                    <a:pt x="522" y="286"/>
                    <a:pt x="522" y="286"/>
                  </a:cubicBezTo>
                  <a:close/>
                  <a:moveTo>
                    <a:pt x="521" y="231"/>
                  </a:moveTo>
                  <a:cubicBezTo>
                    <a:pt x="518" y="232"/>
                    <a:pt x="522" y="229"/>
                    <a:pt x="523" y="228"/>
                  </a:cubicBezTo>
                  <a:cubicBezTo>
                    <a:pt x="524" y="226"/>
                    <a:pt x="526" y="223"/>
                    <a:pt x="528" y="220"/>
                  </a:cubicBezTo>
                  <a:cubicBezTo>
                    <a:pt x="528" y="221"/>
                    <a:pt x="527" y="221"/>
                    <a:pt x="527" y="220"/>
                  </a:cubicBezTo>
                  <a:cubicBezTo>
                    <a:pt x="527" y="220"/>
                    <a:pt x="528" y="220"/>
                    <a:pt x="528" y="220"/>
                  </a:cubicBezTo>
                  <a:cubicBezTo>
                    <a:pt x="528" y="220"/>
                    <a:pt x="528" y="220"/>
                    <a:pt x="528" y="220"/>
                  </a:cubicBezTo>
                  <a:cubicBezTo>
                    <a:pt x="529" y="219"/>
                    <a:pt x="529" y="218"/>
                    <a:pt x="530" y="218"/>
                  </a:cubicBezTo>
                  <a:cubicBezTo>
                    <a:pt x="530" y="218"/>
                    <a:pt x="531" y="218"/>
                    <a:pt x="531" y="218"/>
                  </a:cubicBezTo>
                  <a:cubicBezTo>
                    <a:pt x="531" y="218"/>
                    <a:pt x="529" y="220"/>
                    <a:pt x="528" y="222"/>
                  </a:cubicBezTo>
                  <a:cubicBezTo>
                    <a:pt x="527" y="223"/>
                    <a:pt x="523" y="230"/>
                    <a:pt x="521" y="231"/>
                  </a:cubicBezTo>
                  <a:close/>
                  <a:moveTo>
                    <a:pt x="530" y="232"/>
                  </a:moveTo>
                  <a:cubicBezTo>
                    <a:pt x="530" y="232"/>
                    <a:pt x="530" y="232"/>
                    <a:pt x="531" y="232"/>
                  </a:cubicBezTo>
                  <a:cubicBezTo>
                    <a:pt x="531" y="232"/>
                    <a:pt x="530" y="233"/>
                    <a:pt x="530" y="232"/>
                  </a:cubicBezTo>
                  <a:close/>
                  <a:moveTo>
                    <a:pt x="530" y="268"/>
                  </a:move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lose/>
                  <a:moveTo>
                    <a:pt x="530" y="256"/>
                  </a:moveTo>
                  <a:cubicBezTo>
                    <a:pt x="530" y="256"/>
                    <a:pt x="531" y="255"/>
                    <a:pt x="531" y="256"/>
                  </a:cubicBezTo>
                  <a:cubicBezTo>
                    <a:pt x="532" y="258"/>
                    <a:pt x="529" y="258"/>
                    <a:pt x="530" y="256"/>
                  </a:cubicBezTo>
                  <a:close/>
                  <a:moveTo>
                    <a:pt x="533" y="312"/>
                  </a:moveTo>
                  <a:cubicBezTo>
                    <a:pt x="533" y="311"/>
                    <a:pt x="533" y="310"/>
                    <a:pt x="534" y="310"/>
                  </a:cubicBezTo>
                  <a:cubicBezTo>
                    <a:pt x="536" y="308"/>
                    <a:pt x="535" y="313"/>
                    <a:pt x="533" y="312"/>
                  </a:cubicBezTo>
                  <a:close/>
                  <a:moveTo>
                    <a:pt x="533" y="230"/>
                  </a:moveTo>
                  <a:cubicBezTo>
                    <a:pt x="534" y="229"/>
                    <a:pt x="535" y="232"/>
                    <a:pt x="533" y="231"/>
                  </a:cubicBezTo>
                  <a:cubicBezTo>
                    <a:pt x="533" y="231"/>
                    <a:pt x="533" y="230"/>
                    <a:pt x="533" y="230"/>
                  </a:cubicBezTo>
                  <a:close/>
                  <a:moveTo>
                    <a:pt x="531" y="215"/>
                  </a:moveTo>
                  <a:cubicBezTo>
                    <a:pt x="530" y="213"/>
                    <a:pt x="535" y="211"/>
                    <a:pt x="535" y="214"/>
                  </a:cubicBezTo>
                  <a:cubicBezTo>
                    <a:pt x="535" y="215"/>
                    <a:pt x="531" y="217"/>
                    <a:pt x="531" y="215"/>
                  </a:cubicBezTo>
                  <a:close/>
                  <a:moveTo>
                    <a:pt x="530" y="135"/>
                  </a:moveTo>
                  <a:cubicBezTo>
                    <a:pt x="532" y="134"/>
                    <a:pt x="534" y="133"/>
                    <a:pt x="536" y="131"/>
                  </a:cubicBezTo>
                  <a:cubicBezTo>
                    <a:pt x="535" y="134"/>
                    <a:pt x="532" y="134"/>
                    <a:pt x="530" y="135"/>
                  </a:cubicBezTo>
                  <a:close/>
                  <a:moveTo>
                    <a:pt x="598" y="198"/>
                  </a:moveTo>
                  <a:cubicBezTo>
                    <a:pt x="598" y="198"/>
                    <a:pt x="597" y="199"/>
                    <a:pt x="597" y="199"/>
                  </a:cubicBezTo>
                  <a:cubicBezTo>
                    <a:pt x="596" y="198"/>
                    <a:pt x="598" y="198"/>
                    <a:pt x="598" y="198"/>
                  </a:cubicBezTo>
                  <a:close/>
                  <a:moveTo>
                    <a:pt x="596" y="204"/>
                  </a:moveTo>
                  <a:cubicBezTo>
                    <a:pt x="598" y="202"/>
                    <a:pt x="597" y="205"/>
                    <a:pt x="596" y="205"/>
                  </a:cubicBezTo>
                  <a:cubicBezTo>
                    <a:pt x="596" y="204"/>
                    <a:pt x="596" y="204"/>
                    <a:pt x="596" y="204"/>
                  </a:cubicBezTo>
                  <a:close/>
                  <a:moveTo>
                    <a:pt x="596" y="235"/>
                  </a:moveTo>
                  <a:cubicBezTo>
                    <a:pt x="597" y="235"/>
                    <a:pt x="598" y="234"/>
                    <a:pt x="598" y="235"/>
                  </a:cubicBezTo>
                  <a:cubicBezTo>
                    <a:pt x="601" y="237"/>
                    <a:pt x="594" y="238"/>
                    <a:pt x="596" y="235"/>
                  </a:cubicBezTo>
                  <a:close/>
                  <a:moveTo>
                    <a:pt x="599" y="282"/>
                  </a:moveTo>
                  <a:cubicBezTo>
                    <a:pt x="598" y="284"/>
                    <a:pt x="597" y="283"/>
                    <a:pt x="599" y="282"/>
                  </a:cubicBezTo>
                  <a:close/>
                  <a:moveTo>
                    <a:pt x="594" y="323"/>
                  </a:moveTo>
                  <a:cubicBezTo>
                    <a:pt x="594" y="322"/>
                    <a:pt x="595" y="322"/>
                    <a:pt x="595" y="322"/>
                  </a:cubicBezTo>
                  <a:cubicBezTo>
                    <a:pt x="597" y="323"/>
                    <a:pt x="593" y="325"/>
                    <a:pt x="594" y="323"/>
                  </a:cubicBezTo>
                  <a:close/>
                  <a:moveTo>
                    <a:pt x="596" y="370"/>
                  </a:moveTo>
                  <a:cubicBezTo>
                    <a:pt x="597" y="370"/>
                    <a:pt x="594" y="371"/>
                    <a:pt x="596" y="370"/>
                  </a:cubicBezTo>
                  <a:close/>
                  <a:moveTo>
                    <a:pt x="594" y="263"/>
                  </a:moveTo>
                  <a:cubicBezTo>
                    <a:pt x="595" y="262"/>
                    <a:pt x="596" y="264"/>
                    <a:pt x="594" y="263"/>
                  </a:cubicBezTo>
                  <a:close/>
                  <a:moveTo>
                    <a:pt x="594" y="231"/>
                  </a:moveTo>
                  <a:cubicBezTo>
                    <a:pt x="595" y="231"/>
                    <a:pt x="594" y="232"/>
                    <a:pt x="594" y="231"/>
                  </a:cubicBezTo>
                  <a:cubicBezTo>
                    <a:pt x="594" y="231"/>
                    <a:pt x="594" y="231"/>
                    <a:pt x="594" y="231"/>
                  </a:cubicBezTo>
                  <a:close/>
                  <a:moveTo>
                    <a:pt x="592" y="198"/>
                  </a:moveTo>
                  <a:cubicBezTo>
                    <a:pt x="594" y="196"/>
                    <a:pt x="594" y="199"/>
                    <a:pt x="592" y="198"/>
                  </a:cubicBezTo>
                  <a:close/>
                  <a:moveTo>
                    <a:pt x="594" y="244"/>
                  </a:moveTo>
                  <a:cubicBezTo>
                    <a:pt x="594" y="245"/>
                    <a:pt x="593" y="245"/>
                    <a:pt x="591" y="246"/>
                  </a:cubicBezTo>
                  <a:cubicBezTo>
                    <a:pt x="592" y="245"/>
                    <a:pt x="593" y="244"/>
                    <a:pt x="594" y="244"/>
                  </a:cubicBezTo>
                  <a:close/>
                  <a:moveTo>
                    <a:pt x="589" y="200"/>
                  </a:moveTo>
                  <a:cubicBezTo>
                    <a:pt x="590" y="201"/>
                    <a:pt x="588" y="202"/>
                    <a:pt x="588" y="202"/>
                  </a:cubicBezTo>
                  <a:cubicBezTo>
                    <a:pt x="588" y="201"/>
                    <a:pt x="589" y="201"/>
                    <a:pt x="589" y="200"/>
                  </a:cubicBezTo>
                  <a:close/>
                  <a:moveTo>
                    <a:pt x="591" y="200"/>
                  </a:moveTo>
                  <a:cubicBezTo>
                    <a:pt x="590" y="203"/>
                    <a:pt x="589" y="206"/>
                    <a:pt x="586" y="208"/>
                  </a:cubicBezTo>
                  <a:cubicBezTo>
                    <a:pt x="588" y="206"/>
                    <a:pt x="589" y="203"/>
                    <a:pt x="591" y="200"/>
                  </a:cubicBezTo>
                  <a:close/>
                  <a:moveTo>
                    <a:pt x="590" y="339"/>
                  </a:moveTo>
                  <a:cubicBezTo>
                    <a:pt x="591" y="338"/>
                    <a:pt x="590" y="340"/>
                    <a:pt x="590" y="339"/>
                  </a:cubicBezTo>
                  <a:close/>
                  <a:moveTo>
                    <a:pt x="590" y="246"/>
                  </a:moveTo>
                  <a:cubicBezTo>
                    <a:pt x="591" y="246"/>
                    <a:pt x="591" y="246"/>
                    <a:pt x="590" y="246"/>
                  </a:cubicBezTo>
                  <a:close/>
                  <a:moveTo>
                    <a:pt x="590" y="246"/>
                  </a:moveTo>
                  <a:cubicBezTo>
                    <a:pt x="590" y="246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6"/>
                  </a:cubicBezTo>
                  <a:close/>
                  <a:moveTo>
                    <a:pt x="587" y="206"/>
                  </a:moveTo>
                  <a:cubicBezTo>
                    <a:pt x="587" y="206"/>
                    <a:pt x="586" y="205"/>
                    <a:pt x="586" y="205"/>
                  </a:cubicBezTo>
                  <a:cubicBezTo>
                    <a:pt x="587" y="204"/>
                    <a:pt x="587" y="208"/>
                    <a:pt x="587" y="206"/>
                  </a:cubicBezTo>
                  <a:close/>
                  <a:moveTo>
                    <a:pt x="586" y="210"/>
                  </a:moveTo>
                  <a:cubicBezTo>
                    <a:pt x="587" y="211"/>
                    <a:pt x="585" y="212"/>
                    <a:pt x="585" y="213"/>
                  </a:cubicBezTo>
                  <a:cubicBezTo>
                    <a:pt x="584" y="212"/>
                    <a:pt x="586" y="210"/>
                    <a:pt x="586" y="210"/>
                  </a:cubicBezTo>
                  <a:close/>
                  <a:moveTo>
                    <a:pt x="585" y="229"/>
                  </a:moveTo>
                  <a:cubicBezTo>
                    <a:pt x="586" y="228"/>
                    <a:pt x="585" y="230"/>
                    <a:pt x="584" y="230"/>
                  </a:cubicBezTo>
                  <a:cubicBezTo>
                    <a:pt x="584" y="230"/>
                    <a:pt x="585" y="229"/>
                    <a:pt x="585" y="229"/>
                  </a:cubicBezTo>
                  <a:close/>
                  <a:moveTo>
                    <a:pt x="584" y="214"/>
                  </a:moveTo>
                  <a:cubicBezTo>
                    <a:pt x="584" y="212"/>
                    <a:pt x="585" y="214"/>
                    <a:pt x="584" y="214"/>
                  </a:cubicBezTo>
                  <a:close/>
                  <a:moveTo>
                    <a:pt x="583" y="250"/>
                  </a:moveTo>
                  <a:cubicBezTo>
                    <a:pt x="583" y="250"/>
                    <a:pt x="583" y="251"/>
                    <a:pt x="582" y="251"/>
                  </a:cubicBezTo>
                  <a:cubicBezTo>
                    <a:pt x="582" y="251"/>
                    <a:pt x="581" y="251"/>
                    <a:pt x="581" y="251"/>
                  </a:cubicBezTo>
                  <a:cubicBezTo>
                    <a:pt x="582" y="251"/>
                    <a:pt x="583" y="251"/>
                    <a:pt x="583" y="250"/>
                  </a:cubicBezTo>
                  <a:close/>
                  <a:moveTo>
                    <a:pt x="579" y="195"/>
                  </a:moveTo>
                  <a:cubicBezTo>
                    <a:pt x="578" y="194"/>
                    <a:pt x="581" y="195"/>
                    <a:pt x="579" y="195"/>
                  </a:cubicBezTo>
                  <a:close/>
                  <a:moveTo>
                    <a:pt x="578" y="186"/>
                  </a:moveTo>
                  <a:cubicBezTo>
                    <a:pt x="578" y="188"/>
                    <a:pt x="573" y="190"/>
                    <a:pt x="572" y="187"/>
                  </a:cubicBezTo>
                  <a:cubicBezTo>
                    <a:pt x="571" y="184"/>
                    <a:pt x="579" y="182"/>
                    <a:pt x="578" y="186"/>
                  </a:cubicBezTo>
                  <a:close/>
                  <a:moveTo>
                    <a:pt x="576" y="196"/>
                  </a:moveTo>
                  <a:cubicBezTo>
                    <a:pt x="576" y="196"/>
                    <a:pt x="576" y="196"/>
                    <a:pt x="576" y="196"/>
                  </a:cubicBezTo>
                  <a:cubicBezTo>
                    <a:pt x="577" y="198"/>
                    <a:pt x="574" y="195"/>
                    <a:pt x="576" y="196"/>
                  </a:cubicBezTo>
                  <a:close/>
                  <a:moveTo>
                    <a:pt x="573" y="191"/>
                  </a:moveTo>
                  <a:cubicBezTo>
                    <a:pt x="572" y="191"/>
                    <a:pt x="571" y="192"/>
                    <a:pt x="570" y="192"/>
                  </a:cubicBezTo>
                  <a:cubicBezTo>
                    <a:pt x="570" y="191"/>
                    <a:pt x="573" y="190"/>
                    <a:pt x="573" y="191"/>
                  </a:cubicBezTo>
                  <a:close/>
                  <a:moveTo>
                    <a:pt x="565" y="201"/>
                  </a:moveTo>
                  <a:cubicBezTo>
                    <a:pt x="565" y="202"/>
                    <a:pt x="563" y="202"/>
                    <a:pt x="563" y="201"/>
                  </a:cubicBezTo>
                  <a:cubicBezTo>
                    <a:pt x="563" y="200"/>
                    <a:pt x="564" y="200"/>
                    <a:pt x="565" y="201"/>
                  </a:cubicBezTo>
                  <a:close/>
                  <a:moveTo>
                    <a:pt x="569" y="202"/>
                  </a:moveTo>
                  <a:cubicBezTo>
                    <a:pt x="568" y="201"/>
                    <a:pt x="562" y="207"/>
                    <a:pt x="562" y="205"/>
                  </a:cubicBezTo>
                  <a:cubicBezTo>
                    <a:pt x="562" y="204"/>
                    <a:pt x="567" y="200"/>
                    <a:pt x="569" y="202"/>
                  </a:cubicBezTo>
                  <a:close/>
                  <a:moveTo>
                    <a:pt x="563" y="247"/>
                  </a:moveTo>
                  <a:cubicBezTo>
                    <a:pt x="563" y="247"/>
                    <a:pt x="561" y="248"/>
                    <a:pt x="561" y="248"/>
                  </a:cubicBezTo>
                  <a:cubicBezTo>
                    <a:pt x="560" y="247"/>
                    <a:pt x="562" y="245"/>
                    <a:pt x="563" y="247"/>
                  </a:cubicBezTo>
                  <a:close/>
                  <a:moveTo>
                    <a:pt x="562" y="189"/>
                  </a:moveTo>
                  <a:cubicBezTo>
                    <a:pt x="563" y="190"/>
                    <a:pt x="560" y="191"/>
                    <a:pt x="560" y="190"/>
                  </a:cubicBezTo>
                  <a:cubicBezTo>
                    <a:pt x="560" y="189"/>
                    <a:pt x="562" y="189"/>
                    <a:pt x="562" y="189"/>
                  </a:cubicBezTo>
                  <a:close/>
                  <a:moveTo>
                    <a:pt x="560" y="205"/>
                  </a:moveTo>
                  <a:cubicBezTo>
                    <a:pt x="563" y="203"/>
                    <a:pt x="562" y="209"/>
                    <a:pt x="560" y="207"/>
                  </a:cubicBezTo>
                  <a:cubicBezTo>
                    <a:pt x="558" y="207"/>
                    <a:pt x="560" y="205"/>
                    <a:pt x="560" y="205"/>
                  </a:cubicBezTo>
                  <a:close/>
                  <a:moveTo>
                    <a:pt x="560" y="264"/>
                  </a:moveTo>
                  <a:cubicBezTo>
                    <a:pt x="562" y="263"/>
                    <a:pt x="559" y="266"/>
                    <a:pt x="560" y="264"/>
                  </a:cubicBezTo>
                  <a:cubicBezTo>
                    <a:pt x="560" y="264"/>
                    <a:pt x="560" y="264"/>
                    <a:pt x="560" y="264"/>
                  </a:cubicBezTo>
                  <a:close/>
                  <a:moveTo>
                    <a:pt x="556" y="180"/>
                  </a:moveTo>
                  <a:cubicBezTo>
                    <a:pt x="557" y="181"/>
                    <a:pt x="555" y="182"/>
                    <a:pt x="555" y="181"/>
                  </a:cubicBezTo>
                  <a:cubicBezTo>
                    <a:pt x="555" y="181"/>
                    <a:pt x="556" y="181"/>
                    <a:pt x="556" y="180"/>
                  </a:cubicBezTo>
                  <a:close/>
                  <a:moveTo>
                    <a:pt x="554" y="138"/>
                  </a:moveTo>
                  <a:cubicBezTo>
                    <a:pt x="554" y="138"/>
                    <a:pt x="555" y="138"/>
                    <a:pt x="555" y="138"/>
                  </a:cubicBezTo>
                  <a:cubicBezTo>
                    <a:pt x="555" y="140"/>
                    <a:pt x="552" y="136"/>
                    <a:pt x="554" y="138"/>
                  </a:cubicBezTo>
                  <a:close/>
                  <a:moveTo>
                    <a:pt x="555" y="219"/>
                  </a:moveTo>
                  <a:cubicBezTo>
                    <a:pt x="555" y="219"/>
                    <a:pt x="554" y="221"/>
                    <a:pt x="553" y="221"/>
                  </a:cubicBezTo>
                  <a:cubicBezTo>
                    <a:pt x="553" y="220"/>
                    <a:pt x="554" y="218"/>
                    <a:pt x="555" y="219"/>
                  </a:cubicBezTo>
                  <a:close/>
                  <a:moveTo>
                    <a:pt x="553" y="245"/>
                  </a:moveTo>
                  <a:cubicBezTo>
                    <a:pt x="554" y="245"/>
                    <a:pt x="552" y="246"/>
                    <a:pt x="552" y="245"/>
                  </a:cubicBezTo>
                  <a:cubicBezTo>
                    <a:pt x="552" y="244"/>
                    <a:pt x="553" y="244"/>
                    <a:pt x="553" y="245"/>
                  </a:cubicBezTo>
                  <a:close/>
                  <a:moveTo>
                    <a:pt x="552" y="182"/>
                  </a:move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lose/>
                  <a:moveTo>
                    <a:pt x="552" y="133"/>
                  </a:moveTo>
                  <a:cubicBezTo>
                    <a:pt x="552" y="133"/>
                    <a:pt x="551" y="135"/>
                    <a:pt x="551" y="134"/>
                  </a:cubicBezTo>
                  <a:cubicBezTo>
                    <a:pt x="550" y="133"/>
                    <a:pt x="552" y="133"/>
                    <a:pt x="552" y="133"/>
                  </a:cubicBezTo>
                  <a:close/>
                  <a:moveTo>
                    <a:pt x="552" y="158"/>
                  </a:moveTo>
                  <a:cubicBezTo>
                    <a:pt x="552" y="159"/>
                    <a:pt x="550" y="160"/>
                    <a:pt x="550" y="159"/>
                  </a:cubicBezTo>
                  <a:cubicBezTo>
                    <a:pt x="550" y="158"/>
                    <a:pt x="551" y="158"/>
                    <a:pt x="552" y="158"/>
                  </a:cubicBezTo>
                  <a:close/>
                  <a:moveTo>
                    <a:pt x="552" y="177"/>
                  </a:moveTo>
                  <a:cubicBezTo>
                    <a:pt x="552" y="179"/>
                    <a:pt x="548" y="179"/>
                    <a:pt x="548" y="177"/>
                  </a:cubicBezTo>
                  <a:cubicBezTo>
                    <a:pt x="548" y="176"/>
                    <a:pt x="551" y="175"/>
                    <a:pt x="552" y="177"/>
                  </a:cubicBezTo>
                  <a:close/>
                  <a:moveTo>
                    <a:pt x="547" y="170"/>
                  </a:moveTo>
                  <a:cubicBezTo>
                    <a:pt x="548" y="170"/>
                    <a:pt x="547" y="171"/>
                    <a:pt x="546" y="171"/>
                  </a:cubicBezTo>
                  <a:cubicBezTo>
                    <a:pt x="546" y="170"/>
                    <a:pt x="547" y="170"/>
                    <a:pt x="547" y="170"/>
                  </a:cubicBezTo>
                  <a:close/>
                  <a:moveTo>
                    <a:pt x="547" y="166"/>
                  </a:moveTo>
                  <a:cubicBezTo>
                    <a:pt x="548" y="167"/>
                    <a:pt x="547" y="165"/>
                    <a:pt x="547" y="166"/>
                  </a:cubicBezTo>
                  <a:close/>
                  <a:moveTo>
                    <a:pt x="548" y="133"/>
                  </a:moveTo>
                  <a:cubicBezTo>
                    <a:pt x="548" y="134"/>
                    <a:pt x="547" y="134"/>
                    <a:pt x="546" y="134"/>
                  </a:cubicBezTo>
                  <a:cubicBezTo>
                    <a:pt x="546" y="133"/>
                    <a:pt x="547" y="134"/>
                    <a:pt x="548" y="133"/>
                  </a:cubicBezTo>
                  <a:close/>
                  <a:moveTo>
                    <a:pt x="547" y="176"/>
                  </a:moveTo>
                  <a:cubicBezTo>
                    <a:pt x="547" y="177"/>
                    <a:pt x="545" y="176"/>
                    <a:pt x="547" y="176"/>
                  </a:cubicBezTo>
                  <a:close/>
                  <a:moveTo>
                    <a:pt x="546" y="168"/>
                  </a:moveTo>
                  <a:cubicBezTo>
                    <a:pt x="546" y="169"/>
                    <a:pt x="544" y="170"/>
                    <a:pt x="544" y="168"/>
                  </a:cubicBezTo>
                  <a:cubicBezTo>
                    <a:pt x="545" y="168"/>
                    <a:pt x="545" y="168"/>
                    <a:pt x="546" y="168"/>
                  </a:cubicBezTo>
                  <a:close/>
                  <a:moveTo>
                    <a:pt x="545" y="141"/>
                  </a:moveTo>
                  <a:cubicBezTo>
                    <a:pt x="546" y="143"/>
                    <a:pt x="542" y="142"/>
                    <a:pt x="542" y="141"/>
                  </a:cubicBezTo>
                  <a:cubicBezTo>
                    <a:pt x="543" y="140"/>
                    <a:pt x="545" y="140"/>
                    <a:pt x="545" y="141"/>
                  </a:cubicBezTo>
                  <a:close/>
                  <a:moveTo>
                    <a:pt x="540" y="150"/>
                  </a:moveTo>
                  <a:cubicBezTo>
                    <a:pt x="540" y="150"/>
                    <a:pt x="538" y="151"/>
                    <a:pt x="537" y="150"/>
                  </a:cubicBezTo>
                  <a:cubicBezTo>
                    <a:pt x="537" y="149"/>
                    <a:pt x="539" y="148"/>
                    <a:pt x="540" y="150"/>
                  </a:cubicBezTo>
                  <a:close/>
                  <a:moveTo>
                    <a:pt x="537" y="158"/>
                  </a:moveTo>
                  <a:cubicBezTo>
                    <a:pt x="537" y="158"/>
                    <a:pt x="538" y="157"/>
                    <a:pt x="538" y="157"/>
                  </a:cubicBezTo>
                  <a:cubicBezTo>
                    <a:pt x="539" y="157"/>
                    <a:pt x="537" y="159"/>
                    <a:pt x="537" y="158"/>
                  </a:cubicBezTo>
                  <a:close/>
                  <a:moveTo>
                    <a:pt x="538" y="165"/>
                  </a:moveTo>
                  <a:cubicBezTo>
                    <a:pt x="538" y="165"/>
                    <a:pt x="540" y="163"/>
                    <a:pt x="540" y="165"/>
                  </a:cubicBezTo>
                  <a:cubicBezTo>
                    <a:pt x="540" y="164"/>
                    <a:pt x="539" y="166"/>
                    <a:pt x="538" y="165"/>
                  </a:cubicBezTo>
                  <a:close/>
                  <a:moveTo>
                    <a:pt x="540" y="214"/>
                  </a:moveTo>
                  <a:cubicBezTo>
                    <a:pt x="541" y="215"/>
                    <a:pt x="540" y="215"/>
                    <a:pt x="540" y="215"/>
                  </a:cubicBezTo>
                  <a:cubicBezTo>
                    <a:pt x="539" y="214"/>
                    <a:pt x="540" y="214"/>
                    <a:pt x="540" y="214"/>
                  </a:cubicBezTo>
                  <a:close/>
                  <a:moveTo>
                    <a:pt x="541" y="291"/>
                  </a:moveTo>
                  <a:cubicBezTo>
                    <a:pt x="540" y="291"/>
                    <a:pt x="539" y="291"/>
                    <a:pt x="540" y="290"/>
                  </a:cubicBezTo>
                  <a:cubicBezTo>
                    <a:pt x="540" y="289"/>
                    <a:pt x="541" y="290"/>
                    <a:pt x="541" y="291"/>
                  </a:cubicBezTo>
                  <a:close/>
                  <a:moveTo>
                    <a:pt x="541" y="212"/>
                  </a:moveTo>
                  <a:cubicBezTo>
                    <a:pt x="541" y="212"/>
                    <a:pt x="541" y="212"/>
                    <a:pt x="541" y="212"/>
                  </a:cubicBezTo>
                  <a:cubicBezTo>
                    <a:pt x="541" y="212"/>
                    <a:pt x="541" y="212"/>
                    <a:pt x="541" y="212"/>
                  </a:cubicBezTo>
                  <a:cubicBezTo>
                    <a:pt x="540" y="212"/>
                    <a:pt x="540" y="211"/>
                    <a:pt x="541" y="210"/>
                  </a:cubicBezTo>
                  <a:cubicBezTo>
                    <a:pt x="542" y="209"/>
                    <a:pt x="542" y="210"/>
                    <a:pt x="542" y="211"/>
                  </a:cubicBezTo>
                  <a:cubicBezTo>
                    <a:pt x="543" y="211"/>
                    <a:pt x="544" y="211"/>
                    <a:pt x="544" y="210"/>
                  </a:cubicBezTo>
                  <a:cubicBezTo>
                    <a:pt x="545" y="210"/>
                    <a:pt x="550" y="204"/>
                    <a:pt x="551" y="205"/>
                  </a:cubicBezTo>
                  <a:cubicBezTo>
                    <a:pt x="553" y="207"/>
                    <a:pt x="544" y="211"/>
                    <a:pt x="543" y="212"/>
                  </a:cubicBezTo>
                  <a:cubicBezTo>
                    <a:pt x="542" y="212"/>
                    <a:pt x="542" y="214"/>
                    <a:pt x="541" y="212"/>
                  </a:cubicBezTo>
                  <a:close/>
                  <a:moveTo>
                    <a:pt x="549" y="242"/>
                  </a:moveTo>
                  <a:cubicBezTo>
                    <a:pt x="549" y="242"/>
                    <a:pt x="547" y="242"/>
                    <a:pt x="547" y="241"/>
                  </a:cubicBezTo>
                  <a:cubicBezTo>
                    <a:pt x="547" y="241"/>
                    <a:pt x="549" y="240"/>
                    <a:pt x="549" y="242"/>
                  </a:cubicBezTo>
                  <a:close/>
                  <a:moveTo>
                    <a:pt x="543" y="245"/>
                  </a:moveTo>
                  <a:cubicBezTo>
                    <a:pt x="544" y="247"/>
                    <a:pt x="541" y="246"/>
                    <a:pt x="543" y="245"/>
                  </a:cubicBezTo>
                  <a:close/>
                  <a:moveTo>
                    <a:pt x="547" y="220"/>
                  </a:moveTo>
                  <a:cubicBezTo>
                    <a:pt x="546" y="220"/>
                    <a:pt x="546" y="220"/>
                    <a:pt x="546" y="220"/>
                  </a:cubicBezTo>
                  <a:cubicBezTo>
                    <a:pt x="545" y="220"/>
                    <a:pt x="547" y="219"/>
                    <a:pt x="547" y="220"/>
                  </a:cubicBezTo>
                  <a:close/>
                  <a:moveTo>
                    <a:pt x="546" y="265"/>
                  </a:moveTo>
                  <a:cubicBezTo>
                    <a:pt x="546" y="265"/>
                    <a:pt x="547" y="264"/>
                    <a:pt x="547" y="264"/>
                  </a:cubicBezTo>
                  <a:cubicBezTo>
                    <a:pt x="547" y="265"/>
                    <a:pt x="546" y="266"/>
                    <a:pt x="546" y="265"/>
                  </a:cubicBezTo>
                  <a:close/>
                  <a:moveTo>
                    <a:pt x="548" y="300"/>
                  </a:moveTo>
                  <a:cubicBezTo>
                    <a:pt x="548" y="299"/>
                    <a:pt x="548" y="299"/>
                    <a:pt x="548" y="299"/>
                  </a:cubicBezTo>
                  <a:cubicBezTo>
                    <a:pt x="549" y="299"/>
                    <a:pt x="548" y="301"/>
                    <a:pt x="548" y="300"/>
                  </a:cubicBezTo>
                  <a:close/>
                  <a:moveTo>
                    <a:pt x="547" y="280"/>
                  </a:moveTo>
                  <a:cubicBezTo>
                    <a:pt x="549" y="276"/>
                    <a:pt x="551" y="272"/>
                    <a:pt x="552" y="269"/>
                  </a:cubicBezTo>
                  <a:cubicBezTo>
                    <a:pt x="552" y="271"/>
                    <a:pt x="549" y="278"/>
                    <a:pt x="547" y="280"/>
                  </a:cubicBezTo>
                  <a:close/>
                  <a:moveTo>
                    <a:pt x="553" y="329"/>
                  </a:moveTo>
                  <a:cubicBezTo>
                    <a:pt x="553" y="329"/>
                    <a:pt x="553" y="329"/>
                    <a:pt x="553" y="329"/>
                  </a:cubicBezTo>
                  <a:cubicBezTo>
                    <a:pt x="553" y="329"/>
                    <a:pt x="553" y="329"/>
                    <a:pt x="553" y="329"/>
                  </a:cubicBezTo>
                  <a:close/>
                  <a:moveTo>
                    <a:pt x="551" y="261"/>
                  </a:moveTo>
                  <a:cubicBezTo>
                    <a:pt x="553" y="257"/>
                    <a:pt x="553" y="254"/>
                    <a:pt x="555" y="252"/>
                  </a:cubicBezTo>
                  <a:cubicBezTo>
                    <a:pt x="554" y="254"/>
                    <a:pt x="553" y="259"/>
                    <a:pt x="551" y="261"/>
                  </a:cubicBezTo>
                  <a:close/>
                  <a:moveTo>
                    <a:pt x="554" y="222"/>
                  </a:moveTo>
                  <a:cubicBezTo>
                    <a:pt x="555" y="221"/>
                    <a:pt x="556" y="222"/>
                    <a:pt x="554" y="222"/>
                  </a:cubicBezTo>
                  <a:close/>
                  <a:moveTo>
                    <a:pt x="554" y="184"/>
                  </a:moveTo>
                  <a:cubicBezTo>
                    <a:pt x="554" y="183"/>
                    <a:pt x="556" y="182"/>
                    <a:pt x="556" y="183"/>
                  </a:cubicBezTo>
                  <a:cubicBezTo>
                    <a:pt x="556" y="185"/>
                    <a:pt x="554" y="185"/>
                    <a:pt x="554" y="184"/>
                  </a:cubicBezTo>
                  <a:close/>
                  <a:moveTo>
                    <a:pt x="557" y="285"/>
                  </a:moveTo>
                  <a:cubicBezTo>
                    <a:pt x="557" y="283"/>
                    <a:pt x="556" y="286"/>
                    <a:pt x="557" y="285"/>
                  </a:cubicBezTo>
                  <a:close/>
                  <a:moveTo>
                    <a:pt x="560" y="320"/>
                  </a:moveTo>
                  <a:cubicBezTo>
                    <a:pt x="560" y="321"/>
                    <a:pt x="561" y="319"/>
                    <a:pt x="560" y="320"/>
                  </a:cubicBezTo>
                  <a:close/>
                  <a:moveTo>
                    <a:pt x="557" y="283"/>
                  </a:moveTo>
                  <a:cubicBezTo>
                    <a:pt x="556" y="281"/>
                    <a:pt x="561" y="279"/>
                    <a:pt x="561" y="281"/>
                  </a:cubicBezTo>
                  <a:cubicBezTo>
                    <a:pt x="562" y="283"/>
                    <a:pt x="558" y="284"/>
                    <a:pt x="557" y="283"/>
                  </a:cubicBezTo>
                  <a:close/>
                  <a:moveTo>
                    <a:pt x="562" y="258"/>
                  </a:moveTo>
                  <a:cubicBezTo>
                    <a:pt x="562" y="258"/>
                    <a:pt x="563" y="257"/>
                    <a:pt x="563" y="257"/>
                  </a:cubicBezTo>
                  <a:cubicBezTo>
                    <a:pt x="564" y="258"/>
                    <a:pt x="561" y="259"/>
                    <a:pt x="562" y="258"/>
                  </a:cubicBezTo>
                  <a:close/>
                  <a:moveTo>
                    <a:pt x="565" y="221"/>
                  </a:moveTo>
                  <a:cubicBezTo>
                    <a:pt x="564" y="221"/>
                    <a:pt x="564" y="219"/>
                    <a:pt x="565" y="220"/>
                  </a:cubicBezTo>
                  <a:cubicBezTo>
                    <a:pt x="565" y="220"/>
                    <a:pt x="565" y="221"/>
                    <a:pt x="565" y="221"/>
                  </a:cubicBezTo>
                  <a:close/>
                  <a:moveTo>
                    <a:pt x="566" y="206"/>
                  </a:moveTo>
                  <a:cubicBezTo>
                    <a:pt x="565" y="211"/>
                    <a:pt x="567" y="204"/>
                    <a:pt x="568" y="203"/>
                  </a:cubicBezTo>
                  <a:cubicBezTo>
                    <a:pt x="569" y="202"/>
                    <a:pt x="574" y="202"/>
                    <a:pt x="576" y="203"/>
                  </a:cubicBezTo>
                  <a:cubicBezTo>
                    <a:pt x="579" y="205"/>
                    <a:pt x="577" y="210"/>
                    <a:pt x="574" y="212"/>
                  </a:cubicBezTo>
                  <a:cubicBezTo>
                    <a:pt x="573" y="213"/>
                    <a:pt x="570" y="213"/>
                    <a:pt x="569" y="213"/>
                  </a:cubicBezTo>
                  <a:cubicBezTo>
                    <a:pt x="566" y="214"/>
                    <a:pt x="567" y="214"/>
                    <a:pt x="565" y="212"/>
                  </a:cubicBezTo>
                  <a:cubicBezTo>
                    <a:pt x="562" y="210"/>
                    <a:pt x="562" y="205"/>
                    <a:pt x="566" y="206"/>
                  </a:cubicBezTo>
                  <a:close/>
                  <a:moveTo>
                    <a:pt x="573" y="236"/>
                  </a:moveTo>
                  <a:cubicBezTo>
                    <a:pt x="575" y="234"/>
                    <a:pt x="572" y="237"/>
                    <a:pt x="573" y="236"/>
                  </a:cubicBezTo>
                  <a:close/>
                  <a:moveTo>
                    <a:pt x="571" y="238"/>
                  </a:moveTo>
                  <a:cubicBezTo>
                    <a:pt x="573" y="236"/>
                    <a:pt x="569" y="239"/>
                    <a:pt x="571" y="238"/>
                  </a:cubicBezTo>
                  <a:close/>
                  <a:moveTo>
                    <a:pt x="569" y="326"/>
                  </a:moveTo>
                  <a:cubicBezTo>
                    <a:pt x="568" y="326"/>
                    <a:pt x="569" y="325"/>
                    <a:pt x="569" y="325"/>
                  </a:cubicBezTo>
                  <a:cubicBezTo>
                    <a:pt x="570" y="324"/>
                    <a:pt x="570" y="327"/>
                    <a:pt x="569" y="326"/>
                  </a:cubicBezTo>
                  <a:close/>
                  <a:moveTo>
                    <a:pt x="567" y="224"/>
                  </a:moveTo>
                  <a:cubicBezTo>
                    <a:pt x="566" y="223"/>
                    <a:pt x="567" y="222"/>
                    <a:pt x="567" y="222"/>
                  </a:cubicBezTo>
                  <a:cubicBezTo>
                    <a:pt x="568" y="222"/>
                    <a:pt x="567" y="223"/>
                    <a:pt x="567" y="224"/>
                  </a:cubicBezTo>
                  <a:close/>
                  <a:moveTo>
                    <a:pt x="567" y="311"/>
                  </a:moveTo>
                  <a:cubicBezTo>
                    <a:pt x="568" y="312"/>
                    <a:pt x="566" y="312"/>
                    <a:pt x="567" y="311"/>
                  </a:cubicBezTo>
                  <a:close/>
                  <a:moveTo>
                    <a:pt x="565" y="280"/>
                  </a:moveTo>
                  <a:cubicBezTo>
                    <a:pt x="565" y="277"/>
                    <a:pt x="567" y="277"/>
                    <a:pt x="565" y="280"/>
                  </a:cubicBezTo>
                  <a:close/>
                  <a:moveTo>
                    <a:pt x="566" y="411"/>
                  </a:moveTo>
                  <a:cubicBezTo>
                    <a:pt x="568" y="409"/>
                    <a:pt x="569" y="406"/>
                    <a:pt x="572" y="405"/>
                  </a:cubicBezTo>
                  <a:cubicBezTo>
                    <a:pt x="570" y="407"/>
                    <a:pt x="568" y="410"/>
                    <a:pt x="566" y="411"/>
                  </a:cubicBezTo>
                  <a:close/>
                  <a:moveTo>
                    <a:pt x="571" y="279"/>
                  </a:moveTo>
                  <a:cubicBezTo>
                    <a:pt x="571" y="279"/>
                    <a:pt x="573" y="279"/>
                    <a:pt x="572" y="279"/>
                  </a:cubicBezTo>
                  <a:cubicBezTo>
                    <a:pt x="572" y="280"/>
                    <a:pt x="571" y="280"/>
                    <a:pt x="571" y="279"/>
                  </a:cubicBezTo>
                  <a:close/>
                  <a:moveTo>
                    <a:pt x="573" y="383"/>
                  </a:moveTo>
                  <a:cubicBezTo>
                    <a:pt x="571" y="382"/>
                    <a:pt x="573" y="380"/>
                    <a:pt x="574" y="379"/>
                  </a:cubicBezTo>
                  <a:cubicBezTo>
                    <a:pt x="577" y="377"/>
                    <a:pt x="575" y="384"/>
                    <a:pt x="573" y="383"/>
                  </a:cubicBezTo>
                  <a:close/>
                  <a:moveTo>
                    <a:pt x="578" y="218"/>
                  </a:moveTo>
                  <a:cubicBezTo>
                    <a:pt x="583" y="216"/>
                    <a:pt x="584" y="224"/>
                    <a:pt x="580" y="226"/>
                  </a:cubicBezTo>
                  <a:cubicBezTo>
                    <a:pt x="573" y="230"/>
                    <a:pt x="572" y="220"/>
                    <a:pt x="578" y="218"/>
                  </a:cubicBezTo>
                  <a:close/>
                  <a:moveTo>
                    <a:pt x="577" y="295"/>
                  </a:moveTo>
                  <a:cubicBezTo>
                    <a:pt x="577" y="295"/>
                    <a:pt x="577" y="295"/>
                    <a:pt x="577" y="296"/>
                  </a:cubicBezTo>
                  <a:cubicBezTo>
                    <a:pt x="576" y="296"/>
                    <a:pt x="577" y="295"/>
                    <a:pt x="577" y="295"/>
                  </a:cubicBezTo>
                  <a:close/>
                  <a:moveTo>
                    <a:pt x="577" y="425"/>
                  </a:moveTo>
                  <a:cubicBezTo>
                    <a:pt x="576" y="426"/>
                    <a:pt x="578" y="423"/>
                    <a:pt x="577" y="425"/>
                  </a:cubicBezTo>
                  <a:close/>
                  <a:moveTo>
                    <a:pt x="577" y="371"/>
                  </a:moveTo>
                  <a:cubicBezTo>
                    <a:pt x="576" y="370"/>
                    <a:pt x="578" y="370"/>
                    <a:pt x="577" y="371"/>
                  </a:cubicBezTo>
                  <a:close/>
                  <a:moveTo>
                    <a:pt x="577" y="297"/>
                  </a:moveTo>
                  <a:cubicBezTo>
                    <a:pt x="578" y="296"/>
                    <a:pt x="578" y="297"/>
                    <a:pt x="578" y="297"/>
                  </a:cubicBezTo>
                  <a:cubicBezTo>
                    <a:pt x="579" y="299"/>
                    <a:pt x="576" y="297"/>
                    <a:pt x="577" y="297"/>
                  </a:cubicBezTo>
                  <a:close/>
                  <a:moveTo>
                    <a:pt x="580" y="277"/>
                  </a:moveTo>
                  <a:cubicBezTo>
                    <a:pt x="580" y="277"/>
                    <a:pt x="580" y="277"/>
                    <a:pt x="580" y="277"/>
                  </a:cubicBezTo>
                  <a:cubicBezTo>
                    <a:pt x="581" y="277"/>
                    <a:pt x="579" y="278"/>
                    <a:pt x="580" y="277"/>
                  </a:cubicBezTo>
                  <a:close/>
                  <a:moveTo>
                    <a:pt x="580" y="387"/>
                  </a:moveTo>
                  <a:cubicBezTo>
                    <a:pt x="580" y="386"/>
                    <a:pt x="582" y="385"/>
                    <a:pt x="582" y="384"/>
                  </a:cubicBezTo>
                  <a:cubicBezTo>
                    <a:pt x="583" y="385"/>
                    <a:pt x="581" y="386"/>
                    <a:pt x="580" y="387"/>
                  </a:cubicBezTo>
                  <a:close/>
                  <a:moveTo>
                    <a:pt x="578" y="268"/>
                  </a:moveTo>
                  <a:cubicBezTo>
                    <a:pt x="578" y="266"/>
                    <a:pt x="584" y="266"/>
                    <a:pt x="582" y="269"/>
                  </a:cubicBezTo>
                  <a:cubicBezTo>
                    <a:pt x="582" y="271"/>
                    <a:pt x="578" y="270"/>
                    <a:pt x="578" y="268"/>
                  </a:cubicBezTo>
                  <a:close/>
                  <a:moveTo>
                    <a:pt x="582" y="302"/>
                  </a:moveTo>
                  <a:cubicBezTo>
                    <a:pt x="582" y="302"/>
                    <a:pt x="582" y="301"/>
                    <a:pt x="583" y="301"/>
                  </a:cubicBezTo>
                  <a:cubicBezTo>
                    <a:pt x="585" y="299"/>
                    <a:pt x="584" y="304"/>
                    <a:pt x="582" y="302"/>
                  </a:cubicBezTo>
                  <a:close/>
                  <a:moveTo>
                    <a:pt x="584" y="367"/>
                  </a:moveTo>
                  <a:cubicBezTo>
                    <a:pt x="584" y="369"/>
                    <a:pt x="582" y="368"/>
                    <a:pt x="584" y="367"/>
                  </a:cubicBezTo>
                  <a:close/>
                  <a:moveTo>
                    <a:pt x="584" y="364"/>
                  </a:moveTo>
                  <a:cubicBezTo>
                    <a:pt x="584" y="363"/>
                    <a:pt x="584" y="363"/>
                    <a:pt x="585" y="363"/>
                  </a:cubicBezTo>
                  <a:cubicBezTo>
                    <a:pt x="586" y="363"/>
                    <a:pt x="583" y="365"/>
                    <a:pt x="584" y="364"/>
                  </a:cubicBezTo>
                  <a:close/>
                  <a:moveTo>
                    <a:pt x="585" y="305"/>
                  </a:moveTo>
                  <a:cubicBezTo>
                    <a:pt x="585" y="305"/>
                    <a:pt x="586" y="304"/>
                    <a:pt x="586" y="305"/>
                  </a:cubicBezTo>
                  <a:cubicBezTo>
                    <a:pt x="587" y="305"/>
                    <a:pt x="585" y="306"/>
                    <a:pt x="585" y="305"/>
                  </a:cubicBezTo>
                  <a:close/>
                  <a:moveTo>
                    <a:pt x="585" y="289"/>
                  </a:moveTo>
                  <a:cubicBezTo>
                    <a:pt x="585" y="288"/>
                    <a:pt x="586" y="288"/>
                    <a:pt x="586" y="288"/>
                  </a:cubicBezTo>
                  <a:cubicBezTo>
                    <a:pt x="586" y="288"/>
                    <a:pt x="585" y="289"/>
                    <a:pt x="585" y="289"/>
                  </a:cubicBezTo>
                  <a:close/>
                  <a:moveTo>
                    <a:pt x="585" y="250"/>
                  </a:moveTo>
                  <a:cubicBezTo>
                    <a:pt x="586" y="249"/>
                    <a:pt x="587" y="248"/>
                    <a:pt x="589" y="247"/>
                  </a:cubicBezTo>
                  <a:cubicBezTo>
                    <a:pt x="588" y="248"/>
                    <a:pt x="586" y="249"/>
                    <a:pt x="585" y="250"/>
                  </a:cubicBezTo>
                  <a:close/>
                  <a:moveTo>
                    <a:pt x="590" y="437"/>
                  </a:moveTo>
                  <a:cubicBezTo>
                    <a:pt x="589" y="435"/>
                    <a:pt x="591" y="433"/>
                    <a:pt x="593" y="431"/>
                  </a:cubicBezTo>
                  <a:cubicBezTo>
                    <a:pt x="592" y="433"/>
                    <a:pt x="591" y="435"/>
                    <a:pt x="590" y="437"/>
                  </a:cubicBezTo>
                  <a:close/>
                  <a:moveTo>
                    <a:pt x="594" y="251"/>
                  </a:moveTo>
                  <a:cubicBezTo>
                    <a:pt x="596" y="250"/>
                    <a:pt x="595" y="255"/>
                    <a:pt x="593" y="253"/>
                  </a:cubicBezTo>
                  <a:cubicBezTo>
                    <a:pt x="593" y="253"/>
                    <a:pt x="593" y="252"/>
                    <a:pt x="594" y="251"/>
                  </a:cubicBezTo>
                  <a:close/>
                  <a:moveTo>
                    <a:pt x="594" y="357"/>
                  </a:moveTo>
                  <a:cubicBezTo>
                    <a:pt x="594" y="357"/>
                    <a:pt x="594" y="356"/>
                    <a:pt x="595" y="356"/>
                  </a:cubicBezTo>
                  <a:cubicBezTo>
                    <a:pt x="596" y="357"/>
                    <a:pt x="592" y="359"/>
                    <a:pt x="594" y="357"/>
                  </a:cubicBezTo>
                  <a:close/>
                  <a:moveTo>
                    <a:pt x="595" y="371"/>
                  </a:moveTo>
                  <a:cubicBezTo>
                    <a:pt x="595" y="372"/>
                    <a:pt x="594" y="373"/>
                    <a:pt x="593" y="373"/>
                  </a:cubicBezTo>
                  <a:cubicBezTo>
                    <a:pt x="593" y="372"/>
                    <a:pt x="594" y="371"/>
                    <a:pt x="595" y="371"/>
                  </a:cubicBezTo>
                  <a:close/>
                  <a:moveTo>
                    <a:pt x="593" y="429"/>
                  </a:move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lose/>
                  <a:moveTo>
                    <a:pt x="594" y="472"/>
                  </a:moveTo>
                  <a:cubicBezTo>
                    <a:pt x="594" y="472"/>
                    <a:pt x="595" y="470"/>
                    <a:pt x="595" y="470"/>
                  </a:cubicBezTo>
                  <a:cubicBezTo>
                    <a:pt x="596" y="471"/>
                    <a:pt x="594" y="472"/>
                    <a:pt x="594" y="472"/>
                  </a:cubicBezTo>
                  <a:close/>
                  <a:moveTo>
                    <a:pt x="598" y="422"/>
                  </a:moveTo>
                  <a:cubicBezTo>
                    <a:pt x="598" y="423"/>
                    <a:pt x="596" y="426"/>
                    <a:pt x="594" y="428"/>
                  </a:cubicBezTo>
                  <a:cubicBezTo>
                    <a:pt x="594" y="425"/>
                    <a:pt x="599" y="418"/>
                    <a:pt x="598" y="422"/>
                  </a:cubicBezTo>
                  <a:close/>
                  <a:moveTo>
                    <a:pt x="595" y="356"/>
                  </a:moveTo>
                  <a:cubicBezTo>
                    <a:pt x="596" y="355"/>
                    <a:pt x="597" y="354"/>
                    <a:pt x="599" y="353"/>
                  </a:cubicBezTo>
                  <a:cubicBezTo>
                    <a:pt x="598" y="355"/>
                    <a:pt x="597" y="355"/>
                    <a:pt x="595" y="356"/>
                  </a:cubicBezTo>
                  <a:close/>
                  <a:moveTo>
                    <a:pt x="686" y="310"/>
                  </a:moveTo>
                  <a:cubicBezTo>
                    <a:pt x="686" y="309"/>
                    <a:pt x="686" y="312"/>
                    <a:pt x="686" y="310"/>
                  </a:cubicBezTo>
                  <a:close/>
                  <a:moveTo>
                    <a:pt x="679" y="298"/>
                  </a:moveTo>
                  <a:cubicBezTo>
                    <a:pt x="682" y="297"/>
                    <a:pt x="678" y="302"/>
                    <a:pt x="678" y="299"/>
                  </a:cubicBezTo>
                  <a:cubicBezTo>
                    <a:pt x="678" y="299"/>
                    <a:pt x="678" y="298"/>
                    <a:pt x="679" y="298"/>
                  </a:cubicBezTo>
                  <a:close/>
                  <a:moveTo>
                    <a:pt x="676" y="297"/>
                  </a:moveTo>
                  <a:cubicBezTo>
                    <a:pt x="677" y="295"/>
                    <a:pt x="676" y="298"/>
                    <a:pt x="676" y="297"/>
                  </a:cubicBezTo>
                  <a:close/>
                  <a:moveTo>
                    <a:pt x="671" y="307"/>
                  </a:moveTo>
                  <a:cubicBezTo>
                    <a:pt x="671" y="307"/>
                    <a:pt x="672" y="308"/>
                    <a:pt x="671" y="308"/>
                  </a:cubicBezTo>
                  <a:cubicBezTo>
                    <a:pt x="670" y="309"/>
                    <a:pt x="671" y="307"/>
                    <a:pt x="671" y="307"/>
                  </a:cubicBezTo>
                  <a:close/>
                  <a:moveTo>
                    <a:pt x="672" y="331"/>
                  </a:moveTo>
                  <a:cubicBezTo>
                    <a:pt x="672" y="331"/>
                    <a:pt x="675" y="326"/>
                    <a:pt x="675" y="328"/>
                  </a:cubicBezTo>
                  <a:cubicBezTo>
                    <a:pt x="675" y="331"/>
                    <a:pt x="670" y="334"/>
                    <a:pt x="668" y="337"/>
                  </a:cubicBezTo>
                  <a:cubicBezTo>
                    <a:pt x="669" y="335"/>
                    <a:pt x="671" y="333"/>
                    <a:pt x="672" y="331"/>
                  </a:cubicBezTo>
                  <a:close/>
                  <a:moveTo>
                    <a:pt x="669" y="271"/>
                  </a:moveTo>
                  <a:cubicBezTo>
                    <a:pt x="668" y="270"/>
                    <a:pt x="671" y="264"/>
                    <a:pt x="672" y="266"/>
                  </a:cubicBezTo>
                  <a:cubicBezTo>
                    <a:pt x="674" y="267"/>
                    <a:pt x="670" y="270"/>
                    <a:pt x="669" y="271"/>
                  </a:cubicBezTo>
                  <a:close/>
                  <a:moveTo>
                    <a:pt x="674" y="235"/>
                  </a:moveTo>
                  <a:cubicBezTo>
                    <a:pt x="673" y="236"/>
                    <a:pt x="675" y="233"/>
                    <a:pt x="674" y="235"/>
                  </a:cubicBezTo>
                  <a:close/>
                  <a:moveTo>
                    <a:pt x="676" y="252"/>
                  </a:moveTo>
                  <a:cubicBezTo>
                    <a:pt x="676" y="250"/>
                    <a:pt x="677" y="251"/>
                    <a:pt x="676" y="252"/>
                  </a:cubicBezTo>
                  <a:close/>
                  <a:moveTo>
                    <a:pt x="673" y="222"/>
                  </a:moveTo>
                  <a:cubicBezTo>
                    <a:pt x="674" y="221"/>
                    <a:pt x="676" y="222"/>
                    <a:pt x="676" y="222"/>
                  </a:cubicBezTo>
                  <a:cubicBezTo>
                    <a:pt x="678" y="225"/>
                    <a:pt x="674" y="230"/>
                    <a:pt x="672" y="229"/>
                  </a:cubicBezTo>
                  <a:cubicBezTo>
                    <a:pt x="669" y="227"/>
                    <a:pt x="671" y="223"/>
                    <a:pt x="673" y="222"/>
                  </a:cubicBezTo>
                  <a:close/>
                  <a:moveTo>
                    <a:pt x="669" y="233"/>
                  </a:moveTo>
                  <a:cubicBezTo>
                    <a:pt x="669" y="232"/>
                    <a:pt x="670" y="231"/>
                    <a:pt x="670" y="230"/>
                  </a:cubicBezTo>
                  <a:cubicBezTo>
                    <a:pt x="669" y="230"/>
                    <a:pt x="669" y="230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1" y="229"/>
                  </a:cubicBezTo>
                  <a:cubicBezTo>
                    <a:pt x="670" y="230"/>
                    <a:pt x="670" y="230"/>
                    <a:pt x="670" y="230"/>
                  </a:cubicBezTo>
                  <a:cubicBezTo>
                    <a:pt x="670" y="233"/>
                    <a:pt x="669" y="236"/>
                    <a:pt x="668" y="238"/>
                  </a:cubicBezTo>
                  <a:cubicBezTo>
                    <a:pt x="668" y="237"/>
                    <a:pt x="668" y="235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lose/>
                  <a:moveTo>
                    <a:pt x="668" y="231"/>
                  </a:moveTo>
                  <a:cubicBezTo>
                    <a:pt x="668" y="233"/>
                    <a:pt x="666" y="231"/>
                    <a:pt x="668" y="231"/>
                  </a:cubicBezTo>
                  <a:close/>
                  <a:moveTo>
                    <a:pt x="671" y="249"/>
                  </a:moveTo>
                  <a:cubicBezTo>
                    <a:pt x="670" y="250"/>
                    <a:pt x="668" y="251"/>
                    <a:pt x="666" y="252"/>
                  </a:cubicBezTo>
                  <a:cubicBezTo>
                    <a:pt x="667" y="250"/>
                    <a:pt x="669" y="250"/>
                    <a:pt x="671" y="249"/>
                  </a:cubicBezTo>
                  <a:close/>
                  <a:moveTo>
                    <a:pt x="667" y="257"/>
                  </a:moveTo>
                  <a:cubicBezTo>
                    <a:pt x="667" y="258"/>
                    <a:pt x="666" y="260"/>
                    <a:pt x="665" y="261"/>
                  </a:cubicBezTo>
                  <a:cubicBezTo>
                    <a:pt x="665" y="259"/>
                    <a:pt x="667" y="259"/>
                    <a:pt x="667" y="257"/>
                  </a:cubicBezTo>
                  <a:close/>
                  <a:moveTo>
                    <a:pt x="666" y="302"/>
                  </a:moveTo>
                  <a:cubicBezTo>
                    <a:pt x="666" y="302"/>
                    <a:pt x="666" y="302"/>
                    <a:pt x="666" y="301"/>
                  </a:cubicBezTo>
                  <a:cubicBezTo>
                    <a:pt x="666" y="300"/>
                    <a:pt x="667" y="302"/>
                    <a:pt x="666" y="302"/>
                  </a:cubicBezTo>
                  <a:close/>
                  <a:moveTo>
                    <a:pt x="657" y="233"/>
                  </a:moveTo>
                  <a:cubicBezTo>
                    <a:pt x="657" y="233"/>
                    <a:pt x="657" y="233"/>
                    <a:pt x="657" y="233"/>
                  </a:cubicBezTo>
                  <a:cubicBezTo>
                    <a:pt x="657" y="235"/>
                    <a:pt x="655" y="233"/>
                    <a:pt x="657" y="233"/>
                  </a:cubicBezTo>
                  <a:close/>
                  <a:moveTo>
                    <a:pt x="655" y="232"/>
                  </a:moveTo>
                  <a:cubicBezTo>
                    <a:pt x="656" y="232"/>
                    <a:pt x="656" y="234"/>
                    <a:pt x="655" y="234"/>
                  </a:cubicBezTo>
                  <a:cubicBezTo>
                    <a:pt x="654" y="233"/>
                    <a:pt x="655" y="232"/>
                    <a:pt x="655" y="232"/>
                  </a:cubicBezTo>
                  <a:close/>
                  <a:moveTo>
                    <a:pt x="655" y="256"/>
                  </a:moveTo>
                  <a:cubicBezTo>
                    <a:pt x="657" y="254"/>
                    <a:pt x="657" y="259"/>
                    <a:pt x="655" y="259"/>
                  </a:cubicBezTo>
                  <a:cubicBezTo>
                    <a:pt x="654" y="258"/>
                    <a:pt x="654" y="256"/>
                    <a:pt x="655" y="256"/>
                  </a:cubicBezTo>
                  <a:close/>
                  <a:moveTo>
                    <a:pt x="651" y="231"/>
                  </a:moveTo>
                  <a:cubicBezTo>
                    <a:pt x="651" y="231"/>
                    <a:pt x="652" y="230"/>
                    <a:pt x="653" y="231"/>
                  </a:cubicBezTo>
                  <a:cubicBezTo>
                    <a:pt x="654" y="232"/>
                    <a:pt x="650" y="234"/>
                    <a:pt x="651" y="231"/>
                  </a:cubicBezTo>
                  <a:close/>
                  <a:moveTo>
                    <a:pt x="651" y="229"/>
                  </a:moveTo>
                  <a:cubicBezTo>
                    <a:pt x="651" y="228"/>
                    <a:pt x="650" y="231"/>
                    <a:pt x="651" y="229"/>
                  </a:cubicBezTo>
                  <a:close/>
                  <a:moveTo>
                    <a:pt x="647" y="239"/>
                  </a:moveTo>
                  <a:cubicBezTo>
                    <a:pt x="648" y="237"/>
                    <a:pt x="650" y="241"/>
                    <a:pt x="647" y="241"/>
                  </a:cubicBezTo>
                  <a:cubicBezTo>
                    <a:pt x="647" y="240"/>
                    <a:pt x="646" y="239"/>
                    <a:pt x="647" y="239"/>
                  </a:cubicBezTo>
                  <a:close/>
                  <a:moveTo>
                    <a:pt x="649" y="265"/>
                  </a:moveTo>
                  <a:cubicBezTo>
                    <a:pt x="650" y="264"/>
                    <a:pt x="651" y="260"/>
                    <a:pt x="653" y="260"/>
                  </a:cubicBezTo>
                  <a:cubicBezTo>
                    <a:pt x="657" y="258"/>
                    <a:pt x="649" y="267"/>
                    <a:pt x="648" y="268"/>
                  </a:cubicBezTo>
                  <a:cubicBezTo>
                    <a:pt x="650" y="266"/>
                    <a:pt x="648" y="270"/>
                    <a:pt x="647" y="269"/>
                  </a:cubicBezTo>
                  <a:cubicBezTo>
                    <a:pt x="646" y="269"/>
                    <a:pt x="648" y="266"/>
                    <a:pt x="649" y="265"/>
                  </a:cubicBezTo>
                  <a:close/>
                  <a:moveTo>
                    <a:pt x="652" y="271"/>
                  </a:moveTo>
                  <a:cubicBezTo>
                    <a:pt x="653" y="272"/>
                    <a:pt x="651" y="272"/>
                    <a:pt x="651" y="272"/>
                  </a:cubicBezTo>
                  <a:cubicBezTo>
                    <a:pt x="651" y="271"/>
                    <a:pt x="652" y="270"/>
                    <a:pt x="652" y="271"/>
                  </a:cubicBezTo>
                  <a:close/>
                  <a:moveTo>
                    <a:pt x="657" y="273"/>
                  </a:moveTo>
                  <a:cubicBezTo>
                    <a:pt x="653" y="278"/>
                    <a:pt x="649" y="282"/>
                    <a:pt x="643" y="286"/>
                  </a:cubicBezTo>
                  <a:cubicBezTo>
                    <a:pt x="648" y="281"/>
                    <a:pt x="652" y="277"/>
                    <a:pt x="657" y="273"/>
                  </a:cubicBezTo>
                  <a:close/>
                  <a:moveTo>
                    <a:pt x="645" y="387"/>
                  </a:moveTo>
                  <a:cubicBezTo>
                    <a:pt x="645" y="389"/>
                    <a:pt x="643" y="388"/>
                    <a:pt x="645" y="387"/>
                  </a:cubicBezTo>
                  <a:close/>
                  <a:moveTo>
                    <a:pt x="645" y="390"/>
                  </a:moveTo>
                  <a:cubicBezTo>
                    <a:pt x="645" y="388"/>
                    <a:pt x="644" y="391"/>
                    <a:pt x="645" y="390"/>
                  </a:cubicBezTo>
                  <a:close/>
                  <a:moveTo>
                    <a:pt x="641" y="392"/>
                  </a:moveTo>
                  <a:cubicBezTo>
                    <a:pt x="642" y="391"/>
                    <a:pt x="642" y="390"/>
                    <a:pt x="643" y="389"/>
                  </a:cubicBezTo>
                  <a:cubicBezTo>
                    <a:pt x="643" y="390"/>
                    <a:pt x="643" y="391"/>
                    <a:pt x="641" y="392"/>
                  </a:cubicBezTo>
                  <a:close/>
                  <a:moveTo>
                    <a:pt x="642" y="393"/>
                  </a:moveTo>
                  <a:cubicBezTo>
                    <a:pt x="643" y="393"/>
                    <a:pt x="640" y="395"/>
                    <a:pt x="642" y="393"/>
                  </a:cubicBezTo>
                  <a:close/>
                  <a:moveTo>
                    <a:pt x="643" y="300"/>
                  </a:moveTo>
                  <a:cubicBezTo>
                    <a:pt x="642" y="300"/>
                    <a:pt x="643" y="299"/>
                    <a:pt x="643" y="299"/>
                  </a:cubicBezTo>
                  <a:cubicBezTo>
                    <a:pt x="644" y="297"/>
                    <a:pt x="644" y="301"/>
                    <a:pt x="643" y="300"/>
                  </a:cubicBezTo>
                  <a:close/>
                  <a:moveTo>
                    <a:pt x="642" y="297"/>
                  </a:moveTo>
                  <a:cubicBezTo>
                    <a:pt x="642" y="296"/>
                    <a:pt x="643" y="296"/>
                    <a:pt x="644" y="295"/>
                  </a:cubicBezTo>
                  <a:cubicBezTo>
                    <a:pt x="644" y="296"/>
                    <a:pt x="643" y="297"/>
                    <a:pt x="642" y="297"/>
                  </a:cubicBezTo>
                  <a:close/>
                  <a:moveTo>
                    <a:pt x="639" y="297"/>
                  </a:moveTo>
                  <a:cubicBezTo>
                    <a:pt x="638" y="296"/>
                    <a:pt x="644" y="290"/>
                    <a:pt x="645" y="290"/>
                  </a:cubicBezTo>
                  <a:cubicBezTo>
                    <a:pt x="645" y="289"/>
                    <a:pt x="646" y="289"/>
                    <a:pt x="647" y="289"/>
                  </a:cubicBezTo>
                  <a:cubicBezTo>
                    <a:pt x="647" y="289"/>
                    <a:pt x="640" y="298"/>
                    <a:pt x="639" y="297"/>
                  </a:cubicBezTo>
                  <a:close/>
                  <a:moveTo>
                    <a:pt x="642" y="298"/>
                  </a:moveTo>
                  <a:cubicBezTo>
                    <a:pt x="641" y="300"/>
                    <a:pt x="639" y="299"/>
                    <a:pt x="642" y="298"/>
                  </a:cubicBezTo>
                  <a:close/>
                  <a:moveTo>
                    <a:pt x="639" y="303"/>
                  </a:moveTo>
                  <a:cubicBezTo>
                    <a:pt x="639" y="303"/>
                    <a:pt x="639" y="302"/>
                    <a:pt x="639" y="302"/>
                  </a:cubicBezTo>
                  <a:cubicBezTo>
                    <a:pt x="641" y="300"/>
                    <a:pt x="640" y="304"/>
                    <a:pt x="639" y="303"/>
                  </a:cubicBezTo>
                  <a:close/>
                  <a:moveTo>
                    <a:pt x="640" y="320"/>
                  </a:moveTo>
                  <a:cubicBezTo>
                    <a:pt x="640" y="320"/>
                    <a:pt x="639" y="321"/>
                    <a:pt x="639" y="321"/>
                  </a:cubicBezTo>
                  <a:cubicBezTo>
                    <a:pt x="638" y="321"/>
                    <a:pt x="639" y="320"/>
                    <a:pt x="640" y="320"/>
                  </a:cubicBezTo>
                  <a:close/>
                  <a:moveTo>
                    <a:pt x="638" y="266"/>
                  </a:moveTo>
                  <a:cubicBezTo>
                    <a:pt x="637" y="266"/>
                    <a:pt x="639" y="265"/>
                    <a:pt x="638" y="264"/>
                  </a:cubicBezTo>
                  <a:cubicBezTo>
                    <a:pt x="639" y="264"/>
                    <a:pt x="638" y="266"/>
                    <a:pt x="638" y="266"/>
                  </a:cubicBezTo>
                  <a:close/>
                  <a:moveTo>
                    <a:pt x="638" y="268"/>
                  </a:moveTo>
                  <a:cubicBezTo>
                    <a:pt x="638" y="268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8"/>
                  </a:cubicBezTo>
                  <a:close/>
                  <a:moveTo>
                    <a:pt x="642" y="286"/>
                  </a:moveTo>
                  <a:cubicBezTo>
                    <a:pt x="642" y="287"/>
                    <a:pt x="639" y="289"/>
                    <a:pt x="638" y="290"/>
                  </a:cubicBezTo>
                  <a:cubicBezTo>
                    <a:pt x="638" y="288"/>
                    <a:pt x="641" y="288"/>
                    <a:pt x="642" y="286"/>
                  </a:cubicBezTo>
                  <a:close/>
                  <a:moveTo>
                    <a:pt x="644" y="234"/>
                  </a:moveTo>
                  <a:cubicBezTo>
                    <a:pt x="643" y="235"/>
                    <a:pt x="643" y="234"/>
                    <a:pt x="644" y="234"/>
                  </a:cubicBezTo>
                  <a:close/>
                  <a:moveTo>
                    <a:pt x="643" y="251"/>
                  </a:moveTo>
                  <a:cubicBezTo>
                    <a:pt x="643" y="252"/>
                    <a:pt x="642" y="253"/>
                    <a:pt x="642" y="253"/>
                  </a:cubicBezTo>
                  <a:cubicBezTo>
                    <a:pt x="642" y="253"/>
                    <a:pt x="642" y="251"/>
                    <a:pt x="643" y="251"/>
                  </a:cubicBezTo>
                  <a:close/>
                  <a:moveTo>
                    <a:pt x="645" y="254"/>
                  </a:moveTo>
                  <a:cubicBezTo>
                    <a:pt x="643" y="257"/>
                    <a:pt x="641" y="258"/>
                    <a:pt x="638" y="260"/>
                  </a:cubicBezTo>
                  <a:cubicBezTo>
                    <a:pt x="640" y="258"/>
                    <a:pt x="642" y="256"/>
                    <a:pt x="645" y="254"/>
                  </a:cubicBezTo>
                  <a:close/>
                  <a:moveTo>
                    <a:pt x="640" y="225"/>
                  </a:moveTo>
                  <a:cubicBezTo>
                    <a:pt x="640" y="225"/>
                    <a:pt x="640" y="225"/>
                    <a:pt x="640" y="225"/>
                  </a:cubicBezTo>
                  <a:cubicBezTo>
                    <a:pt x="640" y="225"/>
                    <a:pt x="640" y="225"/>
                    <a:pt x="640" y="226"/>
                  </a:cubicBezTo>
                  <a:cubicBezTo>
                    <a:pt x="640" y="226"/>
                    <a:pt x="640" y="226"/>
                    <a:pt x="640" y="225"/>
                  </a:cubicBezTo>
                  <a:close/>
                  <a:moveTo>
                    <a:pt x="640" y="241"/>
                  </a:moveTo>
                  <a:cubicBezTo>
                    <a:pt x="641" y="243"/>
                    <a:pt x="638" y="244"/>
                    <a:pt x="638" y="242"/>
                  </a:cubicBezTo>
                  <a:cubicBezTo>
                    <a:pt x="637" y="241"/>
                    <a:pt x="640" y="239"/>
                    <a:pt x="640" y="241"/>
                  </a:cubicBezTo>
                  <a:close/>
                  <a:moveTo>
                    <a:pt x="638" y="290"/>
                  </a:moveTo>
                  <a:cubicBezTo>
                    <a:pt x="639" y="291"/>
                    <a:pt x="635" y="292"/>
                    <a:pt x="636" y="290"/>
                  </a:cubicBezTo>
                  <a:cubicBezTo>
                    <a:pt x="637" y="289"/>
                    <a:pt x="637" y="289"/>
                    <a:pt x="638" y="290"/>
                  </a:cubicBezTo>
                  <a:close/>
                  <a:moveTo>
                    <a:pt x="637" y="302"/>
                  </a:move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lose/>
                  <a:moveTo>
                    <a:pt x="632" y="265"/>
                  </a:moveTo>
                  <a:cubicBezTo>
                    <a:pt x="633" y="264"/>
                    <a:pt x="635" y="262"/>
                    <a:pt x="636" y="262"/>
                  </a:cubicBezTo>
                  <a:cubicBezTo>
                    <a:pt x="636" y="262"/>
                    <a:pt x="634" y="265"/>
                    <a:pt x="632" y="265"/>
                  </a:cubicBezTo>
                  <a:close/>
                  <a:moveTo>
                    <a:pt x="637" y="219"/>
                  </a:moveTo>
                  <a:cubicBezTo>
                    <a:pt x="637" y="221"/>
                    <a:pt x="634" y="221"/>
                    <a:pt x="634" y="219"/>
                  </a:cubicBezTo>
                  <a:cubicBezTo>
                    <a:pt x="634" y="218"/>
                    <a:pt x="636" y="217"/>
                    <a:pt x="637" y="219"/>
                  </a:cubicBezTo>
                  <a:close/>
                  <a:moveTo>
                    <a:pt x="633" y="221"/>
                  </a:moveTo>
                  <a:cubicBezTo>
                    <a:pt x="633" y="221"/>
                    <a:pt x="635" y="221"/>
                    <a:pt x="634" y="222"/>
                  </a:cubicBezTo>
                  <a:cubicBezTo>
                    <a:pt x="634" y="222"/>
                    <a:pt x="632" y="222"/>
                    <a:pt x="633" y="221"/>
                  </a:cubicBezTo>
                  <a:close/>
                  <a:moveTo>
                    <a:pt x="633" y="253"/>
                  </a:moveTo>
                  <a:cubicBezTo>
                    <a:pt x="633" y="254"/>
                    <a:pt x="632" y="254"/>
                    <a:pt x="631" y="254"/>
                  </a:cubicBezTo>
                  <a:cubicBezTo>
                    <a:pt x="631" y="253"/>
                    <a:pt x="632" y="252"/>
                    <a:pt x="633" y="253"/>
                  </a:cubicBezTo>
                  <a:close/>
                  <a:moveTo>
                    <a:pt x="630" y="260"/>
                  </a:moveTo>
                  <a:cubicBezTo>
                    <a:pt x="630" y="260"/>
                    <a:pt x="630" y="260"/>
                    <a:pt x="630" y="261"/>
                  </a:cubicBezTo>
                  <a:cubicBezTo>
                    <a:pt x="630" y="261"/>
                    <a:pt x="630" y="261"/>
                    <a:pt x="630" y="261"/>
                  </a:cubicBezTo>
                  <a:cubicBezTo>
                    <a:pt x="630" y="261"/>
                    <a:pt x="630" y="260"/>
                    <a:pt x="630" y="260"/>
                  </a:cubicBezTo>
                  <a:close/>
                  <a:moveTo>
                    <a:pt x="632" y="277"/>
                  </a:moveTo>
                  <a:cubicBezTo>
                    <a:pt x="634" y="279"/>
                    <a:pt x="631" y="281"/>
                    <a:pt x="629" y="281"/>
                  </a:cubicBezTo>
                  <a:cubicBezTo>
                    <a:pt x="629" y="280"/>
                    <a:pt x="631" y="277"/>
                    <a:pt x="632" y="277"/>
                  </a:cubicBezTo>
                  <a:close/>
                  <a:moveTo>
                    <a:pt x="632" y="347"/>
                  </a:moveTo>
                  <a:cubicBezTo>
                    <a:pt x="632" y="347"/>
                    <a:pt x="632" y="346"/>
                    <a:pt x="632" y="346"/>
                  </a:cubicBezTo>
                  <a:cubicBezTo>
                    <a:pt x="633" y="344"/>
                    <a:pt x="632" y="348"/>
                    <a:pt x="632" y="347"/>
                  </a:cubicBezTo>
                  <a:close/>
                  <a:moveTo>
                    <a:pt x="630" y="294"/>
                  </a:moveTo>
                  <a:cubicBezTo>
                    <a:pt x="630" y="295"/>
                    <a:pt x="629" y="295"/>
                    <a:pt x="629" y="295"/>
                  </a:cubicBezTo>
                  <a:cubicBezTo>
                    <a:pt x="629" y="295"/>
                    <a:pt x="629" y="294"/>
                    <a:pt x="630" y="294"/>
                  </a:cubicBezTo>
                  <a:close/>
                  <a:moveTo>
                    <a:pt x="627" y="314"/>
                  </a:moveTo>
                  <a:cubicBezTo>
                    <a:pt x="627" y="314"/>
                    <a:pt x="628" y="314"/>
                    <a:pt x="628" y="314"/>
                  </a:cubicBezTo>
                  <a:cubicBezTo>
                    <a:pt x="629" y="315"/>
                    <a:pt x="627" y="315"/>
                    <a:pt x="627" y="314"/>
                  </a:cubicBezTo>
                  <a:close/>
                  <a:moveTo>
                    <a:pt x="628" y="256"/>
                  </a:moveTo>
                  <a:cubicBezTo>
                    <a:pt x="628" y="254"/>
                    <a:pt x="627" y="257"/>
                    <a:pt x="628" y="256"/>
                  </a:cubicBezTo>
                  <a:close/>
                  <a:moveTo>
                    <a:pt x="626" y="201"/>
                  </a:moveTo>
                  <a:cubicBezTo>
                    <a:pt x="624" y="200"/>
                    <a:pt x="625" y="198"/>
                    <a:pt x="626" y="198"/>
                  </a:cubicBezTo>
                  <a:cubicBezTo>
                    <a:pt x="629" y="196"/>
                    <a:pt x="628" y="201"/>
                    <a:pt x="626" y="201"/>
                  </a:cubicBezTo>
                  <a:close/>
                  <a:moveTo>
                    <a:pt x="625" y="187"/>
                  </a:moveTo>
                  <a:cubicBezTo>
                    <a:pt x="625" y="186"/>
                    <a:pt x="626" y="186"/>
                    <a:pt x="626" y="186"/>
                  </a:cubicBezTo>
                  <a:cubicBezTo>
                    <a:pt x="627" y="187"/>
                    <a:pt x="624" y="188"/>
                    <a:pt x="625" y="187"/>
                  </a:cubicBezTo>
                  <a:close/>
                  <a:moveTo>
                    <a:pt x="622" y="226"/>
                  </a:moveTo>
                  <a:cubicBezTo>
                    <a:pt x="617" y="226"/>
                    <a:pt x="619" y="218"/>
                    <a:pt x="621" y="217"/>
                  </a:cubicBezTo>
                  <a:cubicBezTo>
                    <a:pt x="629" y="212"/>
                    <a:pt x="628" y="227"/>
                    <a:pt x="622" y="226"/>
                  </a:cubicBezTo>
                  <a:close/>
                  <a:moveTo>
                    <a:pt x="619" y="233"/>
                  </a:moveTo>
                  <a:cubicBezTo>
                    <a:pt x="618" y="232"/>
                    <a:pt x="623" y="228"/>
                    <a:pt x="624" y="228"/>
                  </a:cubicBezTo>
                  <a:cubicBezTo>
                    <a:pt x="628" y="226"/>
                    <a:pt x="620" y="234"/>
                    <a:pt x="619" y="233"/>
                  </a:cubicBezTo>
                  <a:close/>
                  <a:moveTo>
                    <a:pt x="625" y="235"/>
                  </a:moveTo>
                  <a:cubicBezTo>
                    <a:pt x="625" y="236"/>
                    <a:pt x="623" y="237"/>
                    <a:pt x="623" y="236"/>
                  </a:cubicBezTo>
                  <a:cubicBezTo>
                    <a:pt x="622" y="235"/>
                    <a:pt x="624" y="234"/>
                    <a:pt x="625" y="235"/>
                  </a:cubicBezTo>
                  <a:close/>
                  <a:moveTo>
                    <a:pt x="622" y="357"/>
                  </a:move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lose/>
                  <a:moveTo>
                    <a:pt x="608" y="328"/>
                  </a:moveTo>
                  <a:cubicBezTo>
                    <a:pt x="608" y="327"/>
                    <a:pt x="611" y="326"/>
                    <a:pt x="612" y="324"/>
                  </a:cubicBezTo>
                  <a:cubicBezTo>
                    <a:pt x="615" y="321"/>
                    <a:pt x="617" y="315"/>
                    <a:pt x="621" y="313"/>
                  </a:cubicBezTo>
                  <a:cubicBezTo>
                    <a:pt x="621" y="317"/>
                    <a:pt x="615" y="319"/>
                    <a:pt x="614" y="322"/>
                  </a:cubicBezTo>
                  <a:cubicBezTo>
                    <a:pt x="613" y="324"/>
                    <a:pt x="610" y="329"/>
                    <a:pt x="607" y="331"/>
                  </a:cubicBezTo>
                  <a:cubicBezTo>
                    <a:pt x="607" y="331"/>
                    <a:pt x="607" y="333"/>
                    <a:pt x="606" y="332"/>
                  </a:cubicBezTo>
                  <a:cubicBezTo>
                    <a:pt x="605" y="331"/>
                    <a:pt x="608" y="328"/>
                    <a:pt x="608" y="328"/>
                  </a:cubicBezTo>
                  <a:close/>
                  <a:moveTo>
                    <a:pt x="605" y="271"/>
                  </a:moveTo>
                  <a:cubicBezTo>
                    <a:pt x="604" y="270"/>
                    <a:pt x="605" y="269"/>
                    <a:pt x="605" y="269"/>
                  </a:cubicBezTo>
                  <a:cubicBezTo>
                    <a:pt x="608" y="267"/>
                    <a:pt x="606" y="272"/>
                    <a:pt x="605" y="271"/>
                  </a:cubicBezTo>
                  <a:close/>
                  <a:moveTo>
                    <a:pt x="609" y="243"/>
                  </a:moveTo>
                  <a:cubicBezTo>
                    <a:pt x="608" y="242"/>
                    <a:pt x="610" y="241"/>
                    <a:pt x="611" y="243"/>
                  </a:cubicBezTo>
                  <a:cubicBezTo>
                    <a:pt x="611" y="244"/>
                    <a:pt x="609" y="244"/>
                    <a:pt x="609" y="243"/>
                  </a:cubicBezTo>
                  <a:close/>
                  <a:moveTo>
                    <a:pt x="611" y="305"/>
                  </a:moveTo>
                  <a:cubicBezTo>
                    <a:pt x="610" y="306"/>
                    <a:pt x="611" y="304"/>
                    <a:pt x="611" y="305"/>
                  </a:cubicBezTo>
                  <a:close/>
                  <a:moveTo>
                    <a:pt x="613" y="298"/>
                  </a:moveTo>
                  <a:cubicBezTo>
                    <a:pt x="613" y="298"/>
                    <a:pt x="613" y="298"/>
                    <a:pt x="613" y="298"/>
                  </a:cubicBezTo>
                  <a:cubicBezTo>
                    <a:pt x="614" y="295"/>
                    <a:pt x="613" y="300"/>
                    <a:pt x="613" y="298"/>
                  </a:cubicBezTo>
                  <a:close/>
                  <a:moveTo>
                    <a:pt x="617" y="261"/>
                  </a:moveTo>
                  <a:cubicBezTo>
                    <a:pt x="617" y="262"/>
                    <a:pt x="616" y="262"/>
                    <a:pt x="615" y="263"/>
                  </a:cubicBezTo>
                  <a:cubicBezTo>
                    <a:pt x="615" y="262"/>
                    <a:pt x="616" y="261"/>
                    <a:pt x="617" y="261"/>
                  </a:cubicBezTo>
                  <a:close/>
                  <a:moveTo>
                    <a:pt x="616" y="238"/>
                  </a:moveTo>
                  <a:cubicBezTo>
                    <a:pt x="616" y="238"/>
                    <a:pt x="616" y="239"/>
                    <a:pt x="615" y="239"/>
                  </a:cubicBezTo>
                  <a:cubicBezTo>
                    <a:pt x="615" y="238"/>
                    <a:pt x="615" y="238"/>
                    <a:pt x="616" y="238"/>
                  </a:cubicBezTo>
                  <a:close/>
                  <a:moveTo>
                    <a:pt x="618" y="309"/>
                  </a:moveTo>
                  <a:cubicBezTo>
                    <a:pt x="618" y="309"/>
                    <a:pt x="618" y="308"/>
                    <a:pt x="618" y="308"/>
                  </a:cubicBezTo>
                  <a:cubicBezTo>
                    <a:pt x="619" y="306"/>
                    <a:pt x="618" y="311"/>
                    <a:pt x="618" y="309"/>
                  </a:cubicBezTo>
                  <a:close/>
                  <a:moveTo>
                    <a:pt x="618" y="295"/>
                  </a:moveTo>
                  <a:cubicBezTo>
                    <a:pt x="619" y="293"/>
                    <a:pt x="618" y="296"/>
                    <a:pt x="618" y="295"/>
                  </a:cubicBezTo>
                  <a:close/>
                  <a:moveTo>
                    <a:pt x="620" y="301"/>
                  </a:moveTo>
                  <a:cubicBezTo>
                    <a:pt x="619" y="302"/>
                    <a:pt x="621" y="300"/>
                    <a:pt x="620" y="301"/>
                  </a:cubicBezTo>
                  <a:close/>
                  <a:moveTo>
                    <a:pt x="621" y="333"/>
                  </a:moveTo>
                  <a:cubicBezTo>
                    <a:pt x="620" y="335"/>
                    <a:pt x="619" y="336"/>
                    <a:pt x="618" y="337"/>
                  </a:cubicBezTo>
                  <a:cubicBezTo>
                    <a:pt x="619" y="336"/>
                    <a:pt x="620" y="334"/>
                    <a:pt x="621" y="333"/>
                  </a:cubicBezTo>
                  <a:close/>
                  <a:moveTo>
                    <a:pt x="622" y="194"/>
                  </a:moveTo>
                  <a:cubicBezTo>
                    <a:pt x="621" y="194"/>
                    <a:pt x="622" y="192"/>
                    <a:pt x="623" y="193"/>
                  </a:cubicBezTo>
                  <a:cubicBezTo>
                    <a:pt x="623" y="194"/>
                    <a:pt x="622" y="195"/>
                    <a:pt x="622" y="194"/>
                  </a:cubicBezTo>
                  <a:close/>
                  <a:moveTo>
                    <a:pt x="619" y="192"/>
                  </a:moveTo>
                  <a:cubicBezTo>
                    <a:pt x="619" y="192"/>
                    <a:pt x="619" y="192"/>
                    <a:pt x="620" y="191"/>
                  </a:cubicBezTo>
                  <a:cubicBezTo>
                    <a:pt x="620" y="192"/>
                    <a:pt x="620" y="192"/>
                    <a:pt x="620" y="192"/>
                  </a:cubicBezTo>
                  <a:cubicBezTo>
                    <a:pt x="621" y="191"/>
                    <a:pt x="622" y="190"/>
                    <a:pt x="623" y="190"/>
                  </a:cubicBezTo>
                  <a:cubicBezTo>
                    <a:pt x="622" y="192"/>
                    <a:pt x="620" y="193"/>
                    <a:pt x="617" y="194"/>
                  </a:cubicBezTo>
                  <a:cubicBezTo>
                    <a:pt x="618" y="193"/>
                    <a:pt x="618" y="193"/>
                    <a:pt x="619" y="192"/>
                  </a:cubicBezTo>
                  <a:close/>
                  <a:moveTo>
                    <a:pt x="615" y="194"/>
                  </a:moveTo>
                  <a:cubicBezTo>
                    <a:pt x="616" y="194"/>
                    <a:pt x="617" y="193"/>
                    <a:pt x="617" y="194"/>
                  </a:cubicBezTo>
                  <a:cubicBezTo>
                    <a:pt x="618" y="195"/>
                    <a:pt x="613" y="196"/>
                    <a:pt x="615" y="194"/>
                  </a:cubicBezTo>
                  <a:close/>
                  <a:moveTo>
                    <a:pt x="612" y="214"/>
                  </a:moveTo>
                  <a:cubicBezTo>
                    <a:pt x="613" y="215"/>
                    <a:pt x="612" y="215"/>
                    <a:pt x="611" y="214"/>
                  </a:cubicBezTo>
                  <a:cubicBezTo>
                    <a:pt x="611" y="214"/>
                    <a:pt x="612" y="213"/>
                    <a:pt x="612" y="214"/>
                  </a:cubicBezTo>
                  <a:close/>
                  <a:moveTo>
                    <a:pt x="609" y="203"/>
                  </a:moveTo>
                  <a:cubicBezTo>
                    <a:pt x="611" y="201"/>
                    <a:pt x="611" y="205"/>
                    <a:pt x="609" y="205"/>
                  </a:cubicBezTo>
                  <a:cubicBezTo>
                    <a:pt x="609" y="204"/>
                    <a:pt x="609" y="204"/>
                    <a:pt x="609" y="203"/>
                  </a:cubicBezTo>
                  <a:close/>
                  <a:moveTo>
                    <a:pt x="609" y="219"/>
                  </a:moveTo>
                  <a:cubicBezTo>
                    <a:pt x="612" y="218"/>
                    <a:pt x="616" y="215"/>
                    <a:pt x="620" y="214"/>
                  </a:cubicBezTo>
                  <a:cubicBezTo>
                    <a:pt x="617" y="216"/>
                    <a:pt x="611" y="220"/>
                    <a:pt x="608" y="221"/>
                  </a:cubicBezTo>
                  <a:cubicBezTo>
                    <a:pt x="609" y="221"/>
                    <a:pt x="607" y="222"/>
                    <a:pt x="607" y="221"/>
                  </a:cubicBezTo>
                  <a:cubicBezTo>
                    <a:pt x="606" y="220"/>
                    <a:pt x="609" y="220"/>
                    <a:pt x="609" y="219"/>
                  </a:cubicBezTo>
                  <a:close/>
                  <a:moveTo>
                    <a:pt x="610" y="253"/>
                  </a:moveTo>
                  <a:cubicBezTo>
                    <a:pt x="610" y="255"/>
                    <a:pt x="605" y="256"/>
                    <a:pt x="605" y="255"/>
                  </a:cubicBezTo>
                  <a:cubicBezTo>
                    <a:pt x="604" y="252"/>
                    <a:pt x="610" y="249"/>
                    <a:pt x="610" y="253"/>
                  </a:cubicBezTo>
                  <a:close/>
                  <a:moveTo>
                    <a:pt x="602" y="194"/>
                  </a:moveTo>
                  <a:cubicBezTo>
                    <a:pt x="602" y="194"/>
                    <a:pt x="603" y="194"/>
                    <a:pt x="603" y="194"/>
                  </a:cubicBezTo>
                  <a:cubicBezTo>
                    <a:pt x="604" y="196"/>
                    <a:pt x="601" y="196"/>
                    <a:pt x="602" y="194"/>
                  </a:cubicBezTo>
                  <a:close/>
                  <a:moveTo>
                    <a:pt x="604" y="256"/>
                  </a:moveTo>
                  <a:cubicBezTo>
                    <a:pt x="604" y="257"/>
                    <a:pt x="606" y="258"/>
                    <a:pt x="606" y="259"/>
                  </a:cubicBezTo>
                  <a:cubicBezTo>
                    <a:pt x="605" y="261"/>
                    <a:pt x="604" y="259"/>
                    <a:pt x="603" y="260"/>
                  </a:cubicBezTo>
                  <a:cubicBezTo>
                    <a:pt x="601" y="262"/>
                    <a:pt x="602" y="267"/>
                    <a:pt x="600" y="270"/>
                  </a:cubicBezTo>
                  <a:cubicBezTo>
                    <a:pt x="600" y="265"/>
                    <a:pt x="602" y="261"/>
                    <a:pt x="604" y="256"/>
                  </a:cubicBezTo>
                  <a:close/>
                  <a:moveTo>
                    <a:pt x="600" y="272"/>
                  </a:moveTo>
                  <a:cubicBezTo>
                    <a:pt x="600" y="271"/>
                    <a:pt x="602" y="269"/>
                    <a:pt x="603" y="271"/>
                  </a:cubicBezTo>
                  <a:cubicBezTo>
                    <a:pt x="603" y="273"/>
                    <a:pt x="601" y="273"/>
                    <a:pt x="600" y="272"/>
                  </a:cubicBezTo>
                  <a:close/>
                  <a:moveTo>
                    <a:pt x="601" y="310"/>
                  </a:moveTo>
                  <a:cubicBezTo>
                    <a:pt x="600" y="310"/>
                    <a:pt x="601" y="310"/>
                    <a:pt x="601" y="310"/>
                  </a:cubicBezTo>
                  <a:cubicBezTo>
                    <a:pt x="602" y="310"/>
                    <a:pt x="601" y="310"/>
                    <a:pt x="601" y="310"/>
                  </a:cubicBezTo>
                  <a:close/>
                  <a:moveTo>
                    <a:pt x="602" y="303"/>
                  </a:moveTo>
                  <a:cubicBezTo>
                    <a:pt x="602" y="302"/>
                    <a:pt x="603" y="302"/>
                    <a:pt x="603" y="302"/>
                  </a:cubicBezTo>
                  <a:cubicBezTo>
                    <a:pt x="604" y="302"/>
                    <a:pt x="602" y="304"/>
                    <a:pt x="602" y="303"/>
                  </a:cubicBezTo>
                  <a:close/>
                  <a:moveTo>
                    <a:pt x="607" y="416"/>
                  </a:moveTo>
                  <a:cubicBezTo>
                    <a:pt x="607" y="415"/>
                    <a:pt x="607" y="415"/>
                    <a:pt x="608" y="414"/>
                  </a:cubicBezTo>
                  <a:cubicBezTo>
                    <a:pt x="607" y="415"/>
                    <a:pt x="607" y="416"/>
                    <a:pt x="607" y="416"/>
                  </a:cubicBezTo>
                  <a:close/>
                  <a:moveTo>
                    <a:pt x="608" y="393"/>
                  </a:moveTo>
                  <a:cubicBezTo>
                    <a:pt x="608" y="392"/>
                    <a:pt x="609" y="391"/>
                    <a:pt x="610" y="390"/>
                  </a:cubicBezTo>
                  <a:cubicBezTo>
                    <a:pt x="610" y="390"/>
                    <a:pt x="609" y="392"/>
                    <a:pt x="608" y="393"/>
                  </a:cubicBezTo>
                  <a:close/>
                  <a:moveTo>
                    <a:pt x="600" y="353"/>
                  </a:moveTo>
                  <a:cubicBezTo>
                    <a:pt x="601" y="350"/>
                    <a:pt x="607" y="346"/>
                    <a:pt x="610" y="343"/>
                  </a:cubicBezTo>
                  <a:cubicBezTo>
                    <a:pt x="608" y="347"/>
                    <a:pt x="603" y="350"/>
                    <a:pt x="600" y="353"/>
                  </a:cubicBezTo>
                  <a:close/>
                  <a:moveTo>
                    <a:pt x="611" y="388"/>
                  </a:moveTo>
                  <a:cubicBezTo>
                    <a:pt x="610" y="388"/>
                    <a:pt x="612" y="387"/>
                    <a:pt x="611" y="388"/>
                  </a:cubicBezTo>
                  <a:close/>
                  <a:moveTo>
                    <a:pt x="612" y="387"/>
                  </a:moveTo>
                  <a:cubicBezTo>
                    <a:pt x="612" y="386"/>
                    <a:pt x="612" y="386"/>
                    <a:pt x="613" y="385"/>
                  </a:cubicBezTo>
                  <a:cubicBezTo>
                    <a:pt x="613" y="386"/>
                    <a:pt x="612" y="387"/>
                    <a:pt x="612" y="387"/>
                  </a:cubicBezTo>
                  <a:close/>
                  <a:moveTo>
                    <a:pt x="611" y="344"/>
                  </a:moveTo>
                  <a:cubicBezTo>
                    <a:pt x="612" y="342"/>
                    <a:pt x="613" y="341"/>
                    <a:pt x="616" y="339"/>
                  </a:cubicBezTo>
                  <a:cubicBezTo>
                    <a:pt x="614" y="341"/>
                    <a:pt x="613" y="343"/>
                    <a:pt x="611" y="344"/>
                  </a:cubicBezTo>
                  <a:close/>
                  <a:moveTo>
                    <a:pt x="615" y="357"/>
                  </a:moveTo>
                  <a:cubicBezTo>
                    <a:pt x="615" y="357"/>
                    <a:pt x="616" y="356"/>
                    <a:pt x="617" y="356"/>
                  </a:cubicBezTo>
                  <a:cubicBezTo>
                    <a:pt x="616" y="357"/>
                    <a:pt x="615" y="357"/>
                    <a:pt x="615" y="357"/>
                  </a:cubicBezTo>
                  <a:close/>
                  <a:moveTo>
                    <a:pt x="617" y="539"/>
                  </a:moveTo>
                  <a:cubicBezTo>
                    <a:pt x="616" y="539"/>
                    <a:pt x="617" y="537"/>
                    <a:pt x="618" y="537"/>
                  </a:cubicBezTo>
                  <a:cubicBezTo>
                    <a:pt x="618" y="538"/>
                    <a:pt x="617" y="539"/>
                    <a:pt x="617" y="539"/>
                  </a:cubicBezTo>
                  <a:close/>
                  <a:moveTo>
                    <a:pt x="618" y="445"/>
                  </a:moveTo>
                  <a:cubicBezTo>
                    <a:pt x="617" y="445"/>
                    <a:pt x="618" y="443"/>
                    <a:pt x="618" y="443"/>
                  </a:cubicBezTo>
                  <a:cubicBezTo>
                    <a:pt x="620" y="441"/>
                    <a:pt x="619" y="446"/>
                    <a:pt x="618" y="445"/>
                  </a:cubicBezTo>
                  <a:close/>
                  <a:moveTo>
                    <a:pt x="619" y="557"/>
                  </a:moveTo>
                  <a:cubicBezTo>
                    <a:pt x="619" y="557"/>
                    <a:pt x="619" y="556"/>
                    <a:pt x="619" y="557"/>
                  </a:cubicBezTo>
                  <a:cubicBezTo>
                    <a:pt x="620" y="557"/>
                    <a:pt x="619" y="558"/>
                    <a:pt x="619" y="557"/>
                  </a:cubicBezTo>
                  <a:close/>
                  <a:moveTo>
                    <a:pt x="619" y="347"/>
                  </a:moveTo>
                  <a:cubicBezTo>
                    <a:pt x="618" y="347"/>
                    <a:pt x="619" y="345"/>
                    <a:pt x="619" y="345"/>
                  </a:cubicBezTo>
                  <a:cubicBezTo>
                    <a:pt x="621" y="342"/>
                    <a:pt x="620" y="348"/>
                    <a:pt x="619" y="347"/>
                  </a:cubicBezTo>
                  <a:close/>
                  <a:moveTo>
                    <a:pt x="620" y="435"/>
                  </a:moveTo>
                  <a:cubicBezTo>
                    <a:pt x="621" y="434"/>
                    <a:pt x="619" y="437"/>
                    <a:pt x="620" y="435"/>
                  </a:cubicBezTo>
                  <a:close/>
                  <a:moveTo>
                    <a:pt x="623" y="526"/>
                  </a:moveTo>
                  <a:cubicBezTo>
                    <a:pt x="624" y="527"/>
                    <a:pt x="622" y="529"/>
                    <a:pt x="621" y="530"/>
                  </a:cubicBezTo>
                  <a:cubicBezTo>
                    <a:pt x="621" y="529"/>
                    <a:pt x="623" y="527"/>
                    <a:pt x="623" y="526"/>
                  </a:cubicBezTo>
                  <a:close/>
                  <a:moveTo>
                    <a:pt x="622" y="561"/>
                  </a:moveTo>
                  <a:cubicBezTo>
                    <a:pt x="621" y="560"/>
                    <a:pt x="622" y="558"/>
                    <a:pt x="622" y="558"/>
                  </a:cubicBezTo>
                  <a:cubicBezTo>
                    <a:pt x="625" y="555"/>
                    <a:pt x="624" y="562"/>
                    <a:pt x="622" y="561"/>
                  </a:cubicBezTo>
                  <a:close/>
                  <a:moveTo>
                    <a:pt x="624" y="492"/>
                  </a:moveTo>
                  <a:cubicBezTo>
                    <a:pt x="624" y="490"/>
                    <a:pt x="623" y="493"/>
                    <a:pt x="624" y="492"/>
                  </a:cubicBezTo>
                  <a:close/>
                  <a:moveTo>
                    <a:pt x="625" y="381"/>
                  </a:moveTo>
                  <a:cubicBezTo>
                    <a:pt x="625" y="381"/>
                    <a:pt x="624" y="381"/>
                    <a:pt x="624" y="381"/>
                  </a:cubicBezTo>
                  <a:cubicBezTo>
                    <a:pt x="625" y="379"/>
                    <a:pt x="626" y="381"/>
                    <a:pt x="625" y="381"/>
                  </a:cubicBezTo>
                  <a:close/>
                  <a:moveTo>
                    <a:pt x="624" y="254"/>
                  </a:moveTo>
                  <a:cubicBezTo>
                    <a:pt x="624" y="254"/>
                    <a:pt x="625" y="253"/>
                    <a:pt x="625" y="253"/>
                  </a:cubicBezTo>
                  <a:cubicBezTo>
                    <a:pt x="626" y="252"/>
                    <a:pt x="625" y="255"/>
                    <a:pt x="624" y="254"/>
                  </a:cubicBezTo>
                  <a:close/>
                  <a:moveTo>
                    <a:pt x="626" y="488"/>
                  </a:moveTo>
                  <a:cubicBezTo>
                    <a:pt x="626" y="488"/>
                    <a:pt x="627" y="486"/>
                    <a:pt x="627" y="486"/>
                  </a:cubicBezTo>
                  <a:cubicBezTo>
                    <a:pt x="627" y="487"/>
                    <a:pt x="626" y="487"/>
                    <a:pt x="626" y="488"/>
                  </a:cubicBezTo>
                  <a:close/>
                  <a:moveTo>
                    <a:pt x="628" y="522"/>
                  </a:moveTo>
                  <a:cubicBezTo>
                    <a:pt x="626" y="521"/>
                    <a:pt x="628" y="521"/>
                    <a:pt x="628" y="522"/>
                  </a:cubicBezTo>
                  <a:close/>
                  <a:moveTo>
                    <a:pt x="633" y="526"/>
                  </a:moveTo>
                  <a:cubicBezTo>
                    <a:pt x="634" y="528"/>
                    <a:pt x="631" y="529"/>
                    <a:pt x="633" y="526"/>
                  </a:cubicBezTo>
                  <a:close/>
                  <a:moveTo>
                    <a:pt x="628" y="417"/>
                  </a:moveTo>
                  <a:cubicBezTo>
                    <a:pt x="630" y="415"/>
                    <a:pt x="631" y="410"/>
                    <a:pt x="634" y="409"/>
                  </a:cubicBezTo>
                  <a:cubicBezTo>
                    <a:pt x="633" y="409"/>
                    <a:pt x="631" y="417"/>
                    <a:pt x="628" y="417"/>
                  </a:cubicBezTo>
                  <a:close/>
                  <a:moveTo>
                    <a:pt x="633" y="310"/>
                  </a:moveTo>
                  <a:cubicBezTo>
                    <a:pt x="632" y="309"/>
                    <a:pt x="634" y="305"/>
                    <a:pt x="634" y="305"/>
                  </a:cubicBezTo>
                  <a:cubicBezTo>
                    <a:pt x="638" y="302"/>
                    <a:pt x="636" y="311"/>
                    <a:pt x="633" y="310"/>
                  </a:cubicBezTo>
                  <a:close/>
                  <a:moveTo>
                    <a:pt x="637" y="496"/>
                  </a:moveTo>
                  <a:cubicBezTo>
                    <a:pt x="636" y="497"/>
                    <a:pt x="637" y="495"/>
                    <a:pt x="637" y="496"/>
                  </a:cubicBezTo>
                  <a:close/>
                  <a:moveTo>
                    <a:pt x="637" y="495"/>
                  </a:moveTo>
                  <a:cubicBezTo>
                    <a:pt x="635" y="495"/>
                    <a:pt x="637" y="490"/>
                    <a:pt x="638" y="490"/>
                  </a:cubicBezTo>
                  <a:cubicBezTo>
                    <a:pt x="640" y="489"/>
                    <a:pt x="639" y="496"/>
                    <a:pt x="637" y="495"/>
                  </a:cubicBezTo>
                  <a:close/>
                  <a:moveTo>
                    <a:pt x="638" y="424"/>
                  </a:move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lose/>
                  <a:moveTo>
                    <a:pt x="634" y="368"/>
                  </a:moveTo>
                  <a:cubicBezTo>
                    <a:pt x="637" y="365"/>
                    <a:pt x="639" y="361"/>
                    <a:pt x="643" y="358"/>
                  </a:cubicBezTo>
                  <a:cubicBezTo>
                    <a:pt x="641" y="362"/>
                    <a:pt x="638" y="365"/>
                    <a:pt x="634" y="368"/>
                  </a:cubicBezTo>
                  <a:close/>
                  <a:moveTo>
                    <a:pt x="641" y="395"/>
                  </a:moveTo>
                  <a:cubicBezTo>
                    <a:pt x="641" y="395"/>
                    <a:pt x="641" y="395"/>
                    <a:pt x="641" y="395"/>
                  </a:cubicBezTo>
                  <a:cubicBezTo>
                    <a:pt x="641" y="395"/>
                    <a:pt x="641" y="394"/>
                    <a:pt x="641" y="395"/>
                  </a:cubicBezTo>
                  <a:close/>
                  <a:moveTo>
                    <a:pt x="640" y="430"/>
                  </a:moveTo>
                  <a:cubicBezTo>
                    <a:pt x="640" y="430"/>
                    <a:pt x="640" y="428"/>
                    <a:pt x="642" y="428"/>
                  </a:cubicBezTo>
                  <a:cubicBezTo>
                    <a:pt x="643" y="427"/>
                    <a:pt x="644" y="427"/>
                    <a:pt x="645" y="428"/>
                  </a:cubicBezTo>
                  <a:cubicBezTo>
                    <a:pt x="648" y="432"/>
                    <a:pt x="641" y="434"/>
                    <a:pt x="640" y="430"/>
                  </a:cubicBezTo>
                  <a:close/>
                  <a:moveTo>
                    <a:pt x="645" y="387"/>
                  </a:moveTo>
                  <a:cubicBezTo>
                    <a:pt x="645" y="386"/>
                    <a:pt x="645" y="385"/>
                    <a:pt x="646" y="385"/>
                  </a:cubicBezTo>
                  <a:cubicBezTo>
                    <a:pt x="646" y="386"/>
                    <a:pt x="646" y="386"/>
                    <a:pt x="645" y="387"/>
                  </a:cubicBezTo>
                  <a:close/>
                  <a:moveTo>
                    <a:pt x="647" y="552"/>
                  </a:moveTo>
                  <a:cubicBezTo>
                    <a:pt x="646" y="553"/>
                    <a:pt x="648" y="551"/>
                    <a:pt x="647" y="552"/>
                  </a:cubicBezTo>
                  <a:close/>
                  <a:moveTo>
                    <a:pt x="647" y="429"/>
                  </a:moveTo>
                  <a:cubicBezTo>
                    <a:pt x="648" y="428"/>
                    <a:pt x="645" y="431"/>
                    <a:pt x="647" y="429"/>
                  </a:cubicBezTo>
                  <a:close/>
                  <a:moveTo>
                    <a:pt x="646" y="388"/>
                  </a:moveTo>
                  <a:cubicBezTo>
                    <a:pt x="646" y="387"/>
                    <a:pt x="647" y="386"/>
                    <a:pt x="647" y="385"/>
                  </a:cubicBezTo>
                  <a:cubicBezTo>
                    <a:pt x="647" y="386"/>
                    <a:pt x="647" y="387"/>
                    <a:pt x="646" y="388"/>
                  </a:cubicBezTo>
                  <a:close/>
                  <a:moveTo>
                    <a:pt x="646" y="385"/>
                  </a:moveTo>
                  <a:cubicBezTo>
                    <a:pt x="647" y="384"/>
                    <a:pt x="647" y="383"/>
                    <a:pt x="648" y="383"/>
                  </a:cubicBezTo>
                  <a:cubicBezTo>
                    <a:pt x="648" y="384"/>
                    <a:pt x="647" y="384"/>
                    <a:pt x="646" y="385"/>
                  </a:cubicBezTo>
                  <a:close/>
                  <a:moveTo>
                    <a:pt x="647" y="345"/>
                  </a:moveTo>
                  <a:cubicBezTo>
                    <a:pt x="646" y="345"/>
                    <a:pt x="647" y="344"/>
                    <a:pt x="647" y="344"/>
                  </a:cubicBezTo>
                  <a:cubicBezTo>
                    <a:pt x="648" y="342"/>
                    <a:pt x="648" y="345"/>
                    <a:pt x="647" y="345"/>
                  </a:cubicBezTo>
                  <a:close/>
                  <a:moveTo>
                    <a:pt x="648" y="529"/>
                  </a:moveTo>
                  <a:cubicBezTo>
                    <a:pt x="647" y="529"/>
                    <a:pt x="648" y="528"/>
                    <a:pt x="648" y="528"/>
                  </a:cubicBezTo>
                  <a:cubicBezTo>
                    <a:pt x="649" y="528"/>
                    <a:pt x="648" y="529"/>
                    <a:pt x="648" y="529"/>
                  </a:cubicBezTo>
                  <a:close/>
                  <a:moveTo>
                    <a:pt x="648" y="382"/>
                  </a:moveTo>
                  <a:cubicBezTo>
                    <a:pt x="649" y="381"/>
                    <a:pt x="647" y="383"/>
                    <a:pt x="648" y="382"/>
                  </a:cubicBezTo>
                  <a:close/>
                  <a:moveTo>
                    <a:pt x="650" y="335"/>
                  </a:moveTo>
                  <a:cubicBezTo>
                    <a:pt x="647" y="337"/>
                    <a:pt x="652" y="333"/>
                    <a:pt x="650" y="335"/>
                  </a:cubicBezTo>
                  <a:close/>
                  <a:moveTo>
                    <a:pt x="651" y="357"/>
                  </a:moveTo>
                  <a:cubicBezTo>
                    <a:pt x="651" y="355"/>
                    <a:pt x="650" y="358"/>
                    <a:pt x="651" y="357"/>
                  </a:cubicBezTo>
                  <a:close/>
                  <a:moveTo>
                    <a:pt x="651" y="299"/>
                  </a:moveTo>
                  <a:cubicBezTo>
                    <a:pt x="649" y="299"/>
                    <a:pt x="651" y="296"/>
                    <a:pt x="652" y="298"/>
                  </a:cubicBezTo>
                  <a:cubicBezTo>
                    <a:pt x="652" y="298"/>
                    <a:pt x="651" y="299"/>
                    <a:pt x="651" y="299"/>
                  </a:cubicBezTo>
                  <a:close/>
                  <a:moveTo>
                    <a:pt x="651" y="291"/>
                  </a:moveTo>
                  <a:cubicBezTo>
                    <a:pt x="651" y="291"/>
                    <a:pt x="652" y="291"/>
                    <a:pt x="652" y="291"/>
                  </a:cubicBezTo>
                  <a:cubicBezTo>
                    <a:pt x="652" y="292"/>
                    <a:pt x="651" y="291"/>
                    <a:pt x="651" y="291"/>
                  </a:cubicBezTo>
                  <a:close/>
                  <a:moveTo>
                    <a:pt x="652" y="333"/>
                  </a:moveTo>
                  <a:cubicBezTo>
                    <a:pt x="652" y="331"/>
                    <a:pt x="654" y="331"/>
                    <a:pt x="654" y="330"/>
                  </a:cubicBezTo>
                  <a:cubicBezTo>
                    <a:pt x="654" y="331"/>
                    <a:pt x="653" y="332"/>
                    <a:pt x="652" y="333"/>
                  </a:cubicBezTo>
                  <a:close/>
                  <a:moveTo>
                    <a:pt x="654" y="302"/>
                  </a:moveTo>
                  <a:cubicBezTo>
                    <a:pt x="655" y="302"/>
                    <a:pt x="654" y="302"/>
                    <a:pt x="654" y="302"/>
                  </a:cubicBezTo>
                  <a:cubicBezTo>
                    <a:pt x="655" y="304"/>
                    <a:pt x="652" y="302"/>
                    <a:pt x="654" y="302"/>
                  </a:cubicBezTo>
                  <a:close/>
                  <a:moveTo>
                    <a:pt x="654" y="370"/>
                  </a:moveTo>
                  <a:cubicBezTo>
                    <a:pt x="654" y="369"/>
                    <a:pt x="656" y="369"/>
                    <a:pt x="655" y="370"/>
                  </a:cubicBezTo>
                  <a:cubicBezTo>
                    <a:pt x="655" y="370"/>
                    <a:pt x="654" y="370"/>
                    <a:pt x="654" y="370"/>
                  </a:cubicBezTo>
                  <a:close/>
                  <a:moveTo>
                    <a:pt x="648" y="287"/>
                  </a:moveTo>
                  <a:cubicBezTo>
                    <a:pt x="651" y="284"/>
                    <a:pt x="653" y="280"/>
                    <a:pt x="658" y="277"/>
                  </a:cubicBezTo>
                  <a:cubicBezTo>
                    <a:pt x="657" y="281"/>
                    <a:pt x="652" y="285"/>
                    <a:pt x="648" y="287"/>
                  </a:cubicBezTo>
                  <a:close/>
                  <a:moveTo>
                    <a:pt x="657" y="286"/>
                  </a:moveTo>
                  <a:cubicBezTo>
                    <a:pt x="657" y="285"/>
                    <a:pt x="658" y="285"/>
                    <a:pt x="658" y="285"/>
                  </a:cubicBezTo>
                  <a:cubicBezTo>
                    <a:pt x="659" y="286"/>
                    <a:pt x="656" y="287"/>
                    <a:pt x="657" y="286"/>
                  </a:cubicBezTo>
                  <a:close/>
                  <a:moveTo>
                    <a:pt x="658" y="318"/>
                  </a:moveTo>
                  <a:cubicBezTo>
                    <a:pt x="659" y="317"/>
                    <a:pt x="657" y="319"/>
                    <a:pt x="658" y="318"/>
                  </a:cubicBezTo>
                  <a:close/>
                  <a:moveTo>
                    <a:pt x="658" y="348"/>
                  </a:moveTo>
                  <a:cubicBezTo>
                    <a:pt x="659" y="347"/>
                    <a:pt x="656" y="349"/>
                    <a:pt x="658" y="348"/>
                  </a:cubicBezTo>
                  <a:close/>
                  <a:moveTo>
                    <a:pt x="658" y="477"/>
                  </a:moveTo>
                  <a:cubicBezTo>
                    <a:pt x="658" y="476"/>
                    <a:pt x="658" y="476"/>
                    <a:pt x="658" y="476"/>
                  </a:cubicBezTo>
                  <a:cubicBezTo>
                    <a:pt x="659" y="474"/>
                    <a:pt x="660" y="477"/>
                    <a:pt x="658" y="477"/>
                  </a:cubicBezTo>
                  <a:close/>
                  <a:moveTo>
                    <a:pt x="658" y="376"/>
                  </a:moveTo>
                  <a:cubicBezTo>
                    <a:pt x="657" y="375"/>
                    <a:pt x="658" y="373"/>
                    <a:pt x="658" y="373"/>
                  </a:cubicBezTo>
                  <a:cubicBezTo>
                    <a:pt x="661" y="371"/>
                    <a:pt x="661" y="376"/>
                    <a:pt x="658" y="376"/>
                  </a:cubicBezTo>
                  <a:close/>
                  <a:moveTo>
                    <a:pt x="660" y="413"/>
                  </a:moveTo>
                  <a:cubicBezTo>
                    <a:pt x="660" y="412"/>
                    <a:pt x="661" y="412"/>
                    <a:pt x="660" y="413"/>
                  </a:cubicBezTo>
                  <a:close/>
                  <a:moveTo>
                    <a:pt x="658" y="347"/>
                  </a:moveTo>
                  <a:cubicBezTo>
                    <a:pt x="659" y="345"/>
                    <a:pt x="660" y="343"/>
                    <a:pt x="662" y="342"/>
                  </a:cubicBezTo>
                  <a:cubicBezTo>
                    <a:pt x="662" y="342"/>
                    <a:pt x="660" y="346"/>
                    <a:pt x="658" y="347"/>
                  </a:cubicBezTo>
                  <a:close/>
                  <a:moveTo>
                    <a:pt x="663" y="312"/>
                  </a:moveTo>
                  <a:cubicBezTo>
                    <a:pt x="663" y="312"/>
                    <a:pt x="664" y="313"/>
                    <a:pt x="663" y="313"/>
                  </a:cubicBezTo>
                  <a:cubicBezTo>
                    <a:pt x="662" y="314"/>
                    <a:pt x="661" y="312"/>
                    <a:pt x="662" y="312"/>
                  </a:cubicBezTo>
                  <a:cubicBezTo>
                    <a:pt x="662" y="312"/>
                    <a:pt x="662" y="312"/>
                    <a:pt x="662" y="312"/>
                  </a:cubicBezTo>
                  <a:cubicBezTo>
                    <a:pt x="662" y="311"/>
                    <a:pt x="662" y="311"/>
                    <a:pt x="661" y="311"/>
                  </a:cubicBezTo>
                  <a:cubicBezTo>
                    <a:pt x="660" y="310"/>
                    <a:pt x="664" y="308"/>
                    <a:pt x="664" y="310"/>
                  </a:cubicBezTo>
                  <a:cubicBezTo>
                    <a:pt x="664" y="311"/>
                    <a:pt x="664" y="311"/>
                    <a:pt x="663" y="312"/>
                  </a:cubicBezTo>
                  <a:close/>
                  <a:moveTo>
                    <a:pt x="662" y="277"/>
                  </a:moveTo>
                  <a:cubicBezTo>
                    <a:pt x="661" y="279"/>
                    <a:pt x="662" y="276"/>
                    <a:pt x="662" y="277"/>
                  </a:cubicBezTo>
                  <a:close/>
                  <a:moveTo>
                    <a:pt x="662" y="261"/>
                  </a:moveTo>
                  <a:cubicBezTo>
                    <a:pt x="662" y="261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ubicBezTo>
                    <a:pt x="662" y="260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lose/>
                  <a:moveTo>
                    <a:pt x="664" y="309"/>
                  </a:moveTo>
                  <a:cubicBezTo>
                    <a:pt x="663" y="309"/>
                    <a:pt x="663" y="308"/>
                    <a:pt x="664" y="308"/>
                  </a:cubicBezTo>
                  <a:cubicBezTo>
                    <a:pt x="664" y="307"/>
                    <a:pt x="665" y="309"/>
                    <a:pt x="664" y="309"/>
                  </a:cubicBezTo>
                  <a:close/>
                  <a:moveTo>
                    <a:pt x="664" y="258"/>
                  </a:moveTo>
                  <a:cubicBezTo>
                    <a:pt x="664" y="260"/>
                    <a:pt x="662" y="259"/>
                    <a:pt x="664" y="258"/>
                  </a:cubicBezTo>
                  <a:close/>
                  <a:moveTo>
                    <a:pt x="665" y="262"/>
                  </a:moveTo>
                  <a:cubicBezTo>
                    <a:pt x="663" y="263"/>
                    <a:pt x="666" y="260"/>
                    <a:pt x="665" y="262"/>
                  </a:cubicBezTo>
                  <a:close/>
                  <a:moveTo>
                    <a:pt x="663" y="233"/>
                  </a:moveTo>
                  <a:cubicBezTo>
                    <a:pt x="665" y="234"/>
                    <a:pt x="663" y="240"/>
                    <a:pt x="660" y="239"/>
                  </a:cubicBezTo>
                  <a:cubicBezTo>
                    <a:pt x="657" y="239"/>
                    <a:pt x="659" y="230"/>
                    <a:pt x="663" y="233"/>
                  </a:cubicBezTo>
                  <a:cubicBezTo>
                    <a:pt x="662" y="232"/>
                    <a:pt x="662" y="229"/>
                    <a:pt x="664" y="230"/>
                  </a:cubicBezTo>
                  <a:cubicBezTo>
                    <a:pt x="666" y="230"/>
                    <a:pt x="665" y="234"/>
                    <a:pt x="663" y="233"/>
                  </a:cubicBezTo>
                  <a:close/>
                  <a:moveTo>
                    <a:pt x="665" y="341"/>
                  </a:moveTo>
                  <a:cubicBezTo>
                    <a:pt x="665" y="340"/>
                    <a:pt x="667" y="338"/>
                    <a:pt x="668" y="337"/>
                  </a:cubicBezTo>
                  <a:cubicBezTo>
                    <a:pt x="667" y="339"/>
                    <a:pt x="667" y="340"/>
                    <a:pt x="665" y="341"/>
                  </a:cubicBezTo>
                  <a:close/>
                  <a:moveTo>
                    <a:pt x="668" y="481"/>
                  </a:moveTo>
                  <a:cubicBezTo>
                    <a:pt x="668" y="481"/>
                    <a:pt x="668" y="480"/>
                    <a:pt x="668" y="481"/>
                  </a:cubicBezTo>
                  <a:cubicBezTo>
                    <a:pt x="669" y="481"/>
                    <a:pt x="668" y="482"/>
                    <a:pt x="668" y="481"/>
                  </a:cubicBezTo>
                  <a:close/>
                  <a:moveTo>
                    <a:pt x="671" y="391"/>
                  </a:moveTo>
                  <a:cubicBezTo>
                    <a:pt x="671" y="390"/>
                    <a:pt x="672" y="389"/>
                    <a:pt x="672" y="388"/>
                  </a:cubicBezTo>
                  <a:cubicBezTo>
                    <a:pt x="673" y="389"/>
                    <a:pt x="672" y="391"/>
                    <a:pt x="671" y="391"/>
                  </a:cubicBezTo>
                  <a:close/>
                  <a:moveTo>
                    <a:pt x="673" y="387"/>
                  </a:moveTo>
                  <a:cubicBezTo>
                    <a:pt x="673" y="385"/>
                    <a:pt x="675" y="383"/>
                    <a:pt x="675" y="381"/>
                  </a:cubicBezTo>
                  <a:cubicBezTo>
                    <a:pt x="676" y="383"/>
                    <a:pt x="674" y="385"/>
                    <a:pt x="673" y="387"/>
                  </a:cubicBezTo>
                  <a:close/>
                  <a:moveTo>
                    <a:pt x="683" y="314"/>
                  </a:moveTo>
                  <a:cubicBezTo>
                    <a:pt x="681" y="318"/>
                    <a:pt x="678" y="322"/>
                    <a:pt x="676" y="326"/>
                  </a:cubicBezTo>
                  <a:cubicBezTo>
                    <a:pt x="678" y="322"/>
                    <a:pt x="679" y="317"/>
                    <a:pt x="683" y="314"/>
                  </a:cubicBezTo>
                  <a:close/>
                  <a:moveTo>
                    <a:pt x="678" y="432"/>
                  </a:moveTo>
                  <a:cubicBezTo>
                    <a:pt x="678" y="434"/>
                    <a:pt x="676" y="433"/>
                    <a:pt x="678" y="432"/>
                  </a:cubicBezTo>
                  <a:close/>
                  <a:moveTo>
                    <a:pt x="682" y="426"/>
                  </a:moveTo>
                  <a:cubicBezTo>
                    <a:pt x="681" y="426"/>
                    <a:pt x="681" y="425"/>
                    <a:pt x="682" y="424"/>
                  </a:cubicBezTo>
                  <a:cubicBezTo>
                    <a:pt x="683" y="423"/>
                    <a:pt x="684" y="427"/>
                    <a:pt x="682" y="426"/>
                  </a:cubicBezTo>
                  <a:close/>
                  <a:moveTo>
                    <a:pt x="683" y="451"/>
                  </a:moveTo>
                  <a:cubicBezTo>
                    <a:pt x="683" y="450"/>
                    <a:pt x="685" y="451"/>
                    <a:pt x="683" y="451"/>
                  </a:cubicBezTo>
                  <a:close/>
                  <a:moveTo>
                    <a:pt x="683" y="486"/>
                  </a:moveTo>
                  <a:cubicBezTo>
                    <a:pt x="684" y="486"/>
                    <a:pt x="682" y="487"/>
                    <a:pt x="683" y="486"/>
                  </a:cubicBezTo>
                  <a:close/>
                  <a:moveTo>
                    <a:pt x="685" y="289"/>
                  </a:moveTo>
                  <a:cubicBezTo>
                    <a:pt x="686" y="289"/>
                    <a:pt x="684" y="290"/>
                    <a:pt x="684" y="290"/>
                  </a:cubicBezTo>
                  <a:cubicBezTo>
                    <a:pt x="684" y="290"/>
                    <a:pt x="685" y="290"/>
                    <a:pt x="685" y="289"/>
                  </a:cubicBezTo>
                  <a:close/>
                  <a:moveTo>
                    <a:pt x="685" y="345"/>
                  </a:moveTo>
                  <a:cubicBezTo>
                    <a:pt x="684" y="344"/>
                    <a:pt x="685" y="344"/>
                    <a:pt x="685" y="343"/>
                  </a:cubicBezTo>
                  <a:cubicBezTo>
                    <a:pt x="686" y="343"/>
                    <a:pt x="685" y="345"/>
                    <a:pt x="685" y="345"/>
                  </a:cubicBezTo>
                  <a:close/>
                  <a:moveTo>
                    <a:pt x="686" y="342"/>
                  </a:moveTo>
                  <a:cubicBezTo>
                    <a:pt x="685" y="341"/>
                    <a:pt x="686" y="341"/>
                    <a:pt x="686" y="340"/>
                  </a:cubicBezTo>
                  <a:cubicBezTo>
                    <a:pt x="687" y="340"/>
                    <a:pt x="686" y="342"/>
                    <a:pt x="686" y="342"/>
                  </a:cubicBezTo>
                  <a:close/>
                  <a:moveTo>
                    <a:pt x="687" y="340"/>
                  </a:moveTo>
                  <a:cubicBezTo>
                    <a:pt x="686" y="339"/>
                    <a:pt x="687" y="337"/>
                    <a:pt x="688" y="336"/>
                  </a:cubicBezTo>
                  <a:cubicBezTo>
                    <a:pt x="688" y="337"/>
                    <a:pt x="687" y="339"/>
                    <a:pt x="687" y="340"/>
                  </a:cubicBezTo>
                  <a:close/>
                  <a:moveTo>
                    <a:pt x="688" y="329"/>
                  </a:moveTo>
                  <a:cubicBezTo>
                    <a:pt x="688" y="329"/>
                    <a:pt x="688" y="329"/>
                    <a:pt x="688" y="329"/>
                  </a:cubicBezTo>
                  <a:cubicBezTo>
                    <a:pt x="688" y="329"/>
                    <a:pt x="687" y="330"/>
                    <a:pt x="688" y="329"/>
                  </a:cubicBezTo>
                  <a:close/>
                  <a:moveTo>
                    <a:pt x="688" y="284"/>
                  </a:moveTo>
                  <a:cubicBezTo>
                    <a:pt x="689" y="283"/>
                    <a:pt x="686" y="286"/>
                    <a:pt x="688" y="284"/>
                  </a:cubicBezTo>
                  <a:close/>
                  <a:moveTo>
                    <a:pt x="693" y="290"/>
                  </a:moveTo>
                  <a:cubicBezTo>
                    <a:pt x="697" y="288"/>
                    <a:pt x="695" y="297"/>
                    <a:pt x="692" y="296"/>
                  </a:cubicBezTo>
                  <a:cubicBezTo>
                    <a:pt x="690" y="295"/>
                    <a:pt x="692" y="291"/>
                    <a:pt x="693" y="290"/>
                  </a:cubicBezTo>
                  <a:close/>
                  <a:moveTo>
                    <a:pt x="691" y="285"/>
                  </a:moveTo>
                  <a:cubicBezTo>
                    <a:pt x="691" y="286"/>
                    <a:pt x="692" y="284"/>
                    <a:pt x="691" y="285"/>
                  </a:cubicBezTo>
                  <a:close/>
                  <a:moveTo>
                    <a:pt x="689" y="285"/>
                  </a:moveTo>
                  <a:cubicBezTo>
                    <a:pt x="690" y="285"/>
                    <a:pt x="690" y="284"/>
                    <a:pt x="691" y="284"/>
                  </a:cubicBezTo>
                  <a:cubicBezTo>
                    <a:pt x="693" y="285"/>
                    <a:pt x="688" y="288"/>
                    <a:pt x="689" y="285"/>
                  </a:cubicBezTo>
                  <a:close/>
                  <a:moveTo>
                    <a:pt x="689" y="316"/>
                  </a:moveTo>
                  <a:cubicBezTo>
                    <a:pt x="690" y="317"/>
                    <a:pt x="688" y="316"/>
                    <a:pt x="689" y="316"/>
                  </a:cubicBezTo>
                  <a:close/>
                  <a:moveTo>
                    <a:pt x="689" y="395"/>
                  </a:moveTo>
                  <a:cubicBezTo>
                    <a:pt x="689" y="395"/>
                    <a:pt x="689" y="394"/>
                    <a:pt x="689" y="394"/>
                  </a:cubicBezTo>
                  <a:cubicBezTo>
                    <a:pt x="690" y="394"/>
                    <a:pt x="688" y="397"/>
                    <a:pt x="689" y="395"/>
                  </a:cubicBezTo>
                  <a:close/>
                  <a:moveTo>
                    <a:pt x="690" y="404"/>
                  </a:moveTo>
                  <a:cubicBezTo>
                    <a:pt x="690" y="403"/>
                    <a:pt x="691" y="404"/>
                    <a:pt x="691" y="404"/>
                  </a:cubicBezTo>
                  <a:cubicBezTo>
                    <a:pt x="691" y="405"/>
                    <a:pt x="689" y="405"/>
                    <a:pt x="690" y="404"/>
                  </a:cubicBezTo>
                  <a:close/>
                  <a:moveTo>
                    <a:pt x="691" y="343"/>
                  </a:moveTo>
                  <a:cubicBezTo>
                    <a:pt x="691" y="342"/>
                    <a:pt x="691" y="341"/>
                    <a:pt x="691" y="341"/>
                  </a:cubicBezTo>
                  <a:cubicBezTo>
                    <a:pt x="692" y="340"/>
                    <a:pt x="692" y="343"/>
                    <a:pt x="691" y="343"/>
                  </a:cubicBezTo>
                  <a:close/>
                  <a:moveTo>
                    <a:pt x="692" y="394"/>
                  </a:moveTo>
                  <a:cubicBezTo>
                    <a:pt x="691" y="395"/>
                    <a:pt x="693" y="393"/>
                    <a:pt x="692" y="394"/>
                  </a:cubicBezTo>
                  <a:close/>
                  <a:moveTo>
                    <a:pt x="692" y="300"/>
                  </a:moveTo>
                  <a:cubicBezTo>
                    <a:pt x="690" y="300"/>
                    <a:pt x="691" y="299"/>
                    <a:pt x="692" y="298"/>
                  </a:cubicBezTo>
                  <a:cubicBezTo>
                    <a:pt x="693" y="297"/>
                    <a:pt x="693" y="300"/>
                    <a:pt x="692" y="300"/>
                  </a:cubicBezTo>
                  <a:close/>
                  <a:moveTo>
                    <a:pt x="694" y="330"/>
                  </a:moveTo>
                  <a:cubicBezTo>
                    <a:pt x="695" y="329"/>
                    <a:pt x="695" y="332"/>
                    <a:pt x="694" y="331"/>
                  </a:cubicBezTo>
                  <a:cubicBezTo>
                    <a:pt x="693" y="331"/>
                    <a:pt x="694" y="330"/>
                    <a:pt x="694" y="330"/>
                  </a:cubicBezTo>
                  <a:close/>
                  <a:moveTo>
                    <a:pt x="694" y="454"/>
                  </a:moveTo>
                  <a:cubicBezTo>
                    <a:pt x="694" y="454"/>
                    <a:pt x="694" y="454"/>
                    <a:pt x="695" y="454"/>
                  </a:cubicBezTo>
                  <a:cubicBezTo>
                    <a:pt x="696" y="454"/>
                    <a:pt x="693" y="455"/>
                    <a:pt x="694" y="454"/>
                  </a:cubicBezTo>
                  <a:close/>
                  <a:moveTo>
                    <a:pt x="696" y="312"/>
                  </a:moveTo>
                  <a:cubicBezTo>
                    <a:pt x="694" y="313"/>
                    <a:pt x="694" y="308"/>
                    <a:pt x="695" y="307"/>
                  </a:cubicBezTo>
                  <a:cubicBezTo>
                    <a:pt x="700" y="304"/>
                    <a:pt x="697" y="312"/>
                    <a:pt x="696" y="312"/>
                  </a:cubicBezTo>
                  <a:close/>
                  <a:moveTo>
                    <a:pt x="699" y="327"/>
                  </a:moveTo>
                  <a:cubicBezTo>
                    <a:pt x="699" y="327"/>
                    <a:pt x="700" y="326"/>
                    <a:pt x="700" y="326"/>
                  </a:cubicBezTo>
                  <a:cubicBezTo>
                    <a:pt x="702" y="327"/>
                    <a:pt x="698" y="329"/>
                    <a:pt x="699" y="327"/>
                  </a:cubicBezTo>
                  <a:close/>
                  <a:moveTo>
                    <a:pt x="702" y="431"/>
                  </a:moveTo>
                  <a:cubicBezTo>
                    <a:pt x="702" y="430"/>
                    <a:pt x="704" y="429"/>
                    <a:pt x="704" y="428"/>
                  </a:cubicBezTo>
                  <a:cubicBezTo>
                    <a:pt x="704" y="429"/>
                    <a:pt x="704" y="431"/>
                    <a:pt x="702" y="431"/>
                  </a:cubicBezTo>
                  <a:close/>
                  <a:moveTo>
                    <a:pt x="704" y="427"/>
                  </a:moveTo>
                  <a:cubicBezTo>
                    <a:pt x="705" y="425"/>
                    <a:pt x="705" y="423"/>
                    <a:pt x="706" y="421"/>
                  </a:cubicBezTo>
                  <a:cubicBezTo>
                    <a:pt x="707" y="422"/>
                    <a:pt x="705" y="426"/>
                    <a:pt x="704" y="427"/>
                  </a:cubicBezTo>
                  <a:close/>
                  <a:moveTo>
                    <a:pt x="706" y="392"/>
                  </a:moveTo>
                  <a:cubicBezTo>
                    <a:pt x="706" y="393"/>
                    <a:pt x="706" y="393"/>
                    <a:pt x="706" y="392"/>
                  </a:cubicBezTo>
                  <a:close/>
                  <a:moveTo>
                    <a:pt x="709" y="396"/>
                  </a:moveTo>
                  <a:cubicBezTo>
                    <a:pt x="710" y="397"/>
                    <a:pt x="708" y="397"/>
                    <a:pt x="709" y="3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ora" pitchFamily="2" charset="0"/>
              </a:endParaRPr>
            </a:p>
          </p:txBody>
        </p:sp>
        <p:sp>
          <p:nvSpPr>
            <p:cNvPr id="8" name="Freeform 97">
              <a:extLst>
                <a:ext uri="{FF2B5EF4-FFF2-40B4-BE49-F238E27FC236}">
                  <a16:creationId xmlns:a16="http://schemas.microsoft.com/office/drawing/2014/main" id="{6A72DE49-3285-B13F-3F31-5777E40882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5509" y="3907810"/>
              <a:ext cx="1604882" cy="1604882"/>
            </a:xfrm>
            <a:custGeom>
              <a:avLst/>
              <a:gdLst>
                <a:gd name="T0" fmla="*/ 677 w 714"/>
                <a:gd name="T1" fmla="*/ 212 h 715"/>
                <a:gd name="T2" fmla="*/ 626 w 714"/>
                <a:gd name="T3" fmla="*/ 179 h 715"/>
                <a:gd name="T4" fmla="*/ 573 w 714"/>
                <a:gd name="T5" fmla="*/ 139 h 715"/>
                <a:gd name="T6" fmla="*/ 553 w 714"/>
                <a:gd name="T7" fmla="*/ 94 h 715"/>
                <a:gd name="T8" fmla="*/ 516 w 714"/>
                <a:gd name="T9" fmla="*/ 53 h 715"/>
                <a:gd name="T10" fmla="*/ 421 w 714"/>
                <a:gd name="T11" fmla="*/ 60 h 715"/>
                <a:gd name="T12" fmla="*/ 429 w 714"/>
                <a:gd name="T13" fmla="*/ 26 h 715"/>
                <a:gd name="T14" fmla="*/ 22 w 714"/>
                <a:gd name="T15" fmla="*/ 436 h 715"/>
                <a:gd name="T16" fmla="*/ 39 w 714"/>
                <a:gd name="T17" fmla="*/ 451 h 715"/>
                <a:gd name="T18" fmla="*/ 60 w 714"/>
                <a:gd name="T19" fmla="*/ 465 h 715"/>
                <a:gd name="T20" fmla="*/ 108 w 714"/>
                <a:gd name="T21" fmla="*/ 446 h 715"/>
                <a:gd name="T22" fmla="*/ 102 w 714"/>
                <a:gd name="T23" fmla="*/ 508 h 715"/>
                <a:gd name="T24" fmla="*/ 146 w 714"/>
                <a:gd name="T25" fmla="*/ 552 h 715"/>
                <a:gd name="T26" fmla="*/ 190 w 714"/>
                <a:gd name="T27" fmla="*/ 596 h 715"/>
                <a:gd name="T28" fmla="*/ 214 w 714"/>
                <a:gd name="T29" fmla="*/ 647 h 715"/>
                <a:gd name="T30" fmla="*/ 296 w 714"/>
                <a:gd name="T31" fmla="*/ 709 h 715"/>
                <a:gd name="T32" fmla="*/ 684 w 714"/>
                <a:gd name="T33" fmla="*/ 227 h 715"/>
                <a:gd name="T34" fmla="*/ 434 w 714"/>
                <a:gd name="T35" fmla="*/ 24 h 715"/>
                <a:gd name="T36" fmla="*/ 9 w 714"/>
                <a:gd name="T37" fmla="*/ 371 h 715"/>
                <a:gd name="T38" fmla="*/ 37 w 714"/>
                <a:gd name="T39" fmla="*/ 344 h 715"/>
                <a:gd name="T40" fmla="*/ 45 w 714"/>
                <a:gd name="T41" fmla="*/ 192 h 715"/>
                <a:gd name="T42" fmla="*/ 64 w 714"/>
                <a:gd name="T43" fmla="*/ 419 h 715"/>
                <a:gd name="T44" fmla="*/ 84 w 714"/>
                <a:gd name="T45" fmla="*/ 332 h 715"/>
                <a:gd name="T46" fmla="*/ 87 w 714"/>
                <a:gd name="T47" fmla="*/ 502 h 715"/>
                <a:gd name="T48" fmla="*/ 234 w 714"/>
                <a:gd name="T49" fmla="*/ 679 h 715"/>
                <a:gd name="T50" fmla="*/ 287 w 714"/>
                <a:gd name="T51" fmla="*/ 641 h 715"/>
                <a:gd name="T52" fmla="*/ 303 w 714"/>
                <a:gd name="T53" fmla="*/ 67 h 715"/>
                <a:gd name="T54" fmla="*/ 270 w 714"/>
                <a:gd name="T55" fmla="*/ 571 h 715"/>
                <a:gd name="T56" fmla="*/ 246 w 714"/>
                <a:gd name="T57" fmla="*/ 640 h 715"/>
                <a:gd name="T58" fmla="*/ 249 w 714"/>
                <a:gd name="T59" fmla="*/ 640 h 715"/>
                <a:gd name="T60" fmla="*/ 227 w 714"/>
                <a:gd name="T61" fmla="*/ 527 h 715"/>
                <a:gd name="T62" fmla="*/ 209 w 714"/>
                <a:gd name="T63" fmla="*/ 468 h 715"/>
                <a:gd name="T64" fmla="*/ 178 w 714"/>
                <a:gd name="T65" fmla="*/ 383 h 715"/>
                <a:gd name="T66" fmla="*/ 165 w 714"/>
                <a:gd name="T67" fmla="*/ 345 h 715"/>
                <a:gd name="T68" fmla="*/ 156 w 714"/>
                <a:gd name="T69" fmla="*/ 435 h 715"/>
                <a:gd name="T70" fmla="*/ 132 w 714"/>
                <a:gd name="T71" fmla="*/ 280 h 715"/>
                <a:gd name="T72" fmla="*/ 123 w 714"/>
                <a:gd name="T73" fmla="*/ 474 h 715"/>
                <a:gd name="T74" fmla="*/ 154 w 714"/>
                <a:gd name="T75" fmla="*/ 484 h 715"/>
                <a:gd name="T76" fmla="*/ 189 w 714"/>
                <a:gd name="T77" fmla="*/ 398 h 715"/>
                <a:gd name="T78" fmla="*/ 235 w 714"/>
                <a:gd name="T79" fmla="*/ 592 h 715"/>
                <a:gd name="T80" fmla="*/ 277 w 714"/>
                <a:gd name="T81" fmla="*/ 700 h 715"/>
                <a:gd name="T82" fmla="*/ 335 w 714"/>
                <a:gd name="T83" fmla="*/ 131 h 715"/>
                <a:gd name="T84" fmla="*/ 522 w 714"/>
                <a:gd name="T85" fmla="*/ 181 h 715"/>
                <a:gd name="T86" fmla="*/ 480 w 714"/>
                <a:gd name="T87" fmla="*/ 95 h 715"/>
                <a:gd name="T88" fmla="*/ 502 w 714"/>
                <a:gd name="T89" fmla="*/ 132 h 715"/>
                <a:gd name="T90" fmla="*/ 509 w 714"/>
                <a:gd name="T91" fmla="*/ 36 h 715"/>
                <a:gd name="T92" fmla="*/ 462 w 714"/>
                <a:gd name="T93" fmla="*/ 49 h 715"/>
                <a:gd name="T94" fmla="*/ 406 w 714"/>
                <a:gd name="T95" fmla="*/ 125 h 715"/>
                <a:gd name="T96" fmla="*/ 372 w 714"/>
                <a:gd name="T97" fmla="*/ 610 h 715"/>
                <a:gd name="T98" fmla="*/ 398 w 714"/>
                <a:gd name="T99" fmla="*/ 679 h 715"/>
                <a:gd name="T100" fmla="*/ 454 w 714"/>
                <a:gd name="T101" fmla="*/ 644 h 715"/>
                <a:gd name="T102" fmla="*/ 469 w 714"/>
                <a:gd name="T103" fmla="*/ 168 h 715"/>
                <a:gd name="T104" fmla="*/ 522 w 714"/>
                <a:gd name="T105" fmla="*/ 285 h 715"/>
                <a:gd name="T106" fmla="*/ 585 w 714"/>
                <a:gd name="T107" fmla="*/ 213 h 715"/>
                <a:gd name="T108" fmla="*/ 544 w 714"/>
                <a:gd name="T109" fmla="*/ 168 h 715"/>
                <a:gd name="T110" fmla="*/ 573 w 714"/>
                <a:gd name="T111" fmla="*/ 236 h 715"/>
                <a:gd name="T112" fmla="*/ 595 w 714"/>
                <a:gd name="T113" fmla="*/ 470 h 715"/>
                <a:gd name="T114" fmla="*/ 651 w 714"/>
                <a:gd name="T115" fmla="*/ 272 h 715"/>
                <a:gd name="T116" fmla="*/ 630 w 714"/>
                <a:gd name="T117" fmla="*/ 261 h 715"/>
                <a:gd name="T118" fmla="*/ 615 w 714"/>
                <a:gd name="T119" fmla="*/ 194 h 715"/>
                <a:gd name="T120" fmla="*/ 625 w 714"/>
                <a:gd name="T121" fmla="*/ 381 h 715"/>
                <a:gd name="T122" fmla="*/ 658 w 714"/>
                <a:gd name="T123" fmla="*/ 277 h 715"/>
                <a:gd name="T124" fmla="*/ 686 w 714"/>
                <a:gd name="T125" fmla="*/ 342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4" h="715">
                  <a:moveTo>
                    <a:pt x="710" y="304"/>
                  </a:moveTo>
                  <a:cubicBezTo>
                    <a:pt x="710" y="305"/>
                    <a:pt x="710" y="305"/>
                    <a:pt x="709" y="305"/>
                  </a:cubicBezTo>
                  <a:cubicBezTo>
                    <a:pt x="709" y="304"/>
                    <a:pt x="710" y="303"/>
                    <a:pt x="710" y="303"/>
                  </a:cubicBezTo>
                  <a:cubicBezTo>
                    <a:pt x="710" y="303"/>
                    <a:pt x="710" y="303"/>
                    <a:pt x="710" y="303"/>
                  </a:cubicBezTo>
                  <a:cubicBezTo>
                    <a:pt x="709" y="297"/>
                    <a:pt x="708" y="292"/>
                    <a:pt x="707" y="286"/>
                  </a:cubicBezTo>
                  <a:cubicBezTo>
                    <a:pt x="707" y="287"/>
                    <a:pt x="707" y="288"/>
                    <a:pt x="706" y="290"/>
                  </a:cubicBezTo>
                  <a:cubicBezTo>
                    <a:pt x="706" y="289"/>
                    <a:pt x="707" y="289"/>
                    <a:pt x="707" y="289"/>
                  </a:cubicBezTo>
                  <a:cubicBezTo>
                    <a:pt x="707" y="290"/>
                    <a:pt x="706" y="290"/>
                    <a:pt x="706" y="290"/>
                  </a:cubicBezTo>
                  <a:cubicBezTo>
                    <a:pt x="706" y="292"/>
                    <a:pt x="706" y="294"/>
                    <a:pt x="705" y="295"/>
                  </a:cubicBezTo>
                  <a:cubicBezTo>
                    <a:pt x="703" y="298"/>
                    <a:pt x="703" y="301"/>
                    <a:pt x="703" y="301"/>
                  </a:cubicBezTo>
                  <a:cubicBezTo>
                    <a:pt x="702" y="302"/>
                    <a:pt x="700" y="300"/>
                    <a:pt x="699" y="300"/>
                  </a:cubicBezTo>
                  <a:cubicBezTo>
                    <a:pt x="697" y="301"/>
                    <a:pt x="697" y="303"/>
                    <a:pt x="696" y="300"/>
                  </a:cubicBezTo>
                  <a:cubicBezTo>
                    <a:pt x="696" y="299"/>
                    <a:pt x="696" y="301"/>
                    <a:pt x="695" y="298"/>
                  </a:cubicBezTo>
                  <a:cubicBezTo>
                    <a:pt x="695" y="297"/>
                    <a:pt x="697" y="291"/>
                    <a:pt x="700" y="292"/>
                  </a:cubicBezTo>
                  <a:cubicBezTo>
                    <a:pt x="701" y="293"/>
                    <a:pt x="702" y="295"/>
                    <a:pt x="703" y="292"/>
                  </a:cubicBezTo>
                  <a:cubicBezTo>
                    <a:pt x="703" y="291"/>
                    <a:pt x="703" y="290"/>
                    <a:pt x="703" y="289"/>
                  </a:cubicBezTo>
                  <a:cubicBezTo>
                    <a:pt x="703" y="287"/>
                    <a:pt x="705" y="284"/>
                    <a:pt x="706" y="282"/>
                  </a:cubicBezTo>
                  <a:cubicBezTo>
                    <a:pt x="705" y="276"/>
                    <a:pt x="704" y="270"/>
                    <a:pt x="702" y="264"/>
                  </a:cubicBezTo>
                  <a:cubicBezTo>
                    <a:pt x="701" y="268"/>
                    <a:pt x="695" y="273"/>
                    <a:pt x="691" y="270"/>
                  </a:cubicBezTo>
                  <a:cubicBezTo>
                    <a:pt x="691" y="271"/>
                    <a:pt x="691" y="270"/>
                    <a:pt x="690" y="270"/>
                  </a:cubicBezTo>
                  <a:cubicBezTo>
                    <a:pt x="690" y="270"/>
                    <a:pt x="690" y="270"/>
                    <a:pt x="690" y="270"/>
                  </a:cubicBezTo>
                  <a:cubicBezTo>
                    <a:pt x="690" y="271"/>
                    <a:pt x="690" y="270"/>
                    <a:pt x="690" y="270"/>
                  </a:cubicBezTo>
                  <a:cubicBezTo>
                    <a:pt x="690" y="270"/>
                    <a:pt x="690" y="270"/>
                    <a:pt x="690" y="269"/>
                  </a:cubicBezTo>
                  <a:cubicBezTo>
                    <a:pt x="689" y="270"/>
                    <a:pt x="688" y="271"/>
                    <a:pt x="688" y="271"/>
                  </a:cubicBezTo>
                  <a:cubicBezTo>
                    <a:pt x="686" y="270"/>
                    <a:pt x="686" y="273"/>
                    <a:pt x="685" y="274"/>
                  </a:cubicBezTo>
                  <a:cubicBezTo>
                    <a:pt x="684" y="274"/>
                    <a:pt x="682" y="273"/>
                    <a:pt x="682" y="275"/>
                  </a:cubicBezTo>
                  <a:cubicBezTo>
                    <a:pt x="681" y="270"/>
                    <a:pt x="674" y="279"/>
                    <a:pt x="674" y="281"/>
                  </a:cubicBezTo>
                  <a:cubicBezTo>
                    <a:pt x="675" y="280"/>
                    <a:pt x="681" y="280"/>
                    <a:pt x="680" y="280"/>
                  </a:cubicBezTo>
                  <a:cubicBezTo>
                    <a:pt x="680" y="280"/>
                    <a:pt x="681" y="280"/>
                    <a:pt x="681" y="280"/>
                  </a:cubicBezTo>
                  <a:cubicBezTo>
                    <a:pt x="681" y="280"/>
                    <a:pt x="681" y="280"/>
                    <a:pt x="681" y="280"/>
                  </a:cubicBezTo>
                  <a:cubicBezTo>
                    <a:pt x="681" y="279"/>
                    <a:pt x="682" y="278"/>
                    <a:pt x="682" y="279"/>
                  </a:cubicBezTo>
                  <a:cubicBezTo>
                    <a:pt x="684" y="280"/>
                    <a:pt x="681" y="280"/>
                    <a:pt x="681" y="281"/>
                  </a:cubicBezTo>
                  <a:cubicBezTo>
                    <a:pt x="681" y="282"/>
                    <a:pt x="681" y="282"/>
                    <a:pt x="681" y="282"/>
                  </a:cubicBezTo>
                  <a:cubicBezTo>
                    <a:pt x="682" y="282"/>
                    <a:pt x="683" y="282"/>
                    <a:pt x="683" y="284"/>
                  </a:cubicBezTo>
                  <a:cubicBezTo>
                    <a:pt x="683" y="284"/>
                    <a:pt x="683" y="284"/>
                    <a:pt x="683" y="284"/>
                  </a:cubicBezTo>
                  <a:cubicBezTo>
                    <a:pt x="683" y="284"/>
                    <a:pt x="684" y="285"/>
                    <a:pt x="684" y="286"/>
                  </a:cubicBezTo>
                  <a:cubicBezTo>
                    <a:pt x="684" y="286"/>
                    <a:pt x="681" y="289"/>
                    <a:pt x="681" y="290"/>
                  </a:cubicBezTo>
                  <a:cubicBezTo>
                    <a:pt x="680" y="290"/>
                    <a:pt x="679" y="295"/>
                    <a:pt x="678" y="295"/>
                  </a:cubicBezTo>
                  <a:cubicBezTo>
                    <a:pt x="676" y="295"/>
                    <a:pt x="679" y="293"/>
                    <a:pt x="677" y="292"/>
                  </a:cubicBezTo>
                  <a:cubicBezTo>
                    <a:pt x="677" y="291"/>
                    <a:pt x="675" y="293"/>
                    <a:pt x="674" y="293"/>
                  </a:cubicBezTo>
                  <a:cubicBezTo>
                    <a:pt x="673" y="292"/>
                    <a:pt x="674" y="291"/>
                    <a:pt x="673" y="290"/>
                  </a:cubicBezTo>
                  <a:cubicBezTo>
                    <a:pt x="673" y="290"/>
                    <a:pt x="671" y="292"/>
                    <a:pt x="670" y="290"/>
                  </a:cubicBezTo>
                  <a:cubicBezTo>
                    <a:pt x="669" y="288"/>
                    <a:pt x="672" y="289"/>
                    <a:pt x="672" y="288"/>
                  </a:cubicBezTo>
                  <a:cubicBezTo>
                    <a:pt x="672" y="287"/>
                    <a:pt x="671" y="287"/>
                    <a:pt x="671" y="287"/>
                  </a:cubicBezTo>
                  <a:cubicBezTo>
                    <a:pt x="671" y="286"/>
                    <a:pt x="672" y="285"/>
                    <a:pt x="672" y="283"/>
                  </a:cubicBezTo>
                  <a:cubicBezTo>
                    <a:pt x="672" y="283"/>
                    <a:pt x="672" y="282"/>
                    <a:pt x="672" y="282"/>
                  </a:cubicBezTo>
                  <a:cubicBezTo>
                    <a:pt x="673" y="279"/>
                    <a:pt x="678" y="276"/>
                    <a:pt x="677" y="271"/>
                  </a:cubicBezTo>
                  <a:cubicBezTo>
                    <a:pt x="676" y="270"/>
                    <a:pt x="675" y="271"/>
                    <a:pt x="674" y="272"/>
                  </a:cubicBezTo>
                  <a:cubicBezTo>
                    <a:pt x="675" y="269"/>
                    <a:pt x="676" y="260"/>
                    <a:pt x="681" y="259"/>
                  </a:cubicBezTo>
                  <a:cubicBezTo>
                    <a:pt x="681" y="259"/>
                    <a:pt x="684" y="259"/>
                    <a:pt x="685" y="259"/>
                  </a:cubicBezTo>
                  <a:cubicBezTo>
                    <a:pt x="685" y="259"/>
                    <a:pt x="686" y="260"/>
                    <a:pt x="687" y="261"/>
                  </a:cubicBezTo>
                  <a:cubicBezTo>
                    <a:pt x="687" y="261"/>
                    <a:pt x="687" y="261"/>
                    <a:pt x="688" y="261"/>
                  </a:cubicBezTo>
                  <a:cubicBezTo>
                    <a:pt x="688" y="261"/>
                    <a:pt x="688" y="261"/>
                    <a:pt x="688" y="261"/>
                  </a:cubicBezTo>
                  <a:cubicBezTo>
                    <a:pt x="688" y="262"/>
                    <a:pt x="688" y="262"/>
                    <a:pt x="689" y="262"/>
                  </a:cubicBezTo>
                  <a:cubicBezTo>
                    <a:pt x="690" y="261"/>
                    <a:pt x="691" y="259"/>
                    <a:pt x="692" y="258"/>
                  </a:cubicBezTo>
                  <a:cubicBezTo>
                    <a:pt x="691" y="257"/>
                    <a:pt x="690" y="258"/>
                    <a:pt x="689" y="259"/>
                  </a:cubicBezTo>
                  <a:cubicBezTo>
                    <a:pt x="689" y="258"/>
                    <a:pt x="689" y="258"/>
                    <a:pt x="689" y="258"/>
                  </a:cubicBezTo>
                  <a:cubicBezTo>
                    <a:pt x="688" y="258"/>
                    <a:pt x="687" y="258"/>
                    <a:pt x="687" y="257"/>
                  </a:cubicBezTo>
                  <a:cubicBezTo>
                    <a:pt x="686" y="256"/>
                    <a:pt x="688" y="256"/>
                    <a:pt x="688" y="256"/>
                  </a:cubicBezTo>
                  <a:cubicBezTo>
                    <a:pt x="689" y="254"/>
                    <a:pt x="687" y="255"/>
                    <a:pt x="688" y="253"/>
                  </a:cubicBezTo>
                  <a:cubicBezTo>
                    <a:pt x="689" y="252"/>
                    <a:pt x="692" y="252"/>
                    <a:pt x="692" y="251"/>
                  </a:cubicBezTo>
                  <a:cubicBezTo>
                    <a:pt x="692" y="251"/>
                    <a:pt x="692" y="250"/>
                    <a:pt x="692" y="250"/>
                  </a:cubicBezTo>
                  <a:cubicBezTo>
                    <a:pt x="692" y="250"/>
                    <a:pt x="691" y="249"/>
                    <a:pt x="691" y="249"/>
                  </a:cubicBezTo>
                  <a:cubicBezTo>
                    <a:pt x="691" y="249"/>
                    <a:pt x="692" y="247"/>
                    <a:pt x="691" y="246"/>
                  </a:cubicBezTo>
                  <a:cubicBezTo>
                    <a:pt x="690" y="245"/>
                    <a:pt x="690" y="246"/>
                    <a:pt x="690" y="246"/>
                  </a:cubicBezTo>
                  <a:cubicBezTo>
                    <a:pt x="689" y="246"/>
                    <a:pt x="688" y="242"/>
                    <a:pt x="688" y="242"/>
                  </a:cubicBezTo>
                  <a:cubicBezTo>
                    <a:pt x="689" y="240"/>
                    <a:pt x="691" y="242"/>
                    <a:pt x="693" y="241"/>
                  </a:cubicBezTo>
                  <a:cubicBezTo>
                    <a:pt x="692" y="241"/>
                    <a:pt x="693" y="239"/>
                    <a:pt x="694" y="239"/>
                  </a:cubicBezTo>
                  <a:cubicBezTo>
                    <a:pt x="693" y="235"/>
                    <a:pt x="691" y="231"/>
                    <a:pt x="690" y="227"/>
                  </a:cubicBezTo>
                  <a:cubicBezTo>
                    <a:pt x="690" y="227"/>
                    <a:pt x="689" y="227"/>
                    <a:pt x="689" y="227"/>
                  </a:cubicBezTo>
                  <a:cubicBezTo>
                    <a:pt x="688" y="227"/>
                    <a:pt x="689" y="225"/>
                    <a:pt x="688" y="224"/>
                  </a:cubicBezTo>
                  <a:cubicBezTo>
                    <a:pt x="688" y="223"/>
                    <a:pt x="688" y="223"/>
                    <a:pt x="688" y="223"/>
                  </a:cubicBezTo>
                  <a:cubicBezTo>
                    <a:pt x="688" y="222"/>
                    <a:pt x="688" y="222"/>
                    <a:pt x="688" y="221"/>
                  </a:cubicBezTo>
                  <a:cubicBezTo>
                    <a:pt x="685" y="222"/>
                    <a:pt x="682" y="222"/>
                    <a:pt x="681" y="222"/>
                  </a:cubicBezTo>
                  <a:cubicBezTo>
                    <a:pt x="679" y="222"/>
                    <a:pt x="680" y="219"/>
                    <a:pt x="678" y="220"/>
                  </a:cubicBezTo>
                  <a:cubicBezTo>
                    <a:pt x="680" y="218"/>
                    <a:pt x="676" y="218"/>
                    <a:pt x="676" y="216"/>
                  </a:cubicBezTo>
                  <a:cubicBezTo>
                    <a:pt x="675" y="215"/>
                    <a:pt x="677" y="215"/>
                    <a:pt x="677" y="215"/>
                  </a:cubicBezTo>
                  <a:cubicBezTo>
                    <a:pt x="678" y="214"/>
                    <a:pt x="676" y="213"/>
                    <a:pt x="677" y="212"/>
                  </a:cubicBezTo>
                  <a:cubicBezTo>
                    <a:pt x="677" y="212"/>
                    <a:pt x="677" y="212"/>
                    <a:pt x="677" y="212"/>
                  </a:cubicBezTo>
                  <a:cubicBezTo>
                    <a:pt x="676" y="212"/>
                    <a:pt x="675" y="210"/>
                    <a:pt x="675" y="209"/>
                  </a:cubicBezTo>
                  <a:cubicBezTo>
                    <a:pt x="674" y="209"/>
                    <a:pt x="674" y="209"/>
                    <a:pt x="673" y="209"/>
                  </a:cubicBezTo>
                  <a:cubicBezTo>
                    <a:pt x="674" y="210"/>
                    <a:pt x="674" y="210"/>
                    <a:pt x="674" y="211"/>
                  </a:cubicBezTo>
                  <a:cubicBezTo>
                    <a:pt x="674" y="212"/>
                    <a:pt x="674" y="212"/>
                    <a:pt x="673" y="213"/>
                  </a:cubicBezTo>
                  <a:cubicBezTo>
                    <a:pt x="673" y="214"/>
                    <a:pt x="673" y="214"/>
                    <a:pt x="673" y="215"/>
                  </a:cubicBezTo>
                  <a:cubicBezTo>
                    <a:pt x="673" y="215"/>
                    <a:pt x="673" y="215"/>
                    <a:pt x="673" y="215"/>
                  </a:cubicBezTo>
                  <a:cubicBezTo>
                    <a:pt x="673" y="215"/>
                    <a:pt x="672" y="216"/>
                    <a:pt x="672" y="216"/>
                  </a:cubicBezTo>
                  <a:cubicBezTo>
                    <a:pt x="671" y="217"/>
                    <a:pt x="669" y="218"/>
                    <a:pt x="669" y="220"/>
                  </a:cubicBezTo>
                  <a:cubicBezTo>
                    <a:pt x="670" y="217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6" y="218"/>
                  </a:cubicBezTo>
                  <a:cubicBezTo>
                    <a:pt x="666" y="218"/>
                    <a:pt x="666" y="218"/>
                    <a:pt x="667" y="219"/>
                  </a:cubicBezTo>
                  <a:cubicBezTo>
                    <a:pt x="668" y="220"/>
                    <a:pt x="668" y="224"/>
                    <a:pt x="667" y="225"/>
                  </a:cubicBezTo>
                  <a:cubicBezTo>
                    <a:pt x="667" y="225"/>
                    <a:pt x="667" y="224"/>
                    <a:pt x="666" y="224"/>
                  </a:cubicBezTo>
                  <a:cubicBezTo>
                    <a:pt x="665" y="225"/>
                    <a:pt x="663" y="228"/>
                    <a:pt x="660" y="228"/>
                  </a:cubicBezTo>
                  <a:cubicBezTo>
                    <a:pt x="661" y="226"/>
                    <a:pt x="663" y="226"/>
                    <a:pt x="663" y="225"/>
                  </a:cubicBezTo>
                  <a:cubicBezTo>
                    <a:pt x="663" y="224"/>
                    <a:pt x="662" y="225"/>
                    <a:pt x="661" y="224"/>
                  </a:cubicBezTo>
                  <a:cubicBezTo>
                    <a:pt x="660" y="223"/>
                    <a:pt x="662" y="219"/>
                    <a:pt x="665" y="218"/>
                  </a:cubicBezTo>
                  <a:cubicBezTo>
                    <a:pt x="665" y="217"/>
                    <a:pt x="665" y="216"/>
                    <a:pt x="665" y="216"/>
                  </a:cubicBezTo>
                  <a:cubicBezTo>
                    <a:pt x="665" y="215"/>
                    <a:pt x="664" y="215"/>
                    <a:pt x="664" y="215"/>
                  </a:cubicBezTo>
                  <a:cubicBezTo>
                    <a:pt x="663" y="217"/>
                    <a:pt x="661" y="218"/>
                    <a:pt x="660" y="220"/>
                  </a:cubicBezTo>
                  <a:cubicBezTo>
                    <a:pt x="660" y="221"/>
                    <a:pt x="661" y="222"/>
                    <a:pt x="660" y="223"/>
                  </a:cubicBezTo>
                  <a:cubicBezTo>
                    <a:pt x="660" y="223"/>
                    <a:pt x="659" y="224"/>
                    <a:pt x="659" y="225"/>
                  </a:cubicBezTo>
                  <a:cubicBezTo>
                    <a:pt x="659" y="226"/>
                    <a:pt x="661" y="225"/>
                    <a:pt x="660" y="226"/>
                  </a:cubicBezTo>
                  <a:cubicBezTo>
                    <a:pt x="660" y="227"/>
                    <a:pt x="659" y="228"/>
                    <a:pt x="659" y="227"/>
                  </a:cubicBezTo>
                  <a:cubicBezTo>
                    <a:pt x="658" y="227"/>
                    <a:pt x="658" y="225"/>
                    <a:pt x="657" y="224"/>
                  </a:cubicBezTo>
                  <a:cubicBezTo>
                    <a:pt x="657" y="223"/>
                    <a:pt x="656" y="224"/>
                    <a:pt x="655" y="223"/>
                  </a:cubicBezTo>
                  <a:cubicBezTo>
                    <a:pt x="653" y="223"/>
                    <a:pt x="653" y="221"/>
                    <a:pt x="650" y="224"/>
                  </a:cubicBezTo>
                  <a:cubicBezTo>
                    <a:pt x="653" y="220"/>
                    <a:pt x="649" y="222"/>
                    <a:pt x="648" y="221"/>
                  </a:cubicBezTo>
                  <a:cubicBezTo>
                    <a:pt x="648" y="222"/>
                    <a:pt x="647" y="215"/>
                    <a:pt x="647" y="215"/>
                  </a:cubicBezTo>
                  <a:cubicBezTo>
                    <a:pt x="647" y="214"/>
                    <a:pt x="648" y="211"/>
                    <a:pt x="648" y="209"/>
                  </a:cubicBezTo>
                  <a:cubicBezTo>
                    <a:pt x="648" y="210"/>
                    <a:pt x="648" y="210"/>
                    <a:pt x="647" y="210"/>
                  </a:cubicBezTo>
                  <a:cubicBezTo>
                    <a:pt x="647" y="210"/>
                    <a:pt x="647" y="209"/>
                    <a:pt x="648" y="208"/>
                  </a:cubicBezTo>
                  <a:cubicBezTo>
                    <a:pt x="648" y="208"/>
                    <a:pt x="648" y="208"/>
                    <a:pt x="648" y="208"/>
                  </a:cubicBezTo>
                  <a:cubicBezTo>
                    <a:pt x="647" y="208"/>
                    <a:pt x="647" y="209"/>
                    <a:pt x="647" y="209"/>
                  </a:cubicBezTo>
                  <a:cubicBezTo>
                    <a:pt x="647" y="209"/>
                    <a:pt x="647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6" y="209"/>
                    <a:pt x="646" y="209"/>
                    <a:pt x="646" y="209"/>
                  </a:cubicBezTo>
                  <a:cubicBezTo>
                    <a:pt x="644" y="211"/>
                    <a:pt x="639" y="212"/>
                    <a:pt x="635" y="212"/>
                  </a:cubicBezTo>
                  <a:cubicBezTo>
                    <a:pt x="635" y="213"/>
                    <a:pt x="635" y="214"/>
                    <a:pt x="635" y="214"/>
                  </a:cubicBezTo>
                  <a:cubicBezTo>
                    <a:pt x="634" y="214"/>
                    <a:pt x="634" y="213"/>
                    <a:pt x="634" y="212"/>
                  </a:cubicBezTo>
                  <a:cubicBezTo>
                    <a:pt x="633" y="212"/>
                    <a:pt x="633" y="212"/>
                    <a:pt x="633" y="212"/>
                  </a:cubicBezTo>
                  <a:cubicBezTo>
                    <a:pt x="633" y="211"/>
                    <a:pt x="633" y="210"/>
                    <a:pt x="635" y="210"/>
                  </a:cubicBezTo>
                  <a:cubicBezTo>
                    <a:pt x="634" y="210"/>
                    <a:pt x="634" y="209"/>
                    <a:pt x="634" y="209"/>
                  </a:cubicBezTo>
                  <a:cubicBezTo>
                    <a:pt x="633" y="208"/>
                    <a:pt x="634" y="207"/>
                    <a:pt x="635" y="206"/>
                  </a:cubicBezTo>
                  <a:cubicBezTo>
                    <a:pt x="634" y="205"/>
                    <a:pt x="634" y="204"/>
                    <a:pt x="635" y="203"/>
                  </a:cubicBezTo>
                  <a:cubicBezTo>
                    <a:pt x="636" y="203"/>
                    <a:pt x="636" y="203"/>
                    <a:pt x="637" y="203"/>
                  </a:cubicBezTo>
                  <a:cubicBezTo>
                    <a:pt x="637" y="202"/>
                    <a:pt x="636" y="202"/>
                    <a:pt x="635" y="203"/>
                  </a:cubicBezTo>
                  <a:cubicBezTo>
                    <a:pt x="634" y="203"/>
                    <a:pt x="632" y="206"/>
                    <a:pt x="632" y="206"/>
                  </a:cubicBezTo>
                  <a:cubicBezTo>
                    <a:pt x="632" y="207"/>
                    <a:pt x="632" y="207"/>
                    <a:pt x="633" y="207"/>
                  </a:cubicBezTo>
                  <a:cubicBezTo>
                    <a:pt x="629" y="209"/>
                    <a:pt x="629" y="201"/>
                    <a:pt x="631" y="201"/>
                  </a:cubicBezTo>
                  <a:cubicBezTo>
                    <a:pt x="631" y="201"/>
                    <a:pt x="632" y="203"/>
                    <a:pt x="632" y="203"/>
                  </a:cubicBezTo>
                  <a:cubicBezTo>
                    <a:pt x="633" y="203"/>
                    <a:pt x="636" y="199"/>
                    <a:pt x="638" y="198"/>
                  </a:cubicBezTo>
                  <a:cubicBezTo>
                    <a:pt x="638" y="198"/>
                    <a:pt x="638" y="197"/>
                    <a:pt x="639" y="197"/>
                  </a:cubicBezTo>
                  <a:cubicBezTo>
                    <a:pt x="639" y="196"/>
                    <a:pt x="637" y="195"/>
                    <a:pt x="637" y="194"/>
                  </a:cubicBezTo>
                  <a:cubicBezTo>
                    <a:pt x="637" y="193"/>
                    <a:pt x="639" y="193"/>
                    <a:pt x="639" y="193"/>
                  </a:cubicBezTo>
                  <a:cubicBezTo>
                    <a:pt x="639" y="192"/>
                    <a:pt x="640" y="189"/>
                    <a:pt x="639" y="189"/>
                  </a:cubicBezTo>
                  <a:cubicBezTo>
                    <a:pt x="639" y="188"/>
                    <a:pt x="637" y="189"/>
                    <a:pt x="638" y="190"/>
                  </a:cubicBezTo>
                  <a:cubicBezTo>
                    <a:pt x="638" y="190"/>
                    <a:pt x="636" y="188"/>
                    <a:pt x="637" y="187"/>
                  </a:cubicBezTo>
                  <a:cubicBezTo>
                    <a:pt x="637" y="187"/>
                    <a:pt x="637" y="187"/>
                    <a:pt x="637" y="187"/>
                  </a:cubicBezTo>
                  <a:cubicBezTo>
                    <a:pt x="637" y="186"/>
                    <a:pt x="637" y="186"/>
                    <a:pt x="636" y="186"/>
                  </a:cubicBezTo>
                  <a:cubicBezTo>
                    <a:pt x="636" y="187"/>
                    <a:pt x="636" y="188"/>
                    <a:pt x="636" y="188"/>
                  </a:cubicBezTo>
                  <a:cubicBezTo>
                    <a:pt x="636" y="188"/>
                    <a:pt x="636" y="188"/>
                    <a:pt x="637" y="188"/>
                  </a:cubicBezTo>
                  <a:cubicBezTo>
                    <a:pt x="637" y="189"/>
                    <a:pt x="637" y="189"/>
                    <a:pt x="636" y="189"/>
                  </a:cubicBezTo>
                  <a:cubicBezTo>
                    <a:pt x="637" y="190"/>
                    <a:pt x="636" y="191"/>
                    <a:pt x="635" y="190"/>
                  </a:cubicBezTo>
                  <a:cubicBezTo>
                    <a:pt x="635" y="190"/>
                    <a:pt x="635" y="190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cubicBezTo>
                    <a:pt x="634" y="190"/>
                    <a:pt x="633" y="190"/>
                    <a:pt x="632" y="189"/>
                  </a:cubicBezTo>
                  <a:cubicBezTo>
                    <a:pt x="631" y="188"/>
                    <a:pt x="631" y="186"/>
                    <a:pt x="632" y="185"/>
                  </a:cubicBezTo>
                  <a:cubicBezTo>
                    <a:pt x="632" y="185"/>
                    <a:pt x="632" y="185"/>
                    <a:pt x="631" y="185"/>
                  </a:cubicBezTo>
                  <a:cubicBezTo>
                    <a:pt x="630" y="186"/>
                    <a:pt x="632" y="185"/>
                    <a:pt x="631" y="184"/>
                  </a:cubicBezTo>
                  <a:cubicBezTo>
                    <a:pt x="630" y="184"/>
                    <a:pt x="630" y="185"/>
                    <a:pt x="630" y="185"/>
                  </a:cubicBezTo>
                  <a:cubicBezTo>
                    <a:pt x="629" y="185"/>
                    <a:pt x="630" y="185"/>
                    <a:pt x="630" y="185"/>
                  </a:cubicBezTo>
                  <a:cubicBezTo>
                    <a:pt x="629" y="185"/>
                    <a:pt x="629" y="186"/>
                    <a:pt x="628" y="185"/>
                  </a:cubicBezTo>
                  <a:cubicBezTo>
                    <a:pt x="625" y="185"/>
                    <a:pt x="628" y="181"/>
                    <a:pt x="626" y="179"/>
                  </a:cubicBezTo>
                  <a:cubicBezTo>
                    <a:pt x="625" y="180"/>
                    <a:pt x="624" y="180"/>
                    <a:pt x="624" y="180"/>
                  </a:cubicBezTo>
                  <a:cubicBezTo>
                    <a:pt x="623" y="181"/>
                    <a:pt x="623" y="182"/>
                    <a:pt x="623" y="183"/>
                  </a:cubicBezTo>
                  <a:cubicBezTo>
                    <a:pt x="624" y="184"/>
                    <a:pt x="625" y="185"/>
                    <a:pt x="624" y="186"/>
                  </a:cubicBezTo>
                  <a:cubicBezTo>
                    <a:pt x="624" y="191"/>
                    <a:pt x="618" y="190"/>
                    <a:pt x="617" y="188"/>
                  </a:cubicBezTo>
                  <a:cubicBezTo>
                    <a:pt x="616" y="188"/>
                    <a:pt x="615" y="188"/>
                    <a:pt x="615" y="189"/>
                  </a:cubicBezTo>
                  <a:cubicBezTo>
                    <a:pt x="615" y="189"/>
                    <a:pt x="616" y="188"/>
                    <a:pt x="615" y="188"/>
                  </a:cubicBezTo>
                  <a:cubicBezTo>
                    <a:pt x="614" y="189"/>
                    <a:pt x="612" y="190"/>
                    <a:pt x="610" y="190"/>
                  </a:cubicBezTo>
                  <a:cubicBezTo>
                    <a:pt x="609" y="191"/>
                    <a:pt x="607" y="191"/>
                    <a:pt x="607" y="191"/>
                  </a:cubicBezTo>
                  <a:cubicBezTo>
                    <a:pt x="607" y="190"/>
                    <a:pt x="608" y="190"/>
                    <a:pt x="609" y="189"/>
                  </a:cubicBezTo>
                  <a:cubicBezTo>
                    <a:pt x="609" y="189"/>
                    <a:pt x="608" y="189"/>
                    <a:pt x="608" y="189"/>
                  </a:cubicBezTo>
                  <a:cubicBezTo>
                    <a:pt x="608" y="188"/>
                    <a:pt x="607" y="187"/>
                    <a:pt x="607" y="186"/>
                  </a:cubicBezTo>
                  <a:cubicBezTo>
                    <a:pt x="606" y="186"/>
                    <a:pt x="604" y="186"/>
                    <a:pt x="605" y="183"/>
                  </a:cubicBezTo>
                  <a:cubicBezTo>
                    <a:pt x="606" y="181"/>
                    <a:pt x="605" y="180"/>
                    <a:pt x="605" y="179"/>
                  </a:cubicBezTo>
                  <a:cubicBezTo>
                    <a:pt x="605" y="179"/>
                    <a:pt x="606" y="178"/>
                    <a:pt x="605" y="177"/>
                  </a:cubicBezTo>
                  <a:cubicBezTo>
                    <a:pt x="604" y="179"/>
                    <a:pt x="603" y="181"/>
                    <a:pt x="601" y="183"/>
                  </a:cubicBezTo>
                  <a:cubicBezTo>
                    <a:pt x="604" y="184"/>
                    <a:pt x="606" y="186"/>
                    <a:pt x="602" y="189"/>
                  </a:cubicBezTo>
                  <a:cubicBezTo>
                    <a:pt x="602" y="189"/>
                    <a:pt x="601" y="189"/>
                    <a:pt x="600" y="190"/>
                  </a:cubicBezTo>
                  <a:cubicBezTo>
                    <a:pt x="602" y="190"/>
                    <a:pt x="602" y="194"/>
                    <a:pt x="599" y="193"/>
                  </a:cubicBezTo>
                  <a:cubicBezTo>
                    <a:pt x="598" y="192"/>
                    <a:pt x="599" y="191"/>
                    <a:pt x="599" y="191"/>
                  </a:cubicBezTo>
                  <a:cubicBezTo>
                    <a:pt x="600" y="190"/>
                    <a:pt x="600" y="190"/>
                    <a:pt x="600" y="190"/>
                  </a:cubicBezTo>
                  <a:cubicBezTo>
                    <a:pt x="598" y="190"/>
                    <a:pt x="596" y="191"/>
                    <a:pt x="595" y="192"/>
                  </a:cubicBezTo>
                  <a:cubicBezTo>
                    <a:pt x="593" y="194"/>
                    <a:pt x="594" y="195"/>
                    <a:pt x="592" y="194"/>
                  </a:cubicBezTo>
                  <a:cubicBezTo>
                    <a:pt x="592" y="193"/>
                    <a:pt x="591" y="192"/>
                    <a:pt x="590" y="193"/>
                  </a:cubicBezTo>
                  <a:cubicBezTo>
                    <a:pt x="590" y="193"/>
                    <a:pt x="587" y="198"/>
                    <a:pt x="587" y="195"/>
                  </a:cubicBezTo>
                  <a:cubicBezTo>
                    <a:pt x="587" y="194"/>
                    <a:pt x="588" y="194"/>
                    <a:pt x="588" y="194"/>
                  </a:cubicBezTo>
                  <a:cubicBezTo>
                    <a:pt x="587" y="193"/>
                    <a:pt x="584" y="194"/>
                    <a:pt x="583" y="193"/>
                  </a:cubicBezTo>
                  <a:cubicBezTo>
                    <a:pt x="583" y="192"/>
                    <a:pt x="587" y="190"/>
                    <a:pt x="584" y="189"/>
                  </a:cubicBezTo>
                  <a:cubicBezTo>
                    <a:pt x="583" y="188"/>
                    <a:pt x="583" y="188"/>
                    <a:pt x="583" y="188"/>
                  </a:cubicBezTo>
                  <a:cubicBezTo>
                    <a:pt x="583" y="188"/>
                    <a:pt x="583" y="188"/>
                    <a:pt x="583" y="187"/>
                  </a:cubicBezTo>
                  <a:cubicBezTo>
                    <a:pt x="584" y="186"/>
                    <a:pt x="584" y="185"/>
                    <a:pt x="583" y="185"/>
                  </a:cubicBezTo>
                  <a:cubicBezTo>
                    <a:pt x="582" y="186"/>
                    <a:pt x="581" y="186"/>
                    <a:pt x="580" y="185"/>
                  </a:cubicBezTo>
                  <a:cubicBezTo>
                    <a:pt x="580" y="184"/>
                    <a:pt x="581" y="184"/>
                    <a:pt x="581" y="183"/>
                  </a:cubicBezTo>
                  <a:cubicBezTo>
                    <a:pt x="582" y="183"/>
                    <a:pt x="582" y="183"/>
                    <a:pt x="582" y="183"/>
                  </a:cubicBezTo>
                  <a:cubicBezTo>
                    <a:pt x="581" y="182"/>
                    <a:pt x="580" y="182"/>
                    <a:pt x="579" y="182"/>
                  </a:cubicBezTo>
                  <a:cubicBezTo>
                    <a:pt x="578" y="181"/>
                    <a:pt x="580" y="179"/>
                    <a:pt x="580" y="178"/>
                  </a:cubicBezTo>
                  <a:cubicBezTo>
                    <a:pt x="578" y="176"/>
                    <a:pt x="577" y="179"/>
                    <a:pt x="574" y="179"/>
                  </a:cubicBezTo>
                  <a:cubicBezTo>
                    <a:pt x="574" y="179"/>
                    <a:pt x="572" y="177"/>
                    <a:pt x="570" y="179"/>
                  </a:cubicBezTo>
                  <a:cubicBezTo>
                    <a:pt x="569" y="180"/>
                    <a:pt x="571" y="182"/>
                    <a:pt x="568" y="184"/>
                  </a:cubicBezTo>
                  <a:cubicBezTo>
                    <a:pt x="567" y="184"/>
                    <a:pt x="562" y="186"/>
                    <a:pt x="562" y="185"/>
                  </a:cubicBezTo>
                  <a:cubicBezTo>
                    <a:pt x="561" y="184"/>
                    <a:pt x="563" y="184"/>
                    <a:pt x="563" y="184"/>
                  </a:cubicBezTo>
                  <a:cubicBezTo>
                    <a:pt x="564" y="182"/>
                    <a:pt x="562" y="180"/>
                    <a:pt x="562" y="181"/>
                  </a:cubicBezTo>
                  <a:cubicBezTo>
                    <a:pt x="563" y="179"/>
                    <a:pt x="565" y="179"/>
                    <a:pt x="565" y="178"/>
                  </a:cubicBezTo>
                  <a:cubicBezTo>
                    <a:pt x="565" y="178"/>
                    <a:pt x="565" y="178"/>
                    <a:pt x="564" y="178"/>
                  </a:cubicBezTo>
                  <a:cubicBezTo>
                    <a:pt x="564" y="177"/>
                    <a:pt x="565" y="177"/>
                    <a:pt x="565" y="177"/>
                  </a:cubicBezTo>
                  <a:cubicBezTo>
                    <a:pt x="565" y="176"/>
                    <a:pt x="564" y="174"/>
                    <a:pt x="565" y="173"/>
                  </a:cubicBezTo>
                  <a:cubicBezTo>
                    <a:pt x="565" y="173"/>
                    <a:pt x="565" y="173"/>
                    <a:pt x="565" y="173"/>
                  </a:cubicBezTo>
                  <a:cubicBezTo>
                    <a:pt x="565" y="173"/>
                    <a:pt x="565" y="172"/>
                    <a:pt x="565" y="172"/>
                  </a:cubicBezTo>
                  <a:cubicBezTo>
                    <a:pt x="564" y="172"/>
                    <a:pt x="564" y="171"/>
                    <a:pt x="566" y="170"/>
                  </a:cubicBezTo>
                  <a:cubicBezTo>
                    <a:pt x="566" y="170"/>
                    <a:pt x="566" y="170"/>
                    <a:pt x="566" y="170"/>
                  </a:cubicBezTo>
                  <a:cubicBezTo>
                    <a:pt x="566" y="170"/>
                    <a:pt x="565" y="170"/>
                    <a:pt x="565" y="170"/>
                  </a:cubicBezTo>
                  <a:cubicBezTo>
                    <a:pt x="564" y="170"/>
                    <a:pt x="563" y="170"/>
                    <a:pt x="563" y="169"/>
                  </a:cubicBezTo>
                  <a:cubicBezTo>
                    <a:pt x="562" y="169"/>
                    <a:pt x="562" y="169"/>
                    <a:pt x="562" y="169"/>
                  </a:cubicBezTo>
                  <a:cubicBezTo>
                    <a:pt x="562" y="169"/>
                    <a:pt x="562" y="168"/>
                    <a:pt x="563" y="167"/>
                  </a:cubicBezTo>
                  <a:cubicBezTo>
                    <a:pt x="563" y="167"/>
                    <a:pt x="563" y="166"/>
                    <a:pt x="562" y="166"/>
                  </a:cubicBezTo>
                  <a:cubicBezTo>
                    <a:pt x="563" y="165"/>
                    <a:pt x="566" y="165"/>
                    <a:pt x="568" y="164"/>
                  </a:cubicBezTo>
                  <a:cubicBezTo>
                    <a:pt x="567" y="165"/>
                    <a:pt x="568" y="167"/>
                    <a:pt x="569" y="165"/>
                  </a:cubicBezTo>
                  <a:cubicBezTo>
                    <a:pt x="571" y="164"/>
                    <a:pt x="569" y="164"/>
                    <a:pt x="569" y="164"/>
                  </a:cubicBezTo>
                  <a:cubicBezTo>
                    <a:pt x="569" y="164"/>
                    <a:pt x="570" y="163"/>
                    <a:pt x="569" y="162"/>
                  </a:cubicBezTo>
                  <a:cubicBezTo>
                    <a:pt x="569" y="162"/>
                    <a:pt x="569" y="162"/>
                    <a:pt x="569" y="162"/>
                  </a:cubicBezTo>
                  <a:cubicBezTo>
                    <a:pt x="567" y="163"/>
                    <a:pt x="565" y="164"/>
                    <a:pt x="563" y="163"/>
                  </a:cubicBezTo>
                  <a:cubicBezTo>
                    <a:pt x="563" y="163"/>
                    <a:pt x="563" y="163"/>
                    <a:pt x="563" y="164"/>
                  </a:cubicBezTo>
                  <a:cubicBezTo>
                    <a:pt x="563" y="164"/>
                    <a:pt x="564" y="164"/>
                    <a:pt x="564" y="164"/>
                  </a:cubicBezTo>
                  <a:cubicBezTo>
                    <a:pt x="563" y="165"/>
                    <a:pt x="563" y="164"/>
                    <a:pt x="563" y="163"/>
                  </a:cubicBezTo>
                  <a:cubicBezTo>
                    <a:pt x="562" y="163"/>
                    <a:pt x="562" y="162"/>
                    <a:pt x="562" y="161"/>
                  </a:cubicBezTo>
                  <a:cubicBezTo>
                    <a:pt x="562" y="160"/>
                    <a:pt x="564" y="158"/>
                    <a:pt x="567" y="158"/>
                  </a:cubicBezTo>
                  <a:cubicBezTo>
                    <a:pt x="566" y="157"/>
                    <a:pt x="565" y="156"/>
                    <a:pt x="566" y="155"/>
                  </a:cubicBezTo>
                  <a:cubicBezTo>
                    <a:pt x="566" y="153"/>
                    <a:pt x="570" y="153"/>
                    <a:pt x="569" y="152"/>
                  </a:cubicBezTo>
                  <a:cubicBezTo>
                    <a:pt x="570" y="152"/>
                    <a:pt x="572" y="151"/>
                    <a:pt x="574" y="151"/>
                  </a:cubicBezTo>
                  <a:cubicBezTo>
                    <a:pt x="576" y="153"/>
                    <a:pt x="575" y="153"/>
                    <a:pt x="579" y="152"/>
                  </a:cubicBezTo>
                  <a:cubicBezTo>
                    <a:pt x="579" y="152"/>
                    <a:pt x="580" y="151"/>
                    <a:pt x="581" y="151"/>
                  </a:cubicBezTo>
                  <a:cubicBezTo>
                    <a:pt x="584" y="150"/>
                    <a:pt x="583" y="150"/>
                    <a:pt x="582" y="148"/>
                  </a:cubicBezTo>
                  <a:cubicBezTo>
                    <a:pt x="584" y="150"/>
                    <a:pt x="583" y="148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1" y="147"/>
                    <a:pt x="581" y="147"/>
                  </a:cubicBezTo>
                  <a:cubicBezTo>
                    <a:pt x="581" y="147"/>
                    <a:pt x="580" y="147"/>
                    <a:pt x="580" y="147"/>
                  </a:cubicBezTo>
                  <a:cubicBezTo>
                    <a:pt x="580" y="147"/>
                    <a:pt x="579" y="149"/>
                    <a:pt x="578" y="148"/>
                  </a:cubicBezTo>
                  <a:cubicBezTo>
                    <a:pt x="577" y="147"/>
                    <a:pt x="581" y="144"/>
                    <a:pt x="577" y="144"/>
                  </a:cubicBezTo>
                  <a:cubicBezTo>
                    <a:pt x="583" y="142"/>
                    <a:pt x="575" y="140"/>
                    <a:pt x="573" y="139"/>
                  </a:cubicBezTo>
                  <a:cubicBezTo>
                    <a:pt x="572" y="138"/>
                    <a:pt x="571" y="137"/>
                    <a:pt x="570" y="135"/>
                  </a:cubicBezTo>
                  <a:cubicBezTo>
                    <a:pt x="570" y="135"/>
                    <a:pt x="569" y="134"/>
                    <a:pt x="569" y="134"/>
                  </a:cubicBezTo>
                  <a:cubicBezTo>
                    <a:pt x="569" y="134"/>
                    <a:pt x="569" y="134"/>
                    <a:pt x="569" y="133"/>
                  </a:cubicBezTo>
                  <a:cubicBezTo>
                    <a:pt x="569" y="133"/>
                    <a:pt x="568" y="132"/>
                    <a:pt x="568" y="132"/>
                  </a:cubicBezTo>
                  <a:cubicBezTo>
                    <a:pt x="567" y="132"/>
                    <a:pt x="567" y="132"/>
                    <a:pt x="567" y="132"/>
                  </a:cubicBezTo>
                  <a:cubicBezTo>
                    <a:pt x="567" y="132"/>
                    <a:pt x="566" y="133"/>
                    <a:pt x="566" y="133"/>
                  </a:cubicBezTo>
                  <a:cubicBezTo>
                    <a:pt x="566" y="134"/>
                    <a:pt x="564" y="135"/>
                    <a:pt x="563" y="135"/>
                  </a:cubicBezTo>
                  <a:cubicBezTo>
                    <a:pt x="562" y="135"/>
                    <a:pt x="561" y="134"/>
                    <a:pt x="561" y="133"/>
                  </a:cubicBezTo>
                  <a:cubicBezTo>
                    <a:pt x="560" y="134"/>
                    <a:pt x="559" y="134"/>
                    <a:pt x="558" y="134"/>
                  </a:cubicBezTo>
                  <a:cubicBezTo>
                    <a:pt x="557" y="134"/>
                    <a:pt x="559" y="133"/>
                    <a:pt x="560" y="133"/>
                  </a:cubicBezTo>
                  <a:cubicBezTo>
                    <a:pt x="560" y="132"/>
                    <a:pt x="560" y="131"/>
                    <a:pt x="561" y="131"/>
                  </a:cubicBezTo>
                  <a:cubicBezTo>
                    <a:pt x="560" y="131"/>
                    <a:pt x="558" y="131"/>
                    <a:pt x="557" y="131"/>
                  </a:cubicBezTo>
                  <a:cubicBezTo>
                    <a:pt x="557" y="131"/>
                    <a:pt x="557" y="131"/>
                    <a:pt x="557" y="131"/>
                  </a:cubicBezTo>
                  <a:cubicBezTo>
                    <a:pt x="558" y="131"/>
                    <a:pt x="559" y="131"/>
                    <a:pt x="559" y="132"/>
                  </a:cubicBezTo>
                  <a:cubicBezTo>
                    <a:pt x="558" y="132"/>
                    <a:pt x="557" y="132"/>
                    <a:pt x="556" y="132"/>
                  </a:cubicBezTo>
                  <a:cubicBezTo>
                    <a:pt x="555" y="132"/>
                    <a:pt x="555" y="132"/>
                    <a:pt x="555" y="133"/>
                  </a:cubicBezTo>
                  <a:cubicBezTo>
                    <a:pt x="556" y="133"/>
                    <a:pt x="555" y="135"/>
                    <a:pt x="554" y="134"/>
                  </a:cubicBezTo>
                  <a:cubicBezTo>
                    <a:pt x="553" y="135"/>
                    <a:pt x="552" y="135"/>
                    <a:pt x="552" y="135"/>
                  </a:cubicBezTo>
                  <a:cubicBezTo>
                    <a:pt x="552" y="134"/>
                    <a:pt x="552" y="134"/>
                    <a:pt x="553" y="133"/>
                  </a:cubicBezTo>
                  <a:cubicBezTo>
                    <a:pt x="552" y="133"/>
                    <a:pt x="551" y="131"/>
                    <a:pt x="553" y="132"/>
                  </a:cubicBezTo>
                  <a:cubicBezTo>
                    <a:pt x="553" y="132"/>
                    <a:pt x="553" y="132"/>
                    <a:pt x="553" y="132"/>
                  </a:cubicBezTo>
                  <a:cubicBezTo>
                    <a:pt x="553" y="133"/>
                    <a:pt x="553" y="133"/>
                    <a:pt x="553" y="133"/>
                  </a:cubicBezTo>
                  <a:cubicBezTo>
                    <a:pt x="554" y="133"/>
                    <a:pt x="554" y="132"/>
                    <a:pt x="554" y="132"/>
                  </a:cubicBezTo>
                  <a:cubicBezTo>
                    <a:pt x="553" y="132"/>
                    <a:pt x="552" y="131"/>
                    <a:pt x="552" y="131"/>
                  </a:cubicBezTo>
                  <a:cubicBezTo>
                    <a:pt x="552" y="131"/>
                    <a:pt x="553" y="131"/>
                    <a:pt x="555" y="131"/>
                  </a:cubicBezTo>
                  <a:cubicBezTo>
                    <a:pt x="554" y="130"/>
                    <a:pt x="554" y="130"/>
                    <a:pt x="554" y="130"/>
                  </a:cubicBezTo>
                  <a:cubicBezTo>
                    <a:pt x="553" y="130"/>
                    <a:pt x="552" y="131"/>
                    <a:pt x="552" y="131"/>
                  </a:cubicBezTo>
                  <a:cubicBezTo>
                    <a:pt x="551" y="130"/>
                    <a:pt x="550" y="127"/>
                    <a:pt x="548" y="129"/>
                  </a:cubicBezTo>
                  <a:cubicBezTo>
                    <a:pt x="548" y="130"/>
                    <a:pt x="549" y="131"/>
                    <a:pt x="549" y="130"/>
                  </a:cubicBezTo>
                  <a:cubicBezTo>
                    <a:pt x="549" y="131"/>
                    <a:pt x="549" y="131"/>
                    <a:pt x="549" y="131"/>
                  </a:cubicBezTo>
                  <a:cubicBezTo>
                    <a:pt x="549" y="131"/>
                    <a:pt x="549" y="131"/>
                    <a:pt x="550" y="131"/>
                  </a:cubicBezTo>
                  <a:cubicBezTo>
                    <a:pt x="551" y="131"/>
                    <a:pt x="549" y="133"/>
                    <a:pt x="549" y="132"/>
                  </a:cubicBezTo>
                  <a:cubicBezTo>
                    <a:pt x="549" y="132"/>
                    <a:pt x="549" y="132"/>
                    <a:pt x="549" y="132"/>
                  </a:cubicBezTo>
                  <a:cubicBezTo>
                    <a:pt x="548" y="133"/>
                    <a:pt x="544" y="131"/>
                    <a:pt x="543" y="131"/>
                  </a:cubicBezTo>
                  <a:cubicBezTo>
                    <a:pt x="545" y="130"/>
                    <a:pt x="543" y="130"/>
                    <a:pt x="542" y="129"/>
                  </a:cubicBezTo>
                  <a:cubicBezTo>
                    <a:pt x="540" y="130"/>
                    <a:pt x="539" y="131"/>
                    <a:pt x="537" y="132"/>
                  </a:cubicBezTo>
                  <a:cubicBezTo>
                    <a:pt x="538" y="130"/>
                    <a:pt x="540" y="129"/>
                    <a:pt x="542" y="129"/>
                  </a:cubicBezTo>
                  <a:cubicBezTo>
                    <a:pt x="541" y="128"/>
                    <a:pt x="541" y="127"/>
                    <a:pt x="541" y="127"/>
                  </a:cubicBezTo>
                  <a:cubicBezTo>
                    <a:pt x="542" y="125"/>
                    <a:pt x="546" y="126"/>
                    <a:pt x="546" y="124"/>
                  </a:cubicBezTo>
                  <a:cubicBezTo>
                    <a:pt x="547" y="123"/>
                    <a:pt x="545" y="124"/>
                    <a:pt x="545" y="124"/>
                  </a:cubicBezTo>
                  <a:cubicBezTo>
                    <a:pt x="546" y="122"/>
                    <a:pt x="547" y="121"/>
                    <a:pt x="545" y="120"/>
                  </a:cubicBezTo>
                  <a:cubicBezTo>
                    <a:pt x="545" y="120"/>
                    <a:pt x="540" y="120"/>
                    <a:pt x="538" y="120"/>
                  </a:cubicBezTo>
                  <a:cubicBezTo>
                    <a:pt x="536" y="120"/>
                    <a:pt x="534" y="121"/>
                    <a:pt x="531" y="119"/>
                  </a:cubicBezTo>
                  <a:cubicBezTo>
                    <a:pt x="534" y="119"/>
                    <a:pt x="535" y="117"/>
                    <a:pt x="537" y="117"/>
                  </a:cubicBezTo>
                  <a:cubicBezTo>
                    <a:pt x="537" y="117"/>
                    <a:pt x="537" y="116"/>
                    <a:pt x="537" y="116"/>
                  </a:cubicBezTo>
                  <a:cubicBezTo>
                    <a:pt x="537" y="116"/>
                    <a:pt x="537" y="117"/>
                    <a:pt x="537" y="117"/>
                  </a:cubicBezTo>
                  <a:cubicBezTo>
                    <a:pt x="538" y="116"/>
                    <a:pt x="538" y="116"/>
                    <a:pt x="539" y="116"/>
                  </a:cubicBezTo>
                  <a:cubicBezTo>
                    <a:pt x="542" y="115"/>
                    <a:pt x="545" y="118"/>
                    <a:pt x="548" y="117"/>
                  </a:cubicBezTo>
                  <a:cubicBezTo>
                    <a:pt x="548" y="117"/>
                    <a:pt x="551" y="114"/>
                    <a:pt x="552" y="114"/>
                  </a:cubicBezTo>
                  <a:cubicBezTo>
                    <a:pt x="553" y="114"/>
                    <a:pt x="554" y="115"/>
                    <a:pt x="554" y="114"/>
                  </a:cubicBezTo>
                  <a:cubicBezTo>
                    <a:pt x="553" y="114"/>
                    <a:pt x="553" y="113"/>
                    <a:pt x="553" y="113"/>
                  </a:cubicBezTo>
                  <a:cubicBezTo>
                    <a:pt x="553" y="113"/>
                    <a:pt x="552" y="113"/>
                    <a:pt x="552" y="113"/>
                  </a:cubicBezTo>
                  <a:cubicBezTo>
                    <a:pt x="552" y="114"/>
                    <a:pt x="551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9" y="114"/>
                    <a:pt x="549" y="114"/>
                    <a:pt x="549" y="114"/>
                  </a:cubicBezTo>
                  <a:cubicBezTo>
                    <a:pt x="548" y="114"/>
                    <a:pt x="547" y="114"/>
                    <a:pt x="547" y="114"/>
                  </a:cubicBezTo>
                  <a:cubicBezTo>
                    <a:pt x="547" y="114"/>
                    <a:pt x="547" y="113"/>
                    <a:pt x="547" y="113"/>
                  </a:cubicBezTo>
                  <a:cubicBezTo>
                    <a:pt x="547" y="112"/>
                    <a:pt x="548" y="111"/>
                    <a:pt x="549" y="110"/>
                  </a:cubicBezTo>
                  <a:cubicBezTo>
                    <a:pt x="550" y="110"/>
                    <a:pt x="552" y="111"/>
                    <a:pt x="552" y="112"/>
                  </a:cubicBezTo>
                  <a:cubicBezTo>
                    <a:pt x="552" y="112"/>
                    <a:pt x="552" y="112"/>
                    <a:pt x="553" y="112"/>
                  </a:cubicBezTo>
                  <a:cubicBezTo>
                    <a:pt x="552" y="111"/>
                    <a:pt x="554" y="110"/>
                    <a:pt x="555" y="111"/>
                  </a:cubicBezTo>
                  <a:cubicBezTo>
                    <a:pt x="555" y="110"/>
                    <a:pt x="555" y="110"/>
                    <a:pt x="554" y="109"/>
                  </a:cubicBezTo>
                  <a:cubicBezTo>
                    <a:pt x="554" y="110"/>
                    <a:pt x="554" y="110"/>
                    <a:pt x="554" y="110"/>
                  </a:cubicBezTo>
                  <a:cubicBezTo>
                    <a:pt x="554" y="110"/>
                    <a:pt x="554" y="109"/>
                    <a:pt x="554" y="109"/>
                  </a:cubicBezTo>
                  <a:cubicBezTo>
                    <a:pt x="553" y="108"/>
                    <a:pt x="550" y="108"/>
                    <a:pt x="549" y="107"/>
                  </a:cubicBezTo>
                  <a:cubicBezTo>
                    <a:pt x="550" y="106"/>
                    <a:pt x="551" y="106"/>
                    <a:pt x="550" y="105"/>
                  </a:cubicBezTo>
                  <a:cubicBezTo>
                    <a:pt x="549" y="106"/>
                    <a:pt x="546" y="106"/>
                    <a:pt x="548" y="104"/>
                  </a:cubicBezTo>
                  <a:cubicBezTo>
                    <a:pt x="548" y="104"/>
                    <a:pt x="548" y="104"/>
                    <a:pt x="548" y="104"/>
                  </a:cubicBezTo>
                  <a:cubicBezTo>
                    <a:pt x="548" y="104"/>
                    <a:pt x="547" y="103"/>
                    <a:pt x="547" y="103"/>
                  </a:cubicBezTo>
                  <a:cubicBezTo>
                    <a:pt x="545" y="104"/>
                    <a:pt x="543" y="105"/>
                    <a:pt x="541" y="106"/>
                  </a:cubicBezTo>
                  <a:cubicBezTo>
                    <a:pt x="537" y="107"/>
                    <a:pt x="541" y="104"/>
                    <a:pt x="543" y="103"/>
                  </a:cubicBezTo>
                  <a:cubicBezTo>
                    <a:pt x="544" y="103"/>
                    <a:pt x="546" y="102"/>
                    <a:pt x="548" y="101"/>
                  </a:cubicBezTo>
                  <a:cubicBezTo>
                    <a:pt x="548" y="101"/>
                    <a:pt x="548" y="101"/>
                    <a:pt x="548" y="100"/>
                  </a:cubicBezTo>
                  <a:cubicBezTo>
                    <a:pt x="549" y="100"/>
                    <a:pt x="549" y="100"/>
                    <a:pt x="550" y="100"/>
                  </a:cubicBezTo>
                  <a:cubicBezTo>
                    <a:pt x="552" y="99"/>
                    <a:pt x="553" y="99"/>
                    <a:pt x="554" y="98"/>
                  </a:cubicBezTo>
                  <a:cubicBezTo>
                    <a:pt x="555" y="97"/>
                    <a:pt x="555" y="95"/>
                    <a:pt x="555" y="94"/>
                  </a:cubicBezTo>
                  <a:cubicBezTo>
                    <a:pt x="554" y="95"/>
                    <a:pt x="554" y="94"/>
                    <a:pt x="553" y="94"/>
                  </a:cubicBezTo>
                  <a:cubicBezTo>
                    <a:pt x="553" y="94"/>
                    <a:pt x="553" y="94"/>
                    <a:pt x="553" y="94"/>
                  </a:cubicBezTo>
                  <a:cubicBezTo>
                    <a:pt x="553" y="94"/>
                    <a:pt x="553" y="94"/>
                    <a:pt x="552" y="94"/>
                  </a:cubicBezTo>
                  <a:cubicBezTo>
                    <a:pt x="552" y="94"/>
                    <a:pt x="550" y="93"/>
                    <a:pt x="550" y="93"/>
                  </a:cubicBezTo>
                  <a:cubicBezTo>
                    <a:pt x="550" y="93"/>
                    <a:pt x="550" y="93"/>
                    <a:pt x="550" y="92"/>
                  </a:cubicBezTo>
                  <a:cubicBezTo>
                    <a:pt x="549" y="91"/>
                    <a:pt x="551" y="90"/>
                    <a:pt x="552" y="90"/>
                  </a:cubicBezTo>
                  <a:cubicBezTo>
                    <a:pt x="552" y="89"/>
                    <a:pt x="552" y="89"/>
                    <a:pt x="553" y="88"/>
                  </a:cubicBezTo>
                  <a:cubicBezTo>
                    <a:pt x="553" y="88"/>
                    <a:pt x="553" y="88"/>
                    <a:pt x="553" y="88"/>
                  </a:cubicBezTo>
                  <a:cubicBezTo>
                    <a:pt x="552" y="87"/>
                    <a:pt x="550" y="87"/>
                    <a:pt x="549" y="87"/>
                  </a:cubicBezTo>
                  <a:cubicBezTo>
                    <a:pt x="548" y="87"/>
                    <a:pt x="546" y="87"/>
                    <a:pt x="546" y="86"/>
                  </a:cubicBezTo>
                  <a:cubicBezTo>
                    <a:pt x="545" y="86"/>
                    <a:pt x="544" y="85"/>
                    <a:pt x="544" y="84"/>
                  </a:cubicBezTo>
                  <a:cubicBezTo>
                    <a:pt x="543" y="85"/>
                    <a:pt x="542" y="85"/>
                    <a:pt x="542" y="84"/>
                  </a:cubicBezTo>
                  <a:cubicBezTo>
                    <a:pt x="541" y="84"/>
                    <a:pt x="540" y="82"/>
                    <a:pt x="542" y="81"/>
                  </a:cubicBezTo>
                  <a:cubicBezTo>
                    <a:pt x="542" y="81"/>
                    <a:pt x="542" y="81"/>
                    <a:pt x="542" y="81"/>
                  </a:cubicBezTo>
                  <a:cubicBezTo>
                    <a:pt x="541" y="80"/>
                    <a:pt x="542" y="80"/>
                    <a:pt x="542" y="79"/>
                  </a:cubicBezTo>
                  <a:cubicBezTo>
                    <a:pt x="541" y="80"/>
                    <a:pt x="540" y="80"/>
                    <a:pt x="539" y="80"/>
                  </a:cubicBezTo>
                  <a:cubicBezTo>
                    <a:pt x="539" y="80"/>
                    <a:pt x="538" y="81"/>
                    <a:pt x="539" y="82"/>
                  </a:cubicBezTo>
                  <a:cubicBezTo>
                    <a:pt x="538" y="82"/>
                    <a:pt x="536" y="83"/>
                    <a:pt x="535" y="84"/>
                  </a:cubicBezTo>
                  <a:cubicBezTo>
                    <a:pt x="534" y="85"/>
                    <a:pt x="533" y="85"/>
                    <a:pt x="532" y="86"/>
                  </a:cubicBezTo>
                  <a:cubicBezTo>
                    <a:pt x="532" y="86"/>
                    <a:pt x="532" y="87"/>
                    <a:pt x="532" y="87"/>
                  </a:cubicBezTo>
                  <a:cubicBezTo>
                    <a:pt x="531" y="87"/>
                    <a:pt x="530" y="86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9" y="87"/>
                  </a:cubicBezTo>
                  <a:cubicBezTo>
                    <a:pt x="529" y="87"/>
                    <a:pt x="529" y="87"/>
                    <a:pt x="528" y="87"/>
                  </a:cubicBezTo>
                  <a:cubicBezTo>
                    <a:pt x="527" y="87"/>
                    <a:pt x="527" y="88"/>
                    <a:pt x="526" y="88"/>
                  </a:cubicBezTo>
                  <a:cubicBezTo>
                    <a:pt x="526" y="88"/>
                    <a:pt x="526" y="87"/>
                    <a:pt x="526" y="87"/>
                  </a:cubicBezTo>
                  <a:cubicBezTo>
                    <a:pt x="525" y="85"/>
                    <a:pt x="521" y="83"/>
                    <a:pt x="520" y="81"/>
                  </a:cubicBezTo>
                  <a:cubicBezTo>
                    <a:pt x="520" y="79"/>
                    <a:pt x="524" y="78"/>
                    <a:pt x="525" y="76"/>
                  </a:cubicBezTo>
                  <a:cubicBezTo>
                    <a:pt x="526" y="76"/>
                    <a:pt x="524" y="74"/>
                    <a:pt x="525" y="74"/>
                  </a:cubicBezTo>
                  <a:cubicBezTo>
                    <a:pt x="526" y="73"/>
                    <a:pt x="526" y="75"/>
                    <a:pt x="527" y="75"/>
                  </a:cubicBezTo>
                  <a:cubicBezTo>
                    <a:pt x="528" y="76"/>
                    <a:pt x="533" y="76"/>
                    <a:pt x="535" y="76"/>
                  </a:cubicBezTo>
                  <a:cubicBezTo>
                    <a:pt x="536" y="76"/>
                    <a:pt x="537" y="76"/>
                    <a:pt x="538" y="77"/>
                  </a:cubicBezTo>
                  <a:cubicBezTo>
                    <a:pt x="539" y="75"/>
                    <a:pt x="543" y="75"/>
                    <a:pt x="543" y="74"/>
                  </a:cubicBezTo>
                  <a:cubicBezTo>
                    <a:pt x="544" y="74"/>
                    <a:pt x="542" y="74"/>
                    <a:pt x="542" y="73"/>
                  </a:cubicBezTo>
                  <a:cubicBezTo>
                    <a:pt x="543" y="73"/>
                    <a:pt x="544" y="73"/>
                    <a:pt x="545" y="74"/>
                  </a:cubicBezTo>
                  <a:cubicBezTo>
                    <a:pt x="547" y="73"/>
                    <a:pt x="550" y="72"/>
                    <a:pt x="553" y="72"/>
                  </a:cubicBezTo>
                  <a:cubicBezTo>
                    <a:pt x="552" y="71"/>
                    <a:pt x="552" y="70"/>
                    <a:pt x="551" y="70"/>
                  </a:cubicBezTo>
                  <a:cubicBezTo>
                    <a:pt x="551" y="70"/>
                    <a:pt x="550" y="71"/>
                    <a:pt x="550" y="71"/>
                  </a:cubicBezTo>
                  <a:cubicBezTo>
                    <a:pt x="550" y="71"/>
                    <a:pt x="547" y="70"/>
                    <a:pt x="545" y="69"/>
                  </a:cubicBezTo>
                  <a:cubicBezTo>
                    <a:pt x="544" y="69"/>
                    <a:pt x="543" y="69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3" y="68"/>
                    <a:pt x="543" y="68"/>
                    <a:pt x="543" y="68"/>
                  </a:cubicBezTo>
                  <a:cubicBezTo>
                    <a:pt x="542" y="67"/>
                    <a:pt x="543" y="66"/>
                    <a:pt x="542" y="66"/>
                  </a:cubicBezTo>
                  <a:cubicBezTo>
                    <a:pt x="540" y="64"/>
                    <a:pt x="537" y="66"/>
                    <a:pt x="535" y="66"/>
                  </a:cubicBezTo>
                  <a:cubicBezTo>
                    <a:pt x="535" y="66"/>
                    <a:pt x="534" y="65"/>
                    <a:pt x="534" y="65"/>
                  </a:cubicBezTo>
                  <a:cubicBezTo>
                    <a:pt x="534" y="65"/>
                    <a:pt x="534" y="65"/>
                    <a:pt x="534" y="65"/>
                  </a:cubicBezTo>
                  <a:cubicBezTo>
                    <a:pt x="534" y="67"/>
                    <a:pt x="529" y="69"/>
                    <a:pt x="528" y="68"/>
                  </a:cubicBezTo>
                  <a:cubicBezTo>
                    <a:pt x="527" y="66"/>
                    <a:pt x="528" y="64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3"/>
                    <a:pt x="529" y="63"/>
                  </a:cubicBezTo>
                  <a:cubicBezTo>
                    <a:pt x="529" y="63"/>
                    <a:pt x="529" y="62"/>
                    <a:pt x="529" y="62"/>
                  </a:cubicBezTo>
                  <a:cubicBezTo>
                    <a:pt x="529" y="62"/>
                    <a:pt x="529" y="62"/>
                    <a:pt x="529" y="62"/>
                  </a:cubicBezTo>
                  <a:cubicBezTo>
                    <a:pt x="528" y="62"/>
                    <a:pt x="527" y="63"/>
                    <a:pt x="526" y="63"/>
                  </a:cubicBezTo>
                  <a:cubicBezTo>
                    <a:pt x="526" y="63"/>
                    <a:pt x="526" y="63"/>
                    <a:pt x="526" y="63"/>
                  </a:cubicBezTo>
                  <a:cubicBezTo>
                    <a:pt x="526" y="64"/>
                    <a:pt x="526" y="64"/>
                    <a:pt x="526" y="65"/>
                  </a:cubicBezTo>
                  <a:cubicBezTo>
                    <a:pt x="525" y="66"/>
                    <a:pt x="522" y="66"/>
                    <a:pt x="520" y="68"/>
                  </a:cubicBezTo>
                  <a:cubicBezTo>
                    <a:pt x="519" y="69"/>
                    <a:pt x="517" y="72"/>
                    <a:pt x="515" y="72"/>
                  </a:cubicBezTo>
                  <a:cubicBezTo>
                    <a:pt x="514" y="71"/>
                    <a:pt x="514" y="70"/>
                    <a:pt x="513" y="70"/>
                  </a:cubicBezTo>
                  <a:cubicBezTo>
                    <a:pt x="513" y="69"/>
                    <a:pt x="513" y="70"/>
                    <a:pt x="512" y="70"/>
                  </a:cubicBezTo>
                  <a:cubicBezTo>
                    <a:pt x="511" y="71"/>
                    <a:pt x="510" y="70"/>
                    <a:pt x="510" y="69"/>
                  </a:cubicBezTo>
                  <a:cubicBezTo>
                    <a:pt x="509" y="69"/>
                    <a:pt x="508" y="69"/>
                    <a:pt x="508" y="68"/>
                  </a:cubicBezTo>
                  <a:cubicBezTo>
                    <a:pt x="508" y="68"/>
                    <a:pt x="509" y="67"/>
                    <a:pt x="510" y="66"/>
                  </a:cubicBezTo>
                  <a:cubicBezTo>
                    <a:pt x="510" y="65"/>
                    <a:pt x="511" y="65"/>
                    <a:pt x="512" y="66"/>
                  </a:cubicBezTo>
                  <a:cubicBezTo>
                    <a:pt x="513" y="67"/>
                    <a:pt x="513" y="66"/>
                    <a:pt x="513" y="65"/>
                  </a:cubicBezTo>
                  <a:cubicBezTo>
                    <a:pt x="512" y="64"/>
                    <a:pt x="511" y="64"/>
                    <a:pt x="511" y="63"/>
                  </a:cubicBezTo>
                  <a:cubicBezTo>
                    <a:pt x="511" y="63"/>
                    <a:pt x="511" y="62"/>
                    <a:pt x="513" y="61"/>
                  </a:cubicBezTo>
                  <a:cubicBezTo>
                    <a:pt x="511" y="61"/>
                    <a:pt x="510" y="60"/>
                    <a:pt x="509" y="59"/>
                  </a:cubicBezTo>
                  <a:cubicBezTo>
                    <a:pt x="509" y="59"/>
                    <a:pt x="510" y="56"/>
                    <a:pt x="511" y="55"/>
                  </a:cubicBezTo>
                  <a:cubicBezTo>
                    <a:pt x="512" y="54"/>
                    <a:pt x="515" y="54"/>
                    <a:pt x="515" y="53"/>
                  </a:cubicBezTo>
                  <a:cubicBezTo>
                    <a:pt x="515" y="53"/>
                    <a:pt x="514" y="53"/>
                    <a:pt x="514" y="53"/>
                  </a:cubicBezTo>
                  <a:cubicBezTo>
                    <a:pt x="514" y="53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3" y="54"/>
                    <a:pt x="513" y="54"/>
                    <a:pt x="513" y="54"/>
                  </a:cubicBezTo>
                  <a:cubicBezTo>
                    <a:pt x="512" y="54"/>
                    <a:pt x="511" y="55"/>
                    <a:pt x="510" y="54"/>
                  </a:cubicBezTo>
                  <a:cubicBezTo>
                    <a:pt x="510" y="54"/>
                    <a:pt x="510" y="53"/>
                    <a:pt x="510" y="53"/>
                  </a:cubicBezTo>
                  <a:cubicBezTo>
                    <a:pt x="510" y="53"/>
                    <a:pt x="510" y="53"/>
                    <a:pt x="510" y="53"/>
                  </a:cubicBezTo>
                  <a:cubicBezTo>
                    <a:pt x="510" y="53"/>
                    <a:pt x="510" y="52"/>
                    <a:pt x="510" y="52"/>
                  </a:cubicBezTo>
                  <a:cubicBezTo>
                    <a:pt x="510" y="52"/>
                    <a:pt x="510" y="52"/>
                    <a:pt x="510" y="52"/>
                  </a:cubicBezTo>
                  <a:cubicBezTo>
                    <a:pt x="511" y="51"/>
                    <a:pt x="513" y="51"/>
                    <a:pt x="513" y="52"/>
                  </a:cubicBezTo>
                  <a:cubicBezTo>
                    <a:pt x="515" y="52"/>
                    <a:pt x="517" y="52"/>
                    <a:pt x="516" y="53"/>
                  </a:cubicBezTo>
                  <a:cubicBezTo>
                    <a:pt x="516" y="53"/>
                    <a:pt x="515" y="54"/>
                    <a:pt x="515" y="54"/>
                  </a:cubicBezTo>
                  <a:cubicBezTo>
                    <a:pt x="516" y="54"/>
                    <a:pt x="517" y="54"/>
                    <a:pt x="517" y="54"/>
                  </a:cubicBezTo>
                  <a:cubicBezTo>
                    <a:pt x="518" y="54"/>
                    <a:pt x="519" y="55"/>
                    <a:pt x="520" y="55"/>
                  </a:cubicBezTo>
                  <a:cubicBezTo>
                    <a:pt x="521" y="55"/>
                    <a:pt x="522" y="55"/>
                    <a:pt x="522" y="56"/>
                  </a:cubicBezTo>
                  <a:cubicBezTo>
                    <a:pt x="522" y="57"/>
                    <a:pt x="522" y="57"/>
                    <a:pt x="521" y="57"/>
                  </a:cubicBezTo>
                  <a:cubicBezTo>
                    <a:pt x="521" y="57"/>
                    <a:pt x="521" y="58"/>
                    <a:pt x="521" y="58"/>
                  </a:cubicBezTo>
                  <a:cubicBezTo>
                    <a:pt x="522" y="57"/>
                    <a:pt x="523" y="57"/>
                    <a:pt x="525" y="58"/>
                  </a:cubicBezTo>
                  <a:cubicBezTo>
                    <a:pt x="525" y="59"/>
                    <a:pt x="524" y="59"/>
                    <a:pt x="524" y="59"/>
                  </a:cubicBezTo>
                  <a:cubicBezTo>
                    <a:pt x="525" y="59"/>
                    <a:pt x="526" y="58"/>
                    <a:pt x="528" y="58"/>
                  </a:cubicBezTo>
                  <a:cubicBezTo>
                    <a:pt x="528" y="58"/>
                    <a:pt x="528" y="57"/>
                    <a:pt x="528" y="57"/>
                  </a:cubicBezTo>
                  <a:cubicBezTo>
                    <a:pt x="528" y="57"/>
                    <a:pt x="527" y="57"/>
                    <a:pt x="527" y="56"/>
                  </a:cubicBezTo>
                  <a:cubicBezTo>
                    <a:pt x="527" y="54"/>
                    <a:pt x="532" y="55"/>
                    <a:pt x="530" y="57"/>
                  </a:cubicBezTo>
                  <a:cubicBezTo>
                    <a:pt x="530" y="57"/>
                    <a:pt x="530" y="57"/>
                    <a:pt x="530" y="57"/>
                  </a:cubicBezTo>
                  <a:cubicBezTo>
                    <a:pt x="531" y="56"/>
                    <a:pt x="533" y="55"/>
                    <a:pt x="533" y="55"/>
                  </a:cubicBezTo>
                  <a:cubicBezTo>
                    <a:pt x="532" y="54"/>
                    <a:pt x="530" y="55"/>
                    <a:pt x="529" y="54"/>
                  </a:cubicBezTo>
                  <a:cubicBezTo>
                    <a:pt x="529" y="53"/>
                    <a:pt x="532" y="51"/>
                    <a:pt x="532" y="51"/>
                  </a:cubicBezTo>
                  <a:cubicBezTo>
                    <a:pt x="532" y="51"/>
                    <a:pt x="532" y="50"/>
                    <a:pt x="532" y="50"/>
                  </a:cubicBezTo>
                  <a:cubicBezTo>
                    <a:pt x="530" y="52"/>
                    <a:pt x="527" y="52"/>
                    <a:pt x="525" y="52"/>
                  </a:cubicBezTo>
                  <a:cubicBezTo>
                    <a:pt x="523" y="51"/>
                    <a:pt x="522" y="48"/>
                    <a:pt x="521" y="48"/>
                  </a:cubicBezTo>
                  <a:cubicBezTo>
                    <a:pt x="520" y="48"/>
                    <a:pt x="518" y="48"/>
                    <a:pt x="516" y="49"/>
                  </a:cubicBezTo>
                  <a:cubicBezTo>
                    <a:pt x="517" y="48"/>
                    <a:pt x="518" y="48"/>
                    <a:pt x="519" y="47"/>
                  </a:cubicBezTo>
                  <a:cubicBezTo>
                    <a:pt x="519" y="47"/>
                    <a:pt x="520" y="47"/>
                    <a:pt x="520" y="47"/>
                  </a:cubicBezTo>
                  <a:cubicBezTo>
                    <a:pt x="521" y="46"/>
                    <a:pt x="521" y="46"/>
                    <a:pt x="521" y="45"/>
                  </a:cubicBezTo>
                  <a:cubicBezTo>
                    <a:pt x="520" y="45"/>
                    <a:pt x="520" y="45"/>
                    <a:pt x="519" y="45"/>
                  </a:cubicBezTo>
                  <a:cubicBezTo>
                    <a:pt x="519" y="44"/>
                    <a:pt x="520" y="44"/>
                    <a:pt x="521" y="44"/>
                  </a:cubicBezTo>
                  <a:cubicBezTo>
                    <a:pt x="521" y="44"/>
                    <a:pt x="521" y="44"/>
                    <a:pt x="521" y="44"/>
                  </a:cubicBezTo>
                  <a:cubicBezTo>
                    <a:pt x="521" y="43"/>
                    <a:pt x="521" y="41"/>
                    <a:pt x="521" y="40"/>
                  </a:cubicBezTo>
                  <a:cubicBezTo>
                    <a:pt x="521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40"/>
                  </a:cubicBezTo>
                  <a:cubicBezTo>
                    <a:pt x="520" y="40"/>
                    <a:pt x="520" y="40"/>
                    <a:pt x="520" y="39"/>
                  </a:cubicBezTo>
                  <a:cubicBezTo>
                    <a:pt x="520" y="39"/>
                    <a:pt x="520" y="39"/>
                    <a:pt x="520" y="39"/>
                  </a:cubicBezTo>
                  <a:cubicBezTo>
                    <a:pt x="510" y="34"/>
                    <a:pt x="501" y="30"/>
                    <a:pt x="491" y="26"/>
                  </a:cubicBezTo>
                  <a:cubicBezTo>
                    <a:pt x="491" y="26"/>
                    <a:pt x="489" y="27"/>
                    <a:pt x="489" y="27"/>
                  </a:cubicBezTo>
                  <a:cubicBezTo>
                    <a:pt x="489" y="26"/>
                    <a:pt x="489" y="26"/>
                    <a:pt x="490" y="26"/>
                  </a:cubicBezTo>
                  <a:cubicBezTo>
                    <a:pt x="487" y="24"/>
                    <a:pt x="483" y="23"/>
                    <a:pt x="480" y="22"/>
                  </a:cubicBezTo>
                  <a:cubicBezTo>
                    <a:pt x="480" y="22"/>
                    <a:pt x="480" y="22"/>
                    <a:pt x="480" y="22"/>
                  </a:cubicBezTo>
                  <a:cubicBezTo>
                    <a:pt x="478" y="22"/>
                    <a:pt x="476" y="25"/>
                    <a:pt x="474" y="25"/>
                  </a:cubicBezTo>
                  <a:cubicBezTo>
                    <a:pt x="472" y="25"/>
                    <a:pt x="473" y="25"/>
                    <a:pt x="471" y="25"/>
                  </a:cubicBezTo>
                  <a:cubicBezTo>
                    <a:pt x="471" y="25"/>
                    <a:pt x="469" y="26"/>
                    <a:pt x="468" y="27"/>
                  </a:cubicBezTo>
                  <a:cubicBezTo>
                    <a:pt x="467" y="27"/>
                    <a:pt x="464" y="29"/>
                    <a:pt x="464" y="29"/>
                  </a:cubicBezTo>
                  <a:cubicBezTo>
                    <a:pt x="462" y="30"/>
                    <a:pt x="464" y="30"/>
                    <a:pt x="462" y="30"/>
                  </a:cubicBezTo>
                  <a:cubicBezTo>
                    <a:pt x="461" y="30"/>
                    <a:pt x="461" y="30"/>
                    <a:pt x="460" y="30"/>
                  </a:cubicBezTo>
                  <a:cubicBezTo>
                    <a:pt x="461" y="30"/>
                    <a:pt x="461" y="30"/>
                    <a:pt x="461" y="30"/>
                  </a:cubicBezTo>
                  <a:cubicBezTo>
                    <a:pt x="462" y="31"/>
                    <a:pt x="459" y="32"/>
                    <a:pt x="459" y="31"/>
                  </a:cubicBezTo>
                  <a:cubicBezTo>
                    <a:pt x="459" y="31"/>
                    <a:pt x="458" y="32"/>
                    <a:pt x="458" y="32"/>
                  </a:cubicBezTo>
                  <a:cubicBezTo>
                    <a:pt x="458" y="32"/>
                    <a:pt x="458" y="33"/>
                    <a:pt x="458" y="33"/>
                  </a:cubicBezTo>
                  <a:cubicBezTo>
                    <a:pt x="461" y="34"/>
                    <a:pt x="463" y="32"/>
                    <a:pt x="461" y="36"/>
                  </a:cubicBezTo>
                  <a:cubicBezTo>
                    <a:pt x="461" y="37"/>
                    <a:pt x="462" y="37"/>
                    <a:pt x="461" y="37"/>
                  </a:cubicBezTo>
                  <a:cubicBezTo>
                    <a:pt x="460" y="39"/>
                    <a:pt x="459" y="37"/>
                    <a:pt x="459" y="36"/>
                  </a:cubicBezTo>
                  <a:cubicBezTo>
                    <a:pt x="458" y="37"/>
                    <a:pt x="458" y="38"/>
                    <a:pt x="460" y="39"/>
                  </a:cubicBezTo>
                  <a:cubicBezTo>
                    <a:pt x="460" y="39"/>
                    <a:pt x="457" y="39"/>
                    <a:pt x="456" y="39"/>
                  </a:cubicBezTo>
                  <a:cubicBezTo>
                    <a:pt x="456" y="39"/>
                    <a:pt x="454" y="36"/>
                    <a:pt x="453" y="35"/>
                  </a:cubicBezTo>
                  <a:cubicBezTo>
                    <a:pt x="452" y="35"/>
                    <a:pt x="451" y="36"/>
                    <a:pt x="451" y="36"/>
                  </a:cubicBezTo>
                  <a:cubicBezTo>
                    <a:pt x="449" y="37"/>
                    <a:pt x="446" y="38"/>
                    <a:pt x="444" y="39"/>
                  </a:cubicBezTo>
                  <a:cubicBezTo>
                    <a:pt x="443" y="40"/>
                    <a:pt x="443" y="40"/>
                    <a:pt x="442" y="40"/>
                  </a:cubicBezTo>
                  <a:cubicBezTo>
                    <a:pt x="441" y="40"/>
                    <a:pt x="440" y="41"/>
                    <a:pt x="439" y="41"/>
                  </a:cubicBezTo>
                  <a:cubicBezTo>
                    <a:pt x="437" y="42"/>
                    <a:pt x="435" y="43"/>
                    <a:pt x="432" y="44"/>
                  </a:cubicBezTo>
                  <a:cubicBezTo>
                    <a:pt x="433" y="44"/>
                    <a:pt x="433" y="44"/>
                    <a:pt x="433" y="44"/>
                  </a:cubicBezTo>
                  <a:cubicBezTo>
                    <a:pt x="433" y="44"/>
                    <a:pt x="433" y="44"/>
                    <a:pt x="432" y="44"/>
                  </a:cubicBezTo>
                  <a:cubicBezTo>
                    <a:pt x="432" y="44"/>
                    <a:pt x="431" y="44"/>
                    <a:pt x="431" y="44"/>
                  </a:cubicBezTo>
                  <a:cubicBezTo>
                    <a:pt x="430" y="44"/>
                    <a:pt x="427" y="45"/>
                    <a:pt x="427" y="46"/>
                  </a:cubicBezTo>
                  <a:cubicBezTo>
                    <a:pt x="427" y="46"/>
                    <a:pt x="433" y="44"/>
                    <a:pt x="432" y="48"/>
                  </a:cubicBezTo>
                  <a:cubicBezTo>
                    <a:pt x="432" y="49"/>
                    <a:pt x="431" y="49"/>
                    <a:pt x="431" y="49"/>
                  </a:cubicBezTo>
                  <a:cubicBezTo>
                    <a:pt x="435" y="49"/>
                    <a:pt x="440" y="49"/>
                    <a:pt x="444" y="50"/>
                  </a:cubicBezTo>
                  <a:cubicBezTo>
                    <a:pt x="444" y="47"/>
                    <a:pt x="436" y="48"/>
                    <a:pt x="436" y="45"/>
                  </a:cubicBezTo>
                  <a:cubicBezTo>
                    <a:pt x="436" y="42"/>
                    <a:pt x="442" y="45"/>
                    <a:pt x="444" y="43"/>
                  </a:cubicBezTo>
                  <a:cubicBezTo>
                    <a:pt x="445" y="43"/>
                    <a:pt x="444" y="42"/>
                    <a:pt x="445" y="42"/>
                  </a:cubicBezTo>
                  <a:cubicBezTo>
                    <a:pt x="446" y="42"/>
                    <a:pt x="449" y="43"/>
                    <a:pt x="448" y="41"/>
                  </a:cubicBezTo>
                  <a:cubicBezTo>
                    <a:pt x="448" y="38"/>
                    <a:pt x="459" y="43"/>
                    <a:pt x="460" y="46"/>
                  </a:cubicBezTo>
                  <a:cubicBezTo>
                    <a:pt x="460" y="48"/>
                    <a:pt x="459" y="52"/>
                    <a:pt x="458" y="52"/>
                  </a:cubicBezTo>
                  <a:cubicBezTo>
                    <a:pt x="458" y="53"/>
                    <a:pt x="452" y="54"/>
                    <a:pt x="452" y="54"/>
                  </a:cubicBezTo>
                  <a:cubicBezTo>
                    <a:pt x="451" y="53"/>
                    <a:pt x="449" y="53"/>
                    <a:pt x="448" y="53"/>
                  </a:cubicBezTo>
                  <a:cubicBezTo>
                    <a:pt x="449" y="53"/>
                    <a:pt x="449" y="53"/>
                    <a:pt x="449" y="54"/>
                  </a:cubicBezTo>
                  <a:cubicBezTo>
                    <a:pt x="450" y="55"/>
                    <a:pt x="450" y="57"/>
                    <a:pt x="450" y="58"/>
                  </a:cubicBezTo>
                  <a:cubicBezTo>
                    <a:pt x="447" y="62"/>
                    <a:pt x="436" y="61"/>
                    <a:pt x="432" y="59"/>
                  </a:cubicBezTo>
                  <a:cubicBezTo>
                    <a:pt x="432" y="60"/>
                    <a:pt x="432" y="61"/>
                    <a:pt x="432" y="62"/>
                  </a:cubicBezTo>
                  <a:cubicBezTo>
                    <a:pt x="431" y="65"/>
                    <a:pt x="423" y="63"/>
                    <a:pt x="423" y="60"/>
                  </a:cubicBezTo>
                  <a:cubicBezTo>
                    <a:pt x="423" y="61"/>
                    <a:pt x="421" y="60"/>
                    <a:pt x="421" y="60"/>
                  </a:cubicBezTo>
                  <a:cubicBezTo>
                    <a:pt x="421" y="59"/>
                    <a:pt x="423" y="59"/>
                    <a:pt x="423" y="60"/>
                  </a:cubicBezTo>
                  <a:cubicBezTo>
                    <a:pt x="424" y="58"/>
                    <a:pt x="427" y="58"/>
                    <a:pt x="429" y="58"/>
                  </a:cubicBezTo>
                  <a:cubicBezTo>
                    <a:pt x="430" y="58"/>
                    <a:pt x="431" y="57"/>
                    <a:pt x="432" y="55"/>
                  </a:cubicBezTo>
                  <a:cubicBezTo>
                    <a:pt x="432" y="55"/>
                    <a:pt x="432" y="53"/>
                    <a:pt x="432" y="54"/>
                  </a:cubicBezTo>
                  <a:cubicBezTo>
                    <a:pt x="432" y="53"/>
                    <a:pt x="434" y="52"/>
                    <a:pt x="435" y="52"/>
                  </a:cubicBezTo>
                  <a:cubicBezTo>
                    <a:pt x="435" y="50"/>
                    <a:pt x="431" y="50"/>
                    <a:pt x="429" y="50"/>
                  </a:cubicBezTo>
                  <a:cubicBezTo>
                    <a:pt x="427" y="50"/>
                    <a:pt x="423" y="49"/>
                    <a:pt x="422" y="48"/>
                  </a:cubicBezTo>
                  <a:cubicBezTo>
                    <a:pt x="422" y="48"/>
                    <a:pt x="422" y="47"/>
                    <a:pt x="422" y="47"/>
                  </a:cubicBezTo>
                  <a:cubicBezTo>
                    <a:pt x="422" y="47"/>
                    <a:pt x="421" y="47"/>
                    <a:pt x="421" y="48"/>
                  </a:cubicBezTo>
                  <a:cubicBezTo>
                    <a:pt x="420" y="48"/>
                    <a:pt x="419" y="49"/>
                    <a:pt x="417" y="50"/>
                  </a:cubicBezTo>
                  <a:cubicBezTo>
                    <a:pt x="417" y="50"/>
                    <a:pt x="416" y="50"/>
                    <a:pt x="416" y="51"/>
                  </a:cubicBezTo>
                  <a:cubicBezTo>
                    <a:pt x="418" y="53"/>
                    <a:pt x="416" y="54"/>
                    <a:pt x="414" y="54"/>
                  </a:cubicBezTo>
                  <a:cubicBezTo>
                    <a:pt x="413" y="54"/>
                    <a:pt x="412" y="54"/>
                    <a:pt x="412" y="54"/>
                  </a:cubicBezTo>
                  <a:cubicBezTo>
                    <a:pt x="412" y="54"/>
                    <a:pt x="412" y="54"/>
                    <a:pt x="412" y="53"/>
                  </a:cubicBezTo>
                  <a:cubicBezTo>
                    <a:pt x="411" y="53"/>
                    <a:pt x="411" y="53"/>
                    <a:pt x="411" y="53"/>
                  </a:cubicBezTo>
                  <a:cubicBezTo>
                    <a:pt x="410" y="53"/>
                    <a:pt x="410" y="53"/>
                    <a:pt x="410" y="53"/>
                  </a:cubicBezTo>
                  <a:cubicBezTo>
                    <a:pt x="409" y="53"/>
                    <a:pt x="409" y="54"/>
                    <a:pt x="409" y="54"/>
                  </a:cubicBezTo>
                  <a:cubicBezTo>
                    <a:pt x="408" y="55"/>
                    <a:pt x="407" y="54"/>
                    <a:pt x="407" y="55"/>
                  </a:cubicBezTo>
                  <a:cubicBezTo>
                    <a:pt x="406" y="55"/>
                    <a:pt x="405" y="56"/>
                    <a:pt x="404" y="57"/>
                  </a:cubicBezTo>
                  <a:cubicBezTo>
                    <a:pt x="404" y="57"/>
                    <a:pt x="404" y="58"/>
                    <a:pt x="402" y="58"/>
                  </a:cubicBezTo>
                  <a:cubicBezTo>
                    <a:pt x="401" y="59"/>
                    <a:pt x="401" y="59"/>
                    <a:pt x="400" y="60"/>
                  </a:cubicBezTo>
                  <a:cubicBezTo>
                    <a:pt x="396" y="62"/>
                    <a:pt x="392" y="63"/>
                    <a:pt x="388" y="64"/>
                  </a:cubicBezTo>
                  <a:cubicBezTo>
                    <a:pt x="387" y="65"/>
                    <a:pt x="387" y="65"/>
                    <a:pt x="387" y="65"/>
                  </a:cubicBezTo>
                  <a:cubicBezTo>
                    <a:pt x="387" y="65"/>
                    <a:pt x="388" y="65"/>
                    <a:pt x="388" y="65"/>
                  </a:cubicBezTo>
                  <a:cubicBezTo>
                    <a:pt x="389" y="65"/>
                    <a:pt x="391" y="66"/>
                    <a:pt x="392" y="67"/>
                  </a:cubicBezTo>
                  <a:cubicBezTo>
                    <a:pt x="392" y="67"/>
                    <a:pt x="393" y="68"/>
                    <a:pt x="392" y="68"/>
                  </a:cubicBezTo>
                  <a:cubicBezTo>
                    <a:pt x="393" y="69"/>
                    <a:pt x="394" y="70"/>
                    <a:pt x="393" y="71"/>
                  </a:cubicBezTo>
                  <a:cubicBezTo>
                    <a:pt x="393" y="78"/>
                    <a:pt x="380" y="78"/>
                    <a:pt x="374" y="76"/>
                  </a:cubicBezTo>
                  <a:cubicBezTo>
                    <a:pt x="373" y="75"/>
                    <a:pt x="371" y="73"/>
                    <a:pt x="370" y="72"/>
                  </a:cubicBezTo>
                  <a:cubicBezTo>
                    <a:pt x="368" y="73"/>
                    <a:pt x="366" y="74"/>
                    <a:pt x="366" y="73"/>
                  </a:cubicBezTo>
                  <a:cubicBezTo>
                    <a:pt x="365" y="72"/>
                    <a:pt x="367" y="71"/>
                    <a:pt x="369" y="70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69"/>
                    <a:pt x="366" y="69"/>
                    <a:pt x="366" y="69"/>
                  </a:cubicBezTo>
                  <a:cubicBezTo>
                    <a:pt x="366" y="67"/>
                    <a:pt x="370" y="65"/>
                    <a:pt x="374" y="64"/>
                  </a:cubicBezTo>
                  <a:cubicBezTo>
                    <a:pt x="369" y="65"/>
                    <a:pt x="362" y="65"/>
                    <a:pt x="358" y="66"/>
                  </a:cubicBezTo>
                  <a:cubicBezTo>
                    <a:pt x="358" y="66"/>
                    <a:pt x="351" y="68"/>
                    <a:pt x="351" y="67"/>
                  </a:cubicBezTo>
                  <a:cubicBezTo>
                    <a:pt x="350" y="66"/>
                    <a:pt x="356" y="66"/>
                    <a:pt x="357" y="65"/>
                  </a:cubicBezTo>
                  <a:cubicBezTo>
                    <a:pt x="363" y="65"/>
                    <a:pt x="372" y="62"/>
                    <a:pt x="379" y="62"/>
                  </a:cubicBezTo>
                  <a:cubicBezTo>
                    <a:pt x="379" y="62"/>
                    <a:pt x="379" y="62"/>
                    <a:pt x="379" y="62"/>
                  </a:cubicBezTo>
                  <a:cubicBezTo>
                    <a:pt x="379" y="62"/>
                    <a:pt x="380" y="62"/>
                    <a:pt x="379" y="62"/>
                  </a:cubicBezTo>
                  <a:cubicBezTo>
                    <a:pt x="379" y="63"/>
                    <a:pt x="379" y="63"/>
                    <a:pt x="378" y="63"/>
                  </a:cubicBezTo>
                  <a:cubicBezTo>
                    <a:pt x="379" y="63"/>
                    <a:pt x="381" y="63"/>
                    <a:pt x="382" y="63"/>
                  </a:cubicBezTo>
                  <a:cubicBezTo>
                    <a:pt x="382" y="62"/>
                    <a:pt x="383" y="61"/>
                    <a:pt x="383" y="61"/>
                  </a:cubicBezTo>
                  <a:cubicBezTo>
                    <a:pt x="384" y="61"/>
                    <a:pt x="384" y="62"/>
                    <a:pt x="384" y="62"/>
                  </a:cubicBezTo>
                  <a:cubicBezTo>
                    <a:pt x="385" y="61"/>
                    <a:pt x="385" y="60"/>
                    <a:pt x="386" y="60"/>
                  </a:cubicBezTo>
                  <a:cubicBezTo>
                    <a:pt x="387" y="59"/>
                    <a:pt x="389" y="59"/>
                    <a:pt x="390" y="59"/>
                  </a:cubicBezTo>
                  <a:cubicBezTo>
                    <a:pt x="392" y="58"/>
                    <a:pt x="393" y="57"/>
                    <a:pt x="395" y="56"/>
                  </a:cubicBezTo>
                  <a:cubicBezTo>
                    <a:pt x="396" y="56"/>
                    <a:pt x="396" y="56"/>
                    <a:pt x="396" y="56"/>
                  </a:cubicBezTo>
                  <a:cubicBezTo>
                    <a:pt x="398" y="55"/>
                    <a:pt x="399" y="53"/>
                    <a:pt x="400" y="52"/>
                  </a:cubicBezTo>
                  <a:cubicBezTo>
                    <a:pt x="401" y="52"/>
                    <a:pt x="402" y="53"/>
                    <a:pt x="402" y="52"/>
                  </a:cubicBezTo>
                  <a:cubicBezTo>
                    <a:pt x="404" y="52"/>
                    <a:pt x="405" y="51"/>
                    <a:pt x="407" y="50"/>
                  </a:cubicBezTo>
                  <a:cubicBezTo>
                    <a:pt x="409" y="50"/>
                    <a:pt x="411" y="48"/>
                    <a:pt x="411" y="48"/>
                  </a:cubicBezTo>
                  <a:cubicBezTo>
                    <a:pt x="412" y="48"/>
                    <a:pt x="412" y="49"/>
                    <a:pt x="412" y="49"/>
                  </a:cubicBezTo>
                  <a:cubicBezTo>
                    <a:pt x="413" y="48"/>
                    <a:pt x="413" y="48"/>
                    <a:pt x="413" y="47"/>
                  </a:cubicBezTo>
                  <a:cubicBezTo>
                    <a:pt x="414" y="47"/>
                    <a:pt x="414" y="48"/>
                    <a:pt x="415" y="48"/>
                  </a:cubicBezTo>
                  <a:cubicBezTo>
                    <a:pt x="415" y="47"/>
                    <a:pt x="415" y="47"/>
                    <a:pt x="416" y="46"/>
                  </a:cubicBezTo>
                  <a:cubicBezTo>
                    <a:pt x="416" y="46"/>
                    <a:pt x="416" y="47"/>
                    <a:pt x="417" y="47"/>
                  </a:cubicBezTo>
                  <a:cubicBezTo>
                    <a:pt x="417" y="47"/>
                    <a:pt x="417" y="46"/>
                    <a:pt x="418" y="45"/>
                  </a:cubicBezTo>
                  <a:cubicBezTo>
                    <a:pt x="419" y="45"/>
                    <a:pt x="419" y="46"/>
                    <a:pt x="420" y="45"/>
                  </a:cubicBezTo>
                  <a:cubicBezTo>
                    <a:pt x="420" y="45"/>
                    <a:pt x="420" y="44"/>
                    <a:pt x="421" y="44"/>
                  </a:cubicBezTo>
                  <a:cubicBezTo>
                    <a:pt x="422" y="43"/>
                    <a:pt x="424" y="43"/>
                    <a:pt x="425" y="42"/>
                  </a:cubicBezTo>
                  <a:cubicBezTo>
                    <a:pt x="427" y="40"/>
                    <a:pt x="432" y="39"/>
                    <a:pt x="435" y="36"/>
                  </a:cubicBezTo>
                  <a:cubicBezTo>
                    <a:pt x="438" y="35"/>
                    <a:pt x="441" y="33"/>
                    <a:pt x="444" y="32"/>
                  </a:cubicBezTo>
                  <a:cubicBezTo>
                    <a:pt x="444" y="32"/>
                    <a:pt x="443" y="32"/>
                    <a:pt x="443" y="32"/>
                  </a:cubicBezTo>
                  <a:cubicBezTo>
                    <a:pt x="440" y="31"/>
                    <a:pt x="439" y="28"/>
                    <a:pt x="438" y="28"/>
                  </a:cubicBezTo>
                  <a:cubicBezTo>
                    <a:pt x="437" y="28"/>
                    <a:pt x="437" y="28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6" y="29"/>
                    <a:pt x="436" y="29"/>
                    <a:pt x="436" y="29"/>
                  </a:cubicBezTo>
                  <a:cubicBezTo>
                    <a:pt x="435" y="30"/>
                    <a:pt x="434" y="30"/>
                    <a:pt x="433" y="31"/>
                  </a:cubicBezTo>
                  <a:cubicBezTo>
                    <a:pt x="432" y="31"/>
                    <a:pt x="431" y="31"/>
                    <a:pt x="431" y="30"/>
                  </a:cubicBezTo>
                  <a:cubicBezTo>
                    <a:pt x="431" y="30"/>
                    <a:pt x="431" y="30"/>
                    <a:pt x="431" y="30"/>
                  </a:cubicBezTo>
                  <a:cubicBezTo>
                    <a:pt x="430" y="30"/>
                    <a:pt x="430" y="31"/>
                    <a:pt x="429" y="31"/>
                  </a:cubicBezTo>
                  <a:cubicBezTo>
                    <a:pt x="428" y="32"/>
                    <a:pt x="425" y="32"/>
                    <a:pt x="424" y="31"/>
                  </a:cubicBezTo>
                  <a:cubicBezTo>
                    <a:pt x="424" y="31"/>
                    <a:pt x="425" y="30"/>
                    <a:pt x="426" y="30"/>
                  </a:cubicBezTo>
                  <a:cubicBezTo>
                    <a:pt x="426" y="30"/>
                    <a:pt x="425" y="29"/>
                    <a:pt x="425" y="29"/>
                  </a:cubicBezTo>
                  <a:cubicBezTo>
                    <a:pt x="424" y="30"/>
                    <a:pt x="423" y="30"/>
                    <a:pt x="423" y="30"/>
                  </a:cubicBezTo>
                  <a:cubicBezTo>
                    <a:pt x="418" y="29"/>
                    <a:pt x="416" y="25"/>
                    <a:pt x="419" y="23"/>
                  </a:cubicBezTo>
                  <a:cubicBezTo>
                    <a:pt x="421" y="21"/>
                    <a:pt x="429" y="22"/>
                    <a:pt x="429" y="26"/>
                  </a:cubicBezTo>
                  <a:cubicBezTo>
                    <a:pt x="429" y="29"/>
                    <a:pt x="428" y="27"/>
                    <a:pt x="431" y="27"/>
                  </a:cubicBezTo>
                  <a:cubicBezTo>
                    <a:pt x="434" y="26"/>
                    <a:pt x="435" y="27"/>
                    <a:pt x="436" y="25"/>
                  </a:cubicBezTo>
                  <a:cubicBezTo>
                    <a:pt x="439" y="21"/>
                    <a:pt x="442" y="21"/>
                    <a:pt x="446" y="22"/>
                  </a:cubicBezTo>
                  <a:cubicBezTo>
                    <a:pt x="446" y="21"/>
                    <a:pt x="448" y="21"/>
                    <a:pt x="449" y="22"/>
                  </a:cubicBezTo>
                  <a:cubicBezTo>
                    <a:pt x="450" y="22"/>
                    <a:pt x="450" y="21"/>
                    <a:pt x="451" y="21"/>
                  </a:cubicBezTo>
                  <a:cubicBezTo>
                    <a:pt x="452" y="22"/>
                    <a:pt x="451" y="23"/>
                    <a:pt x="450" y="24"/>
                  </a:cubicBezTo>
                  <a:cubicBezTo>
                    <a:pt x="451" y="25"/>
                    <a:pt x="452" y="26"/>
                    <a:pt x="452" y="28"/>
                  </a:cubicBezTo>
                  <a:cubicBezTo>
                    <a:pt x="451" y="28"/>
                    <a:pt x="451" y="29"/>
                    <a:pt x="451" y="30"/>
                  </a:cubicBezTo>
                  <a:cubicBezTo>
                    <a:pt x="451" y="29"/>
                    <a:pt x="451" y="29"/>
                    <a:pt x="452" y="29"/>
                  </a:cubicBezTo>
                  <a:cubicBezTo>
                    <a:pt x="453" y="29"/>
                    <a:pt x="455" y="29"/>
                    <a:pt x="457" y="29"/>
                  </a:cubicBezTo>
                  <a:cubicBezTo>
                    <a:pt x="458" y="28"/>
                    <a:pt x="458" y="27"/>
                    <a:pt x="460" y="27"/>
                  </a:cubicBezTo>
                  <a:cubicBezTo>
                    <a:pt x="461" y="26"/>
                    <a:pt x="463" y="26"/>
                    <a:pt x="465" y="26"/>
                  </a:cubicBezTo>
                  <a:cubicBezTo>
                    <a:pt x="463" y="25"/>
                    <a:pt x="462" y="25"/>
                    <a:pt x="460" y="25"/>
                  </a:cubicBezTo>
                  <a:cubicBezTo>
                    <a:pt x="462" y="25"/>
                    <a:pt x="462" y="23"/>
                    <a:pt x="461" y="23"/>
                  </a:cubicBezTo>
                  <a:cubicBezTo>
                    <a:pt x="461" y="23"/>
                    <a:pt x="462" y="21"/>
                    <a:pt x="463" y="20"/>
                  </a:cubicBezTo>
                  <a:cubicBezTo>
                    <a:pt x="464" y="20"/>
                    <a:pt x="465" y="20"/>
                    <a:pt x="466" y="20"/>
                  </a:cubicBezTo>
                  <a:cubicBezTo>
                    <a:pt x="466" y="20"/>
                    <a:pt x="467" y="20"/>
                    <a:pt x="468" y="20"/>
                  </a:cubicBezTo>
                  <a:cubicBezTo>
                    <a:pt x="468" y="21"/>
                    <a:pt x="467" y="21"/>
                    <a:pt x="466" y="21"/>
                  </a:cubicBezTo>
                  <a:cubicBezTo>
                    <a:pt x="468" y="22"/>
                    <a:pt x="468" y="23"/>
                    <a:pt x="468" y="24"/>
                  </a:cubicBezTo>
                  <a:cubicBezTo>
                    <a:pt x="469" y="23"/>
                    <a:pt x="470" y="23"/>
                    <a:pt x="471" y="22"/>
                  </a:cubicBezTo>
                  <a:cubicBezTo>
                    <a:pt x="471" y="22"/>
                    <a:pt x="470" y="22"/>
                    <a:pt x="470" y="21"/>
                  </a:cubicBezTo>
                  <a:cubicBezTo>
                    <a:pt x="469" y="20"/>
                    <a:pt x="471" y="19"/>
                    <a:pt x="473" y="19"/>
                  </a:cubicBezTo>
                  <a:cubicBezTo>
                    <a:pt x="473" y="19"/>
                    <a:pt x="473" y="19"/>
                    <a:pt x="473" y="19"/>
                  </a:cubicBezTo>
                  <a:cubicBezTo>
                    <a:pt x="456" y="13"/>
                    <a:pt x="438" y="9"/>
                    <a:pt x="419" y="5"/>
                  </a:cubicBezTo>
                  <a:cubicBezTo>
                    <a:pt x="427" y="10"/>
                    <a:pt x="416" y="16"/>
                    <a:pt x="410" y="12"/>
                  </a:cubicBezTo>
                  <a:cubicBezTo>
                    <a:pt x="408" y="10"/>
                    <a:pt x="409" y="9"/>
                    <a:pt x="407" y="7"/>
                  </a:cubicBezTo>
                  <a:cubicBezTo>
                    <a:pt x="408" y="6"/>
                    <a:pt x="410" y="5"/>
                    <a:pt x="412" y="4"/>
                  </a:cubicBezTo>
                  <a:cubicBezTo>
                    <a:pt x="408" y="4"/>
                    <a:pt x="405" y="3"/>
                    <a:pt x="401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398" y="2"/>
                    <a:pt x="396" y="2"/>
                    <a:pt x="393" y="2"/>
                  </a:cubicBezTo>
                  <a:cubicBezTo>
                    <a:pt x="392" y="6"/>
                    <a:pt x="385" y="4"/>
                    <a:pt x="382" y="1"/>
                  </a:cubicBezTo>
                  <a:cubicBezTo>
                    <a:pt x="374" y="0"/>
                    <a:pt x="366" y="0"/>
                    <a:pt x="357" y="0"/>
                  </a:cubicBezTo>
                  <a:cubicBezTo>
                    <a:pt x="343" y="0"/>
                    <a:pt x="328" y="1"/>
                    <a:pt x="314" y="3"/>
                  </a:cubicBezTo>
                  <a:cubicBezTo>
                    <a:pt x="314" y="3"/>
                    <a:pt x="314" y="3"/>
                    <a:pt x="315" y="3"/>
                  </a:cubicBezTo>
                  <a:cubicBezTo>
                    <a:pt x="315" y="3"/>
                    <a:pt x="315" y="3"/>
                    <a:pt x="315" y="3"/>
                  </a:cubicBezTo>
                  <a:cubicBezTo>
                    <a:pt x="315" y="4"/>
                    <a:pt x="314" y="3"/>
                    <a:pt x="314" y="3"/>
                  </a:cubicBezTo>
                  <a:cubicBezTo>
                    <a:pt x="138" y="24"/>
                    <a:pt x="1" y="173"/>
                    <a:pt x="0" y="354"/>
                  </a:cubicBezTo>
                  <a:cubicBezTo>
                    <a:pt x="0" y="354"/>
                    <a:pt x="0" y="353"/>
                    <a:pt x="1" y="353"/>
                  </a:cubicBezTo>
                  <a:cubicBezTo>
                    <a:pt x="1" y="353"/>
                    <a:pt x="2" y="356"/>
                    <a:pt x="1" y="356"/>
                  </a:cubicBezTo>
                  <a:cubicBezTo>
                    <a:pt x="0" y="357"/>
                    <a:pt x="0" y="356"/>
                    <a:pt x="0" y="356"/>
                  </a:cubicBezTo>
                  <a:cubicBezTo>
                    <a:pt x="0" y="356"/>
                    <a:pt x="0" y="357"/>
                    <a:pt x="0" y="357"/>
                  </a:cubicBezTo>
                  <a:cubicBezTo>
                    <a:pt x="0" y="375"/>
                    <a:pt x="1" y="392"/>
                    <a:pt x="4" y="409"/>
                  </a:cubicBezTo>
                  <a:cubicBezTo>
                    <a:pt x="4" y="409"/>
                    <a:pt x="4" y="409"/>
                    <a:pt x="4" y="409"/>
                  </a:cubicBezTo>
                  <a:cubicBezTo>
                    <a:pt x="5" y="409"/>
                    <a:pt x="5" y="412"/>
                    <a:pt x="5" y="412"/>
                  </a:cubicBezTo>
                  <a:cubicBezTo>
                    <a:pt x="4" y="413"/>
                    <a:pt x="4" y="413"/>
                    <a:pt x="4" y="413"/>
                  </a:cubicBezTo>
                  <a:cubicBezTo>
                    <a:pt x="5" y="418"/>
                    <a:pt x="6" y="424"/>
                    <a:pt x="7" y="429"/>
                  </a:cubicBezTo>
                  <a:cubicBezTo>
                    <a:pt x="8" y="429"/>
                    <a:pt x="8" y="429"/>
                    <a:pt x="8" y="429"/>
                  </a:cubicBezTo>
                  <a:cubicBezTo>
                    <a:pt x="9" y="430"/>
                    <a:pt x="8" y="430"/>
                    <a:pt x="7" y="431"/>
                  </a:cubicBezTo>
                  <a:cubicBezTo>
                    <a:pt x="8" y="433"/>
                    <a:pt x="8" y="435"/>
                    <a:pt x="9" y="438"/>
                  </a:cubicBezTo>
                  <a:cubicBezTo>
                    <a:pt x="9" y="438"/>
                    <a:pt x="9" y="438"/>
                    <a:pt x="9" y="438"/>
                  </a:cubicBezTo>
                  <a:cubicBezTo>
                    <a:pt x="9" y="440"/>
                    <a:pt x="10" y="441"/>
                    <a:pt x="10" y="443"/>
                  </a:cubicBezTo>
                  <a:cubicBezTo>
                    <a:pt x="10" y="443"/>
                    <a:pt x="10" y="443"/>
                    <a:pt x="10" y="442"/>
                  </a:cubicBezTo>
                  <a:cubicBezTo>
                    <a:pt x="10" y="442"/>
                    <a:pt x="10" y="442"/>
                    <a:pt x="10" y="441"/>
                  </a:cubicBezTo>
                  <a:cubicBezTo>
                    <a:pt x="10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1" y="441"/>
                    <a:pt x="11" y="441"/>
                    <a:pt x="11" y="441"/>
                  </a:cubicBezTo>
                  <a:cubicBezTo>
                    <a:pt x="12" y="441"/>
                    <a:pt x="13" y="440"/>
                    <a:pt x="14" y="440"/>
                  </a:cubicBezTo>
                  <a:cubicBezTo>
                    <a:pt x="14" y="439"/>
                    <a:pt x="15" y="438"/>
                    <a:pt x="16" y="439"/>
                  </a:cubicBezTo>
                  <a:cubicBezTo>
                    <a:pt x="17" y="439"/>
                    <a:pt x="17" y="439"/>
                    <a:pt x="18" y="440"/>
                  </a:cubicBezTo>
                  <a:cubicBezTo>
                    <a:pt x="20" y="443"/>
                    <a:pt x="19" y="438"/>
                    <a:pt x="18" y="438"/>
                  </a:cubicBezTo>
                  <a:cubicBezTo>
                    <a:pt x="18" y="438"/>
                    <a:pt x="18" y="438"/>
                    <a:pt x="17" y="437"/>
                  </a:cubicBezTo>
                  <a:cubicBezTo>
                    <a:pt x="17" y="437"/>
                    <a:pt x="17" y="437"/>
                    <a:pt x="17" y="436"/>
                  </a:cubicBezTo>
                  <a:cubicBezTo>
                    <a:pt x="17" y="435"/>
                    <a:pt x="17" y="432"/>
                    <a:pt x="17" y="431"/>
                  </a:cubicBezTo>
                  <a:cubicBezTo>
                    <a:pt x="17" y="433"/>
                    <a:pt x="18" y="434"/>
                    <a:pt x="19" y="435"/>
                  </a:cubicBezTo>
                  <a:cubicBezTo>
                    <a:pt x="19" y="435"/>
                    <a:pt x="19" y="435"/>
                    <a:pt x="19" y="435"/>
                  </a:cubicBezTo>
                  <a:cubicBezTo>
                    <a:pt x="20" y="435"/>
                    <a:pt x="19" y="436"/>
                    <a:pt x="19" y="436"/>
                  </a:cubicBezTo>
                  <a:cubicBezTo>
                    <a:pt x="19" y="437"/>
                    <a:pt x="19" y="437"/>
                    <a:pt x="19" y="438"/>
                  </a:cubicBezTo>
                  <a:cubicBezTo>
                    <a:pt x="20" y="437"/>
                    <a:pt x="19" y="435"/>
                    <a:pt x="21" y="434"/>
                  </a:cubicBezTo>
                  <a:cubicBezTo>
                    <a:pt x="20" y="436"/>
                    <a:pt x="20" y="437"/>
                    <a:pt x="21" y="438"/>
                  </a:cubicBezTo>
                  <a:cubicBezTo>
                    <a:pt x="21" y="438"/>
                    <a:pt x="22" y="438"/>
                    <a:pt x="22" y="438"/>
                  </a:cubicBezTo>
                  <a:cubicBezTo>
                    <a:pt x="22" y="438"/>
                    <a:pt x="22" y="438"/>
                    <a:pt x="22" y="438"/>
                  </a:cubicBezTo>
                  <a:cubicBezTo>
                    <a:pt x="23" y="438"/>
                    <a:pt x="23" y="438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7"/>
                  </a:cubicBezTo>
                  <a:cubicBezTo>
                    <a:pt x="22" y="437"/>
                    <a:pt x="22" y="437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2" y="436"/>
                    <a:pt x="22" y="436"/>
                    <a:pt x="22" y="436"/>
                  </a:cubicBezTo>
                  <a:cubicBezTo>
                    <a:pt x="23" y="435"/>
                    <a:pt x="23" y="434"/>
                    <a:pt x="23" y="434"/>
                  </a:cubicBezTo>
                  <a:cubicBezTo>
                    <a:pt x="23" y="433"/>
                    <a:pt x="22" y="433"/>
                    <a:pt x="21" y="434"/>
                  </a:cubicBezTo>
                  <a:cubicBezTo>
                    <a:pt x="20" y="434"/>
                    <a:pt x="20" y="435"/>
                    <a:pt x="19" y="434"/>
                  </a:cubicBezTo>
                  <a:cubicBezTo>
                    <a:pt x="19" y="434"/>
                    <a:pt x="19" y="434"/>
                    <a:pt x="19" y="433"/>
                  </a:cubicBezTo>
                  <a:cubicBezTo>
                    <a:pt x="19" y="433"/>
                    <a:pt x="19" y="433"/>
                    <a:pt x="19" y="433"/>
                  </a:cubicBezTo>
                  <a:cubicBezTo>
                    <a:pt x="18" y="433"/>
                    <a:pt x="19" y="431"/>
                    <a:pt x="18" y="429"/>
                  </a:cubicBezTo>
                  <a:cubicBezTo>
                    <a:pt x="17" y="430"/>
                    <a:pt x="16" y="429"/>
                    <a:pt x="16" y="426"/>
                  </a:cubicBezTo>
                  <a:cubicBezTo>
                    <a:pt x="16" y="426"/>
                    <a:pt x="16" y="426"/>
                    <a:pt x="16" y="426"/>
                  </a:cubicBezTo>
                  <a:cubicBezTo>
                    <a:pt x="16" y="427"/>
                    <a:pt x="14" y="432"/>
                    <a:pt x="15" y="433"/>
                  </a:cubicBezTo>
                  <a:cubicBezTo>
                    <a:pt x="15" y="433"/>
                    <a:pt x="16" y="437"/>
                    <a:pt x="14" y="435"/>
                  </a:cubicBezTo>
                  <a:cubicBezTo>
                    <a:pt x="12" y="434"/>
                    <a:pt x="15" y="429"/>
                    <a:pt x="15" y="426"/>
                  </a:cubicBezTo>
                  <a:cubicBezTo>
                    <a:pt x="14" y="426"/>
                    <a:pt x="14" y="426"/>
                    <a:pt x="14" y="425"/>
                  </a:cubicBezTo>
                  <a:cubicBezTo>
                    <a:pt x="13" y="424"/>
                    <a:pt x="14" y="424"/>
                    <a:pt x="14" y="423"/>
                  </a:cubicBezTo>
                  <a:cubicBezTo>
                    <a:pt x="14" y="423"/>
                    <a:pt x="14" y="422"/>
                    <a:pt x="15" y="422"/>
                  </a:cubicBezTo>
                  <a:cubicBezTo>
                    <a:pt x="14" y="421"/>
                    <a:pt x="13" y="422"/>
                    <a:pt x="12" y="421"/>
                  </a:cubicBezTo>
                  <a:cubicBezTo>
                    <a:pt x="13" y="421"/>
                    <a:pt x="11" y="419"/>
                    <a:pt x="11" y="420"/>
                  </a:cubicBezTo>
                  <a:cubicBezTo>
                    <a:pt x="11" y="417"/>
                    <a:pt x="14" y="417"/>
                    <a:pt x="15" y="419"/>
                  </a:cubicBezTo>
                  <a:cubicBezTo>
                    <a:pt x="14" y="418"/>
                    <a:pt x="16" y="419"/>
                    <a:pt x="17" y="418"/>
                  </a:cubicBezTo>
                  <a:cubicBezTo>
                    <a:pt x="16" y="418"/>
                    <a:pt x="17" y="413"/>
                    <a:pt x="19" y="413"/>
                  </a:cubicBezTo>
                  <a:cubicBezTo>
                    <a:pt x="19" y="413"/>
                    <a:pt x="18" y="416"/>
                    <a:pt x="19" y="417"/>
                  </a:cubicBezTo>
                  <a:cubicBezTo>
                    <a:pt x="19" y="417"/>
                    <a:pt x="19" y="417"/>
                    <a:pt x="19" y="417"/>
                  </a:cubicBezTo>
                  <a:cubicBezTo>
                    <a:pt x="19" y="417"/>
                    <a:pt x="19" y="416"/>
                    <a:pt x="20" y="417"/>
                  </a:cubicBezTo>
                  <a:cubicBezTo>
                    <a:pt x="20" y="417"/>
                    <a:pt x="21" y="418"/>
                    <a:pt x="20" y="419"/>
                  </a:cubicBezTo>
                  <a:cubicBezTo>
                    <a:pt x="20" y="419"/>
                    <a:pt x="20" y="419"/>
                    <a:pt x="20" y="419"/>
                  </a:cubicBezTo>
                  <a:cubicBezTo>
                    <a:pt x="21" y="419"/>
                    <a:pt x="20" y="420"/>
                    <a:pt x="19" y="420"/>
                  </a:cubicBezTo>
                  <a:cubicBezTo>
                    <a:pt x="17" y="421"/>
                    <a:pt x="19" y="421"/>
                    <a:pt x="20" y="422"/>
                  </a:cubicBezTo>
                  <a:cubicBezTo>
                    <a:pt x="20" y="422"/>
                    <a:pt x="20" y="422"/>
                    <a:pt x="21" y="422"/>
                  </a:cubicBezTo>
                  <a:cubicBezTo>
                    <a:pt x="21" y="422"/>
                    <a:pt x="21" y="422"/>
                    <a:pt x="21" y="422"/>
                  </a:cubicBezTo>
                  <a:cubicBezTo>
                    <a:pt x="22" y="423"/>
                    <a:pt x="22" y="423"/>
                    <a:pt x="22" y="424"/>
                  </a:cubicBezTo>
                  <a:cubicBezTo>
                    <a:pt x="22" y="424"/>
                    <a:pt x="23" y="423"/>
                    <a:pt x="24" y="423"/>
                  </a:cubicBezTo>
                  <a:cubicBezTo>
                    <a:pt x="25" y="423"/>
                    <a:pt x="24" y="425"/>
                    <a:pt x="26" y="425"/>
                  </a:cubicBezTo>
                  <a:cubicBezTo>
                    <a:pt x="26" y="425"/>
                    <a:pt x="26" y="425"/>
                    <a:pt x="26" y="425"/>
                  </a:cubicBezTo>
                  <a:cubicBezTo>
                    <a:pt x="27" y="422"/>
                    <a:pt x="30" y="417"/>
                    <a:pt x="26" y="418"/>
                  </a:cubicBezTo>
                  <a:cubicBezTo>
                    <a:pt x="29" y="416"/>
                    <a:pt x="25" y="414"/>
                    <a:pt x="24" y="414"/>
                  </a:cubicBezTo>
                  <a:cubicBezTo>
                    <a:pt x="23" y="412"/>
                    <a:pt x="25" y="415"/>
                    <a:pt x="25" y="414"/>
                  </a:cubicBezTo>
                  <a:cubicBezTo>
                    <a:pt x="27" y="413"/>
                    <a:pt x="24" y="411"/>
                    <a:pt x="24" y="408"/>
                  </a:cubicBezTo>
                  <a:cubicBezTo>
                    <a:pt x="24" y="408"/>
                    <a:pt x="26" y="406"/>
                    <a:pt x="26" y="406"/>
                  </a:cubicBezTo>
                  <a:cubicBezTo>
                    <a:pt x="27" y="404"/>
                    <a:pt x="24" y="405"/>
                    <a:pt x="27" y="404"/>
                  </a:cubicBezTo>
                  <a:cubicBezTo>
                    <a:pt x="29" y="404"/>
                    <a:pt x="29" y="400"/>
                    <a:pt x="30" y="399"/>
                  </a:cubicBezTo>
                  <a:cubicBezTo>
                    <a:pt x="30" y="399"/>
                    <a:pt x="34" y="398"/>
                    <a:pt x="34" y="396"/>
                  </a:cubicBezTo>
                  <a:cubicBezTo>
                    <a:pt x="30" y="400"/>
                    <a:pt x="28" y="395"/>
                    <a:pt x="29" y="394"/>
                  </a:cubicBezTo>
                  <a:cubicBezTo>
                    <a:pt x="29" y="394"/>
                    <a:pt x="28" y="391"/>
                    <a:pt x="31" y="391"/>
                  </a:cubicBezTo>
                  <a:cubicBezTo>
                    <a:pt x="33" y="390"/>
                    <a:pt x="32" y="391"/>
                    <a:pt x="34" y="389"/>
                  </a:cubicBezTo>
                  <a:cubicBezTo>
                    <a:pt x="35" y="388"/>
                    <a:pt x="34" y="396"/>
                    <a:pt x="35" y="396"/>
                  </a:cubicBezTo>
                  <a:cubicBezTo>
                    <a:pt x="36" y="398"/>
                    <a:pt x="36" y="395"/>
                    <a:pt x="37" y="398"/>
                  </a:cubicBezTo>
                  <a:cubicBezTo>
                    <a:pt x="38" y="404"/>
                    <a:pt x="42" y="414"/>
                    <a:pt x="34" y="417"/>
                  </a:cubicBezTo>
                  <a:cubicBezTo>
                    <a:pt x="32" y="418"/>
                    <a:pt x="31" y="417"/>
                    <a:pt x="30" y="418"/>
                  </a:cubicBezTo>
                  <a:cubicBezTo>
                    <a:pt x="28" y="420"/>
                    <a:pt x="28" y="422"/>
                    <a:pt x="27" y="425"/>
                  </a:cubicBezTo>
                  <a:cubicBezTo>
                    <a:pt x="27" y="425"/>
                    <a:pt x="27" y="425"/>
                    <a:pt x="27" y="425"/>
                  </a:cubicBezTo>
                  <a:cubicBezTo>
                    <a:pt x="28" y="425"/>
                    <a:pt x="27" y="426"/>
                    <a:pt x="28" y="427"/>
                  </a:cubicBezTo>
                  <a:cubicBezTo>
                    <a:pt x="28" y="427"/>
                    <a:pt x="29" y="427"/>
                    <a:pt x="30" y="427"/>
                  </a:cubicBezTo>
                  <a:cubicBezTo>
                    <a:pt x="30" y="426"/>
                    <a:pt x="30" y="426"/>
                    <a:pt x="31" y="426"/>
                  </a:cubicBezTo>
                  <a:cubicBezTo>
                    <a:pt x="31" y="426"/>
                    <a:pt x="31" y="426"/>
                    <a:pt x="31" y="427"/>
                  </a:cubicBezTo>
                  <a:cubicBezTo>
                    <a:pt x="31" y="427"/>
                    <a:pt x="32" y="427"/>
                    <a:pt x="32" y="427"/>
                  </a:cubicBezTo>
                  <a:cubicBezTo>
                    <a:pt x="32" y="428"/>
                    <a:pt x="31" y="430"/>
                    <a:pt x="33" y="429"/>
                  </a:cubicBezTo>
                  <a:cubicBezTo>
                    <a:pt x="33" y="430"/>
                    <a:pt x="33" y="432"/>
                    <a:pt x="33" y="433"/>
                  </a:cubicBezTo>
                  <a:cubicBezTo>
                    <a:pt x="33" y="433"/>
                    <a:pt x="33" y="433"/>
                    <a:pt x="33" y="433"/>
                  </a:cubicBezTo>
                  <a:cubicBezTo>
                    <a:pt x="34" y="433"/>
                    <a:pt x="36" y="432"/>
                    <a:pt x="35" y="432"/>
                  </a:cubicBezTo>
                  <a:cubicBezTo>
                    <a:pt x="36" y="432"/>
                    <a:pt x="35" y="435"/>
                    <a:pt x="34" y="436"/>
                  </a:cubicBezTo>
                  <a:cubicBezTo>
                    <a:pt x="34" y="437"/>
                    <a:pt x="34" y="437"/>
                    <a:pt x="35" y="437"/>
                  </a:cubicBezTo>
                  <a:cubicBezTo>
                    <a:pt x="34" y="437"/>
                    <a:pt x="38" y="431"/>
                    <a:pt x="39" y="435"/>
                  </a:cubicBezTo>
                  <a:cubicBezTo>
                    <a:pt x="39" y="434"/>
                    <a:pt x="39" y="434"/>
                    <a:pt x="39" y="434"/>
                  </a:cubicBezTo>
                  <a:cubicBezTo>
                    <a:pt x="39" y="434"/>
                    <a:pt x="41" y="432"/>
                    <a:pt x="41" y="432"/>
                  </a:cubicBezTo>
                  <a:cubicBezTo>
                    <a:pt x="43" y="433"/>
                    <a:pt x="41" y="437"/>
                    <a:pt x="40" y="439"/>
                  </a:cubicBezTo>
                  <a:cubicBezTo>
                    <a:pt x="42" y="439"/>
                    <a:pt x="43" y="440"/>
                    <a:pt x="42" y="441"/>
                  </a:cubicBezTo>
                  <a:cubicBezTo>
                    <a:pt x="42" y="441"/>
                    <a:pt x="42" y="442"/>
                    <a:pt x="42" y="442"/>
                  </a:cubicBezTo>
                  <a:cubicBezTo>
                    <a:pt x="42" y="442"/>
                    <a:pt x="42" y="443"/>
                    <a:pt x="41" y="443"/>
                  </a:cubicBezTo>
                  <a:cubicBezTo>
                    <a:pt x="41" y="443"/>
                    <a:pt x="40" y="444"/>
                    <a:pt x="40" y="444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3"/>
                    <a:pt x="39" y="443"/>
                    <a:pt x="39" y="443"/>
                  </a:cubicBezTo>
                  <a:cubicBezTo>
                    <a:pt x="39" y="445"/>
                    <a:pt x="39" y="447"/>
                    <a:pt x="38" y="448"/>
                  </a:cubicBezTo>
                  <a:cubicBezTo>
                    <a:pt x="38" y="449"/>
                    <a:pt x="38" y="449"/>
                    <a:pt x="38" y="450"/>
                  </a:cubicBezTo>
                  <a:cubicBezTo>
                    <a:pt x="38" y="450"/>
                    <a:pt x="38" y="450"/>
                    <a:pt x="39" y="450"/>
                  </a:cubicBezTo>
                  <a:cubicBezTo>
                    <a:pt x="39" y="449"/>
                    <a:pt x="40" y="448"/>
                    <a:pt x="41" y="447"/>
                  </a:cubicBezTo>
                  <a:cubicBezTo>
                    <a:pt x="41" y="448"/>
                    <a:pt x="40" y="450"/>
                    <a:pt x="39" y="451"/>
                  </a:cubicBezTo>
                  <a:cubicBezTo>
                    <a:pt x="39" y="451"/>
                    <a:pt x="39" y="451"/>
                    <a:pt x="39" y="451"/>
                  </a:cubicBezTo>
                  <a:cubicBezTo>
                    <a:pt x="39" y="451"/>
                    <a:pt x="40" y="451"/>
                    <a:pt x="40" y="451"/>
                  </a:cubicBezTo>
                  <a:cubicBezTo>
                    <a:pt x="40" y="451"/>
                    <a:pt x="39" y="452"/>
                    <a:pt x="39" y="451"/>
                  </a:cubicBezTo>
                  <a:cubicBezTo>
                    <a:pt x="38" y="453"/>
                    <a:pt x="35" y="455"/>
                    <a:pt x="35" y="457"/>
                  </a:cubicBezTo>
                  <a:cubicBezTo>
                    <a:pt x="35" y="456"/>
                    <a:pt x="35" y="456"/>
                    <a:pt x="35" y="456"/>
                  </a:cubicBezTo>
                  <a:cubicBezTo>
                    <a:pt x="36" y="456"/>
                    <a:pt x="36" y="458"/>
                    <a:pt x="36" y="459"/>
                  </a:cubicBezTo>
                  <a:cubicBezTo>
                    <a:pt x="36" y="459"/>
                    <a:pt x="37" y="459"/>
                    <a:pt x="37" y="460"/>
                  </a:cubicBezTo>
                  <a:cubicBezTo>
                    <a:pt x="37" y="461"/>
                    <a:pt x="35" y="463"/>
                    <a:pt x="34" y="463"/>
                  </a:cubicBezTo>
                  <a:cubicBezTo>
                    <a:pt x="34" y="463"/>
                    <a:pt x="34" y="462"/>
                    <a:pt x="34" y="462"/>
                  </a:cubicBezTo>
                  <a:cubicBezTo>
                    <a:pt x="34" y="462"/>
                    <a:pt x="34" y="462"/>
                    <a:pt x="34" y="462"/>
                  </a:cubicBezTo>
                  <a:cubicBezTo>
                    <a:pt x="34" y="462"/>
                    <a:pt x="33" y="463"/>
                    <a:pt x="33" y="463"/>
                  </a:cubicBezTo>
                  <a:cubicBezTo>
                    <a:pt x="31" y="462"/>
                    <a:pt x="33" y="461"/>
                    <a:pt x="34" y="461"/>
                  </a:cubicBezTo>
                  <a:cubicBezTo>
                    <a:pt x="34" y="461"/>
                    <a:pt x="34" y="460"/>
                    <a:pt x="33" y="460"/>
                  </a:cubicBezTo>
                  <a:cubicBezTo>
                    <a:pt x="33" y="460"/>
                    <a:pt x="33" y="460"/>
                    <a:pt x="33" y="461"/>
                  </a:cubicBezTo>
                  <a:cubicBezTo>
                    <a:pt x="32" y="462"/>
                    <a:pt x="31" y="461"/>
                    <a:pt x="32" y="460"/>
                  </a:cubicBezTo>
                  <a:cubicBezTo>
                    <a:pt x="29" y="460"/>
                    <a:pt x="23" y="461"/>
                    <a:pt x="24" y="461"/>
                  </a:cubicBezTo>
                  <a:cubicBezTo>
                    <a:pt x="23" y="461"/>
                    <a:pt x="21" y="469"/>
                    <a:pt x="21" y="464"/>
                  </a:cubicBezTo>
                  <a:cubicBezTo>
                    <a:pt x="21" y="464"/>
                    <a:pt x="21" y="465"/>
                    <a:pt x="20" y="465"/>
                  </a:cubicBezTo>
                  <a:cubicBezTo>
                    <a:pt x="20" y="465"/>
                    <a:pt x="20" y="465"/>
                    <a:pt x="20" y="465"/>
                  </a:cubicBezTo>
                  <a:cubicBezTo>
                    <a:pt x="20" y="465"/>
                    <a:pt x="20" y="466"/>
                    <a:pt x="19" y="465"/>
                  </a:cubicBezTo>
                  <a:cubicBezTo>
                    <a:pt x="19" y="465"/>
                    <a:pt x="19" y="466"/>
                    <a:pt x="19" y="466"/>
                  </a:cubicBezTo>
                  <a:cubicBezTo>
                    <a:pt x="19" y="467"/>
                    <a:pt x="18" y="465"/>
                    <a:pt x="18" y="465"/>
                  </a:cubicBezTo>
                  <a:cubicBezTo>
                    <a:pt x="17" y="464"/>
                    <a:pt x="17" y="464"/>
                    <a:pt x="16" y="464"/>
                  </a:cubicBezTo>
                  <a:cubicBezTo>
                    <a:pt x="16" y="464"/>
                    <a:pt x="16" y="463"/>
                    <a:pt x="16" y="463"/>
                  </a:cubicBezTo>
                  <a:cubicBezTo>
                    <a:pt x="17" y="466"/>
                    <a:pt x="17" y="468"/>
                    <a:pt x="18" y="470"/>
                  </a:cubicBezTo>
                  <a:cubicBezTo>
                    <a:pt x="18" y="471"/>
                    <a:pt x="19" y="471"/>
                    <a:pt x="18" y="471"/>
                  </a:cubicBezTo>
                  <a:cubicBezTo>
                    <a:pt x="18" y="472"/>
                    <a:pt x="19" y="472"/>
                    <a:pt x="19" y="472"/>
                  </a:cubicBezTo>
                  <a:cubicBezTo>
                    <a:pt x="19" y="472"/>
                    <a:pt x="19" y="472"/>
                    <a:pt x="19" y="471"/>
                  </a:cubicBezTo>
                  <a:cubicBezTo>
                    <a:pt x="20" y="470"/>
                    <a:pt x="21" y="470"/>
                    <a:pt x="22" y="469"/>
                  </a:cubicBezTo>
                  <a:cubicBezTo>
                    <a:pt x="21" y="468"/>
                    <a:pt x="22" y="466"/>
                    <a:pt x="23" y="467"/>
                  </a:cubicBezTo>
                  <a:cubicBezTo>
                    <a:pt x="24" y="467"/>
                    <a:pt x="24" y="468"/>
                    <a:pt x="23" y="469"/>
                  </a:cubicBezTo>
                  <a:cubicBezTo>
                    <a:pt x="23" y="469"/>
                    <a:pt x="23" y="469"/>
                    <a:pt x="24" y="469"/>
                  </a:cubicBezTo>
                  <a:cubicBezTo>
                    <a:pt x="24" y="469"/>
                    <a:pt x="24" y="469"/>
                    <a:pt x="24" y="469"/>
                  </a:cubicBezTo>
                  <a:cubicBezTo>
                    <a:pt x="26" y="468"/>
                    <a:pt x="28" y="469"/>
                    <a:pt x="29" y="470"/>
                  </a:cubicBezTo>
                  <a:cubicBezTo>
                    <a:pt x="29" y="470"/>
                    <a:pt x="30" y="470"/>
                    <a:pt x="30" y="470"/>
                  </a:cubicBezTo>
                  <a:cubicBezTo>
                    <a:pt x="30" y="470"/>
                    <a:pt x="30" y="470"/>
                    <a:pt x="30" y="470"/>
                  </a:cubicBezTo>
                  <a:cubicBezTo>
                    <a:pt x="30" y="470"/>
                    <a:pt x="31" y="471"/>
                    <a:pt x="30" y="471"/>
                  </a:cubicBezTo>
                  <a:cubicBezTo>
                    <a:pt x="32" y="472"/>
                    <a:pt x="33" y="475"/>
                    <a:pt x="33" y="477"/>
                  </a:cubicBezTo>
                  <a:cubicBezTo>
                    <a:pt x="33" y="477"/>
                    <a:pt x="32" y="480"/>
                    <a:pt x="31" y="480"/>
                  </a:cubicBezTo>
                  <a:cubicBezTo>
                    <a:pt x="31" y="480"/>
                    <a:pt x="30" y="479"/>
                    <a:pt x="30" y="480"/>
                  </a:cubicBezTo>
                  <a:cubicBezTo>
                    <a:pt x="30" y="480"/>
                    <a:pt x="30" y="480"/>
                    <a:pt x="30" y="480"/>
                  </a:cubicBezTo>
                  <a:cubicBezTo>
                    <a:pt x="29" y="480"/>
                    <a:pt x="29" y="481"/>
                    <a:pt x="29" y="481"/>
                  </a:cubicBezTo>
                  <a:cubicBezTo>
                    <a:pt x="29" y="481"/>
                    <a:pt x="30" y="481"/>
                    <a:pt x="30" y="482"/>
                  </a:cubicBezTo>
                  <a:cubicBezTo>
                    <a:pt x="30" y="482"/>
                    <a:pt x="29" y="483"/>
                    <a:pt x="28" y="482"/>
                  </a:cubicBezTo>
                  <a:cubicBezTo>
                    <a:pt x="28" y="482"/>
                    <a:pt x="28" y="482"/>
                    <a:pt x="28" y="482"/>
                  </a:cubicBezTo>
                  <a:cubicBezTo>
                    <a:pt x="28" y="483"/>
                    <a:pt x="28" y="484"/>
                    <a:pt x="28" y="485"/>
                  </a:cubicBezTo>
                  <a:cubicBezTo>
                    <a:pt x="29" y="485"/>
                    <a:pt x="31" y="483"/>
                    <a:pt x="32" y="485"/>
                  </a:cubicBezTo>
                  <a:cubicBezTo>
                    <a:pt x="29" y="485"/>
                    <a:pt x="31" y="486"/>
                    <a:pt x="31" y="489"/>
                  </a:cubicBezTo>
                  <a:cubicBezTo>
                    <a:pt x="31" y="493"/>
                    <a:pt x="30" y="491"/>
                    <a:pt x="32" y="488"/>
                  </a:cubicBezTo>
                  <a:cubicBezTo>
                    <a:pt x="33" y="487"/>
                    <a:pt x="33" y="489"/>
                    <a:pt x="35" y="487"/>
                  </a:cubicBezTo>
                  <a:cubicBezTo>
                    <a:pt x="35" y="486"/>
                    <a:pt x="35" y="484"/>
                    <a:pt x="35" y="482"/>
                  </a:cubicBezTo>
                  <a:cubicBezTo>
                    <a:pt x="35" y="482"/>
                    <a:pt x="35" y="482"/>
                    <a:pt x="35" y="482"/>
                  </a:cubicBezTo>
                  <a:cubicBezTo>
                    <a:pt x="35" y="481"/>
                    <a:pt x="35" y="481"/>
                    <a:pt x="35" y="480"/>
                  </a:cubicBezTo>
                  <a:cubicBezTo>
                    <a:pt x="35" y="482"/>
                    <a:pt x="31" y="480"/>
                    <a:pt x="33" y="479"/>
                  </a:cubicBezTo>
                  <a:cubicBezTo>
                    <a:pt x="33" y="479"/>
                    <a:pt x="33" y="479"/>
                    <a:pt x="34" y="478"/>
                  </a:cubicBezTo>
                  <a:cubicBezTo>
                    <a:pt x="34" y="477"/>
                    <a:pt x="35" y="474"/>
                    <a:pt x="36" y="473"/>
                  </a:cubicBezTo>
                  <a:cubicBezTo>
                    <a:pt x="36" y="470"/>
                    <a:pt x="37" y="470"/>
                    <a:pt x="36" y="473"/>
                  </a:cubicBezTo>
                  <a:cubicBezTo>
                    <a:pt x="36" y="475"/>
                    <a:pt x="36" y="477"/>
                    <a:pt x="35" y="478"/>
                  </a:cubicBezTo>
                  <a:cubicBezTo>
                    <a:pt x="37" y="477"/>
                    <a:pt x="35" y="476"/>
                    <a:pt x="36" y="475"/>
                  </a:cubicBezTo>
                  <a:cubicBezTo>
                    <a:pt x="36" y="474"/>
                    <a:pt x="38" y="473"/>
                    <a:pt x="39" y="472"/>
                  </a:cubicBezTo>
                  <a:cubicBezTo>
                    <a:pt x="39" y="472"/>
                    <a:pt x="39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40" y="471"/>
                    <a:pt x="40" y="471"/>
                    <a:pt x="40" y="471"/>
                  </a:cubicBezTo>
                  <a:cubicBezTo>
                    <a:pt x="39" y="469"/>
                    <a:pt x="43" y="469"/>
                    <a:pt x="42" y="470"/>
                  </a:cubicBezTo>
                  <a:cubicBezTo>
                    <a:pt x="43" y="470"/>
                    <a:pt x="43" y="470"/>
                    <a:pt x="43" y="470"/>
                  </a:cubicBezTo>
                  <a:cubicBezTo>
                    <a:pt x="43" y="470"/>
                    <a:pt x="44" y="470"/>
                    <a:pt x="44" y="471"/>
                  </a:cubicBezTo>
                  <a:cubicBezTo>
                    <a:pt x="44" y="471"/>
                    <a:pt x="44" y="471"/>
                    <a:pt x="44" y="471"/>
                  </a:cubicBezTo>
                  <a:cubicBezTo>
                    <a:pt x="44" y="471"/>
                    <a:pt x="45" y="473"/>
                    <a:pt x="46" y="474"/>
                  </a:cubicBezTo>
                  <a:cubicBezTo>
                    <a:pt x="46" y="474"/>
                    <a:pt x="47" y="474"/>
                    <a:pt x="47" y="474"/>
                  </a:cubicBezTo>
                  <a:cubicBezTo>
                    <a:pt x="47" y="474"/>
                    <a:pt x="47" y="475"/>
                    <a:pt x="47" y="475"/>
                  </a:cubicBezTo>
                  <a:cubicBezTo>
                    <a:pt x="47" y="475"/>
                    <a:pt x="48" y="475"/>
                    <a:pt x="48" y="474"/>
                  </a:cubicBezTo>
                  <a:cubicBezTo>
                    <a:pt x="48" y="474"/>
                    <a:pt x="48" y="473"/>
                    <a:pt x="48" y="473"/>
                  </a:cubicBezTo>
                  <a:cubicBezTo>
                    <a:pt x="49" y="473"/>
                    <a:pt x="56" y="472"/>
                    <a:pt x="53" y="470"/>
                  </a:cubicBezTo>
                  <a:cubicBezTo>
                    <a:pt x="52" y="470"/>
                    <a:pt x="52" y="471"/>
                    <a:pt x="52" y="471"/>
                  </a:cubicBezTo>
                  <a:cubicBezTo>
                    <a:pt x="52" y="471"/>
                    <a:pt x="52" y="470"/>
                    <a:pt x="51" y="470"/>
                  </a:cubicBezTo>
                  <a:cubicBezTo>
                    <a:pt x="50" y="470"/>
                    <a:pt x="49" y="472"/>
                    <a:pt x="48" y="472"/>
                  </a:cubicBezTo>
                  <a:cubicBezTo>
                    <a:pt x="50" y="471"/>
                    <a:pt x="48" y="468"/>
                    <a:pt x="49" y="467"/>
                  </a:cubicBezTo>
                  <a:cubicBezTo>
                    <a:pt x="51" y="467"/>
                    <a:pt x="53" y="470"/>
                    <a:pt x="55" y="470"/>
                  </a:cubicBezTo>
                  <a:cubicBezTo>
                    <a:pt x="58" y="469"/>
                    <a:pt x="59" y="467"/>
                    <a:pt x="60" y="465"/>
                  </a:cubicBezTo>
                  <a:cubicBezTo>
                    <a:pt x="59" y="466"/>
                    <a:pt x="57" y="466"/>
                    <a:pt x="56" y="465"/>
                  </a:cubicBezTo>
                  <a:cubicBezTo>
                    <a:pt x="55" y="466"/>
                    <a:pt x="54" y="467"/>
                    <a:pt x="53" y="465"/>
                  </a:cubicBezTo>
                  <a:cubicBezTo>
                    <a:pt x="52" y="463"/>
                    <a:pt x="48" y="460"/>
                    <a:pt x="50" y="458"/>
                  </a:cubicBezTo>
                  <a:cubicBezTo>
                    <a:pt x="53" y="455"/>
                    <a:pt x="58" y="451"/>
                    <a:pt x="59" y="445"/>
                  </a:cubicBezTo>
                  <a:cubicBezTo>
                    <a:pt x="55" y="450"/>
                    <a:pt x="54" y="444"/>
                    <a:pt x="59" y="443"/>
                  </a:cubicBezTo>
                  <a:cubicBezTo>
                    <a:pt x="58" y="445"/>
                    <a:pt x="60" y="444"/>
                    <a:pt x="61" y="445"/>
                  </a:cubicBezTo>
                  <a:cubicBezTo>
                    <a:pt x="61" y="445"/>
                    <a:pt x="61" y="446"/>
                    <a:pt x="61" y="446"/>
                  </a:cubicBezTo>
                  <a:cubicBezTo>
                    <a:pt x="61" y="446"/>
                    <a:pt x="61" y="446"/>
                    <a:pt x="61" y="446"/>
                  </a:cubicBezTo>
                  <a:cubicBezTo>
                    <a:pt x="63" y="446"/>
                    <a:pt x="60" y="450"/>
                    <a:pt x="60" y="447"/>
                  </a:cubicBezTo>
                  <a:cubicBezTo>
                    <a:pt x="60" y="447"/>
                    <a:pt x="60" y="447"/>
                    <a:pt x="60" y="447"/>
                  </a:cubicBezTo>
                  <a:cubicBezTo>
                    <a:pt x="60" y="448"/>
                    <a:pt x="59" y="448"/>
                    <a:pt x="59" y="449"/>
                  </a:cubicBezTo>
                  <a:cubicBezTo>
                    <a:pt x="59" y="452"/>
                    <a:pt x="59" y="456"/>
                    <a:pt x="60" y="459"/>
                  </a:cubicBezTo>
                  <a:cubicBezTo>
                    <a:pt x="61" y="459"/>
                    <a:pt x="61" y="459"/>
                    <a:pt x="62" y="460"/>
                  </a:cubicBezTo>
                  <a:cubicBezTo>
                    <a:pt x="62" y="460"/>
                    <a:pt x="62" y="460"/>
                    <a:pt x="62" y="461"/>
                  </a:cubicBezTo>
                  <a:cubicBezTo>
                    <a:pt x="63" y="462"/>
                    <a:pt x="64" y="461"/>
                    <a:pt x="66" y="457"/>
                  </a:cubicBezTo>
                  <a:cubicBezTo>
                    <a:pt x="67" y="464"/>
                    <a:pt x="71" y="455"/>
                    <a:pt x="70" y="453"/>
                  </a:cubicBezTo>
                  <a:cubicBezTo>
                    <a:pt x="70" y="453"/>
                    <a:pt x="68" y="453"/>
                    <a:pt x="68" y="452"/>
                  </a:cubicBezTo>
                  <a:cubicBezTo>
                    <a:pt x="67" y="452"/>
                    <a:pt x="68" y="449"/>
                    <a:pt x="68" y="447"/>
                  </a:cubicBezTo>
                  <a:cubicBezTo>
                    <a:pt x="69" y="446"/>
                    <a:pt x="73" y="440"/>
                    <a:pt x="72" y="445"/>
                  </a:cubicBezTo>
                  <a:cubicBezTo>
                    <a:pt x="71" y="446"/>
                    <a:pt x="71" y="448"/>
                    <a:pt x="71" y="449"/>
                  </a:cubicBezTo>
                  <a:cubicBezTo>
                    <a:pt x="72" y="449"/>
                    <a:pt x="72" y="449"/>
                    <a:pt x="71" y="449"/>
                  </a:cubicBezTo>
                  <a:cubicBezTo>
                    <a:pt x="71" y="449"/>
                    <a:pt x="71" y="449"/>
                    <a:pt x="71" y="449"/>
                  </a:cubicBezTo>
                  <a:cubicBezTo>
                    <a:pt x="71" y="450"/>
                    <a:pt x="71" y="452"/>
                    <a:pt x="71" y="453"/>
                  </a:cubicBezTo>
                  <a:cubicBezTo>
                    <a:pt x="71" y="455"/>
                    <a:pt x="70" y="457"/>
                    <a:pt x="70" y="458"/>
                  </a:cubicBezTo>
                  <a:cubicBezTo>
                    <a:pt x="70" y="458"/>
                    <a:pt x="70" y="458"/>
                    <a:pt x="71" y="459"/>
                  </a:cubicBezTo>
                  <a:cubicBezTo>
                    <a:pt x="71" y="459"/>
                    <a:pt x="72" y="459"/>
                    <a:pt x="72" y="460"/>
                  </a:cubicBezTo>
                  <a:cubicBezTo>
                    <a:pt x="71" y="460"/>
                    <a:pt x="71" y="460"/>
                    <a:pt x="71" y="460"/>
                  </a:cubicBezTo>
                  <a:cubicBezTo>
                    <a:pt x="71" y="461"/>
                    <a:pt x="72" y="461"/>
                    <a:pt x="72" y="461"/>
                  </a:cubicBezTo>
                  <a:cubicBezTo>
                    <a:pt x="74" y="461"/>
                    <a:pt x="74" y="453"/>
                    <a:pt x="73" y="450"/>
                  </a:cubicBezTo>
                  <a:cubicBezTo>
                    <a:pt x="73" y="450"/>
                    <a:pt x="73" y="451"/>
                    <a:pt x="73" y="450"/>
                  </a:cubicBezTo>
                  <a:cubicBezTo>
                    <a:pt x="72" y="450"/>
                    <a:pt x="73" y="449"/>
                    <a:pt x="73" y="449"/>
                  </a:cubicBezTo>
                  <a:cubicBezTo>
                    <a:pt x="73" y="449"/>
                    <a:pt x="73" y="449"/>
                    <a:pt x="73" y="449"/>
                  </a:cubicBezTo>
                  <a:cubicBezTo>
                    <a:pt x="73" y="449"/>
                    <a:pt x="74" y="448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7"/>
                    <a:pt x="74" y="447"/>
                    <a:pt x="74" y="447"/>
                  </a:cubicBezTo>
                  <a:cubicBezTo>
                    <a:pt x="74" y="445"/>
                    <a:pt x="74" y="442"/>
                    <a:pt x="75" y="442"/>
                  </a:cubicBezTo>
                  <a:cubicBezTo>
                    <a:pt x="78" y="440"/>
                    <a:pt x="73" y="455"/>
                    <a:pt x="78" y="450"/>
                  </a:cubicBezTo>
                  <a:cubicBezTo>
                    <a:pt x="79" y="450"/>
                    <a:pt x="83" y="445"/>
                    <a:pt x="83" y="445"/>
                  </a:cubicBezTo>
                  <a:cubicBezTo>
                    <a:pt x="82" y="444"/>
                    <a:pt x="81" y="445"/>
                    <a:pt x="80" y="445"/>
                  </a:cubicBezTo>
                  <a:cubicBezTo>
                    <a:pt x="78" y="444"/>
                    <a:pt x="79" y="441"/>
                    <a:pt x="80" y="441"/>
                  </a:cubicBezTo>
                  <a:cubicBezTo>
                    <a:pt x="82" y="440"/>
                    <a:pt x="82" y="442"/>
                    <a:pt x="83" y="442"/>
                  </a:cubicBezTo>
                  <a:cubicBezTo>
                    <a:pt x="85" y="441"/>
                    <a:pt x="85" y="439"/>
                    <a:pt x="86" y="437"/>
                  </a:cubicBezTo>
                  <a:cubicBezTo>
                    <a:pt x="86" y="438"/>
                    <a:pt x="85" y="438"/>
                    <a:pt x="85" y="438"/>
                  </a:cubicBezTo>
                  <a:cubicBezTo>
                    <a:pt x="85" y="437"/>
                    <a:pt x="86" y="437"/>
                    <a:pt x="86" y="437"/>
                  </a:cubicBezTo>
                  <a:cubicBezTo>
                    <a:pt x="86" y="435"/>
                    <a:pt x="87" y="434"/>
                    <a:pt x="88" y="432"/>
                  </a:cubicBezTo>
                  <a:cubicBezTo>
                    <a:pt x="90" y="430"/>
                    <a:pt x="91" y="426"/>
                    <a:pt x="91" y="426"/>
                  </a:cubicBezTo>
                  <a:cubicBezTo>
                    <a:pt x="91" y="426"/>
                    <a:pt x="93" y="428"/>
                    <a:pt x="95" y="428"/>
                  </a:cubicBezTo>
                  <a:cubicBezTo>
                    <a:pt x="97" y="428"/>
                    <a:pt x="96" y="426"/>
                    <a:pt x="97" y="428"/>
                  </a:cubicBezTo>
                  <a:cubicBezTo>
                    <a:pt x="97" y="430"/>
                    <a:pt x="98" y="428"/>
                    <a:pt x="98" y="430"/>
                  </a:cubicBezTo>
                  <a:cubicBezTo>
                    <a:pt x="98" y="432"/>
                    <a:pt x="95" y="437"/>
                    <a:pt x="92" y="435"/>
                  </a:cubicBezTo>
                  <a:cubicBezTo>
                    <a:pt x="91" y="435"/>
                    <a:pt x="91" y="433"/>
                    <a:pt x="89" y="435"/>
                  </a:cubicBezTo>
                  <a:cubicBezTo>
                    <a:pt x="89" y="436"/>
                    <a:pt x="90" y="437"/>
                    <a:pt x="89" y="439"/>
                  </a:cubicBezTo>
                  <a:cubicBezTo>
                    <a:pt x="88" y="441"/>
                    <a:pt x="84" y="445"/>
                    <a:pt x="83" y="448"/>
                  </a:cubicBezTo>
                  <a:cubicBezTo>
                    <a:pt x="82" y="450"/>
                    <a:pt x="83" y="453"/>
                    <a:pt x="81" y="456"/>
                  </a:cubicBezTo>
                  <a:cubicBezTo>
                    <a:pt x="80" y="458"/>
                    <a:pt x="75" y="461"/>
                    <a:pt x="75" y="463"/>
                  </a:cubicBezTo>
                  <a:cubicBezTo>
                    <a:pt x="75" y="463"/>
                    <a:pt x="76" y="464"/>
                    <a:pt x="76" y="464"/>
                  </a:cubicBezTo>
                  <a:cubicBezTo>
                    <a:pt x="77" y="464"/>
                    <a:pt x="77" y="464"/>
                    <a:pt x="77" y="464"/>
                  </a:cubicBezTo>
                  <a:cubicBezTo>
                    <a:pt x="77" y="465"/>
                    <a:pt x="77" y="465"/>
                    <a:pt x="77" y="465"/>
                  </a:cubicBezTo>
                  <a:cubicBezTo>
                    <a:pt x="79" y="466"/>
                    <a:pt x="83" y="467"/>
                    <a:pt x="86" y="467"/>
                  </a:cubicBezTo>
                  <a:cubicBezTo>
                    <a:pt x="86" y="467"/>
                    <a:pt x="86" y="466"/>
                    <a:pt x="86" y="466"/>
                  </a:cubicBezTo>
                  <a:cubicBezTo>
                    <a:pt x="86" y="465"/>
                    <a:pt x="86" y="465"/>
                    <a:pt x="86" y="464"/>
                  </a:cubicBezTo>
                  <a:cubicBezTo>
                    <a:pt x="87" y="460"/>
                    <a:pt x="94" y="456"/>
                    <a:pt x="98" y="458"/>
                  </a:cubicBezTo>
                  <a:cubicBezTo>
                    <a:pt x="98" y="458"/>
                    <a:pt x="98" y="459"/>
                    <a:pt x="99" y="459"/>
                  </a:cubicBezTo>
                  <a:cubicBezTo>
                    <a:pt x="99" y="459"/>
                    <a:pt x="99" y="459"/>
                    <a:pt x="99" y="459"/>
                  </a:cubicBezTo>
                  <a:cubicBezTo>
                    <a:pt x="100" y="458"/>
                    <a:pt x="99" y="459"/>
                    <a:pt x="99" y="459"/>
                  </a:cubicBezTo>
                  <a:cubicBezTo>
                    <a:pt x="99" y="459"/>
                    <a:pt x="99" y="459"/>
                    <a:pt x="99" y="460"/>
                  </a:cubicBezTo>
                  <a:cubicBezTo>
                    <a:pt x="100" y="459"/>
                    <a:pt x="101" y="459"/>
                    <a:pt x="101" y="458"/>
                  </a:cubicBezTo>
                  <a:cubicBezTo>
                    <a:pt x="103" y="459"/>
                    <a:pt x="103" y="456"/>
                    <a:pt x="105" y="456"/>
                  </a:cubicBezTo>
                  <a:cubicBezTo>
                    <a:pt x="106" y="455"/>
                    <a:pt x="108" y="458"/>
                    <a:pt x="108" y="455"/>
                  </a:cubicBezTo>
                  <a:cubicBezTo>
                    <a:pt x="108" y="460"/>
                    <a:pt x="116" y="452"/>
                    <a:pt x="116" y="451"/>
                  </a:cubicBezTo>
                  <a:cubicBezTo>
                    <a:pt x="116" y="451"/>
                    <a:pt x="110" y="450"/>
                    <a:pt x="110" y="450"/>
                  </a:cubicBezTo>
                  <a:cubicBezTo>
                    <a:pt x="110" y="450"/>
                    <a:pt x="110" y="450"/>
                    <a:pt x="110" y="450"/>
                  </a:cubicBezTo>
                  <a:cubicBezTo>
                    <a:pt x="110" y="451"/>
                    <a:pt x="110" y="451"/>
                    <a:pt x="110" y="451"/>
                  </a:cubicBezTo>
                  <a:cubicBezTo>
                    <a:pt x="109" y="451"/>
                    <a:pt x="109" y="452"/>
                    <a:pt x="108" y="451"/>
                  </a:cubicBezTo>
                  <a:cubicBezTo>
                    <a:pt x="107" y="450"/>
                    <a:pt x="109" y="450"/>
                    <a:pt x="110" y="449"/>
                  </a:cubicBezTo>
                  <a:cubicBezTo>
                    <a:pt x="110" y="449"/>
                    <a:pt x="110" y="449"/>
                    <a:pt x="109" y="449"/>
                  </a:cubicBezTo>
                  <a:cubicBezTo>
                    <a:pt x="109" y="449"/>
                    <a:pt x="108" y="448"/>
                    <a:pt x="108" y="447"/>
                  </a:cubicBezTo>
                  <a:cubicBezTo>
                    <a:pt x="108" y="447"/>
                    <a:pt x="108" y="446"/>
                    <a:pt x="108" y="446"/>
                  </a:cubicBezTo>
                  <a:cubicBezTo>
                    <a:pt x="108" y="446"/>
                    <a:pt x="108" y="445"/>
                    <a:pt x="108" y="444"/>
                  </a:cubicBezTo>
                  <a:cubicBezTo>
                    <a:pt x="108" y="444"/>
                    <a:pt x="110" y="441"/>
                    <a:pt x="111" y="441"/>
                  </a:cubicBezTo>
                  <a:cubicBezTo>
                    <a:pt x="112" y="440"/>
                    <a:pt x="114" y="435"/>
                    <a:pt x="115" y="436"/>
                  </a:cubicBezTo>
                  <a:cubicBezTo>
                    <a:pt x="116" y="436"/>
                    <a:pt x="114" y="438"/>
                    <a:pt x="115" y="439"/>
                  </a:cubicBezTo>
                  <a:cubicBezTo>
                    <a:pt x="115" y="440"/>
                    <a:pt x="117" y="439"/>
                    <a:pt x="118" y="439"/>
                  </a:cubicBezTo>
                  <a:cubicBezTo>
                    <a:pt x="119" y="439"/>
                    <a:pt x="118" y="441"/>
                    <a:pt x="119" y="442"/>
                  </a:cubicBezTo>
                  <a:cubicBezTo>
                    <a:pt x="119" y="441"/>
                    <a:pt x="121" y="440"/>
                    <a:pt x="122" y="442"/>
                  </a:cubicBezTo>
                  <a:cubicBezTo>
                    <a:pt x="122" y="444"/>
                    <a:pt x="120" y="443"/>
                    <a:pt x="120" y="444"/>
                  </a:cubicBezTo>
                  <a:cubicBezTo>
                    <a:pt x="119" y="444"/>
                    <a:pt x="120" y="445"/>
                    <a:pt x="120" y="445"/>
                  </a:cubicBezTo>
                  <a:cubicBezTo>
                    <a:pt x="121" y="446"/>
                    <a:pt x="119" y="447"/>
                    <a:pt x="118" y="448"/>
                  </a:cubicBezTo>
                  <a:cubicBezTo>
                    <a:pt x="118" y="449"/>
                    <a:pt x="119" y="450"/>
                    <a:pt x="119" y="450"/>
                  </a:cubicBezTo>
                  <a:cubicBezTo>
                    <a:pt x="117" y="453"/>
                    <a:pt x="112" y="455"/>
                    <a:pt x="113" y="460"/>
                  </a:cubicBezTo>
                  <a:cubicBezTo>
                    <a:pt x="113" y="461"/>
                    <a:pt x="114" y="460"/>
                    <a:pt x="115" y="460"/>
                  </a:cubicBezTo>
                  <a:cubicBezTo>
                    <a:pt x="114" y="463"/>
                    <a:pt x="112" y="471"/>
                    <a:pt x="107" y="472"/>
                  </a:cubicBezTo>
                  <a:cubicBezTo>
                    <a:pt x="106" y="472"/>
                    <a:pt x="104" y="471"/>
                    <a:pt x="103" y="471"/>
                  </a:cubicBezTo>
                  <a:cubicBezTo>
                    <a:pt x="102" y="471"/>
                    <a:pt x="102" y="470"/>
                    <a:pt x="101" y="469"/>
                  </a:cubicBezTo>
                  <a:cubicBezTo>
                    <a:pt x="101" y="469"/>
                    <a:pt x="100" y="469"/>
                    <a:pt x="100" y="468"/>
                  </a:cubicBezTo>
                  <a:cubicBezTo>
                    <a:pt x="100" y="468"/>
                    <a:pt x="100" y="468"/>
                    <a:pt x="100" y="468"/>
                  </a:cubicBezTo>
                  <a:cubicBezTo>
                    <a:pt x="100" y="468"/>
                    <a:pt x="100" y="467"/>
                    <a:pt x="99" y="467"/>
                  </a:cubicBezTo>
                  <a:cubicBezTo>
                    <a:pt x="98" y="468"/>
                    <a:pt x="96" y="470"/>
                    <a:pt x="95" y="470"/>
                  </a:cubicBezTo>
                  <a:cubicBezTo>
                    <a:pt x="96" y="472"/>
                    <a:pt x="98" y="470"/>
                    <a:pt x="99" y="470"/>
                  </a:cubicBezTo>
                  <a:cubicBezTo>
                    <a:pt x="98" y="471"/>
                    <a:pt x="98" y="471"/>
                    <a:pt x="98" y="472"/>
                  </a:cubicBezTo>
                  <a:cubicBezTo>
                    <a:pt x="99" y="472"/>
                    <a:pt x="100" y="472"/>
                    <a:pt x="100" y="472"/>
                  </a:cubicBezTo>
                  <a:cubicBezTo>
                    <a:pt x="101" y="473"/>
                    <a:pt x="99" y="473"/>
                    <a:pt x="99" y="473"/>
                  </a:cubicBezTo>
                  <a:cubicBezTo>
                    <a:pt x="98" y="475"/>
                    <a:pt x="100" y="474"/>
                    <a:pt x="99" y="476"/>
                  </a:cubicBezTo>
                  <a:cubicBezTo>
                    <a:pt x="98" y="478"/>
                    <a:pt x="95" y="477"/>
                    <a:pt x="94" y="478"/>
                  </a:cubicBezTo>
                  <a:cubicBezTo>
                    <a:pt x="94" y="478"/>
                    <a:pt x="94" y="478"/>
                    <a:pt x="94" y="479"/>
                  </a:cubicBezTo>
                  <a:cubicBezTo>
                    <a:pt x="95" y="479"/>
                    <a:pt x="95" y="479"/>
                    <a:pt x="96" y="479"/>
                  </a:cubicBezTo>
                  <a:cubicBezTo>
                    <a:pt x="96" y="480"/>
                    <a:pt x="94" y="481"/>
                    <a:pt x="95" y="483"/>
                  </a:cubicBezTo>
                  <a:cubicBezTo>
                    <a:pt x="95" y="483"/>
                    <a:pt x="96" y="483"/>
                    <a:pt x="96" y="483"/>
                  </a:cubicBezTo>
                  <a:cubicBezTo>
                    <a:pt x="96" y="483"/>
                    <a:pt x="97" y="487"/>
                    <a:pt x="97" y="487"/>
                  </a:cubicBezTo>
                  <a:cubicBezTo>
                    <a:pt x="96" y="489"/>
                    <a:pt x="94" y="487"/>
                    <a:pt x="92" y="488"/>
                  </a:cubicBezTo>
                  <a:cubicBezTo>
                    <a:pt x="93" y="488"/>
                    <a:pt x="90" y="490"/>
                    <a:pt x="90" y="490"/>
                  </a:cubicBezTo>
                  <a:cubicBezTo>
                    <a:pt x="90" y="491"/>
                    <a:pt x="91" y="491"/>
                    <a:pt x="91" y="492"/>
                  </a:cubicBezTo>
                  <a:cubicBezTo>
                    <a:pt x="90" y="495"/>
                    <a:pt x="89" y="494"/>
                    <a:pt x="89" y="497"/>
                  </a:cubicBezTo>
                  <a:cubicBezTo>
                    <a:pt x="89" y="498"/>
                    <a:pt x="86" y="502"/>
                    <a:pt x="84" y="502"/>
                  </a:cubicBezTo>
                  <a:cubicBezTo>
                    <a:pt x="80" y="502"/>
                    <a:pt x="82" y="494"/>
                    <a:pt x="76" y="496"/>
                  </a:cubicBezTo>
                  <a:cubicBezTo>
                    <a:pt x="75" y="491"/>
                    <a:pt x="70" y="501"/>
                    <a:pt x="69" y="501"/>
                  </a:cubicBezTo>
                  <a:cubicBezTo>
                    <a:pt x="69" y="501"/>
                    <a:pt x="69" y="501"/>
                    <a:pt x="69" y="501"/>
                  </a:cubicBezTo>
                  <a:cubicBezTo>
                    <a:pt x="69" y="501"/>
                    <a:pt x="69" y="502"/>
                    <a:pt x="68" y="501"/>
                  </a:cubicBezTo>
                  <a:cubicBezTo>
                    <a:pt x="68" y="501"/>
                    <a:pt x="68" y="501"/>
                    <a:pt x="68" y="501"/>
                  </a:cubicBezTo>
                  <a:cubicBezTo>
                    <a:pt x="68" y="500"/>
                    <a:pt x="69" y="500"/>
                    <a:pt x="69" y="501"/>
                  </a:cubicBezTo>
                  <a:cubicBezTo>
                    <a:pt x="69" y="499"/>
                    <a:pt x="73" y="494"/>
                    <a:pt x="68" y="496"/>
                  </a:cubicBezTo>
                  <a:cubicBezTo>
                    <a:pt x="67" y="497"/>
                    <a:pt x="69" y="499"/>
                    <a:pt x="68" y="500"/>
                  </a:cubicBezTo>
                  <a:cubicBezTo>
                    <a:pt x="67" y="501"/>
                    <a:pt x="64" y="500"/>
                    <a:pt x="62" y="500"/>
                  </a:cubicBezTo>
                  <a:cubicBezTo>
                    <a:pt x="62" y="500"/>
                    <a:pt x="61" y="504"/>
                    <a:pt x="61" y="505"/>
                  </a:cubicBezTo>
                  <a:cubicBezTo>
                    <a:pt x="62" y="506"/>
                    <a:pt x="63" y="506"/>
                    <a:pt x="62" y="508"/>
                  </a:cubicBezTo>
                  <a:cubicBezTo>
                    <a:pt x="62" y="508"/>
                    <a:pt x="62" y="507"/>
                    <a:pt x="63" y="507"/>
                  </a:cubicBezTo>
                  <a:cubicBezTo>
                    <a:pt x="62" y="508"/>
                    <a:pt x="62" y="509"/>
                    <a:pt x="65" y="508"/>
                  </a:cubicBezTo>
                  <a:cubicBezTo>
                    <a:pt x="63" y="511"/>
                    <a:pt x="60" y="511"/>
                    <a:pt x="61" y="514"/>
                  </a:cubicBezTo>
                  <a:cubicBezTo>
                    <a:pt x="61" y="514"/>
                    <a:pt x="67" y="516"/>
                    <a:pt x="66" y="517"/>
                  </a:cubicBezTo>
                  <a:cubicBezTo>
                    <a:pt x="70" y="515"/>
                    <a:pt x="64" y="513"/>
                    <a:pt x="65" y="510"/>
                  </a:cubicBezTo>
                  <a:cubicBezTo>
                    <a:pt x="66" y="507"/>
                    <a:pt x="68" y="514"/>
                    <a:pt x="69" y="514"/>
                  </a:cubicBezTo>
                  <a:cubicBezTo>
                    <a:pt x="70" y="515"/>
                    <a:pt x="69" y="514"/>
                    <a:pt x="70" y="514"/>
                  </a:cubicBezTo>
                  <a:cubicBezTo>
                    <a:pt x="72" y="513"/>
                    <a:pt x="73" y="516"/>
                    <a:pt x="74" y="514"/>
                  </a:cubicBezTo>
                  <a:cubicBezTo>
                    <a:pt x="74" y="514"/>
                    <a:pt x="71" y="514"/>
                    <a:pt x="72" y="512"/>
                  </a:cubicBezTo>
                  <a:cubicBezTo>
                    <a:pt x="73" y="511"/>
                    <a:pt x="75" y="513"/>
                    <a:pt x="75" y="513"/>
                  </a:cubicBezTo>
                  <a:cubicBezTo>
                    <a:pt x="76" y="513"/>
                    <a:pt x="77" y="513"/>
                    <a:pt x="78" y="514"/>
                  </a:cubicBezTo>
                  <a:cubicBezTo>
                    <a:pt x="78" y="513"/>
                    <a:pt x="78" y="513"/>
                    <a:pt x="78" y="513"/>
                  </a:cubicBezTo>
                  <a:cubicBezTo>
                    <a:pt x="78" y="513"/>
                    <a:pt x="78" y="514"/>
                    <a:pt x="78" y="515"/>
                  </a:cubicBezTo>
                  <a:cubicBezTo>
                    <a:pt x="78" y="517"/>
                    <a:pt x="78" y="519"/>
                    <a:pt x="78" y="520"/>
                  </a:cubicBezTo>
                  <a:cubicBezTo>
                    <a:pt x="78" y="520"/>
                    <a:pt x="78" y="520"/>
                    <a:pt x="78" y="520"/>
                  </a:cubicBezTo>
                  <a:cubicBezTo>
                    <a:pt x="79" y="520"/>
                    <a:pt x="78" y="519"/>
                    <a:pt x="79" y="519"/>
                  </a:cubicBezTo>
                  <a:cubicBezTo>
                    <a:pt x="80" y="520"/>
                    <a:pt x="80" y="520"/>
                    <a:pt x="81" y="520"/>
                  </a:cubicBezTo>
                  <a:cubicBezTo>
                    <a:pt x="81" y="518"/>
                    <a:pt x="82" y="515"/>
                    <a:pt x="82" y="515"/>
                  </a:cubicBezTo>
                  <a:cubicBezTo>
                    <a:pt x="84" y="514"/>
                    <a:pt x="85" y="516"/>
                    <a:pt x="86" y="514"/>
                  </a:cubicBezTo>
                  <a:cubicBezTo>
                    <a:pt x="86" y="513"/>
                    <a:pt x="84" y="512"/>
                    <a:pt x="84" y="511"/>
                  </a:cubicBezTo>
                  <a:cubicBezTo>
                    <a:pt x="84" y="511"/>
                    <a:pt x="83" y="509"/>
                    <a:pt x="84" y="509"/>
                  </a:cubicBezTo>
                  <a:cubicBezTo>
                    <a:pt x="82" y="509"/>
                    <a:pt x="80" y="511"/>
                    <a:pt x="80" y="510"/>
                  </a:cubicBezTo>
                  <a:cubicBezTo>
                    <a:pt x="79" y="510"/>
                    <a:pt x="80" y="508"/>
                    <a:pt x="81" y="507"/>
                  </a:cubicBezTo>
                  <a:cubicBezTo>
                    <a:pt x="82" y="510"/>
                    <a:pt x="84" y="506"/>
                    <a:pt x="85" y="505"/>
                  </a:cubicBezTo>
                  <a:cubicBezTo>
                    <a:pt x="86" y="504"/>
                    <a:pt x="89" y="504"/>
                    <a:pt x="89" y="504"/>
                  </a:cubicBezTo>
                  <a:cubicBezTo>
                    <a:pt x="90" y="503"/>
                    <a:pt x="88" y="501"/>
                    <a:pt x="90" y="501"/>
                  </a:cubicBezTo>
                  <a:cubicBezTo>
                    <a:pt x="91" y="501"/>
                    <a:pt x="90" y="502"/>
                    <a:pt x="90" y="502"/>
                  </a:cubicBezTo>
                  <a:cubicBezTo>
                    <a:pt x="91" y="503"/>
                    <a:pt x="93" y="501"/>
                    <a:pt x="94" y="502"/>
                  </a:cubicBezTo>
                  <a:cubicBezTo>
                    <a:pt x="95" y="502"/>
                    <a:pt x="94" y="504"/>
                    <a:pt x="94" y="505"/>
                  </a:cubicBezTo>
                  <a:cubicBezTo>
                    <a:pt x="94" y="506"/>
                    <a:pt x="94" y="507"/>
                    <a:pt x="94" y="508"/>
                  </a:cubicBezTo>
                  <a:cubicBezTo>
                    <a:pt x="97" y="507"/>
                    <a:pt x="101" y="507"/>
                    <a:pt x="102" y="508"/>
                  </a:cubicBezTo>
                  <a:cubicBezTo>
                    <a:pt x="103" y="509"/>
                    <a:pt x="101" y="511"/>
                    <a:pt x="104" y="510"/>
                  </a:cubicBezTo>
                  <a:cubicBezTo>
                    <a:pt x="102" y="512"/>
                    <a:pt x="106" y="513"/>
                    <a:pt x="106" y="514"/>
                  </a:cubicBezTo>
                  <a:cubicBezTo>
                    <a:pt x="106" y="515"/>
                    <a:pt x="104" y="516"/>
                    <a:pt x="104" y="516"/>
                  </a:cubicBezTo>
                  <a:cubicBezTo>
                    <a:pt x="104" y="516"/>
                    <a:pt x="105" y="517"/>
                    <a:pt x="104" y="518"/>
                  </a:cubicBezTo>
                  <a:cubicBezTo>
                    <a:pt x="104" y="518"/>
                    <a:pt x="104" y="518"/>
                    <a:pt x="104" y="518"/>
                  </a:cubicBezTo>
                  <a:cubicBezTo>
                    <a:pt x="105" y="519"/>
                    <a:pt x="106" y="520"/>
                    <a:pt x="106" y="522"/>
                  </a:cubicBezTo>
                  <a:cubicBezTo>
                    <a:pt x="106" y="522"/>
                    <a:pt x="107" y="522"/>
                    <a:pt x="107" y="522"/>
                  </a:cubicBezTo>
                  <a:cubicBezTo>
                    <a:pt x="107" y="521"/>
                    <a:pt x="106" y="521"/>
                    <a:pt x="106" y="520"/>
                  </a:cubicBezTo>
                  <a:cubicBezTo>
                    <a:pt x="106" y="519"/>
                    <a:pt x="107" y="518"/>
                    <a:pt x="108" y="518"/>
                  </a:cubicBezTo>
                  <a:cubicBezTo>
                    <a:pt x="108" y="517"/>
                    <a:pt x="108" y="517"/>
                    <a:pt x="109" y="516"/>
                  </a:cubicBezTo>
                  <a:cubicBezTo>
                    <a:pt x="109" y="516"/>
                    <a:pt x="108" y="516"/>
                    <a:pt x="108" y="516"/>
                  </a:cubicBezTo>
                  <a:cubicBezTo>
                    <a:pt x="108" y="515"/>
                    <a:pt x="109" y="515"/>
                    <a:pt x="109" y="515"/>
                  </a:cubicBezTo>
                  <a:cubicBezTo>
                    <a:pt x="111" y="514"/>
                    <a:pt x="112" y="513"/>
                    <a:pt x="113" y="512"/>
                  </a:cubicBezTo>
                  <a:cubicBezTo>
                    <a:pt x="112" y="514"/>
                    <a:pt x="115" y="514"/>
                    <a:pt x="115" y="514"/>
                  </a:cubicBezTo>
                  <a:cubicBezTo>
                    <a:pt x="115" y="514"/>
                    <a:pt x="116" y="514"/>
                    <a:pt x="116" y="514"/>
                  </a:cubicBezTo>
                  <a:cubicBezTo>
                    <a:pt x="116" y="514"/>
                    <a:pt x="116" y="514"/>
                    <a:pt x="116" y="514"/>
                  </a:cubicBezTo>
                  <a:cubicBezTo>
                    <a:pt x="115" y="514"/>
                    <a:pt x="115" y="513"/>
                    <a:pt x="115" y="513"/>
                  </a:cubicBezTo>
                  <a:cubicBezTo>
                    <a:pt x="114" y="512"/>
                    <a:pt x="115" y="508"/>
                    <a:pt x="115" y="507"/>
                  </a:cubicBezTo>
                  <a:cubicBezTo>
                    <a:pt x="116" y="507"/>
                    <a:pt x="116" y="508"/>
                    <a:pt x="117" y="508"/>
                  </a:cubicBezTo>
                  <a:cubicBezTo>
                    <a:pt x="118" y="507"/>
                    <a:pt x="120" y="504"/>
                    <a:pt x="123" y="505"/>
                  </a:cubicBezTo>
                  <a:cubicBezTo>
                    <a:pt x="122" y="507"/>
                    <a:pt x="120" y="506"/>
                    <a:pt x="120" y="507"/>
                  </a:cubicBezTo>
                  <a:cubicBezTo>
                    <a:pt x="119" y="508"/>
                    <a:pt x="121" y="508"/>
                    <a:pt x="121" y="508"/>
                  </a:cubicBezTo>
                  <a:cubicBezTo>
                    <a:pt x="122" y="510"/>
                    <a:pt x="120" y="514"/>
                    <a:pt x="117" y="514"/>
                  </a:cubicBezTo>
                  <a:cubicBezTo>
                    <a:pt x="117" y="515"/>
                    <a:pt x="117" y="516"/>
                    <a:pt x="116" y="517"/>
                  </a:cubicBezTo>
                  <a:cubicBezTo>
                    <a:pt x="117" y="517"/>
                    <a:pt x="117" y="517"/>
                    <a:pt x="117" y="517"/>
                  </a:cubicBezTo>
                  <a:cubicBezTo>
                    <a:pt x="118" y="515"/>
                    <a:pt x="121" y="515"/>
                    <a:pt x="122" y="513"/>
                  </a:cubicBezTo>
                  <a:cubicBezTo>
                    <a:pt x="122" y="512"/>
                    <a:pt x="122" y="511"/>
                    <a:pt x="122" y="510"/>
                  </a:cubicBezTo>
                  <a:cubicBezTo>
                    <a:pt x="122" y="510"/>
                    <a:pt x="123" y="509"/>
                    <a:pt x="123" y="508"/>
                  </a:cubicBezTo>
                  <a:cubicBezTo>
                    <a:pt x="123" y="507"/>
                    <a:pt x="122" y="508"/>
                    <a:pt x="122" y="507"/>
                  </a:cubicBezTo>
                  <a:cubicBezTo>
                    <a:pt x="123" y="506"/>
                    <a:pt x="124" y="505"/>
                    <a:pt x="124" y="506"/>
                  </a:cubicBezTo>
                  <a:cubicBezTo>
                    <a:pt x="125" y="506"/>
                    <a:pt x="124" y="508"/>
                    <a:pt x="125" y="510"/>
                  </a:cubicBezTo>
                  <a:cubicBezTo>
                    <a:pt x="125" y="510"/>
                    <a:pt x="127" y="510"/>
                    <a:pt x="128" y="510"/>
                  </a:cubicBezTo>
                  <a:cubicBezTo>
                    <a:pt x="129" y="511"/>
                    <a:pt x="129" y="513"/>
                    <a:pt x="132" y="511"/>
                  </a:cubicBezTo>
                  <a:cubicBezTo>
                    <a:pt x="129" y="514"/>
                    <a:pt x="133" y="512"/>
                    <a:pt x="134" y="513"/>
                  </a:cubicBezTo>
                  <a:cubicBezTo>
                    <a:pt x="133" y="513"/>
                    <a:pt x="134" y="519"/>
                    <a:pt x="134" y="520"/>
                  </a:cubicBezTo>
                  <a:cubicBezTo>
                    <a:pt x="134" y="521"/>
                    <a:pt x="132" y="523"/>
                    <a:pt x="132" y="525"/>
                  </a:cubicBezTo>
                  <a:cubicBezTo>
                    <a:pt x="132" y="525"/>
                    <a:pt x="133" y="524"/>
                    <a:pt x="133" y="524"/>
                  </a:cubicBezTo>
                  <a:cubicBezTo>
                    <a:pt x="133" y="525"/>
                    <a:pt x="133" y="525"/>
                    <a:pt x="132" y="526"/>
                  </a:cubicBezTo>
                  <a:cubicBezTo>
                    <a:pt x="132" y="526"/>
                    <a:pt x="132" y="526"/>
                    <a:pt x="132" y="527"/>
                  </a:cubicBezTo>
                  <a:cubicBezTo>
                    <a:pt x="133" y="526"/>
                    <a:pt x="133" y="526"/>
                    <a:pt x="133" y="526"/>
                  </a:cubicBezTo>
                  <a:cubicBezTo>
                    <a:pt x="133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4" y="525"/>
                    <a:pt x="134" y="525"/>
                    <a:pt x="134" y="525"/>
                  </a:cubicBezTo>
                  <a:cubicBezTo>
                    <a:pt x="136" y="524"/>
                    <a:pt x="142" y="524"/>
                    <a:pt x="145" y="524"/>
                  </a:cubicBezTo>
                  <a:cubicBezTo>
                    <a:pt x="145" y="523"/>
                    <a:pt x="146" y="522"/>
                    <a:pt x="146" y="522"/>
                  </a:cubicBezTo>
                  <a:cubicBezTo>
                    <a:pt x="147" y="522"/>
                    <a:pt x="147" y="523"/>
                    <a:pt x="147" y="524"/>
                  </a:cubicBezTo>
                  <a:cubicBezTo>
                    <a:pt x="147" y="524"/>
                    <a:pt x="148" y="524"/>
                    <a:pt x="148" y="525"/>
                  </a:cubicBezTo>
                  <a:cubicBezTo>
                    <a:pt x="148" y="526"/>
                    <a:pt x="147" y="526"/>
                    <a:pt x="145" y="527"/>
                  </a:cubicBezTo>
                  <a:cubicBezTo>
                    <a:pt x="146" y="527"/>
                    <a:pt x="146" y="527"/>
                    <a:pt x="146" y="527"/>
                  </a:cubicBezTo>
                  <a:cubicBezTo>
                    <a:pt x="146" y="529"/>
                    <a:pt x="146" y="530"/>
                    <a:pt x="145" y="530"/>
                  </a:cubicBezTo>
                  <a:cubicBezTo>
                    <a:pt x="145" y="531"/>
                    <a:pt x="145" y="532"/>
                    <a:pt x="144" y="533"/>
                  </a:cubicBezTo>
                  <a:cubicBezTo>
                    <a:pt x="144" y="533"/>
                    <a:pt x="143" y="533"/>
                    <a:pt x="142" y="533"/>
                  </a:cubicBezTo>
                  <a:cubicBezTo>
                    <a:pt x="142" y="534"/>
                    <a:pt x="143" y="534"/>
                    <a:pt x="144" y="533"/>
                  </a:cubicBezTo>
                  <a:cubicBezTo>
                    <a:pt x="145" y="533"/>
                    <a:pt x="147" y="530"/>
                    <a:pt x="147" y="530"/>
                  </a:cubicBezTo>
                  <a:cubicBezTo>
                    <a:pt x="148" y="530"/>
                    <a:pt x="148" y="529"/>
                    <a:pt x="147" y="529"/>
                  </a:cubicBezTo>
                  <a:cubicBezTo>
                    <a:pt x="151" y="528"/>
                    <a:pt x="150" y="537"/>
                    <a:pt x="148" y="535"/>
                  </a:cubicBezTo>
                  <a:cubicBezTo>
                    <a:pt x="148" y="535"/>
                    <a:pt x="147" y="533"/>
                    <a:pt x="147" y="533"/>
                  </a:cubicBezTo>
                  <a:cubicBezTo>
                    <a:pt x="146" y="533"/>
                    <a:pt x="143" y="537"/>
                    <a:pt x="141" y="538"/>
                  </a:cubicBezTo>
                  <a:cubicBezTo>
                    <a:pt x="140" y="538"/>
                    <a:pt x="140" y="538"/>
                    <a:pt x="139" y="539"/>
                  </a:cubicBezTo>
                  <a:cubicBezTo>
                    <a:pt x="140" y="540"/>
                    <a:pt x="141" y="541"/>
                    <a:pt x="140" y="542"/>
                  </a:cubicBezTo>
                  <a:cubicBezTo>
                    <a:pt x="140" y="542"/>
                    <a:pt x="139" y="543"/>
                    <a:pt x="139" y="543"/>
                  </a:cubicBezTo>
                  <a:cubicBezTo>
                    <a:pt x="139" y="543"/>
                    <a:pt x="138" y="546"/>
                    <a:pt x="138" y="547"/>
                  </a:cubicBezTo>
                  <a:cubicBezTo>
                    <a:pt x="138" y="547"/>
                    <a:pt x="140" y="546"/>
                    <a:pt x="139" y="546"/>
                  </a:cubicBezTo>
                  <a:cubicBezTo>
                    <a:pt x="139" y="546"/>
                    <a:pt x="141" y="548"/>
                    <a:pt x="140" y="549"/>
                  </a:cubicBezTo>
                  <a:cubicBezTo>
                    <a:pt x="140" y="549"/>
                    <a:pt x="140" y="549"/>
                    <a:pt x="139" y="549"/>
                  </a:cubicBezTo>
                  <a:cubicBezTo>
                    <a:pt x="140" y="549"/>
                    <a:pt x="140" y="550"/>
                    <a:pt x="141" y="550"/>
                  </a:cubicBezTo>
                  <a:cubicBezTo>
                    <a:pt x="141" y="549"/>
                    <a:pt x="141" y="548"/>
                    <a:pt x="142" y="548"/>
                  </a:cubicBezTo>
                  <a:cubicBezTo>
                    <a:pt x="141" y="548"/>
                    <a:pt x="141" y="548"/>
                    <a:pt x="140" y="548"/>
                  </a:cubicBezTo>
                  <a:cubicBezTo>
                    <a:pt x="140" y="547"/>
                    <a:pt x="140" y="547"/>
                    <a:pt x="141" y="547"/>
                  </a:cubicBezTo>
                  <a:cubicBezTo>
                    <a:pt x="141" y="546"/>
                    <a:pt x="142" y="544"/>
                    <a:pt x="142" y="546"/>
                  </a:cubicBezTo>
                  <a:cubicBezTo>
                    <a:pt x="143" y="546"/>
                    <a:pt x="142" y="546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2" y="547"/>
                    <a:pt x="142" y="547"/>
                    <a:pt x="142" y="547"/>
                  </a:cubicBezTo>
                  <a:cubicBezTo>
                    <a:pt x="143" y="546"/>
                    <a:pt x="144" y="546"/>
                    <a:pt x="145" y="548"/>
                  </a:cubicBezTo>
                  <a:cubicBezTo>
                    <a:pt x="146" y="549"/>
                    <a:pt x="145" y="550"/>
                    <a:pt x="145" y="551"/>
                  </a:cubicBezTo>
                  <a:cubicBezTo>
                    <a:pt x="145" y="551"/>
                    <a:pt x="145" y="551"/>
                    <a:pt x="145" y="551"/>
                  </a:cubicBezTo>
                  <a:cubicBezTo>
                    <a:pt x="147" y="551"/>
                    <a:pt x="145" y="551"/>
                    <a:pt x="146" y="552"/>
                  </a:cubicBezTo>
                  <a:cubicBezTo>
                    <a:pt x="146" y="552"/>
                    <a:pt x="146" y="552"/>
                    <a:pt x="147" y="552"/>
                  </a:cubicBezTo>
                  <a:cubicBezTo>
                    <a:pt x="147" y="552"/>
                    <a:pt x="147" y="552"/>
                    <a:pt x="147" y="552"/>
                  </a:cubicBezTo>
                  <a:cubicBezTo>
                    <a:pt x="147" y="551"/>
                    <a:pt x="148" y="551"/>
                    <a:pt x="148" y="551"/>
                  </a:cubicBezTo>
                  <a:cubicBezTo>
                    <a:pt x="151" y="552"/>
                    <a:pt x="148" y="556"/>
                    <a:pt x="149" y="558"/>
                  </a:cubicBezTo>
                  <a:cubicBezTo>
                    <a:pt x="150" y="558"/>
                    <a:pt x="152" y="558"/>
                    <a:pt x="152" y="557"/>
                  </a:cubicBezTo>
                  <a:cubicBezTo>
                    <a:pt x="153" y="557"/>
                    <a:pt x="153" y="556"/>
                    <a:pt x="154" y="555"/>
                  </a:cubicBezTo>
                  <a:cubicBezTo>
                    <a:pt x="152" y="554"/>
                    <a:pt x="152" y="553"/>
                    <a:pt x="152" y="551"/>
                  </a:cubicBezTo>
                  <a:cubicBezTo>
                    <a:pt x="154" y="547"/>
                    <a:pt x="159" y="548"/>
                    <a:pt x="160" y="551"/>
                  </a:cubicBezTo>
                  <a:cubicBezTo>
                    <a:pt x="161" y="551"/>
                    <a:pt x="161" y="551"/>
                    <a:pt x="162" y="550"/>
                  </a:cubicBezTo>
                  <a:cubicBezTo>
                    <a:pt x="161" y="550"/>
                    <a:pt x="161" y="551"/>
                    <a:pt x="161" y="551"/>
                  </a:cubicBezTo>
                  <a:cubicBezTo>
                    <a:pt x="163" y="550"/>
                    <a:pt x="165" y="549"/>
                    <a:pt x="167" y="550"/>
                  </a:cubicBezTo>
                  <a:cubicBezTo>
                    <a:pt x="169" y="549"/>
                    <a:pt x="170" y="549"/>
                    <a:pt x="170" y="549"/>
                  </a:cubicBezTo>
                  <a:cubicBezTo>
                    <a:pt x="171" y="550"/>
                    <a:pt x="170" y="550"/>
                    <a:pt x="168" y="551"/>
                  </a:cubicBezTo>
                  <a:cubicBezTo>
                    <a:pt x="168" y="551"/>
                    <a:pt x="169" y="551"/>
                    <a:pt x="169" y="551"/>
                  </a:cubicBezTo>
                  <a:cubicBezTo>
                    <a:pt x="169" y="552"/>
                    <a:pt x="169" y="553"/>
                    <a:pt x="169" y="554"/>
                  </a:cubicBezTo>
                  <a:cubicBezTo>
                    <a:pt x="171" y="554"/>
                    <a:pt x="172" y="555"/>
                    <a:pt x="171" y="557"/>
                  </a:cubicBezTo>
                  <a:cubicBezTo>
                    <a:pt x="170" y="559"/>
                    <a:pt x="171" y="560"/>
                    <a:pt x="171" y="561"/>
                  </a:cubicBezTo>
                  <a:cubicBezTo>
                    <a:pt x="171" y="561"/>
                    <a:pt x="170" y="562"/>
                    <a:pt x="170" y="563"/>
                  </a:cubicBezTo>
                  <a:cubicBezTo>
                    <a:pt x="172" y="561"/>
                    <a:pt x="173" y="559"/>
                    <a:pt x="175" y="558"/>
                  </a:cubicBezTo>
                  <a:cubicBezTo>
                    <a:pt x="173" y="556"/>
                    <a:pt x="171" y="554"/>
                    <a:pt x="175" y="552"/>
                  </a:cubicBezTo>
                  <a:cubicBezTo>
                    <a:pt x="175" y="551"/>
                    <a:pt x="176" y="551"/>
                    <a:pt x="177" y="551"/>
                  </a:cubicBezTo>
                  <a:cubicBezTo>
                    <a:pt x="175" y="551"/>
                    <a:pt x="176" y="547"/>
                    <a:pt x="178" y="548"/>
                  </a:cubicBezTo>
                  <a:cubicBezTo>
                    <a:pt x="179" y="549"/>
                    <a:pt x="178" y="550"/>
                    <a:pt x="178" y="550"/>
                  </a:cubicBezTo>
                  <a:cubicBezTo>
                    <a:pt x="177" y="551"/>
                    <a:pt x="177" y="551"/>
                    <a:pt x="177" y="551"/>
                  </a:cubicBezTo>
                  <a:cubicBezTo>
                    <a:pt x="179" y="551"/>
                    <a:pt x="181" y="550"/>
                    <a:pt x="182" y="550"/>
                  </a:cubicBezTo>
                  <a:cubicBezTo>
                    <a:pt x="184" y="548"/>
                    <a:pt x="183" y="547"/>
                    <a:pt x="185" y="549"/>
                  </a:cubicBezTo>
                  <a:cubicBezTo>
                    <a:pt x="186" y="549"/>
                    <a:pt x="186" y="550"/>
                    <a:pt x="188" y="549"/>
                  </a:cubicBezTo>
                  <a:cubicBezTo>
                    <a:pt x="188" y="549"/>
                    <a:pt x="191" y="545"/>
                    <a:pt x="191" y="548"/>
                  </a:cubicBezTo>
                  <a:cubicBezTo>
                    <a:pt x="191" y="549"/>
                    <a:pt x="189" y="549"/>
                    <a:pt x="189" y="549"/>
                  </a:cubicBezTo>
                  <a:cubicBezTo>
                    <a:pt x="190" y="550"/>
                    <a:pt x="194" y="550"/>
                    <a:pt x="194" y="550"/>
                  </a:cubicBezTo>
                  <a:cubicBezTo>
                    <a:pt x="194" y="551"/>
                    <a:pt x="190" y="553"/>
                    <a:pt x="192" y="555"/>
                  </a:cubicBezTo>
                  <a:cubicBezTo>
                    <a:pt x="193" y="555"/>
                    <a:pt x="194" y="555"/>
                    <a:pt x="194" y="555"/>
                  </a:cubicBezTo>
                  <a:cubicBezTo>
                    <a:pt x="194" y="555"/>
                    <a:pt x="193" y="556"/>
                    <a:pt x="193" y="556"/>
                  </a:cubicBezTo>
                  <a:cubicBezTo>
                    <a:pt x="192" y="558"/>
                    <a:pt x="192" y="558"/>
                    <a:pt x="193" y="558"/>
                  </a:cubicBezTo>
                  <a:cubicBezTo>
                    <a:pt x="194" y="558"/>
                    <a:pt x="195" y="558"/>
                    <a:pt x="196" y="559"/>
                  </a:cubicBezTo>
                  <a:cubicBezTo>
                    <a:pt x="196" y="560"/>
                    <a:pt x="195" y="560"/>
                    <a:pt x="194" y="560"/>
                  </a:cubicBezTo>
                  <a:cubicBezTo>
                    <a:pt x="194" y="561"/>
                    <a:pt x="194" y="561"/>
                    <a:pt x="194" y="561"/>
                  </a:cubicBezTo>
                  <a:cubicBezTo>
                    <a:pt x="194" y="562"/>
                    <a:pt x="196" y="561"/>
                    <a:pt x="196" y="562"/>
                  </a:cubicBezTo>
                  <a:cubicBezTo>
                    <a:pt x="197" y="563"/>
                    <a:pt x="195" y="565"/>
                    <a:pt x="195" y="566"/>
                  </a:cubicBezTo>
                  <a:cubicBezTo>
                    <a:pt x="197" y="568"/>
                    <a:pt x="199" y="565"/>
                    <a:pt x="201" y="566"/>
                  </a:cubicBezTo>
                  <a:cubicBezTo>
                    <a:pt x="201" y="566"/>
                    <a:pt x="203" y="568"/>
                    <a:pt x="205" y="566"/>
                  </a:cubicBezTo>
                  <a:cubicBezTo>
                    <a:pt x="206" y="565"/>
                    <a:pt x="204" y="563"/>
                    <a:pt x="208" y="562"/>
                  </a:cubicBezTo>
                  <a:cubicBezTo>
                    <a:pt x="209" y="561"/>
                    <a:pt x="214" y="560"/>
                    <a:pt x="214" y="562"/>
                  </a:cubicBezTo>
                  <a:cubicBezTo>
                    <a:pt x="214" y="563"/>
                    <a:pt x="213" y="562"/>
                    <a:pt x="212" y="563"/>
                  </a:cubicBezTo>
                  <a:cubicBezTo>
                    <a:pt x="211" y="563"/>
                    <a:pt x="213" y="566"/>
                    <a:pt x="213" y="566"/>
                  </a:cubicBezTo>
                  <a:cubicBezTo>
                    <a:pt x="212" y="567"/>
                    <a:pt x="210" y="567"/>
                    <a:pt x="210" y="568"/>
                  </a:cubicBezTo>
                  <a:cubicBezTo>
                    <a:pt x="210" y="568"/>
                    <a:pt x="210" y="568"/>
                    <a:pt x="210" y="568"/>
                  </a:cubicBezTo>
                  <a:cubicBezTo>
                    <a:pt x="210" y="569"/>
                    <a:pt x="210" y="569"/>
                    <a:pt x="210" y="569"/>
                  </a:cubicBezTo>
                  <a:cubicBezTo>
                    <a:pt x="210" y="570"/>
                    <a:pt x="211" y="572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09" y="573"/>
                    <a:pt x="209" y="573"/>
                    <a:pt x="209" y="573"/>
                  </a:cubicBezTo>
                  <a:cubicBezTo>
                    <a:pt x="210" y="574"/>
                    <a:pt x="210" y="575"/>
                    <a:pt x="208" y="576"/>
                  </a:cubicBezTo>
                  <a:cubicBezTo>
                    <a:pt x="208" y="576"/>
                    <a:pt x="208" y="576"/>
                    <a:pt x="208" y="576"/>
                  </a:cubicBezTo>
                  <a:cubicBezTo>
                    <a:pt x="208" y="576"/>
                    <a:pt x="209" y="576"/>
                    <a:pt x="209" y="576"/>
                  </a:cubicBezTo>
                  <a:cubicBezTo>
                    <a:pt x="210" y="576"/>
                    <a:pt x="210" y="576"/>
                    <a:pt x="211" y="577"/>
                  </a:cubicBezTo>
                  <a:cubicBezTo>
                    <a:pt x="211" y="577"/>
                    <a:pt x="212" y="577"/>
                    <a:pt x="212" y="577"/>
                  </a:cubicBezTo>
                  <a:cubicBezTo>
                    <a:pt x="212" y="578"/>
                    <a:pt x="211" y="578"/>
                    <a:pt x="211" y="579"/>
                  </a:cubicBezTo>
                  <a:cubicBezTo>
                    <a:pt x="211" y="579"/>
                    <a:pt x="211" y="580"/>
                    <a:pt x="211" y="580"/>
                  </a:cubicBezTo>
                  <a:cubicBezTo>
                    <a:pt x="210" y="581"/>
                    <a:pt x="207" y="580"/>
                    <a:pt x="205" y="581"/>
                  </a:cubicBezTo>
                  <a:cubicBezTo>
                    <a:pt x="206" y="580"/>
                    <a:pt x="206" y="578"/>
                    <a:pt x="204" y="580"/>
                  </a:cubicBezTo>
                  <a:cubicBezTo>
                    <a:pt x="202" y="581"/>
                    <a:pt x="204" y="581"/>
                    <a:pt x="204" y="582"/>
                  </a:cubicBezTo>
                  <a:cubicBezTo>
                    <a:pt x="204" y="582"/>
                    <a:pt x="203" y="582"/>
                    <a:pt x="204" y="583"/>
                  </a:cubicBezTo>
                  <a:cubicBezTo>
                    <a:pt x="204" y="583"/>
                    <a:pt x="204" y="583"/>
                    <a:pt x="204" y="583"/>
                  </a:cubicBezTo>
                  <a:cubicBezTo>
                    <a:pt x="206" y="582"/>
                    <a:pt x="208" y="582"/>
                    <a:pt x="210" y="583"/>
                  </a:cubicBezTo>
                  <a:cubicBezTo>
                    <a:pt x="209" y="583"/>
                    <a:pt x="209" y="582"/>
                    <a:pt x="209" y="582"/>
                  </a:cubicBezTo>
                  <a:cubicBezTo>
                    <a:pt x="209" y="582"/>
                    <a:pt x="209" y="582"/>
                    <a:pt x="209" y="582"/>
                  </a:cubicBezTo>
                  <a:cubicBezTo>
                    <a:pt x="210" y="581"/>
                    <a:pt x="210" y="582"/>
                    <a:pt x="210" y="583"/>
                  </a:cubicBezTo>
                  <a:cubicBezTo>
                    <a:pt x="210" y="583"/>
                    <a:pt x="211" y="584"/>
                    <a:pt x="210" y="585"/>
                  </a:cubicBezTo>
                  <a:cubicBezTo>
                    <a:pt x="210" y="586"/>
                    <a:pt x="208" y="588"/>
                    <a:pt x="205" y="588"/>
                  </a:cubicBezTo>
                  <a:cubicBezTo>
                    <a:pt x="206" y="588"/>
                    <a:pt x="206" y="590"/>
                    <a:pt x="206" y="591"/>
                  </a:cubicBezTo>
                  <a:cubicBezTo>
                    <a:pt x="205" y="592"/>
                    <a:pt x="201" y="592"/>
                    <a:pt x="202" y="593"/>
                  </a:cubicBezTo>
                  <a:cubicBezTo>
                    <a:pt x="201" y="593"/>
                    <a:pt x="199" y="594"/>
                    <a:pt x="198" y="593"/>
                  </a:cubicBezTo>
                  <a:cubicBezTo>
                    <a:pt x="195" y="591"/>
                    <a:pt x="196" y="591"/>
                    <a:pt x="192" y="592"/>
                  </a:cubicBezTo>
                  <a:cubicBezTo>
                    <a:pt x="192" y="592"/>
                    <a:pt x="191" y="592"/>
                    <a:pt x="190" y="592"/>
                  </a:cubicBezTo>
                  <a:cubicBezTo>
                    <a:pt x="188" y="592"/>
                    <a:pt x="189" y="593"/>
                    <a:pt x="189" y="595"/>
                  </a:cubicBezTo>
                  <a:cubicBezTo>
                    <a:pt x="187" y="593"/>
                    <a:pt x="188" y="595"/>
                    <a:pt x="189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0" y="596"/>
                    <a:pt x="190" y="596"/>
                  </a:cubicBezTo>
                  <a:cubicBezTo>
                    <a:pt x="190" y="596"/>
                    <a:pt x="191" y="597"/>
                    <a:pt x="191" y="596"/>
                  </a:cubicBezTo>
                  <a:cubicBezTo>
                    <a:pt x="190" y="597"/>
                    <a:pt x="192" y="594"/>
                    <a:pt x="193" y="596"/>
                  </a:cubicBezTo>
                  <a:cubicBezTo>
                    <a:pt x="193" y="596"/>
                    <a:pt x="190" y="600"/>
                    <a:pt x="193" y="600"/>
                  </a:cubicBezTo>
                  <a:cubicBezTo>
                    <a:pt x="187" y="601"/>
                    <a:pt x="195" y="604"/>
                    <a:pt x="197" y="605"/>
                  </a:cubicBezTo>
                  <a:cubicBezTo>
                    <a:pt x="198" y="606"/>
                    <a:pt x="198" y="608"/>
                    <a:pt x="198" y="609"/>
                  </a:cubicBezTo>
                  <a:cubicBezTo>
                    <a:pt x="199" y="610"/>
                    <a:pt x="200" y="610"/>
                    <a:pt x="199" y="611"/>
                  </a:cubicBezTo>
                  <a:cubicBezTo>
                    <a:pt x="199" y="611"/>
                    <a:pt x="199" y="611"/>
                    <a:pt x="199" y="611"/>
                  </a:cubicBezTo>
                  <a:cubicBezTo>
                    <a:pt x="200" y="612"/>
                    <a:pt x="200" y="613"/>
                    <a:pt x="201" y="613"/>
                  </a:cubicBezTo>
                  <a:cubicBezTo>
                    <a:pt x="201" y="613"/>
                    <a:pt x="201" y="613"/>
                    <a:pt x="202" y="613"/>
                  </a:cubicBezTo>
                  <a:cubicBezTo>
                    <a:pt x="202" y="613"/>
                    <a:pt x="202" y="613"/>
                    <a:pt x="202" y="612"/>
                  </a:cubicBezTo>
                  <a:cubicBezTo>
                    <a:pt x="203" y="611"/>
                    <a:pt x="204" y="611"/>
                    <a:pt x="206" y="611"/>
                  </a:cubicBezTo>
                  <a:cubicBezTo>
                    <a:pt x="207" y="611"/>
                    <a:pt x="208" y="612"/>
                    <a:pt x="208" y="613"/>
                  </a:cubicBezTo>
                  <a:cubicBezTo>
                    <a:pt x="209" y="613"/>
                    <a:pt x="209" y="612"/>
                    <a:pt x="211" y="612"/>
                  </a:cubicBezTo>
                  <a:cubicBezTo>
                    <a:pt x="211" y="613"/>
                    <a:pt x="210" y="613"/>
                    <a:pt x="208" y="613"/>
                  </a:cubicBezTo>
                  <a:cubicBezTo>
                    <a:pt x="208" y="614"/>
                    <a:pt x="208" y="615"/>
                    <a:pt x="207" y="615"/>
                  </a:cubicBezTo>
                  <a:cubicBezTo>
                    <a:pt x="209" y="616"/>
                    <a:pt x="211" y="616"/>
                    <a:pt x="211" y="616"/>
                  </a:cubicBezTo>
                  <a:cubicBezTo>
                    <a:pt x="211" y="616"/>
                    <a:pt x="211" y="616"/>
                    <a:pt x="212" y="616"/>
                  </a:cubicBezTo>
                  <a:cubicBezTo>
                    <a:pt x="211" y="615"/>
                    <a:pt x="210" y="615"/>
                    <a:pt x="209" y="615"/>
                  </a:cubicBezTo>
                  <a:cubicBezTo>
                    <a:pt x="210" y="614"/>
                    <a:pt x="211" y="614"/>
                    <a:pt x="213" y="615"/>
                  </a:cubicBezTo>
                  <a:cubicBezTo>
                    <a:pt x="213" y="614"/>
                    <a:pt x="213" y="614"/>
                    <a:pt x="213" y="614"/>
                  </a:cubicBezTo>
                  <a:cubicBezTo>
                    <a:pt x="213" y="614"/>
                    <a:pt x="214" y="612"/>
                    <a:pt x="215" y="613"/>
                  </a:cubicBezTo>
                  <a:cubicBezTo>
                    <a:pt x="216" y="612"/>
                    <a:pt x="216" y="612"/>
                    <a:pt x="217" y="613"/>
                  </a:cubicBezTo>
                  <a:cubicBezTo>
                    <a:pt x="217" y="613"/>
                    <a:pt x="216" y="613"/>
                    <a:pt x="216" y="614"/>
                  </a:cubicBezTo>
                  <a:cubicBezTo>
                    <a:pt x="216" y="614"/>
                    <a:pt x="217" y="616"/>
                    <a:pt x="216" y="615"/>
                  </a:cubicBezTo>
                  <a:cubicBezTo>
                    <a:pt x="216" y="615"/>
                    <a:pt x="215" y="615"/>
                    <a:pt x="215" y="615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614"/>
                    <a:pt x="214" y="615"/>
                    <a:pt x="214" y="615"/>
                  </a:cubicBezTo>
                  <a:cubicBezTo>
                    <a:pt x="215" y="615"/>
                    <a:pt x="216" y="616"/>
                    <a:pt x="216" y="616"/>
                  </a:cubicBezTo>
                  <a:cubicBezTo>
                    <a:pt x="216" y="617"/>
                    <a:pt x="215" y="616"/>
                    <a:pt x="214" y="616"/>
                  </a:cubicBezTo>
                  <a:cubicBezTo>
                    <a:pt x="214" y="616"/>
                    <a:pt x="214" y="617"/>
                    <a:pt x="214" y="617"/>
                  </a:cubicBezTo>
                  <a:cubicBezTo>
                    <a:pt x="215" y="617"/>
                    <a:pt x="216" y="616"/>
                    <a:pt x="216" y="616"/>
                  </a:cubicBezTo>
                  <a:cubicBezTo>
                    <a:pt x="217" y="617"/>
                    <a:pt x="218" y="620"/>
                    <a:pt x="220" y="618"/>
                  </a:cubicBezTo>
                  <a:cubicBezTo>
                    <a:pt x="220" y="618"/>
                    <a:pt x="219" y="617"/>
                    <a:pt x="219" y="617"/>
                  </a:cubicBezTo>
                  <a:cubicBezTo>
                    <a:pt x="219" y="617"/>
                    <a:pt x="219" y="617"/>
                    <a:pt x="219" y="617"/>
                  </a:cubicBezTo>
                  <a:cubicBezTo>
                    <a:pt x="219" y="617"/>
                    <a:pt x="219" y="617"/>
                    <a:pt x="218" y="617"/>
                  </a:cubicBezTo>
                  <a:cubicBezTo>
                    <a:pt x="218" y="616"/>
                    <a:pt x="219" y="615"/>
                    <a:pt x="220" y="616"/>
                  </a:cubicBezTo>
                  <a:cubicBezTo>
                    <a:pt x="220" y="616"/>
                    <a:pt x="220" y="616"/>
                    <a:pt x="220" y="616"/>
                  </a:cubicBezTo>
                  <a:cubicBezTo>
                    <a:pt x="221" y="615"/>
                    <a:pt x="224" y="617"/>
                    <a:pt x="225" y="617"/>
                  </a:cubicBezTo>
                  <a:cubicBezTo>
                    <a:pt x="223" y="618"/>
                    <a:pt x="225" y="619"/>
                    <a:pt x="226" y="620"/>
                  </a:cubicBezTo>
                  <a:cubicBezTo>
                    <a:pt x="227" y="619"/>
                    <a:pt x="229" y="618"/>
                    <a:pt x="231" y="618"/>
                  </a:cubicBezTo>
                  <a:cubicBezTo>
                    <a:pt x="230" y="619"/>
                    <a:pt x="228" y="620"/>
                    <a:pt x="226" y="620"/>
                  </a:cubicBezTo>
                  <a:cubicBezTo>
                    <a:pt x="227" y="621"/>
                    <a:pt x="227" y="621"/>
                    <a:pt x="226" y="622"/>
                  </a:cubicBezTo>
                  <a:cubicBezTo>
                    <a:pt x="225" y="624"/>
                    <a:pt x="222" y="622"/>
                    <a:pt x="221" y="624"/>
                  </a:cubicBezTo>
                  <a:cubicBezTo>
                    <a:pt x="220" y="624"/>
                    <a:pt x="222" y="624"/>
                    <a:pt x="222" y="624"/>
                  </a:cubicBezTo>
                  <a:cubicBezTo>
                    <a:pt x="221" y="626"/>
                    <a:pt x="219" y="627"/>
                    <a:pt x="222" y="628"/>
                  </a:cubicBezTo>
                  <a:cubicBezTo>
                    <a:pt x="222" y="628"/>
                    <a:pt x="227" y="629"/>
                    <a:pt x="228" y="629"/>
                  </a:cubicBezTo>
                  <a:cubicBezTo>
                    <a:pt x="231" y="629"/>
                    <a:pt x="233" y="629"/>
                    <a:pt x="235" y="631"/>
                  </a:cubicBezTo>
                  <a:cubicBezTo>
                    <a:pt x="232" y="631"/>
                    <a:pt x="231" y="632"/>
                    <a:pt x="228" y="633"/>
                  </a:cubicBezTo>
                  <a:cubicBezTo>
                    <a:pt x="228" y="633"/>
                    <a:pt x="229" y="633"/>
                    <a:pt x="229" y="633"/>
                  </a:cubicBezTo>
                  <a:cubicBezTo>
                    <a:pt x="229" y="633"/>
                    <a:pt x="228" y="633"/>
                    <a:pt x="228" y="633"/>
                  </a:cubicBezTo>
                  <a:cubicBezTo>
                    <a:pt x="228" y="633"/>
                    <a:pt x="228" y="633"/>
                    <a:pt x="227" y="633"/>
                  </a:cubicBezTo>
                  <a:cubicBezTo>
                    <a:pt x="224" y="633"/>
                    <a:pt x="221" y="630"/>
                    <a:pt x="218" y="630"/>
                  </a:cubicBezTo>
                  <a:cubicBezTo>
                    <a:pt x="218" y="630"/>
                    <a:pt x="215" y="633"/>
                    <a:pt x="214" y="633"/>
                  </a:cubicBezTo>
                  <a:cubicBezTo>
                    <a:pt x="213" y="633"/>
                    <a:pt x="212" y="632"/>
                    <a:pt x="212" y="633"/>
                  </a:cubicBezTo>
                  <a:cubicBezTo>
                    <a:pt x="212" y="633"/>
                    <a:pt x="213" y="633"/>
                    <a:pt x="213" y="634"/>
                  </a:cubicBezTo>
                  <a:cubicBezTo>
                    <a:pt x="213" y="634"/>
                    <a:pt x="213" y="634"/>
                    <a:pt x="214" y="634"/>
                  </a:cubicBezTo>
                  <a:cubicBezTo>
                    <a:pt x="214" y="633"/>
                    <a:pt x="215" y="633"/>
                    <a:pt x="216" y="633"/>
                  </a:cubicBezTo>
                  <a:cubicBezTo>
                    <a:pt x="216" y="633"/>
                    <a:pt x="217" y="633"/>
                    <a:pt x="217" y="633"/>
                  </a:cubicBezTo>
                  <a:cubicBezTo>
                    <a:pt x="217" y="633"/>
                    <a:pt x="217" y="633"/>
                    <a:pt x="217" y="633"/>
                  </a:cubicBezTo>
                  <a:cubicBezTo>
                    <a:pt x="218" y="633"/>
                    <a:pt x="219" y="633"/>
                    <a:pt x="219" y="634"/>
                  </a:cubicBezTo>
                  <a:cubicBezTo>
                    <a:pt x="219" y="634"/>
                    <a:pt x="219" y="635"/>
                    <a:pt x="218" y="635"/>
                  </a:cubicBezTo>
                  <a:cubicBezTo>
                    <a:pt x="218" y="636"/>
                    <a:pt x="217" y="637"/>
                    <a:pt x="216" y="637"/>
                  </a:cubicBezTo>
                  <a:cubicBezTo>
                    <a:pt x="215" y="637"/>
                    <a:pt x="213" y="636"/>
                    <a:pt x="213" y="635"/>
                  </a:cubicBezTo>
                  <a:cubicBezTo>
                    <a:pt x="213" y="635"/>
                    <a:pt x="213" y="635"/>
                    <a:pt x="213" y="635"/>
                  </a:cubicBezTo>
                  <a:cubicBezTo>
                    <a:pt x="213" y="636"/>
                    <a:pt x="211" y="636"/>
                    <a:pt x="210" y="636"/>
                  </a:cubicBezTo>
                  <a:cubicBezTo>
                    <a:pt x="210" y="636"/>
                    <a:pt x="210" y="637"/>
                    <a:pt x="211" y="637"/>
                  </a:cubicBezTo>
                  <a:cubicBezTo>
                    <a:pt x="211" y="637"/>
                    <a:pt x="211" y="637"/>
                    <a:pt x="211" y="637"/>
                  </a:cubicBezTo>
                  <a:cubicBezTo>
                    <a:pt x="212" y="637"/>
                    <a:pt x="211" y="637"/>
                    <a:pt x="211" y="637"/>
                  </a:cubicBezTo>
                  <a:cubicBezTo>
                    <a:pt x="212" y="639"/>
                    <a:pt x="215" y="640"/>
                    <a:pt x="216" y="641"/>
                  </a:cubicBezTo>
                  <a:cubicBezTo>
                    <a:pt x="214" y="641"/>
                    <a:pt x="214" y="642"/>
                    <a:pt x="214" y="642"/>
                  </a:cubicBezTo>
                  <a:cubicBezTo>
                    <a:pt x="216" y="641"/>
                    <a:pt x="219" y="642"/>
                    <a:pt x="216" y="643"/>
                  </a:cubicBezTo>
                  <a:cubicBezTo>
                    <a:pt x="216" y="643"/>
                    <a:pt x="216" y="644"/>
                    <a:pt x="216" y="644"/>
                  </a:cubicBezTo>
                  <a:cubicBezTo>
                    <a:pt x="216" y="644"/>
                    <a:pt x="217" y="644"/>
                    <a:pt x="217" y="645"/>
                  </a:cubicBezTo>
                  <a:cubicBezTo>
                    <a:pt x="219" y="644"/>
                    <a:pt x="222" y="643"/>
                    <a:pt x="224" y="643"/>
                  </a:cubicBezTo>
                  <a:cubicBezTo>
                    <a:pt x="228" y="642"/>
                    <a:pt x="223" y="645"/>
                    <a:pt x="221" y="645"/>
                  </a:cubicBezTo>
                  <a:cubicBezTo>
                    <a:pt x="220" y="645"/>
                    <a:pt x="218" y="646"/>
                    <a:pt x="216" y="646"/>
                  </a:cubicBezTo>
                  <a:cubicBezTo>
                    <a:pt x="216" y="647"/>
                    <a:pt x="216" y="647"/>
                    <a:pt x="215" y="647"/>
                  </a:cubicBezTo>
                  <a:cubicBezTo>
                    <a:pt x="215" y="647"/>
                    <a:pt x="214" y="647"/>
                    <a:pt x="214" y="647"/>
                  </a:cubicBezTo>
                  <a:cubicBezTo>
                    <a:pt x="212" y="648"/>
                    <a:pt x="211" y="648"/>
                    <a:pt x="210" y="649"/>
                  </a:cubicBezTo>
                  <a:cubicBezTo>
                    <a:pt x="209" y="650"/>
                    <a:pt x="208" y="651"/>
                    <a:pt x="208" y="652"/>
                  </a:cubicBezTo>
                  <a:cubicBezTo>
                    <a:pt x="209" y="652"/>
                    <a:pt x="209" y="652"/>
                    <a:pt x="210" y="653"/>
                  </a:cubicBezTo>
                  <a:cubicBezTo>
                    <a:pt x="210" y="653"/>
                    <a:pt x="210" y="653"/>
                    <a:pt x="210" y="653"/>
                  </a:cubicBezTo>
                  <a:cubicBezTo>
                    <a:pt x="210" y="653"/>
                    <a:pt x="210" y="653"/>
                    <a:pt x="211" y="653"/>
                  </a:cubicBezTo>
                  <a:cubicBezTo>
                    <a:pt x="211" y="653"/>
                    <a:pt x="213" y="654"/>
                    <a:pt x="213" y="654"/>
                  </a:cubicBezTo>
                  <a:cubicBezTo>
                    <a:pt x="213" y="654"/>
                    <a:pt x="213" y="655"/>
                    <a:pt x="213" y="655"/>
                  </a:cubicBezTo>
                  <a:cubicBezTo>
                    <a:pt x="213" y="656"/>
                    <a:pt x="212" y="657"/>
                    <a:pt x="210" y="657"/>
                  </a:cubicBezTo>
                  <a:cubicBezTo>
                    <a:pt x="210" y="658"/>
                    <a:pt x="210" y="658"/>
                    <a:pt x="209" y="659"/>
                  </a:cubicBezTo>
                  <a:cubicBezTo>
                    <a:pt x="209" y="659"/>
                    <a:pt x="209" y="659"/>
                    <a:pt x="209" y="659"/>
                  </a:cubicBezTo>
                  <a:cubicBezTo>
                    <a:pt x="210" y="660"/>
                    <a:pt x="212" y="660"/>
                    <a:pt x="213" y="660"/>
                  </a:cubicBezTo>
                  <a:cubicBezTo>
                    <a:pt x="214" y="660"/>
                    <a:pt x="216" y="660"/>
                    <a:pt x="216" y="661"/>
                  </a:cubicBezTo>
                  <a:cubicBezTo>
                    <a:pt x="217" y="662"/>
                    <a:pt x="218" y="663"/>
                    <a:pt x="218" y="663"/>
                  </a:cubicBezTo>
                  <a:cubicBezTo>
                    <a:pt x="218" y="663"/>
                    <a:pt x="219" y="663"/>
                    <a:pt x="220" y="664"/>
                  </a:cubicBezTo>
                  <a:cubicBezTo>
                    <a:pt x="221" y="665"/>
                    <a:pt x="221" y="667"/>
                    <a:pt x="219" y="667"/>
                  </a:cubicBezTo>
                  <a:cubicBezTo>
                    <a:pt x="219" y="667"/>
                    <a:pt x="219" y="667"/>
                    <a:pt x="219" y="667"/>
                  </a:cubicBezTo>
                  <a:cubicBezTo>
                    <a:pt x="219" y="668"/>
                    <a:pt x="219" y="668"/>
                    <a:pt x="219" y="669"/>
                  </a:cubicBezTo>
                  <a:cubicBezTo>
                    <a:pt x="220" y="669"/>
                    <a:pt x="221" y="668"/>
                    <a:pt x="222" y="669"/>
                  </a:cubicBezTo>
                  <a:cubicBezTo>
                    <a:pt x="222" y="668"/>
                    <a:pt x="223" y="667"/>
                    <a:pt x="223" y="667"/>
                  </a:cubicBezTo>
                  <a:cubicBezTo>
                    <a:pt x="223" y="667"/>
                    <a:pt x="225" y="666"/>
                    <a:pt x="226" y="666"/>
                  </a:cubicBezTo>
                  <a:cubicBezTo>
                    <a:pt x="227" y="664"/>
                    <a:pt x="228" y="664"/>
                    <a:pt x="229" y="664"/>
                  </a:cubicBezTo>
                  <a:cubicBezTo>
                    <a:pt x="230" y="664"/>
                    <a:pt x="229" y="663"/>
                    <a:pt x="230" y="663"/>
                  </a:cubicBezTo>
                  <a:cubicBezTo>
                    <a:pt x="231" y="662"/>
                    <a:pt x="232" y="664"/>
                    <a:pt x="232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3" y="663"/>
                  </a:cubicBezTo>
                  <a:cubicBezTo>
                    <a:pt x="233" y="663"/>
                    <a:pt x="233" y="663"/>
                    <a:pt x="234" y="663"/>
                  </a:cubicBezTo>
                  <a:cubicBezTo>
                    <a:pt x="235" y="664"/>
                    <a:pt x="235" y="662"/>
                    <a:pt x="236" y="663"/>
                  </a:cubicBezTo>
                  <a:cubicBezTo>
                    <a:pt x="236" y="663"/>
                    <a:pt x="235" y="664"/>
                    <a:pt x="235" y="664"/>
                  </a:cubicBezTo>
                  <a:cubicBezTo>
                    <a:pt x="236" y="665"/>
                    <a:pt x="241" y="668"/>
                    <a:pt x="241" y="670"/>
                  </a:cubicBezTo>
                  <a:cubicBezTo>
                    <a:pt x="241" y="672"/>
                    <a:pt x="236" y="672"/>
                    <a:pt x="235" y="674"/>
                  </a:cubicBezTo>
                  <a:cubicBezTo>
                    <a:pt x="235" y="675"/>
                    <a:pt x="236" y="676"/>
                    <a:pt x="235" y="677"/>
                  </a:cubicBezTo>
                  <a:cubicBezTo>
                    <a:pt x="233" y="677"/>
                    <a:pt x="234" y="675"/>
                    <a:pt x="233" y="675"/>
                  </a:cubicBezTo>
                  <a:cubicBezTo>
                    <a:pt x="232" y="674"/>
                    <a:pt x="227" y="674"/>
                    <a:pt x="225" y="673"/>
                  </a:cubicBezTo>
                  <a:cubicBezTo>
                    <a:pt x="225" y="673"/>
                    <a:pt x="224" y="672"/>
                    <a:pt x="223" y="672"/>
                  </a:cubicBezTo>
                  <a:cubicBezTo>
                    <a:pt x="221" y="673"/>
                    <a:pt x="217" y="673"/>
                    <a:pt x="217" y="674"/>
                  </a:cubicBezTo>
                  <a:cubicBezTo>
                    <a:pt x="216" y="674"/>
                    <a:pt x="218" y="674"/>
                    <a:pt x="218" y="675"/>
                  </a:cubicBezTo>
                  <a:cubicBezTo>
                    <a:pt x="217" y="675"/>
                    <a:pt x="216" y="674"/>
                    <a:pt x="215" y="674"/>
                  </a:cubicBezTo>
                  <a:cubicBezTo>
                    <a:pt x="213" y="674"/>
                    <a:pt x="210" y="675"/>
                    <a:pt x="207" y="675"/>
                  </a:cubicBezTo>
                  <a:cubicBezTo>
                    <a:pt x="208" y="676"/>
                    <a:pt x="208" y="677"/>
                    <a:pt x="208" y="677"/>
                  </a:cubicBezTo>
                  <a:cubicBezTo>
                    <a:pt x="209" y="677"/>
                    <a:pt x="209" y="676"/>
                    <a:pt x="209" y="676"/>
                  </a:cubicBezTo>
                  <a:cubicBezTo>
                    <a:pt x="210" y="676"/>
                    <a:pt x="212" y="677"/>
                    <a:pt x="214" y="679"/>
                  </a:cubicBezTo>
                  <a:cubicBezTo>
                    <a:pt x="215" y="679"/>
                    <a:pt x="216" y="679"/>
                    <a:pt x="216" y="679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6" y="680"/>
                    <a:pt x="216" y="680"/>
                    <a:pt x="216" y="680"/>
                  </a:cubicBezTo>
                  <a:cubicBezTo>
                    <a:pt x="217" y="681"/>
                    <a:pt x="216" y="682"/>
                    <a:pt x="216" y="682"/>
                  </a:cubicBezTo>
                  <a:cubicBezTo>
                    <a:pt x="218" y="684"/>
                    <a:pt x="222" y="683"/>
                    <a:pt x="224" y="683"/>
                  </a:cubicBezTo>
                  <a:cubicBezTo>
                    <a:pt x="224" y="683"/>
                    <a:pt x="224" y="684"/>
                    <a:pt x="225" y="684"/>
                  </a:cubicBezTo>
                  <a:cubicBezTo>
                    <a:pt x="225" y="684"/>
                    <a:pt x="225" y="684"/>
                    <a:pt x="225" y="684"/>
                  </a:cubicBezTo>
                  <a:cubicBezTo>
                    <a:pt x="225" y="683"/>
                    <a:pt x="230" y="681"/>
                    <a:pt x="231" y="682"/>
                  </a:cubicBezTo>
                  <a:cubicBezTo>
                    <a:pt x="232" y="684"/>
                    <a:pt x="231" y="686"/>
                    <a:pt x="229" y="686"/>
                  </a:cubicBezTo>
                  <a:cubicBezTo>
                    <a:pt x="229" y="686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29" y="687"/>
                    <a:pt x="229" y="687"/>
                    <a:pt x="229" y="687"/>
                  </a:cubicBezTo>
                  <a:cubicBezTo>
                    <a:pt x="230" y="688"/>
                    <a:pt x="231" y="688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3" y="686"/>
                    <a:pt x="233" y="686"/>
                  </a:cubicBezTo>
                  <a:cubicBezTo>
                    <a:pt x="234" y="685"/>
                    <a:pt x="237" y="685"/>
                    <a:pt x="239" y="683"/>
                  </a:cubicBezTo>
                  <a:cubicBezTo>
                    <a:pt x="240" y="682"/>
                    <a:pt x="243" y="680"/>
                    <a:pt x="244" y="680"/>
                  </a:cubicBezTo>
                  <a:cubicBezTo>
                    <a:pt x="245" y="681"/>
                    <a:pt x="245" y="682"/>
                    <a:pt x="246" y="683"/>
                  </a:cubicBezTo>
                  <a:cubicBezTo>
                    <a:pt x="246" y="683"/>
                    <a:pt x="246" y="682"/>
                    <a:pt x="247" y="682"/>
                  </a:cubicBezTo>
                  <a:cubicBezTo>
                    <a:pt x="248" y="682"/>
                    <a:pt x="249" y="683"/>
                    <a:pt x="249" y="684"/>
                  </a:cubicBezTo>
                  <a:cubicBezTo>
                    <a:pt x="250" y="684"/>
                    <a:pt x="251" y="684"/>
                    <a:pt x="251" y="685"/>
                  </a:cubicBezTo>
                  <a:cubicBezTo>
                    <a:pt x="251" y="685"/>
                    <a:pt x="250" y="686"/>
                    <a:pt x="249" y="686"/>
                  </a:cubicBezTo>
                  <a:cubicBezTo>
                    <a:pt x="248" y="687"/>
                    <a:pt x="247" y="688"/>
                    <a:pt x="246" y="686"/>
                  </a:cubicBezTo>
                  <a:cubicBezTo>
                    <a:pt x="246" y="685"/>
                    <a:pt x="246" y="686"/>
                    <a:pt x="246" y="687"/>
                  </a:cubicBezTo>
                  <a:cubicBezTo>
                    <a:pt x="247" y="688"/>
                    <a:pt x="248" y="688"/>
                    <a:pt x="248" y="689"/>
                  </a:cubicBezTo>
                  <a:cubicBezTo>
                    <a:pt x="248" y="690"/>
                    <a:pt x="247" y="690"/>
                    <a:pt x="245" y="691"/>
                  </a:cubicBezTo>
                  <a:cubicBezTo>
                    <a:pt x="247" y="692"/>
                    <a:pt x="248" y="693"/>
                    <a:pt x="248" y="694"/>
                  </a:cubicBezTo>
                  <a:cubicBezTo>
                    <a:pt x="248" y="694"/>
                    <a:pt x="247" y="696"/>
                    <a:pt x="246" y="697"/>
                  </a:cubicBezTo>
                  <a:cubicBezTo>
                    <a:pt x="252" y="699"/>
                    <a:pt x="257" y="700"/>
                    <a:pt x="263" y="702"/>
                  </a:cubicBezTo>
                  <a:cubicBezTo>
                    <a:pt x="263" y="702"/>
                    <a:pt x="263" y="702"/>
                    <a:pt x="264" y="701"/>
                  </a:cubicBezTo>
                  <a:cubicBezTo>
                    <a:pt x="264" y="701"/>
                    <a:pt x="265" y="702"/>
                    <a:pt x="266" y="702"/>
                  </a:cubicBezTo>
                  <a:cubicBezTo>
                    <a:pt x="267" y="702"/>
                    <a:pt x="267" y="701"/>
                    <a:pt x="268" y="701"/>
                  </a:cubicBezTo>
                  <a:cubicBezTo>
                    <a:pt x="269" y="701"/>
                    <a:pt x="271" y="702"/>
                    <a:pt x="273" y="702"/>
                  </a:cubicBezTo>
                  <a:cubicBezTo>
                    <a:pt x="274" y="703"/>
                    <a:pt x="274" y="702"/>
                    <a:pt x="274" y="703"/>
                  </a:cubicBezTo>
                  <a:cubicBezTo>
                    <a:pt x="275" y="703"/>
                    <a:pt x="274" y="704"/>
                    <a:pt x="274" y="705"/>
                  </a:cubicBezTo>
                  <a:cubicBezTo>
                    <a:pt x="281" y="707"/>
                    <a:pt x="289" y="708"/>
                    <a:pt x="296" y="709"/>
                  </a:cubicBezTo>
                  <a:cubicBezTo>
                    <a:pt x="297" y="708"/>
                    <a:pt x="297" y="708"/>
                    <a:pt x="298" y="707"/>
                  </a:cubicBezTo>
                  <a:cubicBezTo>
                    <a:pt x="298" y="707"/>
                    <a:pt x="304" y="707"/>
                    <a:pt x="305" y="707"/>
                  </a:cubicBezTo>
                  <a:cubicBezTo>
                    <a:pt x="306" y="707"/>
                    <a:pt x="307" y="708"/>
                    <a:pt x="308" y="708"/>
                  </a:cubicBezTo>
                  <a:cubicBezTo>
                    <a:pt x="307" y="708"/>
                    <a:pt x="307" y="708"/>
                    <a:pt x="307" y="707"/>
                  </a:cubicBezTo>
                  <a:cubicBezTo>
                    <a:pt x="306" y="706"/>
                    <a:pt x="306" y="704"/>
                    <a:pt x="307" y="703"/>
                  </a:cubicBezTo>
                  <a:cubicBezTo>
                    <a:pt x="311" y="699"/>
                    <a:pt x="321" y="702"/>
                    <a:pt x="325" y="704"/>
                  </a:cubicBezTo>
                  <a:cubicBezTo>
                    <a:pt x="325" y="703"/>
                    <a:pt x="325" y="703"/>
                    <a:pt x="325" y="702"/>
                  </a:cubicBezTo>
                  <a:cubicBezTo>
                    <a:pt x="326" y="699"/>
                    <a:pt x="334" y="701"/>
                    <a:pt x="334" y="704"/>
                  </a:cubicBezTo>
                  <a:cubicBezTo>
                    <a:pt x="334" y="704"/>
                    <a:pt x="336" y="705"/>
                    <a:pt x="336" y="705"/>
                  </a:cubicBezTo>
                  <a:cubicBezTo>
                    <a:pt x="336" y="706"/>
                    <a:pt x="334" y="706"/>
                    <a:pt x="334" y="705"/>
                  </a:cubicBezTo>
                  <a:cubicBezTo>
                    <a:pt x="333" y="706"/>
                    <a:pt x="330" y="707"/>
                    <a:pt x="328" y="706"/>
                  </a:cubicBezTo>
                  <a:cubicBezTo>
                    <a:pt x="327" y="706"/>
                    <a:pt x="325" y="706"/>
                    <a:pt x="324" y="708"/>
                  </a:cubicBezTo>
                  <a:cubicBezTo>
                    <a:pt x="324" y="708"/>
                    <a:pt x="324" y="710"/>
                    <a:pt x="324" y="710"/>
                  </a:cubicBezTo>
                  <a:cubicBezTo>
                    <a:pt x="323" y="711"/>
                    <a:pt x="321" y="711"/>
                    <a:pt x="321" y="711"/>
                  </a:cubicBezTo>
                  <a:cubicBezTo>
                    <a:pt x="321" y="712"/>
                    <a:pt x="322" y="713"/>
                    <a:pt x="323" y="713"/>
                  </a:cubicBezTo>
                  <a:cubicBezTo>
                    <a:pt x="328" y="713"/>
                    <a:pt x="334" y="714"/>
                    <a:pt x="339" y="714"/>
                  </a:cubicBezTo>
                  <a:cubicBezTo>
                    <a:pt x="338" y="712"/>
                    <a:pt x="340" y="712"/>
                    <a:pt x="342" y="712"/>
                  </a:cubicBezTo>
                  <a:cubicBezTo>
                    <a:pt x="342" y="712"/>
                    <a:pt x="343" y="712"/>
                    <a:pt x="344" y="712"/>
                  </a:cubicBezTo>
                  <a:cubicBezTo>
                    <a:pt x="344" y="712"/>
                    <a:pt x="344" y="713"/>
                    <a:pt x="344" y="713"/>
                  </a:cubicBezTo>
                  <a:cubicBezTo>
                    <a:pt x="344" y="713"/>
                    <a:pt x="345" y="713"/>
                    <a:pt x="345" y="714"/>
                  </a:cubicBezTo>
                  <a:cubicBezTo>
                    <a:pt x="345" y="714"/>
                    <a:pt x="346" y="714"/>
                    <a:pt x="346" y="714"/>
                  </a:cubicBezTo>
                  <a:cubicBezTo>
                    <a:pt x="346" y="713"/>
                    <a:pt x="347" y="712"/>
                    <a:pt x="347" y="712"/>
                  </a:cubicBezTo>
                  <a:cubicBezTo>
                    <a:pt x="348" y="712"/>
                    <a:pt x="349" y="712"/>
                    <a:pt x="349" y="712"/>
                  </a:cubicBezTo>
                  <a:cubicBezTo>
                    <a:pt x="350" y="712"/>
                    <a:pt x="351" y="711"/>
                    <a:pt x="352" y="711"/>
                  </a:cubicBezTo>
                  <a:cubicBezTo>
                    <a:pt x="352" y="710"/>
                    <a:pt x="352" y="710"/>
                    <a:pt x="354" y="709"/>
                  </a:cubicBezTo>
                  <a:cubicBezTo>
                    <a:pt x="355" y="709"/>
                    <a:pt x="355" y="708"/>
                    <a:pt x="357" y="708"/>
                  </a:cubicBezTo>
                  <a:cubicBezTo>
                    <a:pt x="360" y="707"/>
                    <a:pt x="365" y="706"/>
                    <a:pt x="369" y="705"/>
                  </a:cubicBezTo>
                  <a:cubicBezTo>
                    <a:pt x="370" y="705"/>
                    <a:pt x="370" y="705"/>
                    <a:pt x="370" y="705"/>
                  </a:cubicBezTo>
                  <a:cubicBezTo>
                    <a:pt x="370" y="705"/>
                    <a:pt x="369" y="705"/>
                    <a:pt x="369" y="705"/>
                  </a:cubicBezTo>
                  <a:cubicBezTo>
                    <a:pt x="368" y="705"/>
                    <a:pt x="367" y="704"/>
                    <a:pt x="366" y="702"/>
                  </a:cubicBezTo>
                  <a:cubicBezTo>
                    <a:pt x="365" y="702"/>
                    <a:pt x="365" y="702"/>
                    <a:pt x="365" y="701"/>
                  </a:cubicBezTo>
                  <a:cubicBezTo>
                    <a:pt x="365" y="700"/>
                    <a:pt x="364" y="699"/>
                    <a:pt x="365" y="698"/>
                  </a:cubicBezTo>
                  <a:cubicBezTo>
                    <a:pt x="366" y="692"/>
                    <a:pt x="379" y="693"/>
                    <a:pt x="384" y="696"/>
                  </a:cubicBezTo>
                  <a:cubicBezTo>
                    <a:pt x="386" y="697"/>
                    <a:pt x="387" y="699"/>
                    <a:pt x="388" y="701"/>
                  </a:cubicBezTo>
                  <a:cubicBezTo>
                    <a:pt x="390" y="700"/>
                    <a:pt x="392" y="699"/>
                    <a:pt x="392" y="700"/>
                  </a:cubicBezTo>
                  <a:cubicBezTo>
                    <a:pt x="393" y="701"/>
                    <a:pt x="391" y="702"/>
                    <a:pt x="389" y="702"/>
                  </a:cubicBezTo>
                  <a:cubicBezTo>
                    <a:pt x="389" y="702"/>
                    <a:pt x="389" y="702"/>
                    <a:pt x="389" y="702"/>
                  </a:cubicBezTo>
                  <a:cubicBezTo>
                    <a:pt x="390" y="703"/>
                    <a:pt x="391" y="704"/>
                    <a:pt x="391" y="704"/>
                  </a:cubicBezTo>
                  <a:cubicBezTo>
                    <a:pt x="391" y="706"/>
                    <a:pt x="387" y="707"/>
                    <a:pt x="383" y="708"/>
                  </a:cubicBezTo>
                  <a:cubicBezTo>
                    <a:pt x="388" y="708"/>
                    <a:pt x="395" y="708"/>
                    <a:pt x="399" y="708"/>
                  </a:cubicBezTo>
                  <a:cubicBezTo>
                    <a:pt x="399" y="708"/>
                    <a:pt x="406" y="707"/>
                    <a:pt x="406" y="708"/>
                  </a:cubicBezTo>
                  <a:cubicBezTo>
                    <a:pt x="407" y="710"/>
                    <a:pt x="401" y="709"/>
                    <a:pt x="400" y="709"/>
                  </a:cubicBezTo>
                  <a:cubicBezTo>
                    <a:pt x="394" y="709"/>
                    <a:pt x="384" y="709"/>
                    <a:pt x="378" y="709"/>
                  </a:cubicBezTo>
                  <a:cubicBezTo>
                    <a:pt x="378" y="709"/>
                    <a:pt x="377" y="709"/>
                    <a:pt x="377" y="709"/>
                  </a:cubicBezTo>
                  <a:cubicBezTo>
                    <a:pt x="377" y="709"/>
                    <a:pt x="377" y="709"/>
                    <a:pt x="377" y="708"/>
                  </a:cubicBezTo>
                  <a:cubicBezTo>
                    <a:pt x="378" y="708"/>
                    <a:pt x="378" y="708"/>
                    <a:pt x="379" y="708"/>
                  </a:cubicBezTo>
                  <a:cubicBezTo>
                    <a:pt x="377" y="708"/>
                    <a:pt x="376" y="708"/>
                    <a:pt x="375" y="708"/>
                  </a:cubicBezTo>
                  <a:cubicBezTo>
                    <a:pt x="374" y="708"/>
                    <a:pt x="374" y="709"/>
                    <a:pt x="373" y="709"/>
                  </a:cubicBezTo>
                  <a:cubicBezTo>
                    <a:pt x="373" y="709"/>
                    <a:pt x="372" y="709"/>
                    <a:pt x="372" y="709"/>
                  </a:cubicBezTo>
                  <a:cubicBezTo>
                    <a:pt x="372" y="709"/>
                    <a:pt x="371" y="710"/>
                    <a:pt x="370" y="710"/>
                  </a:cubicBezTo>
                  <a:cubicBezTo>
                    <a:pt x="369" y="710"/>
                    <a:pt x="367" y="710"/>
                    <a:pt x="366" y="711"/>
                  </a:cubicBezTo>
                  <a:cubicBezTo>
                    <a:pt x="364" y="711"/>
                    <a:pt x="363" y="712"/>
                    <a:pt x="361" y="713"/>
                  </a:cubicBezTo>
                  <a:cubicBezTo>
                    <a:pt x="360" y="713"/>
                    <a:pt x="360" y="713"/>
                    <a:pt x="360" y="713"/>
                  </a:cubicBezTo>
                  <a:cubicBezTo>
                    <a:pt x="359" y="713"/>
                    <a:pt x="358" y="714"/>
                    <a:pt x="357" y="715"/>
                  </a:cubicBezTo>
                  <a:cubicBezTo>
                    <a:pt x="357" y="715"/>
                    <a:pt x="357" y="715"/>
                    <a:pt x="357" y="715"/>
                  </a:cubicBezTo>
                  <a:cubicBezTo>
                    <a:pt x="554" y="715"/>
                    <a:pt x="714" y="555"/>
                    <a:pt x="714" y="357"/>
                  </a:cubicBezTo>
                  <a:cubicBezTo>
                    <a:pt x="714" y="339"/>
                    <a:pt x="713" y="322"/>
                    <a:pt x="710" y="304"/>
                  </a:cubicBezTo>
                  <a:close/>
                  <a:moveTo>
                    <a:pt x="703" y="277"/>
                  </a:moveTo>
                  <a:cubicBezTo>
                    <a:pt x="704" y="277"/>
                    <a:pt x="703" y="279"/>
                    <a:pt x="702" y="279"/>
                  </a:cubicBezTo>
                  <a:cubicBezTo>
                    <a:pt x="702" y="278"/>
                    <a:pt x="703" y="278"/>
                    <a:pt x="703" y="277"/>
                  </a:cubicBezTo>
                  <a:close/>
                  <a:moveTo>
                    <a:pt x="702" y="292"/>
                  </a:moveTo>
                  <a:cubicBezTo>
                    <a:pt x="702" y="292"/>
                    <a:pt x="702" y="292"/>
                    <a:pt x="702" y="292"/>
                  </a:cubicBezTo>
                  <a:cubicBezTo>
                    <a:pt x="702" y="292"/>
                    <a:pt x="701" y="293"/>
                    <a:pt x="701" y="293"/>
                  </a:cubicBezTo>
                  <a:cubicBezTo>
                    <a:pt x="701" y="293"/>
                    <a:pt x="701" y="292"/>
                    <a:pt x="702" y="292"/>
                  </a:cubicBezTo>
                  <a:close/>
                  <a:moveTo>
                    <a:pt x="699" y="271"/>
                  </a:moveTo>
                  <a:cubicBezTo>
                    <a:pt x="697" y="274"/>
                    <a:pt x="700" y="270"/>
                    <a:pt x="699" y="271"/>
                  </a:cubicBezTo>
                  <a:close/>
                  <a:moveTo>
                    <a:pt x="681" y="279"/>
                  </a:moveTo>
                  <a:cubicBezTo>
                    <a:pt x="681" y="277"/>
                    <a:pt x="683" y="278"/>
                    <a:pt x="681" y="279"/>
                  </a:cubicBezTo>
                  <a:close/>
                  <a:moveTo>
                    <a:pt x="682" y="275"/>
                  </a:moveTo>
                  <a:cubicBezTo>
                    <a:pt x="683" y="276"/>
                    <a:pt x="681" y="277"/>
                    <a:pt x="682" y="275"/>
                  </a:cubicBezTo>
                  <a:close/>
                  <a:moveTo>
                    <a:pt x="686" y="247"/>
                  </a:moveTo>
                  <a:cubicBezTo>
                    <a:pt x="687" y="248"/>
                    <a:pt x="687" y="250"/>
                    <a:pt x="687" y="252"/>
                  </a:cubicBezTo>
                  <a:cubicBezTo>
                    <a:pt x="686" y="251"/>
                    <a:pt x="686" y="249"/>
                    <a:pt x="686" y="247"/>
                  </a:cubicBezTo>
                  <a:close/>
                  <a:moveTo>
                    <a:pt x="680" y="254"/>
                  </a:moveTo>
                  <a:cubicBezTo>
                    <a:pt x="680" y="255"/>
                    <a:pt x="681" y="252"/>
                    <a:pt x="680" y="254"/>
                  </a:cubicBezTo>
                  <a:close/>
                  <a:moveTo>
                    <a:pt x="684" y="227"/>
                  </a:moveTo>
                  <a:cubicBezTo>
                    <a:pt x="687" y="230"/>
                    <a:pt x="682" y="233"/>
                    <a:pt x="680" y="234"/>
                  </a:cubicBezTo>
                  <a:cubicBezTo>
                    <a:pt x="678" y="231"/>
                    <a:pt x="681" y="225"/>
                    <a:pt x="684" y="227"/>
                  </a:cubicBezTo>
                  <a:close/>
                  <a:moveTo>
                    <a:pt x="634" y="190"/>
                  </a:moveTo>
                  <a:cubicBezTo>
                    <a:pt x="634" y="190"/>
                    <a:pt x="634" y="191"/>
                    <a:pt x="634" y="191"/>
                  </a:cubicBezTo>
                  <a:cubicBezTo>
                    <a:pt x="635" y="194"/>
                    <a:pt x="630" y="192"/>
                    <a:pt x="634" y="190"/>
                  </a:cubicBezTo>
                  <a:close/>
                  <a:moveTo>
                    <a:pt x="574" y="146"/>
                  </a:moveTo>
                  <a:cubicBezTo>
                    <a:pt x="575" y="147"/>
                    <a:pt x="573" y="147"/>
                    <a:pt x="573" y="146"/>
                  </a:cubicBezTo>
                  <a:cubicBezTo>
                    <a:pt x="572" y="146"/>
                    <a:pt x="574" y="145"/>
                    <a:pt x="574" y="146"/>
                  </a:cubicBezTo>
                  <a:close/>
                  <a:moveTo>
                    <a:pt x="571" y="138"/>
                  </a:moveTo>
                  <a:cubicBezTo>
                    <a:pt x="571" y="138"/>
                    <a:pt x="571" y="138"/>
                    <a:pt x="571" y="138"/>
                  </a:cubicBezTo>
                  <a:cubicBezTo>
                    <a:pt x="572" y="140"/>
                    <a:pt x="569" y="137"/>
                    <a:pt x="571" y="138"/>
                  </a:cubicBezTo>
                  <a:close/>
                  <a:moveTo>
                    <a:pt x="566" y="136"/>
                  </a:moveTo>
                  <a:cubicBezTo>
                    <a:pt x="566" y="137"/>
                    <a:pt x="564" y="137"/>
                    <a:pt x="564" y="137"/>
                  </a:cubicBezTo>
                  <a:cubicBezTo>
                    <a:pt x="564" y="136"/>
                    <a:pt x="566" y="135"/>
                    <a:pt x="566" y="136"/>
                  </a:cubicBezTo>
                  <a:close/>
                  <a:moveTo>
                    <a:pt x="562" y="145"/>
                  </a:moveTo>
                  <a:cubicBezTo>
                    <a:pt x="563" y="146"/>
                    <a:pt x="562" y="146"/>
                    <a:pt x="562" y="146"/>
                  </a:cubicBezTo>
                  <a:cubicBezTo>
                    <a:pt x="561" y="145"/>
                    <a:pt x="562" y="145"/>
                    <a:pt x="562" y="145"/>
                  </a:cubicBezTo>
                  <a:close/>
                  <a:moveTo>
                    <a:pt x="549" y="88"/>
                  </a:moveTo>
                  <a:cubicBezTo>
                    <a:pt x="549" y="88"/>
                    <a:pt x="549" y="88"/>
                    <a:pt x="549" y="88"/>
                  </a:cubicBezTo>
                  <a:cubicBezTo>
                    <a:pt x="549" y="88"/>
                    <a:pt x="549" y="88"/>
                    <a:pt x="549" y="88"/>
                  </a:cubicBezTo>
                  <a:close/>
                  <a:moveTo>
                    <a:pt x="549" y="88"/>
                  </a:moveTo>
                  <a:cubicBezTo>
                    <a:pt x="549" y="88"/>
                    <a:pt x="548" y="88"/>
                    <a:pt x="549" y="88"/>
                  </a:cubicBezTo>
                  <a:close/>
                  <a:moveTo>
                    <a:pt x="549" y="90"/>
                  </a:moveTo>
                  <a:cubicBezTo>
                    <a:pt x="549" y="91"/>
                    <a:pt x="548" y="91"/>
                    <a:pt x="548" y="91"/>
                  </a:cubicBezTo>
                  <a:cubicBezTo>
                    <a:pt x="548" y="91"/>
                    <a:pt x="549" y="90"/>
                    <a:pt x="549" y="90"/>
                  </a:cubicBezTo>
                  <a:close/>
                  <a:moveTo>
                    <a:pt x="547" y="89"/>
                  </a:moveTo>
                  <a:cubicBezTo>
                    <a:pt x="546" y="89"/>
                    <a:pt x="546" y="90"/>
                    <a:pt x="545" y="90"/>
                  </a:cubicBezTo>
                  <a:cubicBezTo>
                    <a:pt x="546" y="90"/>
                    <a:pt x="544" y="88"/>
                    <a:pt x="544" y="88"/>
                  </a:cubicBezTo>
                  <a:cubicBezTo>
                    <a:pt x="545" y="87"/>
                    <a:pt x="547" y="87"/>
                    <a:pt x="547" y="89"/>
                  </a:cubicBezTo>
                  <a:close/>
                  <a:moveTo>
                    <a:pt x="540" y="94"/>
                  </a:moveTo>
                  <a:cubicBezTo>
                    <a:pt x="541" y="94"/>
                    <a:pt x="539" y="94"/>
                    <a:pt x="539" y="94"/>
                  </a:cubicBezTo>
                  <a:cubicBezTo>
                    <a:pt x="539" y="93"/>
                    <a:pt x="540" y="93"/>
                    <a:pt x="540" y="94"/>
                  </a:cubicBezTo>
                  <a:close/>
                  <a:moveTo>
                    <a:pt x="540" y="97"/>
                  </a:moveTo>
                  <a:cubicBezTo>
                    <a:pt x="540" y="96"/>
                    <a:pt x="538" y="98"/>
                    <a:pt x="539" y="97"/>
                  </a:cubicBezTo>
                  <a:cubicBezTo>
                    <a:pt x="539" y="96"/>
                    <a:pt x="542" y="93"/>
                    <a:pt x="544" y="93"/>
                  </a:cubicBezTo>
                  <a:cubicBezTo>
                    <a:pt x="546" y="93"/>
                    <a:pt x="549" y="94"/>
                    <a:pt x="548" y="96"/>
                  </a:cubicBezTo>
                  <a:cubicBezTo>
                    <a:pt x="548" y="98"/>
                    <a:pt x="544" y="100"/>
                    <a:pt x="542" y="100"/>
                  </a:cubicBezTo>
                  <a:cubicBezTo>
                    <a:pt x="541" y="100"/>
                    <a:pt x="540" y="99"/>
                    <a:pt x="540" y="99"/>
                  </a:cubicBezTo>
                  <a:cubicBezTo>
                    <a:pt x="539" y="99"/>
                    <a:pt x="538" y="101"/>
                    <a:pt x="538" y="99"/>
                  </a:cubicBezTo>
                  <a:cubicBezTo>
                    <a:pt x="538" y="99"/>
                    <a:pt x="540" y="97"/>
                    <a:pt x="540" y="97"/>
                  </a:cubicBezTo>
                  <a:close/>
                  <a:moveTo>
                    <a:pt x="535" y="95"/>
                  </a:moveTo>
                  <a:cubicBezTo>
                    <a:pt x="536" y="96"/>
                    <a:pt x="533" y="95"/>
                    <a:pt x="535" y="95"/>
                  </a:cubicBezTo>
                  <a:close/>
                  <a:moveTo>
                    <a:pt x="535" y="97"/>
                  </a:moveTo>
                  <a:cubicBezTo>
                    <a:pt x="535" y="97"/>
                    <a:pt x="535" y="96"/>
                    <a:pt x="535" y="96"/>
                  </a:cubicBezTo>
                  <a:cubicBezTo>
                    <a:pt x="535" y="97"/>
                    <a:pt x="536" y="97"/>
                    <a:pt x="535" y="97"/>
                  </a:cubicBezTo>
                  <a:close/>
                  <a:moveTo>
                    <a:pt x="534" y="111"/>
                  </a:moveTo>
                  <a:cubicBezTo>
                    <a:pt x="534" y="110"/>
                    <a:pt x="535" y="109"/>
                    <a:pt x="536" y="110"/>
                  </a:cubicBezTo>
                  <a:cubicBezTo>
                    <a:pt x="537" y="111"/>
                    <a:pt x="535" y="111"/>
                    <a:pt x="534" y="111"/>
                  </a:cubicBezTo>
                  <a:close/>
                  <a:moveTo>
                    <a:pt x="535" y="84"/>
                  </a:moveTo>
                  <a:cubicBezTo>
                    <a:pt x="538" y="83"/>
                    <a:pt x="536" y="88"/>
                    <a:pt x="534" y="87"/>
                  </a:cubicBezTo>
                  <a:cubicBezTo>
                    <a:pt x="532" y="86"/>
                    <a:pt x="534" y="85"/>
                    <a:pt x="535" y="84"/>
                  </a:cubicBezTo>
                  <a:close/>
                  <a:moveTo>
                    <a:pt x="545" y="73"/>
                  </a:moveTo>
                  <a:cubicBezTo>
                    <a:pt x="544" y="74"/>
                    <a:pt x="544" y="72"/>
                    <a:pt x="545" y="73"/>
                  </a:cubicBezTo>
                  <a:close/>
                  <a:moveTo>
                    <a:pt x="541" y="72"/>
                  </a:moveTo>
                  <a:cubicBezTo>
                    <a:pt x="540" y="73"/>
                    <a:pt x="539" y="73"/>
                    <a:pt x="537" y="73"/>
                  </a:cubicBezTo>
                  <a:cubicBezTo>
                    <a:pt x="539" y="73"/>
                    <a:pt x="539" y="71"/>
                    <a:pt x="541" y="72"/>
                  </a:cubicBezTo>
                  <a:close/>
                  <a:moveTo>
                    <a:pt x="534" y="73"/>
                  </a:moveTo>
                  <a:cubicBezTo>
                    <a:pt x="534" y="74"/>
                    <a:pt x="532" y="75"/>
                    <a:pt x="532" y="74"/>
                  </a:cubicBezTo>
                  <a:cubicBezTo>
                    <a:pt x="531" y="74"/>
                    <a:pt x="534" y="73"/>
                    <a:pt x="534" y="73"/>
                  </a:cubicBezTo>
                  <a:close/>
                  <a:moveTo>
                    <a:pt x="531" y="74"/>
                  </a:moveTo>
                  <a:cubicBezTo>
                    <a:pt x="532" y="75"/>
                    <a:pt x="530" y="74"/>
                    <a:pt x="530" y="74"/>
                  </a:cubicBezTo>
                  <a:cubicBezTo>
                    <a:pt x="529" y="73"/>
                    <a:pt x="531" y="73"/>
                    <a:pt x="531" y="74"/>
                  </a:cubicBezTo>
                  <a:close/>
                  <a:moveTo>
                    <a:pt x="458" y="41"/>
                  </a:moveTo>
                  <a:cubicBezTo>
                    <a:pt x="458" y="42"/>
                    <a:pt x="458" y="42"/>
                    <a:pt x="458" y="42"/>
                  </a:cubicBezTo>
                  <a:cubicBezTo>
                    <a:pt x="458" y="41"/>
                    <a:pt x="457" y="40"/>
                    <a:pt x="458" y="41"/>
                  </a:cubicBezTo>
                  <a:close/>
                  <a:moveTo>
                    <a:pt x="421" y="34"/>
                  </a:moveTo>
                  <a:cubicBezTo>
                    <a:pt x="420" y="34"/>
                    <a:pt x="420" y="33"/>
                    <a:pt x="421" y="34"/>
                  </a:cubicBezTo>
                  <a:close/>
                  <a:moveTo>
                    <a:pt x="421" y="29"/>
                  </a:moveTo>
                  <a:cubicBezTo>
                    <a:pt x="422" y="30"/>
                    <a:pt x="420" y="30"/>
                    <a:pt x="420" y="30"/>
                  </a:cubicBezTo>
                  <a:cubicBezTo>
                    <a:pt x="419" y="29"/>
                    <a:pt x="421" y="29"/>
                    <a:pt x="421" y="29"/>
                  </a:cubicBezTo>
                  <a:close/>
                  <a:moveTo>
                    <a:pt x="461" y="19"/>
                  </a:moveTo>
                  <a:cubicBezTo>
                    <a:pt x="461" y="20"/>
                    <a:pt x="458" y="20"/>
                    <a:pt x="458" y="19"/>
                  </a:cubicBezTo>
                  <a:cubicBezTo>
                    <a:pt x="457" y="18"/>
                    <a:pt x="461" y="17"/>
                    <a:pt x="461" y="19"/>
                  </a:cubicBezTo>
                  <a:close/>
                  <a:moveTo>
                    <a:pt x="456" y="20"/>
                  </a:moveTo>
                  <a:cubicBezTo>
                    <a:pt x="457" y="21"/>
                    <a:pt x="454" y="22"/>
                    <a:pt x="454" y="20"/>
                  </a:cubicBezTo>
                  <a:cubicBezTo>
                    <a:pt x="454" y="20"/>
                    <a:pt x="456" y="20"/>
                    <a:pt x="456" y="20"/>
                  </a:cubicBezTo>
                  <a:close/>
                  <a:moveTo>
                    <a:pt x="455" y="23"/>
                  </a:moveTo>
                  <a:cubicBezTo>
                    <a:pt x="456" y="24"/>
                    <a:pt x="453" y="23"/>
                    <a:pt x="453" y="23"/>
                  </a:cubicBezTo>
                  <a:cubicBezTo>
                    <a:pt x="453" y="22"/>
                    <a:pt x="455" y="22"/>
                    <a:pt x="455" y="23"/>
                  </a:cubicBezTo>
                  <a:close/>
                  <a:moveTo>
                    <a:pt x="434" y="24"/>
                  </a:moveTo>
                  <a:cubicBezTo>
                    <a:pt x="434" y="25"/>
                    <a:pt x="430" y="24"/>
                    <a:pt x="430" y="23"/>
                  </a:cubicBezTo>
                  <a:cubicBezTo>
                    <a:pt x="430" y="22"/>
                    <a:pt x="433" y="22"/>
                    <a:pt x="434" y="24"/>
                  </a:cubicBezTo>
                  <a:close/>
                  <a:moveTo>
                    <a:pt x="427" y="20"/>
                  </a:moveTo>
                  <a:cubicBezTo>
                    <a:pt x="427" y="21"/>
                    <a:pt x="425" y="20"/>
                    <a:pt x="425" y="20"/>
                  </a:cubicBezTo>
                  <a:cubicBezTo>
                    <a:pt x="425" y="20"/>
                    <a:pt x="427" y="19"/>
                    <a:pt x="427" y="20"/>
                  </a:cubicBezTo>
                  <a:close/>
                  <a:moveTo>
                    <a:pt x="418" y="41"/>
                  </a:moveTo>
                  <a:cubicBezTo>
                    <a:pt x="418" y="41"/>
                    <a:pt x="418" y="40"/>
                    <a:pt x="418" y="40"/>
                  </a:cubicBezTo>
                  <a:cubicBezTo>
                    <a:pt x="416" y="39"/>
                    <a:pt x="420" y="40"/>
                    <a:pt x="418" y="41"/>
                  </a:cubicBezTo>
                  <a:close/>
                  <a:moveTo>
                    <a:pt x="415" y="43"/>
                  </a:moveTo>
                  <a:cubicBezTo>
                    <a:pt x="416" y="44"/>
                    <a:pt x="414" y="44"/>
                    <a:pt x="414" y="44"/>
                  </a:cubicBezTo>
                  <a:cubicBezTo>
                    <a:pt x="414" y="44"/>
                    <a:pt x="414" y="43"/>
                    <a:pt x="415" y="43"/>
                  </a:cubicBezTo>
                  <a:close/>
                  <a:moveTo>
                    <a:pt x="388" y="45"/>
                  </a:moveTo>
                  <a:cubicBezTo>
                    <a:pt x="388" y="43"/>
                    <a:pt x="393" y="43"/>
                    <a:pt x="393" y="45"/>
                  </a:cubicBezTo>
                  <a:cubicBezTo>
                    <a:pt x="393" y="48"/>
                    <a:pt x="388" y="46"/>
                    <a:pt x="388" y="45"/>
                  </a:cubicBezTo>
                  <a:close/>
                  <a:moveTo>
                    <a:pt x="394" y="10"/>
                  </a:moveTo>
                  <a:cubicBezTo>
                    <a:pt x="394" y="11"/>
                    <a:pt x="393" y="11"/>
                    <a:pt x="392" y="11"/>
                  </a:cubicBezTo>
                  <a:cubicBezTo>
                    <a:pt x="393" y="10"/>
                    <a:pt x="394" y="10"/>
                    <a:pt x="394" y="10"/>
                  </a:cubicBezTo>
                  <a:close/>
                  <a:moveTo>
                    <a:pt x="389" y="10"/>
                  </a:moveTo>
                  <a:cubicBezTo>
                    <a:pt x="391" y="9"/>
                    <a:pt x="391" y="12"/>
                    <a:pt x="389" y="10"/>
                  </a:cubicBezTo>
                  <a:close/>
                  <a:moveTo>
                    <a:pt x="387" y="32"/>
                  </a:moveTo>
                  <a:cubicBezTo>
                    <a:pt x="393" y="30"/>
                    <a:pt x="399" y="30"/>
                    <a:pt x="404" y="30"/>
                  </a:cubicBezTo>
                  <a:cubicBezTo>
                    <a:pt x="399" y="31"/>
                    <a:pt x="391" y="32"/>
                    <a:pt x="384" y="33"/>
                  </a:cubicBezTo>
                  <a:cubicBezTo>
                    <a:pt x="379" y="35"/>
                    <a:pt x="386" y="32"/>
                    <a:pt x="387" y="32"/>
                  </a:cubicBezTo>
                  <a:close/>
                  <a:moveTo>
                    <a:pt x="380" y="25"/>
                  </a:moveTo>
                  <a:cubicBezTo>
                    <a:pt x="381" y="24"/>
                    <a:pt x="382" y="26"/>
                    <a:pt x="380" y="25"/>
                  </a:cubicBezTo>
                  <a:close/>
                  <a:moveTo>
                    <a:pt x="355" y="52"/>
                  </a:moveTo>
                  <a:cubicBezTo>
                    <a:pt x="355" y="51"/>
                    <a:pt x="357" y="50"/>
                    <a:pt x="357" y="51"/>
                  </a:cubicBezTo>
                  <a:cubicBezTo>
                    <a:pt x="358" y="53"/>
                    <a:pt x="356" y="52"/>
                    <a:pt x="355" y="52"/>
                  </a:cubicBezTo>
                  <a:close/>
                  <a:moveTo>
                    <a:pt x="375" y="42"/>
                  </a:move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75" y="42"/>
                    <a:pt x="375" y="42"/>
                    <a:pt x="375" y="42"/>
                  </a:cubicBezTo>
                  <a:close/>
                  <a:moveTo>
                    <a:pt x="371" y="6"/>
                  </a:moveTo>
                  <a:cubicBezTo>
                    <a:pt x="372" y="5"/>
                    <a:pt x="373" y="7"/>
                    <a:pt x="371" y="6"/>
                  </a:cubicBezTo>
                  <a:close/>
                  <a:moveTo>
                    <a:pt x="367" y="52"/>
                  </a:moveTo>
                  <a:cubicBezTo>
                    <a:pt x="366" y="53"/>
                    <a:pt x="365" y="53"/>
                    <a:pt x="364" y="53"/>
                  </a:cubicBezTo>
                  <a:cubicBezTo>
                    <a:pt x="365" y="52"/>
                    <a:pt x="366" y="52"/>
                    <a:pt x="367" y="52"/>
                  </a:cubicBezTo>
                  <a:close/>
                  <a:moveTo>
                    <a:pt x="360" y="41"/>
                  </a:moveTo>
                  <a:cubicBezTo>
                    <a:pt x="358" y="42"/>
                    <a:pt x="354" y="43"/>
                    <a:pt x="351" y="41"/>
                  </a:cubicBezTo>
                  <a:cubicBezTo>
                    <a:pt x="351" y="40"/>
                    <a:pt x="360" y="41"/>
                    <a:pt x="360" y="41"/>
                  </a:cubicBezTo>
                  <a:close/>
                  <a:moveTo>
                    <a:pt x="2" y="391"/>
                  </a:moveTo>
                  <a:cubicBezTo>
                    <a:pt x="2" y="392"/>
                    <a:pt x="2" y="389"/>
                    <a:pt x="2" y="391"/>
                  </a:cubicBezTo>
                  <a:close/>
                  <a:moveTo>
                    <a:pt x="2" y="338"/>
                  </a:moveTo>
                  <a:cubicBezTo>
                    <a:pt x="1" y="339"/>
                    <a:pt x="1" y="336"/>
                    <a:pt x="2" y="337"/>
                  </a:cubicBezTo>
                  <a:cubicBezTo>
                    <a:pt x="2" y="337"/>
                    <a:pt x="2" y="337"/>
                    <a:pt x="2" y="338"/>
                  </a:cubicBezTo>
                  <a:close/>
                  <a:moveTo>
                    <a:pt x="6" y="411"/>
                  </a:moveTo>
                  <a:cubicBezTo>
                    <a:pt x="7" y="410"/>
                    <a:pt x="8" y="410"/>
                    <a:pt x="6" y="411"/>
                  </a:cubicBezTo>
                  <a:close/>
                  <a:moveTo>
                    <a:pt x="7" y="377"/>
                  </a:moveTo>
                  <a:cubicBezTo>
                    <a:pt x="8" y="377"/>
                    <a:pt x="8" y="378"/>
                    <a:pt x="7" y="379"/>
                  </a:cubicBezTo>
                  <a:cubicBezTo>
                    <a:pt x="6" y="380"/>
                    <a:pt x="7" y="377"/>
                    <a:pt x="7" y="377"/>
                  </a:cubicBezTo>
                  <a:close/>
                  <a:moveTo>
                    <a:pt x="7" y="415"/>
                  </a:moveTo>
                  <a:cubicBezTo>
                    <a:pt x="7" y="416"/>
                    <a:pt x="7" y="413"/>
                    <a:pt x="8" y="414"/>
                  </a:cubicBezTo>
                  <a:cubicBezTo>
                    <a:pt x="9" y="414"/>
                    <a:pt x="8" y="415"/>
                    <a:pt x="7" y="415"/>
                  </a:cubicBezTo>
                  <a:close/>
                  <a:moveTo>
                    <a:pt x="7" y="368"/>
                  </a:moveTo>
                  <a:cubicBezTo>
                    <a:pt x="6" y="367"/>
                    <a:pt x="7" y="364"/>
                    <a:pt x="8" y="363"/>
                  </a:cubicBezTo>
                  <a:cubicBezTo>
                    <a:pt x="8" y="365"/>
                    <a:pt x="7" y="366"/>
                    <a:pt x="7" y="368"/>
                  </a:cubicBezTo>
                  <a:close/>
                  <a:moveTo>
                    <a:pt x="13" y="438"/>
                  </a:moveTo>
                  <a:cubicBezTo>
                    <a:pt x="13" y="438"/>
                    <a:pt x="13" y="439"/>
                    <a:pt x="13" y="439"/>
                  </a:cubicBezTo>
                  <a:cubicBezTo>
                    <a:pt x="13" y="441"/>
                    <a:pt x="12" y="437"/>
                    <a:pt x="13" y="438"/>
                  </a:cubicBezTo>
                  <a:close/>
                  <a:moveTo>
                    <a:pt x="12" y="423"/>
                  </a:moveTo>
                  <a:cubicBezTo>
                    <a:pt x="13" y="423"/>
                    <a:pt x="11" y="425"/>
                    <a:pt x="12" y="423"/>
                  </a:cubicBezTo>
                  <a:close/>
                  <a:moveTo>
                    <a:pt x="15" y="295"/>
                  </a:moveTo>
                  <a:cubicBezTo>
                    <a:pt x="15" y="298"/>
                    <a:pt x="13" y="296"/>
                    <a:pt x="15" y="295"/>
                  </a:cubicBezTo>
                  <a:close/>
                  <a:moveTo>
                    <a:pt x="13" y="368"/>
                  </a:moveTo>
                  <a:cubicBezTo>
                    <a:pt x="14" y="368"/>
                    <a:pt x="13" y="369"/>
                    <a:pt x="13" y="369"/>
                  </a:cubicBezTo>
                  <a:cubicBezTo>
                    <a:pt x="12" y="370"/>
                    <a:pt x="12" y="367"/>
                    <a:pt x="13" y="368"/>
                  </a:cubicBezTo>
                  <a:close/>
                  <a:moveTo>
                    <a:pt x="12" y="352"/>
                  </a:moveTo>
                  <a:cubicBezTo>
                    <a:pt x="11" y="353"/>
                    <a:pt x="11" y="350"/>
                    <a:pt x="12" y="351"/>
                  </a:cubicBezTo>
                  <a:cubicBezTo>
                    <a:pt x="13" y="351"/>
                    <a:pt x="12" y="352"/>
                    <a:pt x="12" y="352"/>
                  </a:cubicBezTo>
                  <a:close/>
                  <a:moveTo>
                    <a:pt x="10" y="333"/>
                  </a:moveTo>
                  <a:cubicBezTo>
                    <a:pt x="12" y="332"/>
                    <a:pt x="14" y="337"/>
                    <a:pt x="12" y="338"/>
                  </a:cubicBezTo>
                  <a:cubicBezTo>
                    <a:pt x="9" y="339"/>
                    <a:pt x="9" y="334"/>
                    <a:pt x="10" y="333"/>
                  </a:cubicBezTo>
                  <a:close/>
                  <a:moveTo>
                    <a:pt x="10" y="355"/>
                  </a:moveTo>
                  <a:cubicBezTo>
                    <a:pt x="9" y="356"/>
                    <a:pt x="10" y="353"/>
                    <a:pt x="10" y="353"/>
                  </a:cubicBezTo>
                  <a:cubicBezTo>
                    <a:pt x="11" y="354"/>
                    <a:pt x="10" y="355"/>
                    <a:pt x="10" y="355"/>
                  </a:cubicBezTo>
                  <a:close/>
                  <a:moveTo>
                    <a:pt x="9" y="371"/>
                  </a:moveTo>
                  <a:cubicBezTo>
                    <a:pt x="8" y="372"/>
                    <a:pt x="8" y="369"/>
                    <a:pt x="9" y="370"/>
                  </a:cubicBezTo>
                  <a:cubicBezTo>
                    <a:pt x="9" y="370"/>
                    <a:pt x="9" y="371"/>
                    <a:pt x="9" y="371"/>
                  </a:cubicBezTo>
                  <a:close/>
                  <a:moveTo>
                    <a:pt x="9" y="359"/>
                  </a:moveTo>
                  <a:cubicBezTo>
                    <a:pt x="8" y="359"/>
                    <a:pt x="9" y="357"/>
                    <a:pt x="10" y="357"/>
                  </a:cubicBezTo>
                  <a:cubicBezTo>
                    <a:pt x="9" y="358"/>
                    <a:pt x="9" y="358"/>
                    <a:pt x="9" y="359"/>
                  </a:cubicBezTo>
                  <a:close/>
                  <a:moveTo>
                    <a:pt x="10" y="438"/>
                  </a:moveTo>
                  <a:cubicBezTo>
                    <a:pt x="9" y="439"/>
                    <a:pt x="10" y="436"/>
                    <a:pt x="11" y="436"/>
                  </a:cubicBezTo>
                  <a:cubicBezTo>
                    <a:pt x="12" y="437"/>
                    <a:pt x="11" y="437"/>
                    <a:pt x="10" y="438"/>
                  </a:cubicBezTo>
                  <a:close/>
                  <a:moveTo>
                    <a:pt x="10" y="424"/>
                  </a:moveTo>
                  <a:cubicBezTo>
                    <a:pt x="9" y="425"/>
                    <a:pt x="10" y="422"/>
                    <a:pt x="11" y="423"/>
                  </a:cubicBezTo>
                  <a:cubicBezTo>
                    <a:pt x="12" y="424"/>
                    <a:pt x="11" y="424"/>
                    <a:pt x="10" y="424"/>
                  </a:cubicBezTo>
                  <a:close/>
                  <a:moveTo>
                    <a:pt x="11" y="386"/>
                  </a:moveTo>
                  <a:cubicBezTo>
                    <a:pt x="10" y="386"/>
                    <a:pt x="10" y="387"/>
                    <a:pt x="10" y="385"/>
                  </a:cubicBezTo>
                  <a:cubicBezTo>
                    <a:pt x="10" y="383"/>
                    <a:pt x="14" y="374"/>
                    <a:pt x="14" y="374"/>
                  </a:cubicBezTo>
                  <a:cubicBezTo>
                    <a:pt x="16" y="374"/>
                    <a:pt x="13" y="377"/>
                    <a:pt x="13" y="378"/>
                  </a:cubicBezTo>
                  <a:cubicBezTo>
                    <a:pt x="12" y="381"/>
                    <a:pt x="14" y="385"/>
                    <a:pt x="11" y="386"/>
                  </a:cubicBezTo>
                  <a:close/>
                  <a:moveTo>
                    <a:pt x="14" y="394"/>
                  </a:moveTo>
                  <a:cubicBezTo>
                    <a:pt x="13" y="396"/>
                    <a:pt x="14" y="393"/>
                    <a:pt x="14" y="393"/>
                  </a:cubicBezTo>
                  <a:cubicBezTo>
                    <a:pt x="15" y="393"/>
                    <a:pt x="15" y="394"/>
                    <a:pt x="14" y="394"/>
                  </a:cubicBezTo>
                  <a:close/>
                  <a:moveTo>
                    <a:pt x="15" y="388"/>
                  </a:moveTo>
                  <a:cubicBezTo>
                    <a:pt x="14" y="388"/>
                    <a:pt x="15" y="387"/>
                    <a:pt x="15" y="387"/>
                  </a:cubicBezTo>
                  <a:cubicBezTo>
                    <a:pt x="15" y="387"/>
                    <a:pt x="15" y="388"/>
                    <a:pt x="15" y="388"/>
                  </a:cubicBezTo>
                  <a:close/>
                  <a:moveTo>
                    <a:pt x="15" y="300"/>
                  </a:moveTo>
                  <a:cubicBezTo>
                    <a:pt x="16" y="302"/>
                    <a:pt x="14" y="301"/>
                    <a:pt x="15" y="300"/>
                  </a:cubicBezTo>
                  <a:close/>
                  <a:moveTo>
                    <a:pt x="16" y="366"/>
                  </a:moveTo>
                  <a:cubicBezTo>
                    <a:pt x="15" y="367"/>
                    <a:pt x="17" y="364"/>
                    <a:pt x="16" y="366"/>
                  </a:cubicBezTo>
                  <a:close/>
                  <a:moveTo>
                    <a:pt x="17" y="380"/>
                  </a:moveTo>
                  <a:cubicBezTo>
                    <a:pt x="16" y="381"/>
                    <a:pt x="16" y="379"/>
                    <a:pt x="17" y="379"/>
                  </a:cubicBezTo>
                  <a:cubicBezTo>
                    <a:pt x="17" y="378"/>
                    <a:pt x="17" y="380"/>
                    <a:pt x="17" y="380"/>
                  </a:cubicBezTo>
                  <a:close/>
                  <a:moveTo>
                    <a:pt x="27" y="420"/>
                  </a:move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ubicBezTo>
                    <a:pt x="27" y="420"/>
                    <a:pt x="27" y="420"/>
                    <a:pt x="27" y="420"/>
                  </a:cubicBezTo>
                  <a:close/>
                  <a:moveTo>
                    <a:pt x="23" y="346"/>
                  </a:moveTo>
                  <a:cubicBezTo>
                    <a:pt x="23" y="346"/>
                    <a:pt x="23" y="347"/>
                    <a:pt x="23" y="347"/>
                  </a:cubicBezTo>
                  <a:cubicBezTo>
                    <a:pt x="22" y="347"/>
                    <a:pt x="22" y="346"/>
                    <a:pt x="23" y="346"/>
                  </a:cubicBezTo>
                  <a:close/>
                  <a:moveTo>
                    <a:pt x="19" y="405"/>
                  </a:moveTo>
                  <a:cubicBezTo>
                    <a:pt x="19" y="405"/>
                    <a:pt x="18" y="404"/>
                    <a:pt x="18" y="404"/>
                  </a:cubicBezTo>
                  <a:cubicBezTo>
                    <a:pt x="18" y="404"/>
                    <a:pt x="20" y="404"/>
                    <a:pt x="19" y="405"/>
                  </a:cubicBezTo>
                  <a:close/>
                  <a:moveTo>
                    <a:pt x="20" y="406"/>
                  </a:moveTo>
                  <a:cubicBezTo>
                    <a:pt x="19" y="406"/>
                    <a:pt x="20" y="405"/>
                    <a:pt x="20" y="404"/>
                  </a:cubicBezTo>
                  <a:cubicBezTo>
                    <a:pt x="21" y="404"/>
                    <a:pt x="20" y="405"/>
                    <a:pt x="20" y="406"/>
                  </a:cubicBezTo>
                  <a:close/>
                  <a:moveTo>
                    <a:pt x="20" y="360"/>
                  </a:moveTo>
                  <a:cubicBezTo>
                    <a:pt x="19" y="359"/>
                    <a:pt x="21" y="359"/>
                    <a:pt x="20" y="360"/>
                  </a:cubicBezTo>
                  <a:close/>
                  <a:moveTo>
                    <a:pt x="22" y="268"/>
                  </a:moveTo>
                  <a:cubicBezTo>
                    <a:pt x="23" y="268"/>
                    <a:pt x="22" y="270"/>
                    <a:pt x="22" y="271"/>
                  </a:cubicBezTo>
                  <a:cubicBezTo>
                    <a:pt x="19" y="273"/>
                    <a:pt x="19" y="267"/>
                    <a:pt x="22" y="268"/>
                  </a:cubicBezTo>
                  <a:close/>
                  <a:moveTo>
                    <a:pt x="21" y="397"/>
                  </a:moveTo>
                  <a:cubicBezTo>
                    <a:pt x="21" y="396"/>
                    <a:pt x="22" y="397"/>
                    <a:pt x="22" y="398"/>
                  </a:cubicBezTo>
                  <a:cubicBezTo>
                    <a:pt x="21" y="399"/>
                    <a:pt x="20" y="397"/>
                    <a:pt x="21" y="397"/>
                  </a:cubicBezTo>
                  <a:close/>
                  <a:moveTo>
                    <a:pt x="21" y="415"/>
                  </a:moveTo>
                  <a:cubicBezTo>
                    <a:pt x="22" y="416"/>
                    <a:pt x="21" y="417"/>
                    <a:pt x="21" y="415"/>
                  </a:cubicBezTo>
                  <a:close/>
                  <a:moveTo>
                    <a:pt x="21" y="413"/>
                  </a:moveTo>
                  <a:cubicBezTo>
                    <a:pt x="21" y="413"/>
                    <a:pt x="23" y="413"/>
                    <a:pt x="23" y="413"/>
                  </a:cubicBezTo>
                  <a:cubicBezTo>
                    <a:pt x="23" y="414"/>
                    <a:pt x="20" y="414"/>
                    <a:pt x="21" y="413"/>
                  </a:cubicBezTo>
                  <a:close/>
                  <a:moveTo>
                    <a:pt x="24" y="367"/>
                  </a:moveTo>
                  <a:cubicBezTo>
                    <a:pt x="25" y="368"/>
                    <a:pt x="23" y="369"/>
                    <a:pt x="24" y="367"/>
                  </a:cubicBezTo>
                  <a:close/>
                  <a:moveTo>
                    <a:pt x="24" y="412"/>
                  </a:moveTo>
                  <a:cubicBezTo>
                    <a:pt x="24" y="413"/>
                    <a:pt x="24" y="410"/>
                    <a:pt x="24" y="412"/>
                  </a:cubicBezTo>
                  <a:close/>
                  <a:moveTo>
                    <a:pt x="25" y="401"/>
                  </a:moveTo>
                  <a:cubicBezTo>
                    <a:pt x="24" y="402"/>
                    <a:pt x="24" y="400"/>
                    <a:pt x="24" y="399"/>
                  </a:cubicBezTo>
                  <a:cubicBezTo>
                    <a:pt x="25" y="399"/>
                    <a:pt x="25" y="401"/>
                    <a:pt x="25" y="401"/>
                  </a:cubicBezTo>
                  <a:close/>
                  <a:moveTo>
                    <a:pt x="27" y="397"/>
                  </a:moveTo>
                  <a:cubicBezTo>
                    <a:pt x="27" y="398"/>
                    <a:pt x="28" y="396"/>
                    <a:pt x="27" y="397"/>
                  </a:cubicBezTo>
                  <a:close/>
                  <a:moveTo>
                    <a:pt x="25" y="343"/>
                  </a:moveTo>
                  <a:cubicBezTo>
                    <a:pt x="23" y="342"/>
                    <a:pt x="25" y="340"/>
                    <a:pt x="25" y="338"/>
                  </a:cubicBezTo>
                  <a:cubicBezTo>
                    <a:pt x="25" y="340"/>
                    <a:pt x="26" y="339"/>
                    <a:pt x="27" y="340"/>
                  </a:cubicBezTo>
                  <a:cubicBezTo>
                    <a:pt x="29" y="342"/>
                    <a:pt x="26" y="345"/>
                    <a:pt x="25" y="343"/>
                  </a:cubicBezTo>
                  <a:close/>
                  <a:moveTo>
                    <a:pt x="31" y="233"/>
                  </a:moveTo>
                  <a:cubicBezTo>
                    <a:pt x="30" y="234"/>
                    <a:pt x="30" y="231"/>
                    <a:pt x="30" y="231"/>
                  </a:cubicBezTo>
                  <a:cubicBezTo>
                    <a:pt x="32" y="231"/>
                    <a:pt x="31" y="233"/>
                    <a:pt x="31" y="233"/>
                  </a:cubicBezTo>
                  <a:close/>
                  <a:moveTo>
                    <a:pt x="33" y="290"/>
                  </a:moveTo>
                  <a:cubicBezTo>
                    <a:pt x="32" y="291"/>
                    <a:pt x="32" y="288"/>
                    <a:pt x="33" y="289"/>
                  </a:cubicBezTo>
                  <a:cubicBezTo>
                    <a:pt x="34" y="289"/>
                    <a:pt x="33" y="290"/>
                    <a:pt x="33" y="290"/>
                  </a:cubicBezTo>
                  <a:close/>
                  <a:moveTo>
                    <a:pt x="34" y="385"/>
                  </a:moveTo>
                  <a:cubicBezTo>
                    <a:pt x="33" y="386"/>
                    <a:pt x="34" y="383"/>
                    <a:pt x="35" y="383"/>
                  </a:cubicBezTo>
                  <a:cubicBezTo>
                    <a:pt x="35" y="384"/>
                    <a:pt x="34" y="385"/>
                    <a:pt x="34" y="385"/>
                  </a:cubicBezTo>
                  <a:close/>
                  <a:moveTo>
                    <a:pt x="36" y="305"/>
                  </a:moveTo>
                  <a:cubicBezTo>
                    <a:pt x="35" y="307"/>
                    <a:pt x="37" y="303"/>
                    <a:pt x="36" y="305"/>
                  </a:cubicBezTo>
                  <a:close/>
                  <a:moveTo>
                    <a:pt x="37" y="344"/>
                  </a:moveTo>
                  <a:cubicBezTo>
                    <a:pt x="37" y="344"/>
                    <a:pt x="38" y="344"/>
                    <a:pt x="38" y="344"/>
                  </a:cubicBezTo>
                  <a:cubicBezTo>
                    <a:pt x="38" y="345"/>
                    <a:pt x="37" y="345"/>
                    <a:pt x="37" y="344"/>
                  </a:cubicBezTo>
                  <a:close/>
                  <a:moveTo>
                    <a:pt x="29" y="469"/>
                  </a:moveTo>
                  <a:cubicBezTo>
                    <a:pt x="25" y="471"/>
                    <a:pt x="25" y="463"/>
                    <a:pt x="29" y="464"/>
                  </a:cubicBezTo>
                  <a:cubicBezTo>
                    <a:pt x="31" y="464"/>
                    <a:pt x="31" y="468"/>
                    <a:pt x="29" y="469"/>
                  </a:cubicBezTo>
                  <a:close/>
                  <a:moveTo>
                    <a:pt x="34" y="484"/>
                  </a:moveTo>
                  <a:cubicBezTo>
                    <a:pt x="34" y="485"/>
                    <a:pt x="34" y="485"/>
                    <a:pt x="33" y="485"/>
                  </a:cubicBezTo>
                  <a:cubicBezTo>
                    <a:pt x="32" y="486"/>
                    <a:pt x="33" y="483"/>
                    <a:pt x="34" y="484"/>
                  </a:cubicBezTo>
                  <a:close/>
                  <a:moveTo>
                    <a:pt x="36" y="466"/>
                  </a:moveTo>
                  <a:cubicBezTo>
                    <a:pt x="34" y="467"/>
                    <a:pt x="34" y="464"/>
                    <a:pt x="35" y="463"/>
                  </a:cubicBezTo>
                  <a:cubicBezTo>
                    <a:pt x="36" y="463"/>
                    <a:pt x="37" y="465"/>
                    <a:pt x="36" y="466"/>
                  </a:cubicBezTo>
                  <a:close/>
                  <a:moveTo>
                    <a:pt x="38" y="455"/>
                  </a:moveTo>
                  <a:cubicBezTo>
                    <a:pt x="38" y="455"/>
                    <a:pt x="38" y="456"/>
                    <a:pt x="38" y="456"/>
                  </a:cubicBezTo>
                  <a:cubicBezTo>
                    <a:pt x="37" y="458"/>
                    <a:pt x="36" y="454"/>
                    <a:pt x="38" y="455"/>
                  </a:cubicBezTo>
                  <a:close/>
                  <a:moveTo>
                    <a:pt x="38" y="461"/>
                  </a:moveTo>
                  <a:cubicBezTo>
                    <a:pt x="36" y="462"/>
                    <a:pt x="38" y="459"/>
                    <a:pt x="39" y="459"/>
                  </a:cubicBezTo>
                  <a:cubicBezTo>
                    <a:pt x="39" y="460"/>
                    <a:pt x="38" y="461"/>
                    <a:pt x="38" y="461"/>
                  </a:cubicBezTo>
                  <a:close/>
                  <a:moveTo>
                    <a:pt x="66" y="337"/>
                  </a:moveTo>
                  <a:cubicBezTo>
                    <a:pt x="66" y="337"/>
                    <a:pt x="66" y="338"/>
                    <a:pt x="66" y="338"/>
                  </a:cubicBezTo>
                  <a:cubicBezTo>
                    <a:pt x="65" y="339"/>
                    <a:pt x="65" y="336"/>
                    <a:pt x="66" y="337"/>
                  </a:cubicBezTo>
                  <a:close/>
                  <a:moveTo>
                    <a:pt x="66" y="380"/>
                  </a:moveTo>
                  <a:cubicBezTo>
                    <a:pt x="67" y="380"/>
                    <a:pt x="67" y="382"/>
                    <a:pt x="66" y="382"/>
                  </a:cubicBezTo>
                  <a:cubicBezTo>
                    <a:pt x="65" y="384"/>
                    <a:pt x="65" y="379"/>
                    <a:pt x="66" y="380"/>
                  </a:cubicBezTo>
                  <a:close/>
                  <a:moveTo>
                    <a:pt x="63" y="330"/>
                  </a:moveTo>
                  <a:cubicBezTo>
                    <a:pt x="62" y="331"/>
                    <a:pt x="64" y="329"/>
                    <a:pt x="63" y="330"/>
                  </a:cubicBezTo>
                  <a:close/>
                  <a:moveTo>
                    <a:pt x="64" y="346"/>
                  </a:moveTo>
                  <a:cubicBezTo>
                    <a:pt x="66" y="346"/>
                    <a:pt x="65" y="351"/>
                    <a:pt x="62" y="351"/>
                  </a:cubicBezTo>
                  <a:cubicBezTo>
                    <a:pt x="62" y="351"/>
                    <a:pt x="62" y="345"/>
                    <a:pt x="64" y="346"/>
                  </a:cubicBezTo>
                  <a:close/>
                  <a:moveTo>
                    <a:pt x="64" y="393"/>
                  </a:moveTo>
                  <a:cubicBezTo>
                    <a:pt x="64" y="392"/>
                    <a:pt x="65" y="394"/>
                    <a:pt x="64" y="393"/>
                  </a:cubicBezTo>
                  <a:close/>
                  <a:moveTo>
                    <a:pt x="61" y="364"/>
                  </a:moveTo>
                  <a:cubicBezTo>
                    <a:pt x="61" y="362"/>
                    <a:pt x="62" y="363"/>
                    <a:pt x="61" y="364"/>
                  </a:cubicBezTo>
                  <a:close/>
                  <a:moveTo>
                    <a:pt x="61" y="403"/>
                  </a:moveTo>
                  <a:cubicBezTo>
                    <a:pt x="61" y="403"/>
                    <a:pt x="61" y="403"/>
                    <a:pt x="62" y="403"/>
                  </a:cubicBezTo>
                  <a:cubicBezTo>
                    <a:pt x="63" y="402"/>
                    <a:pt x="61" y="403"/>
                    <a:pt x="61" y="403"/>
                  </a:cubicBezTo>
                  <a:close/>
                  <a:moveTo>
                    <a:pt x="61" y="365"/>
                  </a:moveTo>
                  <a:cubicBezTo>
                    <a:pt x="61" y="366"/>
                    <a:pt x="59" y="365"/>
                    <a:pt x="61" y="365"/>
                  </a:cubicBezTo>
                  <a:close/>
                  <a:moveTo>
                    <a:pt x="58" y="357"/>
                  </a:moveTo>
                  <a:cubicBezTo>
                    <a:pt x="59" y="357"/>
                    <a:pt x="58" y="359"/>
                    <a:pt x="58" y="359"/>
                  </a:cubicBezTo>
                  <a:cubicBezTo>
                    <a:pt x="56" y="361"/>
                    <a:pt x="55" y="356"/>
                    <a:pt x="58" y="357"/>
                  </a:cubicBezTo>
                  <a:close/>
                  <a:moveTo>
                    <a:pt x="56" y="405"/>
                  </a:moveTo>
                  <a:cubicBezTo>
                    <a:pt x="56" y="405"/>
                    <a:pt x="56" y="406"/>
                    <a:pt x="56" y="406"/>
                  </a:cubicBezTo>
                  <a:cubicBezTo>
                    <a:pt x="55" y="407"/>
                    <a:pt x="55" y="405"/>
                    <a:pt x="56" y="405"/>
                  </a:cubicBezTo>
                  <a:close/>
                  <a:moveTo>
                    <a:pt x="54" y="374"/>
                  </a:moveTo>
                  <a:cubicBezTo>
                    <a:pt x="55" y="374"/>
                    <a:pt x="55" y="375"/>
                    <a:pt x="54" y="375"/>
                  </a:cubicBezTo>
                  <a:cubicBezTo>
                    <a:pt x="53" y="376"/>
                    <a:pt x="53" y="374"/>
                    <a:pt x="54" y="374"/>
                  </a:cubicBezTo>
                  <a:close/>
                  <a:moveTo>
                    <a:pt x="49" y="398"/>
                  </a:moveTo>
                  <a:cubicBezTo>
                    <a:pt x="51" y="396"/>
                    <a:pt x="52" y="393"/>
                    <a:pt x="54" y="390"/>
                  </a:cubicBezTo>
                  <a:cubicBezTo>
                    <a:pt x="53" y="393"/>
                    <a:pt x="51" y="396"/>
                    <a:pt x="49" y="398"/>
                  </a:cubicBezTo>
                  <a:close/>
                  <a:moveTo>
                    <a:pt x="51" y="408"/>
                  </a:moveTo>
                  <a:cubicBezTo>
                    <a:pt x="50" y="407"/>
                    <a:pt x="52" y="406"/>
                    <a:pt x="52" y="407"/>
                  </a:cubicBezTo>
                  <a:cubicBezTo>
                    <a:pt x="54" y="408"/>
                    <a:pt x="52" y="410"/>
                    <a:pt x="51" y="408"/>
                  </a:cubicBezTo>
                  <a:close/>
                  <a:moveTo>
                    <a:pt x="46" y="404"/>
                  </a:moveTo>
                  <a:cubicBezTo>
                    <a:pt x="46" y="404"/>
                    <a:pt x="47" y="400"/>
                    <a:pt x="48" y="399"/>
                  </a:cubicBezTo>
                  <a:cubicBezTo>
                    <a:pt x="48" y="400"/>
                    <a:pt x="47" y="404"/>
                    <a:pt x="46" y="404"/>
                  </a:cubicBezTo>
                  <a:close/>
                  <a:moveTo>
                    <a:pt x="47" y="409"/>
                  </a:moveTo>
                  <a:cubicBezTo>
                    <a:pt x="48" y="408"/>
                    <a:pt x="47" y="410"/>
                    <a:pt x="47" y="409"/>
                  </a:cubicBezTo>
                  <a:close/>
                  <a:moveTo>
                    <a:pt x="48" y="392"/>
                  </a:moveTo>
                  <a:cubicBezTo>
                    <a:pt x="46" y="393"/>
                    <a:pt x="46" y="388"/>
                    <a:pt x="49" y="389"/>
                  </a:cubicBezTo>
                  <a:cubicBezTo>
                    <a:pt x="50" y="389"/>
                    <a:pt x="49" y="392"/>
                    <a:pt x="48" y="392"/>
                  </a:cubicBezTo>
                  <a:close/>
                  <a:moveTo>
                    <a:pt x="53" y="323"/>
                  </a:moveTo>
                  <a:cubicBezTo>
                    <a:pt x="54" y="323"/>
                    <a:pt x="54" y="325"/>
                    <a:pt x="53" y="325"/>
                  </a:cubicBezTo>
                  <a:cubicBezTo>
                    <a:pt x="52" y="326"/>
                    <a:pt x="52" y="323"/>
                    <a:pt x="53" y="323"/>
                  </a:cubicBezTo>
                  <a:close/>
                  <a:moveTo>
                    <a:pt x="50" y="354"/>
                  </a:moveTo>
                  <a:cubicBezTo>
                    <a:pt x="53" y="355"/>
                    <a:pt x="51" y="360"/>
                    <a:pt x="50" y="360"/>
                  </a:cubicBezTo>
                  <a:cubicBezTo>
                    <a:pt x="45" y="362"/>
                    <a:pt x="47" y="352"/>
                    <a:pt x="50" y="354"/>
                  </a:cubicBezTo>
                  <a:close/>
                  <a:moveTo>
                    <a:pt x="47" y="328"/>
                  </a:moveTo>
                  <a:cubicBezTo>
                    <a:pt x="47" y="328"/>
                    <a:pt x="48" y="328"/>
                    <a:pt x="48" y="327"/>
                  </a:cubicBezTo>
                  <a:cubicBezTo>
                    <a:pt x="49" y="327"/>
                    <a:pt x="49" y="328"/>
                    <a:pt x="47" y="328"/>
                  </a:cubicBezTo>
                  <a:close/>
                  <a:moveTo>
                    <a:pt x="48" y="267"/>
                  </a:moveTo>
                  <a:cubicBezTo>
                    <a:pt x="47" y="267"/>
                    <a:pt x="47" y="267"/>
                    <a:pt x="47" y="266"/>
                  </a:cubicBezTo>
                  <a:cubicBezTo>
                    <a:pt x="47" y="266"/>
                    <a:pt x="49" y="266"/>
                    <a:pt x="48" y="267"/>
                  </a:cubicBezTo>
                  <a:close/>
                  <a:moveTo>
                    <a:pt x="46" y="377"/>
                  </a:moveTo>
                  <a:cubicBezTo>
                    <a:pt x="45" y="378"/>
                    <a:pt x="45" y="376"/>
                    <a:pt x="46" y="376"/>
                  </a:cubicBezTo>
                  <a:cubicBezTo>
                    <a:pt x="47" y="376"/>
                    <a:pt x="46" y="377"/>
                    <a:pt x="46" y="377"/>
                  </a:cubicBezTo>
                  <a:close/>
                  <a:moveTo>
                    <a:pt x="45" y="192"/>
                  </a:moveTo>
                  <a:cubicBezTo>
                    <a:pt x="46" y="192"/>
                    <a:pt x="46" y="193"/>
                    <a:pt x="46" y="193"/>
                  </a:cubicBezTo>
                  <a:cubicBezTo>
                    <a:pt x="44" y="195"/>
                    <a:pt x="44" y="191"/>
                    <a:pt x="45" y="192"/>
                  </a:cubicBezTo>
                  <a:close/>
                  <a:moveTo>
                    <a:pt x="45" y="207"/>
                  </a:moveTo>
                  <a:cubicBezTo>
                    <a:pt x="46" y="207"/>
                    <a:pt x="45" y="208"/>
                    <a:pt x="45" y="209"/>
                  </a:cubicBezTo>
                  <a:cubicBezTo>
                    <a:pt x="44" y="210"/>
                    <a:pt x="44" y="207"/>
                    <a:pt x="45" y="207"/>
                  </a:cubicBezTo>
                  <a:close/>
                  <a:moveTo>
                    <a:pt x="44" y="360"/>
                  </a:moveTo>
                  <a:cubicBezTo>
                    <a:pt x="45" y="361"/>
                    <a:pt x="44" y="363"/>
                    <a:pt x="44" y="363"/>
                  </a:cubicBezTo>
                  <a:cubicBezTo>
                    <a:pt x="42" y="364"/>
                    <a:pt x="43" y="360"/>
                    <a:pt x="44" y="360"/>
                  </a:cubicBezTo>
                  <a:close/>
                  <a:moveTo>
                    <a:pt x="43" y="227"/>
                  </a:moveTo>
                  <a:cubicBezTo>
                    <a:pt x="43" y="227"/>
                    <a:pt x="43" y="228"/>
                    <a:pt x="43" y="228"/>
                  </a:cubicBezTo>
                  <a:cubicBezTo>
                    <a:pt x="42" y="229"/>
                    <a:pt x="43" y="226"/>
                    <a:pt x="43" y="227"/>
                  </a:cubicBezTo>
                  <a:close/>
                  <a:moveTo>
                    <a:pt x="40" y="322"/>
                  </a:moveTo>
                  <a:cubicBezTo>
                    <a:pt x="41" y="320"/>
                    <a:pt x="39" y="322"/>
                    <a:pt x="40" y="322"/>
                  </a:cubicBezTo>
                  <a:close/>
                  <a:moveTo>
                    <a:pt x="36" y="429"/>
                  </a:moveTo>
                  <a:cubicBezTo>
                    <a:pt x="35" y="431"/>
                    <a:pt x="35" y="428"/>
                    <a:pt x="36" y="428"/>
                  </a:cubicBezTo>
                  <a:cubicBezTo>
                    <a:pt x="36" y="429"/>
                    <a:pt x="36" y="429"/>
                    <a:pt x="36" y="429"/>
                  </a:cubicBezTo>
                  <a:close/>
                  <a:moveTo>
                    <a:pt x="35" y="428"/>
                  </a:moveTo>
                  <a:cubicBezTo>
                    <a:pt x="34" y="427"/>
                    <a:pt x="36" y="425"/>
                    <a:pt x="36" y="426"/>
                  </a:cubicBezTo>
                  <a:cubicBezTo>
                    <a:pt x="37" y="428"/>
                    <a:pt x="35" y="429"/>
                    <a:pt x="35" y="428"/>
                  </a:cubicBezTo>
                  <a:close/>
                  <a:moveTo>
                    <a:pt x="38" y="424"/>
                  </a:moveTo>
                  <a:cubicBezTo>
                    <a:pt x="35" y="427"/>
                    <a:pt x="33" y="418"/>
                    <a:pt x="37" y="417"/>
                  </a:cubicBezTo>
                  <a:cubicBezTo>
                    <a:pt x="35" y="420"/>
                    <a:pt x="39" y="419"/>
                    <a:pt x="39" y="420"/>
                  </a:cubicBezTo>
                  <a:cubicBezTo>
                    <a:pt x="39" y="421"/>
                    <a:pt x="39" y="423"/>
                    <a:pt x="38" y="424"/>
                  </a:cubicBezTo>
                  <a:close/>
                  <a:moveTo>
                    <a:pt x="40" y="358"/>
                  </a:moveTo>
                  <a:cubicBezTo>
                    <a:pt x="38" y="358"/>
                    <a:pt x="41" y="356"/>
                    <a:pt x="40" y="357"/>
                  </a:cubicBezTo>
                  <a:cubicBezTo>
                    <a:pt x="40" y="357"/>
                    <a:pt x="40" y="358"/>
                    <a:pt x="40" y="358"/>
                  </a:cubicBezTo>
                  <a:close/>
                  <a:moveTo>
                    <a:pt x="41" y="431"/>
                  </a:moveTo>
                  <a:cubicBezTo>
                    <a:pt x="42" y="430"/>
                    <a:pt x="43" y="432"/>
                    <a:pt x="41" y="431"/>
                  </a:cubicBezTo>
                  <a:close/>
                  <a:moveTo>
                    <a:pt x="42" y="382"/>
                  </a:moveTo>
                  <a:cubicBezTo>
                    <a:pt x="42" y="380"/>
                    <a:pt x="43" y="381"/>
                    <a:pt x="44" y="380"/>
                  </a:cubicBezTo>
                  <a:cubicBezTo>
                    <a:pt x="44" y="379"/>
                    <a:pt x="44" y="378"/>
                    <a:pt x="46" y="378"/>
                  </a:cubicBezTo>
                  <a:cubicBezTo>
                    <a:pt x="50" y="378"/>
                    <a:pt x="48" y="384"/>
                    <a:pt x="45" y="385"/>
                  </a:cubicBezTo>
                  <a:cubicBezTo>
                    <a:pt x="43" y="385"/>
                    <a:pt x="41" y="385"/>
                    <a:pt x="42" y="382"/>
                  </a:cubicBezTo>
                  <a:close/>
                  <a:moveTo>
                    <a:pt x="44" y="391"/>
                  </a:moveTo>
                  <a:cubicBezTo>
                    <a:pt x="43" y="392"/>
                    <a:pt x="45" y="389"/>
                    <a:pt x="44" y="391"/>
                  </a:cubicBezTo>
                  <a:close/>
                  <a:moveTo>
                    <a:pt x="42" y="449"/>
                  </a:moveTo>
                  <a:cubicBezTo>
                    <a:pt x="42" y="450"/>
                    <a:pt x="43" y="447"/>
                    <a:pt x="42" y="449"/>
                  </a:cubicBezTo>
                  <a:close/>
                  <a:moveTo>
                    <a:pt x="44" y="465"/>
                  </a:moveTo>
                  <a:cubicBezTo>
                    <a:pt x="45" y="464"/>
                    <a:pt x="43" y="466"/>
                    <a:pt x="44" y="465"/>
                  </a:cubicBezTo>
                  <a:close/>
                  <a:moveTo>
                    <a:pt x="45" y="462"/>
                  </a:moveTo>
                  <a:cubicBezTo>
                    <a:pt x="45" y="462"/>
                    <a:pt x="45" y="462"/>
                    <a:pt x="46" y="462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46" y="462"/>
                    <a:pt x="45" y="462"/>
                    <a:pt x="45" y="462"/>
                  </a:cubicBezTo>
                  <a:close/>
                  <a:moveTo>
                    <a:pt x="43" y="445"/>
                  </a:moveTo>
                  <a:cubicBezTo>
                    <a:pt x="43" y="443"/>
                    <a:pt x="45" y="441"/>
                    <a:pt x="47" y="439"/>
                  </a:cubicBezTo>
                  <a:cubicBezTo>
                    <a:pt x="47" y="442"/>
                    <a:pt x="44" y="443"/>
                    <a:pt x="43" y="445"/>
                  </a:cubicBezTo>
                  <a:close/>
                  <a:moveTo>
                    <a:pt x="46" y="434"/>
                  </a:moveTo>
                  <a:cubicBezTo>
                    <a:pt x="46" y="434"/>
                    <a:pt x="47" y="433"/>
                    <a:pt x="46" y="434"/>
                  </a:cubicBezTo>
                  <a:cubicBezTo>
                    <a:pt x="46" y="434"/>
                    <a:pt x="46" y="434"/>
                    <a:pt x="46" y="434"/>
                  </a:cubicBezTo>
                  <a:close/>
                  <a:moveTo>
                    <a:pt x="47" y="432"/>
                  </a:moveTo>
                  <a:cubicBezTo>
                    <a:pt x="48" y="430"/>
                    <a:pt x="50" y="431"/>
                    <a:pt x="47" y="432"/>
                  </a:cubicBezTo>
                  <a:close/>
                  <a:moveTo>
                    <a:pt x="50" y="418"/>
                  </a:moveTo>
                  <a:cubicBezTo>
                    <a:pt x="50" y="419"/>
                    <a:pt x="52" y="419"/>
                    <a:pt x="51" y="420"/>
                  </a:cubicBezTo>
                  <a:cubicBezTo>
                    <a:pt x="52" y="419"/>
                    <a:pt x="48" y="420"/>
                    <a:pt x="49" y="421"/>
                  </a:cubicBezTo>
                  <a:cubicBezTo>
                    <a:pt x="48" y="420"/>
                    <a:pt x="48" y="419"/>
                    <a:pt x="49" y="418"/>
                  </a:cubicBezTo>
                  <a:cubicBezTo>
                    <a:pt x="47" y="418"/>
                    <a:pt x="45" y="417"/>
                    <a:pt x="45" y="416"/>
                  </a:cubicBezTo>
                  <a:cubicBezTo>
                    <a:pt x="44" y="413"/>
                    <a:pt x="47" y="411"/>
                    <a:pt x="49" y="410"/>
                  </a:cubicBezTo>
                  <a:cubicBezTo>
                    <a:pt x="49" y="410"/>
                    <a:pt x="49" y="409"/>
                    <a:pt x="49" y="409"/>
                  </a:cubicBezTo>
                  <a:cubicBezTo>
                    <a:pt x="50" y="409"/>
                    <a:pt x="51" y="411"/>
                    <a:pt x="51" y="411"/>
                  </a:cubicBezTo>
                  <a:cubicBezTo>
                    <a:pt x="53" y="412"/>
                    <a:pt x="52" y="407"/>
                    <a:pt x="54" y="407"/>
                  </a:cubicBezTo>
                  <a:cubicBezTo>
                    <a:pt x="56" y="408"/>
                    <a:pt x="54" y="410"/>
                    <a:pt x="54" y="411"/>
                  </a:cubicBezTo>
                  <a:cubicBezTo>
                    <a:pt x="54" y="413"/>
                    <a:pt x="55" y="413"/>
                    <a:pt x="53" y="414"/>
                  </a:cubicBezTo>
                  <a:cubicBezTo>
                    <a:pt x="52" y="415"/>
                    <a:pt x="51" y="418"/>
                    <a:pt x="50" y="418"/>
                  </a:cubicBezTo>
                  <a:close/>
                  <a:moveTo>
                    <a:pt x="58" y="443"/>
                  </a:moveTo>
                  <a:cubicBezTo>
                    <a:pt x="57" y="444"/>
                    <a:pt x="57" y="442"/>
                    <a:pt x="58" y="441"/>
                  </a:cubicBezTo>
                  <a:cubicBezTo>
                    <a:pt x="59" y="441"/>
                    <a:pt x="58" y="442"/>
                    <a:pt x="58" y="443"/>
                  </a:cubicBezTo>
                  <a:close/>
                  <a:moveTo>
                    <a:pt x="59" y="440"/>
                  </a:moveTo>
                  <a:cubicBezTo>
                    <a:pt x="57" y="441"/>
                    <a:pt x="59" y="437"/>
                    <a:pt x="60" y="439"/>
                  </a:cubicBezTo>
                  <a:cubicBezTo>
                    <a:pt x="60" y="439"/>
                    <a:pt x="59" y="440"/>
                    <a:pt x="59" y="440"/>
                  </a:cubicBezTo>
                  <a:close/>
                  <a:moveTo>
                    <a:pt x="63" y="454"/>
                  </a:moveTo>
                  <a:cubicBezTo>
                    <a:pt x="64" y="455"/>
                    <a:pt x="62" y="456"/>
                    <a:pt x="63" y="454"/>
                  </a:cubicBezTo>
                  <a:close/>
                  <a:moveTo>
                    <a:pt x="60" y="436"/>
                  </a:moveTo>
                  <a:cubicBezTo>
                    <a:pt x="60" y="435"/>
                    <a:pt x="64" y="434"/>
                    <a:pt x="64" y="437"/>
                  </a:cubicBezTo>
                  <a:cubicBezTo>
                    <a:pt x="64" y="439"/>
                    <a:pt x="58" y="440"/>
                    <a:pt x="60" y="436"/>
                  </a:cubicBezTo>
                  <a:close/>
                  <a:moveTo>
                    <a:pt x="63" y="432"/>
                  </a:moveTo>
                  <a:cubicBezTo>
                    <a:pt x="62" y="431"/>
                    <a:pt x="64" y="430"/>
                    <a:pt x="63" y="432"/>
                  </a:cubicBezTo>
                  <a:close/>
                  <a:moveTo>
                    <a:pt x="64" y="427"/>
                  </a:moveTo>
                  <a:cubicBezTo>
                    <a:pt x="64" y="427"/>
                    <a:pt x="64" y="428"/>
                    <a:pt x="64" y="428"/>
                  </a:cubicBezTo>
                  <a:cubicBezTo>
                    <a:pt x="63" y="429"/>
                    <a:pt x="63" y="426"/>
                    <a:pt x="64" y="427"/>
                  </a:cubicBezTo>
                  <a:close/>
                  <a:moveTo>
                    <a:pt x="64" y="419"/>
                  </a:moveTo>
                  <a:cubicBezTo>
                    <a:pt x="62" y="420"/>
                    <a:pt x="59" y="423"/>
                    <a:pt x="58" y="424"/>
                  </a:cubicBezTo>
                  <a:cubicBezTo>
                    <a:pt x="57" y="426"/>
                    <a:pt x="56" y="428"/>
                    <a:pt x="54" y="429"/>
                  </a:cubicBezTo>
                  <a:cubicBezTo>
                    <a:pt x="57" y="423"/>
                    <a:pt x="63" y="418"/>
                    <a:pt x="66" y="413"/>
                  </a:cubicBezTo>
                  <a:cubicBezTo>
                    <a:pt x="69" y="409"/>
                    <a:pt x="65" y="417"/>
                    <a:pt x="64" y="419"/>
                  </a:cubicBezTo>
                  <a:close/>
                  <a:moveTo>
                    <a:pt x="66" y="423"/>
                  </a:moveTo>
                  <a:cubicBezTo>
                    <a:pt x="66" y="423"/>
                    <a:pt x="65" y="423"/>
                    <a:pt x="65" y="423"/>
                  </a:cubicBezTo>
                  <a:cubicBezTo>
                    <a:pt x="64" y="423"/>
                    <a:pt x="66" y="422"/>
                    <a:pt x="66" y="423"/>
                  </a:cubicBezTo>
                  <a:close/>
                  <a:moveTo>
                    <a:pt x="67" y="443"/>
                  </a:moveTo>
                  <a:cubicBezTo>
                    <a:pt x="67" y="443"/>
                    <a:pt x="67" y="443"/>
                    <a:pt x="67" y="443"/>
                  </a:cubicBezTo>
                  <a:cubicBezTo>
                    <a:pt x="67" y="441"/>
                    <a:pt x="69" y="445"/>
                    <a:pt x="67" y="443"/>
                  </a:cubicBezTo>
                  <a:close/>
                  <a:moveTo>
                    <a:pt x="67" y="430"/>
                  </a:moveTo>
                  <a:cubicBezTo>
                    <a:pt x="67" y="431"/>
                    <a:pt x="66" y="432"/>
                    <a:pt x="66" y="431"/>
                  </a:cubicBezTo>
                  <a:cubicBezTo>
                    <a:pt x="62" y="428"/>
                    <a:pt x="71" y="428"/>
                    <a:pt x="67" y="430"/>
                  </a:cubicBezTo>
                  <a:close/>
                  <a:moveTo>
                    <a:pt x="68" y="358"/>
                  </a:moveTo>
                  <a:cubicBezTo>
                    <a:pt x="65" y="360"/>
                    <a:pt x="65" y="354"/>
                    <a:pt x="67" y="355"/>
                  </a:cubicBezTo>
                  <a:cubicBezTo>
                    <a:pt x="69" y="355"/>
                    <a:pt x="68" y="357"/>
                    <a:pt x="68" y="358"/>
                  </a:cubicBezTo>
                  <a:close/>
                  <a:moveTo>
                    <a:pt x="80" y="396"/>
                  </a:moveTo>
                  <a:cubicBezTo>
                    <a:pt x="79" y="397"/>
                    <a:pt x="80" y="395"/>
                    <a:pt x="80" y="396"/>
                  </a:cubicBezTo>
                  <a:close/>
                  <a:moveTo>
                    <a:pt x="76" y="428"/>
                  </a:moveTo>
                  <a:cubicBezTo>
                    <a:pt x="76" y="428"/>
                    <a:pt x="76" y="428"/>
                    <a:pt x="76" y="428"/>
                  </a:cubicBezTo>
                  <a:cubicBezTo>
                    <a:pt x="77" y="427"/>
                    <a:pt x="76" y="428"/>
                    <a:pt x="76" y="428"/>
                  </a:cubicBezTo>
                  <a:close/>
                  <a:moveTo>
                    <a:pt x="76" y="353"/>
                  </a:moveTo>
                  <a:cubicBezTo>
                    <a:pt x="76" y="355"/>
                    <a:pt x="75" y="355"/>
                    <a:pt x="75" y="356"/>
                  </a:cubicBezTo>
                  <a:cubicBezTo>
                    <a:pt x="74" y="355"/>
                    <a:pt x="76" y="354"/>
                    <a:pt x="76" y="353"/>
                  </a:cubicBezTo>
                  <a:close/>
                  <a:moveTo>
                    <a:pt x="75" y="387"/>
                  </a:moveTo>
                  <a:cubicBezTo>
                    <a:pt x="74" y="387"/>
                    <a:pt x="77" y="386"/>
                    <a:pt x="75" y="387"/>
                  </a:cubicBezTo>
                  <a:close/>
                  <a:moveTo>
                    <a:pt x="73" y="290"/>
                  </a:moveTo>
                  <a:cubicBezTo>
                    <a:pt x="73" y="291"/>
                    <a:pt x="73" y="292"/>
                    <a:pt x="72" y="293"/>
                  </a:cubicBezTo>
                  <a:cubicBezTo>
                    <a:pt x="72" y="292"/>
                    <a:pt x="73" y="290"/>
                    <a:pt x="73" y="290"/>
                  </a:cubicBezTo>
                  <a:close/>
                  <a:moveTo>
                    <a:pt x="69" y="327"/>
                  </a:moveTo>
                  <a:cubicBezTo>
                    <a:pt x="69" y="326"/>
                    <a:pt x="71" y="325"/>
                    <a:pt x="72" y="324"/>
                  </a:cubicBezTo>
                  <a:cubicBezTo>
                    <a:pt x="72" y="326"/>
                    <a:pt x="70" y="326"/>
                    <a:pt x="69" y="327"/>
                  </a:cubicBezTo>
                  <a:close/>
                  <a:moveTo>
                    <a:pt x="72" y="428"/>
                  </a:moveTo>
                  <a:cubicBezTo>
                    <a:pt x="70" y="430"/>
                    <a:pt x="71" y="426"/>
                    <a:pt x="72" y="427"/>
                  </a:cubicBezTo>
                  <a:cubicBezTo>
                    <a:pt x="73" y="427"/>
                    <a:pt x="73" y="428"/>
                    <a:pt x="72" y="428"/>
                  </a:cubicBezTo>
                  <a:close/>
                  <a:moveTo>
                    <a:pt x="72" y="367"/>
                  </a:moveTo>
                  <a:cubicBezTo>
                    <a:pt x="72" y="367"/>
                    <a:pt x="72" y="368"/>
                    <a:pt x="72" y="368"/>
                  </a:cubicBezTo>
                  <a:cubicBezTo>
                    <a:pt x="71" y="369"/>
                    <a:pt x="71" y="366"/>
                    <a:pt x="72" y="367"/>
                  </a:cubicBezTo>
                  <a:close/>
                  <a:moveTo>
                    <a:pt x="73" y="356"/>
                  </a:moveTo>
                  <a:cubicBezTo>
                    <a:pt x="70" y="358"/>
                    <a:pt x="71" y="351"/>
                    <a:pt x="73" y="352"/>
                  </a:cubicBezTo>
                  <a:cubicBezTo>
                    <a:pt x="75" y="353"/>
                    <a:pt x="73" y="356"/>
                    <a:pt x="73" y="356"/>
                  </a:cubicBezTo>
                  <a:close/>
                  <a:moveTo>
                    <a:pt x="75" y="401"/>
                  </a:moveTo>
                  <a:cubicBezTo>
                    <a:pt x="73" y="402"/>
                    <a:pt x="73" y="397"/>
                    <a:pt x="75" y="398"/>
                  </a:cubicBezTo>
                  <a:cubicBezTo>
                    <a:pt x="76" y="399"/>
                    <a:pt x="76" y="400"/>
                    <a:pt x="75" y="401"/>
                  </a:cubicBezTo>
                  <a:close/>
                  <a:moveTo>
                    <a:pt x="76" y="434"/>
                  </a:moveTo>
                  <a:cubicBezTo>
                    <a:pt x="77" y="432"/>
                    <a:pt x="79" y="430"/>
                    <a:pt x="80" y="429"/>
                  </a:cubicBezTo>
                  <a:cubicBezTo>
                    <a:pt x="79" y="431"/>
                    <a:pt x="78" y="432"/>
                    <a:pt x="76" y="434"/>
                  </a:cubicBezTo>
                  <a:close/>
                  <a:moveTo>
                    <a:pt x="81" y="418"/>
                  </a:moveTo>
                  <a:cubicBezTo>
                    <a:pt x="80" y="418"/>
                    <a:pt x="82" y="417"/>
                    <a:pt x="81" y="418"/>
                  </a:cubicBezTo>
                  <a:close/>
                  <a:moveTo>
                    <a:pt x="81" y="339"/>
                  </a:moveTo>
                  <a:cubicBezTo>
                    <a:pt x="80" y="339"/>
                    <a:pt x="81" y="337"/>
                    <a:pt x="82" y="337"/>
                  </a:cubicBezTo>
                  <a:cubicBezTo>
                    <a:pt x="82" y="338"/>
                    <a:pt x="81" y="338"/>
                    <a:pt x="81" y="339"/>
                  </a:cubicBezTo>
                  <a:close/>
                  <a:moveTo>
                    <a:pt x="87" y="450"/>
                  </a:moveTo>
                  <a:cubicBezTo>
                    <a:pt x="87" y="450"/>
                    <a:pt x="88" y="449"/>
                    <a:pt x="89" y="449"/>
                  </a:cubicBezTo>
                  <a:cubicBezTo>
                    <a:pt x="89" y="449"/>
                    <a:pt x="88" y="450"/>
                    <a:pt x="87" y="450"/>
                  </a:cubicBezTo>
                  <a:close/>
                  <a:moveTo>
                    <a:pt x="90" y="457"/>
                  </a:moveTo>
                  <a:cubicBezTo>
                    <a:pt x="90" y="457"/>
                    <a:pt x="90" y="457"/>
                    <a:pt x="90" y="456"/>
                  </a:cubicBezTo>
                  <a:cubicBezTo>
                    <a:pt x="92" y="455"/>
                    <a:pt x="91" y="456"/>
                    <a:pt x="90" y="457"/>
                  </a:cubicBezTo>
                  <a:close/>
                  <a:moveTo>
                    <a:pt x="91" y="435"/>
                  </a:moveTo>
                  <a:cubicBezTo>
                    <a:pt x="89" y="437"/>
                    <a:pt x="92" y="434"/>
                    <a:pt x="91" y="435"/>
                  </a:cubicBezTo>
                  <a:close/>
                  <a:moveTo>
                    <a:pt x="109" y="452"/>
                  </a:moveTo>
                  <a:cubicBezTo>
                    <a:pt x="109" y="453"/>
                    <a:pt x="108" y="452"/>
                    <a:pt x="109" y="452"/>
                  </a:cubicBezTo>
                  <a:close/>
                  <a:moveTo>
                    <a:pt x="104" y="235"/>
                  </a:moveTo>
                  <a:cubicBezTo>
                    <a:pt x="103" y="236"/>
                    <a:pt x="105" y="234"/>
                    <a:pt x="104" y="235"/>
                  </a:cubicBezTo>
                  <a:close/>
                  <a:moveTo>
                    <a:pt x="100" y="336"/>
                  </a:moveTo>
                  <a:cubicBezTo>
                    <a:pt x="101" y="335"/>
                    <a:pt x="101" y="335"/>
                    <a:pt x="100" y="336"/>
                  </a:cubicBezTo>
                  <a:close/>
                  <a:moveTo>
                    <a:pt x="98" y="332"/>
                  </a:moveTo>
                  <a:cubicBezTo>
                    <a:pt x="97" y="331"/>
                    <a:pt x="100" y="331"/>
                    <a:pt x="98" y="332"/>
                  </a:cubicBezTo>
                  <a:close/>
                  <a:moveTo>
                    <a:pt x="96" y="215"/>
                  </a:moveTo>
                  <a:cubicBezTo>
                    <a:pt x="97" y="215"/>
                    <a:pt x="97" y="216"/>
                    <a:pt x="96" y="217"/>
                  </a:cubicBezTo>
                  <a:cubicBezTo>
                    <a:pt x="95" y="219"/>
                    <a:pt x="95" y="214"/>
                    <a:pt x="96" y="215"/>
                  </a:cubicBezTo>
                  <a:close/>
                  <a:moveTo>
                    <a:pt x="87" y="329"/>
                  </a:moveTo>
                  <a:cubicBezTo>
                    <a:pt x="87" y="330"/>
                    <a:pt x="86" y="330"/>
                    <a:pt x="86" y="331"/>
                  </a:cubicBezTo>
                  <a:cubicBezTo>
                    <a:pt x="85" y="331"/>
                    <a:pt x="86" y="329"/>
                    <a:pt x="87" y="329"/>
                  </a:cubicBezTo>
                  <a:close/>
                  <a:moveTo>
                    <a:pt x="85" y="293"/>
                  </a:moveTo>
                  <a:cubicBezTo>
                    <a:pt x="85" y="293"/>
                    <a:pt x="85" y="294"/>
                    <a:pt x="85" y="294"/>
                  </a:cubicBezTo>
                  <a:cubicBezTo>
                    <a:pt x="83" y="296"/>
                    <a:pt x="83" y="291"/>
                    <a:pt x="85" y="293"/>
                  </a:cubicBezTo>
                  <a:close/>
                  <a:moveTo>
                    <a:pt x="84" y="332"/>
                  </a:moveTo>
                  <a:cubicBezTo>
                    <a:pt x="86" y="333"/>
                    <a:pt x="84" y="335"/>
                    <a:pt x="82" y="336"/>
                  </a:cubicBezTo>
                  <a:cubicBezTo>
                    <a:pt x="83" y="334"/>
                    <a:pt x="85" y="333"/>
                    <a:pt x="84" y="332"/>
                  </a:cubicBezTo>
                  <a:close/>
                  <a:moveTo>
                    <a:pt x="83" y="441"/>
                  </a:moveTo>
                  <a:cubicBezTo>
                    <a:pt x="82" y="442"/>
                    <a:pt x="84" y="440"/>
                    <a:pt x="83" y="441"/>
                  </a:cubicBezTo>
                  <a:close/>
                  <a:moveTo>
                    <a:pt x="84" y="423"/>
                  </a:moveTo>
                  <a:cubicBezTo>
                    <a:pt x="83" y="424"/>
                    <a:pt x="84" y="421"/>
                    <a:pt x="85" y="422"/>
                  </a:cubicBezTo>
                  <a:cubicBezTo>
                    <a:pt x="86" y="422"/>
                    <a:pt x="85" y="423"/>
                    <a:pt x="84" y="423"/>
                  </a:cubicBezTo>
                  <a:close/>
                  <a:moveTo>
                    <a:pt x="88" y="356"/>
                  </a:moveTo>
                  <a:cubicBezTo>
                    <a:pt x="86" y="358"/>
                    <a:pt x="87" y="353"/>
                    <a:pt x="88" y="354"/>
                  </a:cubicBezTo>
                  <a:cubicBezTo>
                    <a:pt x="89" y="355"/>
                    <a:pt x="88" y="356"/>
                    <a:pt x="88" y="356"/>
                  </a:cubicBezTo>
                  <a:close/>
                  <a:moveTo>
                    <a:pt x="96" y="325"/>
                  </a:moveTo>
                  <a:cubicBezTo>
                    <a:pt x="96" y="326"/>
                    <a:pt x="95" y="326"/>
                    <a:pt x="94" y="328"/>
                  </a:cubicBezTo>
                  <a:cubicBezTo>
                    <a:pt x="92" y="330"/>
                    <a:pt x="89" y="335"/>
                    <a:pt x="87" y="340"/>
                  </a:cubicBezTo>
                  <a:cubicBezTo>
                    <a:pt x="85" y="344"/>
                    <a:pt x="85" y="347"/>
                    <a:pt x="83" y="350"/>
                  </a:cubicBezTo>
                  <a:cubicBezTo>
                    <a:pt x="83" y="350"/>
                    <a:pt x="82" y="350"/>
                    <a:pt x="82" y="350"/>
                  </a:cubicBezTo>
                  <a:cubicBezTo>
                    <a:pt x="81" y="350"/>
                    <a:pt x="84" y="344"/>
                    <a:pt x="85" y="342"/>
                  </a:cubicBezTo>
                  <a:cubicBezTo>
                    <a:pt x="86" y="339"/>
                    <a:pt x="87" y="337"/>
                    <a:pt x="89" y="334"/>
                  </a:cubicBezTo>
                  <a:cubicBezTo>
                    <a:pt x="90" y="332"/>
                    <a:pt x="93" y="329"/>
                    <a:pt x="93" y="326"/>
                  </a:cubicBezTo>
                  <a:cubicBezTo>
                    <a:pt x="93" y="326"/>
                    <a:pt x="92" y="325"/>
                    <a:pt x="92" y="324"/>
                  </a:cubicBezTo>
                  <a:cubicBezTo>
                    <a:pt x="92" y="320"/>
                    <a:pt x="99" y="320"/>
                    <a:pt x="96" y="325"/>
                  </a:cubicBezTo>
                  <a:close/>
                  <a:moveTo>
                    <a:pt x="96" y="227"/>
                  </a:moveTo>
                  <a:cubicBezTo>
                    <a:pt x="97" y="227"/>
                    <a:pt x="97" y="228"/>
                    <a:pt x="97" y="229"/>
                  </a:cubicBezTo>
                  <a:cubicBezTo>
                    <a:pt x="96" y="230"/>
                    <a:pt x="96" y="227"/>
                    <a:pt x="96" y="227"/>
                  </a:cubicBezTo>
                  <a:close/>
                  <a:moveTo>
                    <a:pt x="98" y="402"/>
                  </a:moveTo>
                  <a:cubicBezTo>
                    <a:pt x="98" y="402"/>
                    <a:pt x="98" y="402"/>
                    <a:pt x="97" y="402"/>
                  </a:cubicBezTo>
                  <a:cubicBezTo>
                    <a:pt x="95" y="401"/>
                    <a:pt x="100" y="400"/>
                    <a:pt x="98" y="402"/>
                  </a:cubicBezTo>
                  <a:close/>
                  <a:moveTo>
                    <a:pt x="99" y="416"/>
                  </a:moveTo>
                  <a:cubicBezTo>
                    <a:pt x="101" y="416"/>
                    <a:pt x="100" y="421"/>
                    <a:pt x="99" y="422"/>
                  </a:cubicBezTo>
                  <a:cubicBezTo>
                    <a:pt x="94" y="424"/>
                    <a:pt x="98" y="416"/>
                    <a:pt x="99" y="416"/>
                  </a:cubicBezTo>
                  <a:close/>
                  <a:moveTo>
                    <a:pt x="101" y="433"/>
                  </a:moveTo>
                  <a:cubicBezTo>
                    <a:pt x="103" y="434"/>
                    <a:pt x="100" y="438"/>
                    <a:pt x="100" y="439"/>
                  </a:cubicBezTo>
                  <a:cubicBezTo>
                    <a:pt x="94" y="441"/>
                    <a:pt x="98" y="431"/>
                    <a:pt x="101" y="433"/>
                  </a:cubicBezTo>
                  <a:close/>
                  <a:moveTo>
                    <a:pt x="100" y="444"/>
                  </a:moveTo>
                  <a:cubicBezTo>
                    <a:pt x="101" y="443"/>
                    <a:pt x="99" y="445"/>
                    <a:pt x="100" y="444"/>
                  </a:cubicBezTo>
                  <a:close/>
                  <a:moveTo>
                    <a:pt x="102" y="444"/>
                  </a:moveTo>
                  <a:cubicBezTo>
                    <a:pt x="102" y="445"/>
                    <a:pt x="101" y="445"/>
                    <a:pt x="101" y="445"/>
                  </a:cubicBezTo>
                  <a:cubicBezTo>
                    <a:pt x="99" y="443"/>
                    <a:pt x="104" y="442"/>
                    <a:pt x="102" y="444"/>
                  </a:cubicBezTo>
                  <a:close/>
                  <a:moveTo>
                    <a:pt x="102" y="431"/>
                  </a:moveTo>
                  <a:cubicBezTo>
                    <a:pt x="100" y="432"/>
                    <a:pt x="100" y="428"/>
                    <a:pt x="102" y="429"/>
                  </a:cubicBezTo>
                  <a:cubicBezTo>
                    <a:pt x="103" y="429"/>
                    <a:pt x="103" y="430"/>
                    <a:pt x="102" y="431"/>
                  </a:cubicBezTo>
                  <a:close/>
                  <a:moveTo>
                    <a:pt x="103" y="445"/>
                  </a:moveTo>
                  <a:cubicBezTo>
                    <a:pt x="102" y="447"/>
                    <a:pt x="105" y="444"/>
                    <a:pt x="103" y="445"/>
                  </a:cubicBezTo>
                  <a:close/>
                  <a:moveTo>
                    <a:pt x="104" y="399"/>
                  </a:moveTo>
                  <a:cubicBezTo>
                    <a:pt x="103" y="399"/>
                    <a:pt x="103" y="397"/>
                    <a:pt x="104" y="398"/>
                  </a:cubicBezTo>
                  <a:cubicBezTo>
                    <a:pt x="104" y="398"/>
                    <a:pt x="104" y="399"/>
                    <a:pt x="104" y="399"/>
                  </a:cubicBezTo>
                  <a:close/>
                  <a:moveTo>
                    <a:pt x="104" y="288"/>
                  </a:moveTo>
                  <a:cubicBezTo>
                    <a:pt x="103" y="290"/>
                    <a:pt x="105" y="287"/>
                    <a:pt x="104" y="288"/>
                  </a:cubicBezTo>
                  <a:close/>
                  <a:moveTo>
                    <a:pt x="105" y="307"/>
                  </a:moveTo>
                  <a:cubicBezTo>
                    <a:pt x="104" y="306"/>
                    <a:pt x="106" y="303"/>
                    <a:pt x="107" y="302"/>
                  </a:cubicBezTo>
                  <a:cubicBezTo>
                    <a:pt x="107" y="304"/>
                    <a:pt x="106" y="306"/>
                    <a:pt x="105" y="307"/>
                  </a:cubicBezTo>
                  <a:close/>
                  <a:moveTo>
                    <a:pt x="106" y="414"/>
                  </a:moveTo>
                  <a:cubicBezTo>
                    <a:pt x="106" y="413"/>
                    <a:pt x="108" y="413"/>
                    <a:pt x="106" y="414"/>
                  </a:cubicBezTo>
                  <a:close/>
                  <a:moveTo>
                    <a:pt x="108" y="455"/>
                  </a:moveTo>
                  <a:cubicBezTo>
                    <a:pt x="107" y="454"/>
                    <a:pt x="109" y="454"/>
                    <a:pt x="108" y="455"/>
                  </a:cubicBezTo>
                  <a:close/>
                  <a:moveTo>
                    <a:pt x="107" y="441"/>
                  </a:moveTo>
                  <a:cubicBezTo>
                    <a:pt x="106" y="441"/>
                    <a:pt x="108" y="440"/>
                    <a:pt x="108" y="440"/>
                  </a:cubicBezTo>
                  <a:cubicBezTo>
                    <a:pt x="108" y="440"/>
                    <a:pt x="107" y="440"/>
                    <a:pt x="107" y="441"/>
                  </a:cubicBezTo>
                  <a:close/>
                  <a:moveTo>
                    <a:pt x="108" y="388"/>
                  </a:moveTo>
                  <a:cubicBezTo>
                    <a:pt x="107" y="390"/>
                    <a:pt x="107" y="386"/>
                    <a:pt x="108" y="387"/>
                  </a:cubicBezTo>
                  <a:cubicBezTo>
                    <a:pt x="109" y="387"/>
                    <a:pt x="108" y="388"/>
                    <a:pt x="108" y="388"/>
                  </a:cubicBezTo>
                  <a:close/>
                  <a:moveTo>
                    <a:pt x="109" y="420"/>
                  </a:moveTo>
                  <a:cubicBezTo>
                    <a:pt x="109" y="421"/>
                    <a:pt x="109" y="418"/>
                    <a:pt x="109" y="420"/>
                  </a:cubicBezTo>
                  <a:close/>
                  <a:moveTo>
                    <a:pt x="108" y="301"/>
                  </a:moveTo>
                  <a:cubicBezTo>
                    <a:pt x="107" y="300"/>
                    <a:pt x="108" y="298"/>
                    <a:pt x="110" y="298"/>
                  </a:cubicBezTo>
                  <a:cubicBezTo>
                    <a:pt x="110" y="299"/>
                    <a:pt x="108" y="300"/>
                    <a:pt x="108" y="301"/>
                  </a:cubicBezTo>
                  <a:close/>
                  <a:moveTo>
                    <a:pt x="110" y="401"/>
                  </a:moveTo>
                  <a:cubicBezTo>
                    <a:pt x="110" y="401"/>
                    <a:pt x="110" y="401"/>
                    <a:pt x="110" y="401"/>
                  </a:cubicBezTo>
                  <a:cubicBezTo>
                    <a:pt x="110" y="401"/>
                    <a:pt x="110" y="400"/>
                    <a:pt x="110" y="401"/>
                  </a:cubicBezTo>
                  <a:close/>
                  <a:moveTo>
                    <a:pt x="69" y="513"/>
                  </a:moveTo>
                  <a:cubicBezTo>
                    <a:pt x="69" y="513"/>
                    <a:pt x="70" y="512"/>
                    <a:pt x="70" y="512"/>
                  </a:cubicBezTo>
                  <a:cubicBezTo>
                    <a:pt x="70" y="513"/>
                    <a:pt x="69" y="513"/>
                    <a:pt x="69" y="513"/>
                  </a:cubicBezTo>
                  <a:close/>
                  <a:moveTo>
                    <a:pt x="73" y="498"/>
                  </a:moveTo>
                  <a:cubicBezTo>
                    <a:pt x="73" y="497"/>
                    <a:pt x="74" y="496"/>
                    <a:pt x="75" y="496"/>
                  </a:cubicBezTo>
                  <a:cubicBezTo>
                    <a:pt x="75" y="497"/>
                    <a:pt x="74" y="498"/>
                    <a:pt x="73" y="498"/>
                  </a:cubicBezTo>
                  <a:close/>
                  <a:moveTo>
                    <a:pt x="76" y="499"/>
                  </a:moveTo>
                  <a:cubicBezTo>
                    <a:pt x="76" y="500"/>
                    <a:pt x="77" y="498"/>
                    <a:pt x="76" y="499"/>
                  </a:cubicBezTo>
                  <a:close/>
                  <a:moveTo>
                    <a:pt x="87" y="502"/>
                  </a:moveTo>
                  <a:cubicBezTo>
                    <a:pt x="86" y="500"/>
                    <a:pt x="89" y="499"/>
                    <a:pt x="87" y="502"/>
                  </a:cubicBezTo>
                  <a:close/>
                  <a:moveTo>
                    <a:pt x="100" y="477"/>
                  </a:moveTo>
                  <a:cubicBezTo>
                    <a:pt x="101" y="479"/>
                    <a:pt x="100" y="481"/>
                    <a:pt x="100" y="483"/>
                  </a:cubicBezTo>
                  <a:cubicBezTo>
                    <a:pt x="99" y="481"/>
                    <a:pt x="99" y="479"/>
                    <a:pt x="100" y="477"/>
                  </a:cubicBezTo>
                  <a:close/>
                  <a:moveTo>
                    <a:pt x="100" y="502"/>
                  </a:moveTo>
                  <a:cubicBezTo>
                    <a:pt x="97" y="499"/>
                    <a:pt x="102" y="497"/>
                    <a:pt x="104" y="496"/>
                  </a:cubicBezTo>
                  <a:cubicBezTo>
                    <a:pt x="105" y="499"/>
                    <a:pt x="102" y="505"/>
                    <a:pt x="100" y="502"/>
                  </a:cubicBezTo>
                  <a:close/>
                  <a:moveTo>
                    <a:pt x="144" y="546"/>
                  </a:moveTo>
                  <a:cubicBezTo>
                    <a:pt x="143" y="546"/>
                    <a:pt x="144" y="546"/>
                    <a:pt x="144" y="545"/>
                  </a:cubicBezTo>
                  <a:cubicBezTo>
                    <a:pt x="143" y="542"/>
                    <a:pt x="147" y="545"/>
                    <a:pt x="144" y="546"/>
                  </a:cubicBezTo>
                  <a:close/>
                  <a:moveTo>
                    <a:pt x="196" y="598"/>
                  </a:moveTo>
                  <a:cubicBezTo>
                    <a:pt x="196" y="598"/>
                    <a:pt x="198" y="597"/>
                    <a:pt x="198" y="598"/>
                  </a:cubicBezTo>
                  <a:cubicBezTo>
                    <a:pt x="198" y="599"/>
                    <a:pt x="197" y="599"/>
                    <a:pt x="196" y="598"/>
                  </a:cubicBezTo>
                  <a:close/>
                  <a:moveTo>
                    <a:pt x="199" y="607"/>
                  </a:moveTo>
                  <a:cubicBezTo>
                    <a:pt x="198" y="607"/>
                    <a:pt x="198" y="607"/>
                    <a:pt x="198" y="607"/>
                  </a:cubicBezTo>
                  <a:cubicBezTo>
                    <a:pt x="198" y="605"/>
                    <a:pt x="200" y="608"/>
                    <a:pt x="199" y="607"/>
                  </a:cubicBezTo>
                  <a:close/>
                  <a:moveTo>
                    <a:pt x="203" y="609"/>
                  </a:moveTo>
                  <a:cubicBezTo>
                    <a:pt x="203" y="608"/>
                    <a:pt x="205" y="608"/>
                    <a:pt x="205" y="609"/>
                  </a:cubicBezTo>
                  <a:cubicBezTo>
                    <a:pt x="205" y="609"/>
                    <a:pt x="203" y="610"/>
                    <a:pt x="203" y="609"/>
                  </a:cubicBezTo>
                  <a:close/>
                  <a:moveTo>
                    <a:pt x="208" y="600"/>
                  </a:moveTo>
                  <a:cubicBezTo>
                    <a:pt x="207" y="600"/>
                    <a:pt x="209" y="600"/>
                    <a:pt x="209" y="600"/>
                  </a:cubicBezTo>
                  <a:cubicBezTo>
                    <a:pt x="209" y="601"/>
                    <a:pt x="208" y="601"/>
                    <a:pt x="208" y="600"/>
                  </a:cubicBezTo>
                  <a:close/>
                  <a:moveTo>
                    <a:pt x="226" y="627"/>
                  </a:moveTo>
                  <a:cubicBezTo>
                    <a:pt x="225" y="627"/>
                    <a:pt x="223" y="627"/>
                    <a:pt x="224" y="625"/>
                  </a:cubicBezTo>
                  <a:cubicBezTo>
                    <a:pt x="225" y="624"/>
                    <a:pt x="229" y="624"/>
                    <a:pt x="229" y="625"/>
                  </a:cubicBezTo>
                  <a:cubicBezTo>
                    <a:pt x="229" y="626"/>
                    <a:pt x="229" y="626"/>
                    <a:pt x="228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8" y="628"/>
                    <a:pt x="227" y="628"/>
                    <a:pt x="226" y="627"/>
                  </a:cubicBezTo>
                  <a:close/>
                  <a:moveTo>
                    <a:pt x="229" y="628"/>
                  </a:moveTo>
                  <a:cubicBezTo>
                    <a:pt x="229" y="628"/>
                    <a:pt x="231" y="628"/>
                    <a:pt x="231" y="628"/>
                  </a:cubicBezTo>
                  <a:cubicBezTo>
                    <a:pt x="231" y="629"/>
                    <a:pt x="229" y="628"/>
                    <a:pt x="229" y="628"/>
                  </a:cubicBezTo>
                  <a:close/>
                  <a:moveTo>
                    <a:pt x="228" y="653"/>
                  </a:moveTo>
                  <a:cubicBezTo>
                    <a:pt x="228" y="653"/>
                    <a:pt x="228" y="653"/>
                    <a:pt x="228" y="653"/>
                  </a:cubicBezTo>
                  <a:cubicBezTo>
                    <a:pt x="228" y="653"/>
                    <a:pt x="228" y="652"/>
                    <a:pt x="228" y="653"/>
                  </a:cubicBezTo>
                  <a:close/>
                  <a:moveTo>
                    <a:pt x="213" y="659"/>
                  </a:moveTo>
                  <a:cubicBezTo>
                    <a:pt x="213" y="659"/>
                    <a:pt x="213" y="659"/>
                    <a:pt x="213" y="659"/>
                  </a:cubicBezTo>
                  <a:cubicBezTo>
                    <a:pt x="213" y="659"/>
                    <a:pt x="213" y="659"/>
                    <a:pt x="213" y="659"/>
                  </a:cubicBezTo>
                  <a:close/>
                  <a:moveTo>
                    <a:pt x="213" y="659"/>
                  </a:moveTo>
                  <a:cubicBezTo>
                    <a:pt x="214" y="659"/>
                    <a:pt x="213" y="659"/>
                    <a:pt x="213" y="659"/>
                  </a:cubicBezTo>
                  <a:close/>
                  <a:moveTo>
                    <a:pt x="213" y="657"/>
                  </a:moveTo>
                  <a:cubicBezTo>
                    <a:pt x="213" y="656"/>
                    <a:pt x="214" y="656"/>
                    <a:pt x="214" y="656"/>
                  </a:cubicBezTo>
                  <a:cubicBezTo>
                    <a:pt x="215" y="657"/>
                    <a:pt x="214" y="657"/>
                    <a:pt x="213" y="657"/>
                  </a:cubicBezTo>
                  <a:close/>
                  <a:moveTo>
                    <a:pt x="216" y="659"/>
                  </a:moveTo>
                  <a:cubicBezTo>
                    <a:pt x="216" y="658"/>
                    <a:pt x="216" y="657"/>
                    <a:pt x="217" y="658"/>
                  </a:cubicBezTo>
                  <a:cubicBezTo>
                    <a:pt x="216" y="658"/>
                    <a:pt x="218" y="660"/>
                    <a:pt x="218" y="660"/>
                  </a:cubicBezTo>
                  <a:cubicBezTo>
                    <a:pt x="217" y="661"/>
                    <a:pt x="215" y="661"/>
                    <a:pt x="216" y="659"/>
                  </a:cubicBezTo>
                  <a:close/>
                  <a:moveTo>
                    <a:pt x="223" y="655"/>
                  </a:moveTo>
                  <a:cubicBezTo>
                    <a:pt x="222" y="654"/>
                    <a:pt x="224" y="654"/>
                    <a:pt x="224" y="655"/>
                  </a:cubicBezTo>
                  <a:cubicBezTo>
                    <a:pt x="224" y="655"/>
                    <a:pt x="223" y="655"/>
                    <a:pt x="223" y="655"/>
                  </a:cubicBezTo>
                  <a:close/>
                  <a:moveTo>
                    <a:pt x="218" y="655"/>
                  </a:moveTo>
                  <a:cubicBezTo>
                    <a:pt x="217" y="655"/>
                    <a:pt x="214" y="653"/>
                    <a:pt x="215" y="651"/>
                  </a:cubicBezTo>
                  <a:cubicBezTo>
                    <a:pt x="216" y="650"/>
                    <a:pt x="220" y="648"/>
                    <a:pt x="222" y="648"/>
                  </a:cubicBezTo>
                  <a:cubicBezTo>
                    <a:pt x="223" y="649"/>
                    <a:pt x="224" y="649"/>
                    <a:pt x="224" y="650"/>
                  </a:cubicBezTo>
                  <a:cubicBezTo>
                    <a:pt x="224" y="650"/>
                    <a:pt x="226" y="648"/>
                    <a:pt x="225" y="650"/>
                  </a:cubicBezTo>
                  <a:cubicBezTo>
                    <a:pt x="225" y="650"/>
                    <a:pt x="223" y="651"/>
                    <a:pt x="223" y="652"/>
                  </a:cubicBezTo>
                  <a:cubicBezTo>
                    <a:pt x="224" y="652"/>
                    <a:pt x="225" y="651"/>
                    <a:pt x="225" y="652"/>
                  </a:cubicBezTo>
                  <a:cubicBezTo>
                    <a:pt x="224" y="652"/>
                    <a:pt x="221" y="655"/>
                    <a:pt x="218" y="655"/>
                  </a:cubicBezTo>
                  <a:close/>
                  <a:moveTo>
                    <a:pt x="227" y="665"/>
                  </a:moveTo>
                  <a:cubicBezTo>
                    <a:pt x="223" y="666"/>
                    <a:pt x="226" y="661"/>
                    <a:pt x="228" y="662"/>
                  </a:cubicBezTo>
                  <a:cubicBezTo>
                    <a:pt x="229" y="664"/>
                    <a:pt x="228" y="664"/>
                    <a:pt x="227" y="665"/>
                  </a:cubicBezTo>
                  <a:close/>
                  <a:moveTo>
                    <a:pt x="228" y="654"/>
                  </a:moveTo>
                  <a:cubicBezTo>
                    <a:pt x="227" y="653"/>
                    <a:pt x="230" y="655"/>
                    <a:pt x="228" y="654"/>
                  </a:cubicBezTo>
                  <a:close/>
                  <a:moveTo>
                    <a:pt x="229" y="639"/>
                  </a:moveTo>
                  <a:cubicBezTo>
                    <a:pt x="228" y="638"/>
                    <a:pt x="231" y="638"/>
                    <a:pt x="231" y="639"/>
                  </a:cubicBezTo>
                  <a:cubicBezTo>
                    <a:pt x="231" y="639"/>
                    <a:pt x="230" y="640"/>
                    <a:pt x="229" y="639"/>
                  </a:cubicBezTo>
                  <a:close/>
                  <a:moveTo>
                    <a:pt x="215" y="675"/>
                  </a:moveTo>
                  <a:cubicBezTo>
                    <a:pt x="216" y="673"/>
                    <a:pt x="216" y="675"/>
                    <a:pt x="215" y="675"/>
                  </a:cubicBezTo>
                  <a:close/>
                  <a:moveTo>
                    <a:pt x="219" y="676"/>
                  </a:moveTo>
                  <a:cubicBezTo>
                    <a:pt x="220" y="675"/>
                    <a:pt x="221" y="676"/>
                    <a:pt x="223" y="676"/>
                  </a:cubicBezTo>
                  <a:cubicBezTo>
                    <a:pt x="221" y="676"/>
                    <a:pt x="220" y="677"/>
                    <a:pt x="219" y="676"/>
                  </a:cubicBezTo>
                  <a:close/>
                  <a:moveTo>
                    <a:pt x="226" y="676"/>
                  </a:moveTo>
                  <a:cubicBezTo>
                    <a:pt x="226" y="675"/>
                    <a:pt x="228" y="675"/>
                    <a:pt x="228" y="675"/>
                  </a:cubicBezTo>
                  <a:cubicBezTo>
                    <a:pt x="228" y="676"/>
                    <a:pt x="226" y="676"/>
                    <a:pt x="226" y="676"/>
                  </a:cubicBezTo>
                  <a:close/>
                  <a:moveTo>
                    <a:pt x="229" y="676"/>
                  </a:moveTo>
                  <a:cubicBezTo>
                    <a:pt x="229" y="675"/>
                    <a:pt x="230" y="676"/>
                    <a:pt x="230" y="676"/>
                  </a:cubicBezTo>
                  <a:cubicBezTo>
                    <a:pt x="230" y="676"/>
                    <a:pt x="229" y="677"/>
                    <a:pt x="229" y="676"/>
                  </a:cubicBezTo>
                  <a:close/>
                  <a:moveTo>
                    <a:pt x="234" y="679"/>
                  </a:moveTo>
                  <a:cubicBezTo>
                    <a:pt x="234" y="678"/>
                    <a:pt x="235" y="678"/>
                    <a:pt x="235" y="678"/>
                  </a:cubicBezTo>
                  <a:cubicBezTo>
                    <a:pt x="236" y="679"/>
                    <a:pt x="234" y="679"/>
                    <a:pt x="234" y="679"/>
                  </a:cubicBezTo>
                  <a:close/>
                  <a:moveTo>
                    <a:pt x="248" y="692"/>
                  </a:moveTo>
                  <a:cubicBezTo>
                    <a:pt x="248" y="691"/>
                    <a:pt x="250" y="691"/>
                    <a:pt x="250" y="691"/>
                  </a:cubicBezTo>
                  <a:cubicBezTo>
                    <a:pt x="251" y="692"/>
                    <a:pt x="249" y="692"/>
                    <a:pt x="248" y="692"/>
                  </a:cubicBezTo>
                  <a:close/>
                  <a:moveTo>
                    <a:pt x="349" y="41"/>
                  </a:moveTo>
                  <a:cubicBezTo>
                    <a:pt x="348" y="41"/>
                    <a:pt x="345" y="42"/>
                    <a:pt x="344" y="41"/>
                  </a:cubicBezTo>
                  <a:cubicBezTo>
                    <a:pt x="344" y="40"/>
                    <a:pt x="348" y="40"/>
                    <a:pt x="349" y="41"/>
                  </a:cubicBezTo>
                  <a:close/>
                  <a:moveTo>
                    <a:pt x="343" y="7"/>
                  </a:moveTo>
                  <a:cubicBezTo>
                    <a:pt x="344" y="6"/>
                    <a:pt x="345" y="8"/>
                    <a:pt x="343" y="7"/>
                  </a:cubicBezTo>
                  <a:close/>
                  <a:moveTo>
                    <a:pt x="342" y="38"/>
                  </a:moveTo>
                  <a:cubicBezTo>
                    <a:pt x="341" y="38"/>
                    <a:pt x="340" y="37"/>
                    <a:pt x="339" y="38"/>
                  </a:cubicBezTo>
                  <a:cubicBezTo>
                    <a:pt x="339" y="37"/>
                    <a:pt x="341" y="37"/>
                    <a:pt x="342" y="38"/>
                  </a:cubicBezTo>
                  <a:close/>
                  <a:moveTo>
                    <a:pt x="335" y="37"/>
                  </a:moveTo>
                  <a:cubicBezTo>
                    <a:pt x="336" y="36"/>
                    <a:pt x="337" y="39"/>
                    <a:pt x="335" y="37"/>
                  </a:cubicBezTo>
                  <a:close/>
                  <a:moveTo>
                    <a:pt x="336" y="97"/>
                  </a:move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5" y="96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ubicBezTo>
                    <a:pt x="336" y="97"/>
                    <a:pt x="336" y="97"/>
                    <a:pt x="336" y="97"/>
                  </a:cubicBezTo>
                  <a:close/>
                  <a:moveTo>
                    <a:pt x="316" y="49"/>
                  </a:moveTo>
                  <a:cubicBezTo>
                    <a:pt x="316" y="49"/>
                    <a:pt x="313" y="50"/>
                    <a:pt x="313" y="49"/>
                  </a:cubicBezTo>
                  <a:cubicBezTo>
                    <a:pt x="312" y="49"/>
                    <a:pt x="315" y="48"/>
                    <a:pt x="316" y="49"/>
                  </a:cubicBezTo>
                  <a:close/>
                  <a:moveTo>
                    <a:pt x="321" y="108"/>
                  </a:moveTo>
                  <a:cubicBezTo>
                    <a:pt x="319" y="109"/>
                    <a:pt x="315" y="112"/>
                    <a:pt x="311" y="111"/>
                  </a:cubicBezTo>
                  <a:cubicBezTo>
                    <a:pt x="314" y="109"/>
                    <a:pt x="317" y="109"/>
                    <a:pt x="321" y="108"/>
                  </a:cubicBezTo>
                  <a:close/>
                  <a:moveTo>
                    <a:pt x="320" y="636"/>
                  </a:moveTo>
                  <a:cubicBezTo>
                    <a:pt x="319" y="636"/>
                    <a:pt x="320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lose/>
                  <a:moveTo>
                    <a:pt x="319" y="620"/>
                  </a:moveTo>
                  <a:cubicBezTo>
                    <a:pt x="319" y="620"/>
                    <a:pt x="318" y="620"/>
                    <a:pt x="317" y="620"/>
                  </a:cubicBezTo>
                  <a:cubicBezTo>
                    <a:pt x="318" y="620"/>
                    <a:pt x="319" y="619"/>
                    <a:pt x="319" y="620"/>
                  </a:cubicBezTo>
                  <a:close/>
                  <a:moveTo>
                    <a:pt x="318" y="614"/>
                  </a:moveTo>
                  <a:cubicBezTo>
                    <a:pt x="317" y="613"/>
                    <a:pt x="319" y="615"/>
                    <a:pt x="318" y="614"/>
                  </a:cubicBezTo>
                  <a:close/>
                  <a:moveTo>
                    <a:pt x="313" y="137"/>
                  </a:moveTo>
                  <a:cubicBezTo>
                    <a:pt x="312" y="140"/>
                    <a:pt x="312" y="135"/>
                    <a:pt x="312" y="137"/>
                  </a:cubicBezTo>
                  <a:cubicBezTo>
                    <a:pt x="312" y="137"/>
                    <a:pt x="313" y="137"/>
                    <a:pt x="313" y="137"/>
                  </a:cubicBezTo>
                  <a:close/>
                  <a:moveTo>
                    <a:pt x="311" y="41"/>
                  </a:moveTo>
                  <a:cubicBezTo>
                    <a:pt x="310" y="42"/>
                    <a:pt x="309" y="40"/>
                    <a:pt x="311" y="41"/>
                  </a:cubicBezTo>
                  <a:close/>
                  <a:moveTo>
                    <a:pt x="309" y="527"/>
                  </a:moveTo>
                  <a:cubicBezTo>
                    <a:pt x="309" y="528"/>
                    <a:pt x="306" y="529"/>
                    <a:pt x="306" y="527"/>
                  </a:cubicBezTo>
                  <a:cubicBezTo>
                    <a:pt x="306" y="525"/>
                    <a:pt x="309" y="526"/>
                    <a:pt x="309" y="527"/>
                  </a:cubicBezTo>
                  <a:close/>
                  <a:moveTo>
                    <a:pt x="307" y="61"/>
                  </a:moveTo>
                  <a:cubicBezTo>
                    <a:pt x="306" y="60"/>
                    <a:pt x="308" y="61"/>
                    <a:pt x="307" y="61"/>
                  </a:cubicBezTo>
                  <a:close/>
                  <a:moveTo>
                    <a:pt x="293" y="53"/>
                  </a:moveTo>
                  <a:cubicBezTo>
                    <a:pt x="298" y="52"/>
                    <a:pt x="304" y="52"/>
                    <a:pt x="309" y="51"/>
                  </a:cubicBezTo>
                  <a:cubicBezTo>
                    <a:pt x="304" y="53"/>
                    <a:pt x="299" y="53"/>
                    <a:pt x="293" y="53"/>
                  </a:cubicBezTo>
                  <a:close/>
                  <a:moveTo>
                    <a:pt x="282" y="662"/>
                  </a:moveTo>
                  <a:cubicBezTo>
                    <a:pt x="281" y="662"/>
                    <a:pt x="279" y="663"/>
                    <a:pt x="277" y="663"/>
                  </a:cubicBezTo>
                  <a:cubicBezTo>
                    <a:pt x="279" y="662"/>
                    <a:pt x="281" y="661"/>
                    <a:pt x="282" y="662"/>
                  </a:cubicBezTo>
                  <a:close/>
                  <a:moveTo>
                    <a:pt x="278" y="582"/>
                  </a:moveTo>
                  <a:cubicBezTo>
                    <a:pt x="278" y="581"/>
                    <a:pt x="280" y="581"/>
                    <a:pt x="279" y="582"/>
                  </a:cubicBezTo>
                  <a:cubicBezTo>
                    <a:pt x="279" y="582"/>
                    <a:pt x="279" y="582"/>
                    <a:pt x="278" y="582"/>
                  </a:cubicBezTo>
                  <a:close/>
                  <a:moveTo>
                    <a:pt x="282" y="582"/>
                  </a:moveTo>
                  <a:cubicBezTo>
                    <a:pt x="282" y="582"/>
                    <a:pt x="280" y="583"/>
                    <a:pt x="280" y="581"/>
                  </a:cubicBezTo>
                  <a:cubicBezTo>
                    <a:pt x="280" y="580"/>
                    <a:pt x="282" y="581"/>
                    <a:pt x="282" y="582"/>
                  </a:cubicBezTo>
                  <a:close/>
                  <a:moveTo>
                    <a:pt x="281" y="574"/>
                  </a:moveTo>
                  <a:cubicBezTo>
                    <a:pt x="281" y="575"/>
                    <a:pt x="280" y="575"/>
                    <a:pt x="280" y="574"/>
                  </a:cubicBezTo>
                  <a:cubicBezTo>
                    <a:pt x="279" y="574"/>
                    <a:pt x="281" y="573"/>
                    <a:pt x="281" y="574"/>
                  </a:cubicBezTo>
                  <a:close/>
                  <a:moveTo>
                    <a:pt x="294" y="551"/>
                  </a:moveTo>
                  <a:cubicBezTo>
                    <a:pt x="291" y="553"/>
                    <a:pt x="287" y="555"/>
                    <a:pt x="285" y="556"/>
                  </a:cubicBezTo>
                  <a:cubicBezTo>
                    <a:pt x="285" y="556"/>
                    <a:pt x="283" y="557"/>
                    <a:pt x="284" y="556"/>
                  </a:cubicBezTo>
                  <a:cubicBezTo>
                    <a:pt x="286" y="553"/>
                    <a:pt x="291" y="553"/>
                    <a:pt x="294" y="551"/>
                  </a:cubicBezTo>
                  <a:close/>
                  <a:moveTo>
                    <a:pt x="286" y="536"/>
                  </a:moveTo>
                  <a:cubicBezTo>
                    <a:pt x="286" y="535"/>
                    <a:pt x="286" y="536"/>
                    <a:pt x="286" y="536"/>
                  </a:cubicBezTo>
                  <a:cubicBezTo>
                    <a:pt x="285" y="536"/>
                    <a:pt x="286" y="535"/>
                    <a:pt x="286" y="536"/>
                  </a:cubicBezTo>
                  <a:close/>
                  <a:moveTo>
                    <a:pt x="287" y="536"/>
                  </a:moveTo>
                  <a:cubicBezTo>
                    <a:pt x="287" y="534"/>
                    <a:pt x="289" y="534"/>
                    <a:pt x="289" y="536"/>
                  </a:cubicBezTo>
                  <a:cubicBezTo>
                    <a:pt x="289" y="537"/>
                    <a:pt x="287" y="536"/>
                    <a:pt x="287" y="536"/>
                  </a:cubicBezTo>
                  <a:close/>
                  <a:moveTo>
                    <a:pt x="290" y="512"/>
                  </a:moveTo>
                  <a:cubicBezTo>
                    <a:pt x="291" y="510"/>
                    <a:pt x="293" y="509"/>
                    <a:pt x="294" y="508"/>
                  </a:cubicBezTo>
                  <a:cubicBezTo>
                    <a:pt x="294" y="509"/>
                    <a:pt x="292" y="510"/>
                    <a:pt x="290" y="512"/>
                  </a:cubicBezTo>
                  <a:close/>
                  <a:moveTo>
                    <a:pt x="290" y="550"/>
                  </a:moveTo>
                  <a:cubicBezTo>
                    <a:pt x="290" y="549"/>
                    <a:pt x="291" y="548"/>
                    <a:pt x="292" y="549"/>
                  </a:cubicBezTo>
                  <a:cubicBezTo>
                    <a:pt x="292" y="550"/>
                    <a:pt x="290" y="551"/>
                    <a:pt x="290" y="550"/>
                  </a:cubicBezTo>
                  <a:close/>
                  <a:moveTo>
                    <a:pt x="287" y="638"/>
                  </a:moveTo>
                  <a:cubicBezTo>
                    <a:pt x="288" y="637"/>
                    <a:pt x="289" y="637"/>
                    <a:pt x="290" y="637"/>
                  </a:cubicBezTo>
                  <a:cubicBezTo>
                    <a:pt x="289" y="637"/>
                    <a:pt x="288" y="638"/>
                    <a:pt x="287" y="638"/>
                  </a:cubicBezTo>
                  <a:close/>
                  <a:moveTo>
                    <a:pt x="290" y="640"/>
                  </a:moveTo>
                  <a:cubicBezTo>
                    <a:pt x="289" y="641"/>
                    <a:pt x="288" y="640"/>
                    <a:pt x="287" y="641"/>
                  </a:cubicBezTo>
                  <a:cubicBezTo>
                    <a:pt x="287" y="640"/>
                    <a:pt x="289" y="639"/>
                    <a:pt x="290" y="640"/>
                  </a:cubicBezTo>
                  <a:close/>
                  <a:moveTo>
                    <a:pt x="292" y="594"/>
                  </a:moveTo>
                  <a:cubicBezTo>
                    <a:pt x="292" y="595"/>
                    <a:pt x="288" y="596"/>
                    <a:pt x="288" y="593"/>
                  </a:cubicBezTo>
                  <a:cubicBezTo>
                    <a:pt x="288" y="591"/>
                    <a:pt x="292" y="592"/>
                    <a:pt x="292" y="594"/>
                  </a:cubicBezTo>
                  <a:close/>
                  <a:moveTo>
                    <a:pt x="288" y="573"/>
                  </a:moveTo>
                  <a:cubicBezTo>
                    <a:pt x="288" y="572"/>
                    <a:pt x="290" y="571"/>
                    <a:pt x="291" y="571"/>
                  </a:cubicBezTo>
                  <a:cubicBezTo>
                    <a:pt x="290" y="572"/>
                    <a:pt x="289" y="572"/>
                    <a:pt x="288" y="573"/>
                  </a:cubicBezTo>
                  <a:close/>
                  <a:moveTo>
                    <a:pt x="292" y="571"/>
                  </a:moveTo>
                  <a:cubicBezTo>
                    <a:pt x="292" y="570"/>
                    <a:pt x="293" y="569"/>
                    <a:pt x="294" y="570"/>
                  </a:cubicBezTo>
                  <a:cubicBezTo>
                    <a:pt x="294" y="571"/>
                    <a:pt x="292" y="571"/>
                    <a:pt x="292" y="571"/>
                  </a:cubicBezTo>
                  <a:close/>
                  <a:moveTo>
                    <a:pt x="293" y="594"/>
                  </a:moveTo>
                  <a:cubicBezTo>
                    <a:pt x="293" y="596"/>
                    <a:pt x="291" y="595"/>
                    <a:pt x="293" y="594"/>
                  </a:cubicBezTo>
                  <a:close/>
                  <a:moveTo>
                    <a:pt x="291" y="595"/>
                  </a:moveTo>
                  <a:cubicBezTo>
                    <a:pt x="290" y="597"/>
                    <a:pt x="288" y="596"/>
                    <a:pt x="291" y="595"/>
                  </a:cubicBezTo>
                  <a:close/>
                  <a:moveTo>
                    <a:pt x="290" y="625"/>
                  </a:moveTo>
                  <a:cubicBezTo>
                    <a:pt x="291" y="626"/>
                    <a:pt x="290" y="625"/>
                    <a:pt x="290" y="625"/>
                  </a:cubicBezTo>
                  <a:cubicBezTo>
                    <a:pt x="290" y="625"/>
                    <a:pt x="290" y="625"/>
                    <a:pt x="290" y="625"/>
                  </a:cubicBezTo>
                  <a:close/>
                  <a:moveTo>
                    <a:pt x="289" y="602"/>
                  </a:moveTo>
                  <a:cubicBezTo>
                    <a:pt x="289" y="601"/>
                    <a:pt x="292" y="601"/>
                    <a:pt x="293" y="601"/>
                  </a:cubicBezTo>
                  <a:cubicBezTo>
                    <a:pt x="292" y="602"/>
                    <a:pt x="290" y="602"/>
                    <a:pt x="289" y="602"/>
                  </a:cubicBezTo>
                  <a:close/>
                  <a:moveTo>
                    <a:pt x="291" y="634"/>
                  </a:moveTo>
                  <a:cubicBezTo>
                    <a:pt x="292" y="634"/>
                    <a:pt x="293" y="634"/>
                    <a:pt x="292" y="635"/>
                  </a:cubicBezTo>
                  <a:cubicBezTo>
                    <a:pt x="292" y="636"/>
                    <a:pt x="291" y="635"/>
                    <a:pt x="291" y="634"/>
                  </a:cubicBezTo>
                  <a:close/>
                  <a:moveTo>
                    <a:pt x="295" y="635"/>
                  </a:moveTo>
                  <a:cubicBezTo>
                    <a:pt x="294" y="636"/>
                    <a:pt x="293" y="637"/>
                    <a:pt x="291" y="636"/>
                  </a:cubicBezTo>
                  <a:cubicBezTo>
                    <a:pt x="292" y="636"/>
                    <a:pt x="294" y="636"/>
                    <a:pt x="295" y="635"/>
                  </a:cubicBezTo>
                  <a:close/>
                  <a:moveTo>
                    <a:pt x="293" y="583"/>
                  </a:moveTo>
                  <a:cubicBezTo>
                    <a:pt x="293" y="583"/>
                    <a:pt x="294" y="583"/>
                    <a:pt x="294" y="583"/>
                  </a:cubicBezTo>
                  <a:cubicBezTo>
                    <a:pt x="295" y="584"/>
                    <a:pt x="293" y="585"/>
                    <a:pt x="293" y="583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538"/>
                  </a:moveTo>
                  <a:cubicBezTo>
                    <a:pt x="283" y="538"/>
                    <a:pt x="284" y="537"/>
                    <a:pt x="284" y="537"/>
                  </a:cubicBezTo>
                  <a:cubicBezTo>
                    <a:pt x="285" y="537"/>
                    <a:pt x="284" y="538"/>
                    <a:pt x="284" y="538"/>
                  </a:cubicBezTo>
                  <a:close/>
                  <a:moveTo>
                    <a:pt x="285" y="588"/>
                  </a:moveTo>
                  <a:cubicBezTo>
                    <a:pt x="284" y="589"/>
                    <a:pt x="283" y="589"/>
                    <a:pt x="282" y="590"/>
                  </a:cubicBezTo>
                  <a:cubicBezTo>
                    <a:pt x="282" y="590"/>
                    <a:pt x="284" y="588"/>
                    <a:pt x="285" y="588"/>
                  </a:cubicBezTo>
                  <a:close/>
                  <a:moveTo>
                    <a:pt x="285" y="657"/>
                  </a:moveTo>
                  <a:cubicBezTo>
                    <a:pt x="285" y="657"/>
                    <a:pt x="285" y="657"/>
                    <a:pt x="285" y="657"/>
                  </a:cubicBezTo>
                  <a:cubicBezTo>
                    <a:pt x="285" y="657"/>
                    <a:pt x="285" y="657"/>
                    <a:pt x="285" y="657"/>
                  </a:cubicBezTo>
                  <a:close/>
                  <a:moveTo>
                    <a:pt x="284" y="612"/>
                  </a:moveTo>
                  <a:cubicBezTo>
                    <a:pt x="281" y="614"/>
                    <a:pt x="281" y="612"/>
                    <a:pt x="284" y="612"/>
                  </a:cubicBezTo>
                  <a:close/>
                  <a:moveTo>
                    <a:pt x="283" y="648"/>
                  </a:moveTo>
                  <a:cubicBezTo>
                    <a:pt x="284" y="645"/>
                    <a:pt x="286" y="647"/>
                    <a:pt x="283" y="648"/>
                  </a:cubicBezTo>
                  <a:close/>
                  <a:moveTo>
                    <a:pt x="287" y="661"/>
                  </a:moveTo>
                  <a:cubicBezTo>
                    <a:pt x="287" y="661"/>
                    <a:pt x="285" y="662"/>
                    <a:pt x="284" y="662"/>
                  </a:cubicBezTo>
                  <a:cubicBezTo>
                    <a:pt x="284" y="661"/>
                    <a:pt x="287" y="660"/>
                    <a:pt x="287" y="661"/>
                  </a:cubicBezTo>
                  <a:close/>
                  <a:moveTo>
                    <a:pt x="288" y="667"/>
                  </a:moveTo>
                  <a:cubicBezTo>
                    <a:pt x="288" y="668"/>
                    <a:pt x="286" y="668"/>
                    <a:pt x="286" y="667"/>
                  </a:cubicBezTo>
                  <a:cubicBezTo>
                    <a:pt x="285" y="666"/>
                    <a:pt x="288" y="666"/>
                    <a:pt x="288" y="667"/>
                  </a:cubicBezTo>
                  <a:close/>
                  <a:moveTo>
                    <a:pt x="287" y="650"/>
                  </a:moveTo>
                  <a:cubicBezTo>
                    <a:pt x="287" y="648"/>
                    <a:pt x="290" y="647"/>
                    <a:pt x="291" y="649"/>
                  </a:cubicBezTo>
                  <a:cubicBezTo>
                    <a:pt x="295" y="653"/>
                    <a:pt x="286" y="654"/>
                    <a:pt x="287" y="650"/>
                  </a:cubicBezTo>
                  <a:close/>
                  <a:moveTo>
                    <a:pt x="292" y="691"/>
                  </a:moveTo>
                  <a:cubicBezTo>
                    <a:pt x="292" y="691"/>
                    <a:pt x="292" y="691"/>
                    <a:pt x="292" y="691"/>
                  </a:cubicBezTo>
                  <a:cubicBezTo>
                    <a:pt x="292" y="689"/>
                    <a:pt x="294" y="692"/>
                    <a:pt x="292" y="691"/>
                  </a:cubicBezTo>
                  <a:close/>
                  <a:moveTo>
                    <a:pt x="292" y="646"/>
                  </a:moveTo>
                  <a:cubicBezTo>
                    <a:pt x="290" y="644"/>
                    <a:pt x="297" y="643"/>
                    <a:pt x="294" y="646"/>
                  </a:cubicBezTo>
                  <a:cubicBezTo>
                    <a:pt x="294" y="646"/>
                    <a:pt x="293" y="646"/>
                    <a:pt x="292" y="646"/>
                  </a:cubicBezTo>
                  <a:close/>
                  <a:moveTo>
                    <a:pt x="294" y="600"/>
                  </a:moveTo>
                  <a:cubicBezTo>
                    <a:pt x="294" y="600"/>
                    <a:pt x="296" y="599"/>
                    <a:pt x="297" y="599"/>
                  </a:cubicBezTo>
                  <a:cubicBezTo>
                    <a:pt x="296" y="600"/>
                    <a:pt x="295" y="600"/>
                    <a:pt x="294" y="600"/>
                  </a:cubicBezTo>
                  <a:close/>
                  <a:moveTo>
                    <a:pt x="293" y="530"/>
                  </a:moveTo>
                  <a:cubicBezTo>
                    <a:pt x="294" y="529"/>
                    <a:pt x="296" y="528"/>
                    <a:pt x="297" y="530"/>
                  </a:cubicBezTo>
                  <a:cubicBezTo>
                    <a:pt x="298" y="532"/>
                    <a:pt x="293" y="534"/>
                    <a:pt x="293" y="530"/>
                  </a:cubicBezTo>
                  <a:close/>
                  <a:moveTo>
                    <a:pt x="303" y="581"/>
                  </a:moveTo>
                  <a:cubicBezTo>
                    <a:pt x="303" y="584"/>
                    <a:pt x="298" y="584"/>
                    <a:pt x="297" y="581"/>
                  </a:cubicBezTo>
                  <a:cubicBezTo>
                    <a:pt x="297" y="578"/>
                    <a:pt x="303" y="579"/>
                    <a:pt x="303" y="581"/>
                  </a:cubicBezTo>
                  <a:close/>
                  <a:moveTo>
                    <a:pt x="298" y="504"/>
                  </a:moveTo>
                  <a:cubicBezTo>
                    <a:pt x="298" y="503"/>
                    <a:pt x="300" y="504"/>
                    <a:pt x="298" y="504"/>
                  </a:cubicBezTo>
                  <a:close/>
                  <a:moveTo>
                    <a:pt x="300" y="102"/>
                  </a:moveTo>
                  <a:cubicBezTo>
                    <a:pt x="298" y="103"/>
                    <a:pt x="297" y="101"/>
                    <a:pt x="300" y="102"/>
                  </a:cubicBezTo>
                  <a:close/>
                  <a:moveTo>
                    <a:pt x="299" y="578"/>
                  </a:moveTo>
                  <a:cubicBezTo>
                    <a:pt x="299" y="578"/>
                    <a:pt x="298" y="579"/>
                    <a:pt x="298" y="578"/>
                  </a:cubicBezTo>
                  <a:cubicBezTo>
                    <a:pt x="297" y="577"/>
                    <a:pt x="300" y="577"/>
                    <a:pt x="299" y="578"/>
                  </a:cubicBezTo>
                  <a:close/>
                  <a:moveTo>
                    <a:pt x="303" y="67"/>
                  </a:moveTo>
                  <a:cubicBezTo>
                    <a:pt x="302" y="69"/>
                    <a:pt x="302" y="67"/>
                    <a:pt x="303" y="67"/>
                  </a:cubicBezTo>
                  <a:close/>
                  <a:moveTo>
                    <a:pt x="304" y="592"/>
                  </a:moveTo>
                  <a:cubicBezTo>
                    <a:pt x="304" y="593"/>
                    <a:pt x="301" y="593"/>
                    <a:pt x="300" y="594"/>
                  </a:cubicBezTo>
                  <a:cubicBezTo>
                    <a:pt x="301" y="593"/>
                    <a:pt x="303" y="592"/>
                    <a:pt x="304" y="592"/>
                  </a:cubicBezTo>
                  <a:close/>
                  <a:moveTo>
                    <a:pt x="304" y="660"/>
                  </a:moveTo>
                  <a:cubicBezTo>
                    <a:pt x="304" y="661"/>
                    <a:pt x="304" y="662"/>
                    <a:pt x="304" y="662"/>
                  </a:cubicBezTo>
                  <a:cubicBezTo>
                    <a:pt x="302" y="664"/>
                    <a:pt x="301" y="659"/>
                    <a:pt x="304" y="660"/>
                  </a:cubicBezTo>
                  <a:close/>
                  <a:moveTo>
                    <a:pt x="308" y="41"/>
                  </a:moveTo>
                  <a:cubicBezTo>
                    <a:pt x="308" y="41"/>
                    <a:pt x="307" y="42"/>
                    <a:pt x="307" y="42"/>
                  </a:cubicBezTo>
                  <a:cubicBezTo>
                    <a:pt x="306" y="42"/>
                    <a:pt x="307" y="41"/>
                    <a:pt x="308" y="41"/>
                  </a:cubicBezTo>
                  <a:close/>
                  <a:moveTo>
                    <a:pt x="298" y="26"/>
                  </a:moveTo>
                  <a:cubicBezTo>
                    <a:pt x="300" y="25"/>
                    <a:pt x="300" y="27"/>
                    <a:pt x="298" y="26"/>
                  </a:cubicBezTo>
                  <a:close/>
                  <a:moveTo>
                    <a:pt x="299" y="30"/>
                  </a:moveTo>
                  <a:cubicBezTo>
                    <a:pt x="297" y="31"/>
                    <a:pt x="295" y="30"/>
                    <a:pt x="293" y="30"/>
                  </a:cubicBezTo>
                  <a:cubicBezTo>
                    <a:pt x="295" y="29"/>
                    <a:pt x="297" y="29"/>
                    <a:pt x="299" y="30"/>
                  </a:cubicBezTo>
                  <a:close/>
                  <a:moveTo>
                    <a:pt x="291" y="53"/>
                  </a:moveTo>
                  <a:cubicBezTo>
                    <a:pt x="287" y="54"/>
                    <a:pt x="283" y="55"/>
                    <a:pt x="279" y="55"/>
                  </a:cubicBezTo>
                  <a:cubicBezTo>
                    <a:pt x="283" y="54"/>
                    <a:pt x="287" y="53"/>
                    <a:pt x="291" y="53"/>
                  </a:cubicBezTo>
                  <a:close/>
                  <a:moveTo>
                    <a:pt x="288" y="513"/>
                  </a:moveTo>
                  <a:cubicBezTo>
                    <a:pt x="287" y="513"/>
                    <a:pt x="290" y="512"/>
                    <a:pt x="289" y="512"/>
                  </a:cubicBezTo>
                  <a:cubicBezTo>
                    <a:pt x="290" y="512"/>
                    <a:pt x="289" y="514"/>
                    <a:pt x="288" y="513"/>
                  </a:cubicBezTo>
                  <a:close/>
                  <a:moveTo>
                    <a:pt x="282" y="526"/>
                  </a:moveTo>
                  <a:cubicBezTo>
                    <a:pt x="282" y="526"/>
                    <a:pt x="281" y="527"/>
                    <a:pt x="280" y="526"/>
                  </a:cubicBezTo>
                  <a:cubicBezTo>
                    <a:pt x="280" y="526"/>
                    <a:pt x="282" y="525"/>
                    <a:pt x="282" y="526"/>
                  </a:cubicBezTo>
                  <a:close/>
                  <a:moveTo>
                    <a:pt x="286" y="526"/>
                  </a:moveTo>
                  <a:cubicBezTo>
                    <a:pt x="286" y="526"/>
                    <a:pt x="291" y="524"/>
                    <a:pt x="290" y="526"/>
                  </a:cubicBezTo>
                  <a:cubicBezTo>
                    <a:pt x="290" y="527"/>
                    <a:pt x="285" y="527"/>
                    <a:pt x="284" y="527"/>
                  </a:cubicBezTo>
                  <a:cubicBezTo>
                    <a:pt x="281" y="527"/>
                    <a:pt x="278" y="530"/>
                    <a:pt x="275" y="529"/>
                  </a:cubicBezTo>
                  <a:cubicBezTo>
                    <a:pt x="276" y="527"/>
                    <a:pt x="284" y="527"/>
                    <a:pt x="286" y="526"/>
                  </a:cubicBezTo>
                  <a:close/>
                  <a:moveTo>
                    <a:pt x="277" y="694"/>
                  </a:moveTo>
                  <a:cubicBezTo>
                    <a:pt x="277" y="695"/>
                    <a:pt x="275" y="695"/>
                    <a:pt x="275" y="694"/>
                  </a:cubicBezTo>
                  <a:cubicBezTo>
                    <a:pt x="275" y="693"/>
                    <a:pt x="277" y="694"/>
                    <a:pt x="277" y="694"/>
                  </a:cubicBezTo>
                  <a:close/>
                  <a:moveTo>
                    <a:pt x="266" y="653"/>
                  </a:moveTo>
                  <a:cubicBezTo>
                    <a:pt x="266" y="653"/>
                    <a:pt x="266" y="652"/>
                    <a:pt x="266" y="651"/>
                  </a:cubicBezTo>
                  <a:cubicBezTo>
                    <a:pt x="267" y="648"/>
                    <a:pt x="270" y="649"/>
                    <a:pt x="271" y="650"/>
                  </a:cubicBezTo>
                  <a:cubicBezTo>
                    <a:pt x="271" y="650"/>
                    <a:pt x="271" y="650"/>
                    <a:pt x="271" y="650"/>
                  </a:cubicBezTo>
                  <a:cubicBezTo>
                    <a:pt x="271" y="650"/>
                    <a:pt x="271" y="650"/>
                    <a:pt x="272" y="650"/>
                  </a:cubicBezTo>
                  <a:cubicBezTo>
                    <a:pt x="275" y="651"/>
                    <a:pt x="270" y="659"/>
                    <a:pt x="266" y="653"/>
                  </a:cubicBezTo>
                  <a:close/>
                  <a:moveTo>
                    <a:pt x="268" y="657"/>
                  </a:moveTo>
                  <a:cubicBezTo>
                    <a:pt x="267" y="656"/>
                    <a:pt x="269" y="657"/>
                    <a:pt x="268" y="657"/>
                  </a:cubicBezTo>
                  <a:close/>
                  <a:moveTo>
                    <a:pt x="264" y="633"/>
                  </a:moveTo>
                  <a:cubicBezTo>
                    <a:pt x="263" y="633"/>
                    <a:pt x="264" y="632"/>
                    <a:pt x="265" y="632"/>
                  </a:cubicBezTo>
                  <a:cubicBezTo>
                    <a:pt x="265" y="633"/>
                    <a:pt x="264" y="632"/>
                    <a:pt x="264" y="633"/>
                  </a:cubicBezTo>
                  <a:close/>
                  <a:moveTo>
                    <a:pt x="263" y="663"/>
                  </a:moveTo>
                  <a:cubicBezTo>
                    <a:pt x="265" y="662"/>
                    <a:pt x="265" y="664"/>
                    <a:pt x="263" y="663"/>
                  </a:cubicBezTo>
                  <a:close/>
                  <a:moveTo>
                    <a:pt x="265" y="623"/>
                  </a:moveTo>
                  <a:cubicBezTo>
                    <a:pt x="267" y="623"/>
                    <a:pt x="269" y="624"/>
                    <a:pt x="269" y="627"/>
                  </a:cubicBezTo>
                  <a:cubicBezTo>
                    <a:pt x="268" y="625"/>
                    <a:pt x="267" y="628"/>
                    <a:pt x="265" y="629"/>
                  </a:cubicBezTo>
                  <a:cubicBezTo>
                    <a:pt x="258" y="631"/>
                    <a:pt x="258" y="621"/>
                    <a:pt x="265" y="623"/>
                  </a:cubicBezTo>
                  <a:close/>
                  <a:moveTo>
                    <a:pt x="271" y="560"/>
                  </a:moveTo>
                  <a:cubicBezTo>
                    <a:pt x="272" y="561"/>
                    <a:pt x="269" y="562"/>
                    <a:pt x="269" y="561"/>
                  </a:cubicBezTo>
                  <a:cubicBezTo>
                    <a:pt x="269" y="560"/>
                    <a:pt x="271" y="559"/>
                    <a:pt x="271" y="560"/>
                  </a:cubicBezTo>
                  <a:close/>
                  <a:moveTo>
                    <a:pt x="271" y="507"/>
                  </a:moveTo>
                  <a:cubicBezTo>
                    <a:pt x="271" y="505"/>
                    <a:pt x="271" y="509"/>
                    <a:pt x="271" y="507"/>
                  </a:cubicBezTo>
                  <a:close/>
                  <a:moveTo>
                    <a:pt x="273" y="532"/>
                  </a:moveTo>
                  <a:cubicBezTo>
                    <a:pt x="273" y="532"/>
                    <a:pt x="273" y="533"/>
                    <a:pt x="273" y="533"/>
                  </a:cubicBezTo>
                  <a:cubicBezTo>
                    <a:pt x="270" y="531"/>
                    <a:pt x="277" y="530"/>
                    <a:pt x="273" y="532"/>
                  </a:cubicBezTo>
                  <a:close/>
                  <a:moveTo>
                    <a:pt x="273" y="556"/>
                  </a:moveTo>
                  <a:cubicBezTo>
                    <a:pt x="273" y="555"/>
                    <a:pt x="274" y="555"/>
                    <a:pt x="274" y="555"/>
                  </a:cubicBezTo>
                  <a:cubicBezTo>
                    <a:pt x="277" y="555"/>
                    <a:pt x="274" y="558"/>
                    <a:pt x="273" y="556"/>
                  </a:cubicBezTo>
                  <a:close/>
                  <a:moveTo>
                    <a:pt x="270" y="624"/>
                  </a:moveTo>
                  <a:cubicBezTo>
                    <a:pt x="270" y="624"/>
                    <a:pt x="269" y="624"/>
                    <a:pt x="269" y="624"/>
                  </a:cubicBezTo>
                  <a:cubicBezTo>
                    <a:pt x="269" y="623"/>
                    <a:pt x="271" y="623"/>
                    <a:pt x="270" y="624"/>
                  </a:cubicBezTo>
                  <a:close/>
                  <a:moveTo>
                    <a:pt x="266" y="617"/>
                  </a:moveTo>
                  <a:cubicBezTo>
                    <a:pt x="266" y="615"/>
                    <a:pt x="269" y="616"/>
                    <a:pt x="269" y="617"/>
                  </a:cubicBezTo>
                  <a:cubicBezTo>
                    <a:pt x="269" y="618"/>
                    <a:pt x="267" y="618"/>
                    <a:pt x="266" y="617"/>
                  </a:cubicBezTo>
                  <a:close/>
                  <a:moveTo>
                    <a:pt x="271" y="647"/>
                  </a:moveTo>
                  <a:cubicBezTo>
                    <a:pt x="271" y="648"/>
                    <a:pt x="269" y="648"/>
                    <a:pt x="269" y="647"/>
                  </a:cubicBezTo>
                  <a:cubicBezTo>
                    <a:pt x="269" y="647"/>
                    <a:pt x="270" y="646"/>
                    <a:pt x="271" y="647"/>
                  </a:cubicBezTo>
                  <a:close/>
                  <a:moveTo>
                    <a:pt x="270" y="628"/>
                  </a:moveTo>
                  <a:cubicBezTo>
                    <a:pt x="270" y="627"/>
                    <a:pt x="273" y="626"/>
                    <a:pt x="273" y="628"/>
                  </a:cubicBezTo>
                  <a:cubicBezTo>
                    <a:pt x="273" y="628"/>
                    <a:pt x="270" y="630"/>
                    <a:pt x="270" y="628"/>
                  </a:cubicBezTo>
                  <a:close/>
                  <a:moveTo>
                    <a:pt x="273" y="613"/>
                  </a:moveTo>
                  <a:cubicBezTo>
                    <a:pt x="273" y="614"/>
                    <a:pt x="271" y="614"/>
                    <a:pt x="271" y="614"/>
                  </a:cubicBezTo>
                  <a:cubicBezTo>
                    <a:pt x="270" y="613"/>
                    <a:pt x="272" y="613"/>
                    <a:pt x="273" y="613"/>
                  </a:cubicBezTo>
                  <a:close/>
                  <a:moveTo>
                    <a:pt x="270" y="571"/>
                  </a:moveTo>
                  <a:cubicBezTo>
                    <a:pt x="270" y="571"/>
                    <a:pt x="270" y="571"/>
                    <a:pt x="270" y="571"/>
                  </a:cubicBezTo>
                  <a:cubicBezTo>
                    <a:pt x="270" y="569"/>
                    <a:pt x="272" y="572"/>
                    <a:pt x="270" y="571"/>
                  </a:cubicBezTo>
                  <a:close/>
                  <a:moveTo>
                    <a:pt x="271" y="564"/>
                  </a:moveTo>
                  <a:cubicBezTo>
                    <a:pt x="269" y="565"/>
                    <a:pt x="268" y="566"/>
                    <a:pt x="267" y="566"/>
                  </a:cubicBezTo>
                  <a:cubicBezTo>
                    <a:pt x="268" y="565"/>
                    <a:pt x="269" y="564"/>
                    <a:pt x="271" y="564"/>
                  </a:cubicBezTo>
                  <a:close/>
                  <a:moveTo>
                    <a:pt x="271" y="572"/>
                  </a:moveTo>
                  <a:cubicBezTo>
                    <a:pt x="269" y="573"/>
                    <a:pt x="269" y="574"/>
                    <a:pt x="271" y="574"/>
                  </a:cubicBezTo>
                  <a:cubicBezTo>
                    <a:pt x="270" y="576"/>
                    <a:pt x="266" y="579"/>
                    <a:pt x="263" y="577"/>
                  </a:cubicBezTo>
                  <a:cubicBezTo>
                    <a:pt x="258" y="573"/>
                    <a:pt x="266" y="568"/>
                    <a:pt x="271" y="572"/>
                  </a:cubicBezTo>
                  <a:close/>
                  <a:moveTo>
                    <a:pt x="264" y="612"/>
                  </a:moveTo>
                  <a:cubicBezTo>
                    <a:pt x="265" y="612"/>
                    <a:pt x="263" y="612"/>
                    <a:pt x="263" y="612"/>
                  </a:cubicBezTo>
                  <a:cubicBezTo>
                    <a:pt x="263" y="611"/>
                    <a:pt x="264" y="611"/>
                    <a:pt x="264" y="612"/>
                  </a:cubicBezTo>
                  <a:close/>
                  <a:moveTo>
                    <a:pt x="266" y="632"/>
                  </a:moveTo>
                  <a:cubicBezTo>
                    <a:pt x="266" y="632"/>
                    <a:pt x="266" y="632"/>
                    <a:pt x="266" y="632"/>
                  </a:cubicBezTo>
                  <a:cubicBezTo>
                    <a:pt x="265" y="630"/>
                    <a:pt x="268" y="633"/>
                    <a:pt x="266" y="632"/>
                  </a:cubicBezTo>
                  <a:close/>
                  <a:moveTo>
                    <a:pt x="276" y="663"/>
                  </a:moveTo>
                  <a:cubicBezTo>
                    <a:pt x="274" y="664"/>
                    <a:pt x="273" y="665"/>
                    <a:pt x="271" y="665"/>
                  </a:cubicBezTo>
                  <a:cubicBezTo>
                    <a:pt x="272" y="663"/>
                    <a:pt x="274" y="663"/>
                    <a:pt x="276" y="663"/>
                  </a:cubicBezTo>
                  <a:close/>
                  <a:moveTo>
                    <a:pt x="270" y="486"/>
                  </a:moveTo>
                  <a:cubicBezTo>
                    <a:pt x="270" y="486"/>
                    <a:pt x="270" y="486"/>
                    <a:pt x="270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5"/>
                    <a:pt x="270" y="485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lose/>
                  <a:moveTo>
                    <a:pt x="274" y="496"/>
                  </a:moveTo>
                  <a:cubicBezTo>
                    <a:pt x="274" y="499"/>
                    <a:pt x="269" y="498"/>
                    <a:pt x="269" y="496"/>
                  </a:cubicBezTo>
                  <a:cubicBezTo>
                    <a:pt x="269" y="496"/>
                    <a:pt x="274" y="494"/>
                    <a:pt x="274" y="496"/>
                  </a:cubicBezTo>
                  <a:close/>
                  <a:moveTo>
                    <a:pt x="276" y="504"/>
                  </a:moveTo>
                  <a:cubicBezTo>
                    <a:pt x="274" y="506"/>
                    <a:pt x="271" y="506"/>
                    <a:pt x="269" y="507"/>
                  </a:cubicBezTo>
                  <a:cubicBezTo>
                    <a:pt x="270" y="506"/>
                    <a:pt x="274" y="504"/>
                    <a:pt x="276" y="504"/>
                  </a:cubicBezTo>
                  <a:close/>
                  <a:moveTo>
                    <a:pt x="268" y="467"/>
                  </a:moveTo>
                  <a:cubicBezTo>
                    <a:pt x="268" y="468"/>
                    <a:pt x="268" y="468"/>
                    <a:pt x="267" y="468"/>
                  </a:cubicBezTo>
                  <a:cubicBezTo>
                    <a:pt x="267" y="468"/>
                    <a:pt x="268" y="467"/>
                    <a:pt x="268" y="467"/>
                  </a:cubicBezTo>
                  <a:close/>
                  <a:moveTo>
                    <a:pt x="267" y="506"/>
                  </a:moveTo>
                  <a:cubicBezTo>
                    <a:pt x="268" y="506"/>
                    <a:pt x="267" y="507"/>
                    <a:pt x="267" y="507"/>
                  </a:cubicBezTo>
                  <a:cubicBezTo>
                    <a:pt x="266" y="506"/>
                    <a:pt x="267" y="506"/>
                    <a:pt x="267" y="506"/>
                  </a:cubicBezTo>
                  <a:close/>
                  <a:moveTo>
                    <a:pt x="264" y="562"/>
                  </a:moveTo>
                  <a:cubicBezTo>
                    <a:pt x="265" y="562"/>
                    <a:pt x="262" y="562"/>
                    <a:pt x="262" y="562"/>
                  </a:cubicBezTo>
                  <a:cubicBezTo>
                    <a:pt x="262" y="562"/>
                    <a:pt x="264" y="561"/>
                    <a:pt x="264" y="562"/>
                  </a:cubicBezTo>
                  <a:close/>
                  <a:moveTo>
                    <a:pt x="262" y="562"/>
                  </a:moveTo>
                  <a:cubicBezTo>
                    <a:pt x="261" y="563"/>
                    <a:pt x="260" y="561"/>
                    <a:pt x="262" y="562"/>
                  </a:cubicBezTo>
                  <a:close/>
                  <a:moveTo>
                    <a:pt x="260" y="440"/>
                  </a:moveTo>
                  <a:cubicBezTo>
                    <a:pt x="261" y="440"/>
                    <a:pt x="260" y="441"/>
                    <a:pt x="260" y="441"/>
                  </a:cubicBezTo>
                  <a:cubicBezTo>
                    <a:pt x="257" y="443"/>
                    <a:pt x="259" y="439"/>
                    <a:pt x="260" y="440"/>
                  </a:cubicBezTo>
                  <a:close/>
                  <a:moveTo>
                    <a:pt x="257" y="484"/>
                  </a:moveTo>
                  <a:cubicBezTo>
                    <a:pt x="257" y="484"/>
                    <a:pt x="257" y="483"/>
                    <a:pt x="257" y="483"/>
                  </a:cubicBezTo>
                  <a:cubicBezTo>
                    <a:pt x="257" y="484"/>
                    <a:pt x="257" y="484"/>
                    <a:pt x="257" y="484"/>
                  </a:cubicBezTo>
                  <a:cubicBezTo>
                    <a:pt x="257" y="484"/>
                    <a:pt x="257" y="484"/>
                    <a:pt x="257" y="484"/>
                  </a:cubicBezTo>
                  <a:close/>
                  <a:moveTo>
                    <a:pt x="256" y="495"/>
                  </a:moveTo>
                  <a:cubicBezTo>
                    <a:pt x="255" y="496"/>
                    <a:pt x="255" y="496"/>
                    <a:pt x="254" y="495"/>
                  </a:cubicBezTo>
                  <a:cubicBezTo>
                    <a:pt x="254" y="494"/>
                    <a:pt x="257" y="494"/>
                    <a:pt x="256" y="495"/>
                  </a:cubicBezTo>
                  <a:close/>
                  <a:moveTo>
                    <a:pt x="252" y="519"/>
                  </a:moveTo>
                  <a:cubicBezTo>
                    <a:pt x="252" y="519"/>
                    <a:pt x="252" y="520"/>
                    <a:pt x="252" y="520"/>
                  </a:cubicBezTo>
                  <a:cubicBezTo>
                    <a:pt x="251" y="519"/>
                    <a:pt x="252" y="518"/>
                    <a:pt x="252" y="519"/>
                  </a:cubicBezTo>
                  <a:close/>
                  <a:moveTo>
                    <a:pt x="250" y="460"/>
                  </a:moveTo>
                  <a:cubicBezTo>
                    <a:pt x="251" y="459"/>
                    <a:pt x="251" y="460"/>
                    <a:pt x="251" y="461"/>
                  </a:cubicBezTo>
                  <a:cubicBezTo>
                    <a:pt x="250" y="462"/>
                    <a:pt x="249" y="460"/>
                    <a:pt x="250" y="460"/>
                  </a:cubicBezTo>
                  <a:close/>
                  <a:moveTo>
                    <a:pt x="253" y="530"/>
                  </a:moveTo>
                  <a:cubicBezTo>
                    <a:pt x="254" y="528"/>
                    <a:pt x="259" y="522"/>
                    <a:pt x="261" y="522"/>
                  </a:cubicBezTo>
                  <a:cubicBezTo>
                    <a:pt x="264" y="521"/>
                    <a:pt x="260" y="524"/>
                    <a:pt x="259" y="524"/>
                  </a:cubicBezTo>
                  <a:cubicBezTo>
                    <a:pt x="257" y="526"/>
                    <a:pt x="255" y="529"/>
                    <a:pt x="253" y="531"/>
                  </a:cubicBezTo>
                  <a:cubicBezTo>
                    <a:pt x="253" y="531"/>
                    <a:pt x="253" y="531"/>
                    <a:pt x="253" y="531"/>
                  </a:cubicBezTo>
                  <a:cubicBezTo>
                    <a:pt x="253" y="531"/>
                    <a:pt x="253" y="532"/>
                    <a:pt x="252" y="532"/>
                  </a:cubicBezTo>
                  <a:cubicBezTo>
                    <a:pt x="252" y="532"/>
                    <a:pt x="252" y="532"/>
                    <a:pt x="252" y="532"/>
                  </a:cubicBezTo>
                  <a:cubicBezTo>
                    <a:pt x="251" y="533"/>
                    <a:pt x="251" y="533"/>
                    <a:pt x="250" y="534"/>
                  </a:cubicBezTo>
                  <a:cubicBezTo>
                    <a:pt x="250" y="534"/>
                    <a:pt x="249" y="533"/>
                    <a:pt x="249" y="533"/>
                  </a:cubicBezTo>
                  <a:cubicBezTo>
                    <a:pt x="249" y="533"/>
                    <a:pt x="251" y="531"/>
                    <a:pt x="253" y="530"/>
                  </a:cubicBezTo>
                  <a:close/>
                  <a:moveTo>
                    <a:pt x="253" y="640"/>
                  </a:moveTo>
                  <a:cubicBezTo>
                    <a:pt x="253" y="638"/>
                    <a:pt x="257" y="638"/>
                    <a:pt x="258" y="639"/>
                  </a:cubicBezTo>
                  <a:cubicBezTo>
                    <a:pt x="259" y="641"/>
                    <a:pt x="254" y="642"/>
                    <a:pt x="253" y="640"/>
                  </a:cubicBezTo>
                  <a:close/>
                  <a:moveTo>
                    <a:pt x="255" y="652"/>
                  </a:moveTo>
                  <a:cubicBezTo>
                    <a:pt x="256" y="653"/>
                    <a:pt x="254" y="653"/>
                    <a:pt x="254" y="652"/>
                  </a:cubicBezTo>
                  <a:cubicBezTo>
                    <a:pt x="253" y="651"/>
                    <a:pt x="255" y="651"/>
                    <a:pt x="255" y="652"/>
                  </a:cubicBezTo>
                  <a:close/>
                  <a:moveTo>
                    <a:pt x="240" y="645"/>
                  </a:moveTo>
                  <a:cubicBezTo>
                    <a:pt x="238" y="644"/>
                    <a:pt x="237" y="642"/>
                    <a:pt x="239" y="640"/>
                  </a:cubicBezTo>
                  <a:cubicBezTo>
                    <a:pt x="240" y="639"/>
                    <a:pt x="242" y="639"/>
                    <a:pt x="244" y="639"/>
                  </a:cubicBezTo>
                  <a:cubicBezTo>
                    <a:pt x="245" y="639"/>
                    <a:pt x="247" y="639"/>
                    <a:pt x="247" y="640"/>
                  </a:cubicBezTo>
                  <a:cubicBezTo>
                    <a:pt x="247" y="640"/>
                    <a:pt x="247" y="640"/>
                    <a:pt x="246" y="640"/>
                  </a:cubicBezTo>
                  <a:cubicBezTo>
                    <a:pt x="246" y="640"/>
                    <a:pt x="247" y="640"/>
                    <a:pt x="247" y="640"/>
                  </a:cubicBezTo>
                  <a:cubicBezTo>
                    <a:pt x="247" y="640"/>
                    <a:pt x="247" y="641"/>
                    <a:pt x="247" y="641"/>
                  </a:cubicBezTo>
                  <a:cubicBezTo>
                    <a:pt x="248" y="642"/>
                    <a:pt x="242" y="646"/>
                    <a:pt x="240" y="645"/>
                  </a:cubicBezTo>
                  <a:close/>
                  <a:moveTo>
                    <a:pt x="241" y="660"/>
                  </a:moveTo>
                  <a:cubicBezTo>
                    <a:pt x="240" y="661"/>
                    <a:pt x="239" y="660"/>
                    <a:pt x="240" y="659"/>
                  </a:cubicBezTo>
                  <a:cubicBezTo>
                    <a:pt x="240" y="659"/>
                    <a:pt x="242" y="659"/>
                    <a:pt x="241" y="660"/>
                  </a:cubicBezTo>
                  <a:close/>
                  <a:moveTo>
                    <a:pt x="250" y="593"/>
                  </a:moveTo>
                  <a:cubicBezTo>
                    <a:pt x="247" y="595"/>
                    <a:pt x="244" y="594"/>
                    <a:pt x="240" y="596"/>
                  </a:cubicBezTo>
                  <a:cubicBezTo>
                    <a:pt x="243" y="594"/>
                    <a:pt x="247" y="594"/>
                    <a:pt x="250" y="593"/>
                  </a:cubicBezTo>
                  <a:close/>
                  <a:moveTo>
                    <a:pt x="245" y="578"/>
                  </a:moveTo>
                  <a:cubicBezTo>
                    <a:pt x="246" y="579"/>
                    <a:pt x="245" y="579"/>
                    <a:pt x="245" y="579"/>
                  </a:cubicBezTo>
                  <a:cubicBezTo>
                    <a:pt x="243" y="581"/>
                    <a:pt x="244" y="577"/>
                    <a:pt x="245" y="578"/>
                  </a:cubicBezTo>
                  <a:close/>
                  <a:moveTo>
                    <a:pt x="253" y="551"/>
                  </a:moveTo>
                  <a:cubicBezTo>
                    <a:pt x="254" y="550"/>
                    <a:pt x="255" y="549"/>
                    <a:pt x="257" y="549"/>
                  </a:cubicBezTo>
                  <a:cubicBezTo>
                    <a:pt x="256" y="550"/>
                    <a:pt x="254" y="551"/>
                    <a:pt x="253" y="551"/>
                  </a:cubicBezTo>
                  <a:close/>
                  <a:moveTo>
                    <a:pt x="255" y="555"/>
                  </a:moveTo>
                  <a:cubicBezTo>
                    <a:pt x="253" y="557"/>
                    <a:pt x="254" y="552"/>
                    <a:pt x="256" y="554"/>
                  </a:cubicBezTo>
                  <a:cubicBezTo>
                    <a:pt x="257" y="554"/>
                    <a:pt x="256" y="555"/>
                    <a:pt x="255" y="555"/>
                  </a:cubicBezTo>
                  <a:close/>
                  <a:moveTo>
                    <a:pt x="258" y="564"/>
                  </a:moveTo>
                  <a:cubicBezTo>
                    <a:pt x="258" y="566"/>
                    <a:pt x="252" y="567"/>
                    <a:pt x="252" y="564"/>
                  </a:cubicBezTo>
                  <a:cubicBezTo>
                    <a:pt x="252" y="561"/>
                    <a:pt x="258" y="562"/>
                    <a:pt x="258" y="564"/>
                  </a:cubicBezTo>
                  <a:close/>
                  <a:moveTo>
                    <a:pt x="257" y="589"/>
                  </a:moveTo>
                  <a:cubicBezTo>
                    <a:pt x="256" y="590"/>
                    <a:pt x="258" y="588"/>
                    <a:pt x="257" y="589"/>
                  </a:cubicBezTo>
                  <a:close/>
                  <a:moveTo>
                    <a:pt x="254" y="619"/>
                  </a:moveTo>
                  <a:cubicBezTo>
                    <a:pt x="254" y="619"/>
                    <a:pt x="253" y="619"/>
                    <a:pt x="254" y="619"/>
                  </a:cubicBezTo>
                  <a:close/>
                  <a:moveTo>
                    <a:pt x="254" y="612"/>
                  </a:moveTo>
                  <a:cubicBezTo>
                    <a:pt x="254" y="612"/>
                    <a:pt x="254" y="613"/>
                    <a:pt x="254" y="613"/>
                  </a:cubicBezTo>
                  <a:cubicBezTo>
                    <a:pt x="253" y="613"/>
                    <a:pt x="254" y="612"/>
                    <a:pt x="254" y="612"/>
                  </a:cubicBezTo>
                  <a:close/>
                  <a:moveTo>
                    <a:pt x="254" y="619"/>
                  </a:moveTo>
                  <a:cubicBezTo>
                    <a:pt x="257" y="616"/>
                    <a:pt x="255" y="621"/>
                    <a:pt x="254" y="620"/>
                  </a:cubicBezTo>
                  <a:cubicBezTo>
                    <a:pt x="254" y="620"/>
                    <a:pt x="254" y="619"/>
                    <a:pt x="254" y="619"/>
                  </a:cubicBezTo>
                  <a:close/>
                  <a:moveTo>
                    <a:pt x="253" y="608"/>
                  </a:moveTo>
                  <a:cubicBezTo>
                    <a:pt x="250" y="609"/>
                    <a:pt x="255" y="604"/>
                    <a:pt x="257" y="605"/>
                  </a:cubicBezTo>
                  <a:cubicBezTo>
                    <a:pt x="256" y="605"/>
                    <a:pt x="254" y="607"/>
                    <a:pt x="253" y="608"/>
                  </a:cubicBezTo>
                  <a:close/>
                  <a:moveTo>
                    <a:pt x="255" y="600"/>
                  </a:moveTo>
                  <a:cubicBezTo>
                    <a:pt x="254" y="602"/>
                    <a:pt x="252" y="601"/>
                    <a:pt x="255" y="600"/>
                  </a:cubicBezTo>
                  <a:close/>
                  <a:moveTo>
                    <a:pt x="256" y="599"/>
                  </a:moveTo>
                  <a:cubicBezTo>
                    <a:pt x="255" y="599"/>
                    <a:pt x="256" y="598"/>
                    <a:pt x="256" y="599"/>
                  </a:cubicBezTo>
                  <a:cubicBezTo>
                    <a:pt x="256" y="599"/>
                    <a:pt x="256" y="599"/>
                    <a:pt x="256" y="599"/>
                  </a:cubicBezTo>
                  <a:close/>
                  <a:moveTo>
                    <a:pt x="253" y="571"/>
                  </a:moveTo>
                  <a:cubicBezTo>
                    <a:pt x="253" y="571"/>
                    <a:pt x="252" y="572"/>
                    <a:pt x="252" y="571"/>
                  </a:cubicBezTo>
                  <a:cubicBezTo>
                    <a:pt x="251" y="570"/>
                    <a:pt x="253" y="570"/>
                    <a:pt x="253" y="571"/>
                  </a:cubicBezTo>
                  <a:close/>
                  <a:moveTo>
                    <a:pt x="251" y="558"/>
                  </a:moveTo>
                  <a:cubicBezTo>
                    <a:pt x="251" y="557"/>
                    <a:pt x="253" y="556"/>
                    <a:pt x="253" y="557"/>
                  </a:cubicBezTo>
                  <a:cubicBezTo>
                    <a:pt x="253" y="558"/>
                    <a:pt x="252" y="558"/>
                    <a:pt x="251" y="558"/>
                  </a:cubicBezTo>
                  <a:close/>
                  <a:moveTo>
                    <a:pt x="246" y="555"/>
                  </a:moveTo>
                  <a:cubicBezTo>
                    <a:pt x="247" y="553"/>
                    <a:pt x="251" y="552"/>
                    <a:pt x="253" y="551"/>
                  </a:cubicBezTo>
                  <a:cubicBezTo>
                    <a:pt x="251" y="553"/>
                    <a:pt x="248" y="554"/>
                    <a:pt x="246" y="555"/>
                  </a:cubicBezTo>
                  <a:close/>
                  <a:moveTo>
                    <a:pt x="245" y="613"/>
                  </a:moveTo>
                  <a:cubicBezTo>
                    <a:pt x="244" y="615"/>
                    <a:pt x="242" y="615"/>
                    <a:pt x="240" y="615"/>
                  </a:cubicBezTo>
                  <a:cubicBezTo>
                    <a:pt x="241" y="614"/>
                    <a:pt x="243" y="613"/>
                    <a:pt x="244" y="613"/>
                  </a:cubicBezTo>
                  <a:cubicBezTo>
                    <a:pt x="244" y="613"/>
                    <a:pt x="243" y="613"/>
                    <a:pt x="244" y="612"/>
                  </a:cubicBezTo>
                  <a:cubicBezTo>
                    <a:pt x="244" y="611"/>
                    <a:pt x="247" y="612"/>
                    <a:pt x="247" y="612"/>
                  </a:cubicBezTo>
                  <a:cubicBezTo>
                    <a:pt x="247" y="613"/>
                    <a:pt x="246" y="613"/>
                    <a:pt x="245" y="613"/>
                  </a:cubicBezTo>
                  <a:cubicBezTo>
                    <a:pt x="245" y="613"/>
                    <a:pt x="245" y="613"/>
                    <a:pt x="245" y="613"/>
                  </a:cubicBezTo>
                  <a:close/>
                  <a:moveTo>
                    <a:pt x="241" y="634"/>
                  </a:moveTo>
                  <a:cubicBezTo>
                    <a:pt x="241" y="634"/>
                    <a:pt x="241" y="634"/>
                    <a:pt x="242" y="634"/>
                  </a:cubicBezTo>
                  <a:cubicBezTo>
                    <a:pt x="242" y="634"/>
                    <a:pt x="242" y="635"/>
                    <a:pt x="241" y="634"/>
                  </a:cubicBezTo>
                  <a:close/>
                  <a:moveTo>
                    <a:pt x="240" y="485"/>
                  </a:moveTo>
                  <a:cubicBezTo>
                    <a:pt x="240" y="485"/>
                    <a:pt x="241" y="484"/>
                    <a:pt x="241" y="484"/>
                  </a:cubicBezTo>
                  <a:cubicBezTo>
                    <a:pt x="241" y="485"/>
                    <a:pt x="240" y="485"/>
                    <a:pt x="240" y="485"/>
                  </a:cubicBezTo>
                  <a:close/>
                  <a:moveTo>
                    <a:pt x="240" y="535"/>
                  </a:moveTo>
                  <a:cubicBezTo>
                    <a:pt x="240" y="535"/>
                    <a:pt x="240" y="535"/>
                    <a:pt x="239" y="535"/>
                  </a:cubicBezTo>
                  <a:cubicBezTo>
                    <a:pt x="239" y="535"/>
                    <a:pt x="240" y="534"/>
                    <a:pt x="240" y="535"/>
                  </a:cubicBezTo>
                  <a:close/>
                  <a:moveTo>
                    <a:pt x="243" y="647"/>
                  </a:moveTo>
                  <a:cubicBezTo>
                    <a:pt x="243" y="646"/>
                    <a:pt x="244" y="647"/>
                    <a:pt x="243" y="647"/>
                  </a:cubicBezTo>
                  <a:close/>
                  <a:moveTo>
                    <a:pt x="243" y="664"/>
                  </a:moveTo>
                  <a:cubicBezTo>
                    <a:pt x="242" y="665"/>
                    <a:pt x="242" y="663"/>
                    <a:pt x="243" y="664"/>
                  </a:cubicBezTo>
                  <a:close/>
                  <a:moveTo>
                    <a:pt x="244" y="665"/>
                  </a:moveTo>
                  <a:cubicBezTo>
                    <a:pt x="244" y="666"/>
                    <a:pt x="243" y="666"/>
                    <a:pt x="243" y="666"/>
                  </a:cubicBezTo>
                  <a:cubicBezTo>
                    <a:pt x="242" y="665"/>
                    <a:pt x="244" y="665"/>
                    <a:pt x="244" y="665"/>
                  </a:cubicBezTo>
                  <a:close/>
                  <a:moveTo>
                    <a:pt x="244" y="658"/>
                  </a:moveTo>
                  <a:cubicBezTo>
                    <a:pt x="244" y="656"/>
                    <a:pt x="249" y="657"/>
                    <a:pt x="247" y="659"/>
                  </a:cubicBezTo>
                  <a:cubicBezTo>
                    <a:pt x="247" y="660"/>
                    <a:pt x="244" y="659"/>
                    <a:pt x="244" y="658"/>
                  </a:cubicBezTo>
                  <a:close/>
                  <a:moveTo>
                    <a:pt x="248" y="619"/>
                  </a:moveTo>
                  <a:cubicBezTo>
                    <a:pt x="246" y="620"/>
                    <a:pt x="246" y="618"/>
                    <a:pt x="248" y="619"/>
                  </a:cubicBezTo>
                  <a:close/>
                  <a:moveTo>
                    <a:pt x="249" y="639"/>
                  </a:moveTo>
                  <a:cubicBezTo>
                    <a:pt x="250" y="640"/>
                    <a:pt x="249" y="640"/>
                    <a:pt x="249" y="640"/>
                  </a:cubicBezTo>
                  <a:cubicBezTo>
                    <a:pt x="247" y="642"/>
                    <a:pt x="248" y="638"/>
                    <a:pt x="249" y="639"/>
                  </a:cubicBezTo>
                  <a:close/>
                  <a:moveTo>
                    <a:pt x="249" y="606"/>
                  </a:moveTo>
                  <a:cubicBezTo>
                    <a:pt x="248" y="605"/>
                    <a:pt x="251" y="605"/>
                    <a:pt x="251" y="605"/>
                  </a:cubicBezTo>
                  <a:cubicBezTo>
                    <a:pt x="251" y="606"/>
                    <a:pt x="249" y="606"/>
                    <a:pt x="249" y="606"/>
                  </a:cubicBezTo>
                  <a:close/>
                  <a:moveTo>
                    <a:pt x="247" y="598"/>
                  </a:moveTo>
                  <a:cubicBezTo>
                    <a:pt x="247" y="598"/>
                    <a:pt x="248" y="596"/>
                    <a:pt x="248" y="596"/>
                  </a:cubicBezTo>
                  <a:cubicBezTo>
                    <a:pt x="249" y="595"/>
                    <a:pt x="250" y="594"/>
                    <a:pt x="251" y="596"/>
                  </a:cubicBezTo>
                  <a:cubicBezTo>
                    <a:pt x="251" y="596"/>
                    <a:pt x="251" y="596"/>
                    <a:pt x="250" y="597"/>
                  </a:cubicBezTo>
                  <a:cubicBezTo>
                    <a:pt x="251" y="597"/>
                    <a:pt x="253" y="598"/>
                    <a:pt x="253" y="598"/>
                  </a:cubicBezTo>
                  <a:cubicBezTo>
                    <a:pt x="254" y="602"/>
                    <a:pt x="247" y="599"/>
                    <a:pt x="247" y="598"/>
                  </a:cubicBezTo>
                  <a:close/>
                  <a:moveTo>
                    <a:pt x="253" y="601"/>
                  </a:moveTo>
                  <a:cubicBezTo>
                    <a:pt x="253" y="602"/>
                    <a:pt x="252" y="602"/>
                    <a:pt x="251" y="602"/>
                  </a:cubicBezTo>
                  <a:cubicBezTo>
                    <a:pt x="251" y="602"/>
                    <a:pt x="252" y="601"/>
                    <a:pt x="253" y="601"/>
                  </a:cubicBezTo>
                  <a:close/>
                  <a:moveTo>
                    <a:pt x="253" y="609"/>
                  </a:moveTo>
                  <a:cubicBezTo>
                    <a:pt x="254" y="609"/>
                    <a:pt x="252" y="610"/>
                    <a:pt x="252" y="610"/>
                  </a:cubicBezTo>
                  <a:cubicBezTo>
                    <a:pt x="251" y="609"/>
                    <a:pt x="253" y="608"/>
                    <a:pt x="253" y="609"/>
                  </a:cubicBezTo>
                  <a:close/>
                  <a:moveTo>
                    <a:pt x="254" y="650"/>
                  </a:moveTo>
                  <a:cubicBezTo>
                    <a:pt x="253" y="652"/>
                    <a:pt x="252" y="649"/>
                    <a:pt x="254" y="650"/>
                  </a:cubicBezTo>
                  <a:close/>
                  <a:moveTo>
                    <a:pt x="256" y="592"/>
                  </a:moveTo>
                  <a:cubicBezTo>
                    <a:pt x="255" y="590"/>
                    <a:pt x="259" y="590"/>
                    <a:pt x="260" y="591"/>
                  </a:cubicBezTo>
                  <a:cubicBezTo>
                    <a:pt x="260" y="592"/>
                    <a:pt x="256" y="594"/>
                    <a:pt x="256" y="592"/>
                  </a:cubicBezTo>
                  <a:close/>
                  <a:moveTo>
                    <a:pt x="249" y="520"/>
                  </a:moveTo>
                  <a:cubicBezTo>
                    <a:pt x="249" y="520"/>
                    <a:pt x="249" y="521"/>
                    <a:pt x="249" y="521"/>
                  </a:cubicBezTo>
                  <a:cubicBezTo>
                    <a:pt x="248" y="522"/>
                    <a:pt x="248" y="519"/>
                    <a:pt x="249" y="520"/>
                  </a:cubicBezTo>
                  <a:close/>
                  <a:moveTo>
                    <a:pt x="249" y="536"/>
                  </a:moveTo>
                  <a:cubicBezTo>
                    <a:pt x="249" y="538"/>
                    <a:pt x="244" y="540"/>
                    <a:pt x="244" y="536"/>
                  </a:cubicBezTo>
                  <a:cubicBezTo>
                    <a:pt x="244" y="535"/>
                    <a:pt x="249" y="534"/>
                    <a:pt x="249" y="536"/>
                  </a:cubicBezTo>
                  <a:close/>
                  <a:moveTo>
                    <a:pt x="244" y="450"/>
                  </a:moveTo>
                  <a:cubicBezTo>
                    <a:pt x="244" y="450"/>
                    <a:pt x="244" y="450"/>
                    <a:pt x="244" y="450"/>
                  </a:cubicBezTo>
                  <a:cubicBezTo>
                    <a:pt x="243" y="450"/>
                    <a:pt x="244" y="449"/>
                    <a:pt x="244" y="450"/>
                  </a:cubicBezTo>
                  <a:close/>
                  <a:moveTo>
                    <a:pt x="243" y="420"/>
                  </a:moveTo>
                  <a:cubicBezTo>
                    <a:pt x="243" y="420"/>
                    <a:pt x="243" y="420"/>
                    <a:pt x="243" y="420"/>
                  </a:cubicBezTo>
                  <a:cubicBezTo>
                    <a:pt x="244" y="420"/>
                    <a:pt x="244" y="420"/>
                    <a:pt x="243" y="420"/>
                  </a:cubicBezTo>
                  <a:close/>
                  <a:moveTo>
                    <a:pt x="241" y="504"/>
                  </a:moveTo>
                  <a:cubicBezTo>
                    <a:pt x="240" y="502"/>
                    <a:pt x="243" y="504"/>
                    <a:pt x="241" y="504"/>
                  </a:cubicBezTo>
                  <a:close/>
                  <a:moveTo>
                    <a:pt x="235" y="479"/>
                  </a:moveTo>
                  <a:cubicBezTo>
                    <a:pt x="236" y="477"/>
                    <a:pt x="240" y="471"/>
                    <a:pt x="242" y="470"/>
                  </a:cubicBezTo>
                  <a:cubicBezTo>
                    <a:pt x="240" y="473"/>
                    <a:pt x="238" y="476"/>
                    <a:pt x="235" y="479"/>
                  </a:cubicBezTo>
                  <a:close/>
                  <a:moveTo>
                    <a:pt x="236" y="507"/>
                  </a:moveTo>
                  <a:cubicBezTo>
                    <a:pt x="236" y="508"/>
                    <a:pt x="235" y="508"/>
                    <a:pt x="235" y="507"/>
                  </a:cubicBezTo>
                  <a:cubicBezTo>
                    <a:pt x="235" y="506"/>
                    <a:pt x="236" y="507"/>
                    <a:pt x="236" y="507"/>
                  </a:cubicBezTo>
                  <a:close/>
                  <a:moveTo>
                    <a:pt x="242" y="337"/>
                  </a:moveTo>
                  <a:cubicBezTo>
                    <a:pt x="240" y="339"/>
                    <a:pt x="238" y="341"/>
                    <a:pt x="235" y="343"/>
                  </a:cubicBezTo>
                  <a:cubicBezTo>
                    <a:pt x="237" y="341"/>
                    <a:pt x="240" y="338"/>
                    <a:pt x="242" y="337"/>
                  </a:cubicBezTo>
                  <a:close/>
                  <a:moveTo>
                    <a:pt x="235" y="428"/>
                  </a:moveTo>
                  <a:cubicBezTo>
                    <a:pt x="235" y="427"/>
                    <a:pt x="234" y="429"/>
                    <a:pt x="235" y="428"/>
                  </a:cubicBezTo>
                  <a:close/>
                  <a:moveTo>
                    <a:pt x="236" y="488"/>
                  </a:moveTo>
                  <a:cubicBezTo>
                    <a:pt x="233" y="491"/>
                    <a:pt x="233" y="494"/>
                    <a:pt x="230" y="496"/>
                  </a:cubicBezTo>
                  <a:cubicBezTo>
                    <a:pt x="231" y="494"/>
                    <a:pt x="233" y="489"/>
                    <a:pt x="236" y="488"/>
                  </a:cubicBezTo>
                  <a:close/>
                  <a:moveTo>
                    <a:pt x="235" y="529"/>
                  </a:moveTo>
                  <a:cubicBezTo>
                    <a:pt x="235" y="529"/>
                    <a:pt x="234" y="529"/>
                    <a:pt x="234" y="529"/>
                  </a:cubicBezTo>
                  <a:cubicBezTo>
                    <a:pt x="234" y="528"/>
                    <a:pt x="235" y="529"/>
                    <a:pt x="235" y="529"/>
                  </a:cubicBezTo>
                  <a:close/>
                  <a:moveTo>
                    <a:pt x="232" y="503"/>
                  </a:moveTo>
                  <a:cubicBezTo>
                    <a:pt x="232" y="504"/>
                    <a:pt x="231" y="504"/>
                    <a:pt x="231" y="504"/>
                  </a:cubicBezTo>
                  <a:cubicBezTo>
                    <a:pt x="231" y="503"/>
                    <a:pt x="232" y="502"/>
                    <a:pt x="232" y="503"/>
                  </a:cubicBezTo>
                  <a:close/>
                  <a:moveTo>
                    <a:pt x="233" y="322"/>
                  </a:moveTo>
                  <a:cubicBezTo>
                    <a:pt x="234" y="320"/>
                    <a:pt x="232" y="323"/>
                    <a:pt x="233" y="322"/>
                  </a:cubicBezTo>
                  <a:close/>
                  <a:moveTo>
                    <a:pt x="233" y="463"/>
                  </a:moveTo>
                  <a:cubicBezTo>
                    <a:pt x="232" y="465"/>
                    <a:pt x="234" y="462"/>
                    <a:pt x="233" y="463"/>
                  </a:cubicBezTo>
                  <a:close/>
                  <a:moveTo>
                    <a:pt x="232" y="465"/>
                  </a:moveTo>
                  <a:cubicBezTo>
                    <a:pt x="233" y="467"/>
                    <a:pt x="229" y="469"/>
                    <a:pt x="228" y="466"/>
                  </a:cubicBezTo>
                  <a:cubicBezTo>
                    <a:pt x="228" y="464"/>
                    <a:pt x="231" y="463"/>
                    <a:pt x="232" y="465"/>
                  </a:cubicBezTo>
                  <a:close/>
                  <a:moveTo>
                    <a:pt x="231" y="364"/>
                  </a:moveTo>
                  <a:cubicBezTo>
                    <a:pt x="232" y="365"/>
                    <a:pt x="230" y="367"/>
                    <a:pt x="230" y="367"/>
                  </a:cubicBezTo>
                  <a:cubicBezTo>
                    <a:pt x="226" y="369"/>
                    <a:pt x="229" y="363"/>
                    <a:pt x="231" y="364"/>
                  </a:cubicBezTo>
                  <a:close/>
                  <a:moveTo>
                    <a:pt x="227" y="421"/>
                  </a:moveTo>
                  <a:cubicBezTo>
                    <a:pt x="228" y="421"/>
                    <a:pt x="227" y="422"/>
                    <a:pt x="227" y="422"/>
                  </a:cubicBezTo>
                  <a:cubicBezTo>
                    <a:pt x="225" y="423"/>
                    <a:pt x="226" y="420"/>
                    <a:pt x="227" y="421"/>
                  </a:cubicBezTo>
                  <a:close/>
                  <a:moveTo>
                    <a:pt x="227" y="484"/>
                  </a:moveTo>
                  <a:cubicBezTo>
                    <a:pt x="225" y="484"/>
                    <a:pt x="228" y="482"/>
                    <a:pt x="227" y="483"/>
                  </a:cubicBezTo>
                  <a:cubicBezTo>
                    <a:pt x="227" y="483"/>
                    <a:pt x="227" y="484"/>
                    <a:pt x="227" y="484"/>
                  </a:cubicBezTo>
                  <a:close/>
                  <a:moveTo>
                    <a:pt x="227" y="436"/>
                  </a:moveTo>
                  <a:cubicBezTo>
                    <a:pt x="226" y="435"/>
                    <a:pt x="228" y="435"/>
                    <a:pt x="227" y="436"/>
                  </a:cubicBezTo>
                  <a:close/>
                  <a:moveTo>
                    <a:pt x="227" y="526"/>
                  </a:moveTo>
                  <a:cubicBezTo>
                    <a:pt x="226" y="527"/>
                    <a:pt x="225" y="526"/>
                    <a:pt x="227" y="526"/>
                  </a:cubicBezTo>
                  <a:close/>
                  <a:moveTo>
                    <a:pt x="227" y="527"/>
                  </a:moveTo>
                  <a:cubicBezTo>
                    <a:pt x="228" y="528"/>
                    <a:pt x="226" y="529"/>
                    <a:pt x="226" y="529"/>
                  </a:cubicBezTo>
                  <a:cubicBezTo>
                    <a:pt x="225" y="529"/>
                    <a:pt x="227" y="527"/>
                    <a:pt x="227" y="527"/>
                  </a:cubicBezTo>
                  <a:close/>
                  <a:moveTo>
                    <a:pt x="225" y="375"/>
                  </a:moveTo>
                  <a:cubicBezTo>
                    <a:pt x="227" y="376"/>
                    <a:pt x="225" y="376"/>
                    <a:pt x="225" y="375"/>
                  </a:cubicBezTo>
                  <a:close/>
                  <a:moveTo>
                    <a:pt x="224" y="359"/>
                  </a:moveTo>
                  <a:cubicBezTo>
                    <a:pt x="224" y="360"/>
                    <a:pt x="223" y="360"/>
                    <a:pt x="223" y="361"/>
                  </a:cubicBezTo>
                  <a:cubicBezTo>
                    <a:pt x="222" y="360"/>
                    <a:pt x="224" y="360"/>
                    <a:pt x="224" y="359"/>
                  </a:cubicBezTo>
                  <a:close/>
                  <a:moveTo>
                    <a:pt x="222" y="500"/>
                  </a:moveTo>
                  <a:cubicBezTo>
                    <a:pt x="222" y="499"/>
                    <a:pt x="223" y="499"/>
                    <a:pt x="224" y="499"/>
                  </a:cubicBezTo>
                  <a:cubicBezTo>
                    <a:pt x="224" y="500"/>
                    <a:pt x="222" y="501"/>
                    <a:pt x="222" y="500"/>
                  </a:cubicBezTo>
                  <a:close/>
                  <a:moveTo>
                    <a:pt x="222" y="564"/>
                  </a:moveTo>
                  <a:cubicBezTo>
                    <a:pt x="222" y="565"/>
                    <a:pt x="219" y="565"/>
                    <a:pt x="219" y="564"/>
                  </a:cubicBezTo>
                  <a:cubicBezTo>
                    <a:pt x="219" y="562"/>
                    <a:pt x="222" y="563"/>
                    <a:pt x="222" y="564"/>
                  </a:cubicBezTo>
                  <a:close/>
                  <a:moveTo>
                    <a:pt x="224" y="489"/>
                  </a:moveTo>
                  <a:cubicBezTo>
                    <a:pt x="224" y="489"/>
                    <a:pt x="223" y="490"/>
                    <a:pt x="223" y="490"/>
                  </a:cubicBezTo>
                  <a:cubicBezTo>
                    <a:pt x="222" y="489"/>
                    <a:pt x="225" y="488"/>
                    <a:pt x="224" y="489"/>
                  </a:cubicBezTo>
                  <a:close/>
                  <a:moveTo>
                    <a:pt x="224" y="467"/>
                  </a:moveTo>
                  <a:cubicBezTo>
                    <a:pt x="224" y="470"/>
                    <a:pt x="222" y="469"/>
                    <a:pt x="224" y="467"/>
                  </a:cubicBezTo>
                  <a:close/>
                  <a:moveTo>
                    <a:pt x="223" y="272"/>
                  </a:moveTo>
                  <a:cubicBezTo>
                    <a:pt x="223" y="273"/>
                    <a:pt x="222" y="274"/>
                    <a:pt x="221" y="275"/>
                  </a:cubicBezTo>
                  <a:cubicBezTo>
                    <a:pt x="221" y="273"/>
                    <a:pt x="222" y="273"/>
                    <a:pt x="223" y="272"/>
                  </a:cubicBezTo>
                  <a:close/>
                  <a:moveTo>
                    <a:pt x="222" y="308"/>
                  </a:moveTo>
                  <a:cubicBezTo>
                    <a:pt x="222" y="310"/>
                    <a:pt x="220" y="312"/>
                    <a:pt x="218" y="313"/>
                  </a:cubicBezTo>
                  <a:cubicBezTo>
                    <a:pt x="220" y="312"/>
                    <a:pt x="220" y="310"/>
                    <a:pt x="222" y="308"/>
                  </a:cubicBezTo>
                  <a:close/>
                  <a:moveTo>
                    <a:pt x="218" y="378"/>
                  </a:moveTo>
                  <a:cubicBezTo>
                    <a:pt x="218" y="376"/>
                    <a:pt x="220" y="378"/>
                    <a:pt x="218" y="378"/>
                  </a:cubicBezTo>
                  <a:close/>
                  <a:moveTo>
                    <a:pt x="218" y="467"/>
                  </a:moveTo>
                  <a:cubicBezTo>
                    <a:pt x="218" y="467"/>
                    <a:pt x="217" y="467"/>
                    <a:pt x="217" y="466"/>
                  </a:cubicBezTo>
                  <a:cubicBezTo>
                    <a:pt x="217" y="466"/>
                    <a:pt x="218" y="466"/>
                    <a:pt x="218" y="467"/>
                  </a:cubicBezTo>
                  <a:close/>
                  <a:moveTo>
                    <a:pt x="217" y="315"/>
                  </a:move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ubicBezTo>
                    <a:pt x="217" y="315"/>
                    <a:pt x="217" y="315"/>
                    <a:pt x="217" y="315"/>
                  </a:cubicBezTo>
                  <a:close/>
                  <a:moveTo>
                    <a:pt x="218" y="382"/>
                  </a:moveTo>
                  <a:cubicBezTo>
                    <a:pt x="217" y="382"/>
                    <a:pt x="217" y="382"/>
                    <a:pt x="217" y="382"/>
                  </a:cubicBezTo>
                  <a:cubicBezTo>
                    <a:pt x="216" y="381"/>
                    <a:pt x="219" y="380"/>
                    <a:pt x="218" y="382"/>
                  </a:cubicBezTo>
                  <a:close/>
                  <a:moveTo>
                    <a:pt x="212" y="322"/>
                  </a:moveTo>
                  <a:cubicBezTo>
                    <a:pt x="212" y="321"/>
                    <a:pt x="215" y="318"/>
                    <a:pt x="216" y="316"/>
                  </a:cubicBezTo>
                  <a:cubicBezTo>
                    <a:pt x="216" y="319"/>
                    <a:pt x="210" y="325"/>
                    <a:pt x="212" y="322"/>
                  </a:cubicBezTo>
                  <a:close/>
                  <a:moveTo>
                    <a:pt x="215" y="450"/>
                  </a:moveTo>
                  <a:cubicBezTo>
                    <a:pt x="215" y="450"/>
                    <a:pt x="215" y="450"/>
                    <a:pt x="215" y="450"/>
                  </a:cubicBezTo>
                  <a:cubicBezTo>
                    <a:pt x="215" y="450"/>
                    <a:pt x="215" y="450"/>
                    <a:pt x="215" y="450"/>
                  </a:cubicBezTo>
                  <a:close/>
                  <a:moveTo>
                    <a:pt x="214" y="449"/>
                  </a:moveTo>
                  <a:cubicBezTo>
                    <a:pt x="214" y="449"/>
                    <a:pt x="214" y="448"/>
                    <a:pt x="214" y="448"/>
                  </a:cubicBezTo>
                  <a:cubicBezTo>
                    <a:pt x="214" y="446"/>
                    <a:pt x="216" y="448"/>
                    <a:pt x="214" y="449"/>
                  </a:cubicBezTo>
                  <a:close/>
                  <a:moveTo>
                    <a:pt x="214" y="524"/>
                  </a:moveTo>
                  <a:cubicBezTo>
                    <a:pt x="213" y="523"/>
                    <a:pt x="214" y="523"/>
                    <a:pt x="215" y="522"/>
                  </a:cubicBezTo>
                  <a:cubicBezTo>
                    <a:pt x="215" y="523"/>
                    <a:pt x="214" y="523"/>
                    <a:pt x="214" y="524"/>
                  </a:cubicBezTo>
                  <a:close/>
                  <a:moveTo>
                    <a:pt x="212" y="508"/>
                  </a:moveTo>
                  <a:cubicBezTo>
                    <a:pt x="210" y="509"/>
                    <a:pt x="214" y="507"/>
                    <a:pt x="212" y="508"/>
                  </a:cubicBezTo>
                  <a:close/>
                  <a:moveTo>
                    <a:pt x="202" y="518"/>
                  </a:moveTo>
                  <a:cubicBezTo>
                    <a:pt x="210" y="516"/>
                    <a:pt x="209" y="525"/>
                    <a:pt x="203" y="526"/>
                  </a:cubicBezTo>
                  <a:cubicBezTo>
                    <a:pt x="198" y="527"/>
                    <a:pt x="197" y="520"/>
                    <a:pt x="202" y="518"/>
                  </a:cubicBezTo>
                  <a:close/>
                  <a:moveTo>
                    <a:pt x="201" y="548"/>
                  </a:moveTo>
                  <a:cubicBezTo>
                    <a:pt x="201" y="548"/>
                    <a:pt x="201" y="548"/>
                    <a:pt x="201" y="548"/>
                  </a:cubicBezTo>
                  <a:cubicBezTo>
                    <a:pt x="201" y="546"/>
                    <a:pt x="203" y="550"/>
                    <a:pt x="201" y="548"/>
                  </a:cubicBezTo>
                  <a:close/>
                  <a:moveTo>
                    <a:pt x="199" y="549"/>
                  </a:moveTo>
                  <a:cubicBezTo>
                    <a:pt x="199" y="551"/>
                    <a:pt x="197" y="549"/>
                    <a:pt x="199" y="549"/>
                  </a:cubicBezTo>
                  <a:close/>
                  <a:moveTo>
                    <a:pt x="200" y="494"/>
                  </a:moveTo>
                  <a:cubicBezTo>
                    <a:pt x="199" y="495"/>
                    <a:pt x="198" y="496"/>
                    <a:pt x="196" y="496"/>
                  </a:cubicBezTo>
                  <a:cubicBezTo>
                    <a:pt x="197" y="495"/>
                    <a:pt x="199" y="495"/>
                    <a:pt x="200" y="494"/>
                  </a:cubicBezTo>
                  <a:close/>
                  <a:moveTo>
                    <a:pt x="202" y="420"/>
                  </a:moveTo>
                  <a:cubicBezTo>
                    <a:pt x="201" y="421"/>
                    <a:pt x="201" y="421"/>
                    <a:pt x="200" y="421"/>
                  </a:cubicBezTo>
                  <a:cubicBezTo>
                    <a:pt x="199" y="420"/>
                    <a:pt x="203" y="418"/>
                    <a:pt x="202" y="420"/>
                  </a:cubicBezTo>
                  <a:close/>
                  <a:moveTo>
                    <a:pt x="203" y="493"/>
                  </a:moveTo>
                  <a:cubicBezTo>
                    <a:pt x="204" y="493"/>
                    <a:pt x="204" y="493"/>
                    <a:pt x="204" y="493"/>
                  </a:cubicBezTo>
                  <a:cubicBezTo>
                    <a:pt x="204" y="493"/>
                    <a:pt x="200" y="494"/>
                    <a:pt x="203" y="493"/>
                  </a:cubicBezTo>
                  <a:close/>
                  <a:moveTo>
                    <a:pt x="206" y="456"/>
                  </a:moveTo>
                  <a:cubicBezTo>
                    <a:pt x="206" y="456"/>
                    <a:pt x="205" y="456"/>
                    <a:pt x="205" y="456"/>
                  </a:cubicBezTo>
                  <a:cubicBezTo>
                    <a:pt x="204" y="456"/>
                    <a:pt x="206" y="455"/>
                    <a:pt x="206" y="456"/>
                  </a:cubicBezTo>
                  <a:close/>
                  <a:moveTo>
                    <a:pt x="206" y="475"/>
                  </a:moveTo>
                  <a:cubicBezTo>
                    <a:pt x="206" y="473"/>
                    <a:pt x="210" y="475"/>
                    <a:pt x="210" y="477"/>
                  </a:cubicBezTo>
                  <a:cubicBezTo>
                    <a:pt x="209" y="479"/>
                    <a:pt x="204" y="479"/>
                    <a:pt x="206" y="475"/>
                  </a:cubicBezTo>
                  <a:close/>
                  <a:moveTo>
                    <a:pt x="208" y="439"/>
                  </a:moveTo>
                  <a:cubicBezTo>
                    <a:pt x="208" y="440"/>
                    <a:pt x="207" y="440"/>
                    <a:pt x="207" y="440"/>
                  </a:cubicBezTo>
                  <a:cubicBezTo>
                    <a:pt x="207" y="439"/>
                    <a:pt x="208" y="439"/>
                    <a:pt x="208" y="439"/>
                  </a:cubicBezTo>
                  <a:close/>
                  <a:moveTo>
                    <a:pt x="208" y="405"/>
                  </a:moveTo>
                  <a:cubicBezTo>
                    <a:pt x="207" y="406"/>
                    <a:pt x="208" y="404"/>
                    <a:pt x="208" y="405"/>
                  </a:cubicBezTo>
                  <a:close/>
                  <a:moveTo>
                    <a:pt x="209" y="467"/>
                  </a:moveTo>
                  <a:cubicBezTo>
                    <a:pt x="209" y="467"/>
                    <a:pt x="209" y="468"/>
                    <a:pt x="209" y="468"/>
                  </a:cubicBezTo>
                  <a:cubicBezTo>
                    <a:pt x="208" y="467"/>
                    <a:pt x="210" y="466"/>
                    <a:pt x="209" y="467"/>
                  </a:cubicBezTo>
                  <a:close/>
                  <a:moveTo>
                    <a:pt x="210" y="509"/>
                  </a:moveTo>
                  <a:cubicBezTo>
                    <a:pt x="208" y="511"/>
                    <a:pt x="211" y="508"/>
                    <a:pt x="210" y="509"/>
                  </a:cubicBezTo>
                  <a:close/>
                  <a:moveTo>
                    <a:pt x="210" y="444"/>
                  </a:moveTo>
                  <a:cubicBezTo>
                    <a:pt x="207" y="445"/>
                    <a:pt x="209" y="441"/>
                    <a:pt x="210" y="443"/>
                  </a:cubicBezTo>
                  <a:cubicBezTo>
                    <a:pt x="211" y="443"/>
                    <a:pt x="210" y="443"/>
                    <a:pt x="210" y="444"/>
                  </a:cubicBezTo>
                  <a:close/>
                  <a:moveTo>
                    <a:pt x="210" y="185"/>
                  </a:moveTo>
                  <a:cubicBezTo>
                    <a:pt x="210" y="185"/>
                    <a:pt x="210" y="185"/>
                    <a:pt x="210" y="185"/>
                  </a:cubicBezTo>
                  <a:cubicBezTo>
                    <a:pt x="209" y="185"/>
                    <a:pt x="211" y="184"/>
                    <a:pt x="210" y="185"/>
                  </a:cubicBezTo>
                  <a:close/>
                  <a:moveTo>
                    <a:pt x="210" y="203"/>
                  </a:moveTo>
                  <a:cubicBezTo>
                    <a:pt x="211" y="203"/>
                    <a:pt x="209" y="205"/>
                    <a:pt x="209" y="205"/>
                  </a:cubicBezTo>
                  <a:cubicBezTo>
                    <a:pt x="209" y="204"/>
                    <a:pt x="209" y="204"/>
                    <a:pt x="210" y="203"/>
                  </a:cubicBezTo>
                  <a:close/>
                  <a:moveTo>
                    <a:pt x="210" y="371"/>
                  </a:moveTo>
                  <a:cubicBezTo>
                    <a:pt x="209" y="372"/>
                    <a:pt x="209" y="372"/>
                    <a:pt x="208" y="372"/>
                  </a:cubicBezTo>
                  <a:cubicBezTo>
                    <a:pt x="208" y="372"/>
                    <a:pt x="208" y="371"/>
                    <a:pt x="210" y="371"/>
                  </a:cubicBezTo>
                  <a:close/>
                  <a:moveTo>
                    <a:pt x="208" y="181"/>
                  </a:moveTo>
                  <a:cubicBezTo>
                    <a:pt x="209" y="181"/>
                    <a:pt x="207" y="184"/>
                    <a:pt x="207" y="184"/>
                  </a:cubicBezTo>
                  <a:cubicBezTo>
                    <a:pt x="204" y="186"/>
                    <a:pt x="206" y="180"/>
                    <a:pt x="208" y="181"/>
                  </a:cubicBezTo>
                  <a:close/>
                  <a:moveTo>
                    <a:pt x="207" y="374"/>
                  </a:moveTo>
                  <a:cubicBezTo>
                    <a:pt x="206" y="373"/>
                    <a:pt x="208" y="373"/>
                    <a:pt x="207" y="374"/>
                  </a:cubicBezTo>
                  <a:close/>
                  <a:moveTo>
                    <a:pt x="207" y="387"/>
                  </a:moveTo>
                  <a:cubicBezTo>
                    <a:pt x="206" y="387"/>
                    <a:pt x="206" y="388"/>
                    <a:pt x="206" y="387"/>
                  </a:cubicBezTo>
                  <a:cubicBezTo>
                    <a:pt x="205" y="386"/>
                    <a:pt x="209" y="385"/>
                    <a:pt x="207" y="387"/>
                  </a:cubicBezTo>
                  <a:close/>
                  <a:moveTo>
                    <a:pt x="204" y="211"/>
                  </a:moveTo>
                  <a:cubicBezTo>
                    <a:pt x="204" y="213"/>
                    <a:pt x="202" y="214"/>
                    <a:pt x="201" y="216"/>
                  </a:cubicBezTo>
                  <a:cubicBezTo>
                    <a:pt x="201" y="214"/>
                    <a:pt x="203" y="213"/>
                    <a:pt x="204" y="211"/>
                  </a:cubicBezTo>
                  <a:close/>
                  <a:moveTo>
                    <a:pt x="202" y="326"/>
                  </a:moveTo>
                  <a:cubicBezTo>
                    <a:pt x="202" y="327"/>
                    <a:pt x="202" y="328"/>
                    <a:pt x="201" y="328"/>
                  </a:cubicBezTo>
                  <a:cubicBezTo>
                    <a:pt x="201" y="327"/>
                    <a:pt x="202" y="327"/>
                    <a:pt x="202" y="326"/>
                  </a:cubicBezTo>
                  <a:close/>
                  <a:moveTo>
                    <a:pt x="205" y="387"/>
                  </a:moveTo>
                  <a:cubicBezTo>
                    <a:pt x="205" y="388"/>
                    <a:pt x="203" y="389"/>
                    <a:pt x="201" y="390"/>
                  </a:cubicBezTo>
                  <a:cubicBezTo>
                    <a:pt x="202" y="388"/>
                    <a:pt x="204" y="388"/>
                    <a:pt x="205" y="387"/>
                  </a:cubicBezTo>
                  <a:close/>
                  <a:moveTo>
                    <a:pt x="196" y="218"/>
                  </a:moveTo>
                  <a:cubicBezTo>
                    <a:pt x="198" y="219"/>
                    <a:pt x="196" y="220"/>
                    <a:pt x="196" y="218"/>
                  </a:cubicBezTo>
                  <a:close/>
                  <a:moveTo>
                    <a:pt x="196" y="249"/>
                  </a:moveTo>
                  <a:cubicBezTo>
                    <a:pt x="195" y="251"/>
                    <a:pt x="197" y="248"/>
                    <a:pt x="196" y="249"/>
                  </a:cubicBezTo>
                  <a:close/>
                  <a:moveTo>
                    <a:pt x="198" y="349"/>
                  </a:moveTo>
                  <a:cubicBezTo>
                    <a:pt x="198" y="350"/>
                    <a:pt x="196" y="351"/>
                    <a:pt x="196" y="352"/>
                  </a:cubicBezTo>
                  <a:cubicBezTo>
                    <a:pt x="195" y="351"/>
                    <a:pt x="197" y="350"/>
                    <a:pt x="198" y="349"/>
                  </a:cubicBezTo>
                  <a:close/>
                  <a:moveTo>
                    <a:pt x="196" y="296"/>
                  </a:moveTo>
                  <a:cubicBezTo>
                    <a:pt x="196" y="296"/>
                    <a:pt x="195" y="298"/>
                    <a:pt x="195" y="298"/>
                  </a:cubicBezTo>
                  <a:cubicBezTo>
                    <a:pt x="193" y="300"/>
                    <a:pt x="194" y="295"/>
                    <a:pt x="196" y="296"/>
                  </a:cubicBezTo>
                  <a:close/>
                  <a:moveTo>
                    <a:pt x="194" y="353"/>
                  </a:moveTo>
                  <a:cubicBezTo>
                    <a:pt x="195" y="354"/>
                    <a:pt x="193" y="354"/>
                    <a:pt x="194" y="353"/>
                  </a:cubicBezTo>
                  <a:close/>
                  <a:moveTo>
                    <a:pt x="192" y="213"/>
                  </a:moveTo>
                  <a:cubicBezTo>
                    <a:pt x="192" y="212"/>
                    <a:pt x="194" y="211"/>
                    <a:pt x="192" y="213"/>
                  </a:cubicBezTo>
                  <a:close/>
                  <a:moveTo>
                    <a:pt x="193" y="252"/>
                  </a:moveTo>
                  <a:cubicBezTo>
                    <a:pt x="194" y="253"/>
                    <a:pt x="193" y="254"/>
                    <a:pt x="192" y="254"/>
                  </a:cubicBezTo>
                  <a:cubicBezTo>
                    <a:pt x="192" y="253"/>
                    <a:pt x="193" y="253"/>
                    <a:pt x="193" y="252"/>
                  </a:cubicBezTo>
                  <a:close/>
                  <a:moveTo>
                    <a:pt x="193" y="354"/>
                  </a:moveTo>
                  <a:cubicBezTo>
                    <a:pt x="193" y="355"/>
                    <a:pt x="193" y="356"/>
                    <a:pt x="192" y="356"/>
                  </a:cubicBezTo>
                  <a:cubicBezTo>
                    <a:pt x="192" y="355"/>
                    <a:pt x="193" y="355"/>
                    <a:pt x="193" y="354"/>
                  </a:cubicBezTo>
                  <a:close/>
                  <a:moveTo>
                    <a:pt x="192" y="305"/>
                  </a:moveTo>
                  <a:cubicBezTo>
                    <a:pt x="190" y="307"/>
                    <a:pt x="193" y="304"/>
                    <a:pt x="192" y="305"/>
                  </a:cubicBezTo>
                  <a:close/>
                  <a:moveTo>
                    <a:pt x="188" y="397"/>
                  </a:moveTo>
                  <a:cubicBezTo>
                    <a:pt x="187" y="398"/>
                    <a:pt x="185" y="400"/>
                    <a:pt x="183" y="401"/>
                  </a:cubicBezTo>
                  <a:cubicBezTo>
                    <a:pt x="184" y="399"/>
                    <a:pt x="186" y="398"/>
                    <a:pt x="188" y="397"/>
                  </a:cubicBezTo>
                  <a:close/>
                  <a:moveTo>
                    <a:pt x="184" y="384"/>
                  </a:moveTo>
                  <a:cubicBezTo>
                    <a:pt x="185" y="384"/>
                    <a:pt x="185" y="383"/>
                    <a:pt x="186" y="383"/>
                  </a:cubicBezTo>
                  <a:cubicBezTo>
                    <a:pt x="185" y="384"/>
                    <a:pt x="185" y="384"/>
                    <a:pt x="184" y="384"/>
                  </a:cubicBezTo>
                  <a:close/>
                  <a:moveTo>
                    <a:pt x="184" y="243"/>
                  </a:moveTo>
                  <a:cubicBezTo>
                    <a:pt x="185" y="242"/>
                    <a:pt x="183" y="244"/>
                    <a:pt x="184" y="243"/>
                  </a:cubicBezTo>
                  <a:close/>
                  <a:moveTo>
                    <a:pt x="182" y="186"/>
                  </a:moveTo>
                  <a:cubicBezTo>
                    <a:pt x="182" y="185"/>
                    <a:pt x="181" y="187"/>
                    <a:pt x="182" y="186"/>
                  </a:cubicBezTo>
                  <a:close/>
                  <a:moveTo>
                    <a:pt x="184" y="243"/>
                  </a:moveTo>
                  <a:cubicBezTo>
                    <a:pt x="185" y="244"/>
                    <a:pt x="183" y="249"/>
                    <a:pt x="182" y="249"/>
                  </a:cubicBezTo>
                  <a:cubicBezTo>
                    <a:pt x="180" y="249"/>
                    <a:pt x="182" y="243"/>
                    <a:pt x="184" y="243"/>
                  </a:cubicBezTo>
                  <a:close/>
                  <a:moveTo>
                    <a:pt x="177" y="208"/>
                  </a:moveTo>
                  <a:cubicBezTo>
                    <a:pt x="178" y="209"/>
                    <a:pt x="177" y="209"/>
                    <a:pt x="177" y="210"/>
                  </a:cubicBezTo>
                  <a:cubicBezTo>
                    <a:pt x="176" y="210"/>
                    <a:pt x="177" y="209"/>
                    <a:pt x="177" y="208"/>
                  </a:cubicBezTo>
                  <a:close/>
                  <a:moveTo>
                    <a:pt x="182" y="322"/>
                  </a:moveTo>
                  <a:cubicBezTo>
                    <a:pt x="179" y="324"/>
                    <a:pt x="177" y="329"/>
                    <a:pt x="175" y="329"/>
                  </a:cubicBezTo>
                  <a:cubicBezTo>
                    <a:pt x="175" y="329"/>
                    <a:pt x="179" y="322"/>
                    <a:pt x="182" y="322"/>
                  </a:cubicBezTo>
                  <a:close/>
                  <a:moveTo>
                    <a:pt x="180" y="403"/>
                  </a:moveTo>
                  <a:cubicBezTo>
                    <a:pt x="179" y="404"/>
                    <a:pt x="178" y="406"/>
                    <a:pt x="176" y="406"/>
                  </a:cubicBezTo>
                  <a:cubicBezTo>
                    <a:pt x="177" y="405"/>
                    <a:pt x="179" y="404"/>
                    <a:pt x="180" y="403"/>
                  </a:cubicBezTo>
                  <a:close/>
                  <a:moveTo>
                    <a:pt x="178" y="383"/>
                  </a:move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2"/>
                    <a:pt x="178" y="382"/>
                  </a:cubicBezTo>
                  <a:cubicBezTo>
                    <a:pt x="178" y="382"/>
                    <a:pt x="178" y="382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lose/>
                  <a:moveTo>
                    <a:pt x="181" y="393"/>
                  </a:moveTo>
                  <a:cubicBezTo>
                    <a:pt x="181" y="393"/>
                    <a:pt x="180" y="395"/>
                    <a:pt x="180" y="395"/>
                  </a:cubicBezTo>
                  <a:cubicBezTo>
                    <a:pt x="178" y="397"/>
                    <a:pt x="179" y="392"/>
                    <a:pt x="181" y="393"/>
                  </a:cubicBezTo>
                  <a:close/>
                  <a:moveTo>
                    <a:pt x="179" y="358"/>
                  </a:moveTo>
                  <a:cubicBezTo>
                    <a:pt x="179" y="358"/>
                    <a:pt x="180" y="359"/>
                    <a:pt x="180" y="359"/>
                  </a:cubicBezTo>
                  <a:cubicBezTo>
                    <a:pt x="180" y="360"/>
                    <a:pt x="178" y="359"/>
                    <a:pt x="179" y="358"/>
                  </a:cubicBezTo>
                  <a:close/>
                  <a:moveTo>
                    <a:pt x="182" y="418"/>
                  </a:moveTo>
                  <a:cubicBezTo>
                    <a:pt x="183" y="416"/>
                    <a:pt x="187" y="412"/>
                    <a:pt x="190" y="410"/>
                  </a:cubicBezTo>
                  <a:cubicBezTo>
                    <a:pt x="190" y="410"/>
                    <a:pt x="190" y="408"/>
                    <a:pt x="191" y="409"/>
                  </a:cubicBezTo>
                  <a:cubicBezTo>
                    <a:pt x="192" y="410"/>
                    <a:pt x="189" y="414"/>
                    <a:pt x="189" y="414"/>
                  </a:cubicBezTo>
                  <a:cubicBezTo>
                    <a:pt x="188" y="415"/>
                    <a:pt x="186" y="415"/>
                    <a:pt x="184" y="417"/>
                  </a:cubicBezTo>
                  <a:cubicBezTo>
                    <a:pt x="180" y="419"/>
                    <a:pt x="178" y="424"/>
                    <a:pt x="174" y="426"/>
                  </a:cubicBezTo>
                  <a:cubicBezTo>
                    <a:pt x="174" y="422"/>
                    <a:pt x="180" y="421"/>
                    <a:pt x="182" y="418"/>
                  </a:cubicBezTo>
                  <a:close/>
                  <a:moveTo>
                    <a:pt x="193" y="479"/>
                  </a:moveTo>
                  <a:cubicBezTo>
                    <a:pt x="192" y="481"/>
                    <a:pt x="192" y="479"/>
                    <a:pt x="193" y="479"/>
                  </a:cubicBezTo>
                  <a:close/>
                  <a:moveTo>
                    <a:pt x="193" y="432"/>
                  </a:moveTo>
                  <a:cubicBezTo>
                    <a:pt x="194" y="432"/>
                    <a:pt x="193" y="433"/>
                    <a:pt x="193" y="432"/>
                  </a:cubicBezTo>
                  <a:cubicBezTo>
                    <a:pt x="192" y="432"/>
                    <a:pt x="193" y="432"/>
                    <a:pt x="193" y="432"/>
                  </a:cubicBezTo>
                  <a:close/>
                  <a:moveTo>
                    <a:pt x="191" y="460"/>
                  </a:moveTo>
                  <a:cubicBezTo>
                    <a:pt x="192" y="458"/>
                    <a:pt x="193" y="460"/>
                    <a:pt x="191" y="460"/>
                  </a:cubicBezTo>
                  <a:close/>
                  <a:moveTo>
                    <a:pt x="193" y="489"/>
                  </a:moveTo>
                  <a:cubicBezTo>
                    <a:pt x="193" y="490"/>
                    <a:pt x="192" y="491"/>
                    <a:pt x="191" y="491"/>
                  </a:cubicBezTo>
                  <a:cubicBezTo>
                    <a:pt x="189" y="492"/>
                    <a:pt x="191" y="487"/>
                    <a:pt x="193" y="489"/>
                  </a:cubicBezTo>
                  <a:close/>
                  <a:moveTo>
                    <a:pt x="190" y="440"/>
                  </a:moveTo>
                  <a:cubicBezTo>
                    <a:pt x="189" y="439"/>
                    <a:pt x="191" y="438"/>
                    <a:pt x="191" y="439"/>
                  </a:cubicBezTo>
                  <a:cubicBezTo>
                    <a:pt x="191" y="439"/>
                    <a:pt x="190" y="440"/>
                    <a:pt x="190" y="440"/>
                  </a:cubicBezTo>
                  <a:close/>
                  <a:moveTo>
                    <a:pt x="189" y="511"/>
                  </a:moveTo>
                  <a:cubicBezTo>
                    <a:pt x="189" y="511"/>
                    <a:pt x="189" y="512"/>
                    <a:pt x="188" y="511"/>
                  </a:cubicBezTo>
                  <a:cubicBezTo>
                    <a:pt x="188" y="511"/>
                    <a:pt x="189" y="510"/>
                    <a:pt x="189" y="511"/>
                  </a:cubicBezTo>
                  <a:close/>
                  <a:moveTo>
                    <a:pt x="186" y="470"/>
                  </a:moveTo>
                  <a:cubicBezTo>
                    <a:pt x="185" y="469"/>
                    <a:pt x="188" y="469"/>
                    <a:pt x="188" y="470"/>
                  </a:cubicBezTo>
                  <a:cubicBezTo>
                    <a:pt x="189" y="471"/>
                    <a:pt x="186" y="472"/>
                    <a:pt x="186" y="470"/>
                  </a:cubicBezTo>
                  <a:close/>
                  <a:moveTo>
                    <a:pt x="184" y="470"/>
                  </a:moveTo>
                  <a:cubicBezTo>
                    <a:pt x="185" y="471"/>
                    <a:pt x="184" y="472"/>
                    <a:pt x="183" y="472"/>
                  </a:cubicBezTo>
                  <a:cubicBezTo>
                    <a:pt x="180" y="474"/>
                    <a:pt x="182" y="469"/>
                    <a:pt x="184" y="470"/>
                  </a:cubicBezTo>
                  <a:close/>
                  <a:moveTo>
                    <a:pt x="183" y="435"/>
                  </a:moveTo>
                  <a:cubicBezTo>
                    <a:pt x="183" y="434"/>
                    <a:pt x="182" y="436"/>
                    <a:pt x="183" y="435"/>
                  </a:cubicBezTo>
                  <a:close/>
                  <a:moveTo>
                    <a:pt x="180" y="443"/>
                  </a:moveTo>
                  <a:cubicBezTo>
                    <a:pt x="180" y="443"/>
                    <a:pt x="179" y="443"/>
                    <a:pt x="179" y="443"/>
                  </a:cubicBezTo>
                  <a:cubicBezTo>
                    <a:pt x="178" y="445"/>
                    <a:pt x="180" y="440"/>
                    <a:pt x="180" y="443"/>
                  </a:cubicBezTo>
                  <a:close/>
                  <a:moveTo>
                    <a:pt x="174" y="445"/>
                  </a:moveTo>
                  <a:cubicBezTo>
                    <a:pt x="173" y="446"/>
                    <a:pt x="174" y="444"/>
                    <a:pt x="174" y="445"/>
                  </a:cubicBezTo>
                  <a:close/>
                  <a:moveTo>
                    <a:pt x="173" y="182"/>
                  </a:moveTo>
                  <a:cubicBezTo>
                    <a:pt x="172" y="182"/>
                    <a:pt x="174" y="180"/>
                    <a:pt x="173" y="182"/>
                  </a:cubicBezTo>
                  <a:close/>
                  <a:moveTo>
                    <a:pt x="173" y="438"/>
                  </a:moveTo>
                  <a:cubicBezTo>
                    <a:pt x="174" y="437"/>
                    <a:pt x="172" y="440"/>
                    <a:pt x="173" y="438"/>
                  </a:cubicBezTo>
                  <a:close/>
                  <a:moveTo>
                    <a:pt x="173" y="477"/>
                  </a:moveTo>
                  <a:cubicBezTo>
                    <a:pt x="172" y="478"/>
                    <a:pt x="172" y="478"/>
                    <a:pt x="170" y="478"/>
                  </a:cubicBezTo>
                  <a:cubicBezTo>
                    <a:pt x="171" y="478"/>
                    <a:pt x="171" y="477"/>
                    <a:pt x="173" y="477"/>
                  </a:cubicBezTo>
                  <a:close/>
                  <a:moveTo>
                    <a:pt x="173" y="314"/>
                  </a:move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ubicBezTo>
                    <a:pt x="173" y="314"/>
                    <a:pt x="173" y="314"/>
                    <a:pt x="173" y="314"/>
                  </a:cubicBezTo>
                  <a:close/>
                  <a:moveTo>
                    <a:pt x="171" y="307"/>
                  </a:moveTo>
                  <a:cubicBezTo>
                    <a:pt x="171" y="308"/>
                    <a:pt x="171" y="309"/>
                    <a:pt x="169" y="310"/>
                  </a:cubicBezTo>
                  <a:cubicBezTo>
                    <a:pt x="168" y="310"/>
                    <a:pt x="167" y="310"/>
                    <a:pt x="166" y="309"/>
                  </a:cubicBezTo>
                  <a:cubicBezTo>
                    <a:pt x="164" y="305"/>
                    <a:pt x="171" y="303"/>
                    <a:pt x="171" y="307"/>
                  </a:cubicBezTo>
                  <a:close/>
                  <a:moveTo>
                    <a:pt x="168" y="501"/>
                  </a:moveTo>
                  <a:cubicBezTo>
                    <a:pt x="168" y="501"/>
                    <a:pt x="168" y="501"/>
                    <a:pt x="169" y="501"/>
                  </a:cubicBezTo>
                  <a:cubicBezTo>
                    <a:pt x="169" y="501"/>
                    <a:pt x="168" y="502"/>
                    <a:pt x="168" y="501"/>
                  </a:cubicBezTo>
                  <a:close/>
                  <a:moveTo>
                    <a:pt x="166" y="342"/>
                  </a:moveTo>
                  <a:cubicBezTo>
                    <a:pt x="166" y="342"/>
                    <a:pt x="166" y="342"/>
                    <a:pt x="166" y="342"/>
                  </a:cubicBezTo>
                  <a:cubicBezTo>
                    <a:pt x="166" y="342"/>
                    <a:pt x="166" y="343"/>
                    <a:pt x="165" y="343"/>
                  </a:cubicBezTo>
                  <a:cubicBezTo>
                    <a:pt x="165" y="343"/>
                    <a:pt x="165" y="343"/>
                    <a:pt x="165" y="343"/>
                  </a:cubicBezTo>
                  <a:cubicBezTo>
                    <a:pt x="165" y="343"/>
                    <a:pt x="166" y="342"/>
                    <a:pt x="166" y="342"/>
                  </a:cubicBezTo>
                  <a:close/>
                  <a:moveTo>
                    <a:pt x="165" y="307"/>
                  </a:moveTo>
                  <a:cubicBezTo>
                    <a:pt x="163" y="308"/>
                    <a:pt x="167" y="306"/>
                    <a:pt x="165" y="307"/>
                  </a:cubicBezTo>
                  <a:close/>
                  <a:moveTo>
                    <a:pt x="164" y="344"/>
                  </a:moveTo>
                  <a:cubicBezTo>
                    <a:pt x="163" y="344"/>
                    <a:pt x="166" y="342"/>
                    <a:pt x="164" y="344"/>
                  </a:cubicBezTo>
                  <a:close/>
                  <a:moveTo>
                    <a:pt x="165" y="345"/>
                  </a:moveTo>
                  <a:cubicBezTo>
                    <a:pt x="164" y="346"/>
                    <a:pt x="164" y="347"/>
                    <a:pt x="162" y="347"/>
                  </a:cubicBezTo>
                  <a:cubicBezTo>
                    <a:pt x="163" y="347"/>
                    <a:pt x="163" y="346"/>
                    <a:pt x="165" y="345"/>
                  </a:cubicBezTo>
                  <a:close/>
                  <a:moveTo>
                    <a:pt x="161" y="347"/>
                  </a:moveTo>
                  <a:cubicBezTo>
                    <a:pt x="160" y="348"/>
                    <a:pt x="162" y="346"/>
                    <a:pt x="161" y="347"/>
                  </a:cubicBezTo>
                  <a:close/>
                  <a:moveTo>
                    <a:pt x="160" y="350"/>
                  </a:moveTo>
                  <a:cubicBezTo>
                    <a:pt x="161" y="348"/>
                    <a:pt x="162" y="349"/>
                    <a:pt x="160" y="350"/>
                  </a:cubicBezTo>
                  <a:close/>
                  <a:moveTo>
                    <a:pt x="168" y="370"/>
                  </a:moveTo>
                  <a:cubicBezTo>
                    <a:pt x="165" y="373"/>
                    <a:pt x="163" y="376"/>
                    <a:pt x="158" y="378"/>
                  </a:cubicBezTo>
                  <a:cubicBezTo>
                    <a:pt x="161" y="375"/>
                    <a:pt x="164" y="372"/>
                    <a:pt x="168" y="370"/>
                  </a:cubicBezTo>
                  <a:close/>
                  <a:moveTo>
                    <a:pt x="167" y="392"/>
                  </a:moveTo>
                  <a:cubicBezTo>
                    <a:pt x="166" y="393"/>
                    <a:pt x="168" y="390"/>
                    <a:pt x="167" y="391"/>
                  </a:cubicBezTo>
                  <a:cubicBezTo>
                    <a:pt x="167" y="391"/>
                    <a:pt x="167" y="392"/>
                    <a:pt x="167" y="392"/>
                  </a:cubicBezTo>
                  <a:close/>
                  <a:moveTo>
                    <a:pt x="168" y="424"/>
                  </a:moveTo>
                  <a:cubicBezTo>
                    <a:pt x="168" y="424"/>
                    <a:pt x="167" y="424"/>
                    <a:pt x="167" y="424"/>
                  </a:cubicBezTo>
                  <a:cubicBezTo>
                    <a:pt x="166" y="423"/>
                    <a:pt x="168" y="423"/>
                    <a:pt x="168" y="424"/>
                  </a:cubicBezTo>
                  <a:close/>
                  <a:moveTo>
                    <a:pt x="161" y="457"/>
                  </a:moveTo>
                  <a:cubicBezTo>
                    <a:pt x="161" y="458"/>
                    <a:pt x="158" y="461"/>
                    <a:pt x="157" y="460"/>
                  </a:cubicBezTo>
                  <a:cubicBezTo>
                    <a:pt x="156" y="458"/>
                    <a:pt x="159" y="456"/>
                    <a:pt x="161" y="457"/>
                  </a:cubicBezTo>
                  <a:close/>
                  <a:moveTo>
                    <a:pt x="157" y="477"/>
                  </a:move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ubicBezTo>
                    <a:pt x="157" y="477"/>
                    <a:pt x="157" y="477"/>
                    <a:pt x="157" y="477"/>
                  </a:cubicBezTo>
                  <a:close/>
                  <a:moveTo>
                    <a:pt x="161" y="502"/>
                  </a:moveTo>
                  <a:cubicBezTo>
                    <a:pt x="161" y="503"/>
                    <a:pt x="159" y="504"/>
                    <a:pt x="159" y="503"/>
                  </a:cubicBezTo>
                  <a:cubicBezTo>
                    <a:pt x="159" y="502"/>
                    <a:pt x="160" y="501"/>
                    <a:pt x="161" y="502"/>
                  </a:cubicBezTo>
                  <a:close/>
                  <a:moveTo>
                    <a:pt x="159" y="482"/>
                  </a:moveTo>
                  <a:cubicBezTo>
                    <a:pt x="158" y="483"/>
                    <a:pt x="160" y="481"/>
                    <a:pt x="159" y="482"/>
                  </a:cubicBezTo>
                  <a:close/>
                  <a:moveTo>
                    <a:pt x="162" y="484"/>
                  </a:moveTo>
                  <a:cubicBezTo>
                    <a:pt x="163" y="484"/>
                    <a:pt x="162" y="485"/>
                    <a:pt x="161" y="485"/>
                  </a:cubicBezTo>
                  <a:cubicBezTo>
                    <a:pt x="160" y="486"/>
                    <a:pt x="161" y="483"/>
                    <a:pt x="162" y="484"/>
                  </a:cubicBezTo>
                  <a:close/>
                  <a:moveTo>
                    <a:pt x="161" y="428"/>
                  </a:moveTo>
                  <a:cubicBezTo>
                    <a:pt x="162" y="429"/>
                    <a:pt x="160" y="432"/>
                    <a:pt x="160" y="432"/>
                  </a:cubicBezTo>
                  <a:cubicBezTo>
                    <a:pt x="155" y="435"/>
                    <a:pt x="158" y="426"/>
                    <a:pt x="161" y="428"/>
                  </a:cubicBezTo>
                  <a:close/>
                  <a:moveTo>
                    <a:pt x="164" y="506"/>
                  </a:moveTo>
                  <a:cubicBezTo>
                    <a:pt x="165" y="507"/>
                    <a:pt x="160" y="510"/>
                    <a:pt x="159" y="510"/>
                  </a:cubicBezTo>
                  <a:cubicBezTo>
                    <a:pt x="154" y="511"/>
                    <a:pt x="163" y="505"/>
                    <a:pt x="164" y="506"/>
                  </a:cubicBezTo>
                  <a:close/>
                  <a:moveTo>
                    <a:pt x="163" y="443"/>
                  </a:moveTo>
                  <a:cubicBezTo>
                    <a:pt x="163" y="443"/>
                    <a:pt x="163" y="444"/>
                    <a:pt x="162" y="444"/>
                  </a:cubicBezTo>
                  <a:cubicBezTo>
                    <a:pt x="162" y="443"/>
                    <a:pt x="163" y="443"/>
                    <a:pt x="163" y="443"/>
                  </a:cubicBezTo>
                  <a:close/>
                  <a:moveTo>
                    <a:pt x="159" y="351"/>
                  </a:moveTo>
                  <a:cubicBezTo>
                    <a:pt x="159" y="351"/>
                    <a:pt x="159" y="350"/>
                    <a:pt x="160" y="350"/>
                  </a:cubicBezTo>
                  <a:cubicBezTo>
                    <a:pt x="160" y="350"/>
                    <a:pt x="160" y="351"/>
                    <a:pt x="159" y="351"/>
                  </a:cubicBezTo>
                  <a:close/>
                  <a:moveTo>
                    <a:pt x="160" y="259"/>
                  </a:moveTo>
                  <a:cubicBezTo>
                    <a:pt x="160" y="259"/>
                    <a:pt x="160" y="260"/>
                    <a:pt x="160" y="260"/>
                  </a:cubicBezTo>
                  <a:cubicBezTo>
                    <a:pt x="159" y="261"/>
                    <a:pt x="158" y="258"/>
                    <a:pt x="160" y="259"/>
                  </a:cubicBezTo>
                  <a:close/>
                  <a:moveTo>
                    <a:pt x="160" y="349"/>
                  </a:moveTo>
                  <a:cubicBezTo>
                    <a:pt x="159" y="350"/>
                    <a:pt x="159" y="350"/>
                    <a:pt x="158" y="351"/>
                  </a:cubicBezTo>
                  <a:cubicBezTo>
                    <a:pt x="158" y="350"/>
                    <a:pt x="159" y="349"/>
                    <a:pt x="160" y="349"/>
                  </a:cubicBezTo>
                  <a:close/>
                  <a:moveTo>
                    <a:pt x="159" y="352"/>
                  </a:moveTo>
                  <a:cubicBezTo>
                    <a:pt x="158" y="352"/>
                    <a:pt x="158" y="353"/>
                    <a:pt x="157" y="353"/>
                  </a:cubicBezTo>
                  <a:cubicBezTo>
                    <a:pt x="157" y="352"/>
                    <a:pt x="158" y="352"/>
                    <a:pt x="159" y="352"/>
                  </a:cubicBezTo>
                  <a:close/>
                  <a:moveTo>
                    <a:pt x="156" y="354"/>
                  </a:moveTo>
                  <a:cubicBezTo>
                    <a:pt x="155" y="355"/>
                    <a:pt x="158" y="353"/>
                    <a:pt x="156" y="354"/>
                  </a:cubicBezTo>
                  <a:close/>
                  <a:moveTo>
                    <a:pt x="157" y="415"/>
                  </a:moveTo>
                  <a:cubicBezTo>
                    <a:pt x="158" y="416"/>
                    <a:pt x="157" y="417"/>
                    <a:pt x="156" y="417"/>
                  </a:cubicBezTo>
                  <a:cubicBezTo>
                    <a:pt x="156" y="416"/>
                    <a:pt x="157" y="416"/>
                    <a:pt x="157" y="415"/>
                  </a:cubicBezTo>
                  <a:close/>
                  <a:moveTo>
                    <a:pt x="133" y="461"/>
                  </a:moveTo>
                  <a:cubicBezTo>
                    <a:pt x="137" y="457"/>
                    <a:pt x="142" y="453"/>
                    <a:pt x="148" y="450"/>
                  </a:cubicBezTo>
                  <a:cubicBezTo>
                    <a:pt x="143" y="454"/>
                    <a:pt x="138" y="457"/>
                    <a:pt x="133" y="461"/>
                  </a:cubicBezTo>
                  <a:close/>
                  <a:moveTo>
                    <a:pt x="138" y="463"/>
                  </a:moveTo>
                  <a:cubicBezTo>
                    <a:pt x="138" y="464"/>
                    <a:pt x="137" y="464"/>
                    <a:pt x="137" y="463"/>
                  </a:cubicBezTo>
                  <a:cubicBezTo>
                    <a:pt x="136" y="462"/>
                    <a:pt x="138" y="463"/>
                    <a:pt x="138" y="463"/>
                  </a:cubicBezTo>
                  <a:close/>
                  <a:moveTo>
                    <a:pt x="147" y="446"/>
                  </a:moveTo>
                  <a:cubicBezTo>
                    <a:pt x="146" y="446"/>
                    <a:pt x="145" y="447"/>
                    <a:pt x="145" y="447"/>
                  </a:cubicBezTo>
                  <a:cubicBezTo>
                    <a:pt x="144" y="446"/>
                    <a:pt x="152" y="439"/>
                    <a:pt x="153" y="440"/>
                  </a:cubicBezTo>
                  <a:cubicBezTo>
                    <a:pt x="154" y="440"/>
                    <a:pt x="147" y="446"/>
                    <a:pt x="147" y="446"/>
                  </a:cubicBezTo>
                  <a:close/>
                  <a:moveTo>
                    <a:pt x="148" y="401"/>
                  </a:moveTo>
                  <a:cubicBezTo>
                    <a:pt x="151" y="399"/>
                    <a:pt x="146" y="402"/>
                    <a:pt x="148" y="401"/>
                  </a:cubicBezTo>
                  <a:close/>
                  <a:moveTo>
                    <a:pt x="150" y="439"/>
                  </a:moveTo>
                  <a:cubicBezTo>
                    <a:pt x="150" y="440"/>
                    <a:pt x="149" y="440"/>
                    <a:pt x="148" y="440"/>
                  </a:cubicBezTo>
                  <a:cubicBezTo>
                    <a:pt x="148" y="439"/>
                    <a:pt x="149" y="439"/>
                    <a:pt x="150" y="439"/>
                  </a:cubicBezTo>
                  <a:close/>
                  <a:moveTo>
                    <a:pt x="151" y="379"/>
                  </a:moveTo>
                  <a:cubicBezTo>
                    <a:pt x="150" y="380"/>
                    <a:pt x="151" y="378"/>
                    <a:pt x="151" y="379"/>
                  </a:cubicBezTo>
                  <a:close/>
                  <a:moveTo>
                    <a:pt x="153" y="447"/>
                  </a:moveTo>
                  <a:cubicBezTo>
                    <a:pt x="153" y="449"/>
                    <a:pt x="150" y="449"/>
                    <a:pt x="149" y="450"/>
                  </a:cubicBezTo>
                  <a:cubicBezTo>
                    <a:pt x="149" y="449"/>
                    <a:pt x="152" y="448"/>
                    <a:pt x="153" y="447"/>
                  </a:cubicBezTo>
                  <a:close/>
                  <a:moveTo>
                    <a:pt x="156" y="472"/>
                  </a:moveTo>
                  <a:cubicBezTo>
                    <a:pt x="155" y="473"/>
                    <a:pt x="152" y="475"/>
                    <a:pt x="151" y="475"/>
                  </a:cubicBezTo>
                  <a:cubicBezTo>
                    <a:pt x="151" y="475"/>
                    <a:pt x="154" y="471"/>
                    <a:pt x="156" y="472"/>
                  </a:cubicBezTo>
                  <a:close/>
                  <a:moveTo>
                    <a:pt x="156" y="435"/>
                  </a:moveTo>
                  <a:cubicBezTo>
                    <a:pt x="156" y="435"/>
                    <a:pt x="156" y="435"/>
                    <a:pt x="157" y="435"/>
                  </a:cubicBezTo>
                  <a:cubicBezTo>
                    <a:pt x="156" y="435"/>
                    <a:pt x="156" y="435"/>
                    <a:pt x="156" y="435"/>
                  </a:cubicBezTo>
                  <a:cubicBezTo>
                    <a:pt x="156" y="435"/>
                    <a:pt x="156" y="435"/>
                    <a:pt x="156" y="435"/>
                  </a:cubicBezTo>
                  <a:close/>
                  <a:moveTo>
                    <a:pt x="155" y="447"/>
                  </a:moveTo>
                  <a:cubicBezTo>
                    <a:pt x="155" y="447"/>
                    <a:pt x="154" y="448"/>
                    <a:pt x="154" y="447"/>
                  </a:cubicBezTo>
                  <a:cubicBezTo>
                    <a:pt x="153" y="446"/>
                    <a:pt x="156" y="445"/>
                    <a:pt x="155" y="447"/>
                  </a:cubicBezTo>
                  <a:close/>
                  <a:moveTo>
                    <a:pt x="155" y="434"/>
                  </a:moveTo>
                  <a:cubicBezTo>
                    <a:pt x="155" y="434"/>
                    <a:pt x="154" y="435"/>
                    <a:pt x="154" y="435"/>
                  </a:cubicBezTo>
                  <a:cubicBezTo>
                    <a:pt x="152" y="437"/>
                    <a:pt x="153" y="432"/>
                    <a:pt x="155" y="434"/>
                  </a:cubicBezTo>
                  <a:close/>
                  <a:moveTo>
                    <a:pt x="152" y="391"/>
                  </a:moveTo>
                  <a:cubicBezTo>
                    <a:pt x="153" y="391"/>
                    <a:pt x="152" y="392"/>
                    <a:pt x="152" y="392"/>
                  </a:cubicBezTo>
                  <a:cubicBezTo>
                    <a:pt x="151" y="393"/>
                    <a:pt x="151" y="390"/>
                    <a:pt x="152" y="391"/>
                  </a:cubicBezTo>
                  <a:close/>
                  <a:moveTo>
                    <a:pt x="151" y="438"/>
                  </a:moveTo>
                  <a:cubicBezTo>
                    <a:pt x="152" y="436"/>
                    <a:pt x="154" y="438"/>
                    <a:pt x="151" y="438"/>
                  </a:cubicBezTo>
                  <a:close/>
                  <a:moveTo>
                    <a:pt x="151" y="253"/>
                  </a:moveTo>
                  <a:cubicBezTo>
                    <a:pt x="151" y="253"/>
                    <a:pt x="151" y="254"/>
                    <a:pt x="150" y="254"/>
                  </a:cubicBezTo>
                  <a:cubicBezTo>
                    <a:pt x="150" y="253"/>
                    <a:pt x="151" y="252"/>
                    <a:pt x="151" y="253"/>
                  </a:cubicBezTo>
                  <a:close/>
                  <a:moveTo>
                    <a:pt x="150" y="436"/>
                  </a:moveTo>
                  <a:cubicBezTo>
                    <a:pt x="151" y="436"/>
                    <a:pt x="150" y="437"/>
                    <a:pt x="150" y="437"/>
                  </a:cubicBezTo>
                  <a:cubicBezTo>
                    <a:pt x="149" y="439"/>
                    <a:pt x="149" y="435"/>
                    <a:pt x="150" y="436"/>
                  </a:cubicBezTo>
                  <a:close/>
                  <a:moveTo>
                    <a:pt x="149" y="322"/>
                  </a:moveTo>
                  <a:cubicBezTo>
                    <a:pt x="149" y="323"/>
                    <a:pt x="148" y="322"/>
                    <a:pt x="149" y="322"/>
                  </a:cubicBezTo>
                  <a:close/>
                  <a:moveTo>
                    <a:pt x="149" y="365"/>
                  </a:moveTo>
                  <a:cubicBezTo>
                    <a:pt x="149" y="366"/>
                    <a:pt x="147" y="366"/>
                    <a:pt x="148" y="365"/>
                  </a:cubicBezTo>
                  <a:cubicBezTo>
                    <a:pt x="148" y="365"/>
                    <a:pt x="149" y="365"/>
                    <a:pt x="149" y="365"/>
                  </a:cubicBezTo>
                  <a:close/>
                  <a:moveTo>
                    <a:pt x="147" y="197"/>
                  </a:moveTo>
                  <a:cubicBezTo>
                    <a:pt x="146" y="198"/>
                    <a:pt x="146" y="198"/>
                    <a:pt x="145" y="197"/>
                  </a:cubicBezTo>
                  <a:cubicBezTo>
                    <a:pt x="142" y="194"/>
                    <a:pt x="150" y="194"/>
                    <a:pt x="147" y="197"/>
                  </a:cubicBezTo>
                  <a:close/>
                  <a:moveTo>
                    <a:pt x="145" y="359"/>
                  </a:moveTo>
                  <a:cubicBezTo>
                    <a:pt x="147" y="359"/>
                    <a:pt x="145" y="362"/>
                    <a:pt x="145" y="362"/>
                  </a:cubicBezTo>
                  <a:cubicBezTo>
                    <a:pt x="143" y="363"/>
                    <a:pt x="143" y="358"/>
                    <a:pt x="145" y="359"/>
                  </a:cubicBezTo>
                  <a:close/>
                  <a:moveTo>
                    <a:pt x="145" y="402"/>
                  </a:moveTo>
                  <a:cubicBezTo>
                    <a:pt x="145" y="404"/>
                    <a:pt x="144" y="404"/>
                    <a:pt x="143" y="405"/>
                  </a:cubicBezTo>
                  <a:cubicBezTo>
                    <a:pt x="143" y="404"/>
                    <a:pt x="144" y="403"/>
                    <a:pt x="145" y="402"/>
                  </a:cubicBezTo>
                  <a:close/>
                  <a:moveTo>
                    <a:pt x="132" y="456"/>
                  </a:moveTo>
                  <a:cubicBezTo>
                    <a:pt x="134" y="453"/>
                    <a:pt x="139" y="450"/>
                    <a:pt x="143" y="448"/>
                  </a:cubicBezTo>
                  <a:cubicBezTo>
                    <a:pt x="139" y="451"/>
                    <a:pt x="137" y="455"/>
                    <a:pt x="132" y="456"/>
                  </a:cubicBezTo>
                  <a:close/>
                  <a:moveTo>
                    <a:pt x="131" y="395"/>
                  </a:moveTo>
                  <a:cubicBezTo>
                    <a:pt x="132" y="394"/>
                    <a:pt x="132" y="393"/>
                    <a:pt x="134" y="393"/>
                  </a:cubicBezTo>
                  <a:cubicBezTo>
                    <a:pt x="134" y="393"/>
                    <a:pt x="132" y="395"/>
                    <a:pt x="131" y="395"/>
                  </a:cubicBezTo>
                  <a:close/>
                  <a:moveTo>
                    <a:pt x="134" y="448"/>
                  </a:moveTo>
                  <a:cubicBezTo>
                    <a:pt x="134" y="448"/>
                    <a:pt x="133" y="449"/>
                    <a:pt x="133" y="448"/>
                  </a:cubicBezTo>
                  <a:cubicBezTo>
                    <a:pt x="132" y="447"/>
                    <a:pt x="135" y="447"/>
                    <a:pt x="134" y="448"/>
                  </a:cubicBezTo>
                  <a:close/>
                  <a:moveTo>
                    <a:pt x="132" y="422"/>
                  </a:moveTo>
                  <a:cubicBezTo>
                    <a:pt x="131" y="421"/>
                    <a:pt x="131" y="420"/>
                    <a:pt x="132" y="420"/>
                  </a:cubicBezTo>
                  <a:cubicBezTo>
                    <a:pt x="133" y="420"/>
                    <a:pt x="134" y="421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3" y="422"/>
                    <a:pt x="133" y="422"/>
                    <a:pt x="133" y="422"/>
                  </a:cubicBezTo>
                  <a:cubicBezTo>
                    <a:pt x="135" y="424"/>
                    <a:pt x="130" y="426"/>
                    <a:pt x="130" y="423"/>
                  </a:cubicBezTo>
                  <a:cubicBezTo>
                    <a:pt x="130" y="422"/>
                    <a:pt x="131" y="422"/>
                    <a:pt x="132" y="422"/>
                  </a:cubicBezTo>
                  <a:close/>
                  <a:moveTo>
                    <a:pt x="138" y="416"/>
                  </a:moveTo>
                  <a:cubicBezTo>
                    <a:pt x="137" y="417"/>
                    <a:pt x="139" y="415"/>
                    <a:pt x="138" y="416"/>
                  </a:cubicBezTo>
                  <a:close/>
                  <a:moveTo>
                    <a:pt x="139" y="433"/>
                  </a:moveTo>
                  <a:cubicBezTo>
                    <a:pt x="139" y="432"/>
                    <a:pt x="139" y="432"/>
                    <a:pt x="139" y="432"/>
                  </a:cubicBezTo>
                  <a:cubicBezTo>
                    <a:pt x="139" y="430"/>
                    <a:pt x="141" y="433"/>
                    <a:pt x="139" y="433"/>
                  </a:cubicBezTo>
                  <a:close/>
                  <a:moveTo>
                    <a:pt x="140" y="443"/>
                  </a:moveTo>
                  <a:cubicBezTo>
                    <a:pt x="140" y="443"/>
                    <a:pt x="141" y="443"/>
                    <a:pt x="141" y="444"/>
                  </a:cubicBezTo>
                  <a:cubicBezTo>
                    <a:pt x="141" y="444"/>
                    <a:pt x="140" y="444"/>
                    <a:pt x="140" y="443"/>
                  </a:cubicBezTo>
                  <a:close/>
                  <a:moveTo>
                    <a:pt x="142" y="387"/>
                  </a:moveTo>
                  <a:cubicBezTo>
                    <a:pt x="141" y="387"/>
                    <a:pt x="144" y="386"/>
                    <a:pt x="142" y="387"/>
                  </a:cubicBezTo>
                  <a:close/>
                  <a:moveTo>
                    <a:pt x="142" y="436"/>
                  </a:moveTo>
                  <a:cubicBezTo>
                    <a:pt x="143" y="436"/>
                    <a:pt x="142" y="439"/>
                    <a:pt x="141" y="437"/>
                  </a:cubicBezTo>
                  <a:cubicBezTo>
                    <a:pt x="141" y="436"/>
                    <a:pt x="142" y="436"/>
                    <a:pt x="142" y="436"/>
                  </a:cubicBezTo>
                  <a:close/>
                  <a:moveTo>
                    <a:pt x="142" y="387"/>
                  </a:moveTo>
                  <a:cubicBezTo>
                    <a:pt x="141" y="389"/>
                    <a:pt x="139" y="391"/>
                    <a:pt x="137" y="392"/>
                  </a:cubicBezTo>
                  <a:cubicBezTo>
                    <a:pt x="137" y="392"/>
                    <a:pt x="139" y="388"/>
                    <a:pt x="142" y="387"/>
                  </a:cubicBezTo>
                  <a:close/>
                  <a:moveTo>
                    <a:pt x="136" y="246"/>
                  </a:moveTo>
                  <a:cubicBezTo>
                    <a:pt x="135" y="246"/>
                    <a:pt x="137" y="245"/>
                    <a:pt x="136" y="246"/>
                  </a:cubicBezTo>
                  <a:close/>
                  <a:moveTo>
                    <a:pt x="134" y="301"/>
                  </a:moveTo>
                  <a:cubicBezTo>
                    <a:pt x="134" y="298"/>
                    <a:pt x="136" y="300"/>
                    <a:pt x="134" y="301"/>
                  </a:cubicBezTo>
                  <a:close/>
                  <a:moveTo>
                    <a:pt x="135" y="342"/>
                  </a:moveTo>
                  <a:cubicBezTo>
                    <a:pt x="135" y="343"/>
                    <a:pt x="134" y="344"/>
                    <a:pt x="134" y="345"/>
                  </a:cubicBezTo>
                  <a:cubicBezTo>
                    <a:pt x="133" y="344"/>
                    <a:pt x="134" y="342"/>
                    <a:pt x="135" y="342"/>
                  </a:cubicBezTo>
                  <a:close/>
                  <a:moveTo>
                    <a:pt x="129" y="351"/>
                  </a:moveTo>
                  <a:cubicBezTo>
                    <a:pt x="129" y="350"/>
                    <a:pt x="132" y="348"/>
                    <a:pt x="132" y="346"/>
                  </a:cubicBezTo>
                  <a:cubicBezTo>
                    <a:pt x="133" y="347"/>
                    <a:pt x="130" y="349"/>
                    <a:pt x="129" y="351"/>
                  </a:cubicBezTo>
                  <a:close/>
                  <a:moveTo>
                    <a:pt x="132" y="280"/>
                  </a:moveTo>
                  <a:cubicBezTo>
                    <a:pt x="132" y="282"/>
                    <a:pt x="130" y="281"/>
                    <a:pt x="132" y="280"/>
                  </a:cubicBezTo>
                  <a:close/>
                  <a:moveTo>
                    <a:pt x="129" y="305"/>
                  </a:moveTo>
                  <a:cubicBezTo>
                    <a:pt x="131" y="306"/>
                    <a:pt x="130" y="307"/>
                    <a:pt x="129" y="307"/>
                  </a:cubicBezTo>
                  <a:cubicBezTo>
                    <a:pt x="127" y="309"/>
                    <a:pt x="128" y="305"/>
                    <a:pt x="129" y="305"/>
                  </a:cubicBezTo>
                  <a:close/>
                  <a:moveTo>
                    <a:pt x="118" y="327"/>
                  </a:moveTo>
                  <a:cubicBezTo>
                    <a:pt x="118" y="327"/>
                    <a:pt x="117" y="327"/>
                    <a:pt x="117" y="326"/>
                  </a:cubicBezTo>
                  <a:cubicBezTo>
                    <a:pt x="117" y="326"/>
                    <a:pt x="119" y="326"/>
                    <a:pt x="118" y="327"/>
                  </a:cubicBezTo>
                  <a:close/>
                  <a:moveTo>
                    <a:pt x="118" y="336"/>
                  </a:moveTo>
                  <a:cubicBezTo>
                    <a:pt x="118" y="336"/>
                    <a:pt x="118" y="337"/>
                    <a:pt x="117" y="336"/>
                  </a:cubicBezTo>
                  <a:cubicBezTo>
                    <a:pt x="117" y="336"/>
                    <a:pt x="119" y="334"/>
                    <a:pt x="118" y="336"/>
                  </a:cubicBezTo>
                  <a:close/>
                  <a:moveTo>
                    <a:pt x="115" y="336"/>
                  </a:moveTo>
                  <a:cubicBezTo>
                    <a:pt x="116" y="335"/>
                    <a:pt x="114" y="337"/>
                    <a:pt x="115" y="336"/>
                  </a:cubicBezTo>
                  <a:close/>
                  <a:moveTo>
                    <a:pt x="115" y="386"/>
                  </a:moveTo>
                  <a:cubicBezTo>
                    <a:pt x="116" y="387"/>
                    <a:pt x="115" y="387"/>
                    <a:pt x="114" y="387"/>
                  </a:cubicBezTo>
                  <a:cubicBezTo>
                    <a:pt x="114" y="388"/>
                    <a:pt x="115" y="386"/>
                    <a:pt x="115" y="386"/>
                  </a:cubicBezTo>
                  <a:close/>
                  <a:moveTo>
                    <a:pt x="114" y="388"/>
                  </a:moveTo>
                  <a:cubicBezTo>
                    <a:pt x="114" y="389"/>
                    <a:pt x="113" y="389"/>
                    <a:pt x="113" y="390"/>
                  </a:cubicBezTo>
                  <a:cubicBezTo>
                    <a:pt x="112" y="390"/>
                    <a:pt x="113" y="388"/>
                    <a:pt x="114" y="388"/>
                  </a:cubicBezTo>
                  <a:close/>
                  <a:moveTo>
                    <a:pt x="111" y="394"/>
                  </a:moveTo>
                  <a:cubicBezTo>
                    <a:pt x="110" y="393"/>
                    <a:pt x="112" y="392"/>
                    <a:pt x="112" y="391"/>
                  </a:cubicBezTo>
                  <a:cubicBezTo>
                    <a:pt x="113" y="392"/>
                    <a:pt x="111" y="393"/>
                    <a:pt x="111" y="394"/>
                  </a:cubicBezTo>
                  <a:close/>
                  <a:moveTo>
                    <a:pt x="112" y="243"/>
                  </a:moveTo>
                  <a:cubicBezTo>
                    <a:pt x="111" y="245"/>
                    <a:pt x="111" y="241"/>
                    <a:pt x="112" y="242"/>
                  </a:cubicBezTo>
                  <a:cubicBezTo>
                    <a:pt x="113" y="242"/>
                    <a:pt x="112" y="243"/>
                    <a:pt x="112" y="243"/>
                  </a:cubicBezTo>
                  <a:close/>
                  <a:moveTo>
                    <a:pt x="115" y="433"/>
                  </a:moveTo>
                  <a:cubicBezTo>
                    <a:pt x="111" y="434"/>
                    <a:pt x="116" y="429"/>
                    <a:pt x="116" y="432"/>
                  </a:cubicBezTo>
                  <a:cubicBezTo>
                    <a:pt x="116" y="432"/>
                    <a:pt x="115" y="433"/>
                    <a:pt x="115" y="433"/>
                  </a:cubicBezTo>
                  <a:close/>
                  <a:moveTo>
                    <a:pt x="116" y="435"/>
                  </a:moveTo>
                  <a:cubicBezTo>
                    <a:pt x="115" y="436"/>
                    <a:pt x="117" y="434"/>
                    <a:pt x="116" y="435"/>
                  </a:cubicBezTo>
                  <a:close/>
                  <a:moveTo>
                    <a:pt x="113" y="417"/>
                  </a:moveTo>
                  <a:cubicBezTo>
                    <a:pt x="115" y="413"/>
                    <a:pt x="118" y="409"/>
                    <a:pt x="121" y="406"/>
                  </a:cubicBezTo>
                  <a:cubicBezTo>
                    <a:pt x="119" y="410"/>
                    <a:pt x="117" y="414"/>
                    <a:pt x="113" y="417"/>
                  </a:cubicBezTo>
                  <a:close/>
                  <a:moveTo>
                    <a:pt x="121" y="276"/>
                  </a:moveTo>
                  <a:cubicBezTo>
                    <a:pt x="121" y="276"/>
                    <a:pt x="121" y="277"/>
                    <a:pt x="121" y="277"/>
                  </a:cubicBezTo>
                  <a:cubicBezTo>
                    <a:pt x="120" y="276"/>
                    <a:pt x="122" y="275"/>
                    <a:pt x="121" y="276"/>
                  </a:cubicBezTo>
                  <a:close/>
                  <a:moveTo>
                    <a:pt x="122" y="193"/>
                  </a:moveTo>
                  <a:cubicBezTo>
                    <a:pt x="123" y="193"/>
                    <a:pt x="123" y="195"/>
                    <a:pt x="122" y="195"/>
                  </a:cubicBezTo>
                  <a:cubicBezTo>
                    <a:pt x="121" y="197"/>
                    <a:pt x="121" y="192"/>
                    <a:pt x="122" y="193"/>
                  </a:cubicBezTo>
                  <a:close/>
                  <a:moveTo>
                    <a:pt x="122" y="472"/>
                  </a:moveTo>
                  <a:cubicBezTo>
                    <a:pt x="122" y="473"/>
                    <a:pt x="121" y="474"/>
                    <a:pt x="120" y="475"/>
                  </a:cubicBezTo>
                  <a:cubicBezTo>
                    <a:pt x="120" y="474"/>
                    <a:pt x="121" y="472"/>
                    <a:pt x="122" y="472"/>
                  </a:cubicBezTo>
                  <a:close/>
                  <a:moveTo>
                    <a:pt x="120" y="461"/>
                  </a:moveTo>
                  <a:cubicBezTo>
                    <a:pt x="121" y="463"/>
                    <a:pt x="118" y="467"/>
                    <a:pt x="116" y="466"/>
                  </a:cubicBezTo>
                  <a:cubicBezTo>
                    <a:pt x="115" y="464"/>
                    <a:pt x="119" y="462"/>
                    <a:pt x="120" y="461"/>
                  </a:cubicBezTo>
                  <a:close/>
                  <a:moveTo>
                    <a:pt x="111" y="479"/>
                  </a:moveTo>
                  <a:cubicBezTo>
                    <a:pt x="110" y="481"/>
                    <a:pt x="109" y="480"/>
                    <a:pt x="111" y="479"/>
                  </a:cubicBezTo>
                  <a:close/>
                  <a:moveTo>
                    <a:pt x="110" y="496"/>
                  </a:moveTo>
                  <a:cubicBezTo>
                    <a:pt x="111" y="495"/>
                    <a:pt x="109" y="497"/>
                    <a:pt x="110" y="496"/>
                  </a:cubicBezTo>
                  <a:close/>
                  <a:moveTo>
                    <a:pt x="107" y="477"/>
                  </a:moveTo>
                  <a:cubicBezTo>
                    <a:pt x="107" y="476"/>
                    <a:pt x="106" y="478"/>
                    <a:pt x="107" y="477"/>
                  </a:cubicBezTo>
                  <a:close/>
                  <a:moveTo>
                    <a:pt x="109" y="509"/>
                  </a:moveTo>
                  <a:cubicBezTo>
                    <a:pt x="108" y="510"/>
                    <a:pt x="107" y="509"/>
                    <a:pt x="106" y="508"/>
                  </a:cubicBezTo>
                  <a:cubicBezTo>
                    <a:pt x="104" y="505"/>
                    <a:pt x="110" y="501"/>
                    <a:pt x="111" y="503"/>
                  </a:cubicBezTo>
                  <a:cubicBezTo>
                    <a:pt x="114" y="504"/>
                    <a:pt x="111" y="509"/>
                    <a:pt x="109" y="509"/>
                  </a:cubicBezTo>
                  <a:close/>
                  <a:moveTo>
                    <a:pt x="115" y="501"/>
                  </a:moveTo>
                  <a:cubicBezTo>
                    <a:pt x="115" y="499"/>
                    <a:pt x="117" y="501"/>
                    <a:pt x="115" y="501"/>
                  </a:cubicBezTo>
                  <a:close/>
                  <a:moveTo>
                    <a:pt x="115" y="498"/>
                  </a:moveTo>
                  <a:cubicBezTo>
                    <a:pt x="115" y="498"/>
                    <a:pt x="115" y="498"/>
                    <a:pt x="115" y="498"/>
                  </a:cubicBezTo>
                  <a:cubicBezTo>
                    <a:pt x="115" y="499"/>
                    <a:pt x="115" y="499"/>
                    <a:pt x="115" y="499"/>
                  </a:cubicBezTo>
                  <a:cubicBezTo>
                    <a:pt x="114" y="500"/>
                    <a:pt x="114" y="500"/>
                    <a:pt x="114" y="501"/>
                  </a:cubicBezTo>
                  <a:cubicBezTo>
                    <a:pt x="114" y="501"/>
                    <a:pt x="114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2"/>
                    <a:pt x="113" y="502"/>
                  </a:cubicBezTo>
                  <a:cubicBezTo>
                    <a:pt x="113" y="502"/>
                    <a:pt x="113" y="501"/>
                    <a:pt x="113" y="501"/>
                  </a:cubicBezTo>
                  <a:cubicBezTo>
                    <a:pt x="114" y="499"/>
                    <a:pt x="115" y="496"/>
                    <a:pt x="116" y="494"/>
                  </a:cubicBezTo>
                  <a:cubicBezTo>
                    <a:pt x="116" y="495"/>
                    <a:pt x="116" y="497"/>
                    <a:pt x="115" y="498"/>
                  </a:cubicBezTo>
                  <a:close/>
                  <a:moveTo>
                    <a:pt x="115" y="482"/>
                  </a:moveTo>
                  <a:cubicBezTo>
                    <a:pt x="116" y="481"/>
                    <a:pt x="118" y="481"/>
                    <a:pt x="120" y="480"/>
                  </a:cubicBezTo>
                  <a:cubicBezTo>
                    <a:pt x="119" y="482"/>
                    <a:pt x="117" y="482"/>
                    <a:pt x="115" y="482"/>
                  </a:cubicBezTo>
                  <a:close/>
                  <a:moveTo>
                    <a:pt x="121" y="500"/>
                  </a:moveTo>
                  <a:cubicBezTo>
                    <a:pt x="122" y="501"/>
                    <a:pt x="121" y="503"/>
                    <a:pt x="119" y="503"/>
                  </a:cubicBezTo>
                  <a:cubicBezTo>
                    <a:pt x="117" y="502"/>
                    <a:pt x="119" y="499"/>
                    <a:pt x="121" y="500"/>
                  </a:cubicBezTo>
                  <a:cubicBezTo>
                    <a:pt x="119" y="498"/>
                    <a:pt x="121" y="493"/>
                    <a:pt x="124" y="494"/>
                  </a:cubicBezTo>
                  <a:cubicBezTo>
                    <a:pt x="128" y="495"/>
                    <a:pt x="124" y="503"/>
                    <a:pt x="121" y="500"/>
                  </a:cubicBezTo>
                  <a:close/>
                  <a:moveTo>
                    <a:pt x="123" y="425"/>
                  </a:moveTo>
                  <a:cubicBezTo>
                    <a:pt x="123" y="425"/>
                    <a:pt x="123" y="424"/>
                    <a:pt x="124" y="424"/>
                  </a:cubicBezTo>
                  <a:cubicBezTo>
                    <a:pt x="124" y="424"/>
                    <a:pt x="123" y="425"/>
                    <a:pt x="123" y="425"/>
                  </a:cubicBezTo>
                  <a:close/>
                  <a:moveTo>
                    <a:pt x="123" y="474"/>
                  </a:moveTo>
                  <a:cubicBezTo>
                    <a:pt x="123" y="472"/>
                    <a:pt x="125" y="474"/>
                    <a:pt x="123" y="474"/>
                  </a:cubicBezTo>
                  <a:close/>
                  <a:moveTo>
                    <a:pt x="123" y="471"/>
                  </a:moveTo>
                  <a:cubicBezTo>
                    <a:pt x="125" y="469"/>
                    <a:pt x="122" y="472"/>
                    <a:pt x="123" y="471"/>
                  </a:cubicBezTo>
                  <a:close/>
                  <a:moveTo>
                    <a:pt x="126" y="472"/>
                  </a:moveTo>
                  <a:cubicBezTo>
                    <a:pt x="126" y="472"/>
                    <a:pt x="126" y="472"/>
                    <a:pt x="126" y="472"/>
                  </a:cubicBezTo>
                  <a:cubicBezTo>
                    <a:pt x="125" y="472"/>
                    <a:pt x="125" y="473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ubicBezTo>
                    <a:pt x="126" y="472"/>
                    <a:pt x="126" y="472"/>
                    <a:pt x="126" y="472"/>
                  </a:cubicBezTo>
                  <a:close/>
                  <a:moveTo>
                    <a:pt x="127" y="431"/>
                  </a:moveTo>
                  <a:cubicBezTo>
                    <a:pt x="127" y="431"/>
                    <a:pt x="128" y="431"/>
                    <a:pt x="127" y="432"/>
                  </a:cubicBezTo>
                  <a:cubicBezTo>
                    <a:pt x="127" y="433"/>
                    <a:pt x="126" y="431"/>
                    <a:pt x="127" y="431"/>
                  </a:cubicBezTo>
                  <a:close/>
                  <a:moveTo>
                    <a:pt x="127" y="501"/>
                  </a:moveTo>
                  <a:cubicBezTo>
                    <a:pt x="127" y="500"/>
                    <a:pt x="127" y="500"/>
                    <a:pt x="127" y="500"/>
                  </a:cubicBezTo>
                  <a:cubicBezTo>
                    <a:pt x="127" y="498"/>
                    <a:pt x="129" y="501"/>
                    <a:pt x="127" y="501"/>
                  </a:cubicBezTo>
                  <a:close/>
                  <a:moveTo>
                    <a:pt x="128" y="501"/>
                  </a:moveTo>
                  <a:cubicBezTo>
                    <a:pt x="127" y="502"/>
                    <a:pt x="128" y="499"/>
                    <a:pt x="129" y="500"/>
                  </a:cubicBezTo>
                  <a:cubicBezTo>
                    <a:pt x="130" y="501"/>
                    <a:pt x="129" y="501"/>
                    <a:pt x="128" y="501"/>
                  </a:cubicBezTo>
                  <a:close/>
                  <a:moveTo>
                    <a:pt x="128" y="456"/>
                  </a:moveTo>
                  <a:cubicBezTo>
                    <a:pt x="129" y="455"/>
                    <a:pt x="127" y="457"/>
                    <a:pt x="128" y="456"/>
                  </a:cubicBezTo>
                  <a:close/>
                  <a:moveTo>
                    <a:pt x="125" y="401"/>
                  </a:moveTo>
                  <a:cubicBezTo>
                    <a:pt x="125" y="401"/>
                    <a:pt x="122" y="406"/>
                    <a:pt x="123" y="403"/>
                  </a:cubicBezTo>
                  <a:cubicBezTo>
                    <a:pt x="123" y="401"/>
                    <a:pt x="128" y="398"/>
                    <a:pt x="130" y="396"/>
                  </a:cubicBezTo>
                  <a:cubicBezTo>
                    <a:pt x="129" y="398"/>
                    <a:pt x="127" y="399"/>
                    <a:pt x="125" y="401"/>
                  </a:cubicBezTo>
                  <a:close/>
                  <a:moveTo>
                    <a:pt x="131" y="424"/>
                  </a:moveTo>
                  <a:cubicBezTo>
                    <a:pt x="131" y="424"/>
                    <a:pt x="131" y="425"/>
                    <a:pt x="130" y="426"/>
                  </a:cubicBezTo>
                  <a:cubicBezTo>
                    <a:pt x="130" y="426"/>
                    <a:pt x="130" y="424"/>
                    <a:pt x="131" y="424"/>
                  </a:cubicBezTo>
                  <a:close/>
                  <a:moveTo>
                    <a:pt x="131" y="503"/>
                  </a:moveTo>
                  <a:cubicBezTo>
                    <a:pt x="129" y="502"/>
                    <a:pt x="134" y="500"/>
                    <a:pt x="132" y="503"/>
                  </a:cubicBezTo>
                  <a:cubicBezTo>
                    <a:pt x="132" y="503"/>
                    <a:pt x="131" y="504"/>
                    <a:pt x="131" y="503"/>
                  </a:cubicBezTo>
                  <a:close/>
                  <a:moveTo>
                    <a:pt x="132" y="505"/>
                  </a:moveTo>
                  <a:cubicBezTo>
                    <a:pt x="132" y="506"/>
                    <a:pt x="133" y="504"/>
                    <a:pt x="132" y="505"/>
                  </a:cubicBezTo>
                  <a:close/>
                  <a:moveTo>
                    <a:pt x="132" y="478"/>
                  </a:moveTo>
                  <a:cubicBezTo>
                    <a:pt x="130" y="480"/>
                    <a:pt x="130" y="474"/>
                    <a:pt x="132" y="475"/>
                  </a:cubicBezTo>
                  <a:cubicBezTo>
                    <a:pt x="134" y="476"/>
                    <a:pt x="133" y="478"/>
                    <a:pt x="132" y="478"/>
                  </a:cubicBezTo>
                  <a:close/>
                  <a:moveTo>
                    <a:pt x="138" y="496"/>
                  </a:moveTo>
                  <a:cubicBezTo>
                    <a:pt x="136" y="498"/>
                    <a:pt x="135" y="493"/>
                    <a:pt x="137" y="494"/>
                  </a:cubicBezTo>
                  <a:cubicBezTo>
                    <a:pt x="138" y="494"/>
                    <a:pt x="138" y="496"/>
                    <a:pt x="138" y="496"/>
                  </a:cubicBezTo>
                  <a:close/>
                  <a:moveTo>
                    <a:pt x="140" y="501"/>
                  </a:moveTo>
                  <a:cubicBezTo>
                    <a:pt x="141" y="500"/>
                    <a:pt x="141" y="502"/>
                    <a:pt x="140" y="501"/>
                  </a:cubicBezTo>
                  <a:close/>
                  <a:moveTo>
                    <a:pt x="139" y="469"/>
                  </a:moveTo>
                  <a:cubicBezTo>
                    <a:pt x="138" y="471"/>
                    <a:pt x="136" y="474"/>
                    <a:pt x="135" y="475"/>
                  </a:cubicBezTo>
                  <a:cubicBezTo>
                    <a:pt x="130" y="476"/>
                    <a:pt x="139" y="468"/>
                    <a:pt x="141" y="467"/>
                  </a:cubicBezTo>
                  <a:cubicBezTo>
                    <a:pt x="138" y="469"/>
                    <a:pt x="141" y="465"/>
                    <a:pt x="142" y="466"/>
                  </a:cubicBezTo>
                  <a:cubicBezTo>
                    <a:pt x="143" y="467"/>
                    <a:pt x="140" y="469"/>
                    <a:pt x="139" y="469"/>
                  </a:cubicBezTo>
                  <a:close/>
                  <a:moveTo>
                    <a:pt x="143" y="510"/>
                  </a:moveTo>
                  <a:cubicBezTo>
                    <a:pt x="142" y="510"/>
                    <a:pt x="142" y="511"/>
                    <a:pt x="142" y="511"/>
                  </a:cubicBezTo>
                  <a:cubicBezTo>
                    <a:pt x="143" y="510"/>
                    <a:pt x="143" y="509"/>
                    <a:pt x="143" y="510"/>
                  </a:cubicBezTo>
                  <a:close/>
                  <a:moveTo>
                    <a:pt x="143" y="484"/>
                  </a:moveTo>
                  <a:cubicBezTo>
                    <a:pt x="143" y="484"/>
                    <a:pt x="144" y="483"/>
                    <a:pt x="144" y="483"/>
                  </a:cubicBezTo>
                  <a:cubicBezTo>
                    <a:pt x="144" y="483"/>
                    <a:pt x="144" y="484"/>
                    <a:pt x="143" y="484"/>
                  </a:cubicBezTo>
                  <a:close/>
                  <a:moveTo>
                    <a:pt x="144" y="494"/>
                  </a:moveTo>
                  <a:cubicBezTo>
                    <a:pt x="144" y="493"/>
                    <a:pt x="147" y="493"/>
                    <a:pt x="147" y="494"/>
                  </a:cubicBezTo>
                  <a:cubicBezTo>
                    <a:pt x="147" y="495"/>
                    <a:pt x="144" y="497"/>
                    <a:pt x="144" y="494"/>
                  </a:cubicBezTo>
                  <a:close/>
                  <a:moveTo>
                    <a:pt x="145" y="517"/>
                  </a:moveTo>
                  <a:cubicBezTo>
                    <a:pt x="144" y="515"/>
                    <a:pt x="148" y="516"/>
                    <a:pt x="148" y="517"/>
                  </a:cubicBezTo>
                  <a:cubicBezTo>
                    <a:pt x="147" y="518"/>
                    <a:pt x="145" y="519"/>
                    <a:pt x="145" y="517"/>
                  </a:cubicBezTo>
                  <a:close/>
                  <a:moveTo>
                    <a:pt x="142" y="481"/>
                  </a:moveTo>
                  <a:cubicBezTo>
                    <a:pt x="144" y="479"/>
                    <a:pt x="146" y="477"/>
                    <a:pt x="149" y="476"/>
                  </a:cubicBezTo>
                  <a:cubicBezTo>
                    <a:pt x="147" y="478"/>
                    <a:pt x="145" y="480"/>
                    <a:pt x="142" y="481"/>
                  </a:cubicBezTo>
                  <a:close/>
                  <a:moveTo>
                    <a:pt x="149" y="515"/>
                  </a:moveTo>
                  <a:cubicBezTo>
                    <a:pt x="149" y="515"/>
                    <a:pt x="147" y="515"/>
                    <a:pt x="148" y="514"/>
                  </a:cubicBezTo>
                  <a:cubicBezTo>
                    <a:pt x="148" y="514"/>
                    <a:pt x="150" y="515"/>
                    <a:pt x="149" y="515"/>
                  </a:cubicBezTo>
                  <a:close/>
                  <a:moveTo>
                    <a:pt x="150" y="472"/>
                  </a:moveTo>
                  <a:cubicBezTo>
                    <a:pt x="149" y="472"/>
                    <a:pt x="150" y="470"/>
                    <a:pt x="150" y="470"/>
                  </a:cubicBezTo>
                  <a:cubicBezTo>
                    <a:pt x="151" y="471"/>
                    <a:pt x="149" y="472"/>
                    <a:pt x="150" y="472"/>
                  </a:cubicBezTo>
                  <a:close/>
                  <a:moveTo>
                    <a:pt x="150" y="468"/>
                  </a:moveTo>
                  <a:cubicBezTo>
                    <a:pt x="150" y="468"/>
                    <a:pt x="150" y="468"/>
                    <a:pt x="151" y="468"/>
                  </a:cubicBezTo>
                  <a:cubicBezTo>
                    <a:pt x="151" y="468"/>
                    <a:pt x="151" y="467"/>
                    <a:pt x="151" y="467"/>
                  </a:cubicBezTo>
                  <a:cubicBezTo>
                    <a:pt x="151" y="467"/>
                    <a:pt x="151" y="467"/>
                    <a:pt x="151" y="467"/>
                  </a:cubicBezTo>
                  <a:cubicBezTo>
                    <a:pt x="151" y="468"/>
                    <a:pt x="151" y="468"/>
                    <a:pt x="151" y="468"/>
                  </a:cubicBezTo>
                  <a:cubicBezTo>
                    <a:pt x="150" y="468"/>
                    <a:pt x="150" y="468"/>
                    <a:pt x="150" y="468"/>
                  </a:cubicBezTo>
                  <a:close/>
                  <a:moveTo>
                    <a:pt x="152" y="551"/>
                  </a:moveTo>
                  <a:cubicBezTo>
                    <a:pt x="151" y="551"/>
                    <a:pt x="151" y="551"/>
                    <a:pt x="151" y="551"/>
                  </a:cubicBezTo>
                  <a:cubicBezTo>
                    <a:pt x="150" y="550"/>
                    <a:pt x="153" y="549"/>
                    <a:pt x="152" y="551"/>
                  </a:cubicBezTo>
                  <a:close/>
                  <a:moveTo>
                    <a:pt x="152" y="540"/>
                  </a:moveTo>
                  <a:cubicBezTo>
                    <a:pt x="150" y="541"/>
                    <a:pt x="150" y="536"/>
                    <a:pt x="153" y="537"/>
                  </a:cubicBezTo>
                  <a:cubicBezTo>
                    <a:pt x="154" y="537"/>
                    <a:pt x="153" y="539"/>
                    <a:pt x="152" y="540"/>
                  </a:cubicBezTo>
                  <a:close/>
                  <a:moveTo>
                    <a:pt x="154" y="484"/>
                  </a:moveTo>
                  <a:cubicBezTo>
                    <a:pt x="153" y="483"/>
                    <a:pt x="155" y="483"/>
                    <a:pt x="155" y="484"/>
                  </a:cubicBezTo>
                  <a:cubicBezTo>
                    <a:pt x="155" y="484"/>
                    <a:pt x="154" y="485"/>
                    <a:pt x="154" y="484"/>
                  </a:cubicBezTo>
                  <a:close/>
                  <a:moveTo>
                    <a:pt x="158" y="546"/>
                  </a:moveTo>
                  <a:cubicBezTo>
                    <a:pt x="158" y="546"/>
                    <a:pt x="158" y="547"/>
                    <a:pt x="158" y="547"/>
                  </a:cubicBezTo>
                  <a:cubicBezTo>
                    <a:pt x="158" y="547"/>
                    <a:pt x="158" y="547"/>
                    <a:pt x="158" y="547"/>
                  </a:cubicBezTo>
                  <a:cubicBezTo>
                    <a:pt x="157" y="547"/>
                    <a:pt x="155" y="548"/>
                    <a:pt x="154" y="548"/>
                  </a:cubicBezTo>
                  <a:cubicBezTo>
                    <a:pt x="155" y="546"/>
                    <a:pt x="158" y="546"/>
                    <a:pt x="160" y="545"/>
                  </a:cubicBezTo>
                  <a:cubicBezTo>
                    <a:pt x="160" y="545"/>
                    <a:pt x="159" y="546"/>
                    <a:pt x="158" y="546"/>
                  </a:cubicBezTo>
                  <a:close/>
                  <a:moveTo>
                    <a:pt x="155" y="544"/>
                  </a:moveTo>
                  <a:cubicBezTo>
                    <a:pt x="155" y="544"/>
                    <a:pt x="156" y="543"/>
                    <a:pt x="156" y="544"/>
                  </a:cubicBezTo>
                  <a:cubicBezTo>
                    <a:pt x="156" y="544"/>
                    <a:pt x="155" y="546"/>
                    <a:pt x="155" y="544"/>
                  </a:cubicBezTo>
                  <a:close/>
                  <a:moveTo>
                    <a:pt x="160" y="521"/>
                  </a:moveTo>
                  <a:cubicBezTo>
                    <a:pt x="151" y="525"/>
                    <a:pt x="154" y="511"/>
                    <a:pt x="161" y="512"/>
                  </a:cubicBezTo>
                  <a:cubicBezTo>
                    <a:pt x="165" y="513"/>
                    <a:pt x="162" y="520"/>
                    <a:pt x="160" y="521"/>
                  </a:cubicBezTo>
                  <a:close/>
                  <a:moveTo>
                    <a:pt x="162" y="544"/>
                  </a:moveTo>
                  <a:cubicBezTo>
                    <a:pt x="162" y="545"/>
                    <a:pt x="161" y="545"/>
                    <a:pt x="161" y="545"/>
                  </a:cubicBezTo>
                  <a:cubicBezTo>
                    <a:pt x="160" y="544"/>
                    <a:pt x="165" y="543"/>
                    <a:pt x="162" y="544"/>
                  </a:cubicBezTo>
                  <a:close/>
                  <a:moveTo>
                    <a:pt x="168" y="525"/>
                  </a:moveTo>
                  <a:cubicBezTo>
                    <a:pt x="168" y="525"/>
                    <a:pt x="169" y="525"/>
                    <a:pt x="169" y="525"/>
                  </a:cubicBezTo>
                  <a:cubicBezTo>
                    <a:pt x="169" y="526"/>
                    <a:pt x="168" y="526"/>
                    <a:pt x="168" y="525"/>
                  </a:cubicBezTo>
                  <a:close/>
                  <a:moveTo>
                    <a:pt x="170" y="537"/>
                  </a:moveTo>
                  <a:cubicBezTo>
                    <a:pt x="168" y="538"/>
                    <a:pt x="168" y="535"/>
                    <a:pt x="170" y="535"/>
                  </a:cubicBezTo>
                  <a:cubicBezTo>
                    <a:pt x="171" y="536"/>
                    <a:pt x="170" y="536"/>
                    <a:pt x="170" y="537"/>
                  </a:cubicBezTo>
                  <a:close/>
                  <a:moveTo>
                    <a:pt x="172" y="521"/>
                  </a:moveTo>
                  <a:cubicBezTo>
                    <a:pt x="170" y="522"/>
                    <a:pt x="165" y="524"/>
                    <a:pt x="161" y="525"/>
                  </a:cubicBezTo>
                  <a:cubicBezTo>
                    <a:pt x="164" y="523"/>
                    <a:pt x="170" y="520"/>
                    <a:pt x="173" y="519"/>
                  </a:cubicBezTo>
                  <a:cubicBezTo>
                    <a:pt x="172" y="519"/>
                    <a:pt x="175" y="519"/>
                    <a:pt x="175" y="519"/>
                  </a:cubicBezTo>
                  <a:cubicBezTo>
                    <a:pt x="175" y="520"/>
                    <a:pt x="173" y="520"/>
                    <a:pt x="172" y="521"/>
                  </a:cubicBezTo>
                  <a:close/>
                  <a:moveTo>
                    <a:pt x="176" y="546"/>
                  </a:moveTo>
                  <a:cubicBezTo>
                    <a:pt x="175" y="547"/>
                    <a:pt x="175" y="547"/>
                    <a:pt x="175" y="546"/>
                  </a:cubicBezTo>
                  <a:cubicBezTo>
                    <a:pt x="174" y="545"/>
                    <a:pt x="177" y="545"/>
                    <a:pt x="176" y="546"/>
                  </a:cubicBezTo>
                  <a:close/>
                  <a:moveTo>
                    <a:pt x="174" y="497"/>
                  </a:moveTo>
                  <a:cubicBezTo>
                    <a:pt x="174" y="496"/>
                    <a:pt x="176" y="497"/>
                    <a:pt x="176" y="497"/>
                  </a:cubicBezTo>
                  <a:cubicBezTo>
                    <a:pt x="176" y="498"/>
                    <a:pt x="174" y="499"/>
                    <a:pt x="174" y="497"/>
                  </a:cubicBezTo>
                  <a:close/>
                  <a:moveTo>
                    <a:pt x="176" y="431"/>
                  </a:moveTo>
                  <a:cubicBezTo>
                    <a:pt x="176" y="431"/>
                    <a:pt x="176" y="431"/>
                    <a:pt x="176" y="431"/>
                  </a:cubicBezTo>
                  <a:cubicBezTo>
                    <a:pt x="175" y="433"/>
                    <a:pt x="176" y="429"/>
                    <a:pt x="176" y="431"/>
                  </a:cubicBezTo>
                  <a:close/>
                  <a:moveTo>
                    <a:pt x="176" y="487"/>
                  </a:moveTo>
                  <a:cubicBezTo>
                    <a:pt x="176" y="485"/>
                    <a:pt x="181" y="484"/>
                    <a:pt x="181" y="486"/>
                  </a:cubicBezTo>
                  <a:cubicBezTo>
                    <a:pt x="182" y="489"/>
                    <a:pt x="176" y="491"/>
                    <a:pt x="176" y="487"/>
                  </a:cubicBezTo>
                  <a:close/>
                  <a:moveTo>
                    <a:pt x="180" y="543"/>
                  </a:moveTo>
                  <a:cubicBezTo>
                    <a:pt x="180" y="543"/>
                    <a:pt x="181" y="542"/>
                    <a:pt x="182" y="543"/>
                  </a:cubicBezTo>
                  <a:cubicBezTo>
                    <a:pt x="182" y="544"/>
                    <a:pt x="180" y="544"/>
                    <a:pt x="180" y="543"/>
                  </a:cubicBezTo>
                  <a:close/>
                  <a:moveTo>
                    <a:pt x="182" y="538"/>
                  </a:moveTo>
                  <a:cubicBezTo>
                    <a:pt x="181" y="539"/>
                    <a:pt x="182" y="536"/>
                    <a:pt x="183" y="537"/>
                  </a:cubicBezTo>
                  <a:cubicBezTo>
                    <a:pt x="183" y="537"/>
                    <a:pt x="183" y="538"/>
                    <a:pt x="182" y="538"/>
                  </a:cubicBezTo>
                  <a:close/>
                  <a:moveTo>
                    <a:pt x="183" y="485"/>
                  </a:moveTo>
                  <a:cubicBezTo>
                    <a:pt x="183" y="484"/>
                    <a:pt x="181" y="483"/>
                    <a:pt x="181" y="482"/>
                  </a:cubicBezTo>
                  <a:cubicBezTo>
                    <a:pt x="182" y="480"/>
                    <a:pt x="183" y="482"/>
                    <a:pt x="184" y="481"/>
                  </a:cubicBezTo>
                  <a:cubicBezTo>
                    <a:pt x="186" y="479"/>
                    <a:pt x="186" y="475"/>
                    <a:pt x="189" y="472"/>
                  </a:cubicBezTo>
                  <a:cubicBezTo>
                    <a:pt x="188" y="476"/>
                    <a:pt x="185" y="481"/>
                    <a:pt x="183" y="485"/>
                  </a:cubicBezTo>
                  <a:close/>
                  <a:moveTo>
                    <a:pt x="186" y="544"/>
                  </a:moveTo>
                  <a:cubicBezTo>
                    <a:pt x="184" y="546"/>
                    <a:pt x="184" y="543"/>
                    <a:pt x="186" y="544"/>
                  </a:cubicBezTo>
                  <a:close/>
                  <a:moveTo>
                    <a:pt x="185" y="507"/>
                  </a:moveTo>
                  <a:cubicBezTo>
                    <a:pt x="183" y="504"/>
                    <a:pt x="190" y="504"/>
                    <a:pt x="187" y="507"/>
                  </a:cubicBezTo>
                  <a:cubicBezTo>
                    <a:pt x="187" y="507"/>
                    <a:pt x="186" y="507"/>
                    <a:pt x="185" y="507"/>
                  </a:cubicBezTo>
                  <a:close/>
                  <a:moveTo>
                    <a:pt x="189" y="542"/>
                  </a:moveTo>
                  <a:cubicBezTo>
                    <a:pt x="189" y="542"/>
                    <a:pt x="190" y="541"/>
                    <a:pt x="190" y="541"/>
                  </a:cubicBezTo>
                  <a:cubicBezTo>
                    <a:pt x="191" y="541"/>
                    <a:pt x="190" y="541"/>
                    <a:pt x="189" y="542"/>
                  </a:cubicBezTo>
                  <a:close/>
                  <a:moveTo>
                    <a:pt x="193" y="537"/>
                  </a:moveTo>
                  <a:cubicBezTo>
                    <a:pt x="193" y="537"/>
                    <a:pt x="193" y="538"/>
                    <a:pt x="193" y="538"/>
                  </a:cubicBezTo>
                  <a:cubicBezTo>
                    <a:pt x="191" y="539"/>
                    <a:pt x="193" y="535"/>
                    <a:pt x="193" y="537"/>
                  </a:cubicBezTo>
                  <a:close/>
                  <a:moveTo>
                    <a:pt x="188" y="542"/>
                  </a:moveTo>
                  <a:cubicBezTo>
                    <a:pt x="188" y="540"/>
                    <a:pt x="191" y="536"/>
                    <a:pt x="193" y="535"/>
                  </a:cubicBezTo>
                  <a:cubicBezTo>
                    <a:pt x="191" y="537"/>
                    <a:pt x="190" y="540"/>
                    <a:pt x="188" y="542"/>
                  </a:cubicBezTo>
                  <a:close/>
                  <a:moveTo>
                    <a:pt x="190" y="499"/>
                  </a:moveTo>
                  <a:cubicBezTo>
                    <a:pt x="191" y="498"/>
                    <a:pt x="192" y="497"/>
                    <a:pt x="194" y="497"/>
                  </a:cubicBezTo>
                  <a:cubicBezTo>
                    <a:pt x="193" y="498"/>
                    <a:pt x="192" y="499"/>
                    <a:pt x="190" y="499"/>
                  </a:cubicBezTo>
                  <a:close/>
                  <a:moveTo>
                    <a:pt x="194" y="533"/>
                  </a:moveTo>
                  <a:cubicBezTo>
                    <a:pt x="193" y="533"/>
                    <a:pt x="195" y="531"/>
                    <a:pt x="195" y="531"/>
                  </a:cubicBezTo>
                  <a:cubicBezTo>
                    <a:pt x="196" y="531"/>
                    <a:pt x="194" y="533"/>
                    <a:pt x="194" y="533"/>
                  </a:cubicBezTo>
                  <a:close/>
                  <a:moveTo>
                    <a:pt x="194" y="497"/>
                  </a:moveTo>
                  <a:cubicBezTo>
                    <a:pt x="194" y="497"/>
                    <a:pt x="194" y="497"/>
                    <a:pt x="194" y="497"/>
                  </a:cubicBezTo>
                  <a:close/>
                  <a:moveTo>
                    <a:pt x="195" y="497"/>
                  </a:move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6"/>
                  </a:cubicBezTo>
                  <a:cubicBezTo>
                    <a:pt x="195" y="496"/>
                    <a:pt x="195" y="496"/>
                    <a:pt x="195" y="497"/>
                  </a:cubicBezTo>
                  <a:close/>
                  <a:moveTo>
                    <a:pt x="189" y="398"/>
                  </a:moveTo>
                  <a:cubicBezTo>
                    <a:pt x="192" y="394"/>
                    <a:pt x="196" y="392"/>
                    <a:pt x="201" y="389"/>
                  </a:cubicBezTo>
                  <a:cubicBezTo>
                    <a:pt x="198" y="392"/>
                    <a:pt x="192" y="395"/>
                    <a:pt x="189" y="398"/>
                  </a:cubicBezTo>
                  <a:close/>
                  <a:moveTo>
                    <a:pt x="196" y="530"/>
                  </a:moveTo>
                  <a:cubicBezTo>
                    <a:pt x="196" y="531"/>
                    <a:pt x="195" y="529"/>
                    <a:pt x="196" y="530"/>
                  </a:cubicBezTo>
                  <a:close/>
                  <a:moveTo>
                    <a:pt x="198" y="514"/>
                  </a:moveTo>
                  <a:cubicBezTo>
                    <a:pt x="198" y="514"/>
                    <a:pt x="198" y="515"/>
                    <a:pt x="197" y="515"/>
                  </a:cubicBezTo>
                  <a:cubicBezTo>
                    <a:pt x="196" y="516"/>
                    <a:pt x="197" y="513"/>
                    <a:pt x="198" y="514"/>
                  </a:cubicBezTo>
                  <a:close/>
                  <a:moveTo>
                    <a:pt x="198" y="558"/>
                  </a:moveTo>
                  <a:cubicBezTo>
                    <a:pt x="198" y="556"/>
                    <a:pt x="204" y="555"/>
                    <a:pt x="204" y="558"/>
                  </a:cubicBezTo>
                  <a:cubicBezTo>
                    <a:pt x="205" y="561"/>
                    <a:pt x="197" y="562"/>
                    <a:pt x="198" y="558"/>
                  </a:cubicBezTo>
                  <a:close/>
                  <a:moveTo>
                    <a:pt x="204" y="554"/>
                  </a:moveTo>
                  <a:cubicBezTo>
                    <a:pt x="205" y="554"/>
                    <a:pt x="206" y="553"/>
                    <a:pt x="207" y="553"/>
                  </a:cubicBezTo>
                  <a:cubicBezTo>
                    <a:pt x="207" y="554"/>
                    <a:pt x="204" y="555"/>
                    <a:pt x="204" y="554"/>
                  </a:cubicBezTo>
                  <a:close/>
                  <a:moveTo>
                    <a:pt x="203" y="542"/>
                  </a:moveTo>
                  <a:cubicBezTo>
                    <a:pt x="200" y="539"/>
                    <a:pt x="203" y="534"/>
                    <a:pt x="205" y="533"/>
                  </a:cubicBezTo>
                  <a:cubicBezTo>
                    <a:pt x="207" y="532"/>
                    <a:pt x="210" y="533"/>
                    <a:pt x="211" y="532"/>
                  </a:cubicBezTo>
                  <a:cubicBezTo>
                    <a:pt x="215" y="532"/>
                    <a:pt x="213" y="532"/>
                    <a:pt x="215" y="534"/>
                  </a:cubicBezTo>
                  <a:cubicBezTo>
                    <a:pt x="217" y="537"/>
                    <a:pt x="216" y="541"/>
                    <a:pt x="213" y="540"/>
                  </a:cubicBezTo>
                  <a:cubicBezTo>
                    <a:pt x="214" y="535"/>
                    <a:pt x="211" y="542"/>
                    <a:pt x="210" y="543"/>
                  </a:cubicBezTo>
                  <a:cubicBezTo>
                    <a:pt x="209" y="543"/>
                    <a:pt x="204" y="543"/>
                    <a:pt x="203" y="542"/>
                  </a:cubicBezTo>
                  <a:close/>
                  <a:moveTo>
                    <a:pt x="213" y="545"/>
                  </a:moveTo>
                  <a:cubicBezTo>
                    <a:pt x="213" y="544"/>
                    <a:pt x="216" y="545"/>
                    <a:pt x="215" y="546"/>
                  </a:cubicBezTo>
                  <a:cubicBezTo>
                    <a:pt x="215" y="546"/>
                    <a:pt x="214" y="546"/>
                    <a:pt x="213" y="545"/>
                  </a:cubicBezTo>
                  <a:close/>
                  <a:moveTo>
                    <a:pt x="215" y="609"/>
                  </a:moveTo>
                  <a:cubicBezTo>
                    <a:pt x="215" y="609"/>
                    <a:pt x="215" y="609"/>
                    <a:pt x="215" y="609"/>
                  </a:cubicBezTo>
                  <a:cubicBezTo>
                    <a:pt x="214" y="607"/>
                    <a:pt x="217" y="611"/>
                    <a:pt x="215" y="609"/>
                  </a:cubicBezTo>
                  <a:close/>
                  <a:moveTo>
                    <a:pt x="214" y="557"/>
                  </a:moveTo>
                  <a:cubicBezTo>
                    <a:pt x="214" y="556"/>
                    <a:pt x="216" y="555"/>
                    <a:pt x="217" y="556"/>
                  </a:cubicBezTo>
                  <a:cubicBezTo>
                    <a:pt x="217" y="558"/>
                    <a:pt x="214" y="557"/>
                    <a:pt x="214" y="557"/>
                  </a:cubicBezTo>
                  <a:close/>
                  <a:moveTo>
                    <a:pt x="209" y="544"/>
                  </a:moveTo>
                  <a:cubicBezTo>
                    <a:pt x="210" y="544"/>
                    <a:pt x="217" y="540"/>
                    <a:pt x="217" y="542"/>
                  </a:cubicBezTo>
                  <a:cubicBezTo>
                    <a:pt x="217" y="543"/>
                    <a:pt x="211" y="545"/>
                    <a:pt x="209" y="544"/>
                  </a:cubicBezTo>
                  <a:close/>
                  <a:moveTo>
                    <a:pt x="216" y="527"/>
                  </a:moveTo>
                  <a:cubicBezTo>
                    <a:pt x="216" y="526"/>
                    <a:pt x="216" y="526"/>
                    <a:pt x="216" y="526"/>
                  </a:cubicBezTo>
                  <a:cubicBezTo>
                    <a:pt x="217" y="525"/>
                    <a:pt x="217" y="527"/>
                    <a:pt x="216" y="527"/>
                  </a:cubicBezTo>
                  <a:close/>
                  <a:moveTo>
                    <a:pt x="217" y="615"/>
                  </a:moveTo>
                  <a:cubicBezTo>
                    <a:pt x="216" y="614"/>
                    <a:pt x="218" y="613"/>
                    <a:pt x="218" y="614"/>
                  </a:cubicBezTo>
                  <a:cubicBezTo>
                    <a:pt x="218" y="614"/>
                    <a:pt x="217" y="614"/>
                    <a:pt x="217" y="615"/>
                  </a:cubicBezTo>
                  <a:close/>
                  <a:moveTo>
                    <a:pt x="219" y="542"/>
                  </a:moveTo>
                  <a:cubicBezTo>
                    <a:pt x="216" y="544"/>
                    <a:pt x="217" y="538"/>
                    <a:pt x="219" y="539"/>
                  </a:cubicBezTo>
                  <a:cubicBezTo>
                    <a:pt x="221" y="540"/>
                    <a:pt x="219" y="542"/>
                    <a:pt x="219" y="542"/>
                  </a:cubicBezTo>
                  <a:close/>
                  <a:moveTo>
                    <a:pt x="219" y="567"/>
                  </a:moveTo>
                  <a:cubicBezTo>
                    <a:pt x="219" y="566"/>
                    <a:pt x="220" y="566"/>
                    <a:pt x="221" y="566"/>
                  </a:cubicBezTo>
                  <a:cubicBezTo>
                    <a:pt x="220" y="567"/>
                    <a:pt x="220" y="567"/>
                    <a:pt x="219" y="567"/>
                  </a:cubicBezTo>
                  <a:close/>
                  <a:moveTo>
                    <a:pt x="222" y="589"/>
                  </a:moveTo>
                  <a:cubicBezTo>
                    <a:pt x="222" y="589"/>
                    <a:pt x="221" y="589"/>
                    <a:pt x="220" y="589"/>
                  </a:cubicBezTo>
                  <a:cubicBezTo>
                    <a:pt x="220" y="589"/>
                    <a:pt x="222" y="588"/>
                    <a:pt x="222" y="589"/>
                  </a:cubicBezTo>
                  <a:close/>
                  <a:moveTo>
                    <a:pt x="221" y="615"/>
                  </a:moveTo>
                  <a:cubicBezTo>
                    <a:pt x="221" y="614"/>
                    <a:pt x="222" y="614"/>
                    <a:pt x="223" y="614"/>
                  </a:cubicBezTo>
                  <a:cubicBezTo>
                    <a:pt x="222" y="615"/>
                    <a:pt x="221" y="614"/>
                    <a:pt x="221" y="615"/>
                  </a:cubicBezTo>
                  <a:close/>
                  <a:moveTo>
                    <a:pt x="223" y="565"/>
                  </a:moveTo>
                  <a:cubicBezTo>
                    <a:pt x="223" y="565"/>
                    <a:pt x="223" y="565"/>
                    <a:pt x="223" y="566"/>
                  </a:cubicBezTo>
                  <a:cubicBezTo>
                    <a:pt x="223" y="566"/>
                    <a:pt x="223" y="566"/>
                    <a:pt x="223" y="566"/>
                  </a:cubicBezTo>
                  <a:cubicBezTo>
                    <a:pt x="223" y="567"/>
                    <a:pt x="223" y="566"/>
                    <a:pt x="223" y="566"/>
                  </a:cubicBezTo>
                  <a:cubicBezTo>
                    <a:pt x="223" y="565"/>
                    <a:pt x="223" y="565"/>
                    <a:pt x="223" y="565"/>
                  </a:cubicBezTo>
                  <a:close/>
                  <a:moveTo>
                    <a:pt x="223" y="571"/>
                  </a:moveTo>
                  <a:cubicBezTo>
                    <a:pt x="223" y="569"/>
                    <a:pt x="227" y="570"/>
                    <a:pt x="226" y="571"/>
                  </a:cubicBezTo>
                  <a:cubicBezTo>
                    <a:pt x="226" y="572"/>
                    <a:pt x="223" y="572"/>
                    <a:pt x="223" y="571"/>
                  </a:cubicBezTo>
                  <a:close/>
                  <a:moveTo>
                    <a:pt x="226" y="582"/>
                  </a:moveTo>
                  <a:cubicBezTo>
                    <a:pt x="226" y="581"/>
                    <a:pt x="226" y="583"/>
                    <a:pt x="226" y="582"/>
                  </a:cubicBezTo>
                  <a:close/>
                  <a:moveTo>
                    <a:pt x="227" y="608"/>
                  </a:moveTo>
                  <a:cubicBezTo>
                    <a:pt x="227" y="608"/>
                    <a:pt x="225" y="608"/>
                    <a:pt x="224" y="607"/>
                  </a:cubicBezTo>
                  <a:cubicBezTo>
                    <a:pt x="224" y="606"/>
                    <a:pt x="228" y="607"/>
                    <a:pt x="227" y="608"/>
                  </a:cubicBezTo>
                  <a:close/>
                  <a:moveTo>
                    <a:pt x="226" y="578"/>
                  </a:moveTo>
                  <a:cubicBezTo>
                    <a:pt x="226" y="578"/>
                    <a:pt x="227" y="577"/>
                    <a:pt x="227" y="578"/>
                  </a:cubicBezTo>
                  <a:cubicBezTo>
                    <a:pt x="227" y="578"/>
                    <a:pt x="226" y="578"/>
                    <a:pt x="226" y="578"/>
                  </a:cubicBezTo>
                  <a:close/>
                  <a:moveTo>
                    <a:pt x="236" y="538"/>
                  </a:moveTo>
                  <a:cubicBezTo>
                    <a:pt x="237" y="537"/>
                    <a:pt x="238" y="536"/>
                    <a:pt x="239" y="537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39" y="538"/>
                    <a:pt x="239" y="538"/>
                    <a:pt x="239" y="538"/>
                  </a:cubicBezTo>
                  <a:cubicBezTo>
                    <a:pt x="240" y="538"/>
                    <a:pt x="239" y="539"/>
                    <a:pt x="239" y="539"/>
                  </a:cubicBezTo>
                  <a:cubicBezTo>
                    <a:pt x="238" y="540"/>
                    <a:pt x="237" y="539"/>
                    <a:pt x="237" y="539"/>
                  </a:cubicBezTo>
                  <a:cubicBezTo>
                    <a:pt x="236" y="539"/>
                    <a:pt x="236" y="538"/>
                    <a:pt x="235" y="539"/>
                  </a:cubicBezTo>
                  <a:cubicBezTo>
                    <a:pt x="234" y="539"/>
                    <a:pt x="228" y="544"/>
                    <a:pt x="227" y="543"/>
                  </a:cubicBezTo>
                  <a:cubicBezTo>
                    <a:pt x="226" y="541"/>
                    <a:pt x="235" y="538"/>
                    <a:pt x="236" y="538"/>
                  </a:cubicBezTo>
                  <a:close/>
                  <a:moveTo>
                    <a:pt x="235" y="592"/>
                  </a:moveTo>
                  <a:cubicBezTo>
                    <a:pt x="235" y="592"/>
                    <a:pt x="234" y="593"/>
                    <a:pt x="234" y="592"/>
                  </a:cubicBezTo>
                  <a:cubicBezTo>
                    <a:pt x="233" y="592"/>
                    <a:pt x="235" y="591"/>
                    <a:pt x="235" y="592"/>
                  </a:cubicBezTo>
                  <a:close/>
                  <a:moveTo>
                    <a:pt x="233" y="585"/>
                  </a:moveTo>
                  <a:cubicBezTo>
                    <a:pt x="233" y="585"/>
                    <a:pt x="234" y="583"/>
                    <a:pt x="235" y="584"/>
                  </a:cubicBezTo>
                  <a:cubicBezTo>
                    <a:pt x="235" y="585"/>
                    <a:pt x="233" y="586"/>
                    <a:pt x="233" y="585"/>
                  </a:cubicBezTo>
                  <a:close/>
                  <a:moveTo>
                    <a:pt x="228" y="573"/>
                  </a:moveTo>
                  <a:cubicBezTo>
                    <a:pt x="228" y="571"/>
                    <a:pt x="230" y="572"/>
                    <a:pt x="228" y="573"/>
                  </a:cubicBezTo>
                  <a:close/>
                  <a:moveTo>
                    <a:pt x="229" y="580"/>
                  </a:moveTo>
                  <a:cubicBezTo>
                    <a:pt x="229" y="581"/>
                    <a:pt x="228" y="581"/>
                    <a:pt x="228" y="581"/>
                  </a:cubicBezTo>
                  <a:cubicBezTo>
                    <a:pt x="227" y="579"/>
                    <a:pt x="230" y="579"/>
                    <a:pt x="229" y="580"/>
                  </a:cubicBezTo>
                  <a:close/>
                  <a:moveTo>
                    <a:pt x="231" y="599"/>
                  </a:moveTo>
                  <a:cubicBezTo>
                    <a:pt x="231" y="599"/>
                    <a:pt x="233" y="598"/>
                    <a:pt x="233" y="599"/>
                  </a:cubicBezTo>
                  <a:cubicBezTo>
                    <a:pt x="233" y="600"/>
                    <a:pt x="231" y="601"/>
                    <a:pt x="231" y="599"/>
                  </a:cubicBezTo>
                  <a:close/>
                  <a:moveTo>
                    <a:pt x="236" y="624"/>
                  </a:moveTo>
                  <a:cubicBezTo>
                    <a:pt x="236" y="624"/>
                    <a:pt x="237" y="623"/>
                    <a:pt x="237" y="623"/>
                  </a:cubicBezTo>
                  <a:cubicBezTo>
                    <a:pt x="237" y="623"/>
                    <a:pt x="237" y="624"/>
                    <a:pt x="236" y="624"/>
                  </a:cubicBezTo>
                  <a:close/>
                  <a:moveTo>
                    <a:pt x="232" y="618"/>
                  </a:moveTo>
                  <a:cubicBezTo>
                    <a:pt x="233" y="616"/>
                    <a:pt x="237" y="616"/>
                    <a:pt x="239" y="615"/>
                  </a:cubicBezTo>
                  <a:cubicBezTo>
                    <a:pt x="237" y="617"/>
                    <a:pt x="234" y="617"/>
                    <a:pt x="232" y="618"/>
                  </a:cubicBezTo>
                  <a:close/>
                  <a:moveTo>
                    <a:pt x="238" y="665"/>
                  </a:moveTo>
                  <a:cubicBezTo>
                    <a:pt x="238" y="664"/>
                    <a:pt x="239" y="665"/>
                    <a:pt x="240" y="665"/>
                  </a:cubicBezTo>
                  <a:cubicBezTo>
                    <a:pt x="240" y="666"/>
                    <a:pt x="239" y="665"/>
                    <a:pt x="238" y="665"/>
                  </a:cubicBezTo>
                  <a:close/>
                  <a:moveTo>
                    <a:pt x="240" y="664"/>
                  </a:moveTo>
                  <a:cubicBezTo>
                    <a:pt x="240" y="664"/>
                    <a:pt x="239" y="663"/>
                    <a:pt x="239" y="663"/>
                  </a:cubicBezTo>
                  <a:cubicBezTo>
                    <a:pt x="239" y="662"/>
                    <a:pt x="241" y="663"/>
                    <a:pt x="240" y="664"/>
                  </a:cubicBezTo>
                  <a:close/>
                  <a:moveTo>
                    <a:pt x="251" y="679"/>
                  </a:moveTo>
                  <a:cubicBezTo>
                    <a:pt x="249" y="681"/>
                    <a:pt x="247" y="678"/>
                    <a:pt x="244" y="678"/>
                  </a:cubicBezTo>
                  <a:cubicBezTo>
                    <a:pt x="242" y="678"/>
                    <a:pt x="238" y="679"/>
                    <a:pt x="237" y="677"/>
                  </a:cubicBezTo>
                  <a:cubicBezTo>
                    <a:pt x="237" y="676"/>
                    <a:pt x="243" y="677"/>
                    <a:pt x="243" y="677"/>
                  </a:cubicBezTo>
                  <a:cubicBezTo>
                    <a:pt x="243" y="676"/>
                    <a:pt x="241" y="672"/>
                    <a:pt x="241" y="672"/>
                  </a:cubicBezTo>
                  <a:cubicBezTo>
                    <a:pt x="240" y="664"/>
                    <a:pt x="252" y="669"/>
                    <a:pt x="255" y="671"/>
                  </a:cubicBezTo>
                  <a:cubicBezTo>
                    <a:pt x="259" y="674"/>
                    <a:pt x="250" y="671"/>
                    <a:pt x="253" y="676"/>
                  </a:cubicBezTo>
                  <a:cubicBezTo>
                    <a:pt x="250" y="674"/>
                    <a:pt x="251" y="679"/>
                    <a:pt x="251" y="679"/>
                  </a:cubicBezTo>
                  <a:close/>
                  <a:moveTo>
                    <a:pt x="254" y="687"/>
                  </a:moveTo>
                  <a:cubicBezTo>
                    <a:pt x="254" y="686"/>
                    <a:pt x="254" y="685"/>
                    <a:pt x="255" y="686"/>
                  </a:cubicBezTo>
                  <a:cubicBezTo>
                    <a:pt x="257" y="686"/>
                    <a:pt x="254" y="689"/>
                    <a:pt x="254" y="687"/>
                  </a:cubicBezTo>
                  <a:close/>
                  <a:moveTo>
                    <a:pt x="254" y="690"/>
                  </a:moveTo>
                  <a:cubicBezTo>
                    <a:pt x="255" y="689"/>
                    <a:pt x="256" y="689"/>
                    <a:pt x="258" y="689"/>
                  </a:cubicBezTo>
                  <a:cubicBezTo>
                    <a:pt x="257" y="690"/>
                    <a:pt x="255" y="690"/>
                    <a:pt x="254" y="690"/>
                  </a:cubicBezTo>
                  <a:close/>
                  <a:moveTo>
                    <a:pt x="257" y="690"/>
                  </a:moveTo>
                  <a:cubicBezTo>
                    <a:pt x="257" y="689"/>
                    <a:pt x="258" y="689"/>
                    <a:pt x="258" y="690"/>
                  </a:cubicBezTo>
                  <a:cubicBezTo>
                    <a:pt x="258" y="689"/>
                    <a:pt x="258" y="691"/>
                    <a:pt x="257" y="690"/>
                  </a:cubicBezTo>
                  <a:close/>
                  <a:moveTo>
                    <a:pt x="259" y="689"/>
                  </a:moveTo>
                  <a:cubicBezTo>
                    <a:pt x="258" y="689"/>
                    <a:pt x="261" y="689"/>
                    <a:pt x="259" y="689"/>
                  </a:cubicBezTo>
                  <a:close/>
                  <a:moveTo>
                    <a:pt x="260" y="660"/>
                  </a:moveTo>
                  <a:cubicBezTo>
                    <a:pt x="259" y="660"/>
                    <a:pt x="259" y="659"/>
                    <a:pt x="260" y="660"/>
                  </a:cubicBezTo>
                  <a:close/>
                  <a:moveTo>
                    <a:pt x="261" y="631"/>
                  </a:moveTo>
                  <a:cubicBezTo>
                    <a:pt x="260" y="631"/>
                    <a:pt x="261" y="630"/>
                    <a:pt x="261" y="630"/>
                  </a:cubicBezTo>
                  <a:cubicBezTo>
                    <a:pt x="262" y="630"/>
                    <a:pt x="261" y="631"/>
                    <a:pt x="261" y="631"/>
                  </a:cubicBezTo>
                  <a:close/>
                  <a:moveTo>
                    <a:pt x="263" y="682"/>
                  </a:moveTo>
                  <a:cubicBezTo>
                    <a:pt x="263" y="681"/>
                    <a:pt x="265" y="681"/>
                    <a:pt x="265" y="682"/>
                  </a:cubicBezTo>
                  <a:cubicBezTo>
                    <a:pt x="266" y="682"/>
                    <a:pt x="263" y="683"/>
                    <a:pt x="263" y="682"/>
                  </a:cubicBezTo>
                  <a:close/>
                  <a:moveTo>
                    <a:pt x="264" y="690"/>
                  </a:moveTo>
                  <a:cubicBezTo>
                    <a:pt x="263" y="689"/>
                    <a:pt x="265" y="690"/>
                    <a:pt x="265" y="690"/>
                  </a:cubicBezTo>
                  <a:cubicBezTo>
                    <a:pt x="265" y="691"/>
                    <a:pt x="264" y="691"/>
                    <a:pt x="264" y="690"/>
                  </a:cubicBezTo>
                  <a:close/>
                  <a:moveTo>
                    <a:pt x="265" y="694"/>
                  </a:moveTo>
                  <a:cubicBezTo>
                    <a:pt x="266" y="694"/>
                    <a:pt x="266" y="694"/>
                    <a:pt x="267" y="694"/>
                  </a:cubicBezTo>
                  <a:cubicBezTo>
                    <a:pt x="266" y="695"/>
                    <a:pt x="266" y="695"/>
                    <a:pt x="265" y="694"/>
                  </a:cubicBezTo>
                  <a:close/>
                  <a:moveTo>
                    <a:pt x="263" y="667"/>
                  </a:moveTo>
                  <a:cubicBezTo>
                    <a:pt x="264" y="666"/>
                    <a:pt x="273" y="668"/>
                    <a:pt x="273" y="668"/>
                  </a:cubicBezTo>
                  <a:cubicBezTo>
                    <a:pt x="272" y="669"/>
                    <a:pt x="265" y="667"/>
                    <a:pt x="263" y="667"/>
                  </a:cubicBezTo>
                  <a:close/>
                  <a:moveTo>
                    <a:pt x="270" y="681"/>
                  </a:moveTo>
                  <a:cubicBezTo>
                    <a:pt x="269" y="683"/>
                    <a:pt x="268" y="680"/>
                    <a:pt x="270" y="681"/>
                  </a:cubicBezTo>
                  <a:close/>
                  <a:moveTo>
                    <a:pt x="268" y="696"/>
                  </a:moveTo>
                  <a:cubicBezTo>
                    <a:pt x="268" y="695"/>
                    <a:pt x="269" y="695"/>
                    <a:pt x="269" y="695"/>
                  </a:cubicBezTo>
                  <a:cubicBezTo>
                    <a:pt x="270" y="695"/>
                    <a:pt x="269" y="696"/>
                    <a:pt x="268" y="696"/>
                  </a:cubicBezTo>
                  <a:close/>
                  <a:moveTo>
                    <a:pt x="269" y="689"/>
                  </a:moveTo>
                  <a:cubicBezTo>
                    <a:pt x="268" y="688"/>
                    <a:pt x="270" y="688"/>
                    <a:pt x="270" y="688"/>
                  </a:cubicBezTo>
                  <a:cubicBezTo>
                    <a:pt x="270" y="689"/>
                    <a:pt x="269" y="689"/>
                    <a:pt x="269" y="689"/>
                  </a:cubicBezTo>
                  <a:close/>
                  <a:moveTo>
                    <a:pt x="269" y="673"/>
                  </a:moveTo>
                  <a:cubicBezTo>
                    <a:pt x="269" y="671"/>
                    <a:pt x="274" y="673"/>
                    <a:pt x="273" y="674"/>
                  </a:cubicBezTo>
                  <a:cubicBezTo>
                    <a:pt x="273" y="676"/>
                    <a:pt x="268" y="676"/>
                    <a:pt x="269" y="673"/>
                  </a:cubicBezTo>
                  <a:close/>
                  <a:moveTo>
                    <a:pt x="272" y="683"/>
                  </a:moveTo>
                  <a:cubicBezTo>
                    <a:pt x="271" y="681"/>
                    <a:pt x="276" y="682"/>
                    <a:pt x="276" y="683"/>
                  </a:cubicBezTo>
                  <a:cubicBezTo>
                    <a:pt x="277" y="685"/>
                    <a:pt x="272" y="686"/>
                    <a:pt x="272" y="683"/>
                  </a:cubicBezTo>
                  <a:close/>
                  <a:moveTo>
                    <a:pt x="275" y="696"/>
                  </a:moveTo>
                  <a:cubicBezTo>
                    <a:pt x="275" y="696"/>
                    <a:pt x="274" y="696"/>
                    <a:pt x="274" y="696"/>
                  </a:cubicBezTo>
                  <a:cubicBezTo>
                    <a:pt x="274" y="694"/>
                    <a:pt x="277" y="698"/>
                    <a:pt x="275" y="696"/>
                  </a:cubicBezTo>
                  <a:close/>
                  <a:moveTo>
                    <a:pt x="274" y="701"/>
                  </a:moveTo>
                  <a:cubicBezTo>
                    <a:pt x="274" y="699"/>
                    <a:pt x="277" y="699"/>
                    <a:pt x="277" y="700"/>
                  </a:cubicBezTo>
                  <a:cubicBezTo>
                    <a:pt x="278" y="701"/>
                    <a:pt x="274" y="701"/>
                    <a:pt x="274" y="701"/>
                  </a:cubicBezTo>
                  <a:close/>
                  <a:moveTo>
                    <a:pt x="282" y="681"/>
                  </a:moveTo>
                  <a:cubicBezTo>
                    <a:pt x="284" y="680"/>
                    <a:pt x="289" y="680"/>
                    <a:pt x="291" y="681"/>
                  </a:cubicBezTo>
                  <a:cubicBezTo>
                    <a:pt x="292" y="682"/>
                    <a:pt x="291" y="684"/>
                    <a:pt x="290" y="683"/>
                  </a:cubicBezTo>
                  <a:cubicBezTo>
                    <a:pt x="289" y="683"/>
                    <a:pt x="289" y="682"/>
                    <a:pt x="289" y="682"/>
                  </a:cubicBezTo>
                  <a:cubicBezTo>
                    <a:pt x="288" y="681"/>
                    <a:pt x="287" y="683"/>
                    <a:pt x="287" y="683"/>
                  </a:cubicBezTo>
                  <a:cubicBezTo>
                    <a:pt x="287" y="684"/>
                    <a:pt x="288" y="684"/>
                    <a:pt x="288" y="685"/>
                  </a:cubicBezTo>
                  <a:cubicBezTo>
                    <a:pt x="289" y="684"/>
                    <a:pt x="289" y="685"/>
                    <a:pt x="288" y="685"/>
                  </a:cubicBezTo>
                  <a:cubicBezTo>
                    <a:pt x="287" y="686"/>
                    <a:pt x="286" y="685"/>
                    <a:pt x="286" y="685"/>
                  </a:cubicBezTo>
                  <a:cubicBezTo>
                    <a:pt x="285" y="685"/>
                    <a:pt x="284" y="686"/>
                    <a:pt x="283" y="685"/>
                  </a:cubicBezTo>
                  <a:cubicBezTo>
                    <a:pt x="282" y="685"/>
                    <a:pt x="278" y="682"/>
                    <a:pt x="282" y="681"/>
                  </a:cubicBezTo>
                  <a:close/>
                  <a:moveTo>
                    <a:pt x="291" y="693"/>
                  </a:moveTo>
                  <a:cubicBezTo>
                    <a:pt x="290" y="694"/>
                    <a:pt x="288" y="696"/>
                    <a:pt x="287" y="694"/>
                  </a:cubicBezTo>
                  <a:cubicBezTo>
                    <a:pt x="285" y="693"/>
                    <a:pt x="290" y="692"/>
                    <a:pt x="291" y="693"/>
                  </a:cubicBezTo>
                  <a:close/>
                  <a:moveTo>
                    <a:pt x="289" y="706"/>
                  </a:moveTo>
                  <a:cubicBezTo>
                    <a:pt x="290" y="707"/>
                    <a:pt x="288" y="706"/>
                    <a:pt x="289" y="706"/>
                  </a:cubicBezTo>
                  <a:close/>
                  <a:moveTo>
                    <a:pt x="292" y="708"/>
                  </a:moveTo>
                  <a:cubicBezTo>
                    <a:pt x="291" y="707"/>
                    <a:pt x="292" y="708"/>
                    <a:pt x="293" y="708"/>
                  </a:cubicBezTo>
                  <a:cubicBezTo>
                    <a:pt x="293" y="708"/>
                    <a:pt x="292" y="708"/>
                    <a:pt x="292" y="708"/>
                  </a:cubicBezTo>
                  <a:close/>
                  <a:moveTo>
                    <a:pt x="304" y="701"/>
                  </a:moveTo>
                  <a:cubicBezTo>
                    <a:pt x="299" y="701"/>
                    <a:pt x="295" y="701"/>
                    <a:pt x="290" y="702"/>
                  </a:cubicBezTo>
                  <a:cubicBezTo>
                    <a:pt x="289" y="702"/>
                    <a:pt x="282" y="702"/>
                    <a:pt x="282" y="700"/>
                  </a:cubicBezTo>
                  <a:cubicBezTo>
                    <a:pt x="281" y="699"/>
                    <a:pt x="290" y="699"/>
                    <a:pt x="292" y="700"/>
                  </a:cubicBezTo>
                  <a:cubicBezTo>
                    <a:pt x="296" y="700"/>
                    <a:pt x="299" y="700"/>
                    <a:pt x="301" y="699"/>
                  </a:cubicBezTo>
                  <a:cubicBezTo>
                    <a:pt x="299" y="699"/>
                    <a:pt x="297" y="697"/>
                    <a:pt x="297" y="695"/>
                  </a:cubicBezTo>
                  <a:cubicBezTo>
                    <a:pt x="299" y="690"/>
                    <a:pt x="306" y="693"/>
                    <a:pt x="309" y="695"/>
                  </a:cubicBezTo>
                  <a:cubicBezTo>
                    <a:pt x="309" y="695"/>
                    <a:pt x="309" y="696"/>
                    <a:pt x="310" y="696"/>
                  </a:cubicBezTo>
                  <a:cubicBezTo>
                    <a:pt x="310" y="697"/>
                    <a:pt x="307" y="699"/>
                    <a:pt x="305" y="699"/>
                  </a:cubicBezTo>
                  <a:cubicBezTo>
                    <a:pt x="306" y="699"/>
                    <a:pt x="307" y="699"/>
                    <a:pt x="309" y="700"/>
                  </a:cubicBezTo>
                  <a:cubicBezTo>
                    <a:pt x="313" y="700"/>
                    <a:pt x="305" y="701"/>
                    <a:pt x="304" y="701"/>
                  </a:cubicBezTo>
                  <a:close/>
                  <a:moveTo>
                    <a:pt x="308" y="684"/>
                  </a:moveTo>
                  <a:cubicBezTo>
                    <a:pt x="309" y="683"/>
                    <a:pt x="312" y="683"/>
                    <a:pt x="314" y="683"/>
                  </a:cubicBezTo>
                  <a:cubicBezTo>
                    <a:pt x="312" y="684"/>
                    <a:pt x="310" y="684"/>
                    <a:pt x="308" y="684"/>
                  </a:cubicBezTo>
                  <a:close/>
                  <a:moveTo>
                    <a:pt x="313" y="612"/>
                  </a:moveTo>
                  <a:cubicBezTo>
                    <a:pt x="314" y="612"/>
                    <a:pt x="309" y="616"/>
                    <a:pt x="308" y="614"/>
                  </a:cubicBezTo>
                  <a:cubicBezTo>
                    <a:pt x="307" y="612"/>
                    <a:pt x="313" y="611"/>
                    <a:pt x="313" y="612"/>
                  </a:cubicBezTo>
                  <a:close/>
                  <a:moveTo>
                    <a:pt x="313" y="683"/>
                  </a:moveTo>
                  <a:cubicBezTo>
                    <a:pt x="312" y="682"/>
                    <a:pt x="314" y="681"/>
                    <a:pt x="314" y="682"/>
                  </a:cubicBezTo>
                  <a:cubicBezTo>
                    <a:pt x="314" y="682"/>
                    <a:pt x="313" y="683"/>
                    <a:pt x="313" y="683"/>
                  </a:cubicBezTo>
                  <a:close/>
                  <a:moveTo>
                    <a:pt x="313" y="589"/>
                  </a:moveTo>
                  <a:cubicBezTo>
                    <a:pt x="311" y="590"/>
                    <a:pt x="308" y="592"/>
                    <a:pt x="307" y="592"/>
                  </a:cubicBezTo>
                  <a:cubicBezTo>
                    <a:pt x="304" y="593"/>
                    <a:pt x="309" y="590"/>
                    <a:pt x="309" y="590"/>
                  </a:cubicBezTo>
                  <a:cubicBezTo>
                    <a:pt x="310" y="590"/>
                    <a:pt x="312" y="589"/>
                    <a:pt x="313" y="589"/>
                  </a:cubicBezTo>
                  <a:cubicBezTo>
                    <a:pt x="314" y="589"/>
                    <a:pt x="314" y="589"/>
                    <a:pt x="315" y="589"/>
                  </a:cubicBezTo>
                  <a:cubicBezTo>
                    <a:pt x="314" y="589"/>
                    <a:pt x="314" y="589"/>
                    <a:pt x="313" y="589"/>
                  </a:cubicBezTo>
                  <a:close/>
                  <a:moveTo>
                    <a:pt x="315" y="519"/>
                  </a:moveTo>
                  <a:cubicBezTo>
                    <a:pt x="315" y="517"/>
                    <a:pt x="318" y="518"/>
                    <a:pt x="315" y="519"/>
                  </a:cubicBezTo>
                  <a:close/>
                  <a:moveTo>
                    <a:pt x="317" y="683"/>
                  </a:moveTo>
                  <a:cubicBezTo>
                    <a:pt x="315" y="684"/>
                    <a:pt x="315" y="682"/>
                    <a:pt x="317" y="683"/>
                  </a:cubicBezTo>
                  <a:close/>
                  <a:moveTo>
                    <a:pt x="317" y="683"/>
                  </a:moveTo>
                  <a:cubicBezTo>
                    <a:pt x="318" y="682"/>
                    <a:pt x="319" y="682"/>
                    <a:pt x="321" y="682"/>
                  </a:cubicBezTo>
                  <a:cubicBezTo>
                    <a:pt x="321" y="683"/>
                    <a:pt x="318" y="683"/>
                    <a:pt x="317" y="683"/>
                  </a:cubicBezTo>
                  <a:close/>
                  <a:moveTo>
                    <a:pt x="333" y="104"/>
                  </a:moveTo>
                  <a:cubicBezTo>
                    <a:pt x="333" y="104"/>
                    <a:pt x="336" y="103"/>
                    <a:pt x="334" y="104"/>
                  </a:cubicBezTo>
                  <a:cubicBezTo>
                    <a:pt x="331" y="106"/>
                    <a:pt x="326" y="107"/>
                    <a:pt x="322" y="108"/>
                  </a:cubicBezTo>
                  <a:cubicBezTo>
                    <a:pt x="325" y="106"/>
                    <a:pt x="329" y="104"/>
                    <a:pt x="333" y="104"/>
                  </a:cubicBezTo>
                  <a:close/>
                  <a:moveTo>
                    <a:pt x="323" y="170"/>
                  </a:moveTo>
                  <a:cubicBezTo>
                    <a:pt x="324" y="170"/>
                    <a:pt x="324" y="170"/>
                    <a:pt x="325" y="170"/>
                  </a:cubicBezTo>
                  <a:cubicBezTo>
                    <a:pt x="325" y="171"/>
                    <a:pt x="324" y="171"/>
                    <a:pt x="323" y="170"/>
                  </a:cubicBezTo>
                  <a:close/>
                  <a:moveTo>
                    <a:pt x="322" y="617"/>
                  </a:moveTo>
                  <a:cubicBezTo>
                    <a:pt x="323" y="616"/>
                    <a:pt x="324" y="618"/>
                    <a:pt x="322" y="617"/>
                  </a:cubicBezTo>
                  <a:close/>
                  <a:moveTo>
                    <a:pt x="322" y="627"/>
                  </a:moveTo>
                  <a:cubicBezTo>
                    <a:pt x="323" y="627"/>
                    <a:pt x="327" y="626"/>
                    <a:pt x="327" y="627"/>
                  </a:cubicBezTo>
                  <a:cubicBezTo>
                    <a:pt x="326" y="626"/>
                    <a:pt x="324" y="628"/>
                    <a:pt x="322" y="627"/>
                  </a:cubicBezTo>
                  <a:close/>
                  <a:moveTo>
                    <a:pt x="327" y="574"/>
                  </a:moveTo>
                  <a:cubicBezTo>
                    <a:pt x="327" y="572"/>
                    <a:pt x="330" y="573"/>
                    <a:pt x="329" y="574"/>
                  </a:cubicBezTo>
                  <a:cubicBezTo>
                    <a:pt x="329" y="575"/>
                    <a:pt x="328" y="574"/>
                    <a:pt x="327" y="574"/>
                  </a:cubicBezTo>
                  <a:close/>
                  <a:moveTo>
                    <a:pt x="329" y="627"/>
                  </a:moveTo>
                  <a:cubicBezTo>
                    <a:pt x="329" y="626"/>
                    <a:pt x="331" y="626"/>
                    <a:pt x="331" y="626"/>
                  </a:cubicBezTo>
                  <a:cubicBezTo>
                    <a:pt x="331" y="626"/>
                    <a:pt x="330" y="627"/>
                    <a:pt x="329" y="627"/>
                  </a:cubicBezTo>
                  <a:close/>
                  <a:moveTo>
                    <a:pt x="329" y="589"/>
                  </a:moveTo>
                  <a:cubicBezTo>
                    <a:pt x="328" y="587"/>
                    <a:pt x="332" y="588"/>
                    <a:pt x="332" y="589"/>
                  </a:cubicBezTo>
                  <a:cubicBezTo>
                    <a:pt x="332" y="590"/>
                    <a:pt x="329" y="590"/>
                    <a:pt x="329" y="589"/>
                  </a:cubicBezTo>
                  <a:close/>
                  <a:moveTo>
                    <a:pt x="328" y="583"/>
                  </a:moveTo>
                  <a:cubicBezTo>
                    <a:pt x="329" y="579"/>
                    <a:pt x="336" y="581"/>
                    <a:pt x="336" y="583"/>
                  </a:cubicBezTo>
                  <a:cubicBezTo>
                    <a:pt x="335" y="586"/>
                    <a:pt x="328" y="587"/>
                    <a:pt x="328" y="583"/>
                  </a:cubicBezTo>
                  <a:close/>
                  <a:moveTo>
                    <a:pt x="335" y="131"/>
                  </a:moveTo>
                  <a:cubicBezTo>
                    <a:pt x="334" y="130"/>
                    <a:pt x="336" y="131"/>
                    <a:pt x="335" y="131"/>
                  </a:cubicBezTo>
                  <a:close/>
                  <a:moveTo>
                    <a:pt x="336" y="659"/>
                  </a:moveTo>
                  <a:cubicBezTo>
                    <a:pt x="337" y="661"/>
                    <a:pt x="335" y="659"/>
                    <a:pt x="336" y="659"/>
                  </a:cubicBezTo>
                  <a:close/>
                  <a:moveTo>
                    <a:pt x="336" y="131"/>
                  </a:moveTo>
                  <a:cubicBezTo>
                    <a:pt x="336" y="130"/>
                    <a:pt x="338" y="130"/>
                    <a:pt x="338" y="130"/>
                  </a:cubicBezTo>
                  <a:cubicBezTo>
                    <a:pt x="338" y="131"/>
                    <a:pt x="337" y="130"/>
                    <a:pt x="336" y="131"/>
                  </a:cubicBezTo>
                  <a:close/>
                  <a:moveTo>
                    <a:pt x="337" y="711"/>
                  </a:moveTo>
                  <a:cubicBezTo>
                    <a:pt x="336" y="711"/>
                    <a:pt x="337" y="710"/>
                    <a:pt x="337" y="710"/>
                  </a:cubicBezTo>
                  <a:cubicBezTo>
                    <a:pt x="338" y="711"/>
                    <a:pt x="338" y="712"/>
                    <a:pt x="337" y="711"/>
                  </a:cubicBezTo>
                  <a:close/>
                  <a:moveTo>
                    <a:pt x="337" y="685"/>
                  </a:moveTo>
                  <a:cubicBezTo>
                    <a:pt x="337" y="684"/>
                    <a:pt x="339" y="684"/>
                    <a:pt x="339" y="685"/>
                  </a:cubicBezTo>
                  <a:cubicBezTo>
                    <a:pt x="340" y="685"/>
                    <a:pt x="338" y="686"/>
                    <a:pt x="337" y="685"/>
                  </a:cubicBezTo>
                  <a:close/>
                  <a:moveTo>
                    <a:pt x="338" y="705"/>
                  </a:moveTo>
                  <a:cubicBezTo>
                    <a:pt x="338" y="704"/>
                    <a:pt x="340" y="704"/>
                    <a:pt x="340" y="705"/>
                  </a:cubicBezTo>
                  <a:cubicBezTo>
                    <a:pt x="340" y="705"/>
                    <a:pt x="339" y="706"/>
                    <a:pt x="338" y="705"/>
                  </a:cubicBezTo>
                  <a:close/>
                  <a:moveTo>
                    <a:pt x="338" y="680"/>
                  </a:moveTo>
                  <a:cubicBezTo>
                    <a:pt x="338" y="680"/>
                    <a:pt x="341" y="680"/>
                    <a:pt x="341" y="680"/>
                  </a:cubicBezTo>
                  <a:cubicBezTo>
                    <a:pt x="341" y="681"/>
                    <a:pt x="337" y="682"/>
                    <a:pt x="338" y="680"/>
                  </a:cubicBezTo>
                  <a:close/>
                  <a:moveTo>
                    <a:pt x="342" y="110"/>
                  </a:moveTo>
                  <a:cubicBezTo>
                    <a:pt x="341" y="111"/>
                    <a:pt x="341" y="109"/>
                    <a:pt x="342" y="110"/>
                  </a:cubicBezTo>
                  <a:close/>
                  <a:moveTo>
                    <a:pt x="328" y="108"/>
                  </a:moveTo>
                  <a:cubicBezTo>
                    <a:pt x="326" y="108"/>
                    <a:pt x="329" y="107"/>
                    <a:pt x="331" y="106"/>
                  </a:cubicBezTo>
                  <a:cubicBezTo>
                    <a:pt x="334" y="106"/>
                    <a:pt x="339" y="104"/>
                    <a:pt x="342" y="104"/>
                  </a:cubicBezTo>
                  <a:cubicBezTo>
                    <a:pt x="343" y="104"/>
                    <a:pt x="344" y="105"/>
                    <a:pt x="344" y="105"/>
                  </a:cubicBezTo>
                  <a:cubicBezTo>
                    <a:pt x="344" y="105"/>
                    <a:pt x="330" y="108"/>
                    <a:pt x="328" y="108"/>
                  </a:cubicBezTo>
                  <a:close/>
                  <a:moveTo>
                    <a:pt x="345" y="576"/>
                  </a:moveTo>
                  <a:cubicBezTo>
                    <a:pt x="345" y="576"/>
                    <a:pt x="345" y="576"/>
                    <a:pt x="345" y="576"/>
                  </a:cubicBezTo>
                  <a:cubicBezTo>
                    <a:pt x="346" y="576"/>
                    <a:pt x="346" y="576"/>
                    <a:pt x="346" y="576"/>
                  </a:cubicBezTo>
                  <a:cubicBezTo>
                    <a:pt x="346" y="576"/>
                    <a:pt x="345" y="576"/>
                    <a:pt x="345" y="576"/>
                  </a:cubicBezTo>
                  <a:close/>
                  <a:moveTo>
                    <a:pt x="346" y="704"/>
                  </a:moveTo>
                  <a:cubicBezTo>
                    <a:pt x="346" y="703"/>
                    <a:pt x="347" y="703"/>
                    <a:pt x="347" y="703"/>
                  </a:cubicBezTo>
                  <a:cubicBezTo>
                    <a:pt x="348" y="704"/>
                    <a:pt x="346" y="704"/>
                    <a:pt x="346" y="704"/>
                  </a:cubicBezTo>
                  <a:close/>
                  <a:moveTo>
                    <a:pt x="344" y="537"/>
                  </a:moveTo>
                  <a:cubicBezTo>
                    <a:pt x="345" y="535"/>
                    <a:pt x="348" y="535"/>
                    <a:pt x="349" y="534"/>
                  </a:cubicBezTo>
                  <a:cubicBezTo>
                    <a:pt x="348" y="535"/>
                    <a:pt x="345" y="536"/>
                    <a:pt x="344" y="537"/>
                  </a:cubicBezTo>
                  <a:close/>
                  <a:moveTo>
                    <a:pt x="348" y="89"/>
                  </a:moveTo>
                  <a:cubicBezTo>
                    <a:pt x="347" y="90"/>
                    <a:pt x="346" y="89"/>
                    <a:pt x="348" y="89"/>
                  </a:cubicBezTo>
                  <a:close/>
                  <a:moveTo>
                    <a:pt x="347" y="71"/>
                  </a:moveTo>
                  <a:cubicBezTo>
                    <a:pt x="347" y="72"/>
                    <a:pt x="348" y="72"/>
                    <a:pt x="347" y="72"/>
                  </a:cubicBezTo>
                  <a:cubicBezTo>
                    <a:pt x="347" y="72"/>
                    <a:pt x="347" y="72"/>
                    <a:pt x="347" y="71"/>
                  </a:cubicBezTo>
                  <a:close/>
                  <a:moveTo>
                    <a:pt x="345" y="44"/>
                  </a:moveTo>
                  <a:cubicBezTo>
                    <a:pt x="346" y="42"/>
                    <a:pt x="350" y="42"/>
                    <a:pt x="350" y="45"/>
                  </a:cubicBezTo>
                  <a:cubicBezTo>
                    <a:pt x="349" y="47"/>
                    <a:pt x="345" y="46"/>
                    <a:pt x="345" y="44"/>
                  </a:cubicBezTo>
                  <a:close/>
                  <a:moveTo>
                    <a:pt x="350" y="626"/>
                  </a:moveTo>
                  <a:cubicBezTo>
                    <a:pt x="350" y="627"/>
                    <a:pt x="349" y="625"/>
                    <a:pt x="350" y="626"/>
                  </a:cubicBezTo>
                  <a:close/>
                  <a:moveTo>
                    <a:pt x="350" y="205"/>
                  </a:moveTo>
                  <a:cubicBezTo>
                    <a:pt x="349" y="205"/>
                    <a:pt x="350" y="203"/>
                    <a:pt x="350" y="204"/>
                  </a:cubicBezTo>
                  <a:cubicBezTo>
                    <a:pt x="351" y="204"/>
                    <a:pt x="351" y="205"/>
                    <a:pt x="350" y="205"/>
                  </a:cubicBezTo>
                  <a:close/>
                  <a:moveTo>
                    <a:pt x="538" y="122"/>
                  </a:moveTo>
                  <a:cubicBezTo>
                    <a:pt x="538" y="121"/>
                    <a:pt x="540" y="121"/>
                    <a:pt x="540" y="122"/>
                  </a:cubicBezTo>
                  <a:cubicBezTo>
                    <a:pt x="542" y="121"/>
                    <a:pt x="543" y="121"/>
                    <a:pt x="543" y="123"/>
                  </a:cubicBezTo>
                  <a:cubicBezTo>
                    <a:pt x="543" y="124"/>
                    <a:pt x="539" y="125"/>
                    <a:pt x="538" y="124"/>
                  </a:cubicBezTo>
                  <a:cubicBezTo>
                    <a:pt x="538" y="123"/>
                    <a:pt x="538" y="123"/>
                    <a:pt x="538" y="122"/>
                  </a:cubicBezTo>
                  <a:cubicBezTo>
                    <a:pt x="538" y="122"/>
                    <a:pt x="538" y="122"/>
                    <a:pt x="538" y="122"/>
                  </a:cubicBezTo>
                  <a:close/>
                  <a:moveTo>
                    <a:pt x="538" y="121"/>
                  </a:moveTo>
                  <a:cubicBezTo>
                    <a:pt x="538" y="121"/>
                    <a:pt x="536" y="122"/>
                    <a:pt x="536" y="121"/>
                  </a:cubicBezTo>
                  <a:cubicBezTo>
                    <a:pt x="536" y="121"/>
                    <a:pt x="537" y="121"/>
                    <a:pt x="538" y="121"/>
                  </a:cubicBezTo>
                  <a:close/>
                  <a:moveTo>
                    <a:pt x="531" y="126"/>
                  </a:moveTo>
                  <a:cubicBezTo>
                    <a:pt x="531" y="126"/>
                    <a:pt x="531" y="127"/>
                    <a:pt x="530" y="127"/>
                  </a:cubicBezTo>
                  <a:cubicBezTo>
                    <a:pt x="530" y="127"/>
                    <a:pt x="531" y="126"/>
                    <a:pt x="531" y="126"/>
                  </a:cubicBezTo>
                  <a:close/>
                  <a:moveTo>
                    <a:pt x="531" y="154"/>
                  </a:moveTo>
                  <a:cubicBezTo>
                    <a:pt x="529" y="157"/>
                    <a:pt x="525" y="158"/>
                    <a:pt x="522" y="159"/>
                  </a:cubicBezTo>
                  <a:cubicBezTo>
                    <a:pt x="524" y="156"/>
                    <a:pt x="528" y="156"/>
                    <a:pt x="531" y="154"/>
                  </a:cubicBezTo>
                  <a:close/>
                  <a:moveTo>
                    <a:pt x="525" y="201"/>
                  </a:moveTo>
                  <a:cubicBezTo>
                    <a:pt x="524" y="202"/>
                    <a:pt x="523" y="203"/>
                    <a:pt x="521" y="203"/>
                  </a:cubicBezTo>
                  <a:cubicBezTo>
                    <a:pt x="522" y="202"/>
                    <a:pt x="523" y="201"/>
                    <a:pt x="525" y="201"/>
                  </a:cubicBezTo>
                  <a:close/>
                  <a:moveTo>
                    <a:pt x="521" y="198"/>
                  </a:moveTo>
                  <a:cubicBezTo>
                    <a:pt x="521" y="198"/>
                    <a:pt x="521" y="197"/>
                    <a:pt x="522" y="197"/>
                  </a:cubicBezTo>
                  <a:cubicBezTo>
                    <a:pt x="524" y="195"/>
                    <a:pt x="523" y="200"/>
                    <a:pt x="521" y="198"/>
                  </a:cubicBezTo>
                  <a:close/>
                  <a:moveTo>
                    <a:pt x="524" y="195"/>
                  </a:moveTo>
                  <a:cubicBezTo>
                    <a:pt x="524" y="194"/>
                    <a:pt x="525" y="194"/>
                    <a:pt x="525" y="194"/>
                  </a:cubicBezTo>
                  <a:cubicBezTo>
                    <a:pt x="526" y="195"/>
                    <a:pt x="524" y="195"/>
                    <a:pt x="524" y="195"/>
                  </a:cubicBezTo>
                  <a:close/>
                  <a:moveTo>
                    <a:pt x="531" y="196"/>
                  </a:moveTo>
                  <a:cubicBezTo>
                    <a:pt x="530" y="198"/>
                    <a:pt x="527" y="199"/>
                    <a:pt x="525" y="201"/>
                  </a:cubicBezTo>
                  <a:cubicBezTo>
                    <a:pt x="526" y="199"/>
                    <a:pt x="529" y="197"/>
                    <a:pt x="531" y="196"/>
                  </a:cubicBezTo>
                  <a:close/>
                  <a:moveTo>
                    <a:pt x="529" y="172"/>
                  </a:moveTo>
                  <a:cubicBezTo>
                    <a:pt x="531" y="170"/>
                    <a:pt x="530" y="174"/>
                    <a:pt x="528" y="173"/>
                  </a:cubicBezTo>
                  <a:cubicBezTo>
                    <a:pt x="528" y="173"/>
                    <a:pt x="529" y="172"/>
                    <a:pt x="529" y="172"/>
                  </a:cubicBezTo>
                  <a:close/>
                  <a:moveTo>
                    <a:pt x="522" y="181"/>
                  </a:moveTo>
                  <a:cubicBezTo>
                    <a:pt x="521" y="181"/>
                    <a:pt x="523" y="180"/>
                    <a:pt x="523" y="181"/>
                  </a:cubicBezTo>
                  <a:cubicBezTo>
                    <a:pt x="524" y="181"/>
                    <a:pt x="522" y="182"/>
                    <a:pt x="522" y="181"/>
                  </a:cubicBezTo>
                  <a:close/>
                  <a:moveTo>
                    <a:pt x="529" y="135"/>
                  </a:moveTo>
                  <a:cubicBezTo>
                    <a:pt x="528" y="136"/>
                    <a:pt x="526" y="138"/>
                    <a:pt x="524" y="138"/>
                  </a:cubicBezTo>
                  <a:cubicBezTo>
                    <a:pt x="525" y="138"/>
                    <a:pt x="526" y="138"/>
                    <a:pt x="525" y="139"/>
                  </a:cubicBezTo>
                  <a:cubicBezTo>
                    <a:pt x="525" y="140"/>
                    <a:pt x="522" y="140"/>
                    <a:pt x="522" y="139"/>
                  </a:cubicBezTo>
                  <a:cubicBezTo>
                    <a:pt x="522" y="139"/>
                    <a:pt x="523" y="138"/>
                    <a:pt x="524" y="138"/>
                  </a:cubicBezTo>
                  <a:cubicBezTo>
                    <a:pt x="524" y="138"/>
                    <a:pt x="524" y="138"/>
                    <a:pt x="524" y="138"/>
                  </a:cubicBezTo>
                  <a:cubicBezTo>
                    <a:pt x="525" y="136"/>
                    <a:pt x="527" y="136"/>
                    <a:pt x="529" y="135"/>
                  </a:cubicBezTo>
                  <a:close/>
                  <a:moveTo>
                    <a:pt x="525" y="117"/>
                  </a:moveTo>
                  <a:cubicBezTo>
                    <a:pt x="525" y="117"/>
                    <a:pt x="525" y="117"/>
                    <a:pt x="524" y="117"/>
                  </a:cubicBezTo>
                  <a:cubicBezTo>
                    <a:pt x="524" y="117"/>
                    <a:pt x="524" y="116"/>
                    <a:pt x="525" y="117"/>
                  </a:cubicBezTo>
                  <a:close/>
                  <a:moveTo>
                    <a:pt x="524" y="86"/>
                  </a:moveTo>
                  <a:cubicBezTo>
                    <a:pt x="523" y="86"/>
                    <a:pt x="522" y="86"/>
                    <a:pt x="521" y="86"/>
                  </a:cubicBezTo>
                  <a:cubicBezTo>
                    <a:pt x="522" y="85"/>
                    <a:pt x="523" y="85"/>
                    <a:pt x="524" y="86"/>
                  </a:cubicBezTo>
                  <a:close/>
                  <a:moveTo>
                    <a:pt x="521" y="87"/>
                  </a:moveTo>
                  <a:cubicBezTo>
                    <a:pt x="521" y="87"/>
                    <a:pt x="523" y="88"/>
                    <a:pt x="523" y="88"/>
                  </a:cubicBezTo>
                  <a:cubicBezTo>
                    <a:pt x="523" y="88"/>
                    <a:pt x="520" y="88"/>
                    <a:pt x="521" y="87"/>
                  </a:cubicBezTo>
                  <a:close/>
                  <a:moveTo>
                    <a:pt x="523" y="92"/>
                  </a:moveTo>
                  <a:cubicBezTo>
                    <a:pt x="523" y="92"/>
                    <a:pt x="521" y="92"/>
                    <a:pt x="521" y="91"/>
                  </a:cubicBezTo>
                  <a:cubicBezTo>
                    <a:pt x="522" y="90"/>
                    <a:pt x="523" y="91"/>
                    <a:pt x="523" y="92"/>
                  </a:cubicBezTo>
                  <a:close/>
                  <a:moveTo>
                    <a:pt x="521" y="105"/>
                  </a:moveTo>
                  <a:cubicBezTo>
                    <a:pt x="521" y="106"/>
                    <a:pt x="520" y="104"/>
                    <a:pt x="521" y="105"/>
                  </a:cubicBezTo>
                  <a:close/>
                  <a:moveTo>
                    <a:pt x="525" y="106"/>
                  </a:moveTo>
                  <a:cubicBezTo>
                    <a:pt x="527" y="106"/>
                    <a:pt x="528" y="108"/>
                    <a:pt x="526" y="111"/>
                  </a:cubicBezTo>
                  <a:cubicBezTo>
                    <a:pt x="525" y="112"/>
                    <a:pt x="523" y="112"/>
                    <a:pt x="522" y="112"/>
                  </a:cubicBezTo>
                  <a:cubicBezTo>
                    <a:pt x="520" y="112"/>
                    <a:pt x="518" y="112"/>
                    <a:pt x="518" y="112"/>
                  </a:cubicBezTo>
                  <a:cubicBezTo>
                    <a:pt x="518" y="112"/>
                    <a:pt x="519" y="112"/>
                    <a:pt x="519" y="112"/>
                  </a:cubicBezTo>
                  <a:cubicBezTo>
                    <a:pt x="519" y="112"/>
                    <a:pt x="518" y="112"/>
                    <a:pt x="518" y="112"/>
                  </a:cubicBezTo>
                  <a:cubicBezTo>
                    <a:pt x="518" y="112"/>
                    <a:pt x="518" y="111"/>
                    <a:pt x="518" y="111"/>
                  </a:cubicBezTo>
                  <a:cubicBezTo>
                    <a:pt x="517" y="110"/>
                    <a:pt x="522" y="106"/>
                    <a:pt x="525" y="106"/>
                  </a:cubicBezTo>
                  <a:close/>
                  <a:moveTo>
                    <a:pt x="520" y="133"/>
                  </a:moveTo>
                  <a:cubicBezTo>
                    <a:pt x="522" y="131"/>
                    <a:pt x="522" y="133"/>
                    <a:pt x="520" y="133"/>
                  </a:cubicBezTo>
                  <a:close/>
                  <a:moveTo>
                    <a:pt x="519" y="147"/>
                  </a:moveTo>
                  <a:cubicBezTo>
                    <a:pt x="519" y="146"/>
                    <a:pt x="521" y="145"/>
                    <a:pt x="521" y="146"/>
                  </a:cubicBezTo>
                  <a:cubicBezTo>
                    <a:pt x="522" y="147"/>
                    <a:pt x="520" y="147"/>
                    <a:pt x="519" y="147"/>
                  </a:cubicBezTo>
                  <a:close/>
                  <a:moveTo>
                    <a:pt x="513" y="162"/>
                  </a:moveTo>
                  <a:cubicBezTo>
                    <a:pt x="512" y="161"/>
                    <a:pt x="516" y="159"/>
                    <a:pt x="516" y="161"/>
                  </a:cubicBezTo>
                  <a:cubicBezTo>
                    <a:pt x="517" y="162"/>
                    <a:pt x="513" y="163"/>
                    <a:pt x="513" y="162"/>
                  </a:cubicBezTo>
                  <a:close/>
                  <a:moveTo>
                    <a:pt x="516" y="163"/>
                  </a:moveTo>
                  <a:cubicBezTo>
                    <a:pt x="516" y="164"/>
                    <a:pt x="515" y="165"/>
                    <a:pt x="516" y="164"/>
                  </a:cubicBezTo>
                  <a:cubicBezTo>
                    <a:pt x="516" y="164"/>
                    <a:pt x="516" y="164"/>
                    <a:pt x="516" y="163"/>
                  </a:cubicBezTo>
                  <a:close/>
                  <a:moveTo>
                    <a:pt x="514" y="191"/>
                  </a:moveTo>
                  <a:cubicBezTo>
                    <a:pt x="515" y="190"/>
                    <a:pt x="516" y="192"/>
                    <a:pt x="514" y="191"/>
                  </a:cubicBezTo>
                  <a:close/>
                  <a:moveTo>
                    <a:pt x="512" y="192"/>
                  </a:moveTo>
                  <a:cubicBezTo>
                    <a:pt x="512" y="191"/>
                    <a:pt x="514" y="191"/>
                    <a:pt x="514" y="191"/>
                  </a:cubicBezTo>
                  <a:cubicBezTo>
                    <a:pt x="514" y="192"/>
                    <a:pt x="512" y="192"/>
                    <a:pt x="512" y="192"/>
                  </a:cubicBezTo>
                  <a:close/>
                  <a:moveTo>
                    <a:pt x="514" y="247"/>
                  </a:moveTo>
                  <a:cubicBezTo>
                    <a:pt x="514" y="248"/>
                    <a:pt x="513" y="245"/>
                    <a:pt x="514" y="247"/>
                  </a:cubicBezTo>
                  <a:close/>
                  <a:moveTo>
                    <a:pt x="504" y="183"/>
                  </a:moveTo>
                  <a:cubicBezTo>
                    <a:pt x="506" y="182"/>
                    <a:pt x="506" y="181"/>
                    <a:pt x="504" y="181"/>
                  </a:cubicBezTo>
                  <a:cubicBezTo>
                    <a:pt x="505" y="178"/>
                    <a:pt x="508" y="175"/>
                    <a:pt x="511" y="176"/>
                  </a:cubicBezTo>
                  <a:cubicBezTo>
                    <a:pt x="517" y="179"/>
                    <a:pt x="509" y="186"/>
                    <a:pt x="504" y="183"/>
                  </a:cubicBezTo>
                  <a:close/>
                  <a:moveTo>
                    <a:pt x="505" y="184"/>
                  </a:moveTo>
                  <a:cubicBezTo>
                    <a:pt x="505" y="184"/>
                    <a:pt x="505" y="184"/>
                    <a:pt x="505" y="184"/>
                  </a:cubicBezTo>
                  <a:cubicBezTo>
                    <a:pt x="506" y="186"/>
                    <a:pt x="503" y="183"/>
                    <a:pt x="505" y="184"/>
                  </a:cubicBezTo>
                  <a:close/>
                  <a:moveTo>
                    <a:pt x="494" y="127"/>
                  </a:moveTo>
                  <a:cubicBezTo>
                    <a:pt x="494" y="127"/>
                    <a:pt x="497" y="125"/>
                    <a:pt x="498" y="127"/>
                  </a:cubicBezTo>
                  <a:cubicBezTo>
                    <a:pt x="498" y="128"/>
                    <a:pt x="494" y="129"/>
                    <a:pt x="494" y="127"/>
                  </a:cubicBezTo>
                  <a:close/>
                  <a:moveTo>
                    <a:pt x="496" y="219"/>
                  </a:moveTo>
                  <a:cubicBezTo>
                    <a:pt x="495" y="219"/>
                    <a:pt x="496" y="218"/>
                    <a:pt x="496" y="218"/>
                  </a:cubicBezTo>
                  <a:cubicBezTo>
                    <a:pt x="497" y="218"/>
                    <a:pt x="496" y="219"/>
                    <a:pt x="496" y="219"/>
                  </a:cubicBezTo>
                  <a:close/>
                  <a:moveTo>
                    <a:pt x="493" y="182"/>
                  </a:moveTo>
                  <a:cubicBezTo>
                    <a:pt x="493" y="181"/>
                    <a:pt x="495" y="181"/>
                    <a:pt x="495" y="181"/>
                  </a:cubicBezTo>
                  <a:cubicBezTo>
                    <a:pt x="496" y="182"/>
                    <a:pt x="494" y="183"/>
                    <a:pt x="493" y="182"/>
                  </a:cubicBezTo>
                  <a:close/>
                  <a:moveTo>
                    <a:pt x="494" y="221"/>
                  </a:moveTo>
                  <a:cubicBezTo>
                    <a:pt x="494" y="221"/>
                    <a:pt x="495" y="220"/>
                    <a:pt x="495" y="220"/>
                  </a:cubicBezTo>
                  <a:cubicBezTo>
                    <a:pt x="495" y="220"/>
                    <a:pt x="494" y="222"/>
                    <a:pt x="494" y="221"/>
                  </a:cubicBezTo>
                  <a:close/>
                  <a:moveTo>
                    <a:pt x="484" y="206"/>
                  </a:moveTo>
                  <a:cubicBezTo>
                    <a:pt x="487" y="204"/>
                    <a:pt x="490" y="201"/>
                    <a:pt x="492" y="200"/>
                  </a:cubicBezTo>
                  <a:cubicBezTo>
                    <a:pt x="492" y="200"/>
                    <a:pt x="494" y="199"/>
                    <a:pt x="493" y="200"/>
                  </a:cubicBezTo>
                  <a:cubicBezTo>
                    <a:pt x="492" y="203"/>
                    <a:pt x="487" y="205"/>
                    <a:pt x="484" y="206"/>
                  </a:cubicBezTo>
                  <a:close/>
                  <a:moveTo>
                    <a:pt x="491" y="221"/>
                  </a:moveTo>
                  <a:cubicBezTo>
                    <a:pt x="491" y="220"/>
                    <a:pt x="493" y="220"/>
                    <a:pt x="493" y="221"/>
                  </a:cubicBezTo>
                  <a:cubicBezTo>
                    <a:pt x="493" y="222"/>
                    <a:pt x="491" y="222"/>
                    <a:pt x="491" y="221"/>
                  </a:cubicBezTo>
                  <a:close/>
                  <a:moveTo>
                    <a:pt x="480" y="95"/>
                  </a:moveTo>
                  <a:cubicBezTo>
                    <a:pt x="482" y="94"/>
                    <a:pt x="483" y="93"/>
                    <a:pt x="485" y="93"/>
                  </a:cubicBezTo>
                  <a:cubicBezTo>
                    <a:pt x="483" y="94"/>
                    <a:pt x="482" y="95"/>
                    <a:pt x="480" y="95"/>
                  </a:cubicBezTo>
                  <a:close/>
                  <a:moveTo>
                    <a:pt x="481" y="162"/>
                  </a:moveTo>
                  <a:cubicBezTo>
                    <a:pt x="481" y="160"/>
                    <a:pt x="484" y="161"/>
                    <a:pt x="481" y="162"/>
                  </a:cubicBezTo>
                  <a:close/>
                  <a:moveTo>
                    <a:pt x="482" y="109"/>
                  </a:moveTo>
                  <a:cubicBezTo>
                    <a:pt x="481" y="112"/>
                    <a:pt x="478" y="110"/>
                    <a:pt x="482" y="109"/>
                  </a:cubicBezTo>
                  <a:close/>
                  <a:moveTo>
                    <a:pt x="496" y="72"/>
                  </a:moveTo>
                  <a:cubicBezTo>
                    <a:pt x="496" y="73"/>
                    <a:pt x="495" y="73"/>
                    <a:pt x="494" y="73"/>
                  </a:cubicBezTo>
                  <a:cubicBezTo>
                    <a:pt x="494" y="73"/>
                    <a:pt x="496" y="71"/>
                    <a:pt x="496" y="72"/>
                  </a:cubicBezTo>
                  <a:close/>
                  <a:moveTo>
                    <a:pt x="494" y="43"/>
                  </a:moveTo>
                  <a:cubicBezTo>
                    <a:pt x="494" y="43"/>
                    <a:pt x="496" y="43"/>
                    <a:pt x="496" y="43"/>
                  </a:cubicBezTo>
                  <a:cubicBezTo>
                    <a:pt x="497" y="45"/>
                    <a:pt x="494" y="44"/>
                    <a:pt x="494" y="43"/>
                  </a:cubicBezTo>
                  <a:close/>
                  <a:moveTo>
                    <a:pt x="493" y="64"/>
                  </a:moveTo>
                  <a:cubicBezTo>
                    <a:pt x="493" y="64"/>
                    <a:pt x="494" y="64"/>
                    <a:pt x="495" y="65"/>
                  </a:cubicBezTo>
                  <a:cubicBezTo>
                    <a:pt x="495" y="66"/>
                    <a:pt x="493" y="65"/>
                    <a:pt x="493" y="64"/>
                  </a:cubicBezTo>
                  <a:close/>
                  <a:moveTo>
                    <a:pt x="499" y="87"/>
                  </a:moveTo>
                  <a:cubicBezTo>
                    <a:pt x="498" y="89"/>
                    <a:pt x="488" y="88"/>
                    <a:pt x="488" y="87"/>
                  </a:cubicBezTo>
                  <a:cubicBezTo>
                    <a:pt x="489" y="86"/>
                    <a:pt x="496" y="88"/>
                    <a:pt x="499" y="87"/>
                  </a:cubicBezTo>
                  <a:close/>
                  <a:moveTo>
                    <a:pt x="493" y="105"/>
                  </a:moveTo>
                  <a:cubicBezTo>
                    <a:pt x="493" y="105"/>
                    <a:pt x="493" y="105"/>
                    <a:pt x="493" y="105"/>
                  </a:cubicBezTo>
                  <a:cubicBezTo>
                    <a:pt x="493" y="105"/>
                    <a:pt x="493" y="105"/>
                    <a:pt x="492" y="105"/>
                  </a:cubicBezTo>
                  <a:cubicBezTo>
                    <a:pt x="489" y="105"/>
                    <a:pt x="493" y="97"/>
                    <a:pt x="497" y="101"/>
                  </a:cubicBezTo>
                  <a:cubicBezTo>
                    <a:pt x="498" y="102"/>
                    <a:pt x="498" y="102"/>
                    <a:pt x="498" y="103"/>
                  </a:cubicBezTo>
                  <a:cubicBezTo>
                    <a:pt x="498" y="106"/>
                    <a:pt x="494" y="107"/>
                    <a:pt x="493" y="105"/>
                  </a:cubicBezTo>
                  <a:close/>
                  <a:moveTo>
                    <a:pt x="495" y="108"/>
                  </a:moveTo>
                  <a:cubicBezTo>
                    <a:pt x="495" y="108"/>
                    <a:pt x="494" y="109"/>
                    <a:pt x="494" y="108"/>
                  </a:cubicBezTo>
                  <a:cubicBezTo>
                    <a:pt x="493" y="108"/>
                    <a:pt x="495" y="107"/>
                    <a:pt x="495" y="108"/>
                  </a:cubicBezTo>
                  <a:close/>
                  <a:moveTo>
                    <a:pt x="494" y="174"/>
                  </a:moveTo>
                  <a:cubicBezTo>
                    <a:pt x="494" y="175"/>
                    <a:pt x="492" y="176"/>
                    <a:pt x="492" y="175"/>
                  </a:cubicBezTo>
                  <a:cubicBezTo>
                    <a:pt x="492" y="174"/>
                    <a:pt x="494" y="173"/>
                    <a:pt x="494" y="174"/>
                  </a:cubicBezTo>
                  <a:close/>
                  <a:moveTo>
                    <a:pt x="495" y="98"/>
                  </a:moveTo>
                  <a:cubicBezTo>
                    <a:pt x="496" y="99"/>
                    <a:pt x="494" y="98"/>
                    <a:pt x="495" y="98"/>
                  </a:cubicBezTo>
                  <a:close/>
                  <a:moveTo>
                    <a:pt x="499" y="91"/>
                  </a:moveTo>
                  <a:cubicBezTo>
                    <a:pt x="498" y="92"/>
                    <a:pt x="497" y="91"/>
                    <a:pt x="499" y="91"/>
                  </a:cubicBezTo>
                  <a:close/>
                  <a:moveTo>
                    <a:pt x="491" y="166"/>
                  </a:moveTo>
                  <a:cubicBezTo>
                    <a:pt x="491" y="167"/>
                    <a:pt x="489" y="169"/>
                    <a:pt x="488" y="169"/>
                  </a:cubicBezTo>
                  <a:cubicBezTo>
                    <a:pt x="488" y="167"/>
                    <a:pt x="490" y="167"/>
                    <a:pt x="491" y="166"/>
                  </a:cubicBezTo>
                  <a:close/>
                  <a:moveTo>
                    <a:pt x="485" y="144"/>
                  </a:moveTo>
                  <a:cubicBezTo>
                    <a:pt x="488" y="143"/>
                    <a:pt x="489" y="145"/>
                    <a:pt x="485" y="144"/>
                  </a:cubicBezTo>
                  <a:close/>
                  <a:moveTo>
                    <a:pt x="486" y="93"/>
                  </a:moveTo>
                  <a:cubicBezTo>
                    <a:pt x="488" y="92"/>
                    <a:pt x="489" y="91"/>
                    <a:pt x="491" y="90"/>
                  </a:cubicBezTo>
                  <a:cubicBezTo>
                    <a:pt x="490" y="92"/>
                    <a:pt x="488" y="92"/>
                    <a:pt x="486" y="93"/>
                  </a:cubicBezTo>
                  <a:close/>
                  <a:moveTo>
                    <a:pt x="491" y="61"/>
                  </a:moveTo>
                  <a:cubicBezTo>
                    <a:pt x="491" y="60"/>
                    <a:pt x="492" y="60"/>
                    <a:pt x="493" y="61"/>
                  </a:cubicBezTo>
                  <a:cubicBezTo>
                    <a:pt x="492" y="61"/>
                    <a:pt x="492" y="61"/>
                    <a:pt x="491" y="61"/>
                  </a:cubicBezTo>
                  <a:close/>
                  <a:moveTo>
                    <a:pt x="490" y="74"/>
                  </a:moveTo>
                  <a:cubicBezTo>
                    <a:pt x="491" y="73"/>
                    <a:pt x="491" y="75"/>
                    <a:pt x="490" y="74"/>
                  </a:cubicBezTo>
                  <a:close/>
                  <a:moveTo>
                    <a:pt x="489" y="67"/>
                  </a:moveTo>
                  <a:cubicBezTo>
                    <a:pt x="488" y="66"/>
                    <a:pt x="490" y="66"/>
                    <a:pt x="490" y="66"/>
                  </a:cubicBezTo>
                  <a:cubicBezTo>
                    <a:pt x="491" y="67"/>
                    <a:pt x="489" y="68"/>
                    <a:pt x="489" y="67"/>
                  </a:cubicBezTo>
                  <a:close/>
                  <a:moveTo>
                    <a:pt x="488" y="60"/>
                  </a:moveTo>
                  <a:cubicBezTo>
                    <a:pt x="488" y="60"/>
                    <a:pt x="489" y="60"/>
                    <a:pt x="489" y="60"/>
                  </a:cubicBezTo>
                  <a:cubicBezTo>
                    <a:pt x="489" y="60"/>
                    <a:pt x="489" y="61"/>
                    <a:pt x="488" y="60"/>
                  </a:cubicBezTo>
                  <a:close/>
                  <a:moveTo>
                    <a:pt x="492" y="82"/>
                  </a:moveTo>
                  <a:cubicBezTo>
                    <a:pt x="492" y="84"/>
                    <a:pt x="487" y="83"/>
                    <a:pt x="487" y="81"/>
                  </a:cubicBezTo>
                  <a:cubicBezTo>
                    <a:pt x="487" y="79"/>
                    <a:pt x="492" y="79"/>
                    <a:pt x="492" y="82"/>
                  </a:cubicBezTo>
                  <a:close/>
                  <a:moveTo>
                    <a:pt x="483" y="73"/>
                  </a:moveTo>
                  <a:cubicBezTo>
                    <a:pt x="482" y="71"/>
                    <a:pt x="487" y="70"/>
                    <a:pt x="487" y="72"/>
                  </a:cubicBezTo>
                  <a:cubicBezTo>
                    <a:pt x="488" y="75"/>
                    <a:pt x="483" y="74"/>
                    <a:pt x="483" y="73"/>
                  </a:cubicBezTo>
                  <a:close/>
                  <a:moveTo>
                    <a:pt x="483" y="60"/>
                  </a:moveTo>
                  <a:cubicBezTo>
                    <a:pt x="483" y="60"/>
                    <a:pt x="483" y="60"/>
                    <a:pt x="483" y="60"/>
                  </a:cubicBezTo>
                  <a:cubicBezTo>
                    <a:pt x="484" y="62"/>
                    <a:pt x="481" y="59"/>
                    <a:pt x="483" y="60"/>
                  </a:cubicBezTo>
                  <a:close/>
                  <a:moveTo>
                    <a:pt x="482" y="62"/>
                  </a:moveTo>
                  <a:cubicBezTo>
                    <a:pt x="483" y="63"/>
                    <a:pt x="481" y="63"/>
                    <a:pt x="481" y="62"/>
                  </a:cubicBezTo>
                  <a:cubicBezTo>
                    <a:pt x="481" y="62"/>
                    <a:pt x="482" y="62"/>
                    <a:pt x="482" y="62"/>
                  </a:cubicBezTo>
                  <a:close/>
                  <a:moveTo>
                    <a:pt x="487" y="184"/>
                  </a:moveTo>
                  <a:cubicBezTo>
                    <a:pt x="487" y="185"/>
                    <a:pt x="485" y="186"/>
                    <a:pt x="484" y="186"/>
                  </a:cubicBezTo>
                  <a:cubicBezTo>
                    <a:pt x="485" y="185"/>
                    <a:pt x="486" y="185"/>
                    <a:pt x="487" y="184"/>
                  </a:cubicBezTo>
                  <a:close/>
                  <a:moveTo>
                    <a:pt x="495" y="174"/>
                  </a:moveTo>
                  <a:cubicBezTo>
                    <a:pt x="495" y="174"/>
                    <a:pt x="495" y="174"/>
                    <a:pt x="495" y="174"/>
                  </a:cubicBezTo>
                  <a:cubicBezTo>
                    <a:pt x="495" y="175"/>
                    <a:pt x="494" y="175"/>
                    <a:pt x="495" y="174"/>
                  </a:cubicBezTo>
                  <a:close/>
                  <a:moveTo>
                    <a:pt x="498" y="141"/>
                  </a:moveTo>
                  <a:cubicBezTo>
                    <a:pt x="499" y="142"/>
                    <a:pt x="497" y="143"/>
                    <a:pt x="497" y="142"/>
                  </a:cubicBezTo>
                  <a:cubicBezTo>
                    <a:pt x="496" y="141"/>
                    <a:pt x="498" y="141"/>
                    <a:pt x="498" y="141"/>
                  </a:cubicBezTo>
                  <a:close/>
                  <a:moveTo>
                    <a:pt x="497" y="131"/>
                  </a:moveTo>
                  <a:cubicBezTo>
                    <a:pt x="497" y="131"/>
                    <a:pt x="498" y="131"/>
                    <a:pt x="498" y="131"/>
                  </a:cubicBezTo>
                  <a:cubicBezTo>
                    <a:pt x="499" y="132"/>
                    <a:pt x="497" y="132"/>
                    <a:pt x="497" y="131"/>
                  </a:cubicBezTo>
                  <a:close/>
                  <a:moveTo>
                    <a:pt x="498" y="128"/>
                  </a:moveTo>
                  <a:cubicBezTo>
                    <a:pt x="499" y="129"/>
                    <a:pt x="500" y="126"/>
                    <a:pt x="501" y="126"/>
                  </a:cubicBezTo>
                  <a:cubicBezTo>
                    <a:pt x="508" y="122"/>
                    <a:pt x="510" y="132"/>
                    <a:pt x="502" y="132"/>
                  </a:cubicBezTo>
                  <a:cubicBezTo>
                    <a:pt x="501" y="132"/>
                    <a:pt x="498" y="131"/>
                    <a:pt x="498" y="128"/>
                  </a:cubicBezTo>
                  <a:close/>
                  <a:moveTo>
                    <a:pt x="502" y="94"/>
                  </a:moveTo>
                  <a:cubicBezTo>
                    <a:pt x="503" y="93"/>
                    <a:pt x="504" y="95"/>
                    <a:pt x="502" y="94"/>
                  </a:cubicBezTo>
                  <a:close/>
                  <a:moveTo>
                    <a:pt x="505" y="67"/>
                  </a:moveTo>
                  <a:cubicBezTo>
                    <a:pt x="505" y="67"/>
                    <a:pt x="505" y="68"/>
                    <a:pt x="504" y="68"/>
                  </a:cubicBezTo>
                  <a:cubicBezTo>
                    <a:pt x="502" y="68"/>
                    <a:pt x="504" y="64"/>
                    <a:pt x="505" y="67"/>
                  </a:cubicBezTo>
                  <a:close/>
                  <a:moveTo>
                    <a:pt x="503" y="121"/>
                  </a:moveTo>
                  <a:cubicBezTo>
                    <a:pt x="504" y="121"/>
                    <a:pt x="502" y="123"/>
                    <a:pt x="501" y="122"/>
                  </a:cubicBezTo>
                  <a:cubicBezTo>
                    <a:pt x="502" y="122"/>
                    <a:pt x="502" y="122"/>
                    <a:pt x="503" y="121"/>
                  </a:cubicBezTo>
                  <a:close/>
                  <a:moveTo>
                    <a:pt x="506" y="123"/>
                  </a:moveTo>
                  <a:cubicBezTo>
                    <a:pt x="507" y="123"/>
                    <a:pt x="505" y="124"/>
                    <a:pt x="505" y="124"/>
                  </a:cubicBezTo>
                  <a:cubicBezTo>
                    <a:pt x="505" y="123"/>
                    <a:pt x="505" y="122"/>
                    <a:pt x="506" y="123"/>
                  </a:cubicBezTo>
                  <a:close/>
                  <a:moveTo>
                    <a:pt x="506" y="142"/>
                  </a:moveTo>
                  <a:cubicBezTo>
                    <a:pt x="507" y="142"/>
                    <a:pt x="505" y="143"/>
                    <a:pt x="505" y="142"/>
                  </a:cubicBezTo>
                  <a:cubicBezTo>
                    <a:pt x="505" y="142"/>
                    <a:pt x="506" y="142"/>
                    <a:pt x="506" y="142"/>
                  </a:cubicBezTo>
                  <a:close/>
                  <a:moveTo>
                    <a:pt x="502" y="137"/>
                  </a:moveTo>
                  <a:cubicBezTo>
                    <a:pt x="503" y="139"/>
                    <a:pt x="499" y="139"/>
                    <a:pt x="499" y="138"/>
                  </a:cubicBezTo>
                  <a:cubicBezTo>
                    <a:pt x="499" y="136"/>
                    <a:pt x="502" y="136"/>
                    <a:pt x="502" y="137"/>
                  </a:cubicBezTo>
                  <a:close/>
                  <a:moveTo>
                    <a:pt x="504" y="199"/>
                  </a:moveTo>
                  <a:cubicBezTo>
                    <a:pt x="504" y="199"/>
                    <a:pt x="503" y="200"/>
                    <a:pt x="503" y="200"/>
                  </a:cubicBezTo>
                  <a:cubicBezTo>
                    <a:pt x="501" y="200"/>
                    <a:pt x="503" y="197"/>
                    <a:pt x="504" y="199"/>
                  </a:cubicBezTo>
                  <a:close/>
                  <a:moveTo>
                    <a:pt x="512" y="113"/>
                  </a:moveTo>
                  <a:cubicBezTo>
                    <a:pt x="512" y="114"/>
                    <a:pt x="509" y="116"/>
                    <a:pt x="507" y="114"/>
                  </a:cubicBezTo>
                  <a:cubicBezTo>
                    <a:pt x="506" y="113"/>
                    <a:pt x="511" y="111"/>
                    <a:pt x="512" y="113"/>
                  </a:cubicBezTo>
                  <a:close/>
                  <a:moveTo>
                    <a:pt x="508" y="101"/>
                  </a:moveTo>
                  <a:cubicBezTo>
                    <a:pt x="508" y="100"/>
                    <a:pt x="509" y="100"/>
                    <a:pt x="510" y="101"/>
                  </a:cubicBezTo>
                  <a:cubicBezTo>
                    <a:pt x="511" y="102"/>
                    <a:pt x="508" y="102"/>
                    <a:pt x="508" y="101"/>
                  </a:cubicBezTo>
                  <a:close/>
                  <a:moveTo>
                    <a:pt x="510" y="102"/>
                  </a:moveTo>
                  <a:cubicBezTo>
                    <a:pt x="511" y="101"/>
                    <a:pt x="512" y="103"/>
                    <a:pt x="510" y="102"/>
                  </a:cubicBezTo>
                  <a:close/>
                  <a:moveTo>
                    <a:pt x="514" y="132"/>
                  </a:moveTo>
                  <a:cubicBezTo>
                    <a:pt x="514" y="132"/>
                    <a:pt x="514" y="133"/>
                    <a:pt x="514" y="134"/>
                  </a:cubicBezTo>
                  <a:cubicBezTo>
                    <a:pt x="512" y="137"/>
                    <a:pt x="512" y="131"/>
                    <a:pt x="514" y="132"/>
                  </a:cubicBezTo>
                  <a:close/>
                  <a:moveTo>
                    <a:pt x="515" y="154"/>
                  </a:moveTo>
                  <a:cubicBezTo>
                    <a:pt x="515" y="154"/>
                    <a:pt x="515" y="153"/>
                    <a:pt x="515" y="153"/>
                  </a:cubicBezTo>
                  <a:cubicBezTo>
                    <a:pt x="516" y="154"/>
                    <a:pt x="515" y="155"/>
                    <a:pt x="515" y="154"/>
                  </a:cubicBezTo>
                  <a:close/>
                  <a:moveTo>
                    <a:pt x="516" y="153"/>
                  </a:moveTo>
                  <a:cubicBezTo>
                    <a:pt x="516" y="151"/>
                    <a:pt x="519" y="152"/>
                    <a:pt x="516" y="153"/>
                  </a:cubicBezTo>
                  <a:close/>
                  <a:moveTo>
                    <a:pt x="513" y="148"/>
                  </a:moveTo>
                  <a:cubicBezTo>
                    <a:pt x="514" y="147"/>
                    <a:pt x="516" y="145"/>
                    <a:pt x="517" y="145"/>
                  </a:cubicBezTo>
                  <a:cubicBezTo>
                    <a:pt x="520" y="143"/>
                    <a:pt x="516" y="149"/>
                    <a:pt x="513" y="148"/>
                  </a:cubicBezTo>
                  <a:close/>
                  <a:moveTo>
                    <a:pt x="515" y="134"/>
                  </a:moveTo>
                  <a:cubicBezTo>
                    <a:pt x="514" y="133"/>
                    <a:pt x="515" y="133"/>
                    <a:pt x="515" y="134"/>
                  </a:cubicBezTo>
                  <a:close/>
                  <a:moveTo>
                    <a:pt x="518" y="86"/>
                  </a:moveTo>
                  <a:cubicBezTo>
                    <a:pt x="517" y="86"/>
                    <a:pt x="519" y="86"/>
                    <a:pt x="519" y="86"/>
                  </a:cubicBezTo>
                  <a:cubicBezTo>
                    <a:pt x="520" y="86"/>
                    <a:pt x="518" y="87"/>
                    <a:pt x="518" y="86"/>
                  </a:cubicBezTo>
                  <a:close/>
                  <a:moveTo>
                    <a:pt x="518" y="88"/>
                  </a:moveTo>
                  <a:cubicBezTo>
                    <a:pt x="519" y="87"/>
                    <a:pt x="520" y="88"/>
                    <a:pt x="518" y="88"/>
                  </a:cubicBezTo>
                  <a:close/>
                  <a:moveTo>
                    <a:pt x="519" y="94"/>
                  </a:moveTo>
                  <a:cubicBezTo>
                    <a:pt x="519" y="96"/>
                    <a:pt x="514" y="96"/>
                    <a:pt x="515" y="93"/>
                  </a:cubicBezTo>
                  <a:cubicBezTo>
                    <a:pt x="515" y="92"/>
                    <a:pt x="519" y="92"/>
                    <a:pt x="519" y="94"/>
                  </a:cubicBezTo>
                  <a:close/>
                  <a:moveTo>
                    <a:pt x="516" y="113"/>
                  </a:moveTo>
                  <a:cubicBezTo>
                    <a:pt x="516" y="112"/>
                    <a:pt x="516" y="112"/>
                    <a:pt x="516" y="112"/>
                  </a:cubicBezTo>
                  <a:cubicBezTo>
                    <a:pt x="518" y="110"/>
                    <a:pt x="517" y="114"/>
                    <a:pt x="516" y="113"/>
                  </a:cubicBezTo>
                  <a:close/>
                  <a:moveTo>
                    <a:pt x="518" y="143"/>
                  </a:moveTo>
                  <a:cubicBezTo>
                    <a:pt x="518" y="143"/>
                    <a:pt x="516" y="144"/>
                    <a:pt x="516" y="144"/>
                  </a:cubicBezTo>
                  <a:cubicBezTo>
                    <a:pt x="516" y="143"/>
                    <a:pt x="517" y="142"/>
                    <a:pt x="518" y="143"/>
                  </a:cubicBezTo>
                  <a:close/>
                  <a:moveTo>
                    <a:pt x="515" y="139"/>
                  </a:moveTo>
                  <a:cubicBezTo>
                    <a:pt x="516" y="140"/>
                    <a:pt x="515" y="140"/>
                    <a:pt x="515" y="140"/>
                  </a:cubicBezTo>
                  <a:cubicBezTo>
                    <a:pt x="515" y="140"/>
                    <a:pt x="515" y="139"/>
                    <a:pt x="515" y="139"/>
                  </a:cubicBezTo>
                  <a:close/>
                  <a:moveTo>
                    <a:pt x="519" y="150"/>
                  </a:moveTo>
                  <a:cubicBezTo>
                    <a:pt x="520" y="150"/>
                    <a:pt x="518" y="151"/>
                    <a:pt x="518" y="151"/>
                  </a:cubicBezTo>
                  <a:cubicBezTo>
                    <a:pt x="517" y="150"/>
                    <a:pt x="519" y="150"/>
                    <a:pt x="519" y="150"/>
                  </a:cubicBezTo>
                  <a:close/>
                  <a:moveTo>
                    <a:pt x="525" y="72"/>
                  </a:moveTo>
                  <a:cubicBezTo>
                    <a:pt x="525" y="72"/>
                    <a:pt x="525" y="72"/>
                    <a:pt x="524" y="72"/>
                  </a:cubicBezTo>
                  <a:cubicBezTo>
                    <a:pt x="524" y="72"/>
                    <a:pt x="525" y="71"/>
                    <a:pt x="525" y="72"/>
                  </a:cubicBezTo>
                  <a:close/>
                  <a:moveTo>
                    <a:pt x="509" y="73"/>
                  </a:moveTo>
                  <a:cubicBezTo>
                    <a:pt x="510" y="72"/>
                    <a:pt x="513" y="74"/>
                    <a:pt x="516" y="74"/>
                  </a:cubicBezTo>
                  <a:cubicBezTo>
                    <a:pt x="517" y="73"/>
                    <a:pt x="522" y="72"/>
                    <a:pt x="523" y="73"/>
                  </a:cubicBezTo>
                  <a:cubicBezTo>
                    <a:pt x="523" y="75"/>
                    <a:pt x="517" y="75"/>
                    <a:pt x="517" y="75"/>
                  </a:cubicBezTo>
                  <a:cubicBezTo>
                    <a:pt x="517" y="76"/>
                    <a:pt x="520" y="79"/>
                    <a:pt x="520" y="79"/>
                  </a:cubicBezTo>
                  <a:cubicBezTo>
                    <a:pt x="522" y="87"/>
                    <a:pt x="509" y="84"/>
                    <a:pt x="506" y="82"/>
                  </a:cubicBezTo>
                  <a:cubicBezTo>
                    <a:pt x="501" y="80"/>
                    <a:pt x="510" y="81"/>
                    <a:pt x="507" y="77"/>
                  </a:cubicBezTo>
                  <a:cubicBezTo>
                    <a:pt x="511" y="79"/>
                    <a:pt x="508" y="74"/>
                    <a:pt x="509" y="73"/>
                  </a:cubicBezTo>
                  <a:close/>
                  <a:moveTo>
                    <a:pt x="509" y="61"/>
                  </a:moveTo>
                  <a:cubicBezTo>
                    <a:pt x="510" y="61"/>
                    <a:pt x="508" y="62"/>
                    <a:pt x="507" y="61"/>
                  </a:cubicBezTo>
                  <a:cubicBezTo>
                    <a:pt x="507" y="61"/>
                    <a:pt x="509" y="60"/>
                    <a:pt x="509" y="61"/>
                  </a:cubicBezTo>
                  <a:close/>
                  <a:moveTo>
                    <a:pt x="511" y="36"/>
                  </a:moveTo>
                  <a:cubicBezTo>
                    <a:pt x="511" y="37"/>
                    <a:pt x="509" y="37"/>
                    <a:pt x="509" y="36"/>
                  </a:cubicBezTo>
                  <a:cubicBezTo>
                    <a:pt x="509" y="35"/>
                    <a:pt x="510" y="35"/>
                    <a:pt x="511" y="36"/>
                  </a:cubicBezTo>
                  <a:close/>
                  <a:moveTo>
                    <a:pt x="509" y="38"/>
                  </a:moveTo>
                  <a:cubicBezTo>
                    <a:pt x="509" y="40"/>
                    <a:pt x="506" y="39"/>
                    <a:pt x="506" y="38"/>
                  </a:cubicBezTo>
                  <a:cubicBezTo>
                    <a:pt x="506" y="37"/>
                    <a:pt x="509" y="36"/>
                    <a:pt x="509" y="38"/>
                  </a:cubicBezTo>
                  <a:close/>
                  <a:moveTo>
                    <a:pt x="509" y="50"/>
                  </a:moveTo>
                  <a:cubicBezTo>
                    <a:pt x="504" y="53"/>
                    <a:pt x="503" y="50"/>
                    <a:pt x="509" y="50"/>
                  </a:cubicBezTo>
                  <a:close/>
                  <a:moveTo>
                    <a:pt x="506" y="53"/>
                  </a:moveTo>
                  <a:cubicBezTo>
                    <a:pt x="505" y="54"/>
                    <a:pt x="504" y="53"/>
                    <a:pt x="504" y="53"/>
                  </a:cubicBezTo>
                  <a:cubicBezTo>
                    <a:pt x="504" y="53"/>
                    <a:pt x="506" y="53"/>
                    <a:pt x="506" y="53"/>
                  </a:cubicBezTo>
                  <a:close/>
                  <a:moveTo>
                    <a:pt x="504" y="64"/>
                  </a:moveTo>
                  <a:cubicBezTo>
                    <a:pt x="503" y="65"/>
                    <a:pt x="502" y="65"/>
                    <a:pt x="501" y="65"/>
                  </a:cubicBezTo>
                  <a:cubicBezTo>
                    <a:pt x="501" y="64"/>
                    <a:pt x="503" y="63"/>
                    <a:pt x="504" y="64"/>
                  </a:cubicBezTo>
                  <a:close/>
                  <a:moveTo>
                    <a:pt x="501" y="64"/>
                  </a:moveTo>
                  <a:cubicBezTo>
                    <a:pt x="501" y="64"/>
                    <a:pt x="500" y="65"/>
                    <a:pt x="500" y="64"/>
                  </a:cubicBezTo>
                  <a:cubicBezTo>
                    <a:pt x="500" y="64"/>
                    <a:pt x="501" y="63"/>
                    <a:pt x="501" y="64"/>
                  </a:cubicBezTo>
                  <a:close/>
                  <a:moveTo>
                    <a:pt x="501" y="123"/>
                  </a:moveTo>
                  <a:cubicBezTo>
                    <a:pt x="501" y="123"/>
                    <a:pt x="501" y="123"/>
                    <a:pt x="501" y="123"/>
                  </a:cubicBezTo>
                  <a:cubicBezTo>
                    <a:pt x="502" y="125"/>
                    <a:pt x="499" y="121"/>
                    <a:pt x="501" y="123"/>
                  </a:cubicBezTo>
                  <a:close/>
                  <a:moveTo>
                    <a:pt x="499" y="65"/>
                  </a:moveTo>
                  <a:cubicBezTo>
                    <a:pt x="501" y="65"/>
                    <a:pt x="497" y="65"/>
                    <a:pt x="499" y="65"/>
                  </a:cubicBezTo>
                  <a:close/>
                  <a:moveTo>
                    <a:pt x="498" y="38"/>
                  </a:moveTo>
                  <a:cubicBezTo>
                    <a:pt x="498" y="38"/>
                    <a:pt x="497" y="39"/>
                    <a:pt x="497" y="38"/>
                  </a:cubicBezTo>
                  <a:cubicBezTo>
                    <a:pt x="497" y="38"/>
                    <a:pt x="497" y="37"/>
                    <a:pt x="498" y="38"/>
                  </a:cubicBezTo>
                  <a:close/>
                  <a:moveTo>
                    <a:pt x="497" y="31"/>
                  </a:moveTo>
                  <a:cubicBezTo>
                    <a:pt x="497" y="32"/>
                    <a:pt x="495" y="32"/>
                    <a:pt x="495" y="31"/>
                  </a:cubicBezTo>
                  <a:cubicBezTo>
                    <a:pt x="495" y="31"/>
                    <a:pt x="496" y="31"/>
                    <a:pt x="497" y="31"/>
                  </a:cubicBezTo>
                  <a:close/>
                  <a:moveTo>
                    <a:pt x="496" y="40"/>
                  </a:moveTo>
                  <a:cubicBezTo>
                    <a:pt x="496" y="41"/>
                    <a:pt x="493" y="42"/>
                    <a:pt x="493" y="41"/>
                  </a:cubicBezTo>
                  <a:cubicBezTo>
                    <a:pt x="492" y="40"/>
                    <a:pt x="495" y="39"/>
                    <a:pt x="496" y="40"/>
                  </a:cubicBezTo>
                  <a:close/>
                  <a:moveTo>
                    <a:pt x="492" y="44"/>
                  </a:moveTo>
                  <a:cubicBezTo>
                    <a:pt x="493" y="43"/>
                    <a:pt x="494" y="45"/>
                    <a:pt x="492" y="44"/>
                  </a:cubicBezTo>
                  <a:close/>
                  <a:moveTo>
                    <a:pt x="488" y="29"/>
                  </a:moveTo>
                  <a:cubicBezTo>
                    <a:pt x="489" y="30"/>
                    <a:pt x="486" y="30"/>
                    <a:pt x="486" y="29"/>
                  </a:cubicBezTo>
                  <a:cubicBezTo>
                    <a:pt x="486" y="28"/>
                    <a:pt x="488" y="28"/>
                    <a:pt x="488" y="29"/>
                  </a:cubicBezTo>
                  <a:close/>
                  <a:moveTo>
                    <a:pt x="487" y="31"/>
                  </a:moveTo>
                  <a:cubicBezTo>
                    <a:pt x="487" y="31"/>
                    <a:pt x="488" y="31"/>
                    <a:pt x="488" y="31"/>
                  </a:cubicBezTo>
                  <a:cubicBezTo>
                    <a:pt x="489" y="32"/>
                    <a:pt x="487" y="32"/>
                    <a:pt x="487" y="31"/>
                  </a:cubicBezTo>
                  <a:close/>
                  <a:moveTo>
                    <a:pt x="488" y="40"/>
                  </a:moveTo>
                  <a:cubicBezTo>
                    <a:pt x="488" y="41"/>
                    <a:pt x="487" y="41"/>
                    <a:pt x="486" y="41"/>
                  </a:cubicBezTo>
                  <a:cubicBezTo>
                    <a:pt x="486" y="40"/>
                    <a:pt x="487" y="40"/>
                    <a:pt x="488" y="40"/>
                  </a:cubicBezTo>
                  <a:close/>
                  <a:moveTo>
                    <a:pt x="484" y="41"/>
                  </a:moveTo>
                  <a:cubicBezTo>
                    <a:pt x="485" y="42"/>
                    <a:pt x="483" y="42"/>
                    <a:pt x="483" y="42"/>
                  </a:cubicBezTo>
                  <a:cubicBezTo>
                    <a:pt x="483" y="41"/>
                    <a:pt x="484" y="41"/>
                    <a:pt x="484" y="41"/>
                  </a:cubicBezTo>
                  <a:close/>
                  <a:moveTo>
                    <a:pt x="483" y="38"/>
                  </a:moveTo>
                  <a:cubicBezTo>
                    <a:pt x="482" y="37"/>
                    <a:pt x="484" y="38"/>
                    <a:pt x="483" y="38"/>
                  </a:cubicBezTo>
                  <a:close/>
                  <a:moveTo>
                    <a:pt x="483" y="51"/>
                  </a:moveTo>
                  <a:cubicBezTo>
                    <a:pt x="485" y="47"/>
                    <a:pt x="492" y="43"/>
                    <a:pt x="496" y="48"/>
                  </a:cubicBezTo>
                  <a:cubicBezTo>
                    <a:pt x="496" y="49"/>
                    <a:pt x="494" y="53"/>
                    <a:pt x="493" y="53"/>
                  </a:cubicBezTo>
                  <a:cubicBezTo>
                    <a:pt x="493" y="53"/>
                    <a:pt x="491" y="53"/>
                    <a:pt x="490" y="53"/>
                  </a:cubicBezTo>
                  <a:cubicBezTo>
                    <a:pt x="490" y="53"/>
                    <a:pt x="490" y="54"/>
                    <a:pt x="489" y="54"/>
                  </a:cubicBezTo>
                  <a:cubicBezTo>
                    <a:pt x="488" y="54"/>
                    <a:pt x="485" y="54"/>
                    <a:pt x="483" y="54"/>
                  </a:cubicBezTo>
                  <a:cubicBezTo>
                    <a:pt x="483" y="54"/>
                    <a:pt x="483" y="54"/>
                    <a:pt x="482" y="54"/>
                  </a:cubicBezTo>
                  <a:cubicBezTo>
                    <a:pt x="482" y="53"/>
                    <a:pt x="483" y="52"/>
                    <a:pt x="483" y="51"/>
                  </a:cubicBezTo>
                  <a:close/>
                  <a:moveTo>
                    <a:pt x="482" y="56"/>
                  </a:moveTo>
                  <a:cubicBezTo>
                    <a:pt x="483" y="57"/>
                    <a:pt x="480" y="57"/>
                    <a:pt x="480" y="57"/>
                  </a:cubicBezTo>
                  <a:cubicBezTo>
                    <a:pt x="479" y="55"/>
                    <a:pt x="482" y="55"/>
                    <a:pt x="482" y="56"/>
                  </a:cubicBezTo>
                  <a:close/>
                  <a:moveTo>
                    <a:pt x="479" y="43"/>
                  </a:moveTo>
                  <a:cubicBezTo>
                    <a:pt x="479" y="45"/>
                    <a:pt x="475" y="45"/>
                    <a:pt x="474" y="44"/>
                  </a:cubicBezTo>
                  <a:cubicBezTo>
                    <a:pt x="474" y="43"/>
                    <a:pt x="478" y="42"/>
                    <a:pt x="479" y="43"/>
                  </a:cubicBezTo>
                  <a:close/>
                  <a:moveTo>
                    <a:pt x="473" y="28"/>
                  </a:moveTo>
                  <a:cubicBezTo>
                    <a:pt x="472" y="28"/>
                    <a:pt x="474" y="28"/>
                    <a:pt x="473" y="28"/>
                  </a:cubicBezTo>
                  <a:close/>
                  <a:moveTo>
                    <a:pt x="471" y="33"/>
                  </a:moveTo>
                  <a:cubicBezTo>
                    <a:pt x="471" y="34"/>
                    <a:pt x="470" y="34"/>
                    <a:pt x="469" y="34"/>
                  </a:cubicBezTo>
                  <a:cubicBezTo>
                    <a:pt x="469" y="33"/>
                    <a:pt x="471" y="32"/>
                    <a:pt x="471" y="33"/>
                  </a:cubicBezTo>
                  <a:close/>
                  <a:moveTo>
                    <a:pt x="467" y="32"/>
                  </a:moveTo>
                  <a:cubicBezTo>
                    <a:pt x="469" y="31"/>
                    <a:pt x="470" y="33"/>
                    <a:pt x="467" y="32"/>
                  </a:cubicBezTo>
                  <a:close/>
                  <a:moveTo>
                    <a:pt x="467" y="46"/>
                  </a:moveTo>
                  <a:cubicBezTo>
                    <a:pt x="468" y="44"/>
                    <a:pt x="469" y="47"/>
                    <a:pt x="467" y="46"/>
                  </a:cubicBezTo>
                  <a:close/>
                  <a:moveTo>
                    <a:pt x="467" y="52"/>
                  </a:moveTo>
                  <a:cubicBezTo>
                    <a:pt x="466" y="52"/>
                    <a:pt x="468" y="53"/>
                    <a:pt x="467" y="52"/>
                  </a:cubicBezTo>
                  <a:close/>
                  <a:moveTo>
                    <a:pt x="467" y="30"/>
                  </a:moveTo>
                  <a:cubicBezTo>
                    <a:pt x="467" y="30"/>
                    <a:pt x="468" y="31"/>
                    <a:pt x="467" y="31"/>
                  </a:cubicBezTo>
                  <a:cubicBezTo>
                    <a:pt x="465" y="31"/>
                    <a:pt x="467" y="28"/>
                    <a:pt x="467" y="30"/>
                  </a:cubicBezTo>
                  <a:close/>
                  <a:moveTo>
                    <a:pt x="468" y="38"/>
                  </a:moveTo>
                  <a:cubicBezTo>
                    <a:pt x="468" y="39"/>
                    <a:pt x="466" y="40"/>
                    <a:pt x="465" y="39"/>
                  </a:cubicBezTo>
                  <a:cubicBezTo>
                    <a:pt x="465" y="38"/>
                    <a:pt x="467" y="37"/>
                    <a:pt x="468" y="38"/>
                  </a:cubicBezTo>
                  <a:close/>
                  <a:moveTo>
                    <a:pt x="464" y="49"/>
                  </a:moveTo>
                  <a:cubicBezTo>
                    <a:pt x="463" y="50"/>
                    <a:pt x="462" y="48"/>
                    <a:pt x="462" y="49"/>
                  </a:cubicBezTo>
                  <a:cubicBezTo>
                    <a:pt x="460" y="46"/>
                    <a:pt x="468" y="49"/>
                    <a:pt x="464" y="49"/>
                  </a:cubicBezTo>
                  <a:close/>
                  <a:moveTo>
                    <a:pt x="463" y="51"/>
                  </a:moveTo>
                  <a:cubicBezTo>
                    <a:pt x="463" y="51"/>
                    <a:pt x="464" y="51"/>
                    <a:pt x="464" y="51"/>
                  </a:cubicBezTo>
                  <a:cubicBezTo>
                    <a:pt x="465" y="52"/>
                    <a:pt x="464" y="51"/>
                    <a:pt x="463" y="51"/>
                  </a:cubicBezTo>
                  <a:close/>
                  <a:moveTo>
                    <a:pt x="447" y="79"/>
                  </a:moveTo>
                  <a:cubicBezTo>
                    <a:pt x="448" y="79"/>
                    <a:pt x="446" y="80"/>
                    <a:pt x="446" y="80"/>
                  </a:cubicBezTo>
                  <a:cubicBezTo>
                    <a:pt x="446" y="79"/>
                    <a:pt x="446" y="79"/>
                    <a:pt x="447" y="79"/>
                  </a:cubicBezTo>
                  <a:close/>
                  <a:moveTo>
                    <a:pt x="446" y="189"/>
                  </a:moveTo>
                  <a:cubicBezTo>
                    <a:pt x="446" y="188"/>
                    <a:pt x="448" y="188"/>
                    <a:pt x="448" y="189"/>
                  </a:cubicBezTo>
                  <a:cubicBezTo>
                    <a:pt x="448" y="190"/>
                    <a:pt x="446" y="190"/>
                    <a:pt x="446" y="189"/>
                  </a:cubicBezTo>
                  <a:close/>
                  <a:moveTo>
                    <a:pt x="449" y="610"/>
                  </a:moveTo>
                  <a:cubicBezTo>
                    <a:pt x="448" y="610"/>
                    <a:pt x="447" y="610"/>
                    <a:pt x="446" y="610"/>
                  </a:cubicBezTo>
                  <a:cubicBezTo>
                    <a:pt x="447" y="609"/>
                    <a:pt x="448" y="609"/>
                    <a:pt x="449" y="610"/>
                  </a:cubicBezTo>
                  <a:close/>
                  <a:moveTo>
                    <a:pt x="447" y="145"/>
                  </a:moveTo>
                  <a:cubicBezTo>
                    <a:pt x="446" y="146"/>
                    <a:pt x="445" y="145"/>
                    <a:pt x="447" y="145"/>
                  </a:cubicBezTo>
                  <a:close/>
                  <a:moveTo>
                    <a:pt x="447" y="126"/>
                  </a:moveTo>
                  <a:cubicBezTo>
                    <a:pt x="447" y="126"/>
                    <a:pt x="446" y="127"/>
                    <a:pt x="446" y="127"/>
                  </a:cubicBezTo>
                  <a:cubicBezTo>
                    <a:pt x="446" y="127"/>
                    <a:pt x="446" y="126"/>
                    <a:pt x="447" y="126"/>
                  </a:cubicBezTo>
                  <a:close/>
                  <a:moveTo>
                    <a:pt x="446" y="180"/>
                  </a:moveTo>
                  <a:cubicBezTo>
                    <a:pt x="446" y="184"/>
                    <a:pt x="439" y="183"/>
                    <a:pt x="438" y="180"/>
                  </a:cubicBezTo>
                  <a:cubicBezTo>
                    <a:pt x="438" y="178"/>
                    <a:pt x="446" y="176"/>
                    <a:pt x="446" y="180"/>
                  </a:cubicBezTo>
                  <a:close/>
                  <a:moveTo>
                    <a:pt x="441" y="175"/>
                  </a:moveTo>
                  <a:cubicBezTo>
                    <a:pt x="441" y="173"/>
                    <a:pt x="444" y="173"/>
                    <a:pt x="444" y="174"/>
                  </a:cubicBezTo>
                  <a:cubicBezTo>
                    <a:pt x="445" y="176"/>
                    <a:pt x="442" y="176"/>
                    <a:pt x="441" y="175"/>
                  </a:cubicBezTo>
                  <a:close/>
                  <a:moveTo>
                    <a:pt x="446" y="135"/>
                  </a:moveTo>
                  <a:cubicBezTo>
                    <a:pt x="444" y="136"/>
                    <a:pt x="441" y="137"/>
                    <a:pt x="440" y="136"/>
                  </a:cubicBezTo>
                  <a:cubicBezTo>
                    <a:pt x="442" y="136"/>
                    <a:pt x="444" y="134"/>
                    <a:pt x="446" y="135"/>
                  </a:cubicBezTo>
                  <a:close/>
                  <a:moveTo>
                    <a:pt x="443" y="79"/>
                  </a:moveTo>
                  <a:cubicBezTo>
                    <a:pt x="444" y="78"/>
                    <a:pt x="445" y="80"/>
                    <a:pt x="443" y="79"/>
                  </a:cubicBezTo>
                  <a:close/>
                  <a:moveTo>
                    <a:pt x="443" y="79"/>
                  </a:moveTo>
                  <a:cubicBezTo>
                    <a:pt x="442" y="80"/>
                    <a:pt x="440" y="81"/>
                    <a:pt x="439" y="81"/>
                  </a:cubicBezTo>
                  <a:cubicBezTo>
                    <a:pt x="439" y="79"/>
                    <a:pt x="441" y="80"/>
                    <a:pt x="443" y="79"/>
                  </a:cubicBezTo>
                  <a:close/>
                  <a:moveTo>
                    <a:pt x="438" y="137"/>
                  </a:moveTo>
                  <a:cubicBezTo>
                    <a:pt x="439" y="137"/>
                    <a:pt x="437" y="138"/>
                    <a:pt x="437" y="138"/>
                  </a:cubicBezTo>
                  <a:cubicBezTo>
                    <a:pt x="437" y="138"/>
                    <a:pt x="438" y="137"/>
                    <a:pt x="438" y="137"/>
                  </a:cubicBezTo>
                  <a:close/>
                  <a:moveTo>
                    <a:pt x="437" y="228"/>
                  </a:moveTo>
                  <a:cubicBezTo>
                    <a:pt x="436" y="229"/>
                    <a:pt x="433" y="230"/>
                    <a:pt x="432" y="232"/>
                  </a:cubicBezTo>
                  <a:cubicBezTo>
                    <a:pt x="433" y="230"/>
                    <a:pt x="435" y="229"/>
                    <a:pt x="437" y="228"/>
                  </a:cubicBezTo>
                  <a:close/>
                  <a:moveTo>
                    <a:pt x="431" y="647"/>
                  </a:moveTo>
                  <a:cubicBezTo>
                    <a:pt x="432" y="648"/>
                    <a:pt x="430" y="646"/>
                    <a:pt x="431" y="647"/>
                  </a:cubicBezTo>
                  <a:close/>
                  <a:moveTo>
                    <a:pt x="430" y="190"/>
                  </a:move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ubicBezTo>
                    <a:pt x="430" y="190"/>
                    <a:pt x="430" y="190"/>
                    <a:pt x="430" y="190"/>
                  </a:cubicBezTo>
                  <a:close/>
                  <a:moveTo>
                    <a:pt x="430" y="233"/>
                  </a:moveTo>
                  <a:cubicBezTo>
                    <a:pt x="428" y="236"/>
                    <a:pt x="427" y="233"/>
                    <a:pt x="430" y="233"/>
                  </a:cubicBezTo>
                  <a:close/>
                  <a:moveTo>
                    <a:pt x="430" y="647"/>
                  </a:moveTo>
                  <a:cubicBezTo>
                    <a:pt x="430" y="648"/>
                    <a:pt x="428" y="648"/>
                    <a:pt x="428" y="648"/>
                  </a:cubicBezTo>
                  <a:cubicBezTo>
                    <a:pt x="428" y="647"/>
                    <a:pt x="429" y="647"/>
                    <a:pt x="430" y="647"/>
                  </a:cubicBezTo>
                  <a:close/>
                  <a:moveTo>
                    <a:pt x="427" y="105"/>
                  </a:moveTo>
                  <a:cubicBezTo>
                    <a:pt x="426" y="104"/>
                    <a:pt x="428" y="106"/>
                    <a:pt x="427" y="105"/>
                  </a:cubicBezTo>
                  <a:close/>
                  <a:moveTo>
                    <a:pt x="426" y="572"/>
                  </a:moveTo>
                  <a:cubicBezTo>
                    <a:pt x="427" y="571"/>
                    <a:pt x="427" y="574"/>
                    <a:pt x="426" y="573"/>
                  </a:cubicBezTo>
                  <a:cubicBezTo>
                    <a:pt x="426" y="573"/>
                    <a:pt x="426" y="572"/>
                    <a:pt x="426" y="572"/>
                  </a:cubicBezTo>
                  <a:close/>
                  <a:moveTo>
                    <a:pt x="424" y="210"/>
                  </a:moveTo>
                  <a:cubicBezTo>
                    <a:pt x="425" y="209"/>
                    <a:pt x="426" y="211"/>
                    <a:pt x="424" y="210"/>
                  </a:cubicBezTo>
                  <a:close/>
                  <a:moveTo>
                    <a:pt x="422" y="80"/>
                  </a:moveTo>
                  <a:cubicBezTo>
                    <a:pt x="423" y="81"/>
                    <a:pt x="421" y="81"/>
                    <a:pt x="420" y="81"/>
                  </a:cubicBezTo>
                  <a:cubicBezTo>
                    <a:pt x="420" y="80"/>
                    <a:pt x="422" y="80"/>
                    <a:pt x="422" y="80"/>
                  </a:cubicBezTo>
                  <a:close/>
                  <a:moveTo>
                    <a:pt x="423" y="85"/>
                  </a:moveTo>
                  <a:cubicBezTo>
                    <a:pt x="423" y="85"/>
                    <a:pt x="420" y="86"/>
                    <a:pt x="420" y="85"/>
                  </a:cubicBezTo>
                  <a:cubicBezTo>
                    <a:pt x="419" y="85"/>
                    <a:pt x="424" y="83"/>
                    <a:pt x="423" y="85"/>
                  </a:cubicBezTo>
                  <a:close/>
                  <a:moveTo>
                    <a:pt x="421" y="667"/>
                  </a:moveTo>
                  <a:cubicBezTo>
                    <a:pt x="423" y="666"/>
                    <a:pt x="422" y="668"/>
                    <a:pt x="421" y="667"/>
                  </a:cubicBezTo>
                  <a:close/>
                  <a:moveTo>
                    <a:pt x="419" y="54"/>
                  </a:moveTo>
                  <a:cubicBezTo>
                    <a:pt x="420" y="54"/>
                    <a:pt x="419" y="55"/>
                    <a:pt x="419" y="55"/>
                  </a:cubicBezTo>
                  <a:cubicBezTo>
                    <a:pt x="418" y="55"/>
                    <a:pt x="418" y="54"/>
                    <a:pt x="419" y="54"/>
                  </a:cubicBezTo>
                  <a:close/>
                  <a:moveTo>
                    <a:pt x="419" y="61"/>
                  </a:moveTo>
                  <a:cubicBezTo>
                    <a:pt x="419" y="61"/>
                    <a:pt x="417" y="61"/>
                    <a:pt x="417" y="60"/>
                  </a:cubicBezTo>
                  <a:cubicBezTo>
                    <a:pt x="417" y="60"/>
                    <a:pt x="418" y="60"/>
                    <a:pt x="419" y="61"/>
                  </a:cubicBezTo>
                  <a:close/>
                  <a:moveTo>
                    <a:pt x="411" y="63"/>
                  </a:moveTo>
                  <a:cubicBezTo>
                    <a:pt x="411" y="63"/>
                    <a:pt x="410" y="64"/>
                    <a:pt x="410" y="63"/>
                  </a:cubicBezTo>
                  <a:cubicBezTo>
                    <a:pt x="409" y="63"/>
                    <a:pt x="411" y="62"/>
                    <a:pt x="411" y="63"/>
                  </a:cubicBezTo>
                  <a:close/>
                  <a:moveTo>
                    <a:pt x="408" y="93"/>
                  </a:moveTo>
                  <a:cubicBezTo>
                    <a:pt x="408" y="94"/>
                    <a:pt x="407" y="94"/>
                    <a:pt x="407" y="94"/>
                  </a:cubicBezTo>
                  <a:cubicBezTo>
                    <a:pt x="406" y="93"/>
                    <a:pt x="408" y="93"/>
                    <a:pt x="408" y="93"/>
                  </a:cubicBezTo>
                  <a:close/>
                  <a:moveTo>
                    <a:pt x="406" y="125"/>
                  </a:moveTo>
                  <a:cubicBezTo>
                    <a:pt x="406" y="126"/>
                    <a:pt x="404" y="125"/>
                    <a:pt x="406" y="125"/>
                  </a:cubicBezTo>
                  <a:close/>
                  <a:moveTo>
                    <a:pt x="405" y="97"/>
                  </a:moveTo>
                  <a:cubicBezTo>
                    <a:pt x="404" y="97"/>
                    <a:pt x="404" y="97"/>
                    <a:pt x="404" y="96"/>
                  </a:cubicBezTo>
                  <a:cubicBezTo>
                    <a:pt x="403" y="95"/>
                    <a:pt x="406" y="97"/>
                    <a:pt x="405" y="97"/>
                  </a:cubicBezTo>
                  <a:close/>
                  <a:moveTo>
                    <a:pt x="408" y="154"/>
                  </a:moveTo>
                  <a:cubicBezTo>
                    <a:pt x="406" y="156"/>
                    <a:pt x="402" y="158"/>
                    <a:pt x="399" y="158"/>
                  </a:cubicBezTo>
                  <a:cubicBezTo>
                    <a:pt x="402" y="157"/>
                    <a:pt x="405" y="156"/>
                    <a:pt x="408" y="154"/>
                  </a:cubicBezTo>
                  <a:close/>
                  <a:moveTo>
                    <a:pt x="399" y="122"/>
                  </a:moveTo>
                  <a:cubicBezTo>
                    <a:pt x="399" y="122"/>
                    <a:pt x="400" y="121"/>
                    <a:pt x="400" y="122"/>
                  </a:cubicBezTo>
                  <a:cubicBezTo>
                    <a:pt x="400" y="122"/>
                    <a:pt x="400" y="123"/>
                    <a:pt x="399" y="122"/>
                  </a:cubicBezTo>
                  <a:close/>
                  <a:moveTo>
                    <a:pt x="401" y="71"/>
                  </a:moveTo>
                  <a:cubicBezTo>
                    <a:pt x="402" y="72"/>
                    <a:pt x="400" y="73"/>
                    <a:pt x="399" y="72"/>
                  </a:cubicBezTo>
                  <a:cubicBezTo>
                    <a:pt x="399" y="71"/>
                    <a:pt x="401" y="70"/>
                    <a:pt x="401" y="71"/>
                  </a:cubicBezTo>
                  <a:close/>
                  <a:moveTo>
                    <a:pt x="399" y="97"/>
                  </a:moveTo>
                  <a:cubicBezTo>
                    <a:pt x="399" y="97"/>
                    <a:pt x="398" y="98"/>
                    <a:pt x="397" y="97"/>
                  </a:cubicBezTo>
                  <a:cubicBezTo>
                    <a:pt x="398" y="97"/>
                    <a:pt x="398" y="97"/>
                    <a:pt x="399" y="97"/>
                  </a:cubicBezTo>
                  <a:close/>
                  <a:moveTo>
                    <a:pt x="398" y="160"/>
                  </a:moveTo>
                  <a:cubicBezTo>
                    <a:pt x="398" y="160"/>
                    <a:pt x="398" y="159"/>
                    <a:pt x="399" y="159"/>
                  </a:cubicBezTo>
                  <a:cubicBezTo>
                    <a:pt x="399" y="159"/>
                    <a:pt x="398" y="160"/>
                    <a:pt x="398" y="160"/>
                  </a:cubicBezTo>
                  <a:close/>
                  <a:moveTo>
                    <a:pt x="398" y="169"/>
                  </a:moveTo>
                  <a:cubicBezTo>
                    <a:pt x="399" y="170"/>
                    <a:pt x="397" y="171"/>
                    <a:pt x="397" y="170"/>
                  </a:cubicBezTo>
                  <a:cubicBezTo>
                    <a:pt x="397" y="169"/>
                    <a:pt x="398" y="169"/>
                    <a:pt x="398" y="169"/>
                  </a:cubicBezTo>
                  <a:close/>
                  <a:moveTo>
                    <a:pt x="397" y="159"/>
                  </a:moveTo>
                  <a:cubicBezTo>
                    <a:pt x="397" y="160"/>
                    <a:pt x="395" y="162"/>
                    <a:pt x="395" y="161"/>
                  </a:cubicBezTo>
                  <a:cubicBezTo>
                    <a:pt x="395" y="160"/>
                    <a:pt x="397" y="160"/>
                    <a:pt x="397" y="159"/>
                  </a:cubicBezTo>
                  <a:close/>
                  <a:moveTo>
                    <a:pt x="395" y="78"/>
                  </a:moveTo>
                  <a:cubicBezTo>
                    <a:pt x="395" y="78"/>
                    <a:pt x="394" y="78"/>
                    <a:pt x="394" y="78"/>
                  </a:cubicBezTo>
                  <a:cubicBezTo>
                    <a:pt x="393" y="78"/>
                    <a:pt x="395" y="78"/>
                    <a:pt x="395" y="78"/>
                  </a:cubicBezTo>
                  <a:close/>
                  <a:moveTo>
                    <a:pt x="392" y="104"/>
                  </a:moveTo>
                  <a:cubicBezTo>
                    <a:pt x="393" y="106"/>
                    <a:pt x="390" y="105"/>
                    <a:pt x="390" y="104"/>
                  </a:cubicBezTo>
                  <a:cubicBezTo>
                    <a:pt x="390" y="102"/>
                    <a:pt x="392" y="103"/>
                    <a:pt x="392" y="104"/>
                  </a:cubicBezTo>
                  <a:close/>
                  <a:moveTo>
                    <a:pt x="388" y="79"/>
                  </a:moveTo>
                  <a:cubicBezTo>
                    <a:pt x="387" y="80"/>
                    <a:pt x="386" y="79"/>
                    <a:pt x="385" y="80"/>
                  </a:cubicBezTo>
                  <a:cubicBezTo>
                    <a:pt x="385" y="79"/>
                    <a:pt x="387" y="79"/>
                    <a:pt x="388" y="79"/>
                  </a:cubicBezTo>
                  <a:close/>
                  <a:moveTo>
                    <a:pt x="385" y="112"/>
                  </a:moveTo>
                  <a:cubicBezTo>
                    <a:pt x="385" y="112"/>
                    <a:pt x="387" y="111"/>
                    <a:pt x="387" y="112"/>
                  </a:cubicBezTo>
                  <a:cubicBezTo>
                    <a:pt x="388" y="114"/>
                    <a:pt x="384" y="114"/>
                    <a:pt x="385" y="112"/>
                  </a:cubicBezTo>
                  <a:close/>
                  <a:moveTo>
                    <a:pt x="382" y="113"/>
                  </a:moveTo>
                  <a:cubicBezTo>
                    <a:pt x="384" y="111"/>
                    <a:pt x="385" y="114"/>
                    <a:pt x="382" y="113"/>
                  </a:cubicBezTo>
                  <a:close/>
                  <a:moveTo>
                    <a:pt x="379" y="110"/>
                  </a:moveTo>
                  <a:cubicBezTo>
                    <a:pt x="380" y="111"/>
                    <a:pt x="376" y="111"/>
                    <a:pt x="376" y="110"/>
                  </a:cubicBezTo>
                  <a:cubicBezTo>
                    <a:pt x="375" y="109"/>
                    <a:pt x="378" y="108"/>
                    <a:pt x="379" y="110"/>
                  </a:cubicBezTo>
                  <a:close/>
                  <a:moveTo>
                    <a:pt x="379" y="80"/>
                  </a:moveTo>
                  <a:cubicBezTo>
                    <a:pt x="379" y="80"/>
                    <a:pt x="377" y="81"/>
                    <a:pt x="377" y="81"/>
                  </a:cubicBezTo>
                  <a:cubicBezTo>
                    <a:pt x="377" y="80"/>
                    <a:pt x="378" y="80"/>
                    <a:pt x="379" y="80"/>
                  </a:cubicBezTo>
                  <a:close/>
                  <a:moveTo>
                    <a:pt x="376" y="81"/>
                  </a:moveTo>
                  <a:cubicBezTo>
                    <a:pt x="375" y="81"/>
                    <a:pt x="374" y="81"/>
                    <a:pt x="374" y="81"/>
                  </a:cubicBezTo>
                  <a:cubicBezTo>
                    <a:pt x="373" y="81"/>
                    <a:pt x="375" y="81"/>
                    <a:pt x="376" y="81"/>
                  </a:cubicBezTo>
                  <a:close/>
                  <a:moveTo>
                    <a:pt x="372" y="76"/>
                  </a:moveTo>
                  <a:cubicBezTo>
                    <a:pt x="372" y="76"/>
                    <a:pt x="372" y="76"/>
                    <a:pt x="372" y="76"/>
                  </a:cubicBezTo>
                  <a:cubicBezTo>
                    <a:pt x="372" y="76"/>
                    <a:pt x="371" y="76"/>
                    <a:pt x="371" y="76"/>
                  </a:cubicBezTo>
                  <a:cubicBezTo>
                    <a:pt x="371" y="76"/>
                    <a:pt x="371" y="76"/>
                    <a:pt x="372" y="76"/>
                  </a:cubicBezTo>
                  <a:close/>
                  <a:moveTo>
                    <a:pt x="363" y="95"/>
                  </a:moveTo>
                  <a:cubicBezTo>
                    <a:pt x="362" y="96"/>
                    <a:pt x="361" y="94"/>
                    <a:pt x="363" y="95"/>
                  </a:cubicBezTo>
                  <a:close/>
                  <a:moveTo>
                    <a:pt x="362" y="110"/>
                  </a:moveTo>
                  <a:cubicBezTo>
                    <a:pt x="362" y="112"/>
                    <a:pt x="358" y="112"/>
                    <a:pt x="357" y="111"/>
                  </a:cubicBezTo>
                  <a:cubicBezTo>
                    <a:pt x="357" y="111"/>
                    <a:pt x="357" y="111"/>
                    <a:pt x="356" y="110"/>
                  </a:cubicBezTo>
                  <a:cubicBezTo>
                    <a:pt x="357" y="111"/>
                    <a:pt x="355" y="112"/>
                    <a:pt x="355" y="111"/>
                  </a:cubicBezTo>
                  <a:cubicBezTo>
                    <a:pt x="354" y="110"/>
                    <a:pt x="363" y="106"/>
                    <a:pt x="362" y="110"/>
                  </a:cubicBezTo>
                  <a:close/>
                  <a:moveTo>
                    <a:pt x="357" y="127"/>
                  </a:moveTo>
                  <a:cubicBezTo>
                    <a:pt x="362" y="124"/>
                    <a:pt x="368" y="124"/>
                    <a:pt x="374" y="121"/>
                  </a:cubicBezTo>
                  <a:cubicBezTo>
                    <a:pt x="379" y="119"/>
                    <a:pt x="384" y="116"/>
                    <a:pt x="389" y="116"/>
                  </a:cubicBezTo>
                  <a:cubicBezTo>
                    <a:pt x="389" y="116"/>
                    <a:pt x="390" y="117"/>
                    <a:pt x="390" y="117"/>
                  </a:cubicBezTo>
                  <a:cubicBezTo>
                    <a:pt x="390" y="118"/>
                    <a:pt x="381" y="121"/>
                    <a:pt x="378" y="122"/>
                  </a:cubicBezTo>
                  <a:cubicBezTo>
                    <a:pt x="373" y="123"/>
                    <a:pt x="369" y="124"/>
                    <a:pt x="364" y="125"/>
                  </a:cubicBezTo>
                  <a:cubicBezTo>
                    <a:pt x="363" y="126"/>
                    <a:pt x="357" y="129"/>
                    <a:pt x="355" y="129"/>
                  </a:cubicBezTo>
                  <a:cubicBezTo>
                    <a:pt x="352" y="129"/>
                    <a:pt x="356" y="127"/>
                    <a:pt x="357" y="127"/>
                  </a:cubicBezTo>
                  <a:close/>
                  <a:moveTo>
                    <a:pt x="357" y="587"/>
                  </a:moveTo>
                  <a:cubicBezTo>
                    <a:pt x="365" y="583"/>
                    <a:pt x="375" y="580"/>
                    <a:pt x="384" y="576"/>
                  </a:cubicBezTo>
                  <a:cubicBezTo>
                    <a:pt x="385" y="576"/>
                    <a:pt x="387" y="575"/>
                    <a:pt x="387" y="576"/>
                  </a:cubicBezTo>
                  <a:cubicBezTo>
                    <a:pt x="388" y="577"/>
                    <a:pt x="384" y="578"/>
                    <a:pt x="386" y="577"/>
                  </a:cubicBezTo>
                  <a:cubicBezTo>
                    <a:pt x="377" y="581"/>
                    <a:pt x="366" y="585"/>
                    <a:pt x="357" y="587"/>
                  </a:cubicBezTo>
                  <a:close/>
                  <a:moveTo>
                    <a:pt x="376" y="609"/>
                  </a:moveTo>
                  <a:cubicBezTo>
                    <a:pt x="376" y="610"/>
                    <a:pt x="374" y="610"/>
                    <a:pt x="374" y="610"/>
                  </a:cubicBezTo>
                  <a:cubicBezTo>
                    <a:pt x="373" y="609"/>
                    <a:pt x="376" y="608"/>
                    <a:pt x="376" y="609"/>
                  </a:cubicBezTo>
                  <a:close/>
                  <a:moveTo>
                    <a:pt x="374" y="600"/>
                  </a:moveTo>
                  <a:cubicBezTo>
                    <a:pt x="373" y="599"/>
                    <a:pt x="375" y="599"/>
                    <a:pt x="375" y="600"/>
                  </a:cubicBezTo>
                  <a:cubicBezTo>
                    <a:pt x="375" y="601"/>
                    <a:pt x="374" y="600"/>
                    <a:pt x="374" y="600"/>
                  </a:cubicBezTo>
                  <a:close/>
                  <a:moveTo>
                    <a:pt x="372" y="610"/>
                  </a:moveTo>
                  <a:cubicBezTo>
                    <a:pt x="371" y="610"/>
                    <a:pt x="373" y="609"/>
                    <a:pt x="373" y="610"/>
                  </a:cubicBezTo>
                  <a:cubicBezTo>
                    <a:pt x="373" y="610"/>
                    <a:pt x="373" y="611"/>
                    <a:pt x="372" y="610"/>
                  </a:cubicBezTo>
                  <a:close/>
                  <a:moveTo>
                    <a:pt x="364" y="137"/>
                  </a:moveTo>
                  <a:cubicBezTo>
                    <a:pt x="364" y="138"/>
                    <a:pt x="364" y="137"/>
                    <a:pt x="363" y="138"/>
                  </a:cubicBezTo>
                  <a:cubicBezTo>
                    <a:pt x="363" y="137"/>
                    <a:pt x="364" y="137"/>
                    <a:pt x="364" y="137"/>
                  </a:cubicBezTo>
                  <a:close/>
                  <a:moveTo>
                    <a:pt x="376" y="167"/>
                  </a:moveTo>
                  <a:cubicBezTo>
                    <a:pt x="377" y="168"/>
                    <a:pt x="373" y="170"/>
                    <a:pt x="371" y="170"/>
                  </a:cubicBezTo>
                  <a:cubicBezTo>
                    <a:pt x="371" y="170"/>
                    <a:pt x="368" y="169"/>
                    <a:pt x="367" y="169"/>
                  </a:cubicBezTo>
                  <a:cubicBezTo>
                    <a:pt x="367" y="168"/>
                    <a:pt x="371" y="165"/>
                    <a:pt x="373" y="168"/>
                  </a:cubicBezTo>
                  <a:cubicBezTo>
                    <a:pt x="373" y="168"/>
                    <a:pt x="373" y="169"/>
                    <a:pt x="373" y="169"/>
                  </a:cubicBezTo>
                  <a:cubicBezTo>
                    <a:pt x="374" y="169"/>
                    <a:pt x="375" y="168"/>
                    <a:pt x="376" y="167"/>
                  </a:cubicBezTo>
                  <a:close/>
                  <a:moveTo>
                    <a:pt x="369" y="576"/>
                  </a:moveTo>
                  <a:cubicBezTo>
                    <a:pt x="369" y="574"/>
                    <a:pt x="371" y="574"/>
                    <a:pt x="369" y="576"/>
                  </a:cubicBezTo>
                  <a:close/>
                  <a:moveTo>
                    <a:pt x="368" y="211"/>
                  </a:moveTo>
                  <a:cubicBezTo>
                    <a:pt x="367" y="211"/>
                    <a:pt x="368" y="209"/>
                    <a:pt x="369" y="210"/>
                  </a:cubicBezTo>
                  <a:cubicBezTo>
                    <a:pt x="369" y="210"/>
                    <a:pt x="368" y="211"/>
                    <a:pt x="368" y="211"/>
                  </a:cubicBezTo>
                  <a:close/>
                  <a:moveTo>
                    <a:pt x="368" y="576"/>
                  </a:moveTo>
                  <a:cubicBezTo>
                    <a:pt x="370" y="575"/>
                    <a:pt x="366" y="578"/>
                    <a:pt x="368" y="576"/>
                  </a:cubicBezTo>
                  <a:close/>
                  <a:moveTo>
                    <a:pt x="379" y="184"/>
                  </a:moveTo>
                  <a:cubicBezTo>
                    <a:pt x="379" y="183"/>
                    <a:pt x="380" y="182"/>
                    <a:pt x="380" y="183"/>
                  </a:cubicBezTo>
                  <a:cubicBezTo>
                    <a:pt x="380" y="184"/>
                    <a:pt x="379" y="184"/>
                    <a:pt x="379" y="184"/>
                  </a:cubicBezTo>
                  <a:close/>
                  <a:moveTo>
                    <a:pt x="356" y="609"/>
                  </a:moveTo>
                  <a:cubicBezTo>
                    <a:pt x="355" y="611"/>
                    <a:pt x="353" y="609"/>
                    <a:pt x="356" y="609"/>
                  </a:cubicBezTo>
                  <a:close/>
                  <a:moveTo>
                    <a:pt x="354" y="556"/>
                  </a:moveTo>
                  <a:cubicBezTo>
                    <a:pt x="353" y="557"/>
                    <a:pt x="352" y="555"/>
                    <a:pt x="354" y="556"/>
                  </a:cubicBezTo>
                  <a:close/>
                  <a:moveTo>
                    <a:pt x="352" y="532"/>
                  </a:moveTo>
                  <a:cubicBezTo>
                    <a:pt x="354" y="530"/>
                    <a:pt x="354" y="533"/>
                    <a:pt x="352" y="532"/>
                  </a:cubicBezTo>
                  <a:close/>
                  <a:moveTo>
                    <a:pt x="354" y="674"/>
                  </a:moveTo>
                  <a:cubicBezTo>
                    <a:pt x="354" y="673"/>
                    <a:pt x="355" y="673"/>
                    <a:pt x="355" y="673"/>
                  </a:cubicBezTo>
                  <a:cubicBezTo>
                    <a:pt x="355" y="674"/>
                    <a:pt x="354" y="674"/>
                    <a:pt x="354" y="674"/>
                  </a:cubicBezTo>
                  <a:close/>
                  <a:moveTo>
                    <a:pt x="357" y="697"/>
                  </a:moveTo>
                  <a:cubicBezTo>
                    <a:pt x="357" y="696"/>
                    <a:pt x="359" y="695"/>
                    <a:pt x="359" y="696"/>
                  </a:cubicBezTo>
                  <a:cubicBezTo>
                    <a:pt x="359" y="697"/>
                    <a:pt x="357" y="698"/>
                    <a:pt x="357" y="697"/>
                  </a:cubicBezTo>
                  <a:close/>
                  <a:moveTo>
                    <a:pt x="357" y="671"/>
                  </a:moveTo>
                  <a:cubicBezTo>
                    <a:pt x="358" y="671"/>
                    <a:pt x="358" y="671"/>
                    <a:pt x="358" y="672"/>
                  </a:cubicBezTo>
                  <a:cubicBezTo>
                    <a:pt x="358" y="673"/>
                    <a:pt x="356" y="671"/>
                    <a:pt x="357" y="671"/>
                  </a:cubicBezTo>
                  <a:close/>
                  <a:moveTo>
                    <a:pt x="360" y="643"/>
                  </a:moveTo>
                  <a:cubicBezTo>
                    <a:pt x="360" y="642"/>
                    <a:pt x="362" y="643"/>
                    <a:pt x="360" y="643"/>
                  </a:cubicBezTo>
                  <a:close/>
                  <a:moveTo>
                    <a:pt x="360" y="630"/>
                  </a:moveTo>
                  <a:cubicBezTo>
                    <a:pt x="358" y="633"/>
                    <a:pt x="350" y="631"/>
                    <a:pt x="351" y="627"/>
                  </a:cubicBezTo>
                  <a:cubicBezTo>
                    <a:pt x="352" y="621"/>
                    <a:pt x="365" y="624"/>
                    <a:pt x="360" y="630"/>
                  </a:cubicBezTo>
                  <a:close/>
                  <a:moveTo>
                    <a:pt x="371" y="611"/>
                  </a:moveTo>
                  <a:cubicBezTo>
                    <a:pt x="368" y="612"/>
                    <a:pt x="365" y="612"/>
                    <a:pt x="362" y="613"/>
                  </a:cubicBezTo>
                  <a:cubicBezTo>
                    <a:pt x="364" y="612"/>
                    <a:pt x="368" y="611"/>
                    <a:pt x="371" y="611"/>
                  </a:cubicBezTo>
                  <a:close/>
                  <a:moveTo>
                    <a:pt x="363" y="671"/>
                  </a:moveTo>
                  <a:cubicBezTo>
                    <a:pt x="363" y="671"/>
                    <a:pt x="364" y="671"/>
                    <a:pt x="365" y="671"/>
                  </a:cubicBezTo>
                  <a:cubicBezTo>
                    <a:pt x="364" y="672"/>
                    <a:pt x="363" y="672"/>
                    <a:pt x="363" y="671"/>
                  </a:cubicBezTo>
                  <a:close/>
                  <a:moveTo>
                    <a:pt x="364" y="691"/>
                  </a:moveTo>
                  <a:cubicBezTo>
                    <a:pt x="364" y="690"/>
                    <a:pt x="365" y="691"/>
                    <a:pt x="365" y="691"/>
                  </a:cubicBezTo>
                  <a:cubicBezTo>
                    <a:pt x="366" y="691"/>
                    <a:pt x="364" y="691"/>
                    <a:pt x="364" y="691"/>
                  </a:cubicBezTo>
                  <a:close/>
                  <a:moveTo>
                    <a:pt x="365" y="647"/>
                  </a:moveTo>
                  <a:cubicBezTo>
                    <a:pt x="365" y="646"/>
                    <a:pt x="366" y="646"/>
                    <a:pt x="366" y="646"/>
                  </a:cubicBezTo>
                  <a:cubicBezTo>
                    <a:pt x="367" y="647"/>
                    <a:pt x="365" y="647"/>
                    <a:pt x="365" y="647"/>
                  </a:cubicBezTo>
                  <a:close/>
                  <a:moveTo>
                    <a:pt x="370" y="666"/>
                  </a:moveTo>
                  <a:cubicBezTo>
                    <a:pt x="370" y="664"/>
                    <a:pt x="373" y="665"/>
                    <a:pt x="372" y="666"/>
                  </a:cubicBezTo>
                  <a:cubicBezTo>
                    <a:pt x="372" y="667"/>
                    <a:pt x="370" y="667"/>
                    <a:pt x="370" y="666"/>
                  </a:cubicBezTo>
                  <a:close/>
                  <a:moveTo>
                    <a:pt x="371" y="691"/>
                  </a:moveTo>
                  <a:cubicBezTo>
                    <a:pt x="372" y="690"/>
                    <a:pt x="373" y="691"/>
                    <a:pt x="374" y="691"/>
                  </a:cubicBezTo>
                  <a:cubicBezTo>
                    <a:pt x="374" y="692"/>
                    <a:pt x="372" y="691"/>
                    <a:pt x="371" y="691"/>
                  </a:cubicBezTo>
                  <a:close/>
                  <a:moveTo>
                    <a:pt x="379" y="659"/>
                  </a:moveTo>
                  <a:cubicBezTo>
                    <a:pt x="379" y="658"/>
                    <a:pt x="377" y="660"/>
                    <a:pt x="377" y="658"/>
                  </a:cubicBezTo>
                  <a:cubicBezTo>
                    <a:pt x="376" y="657"/>
                    <a:pt x="380" y="657"/>
                    <a:pt x="379" y="659"/>
                  </a:cubicBezTo>
                  <a:close/>
                  <a:moveTo>
                    <a:pt x="381" y="691"/>
                  </a:moveTo>
                  <a:cubicBezTo>
                    <a:pt x="380" y="691"/>
                    <a:pt x="382" y="690"/>
                    <a:pt x="383" y="691"/>
                  </a:cubicBezTo>
                  <a:cubicBezTo>
                    <a:pt x="382" y="691"/>
                    <a:pt x="381" y="691"/>
                    <a:pt x="381" y="691"/>
                  </a:cubicBezTo>
                  <a:close/>
                  <a:moveTo>
                    <a:pt x="382" y="658"/>
                  </a:moveTo>
                  <a:cubicBezTo>
                    <a:pt x="380" y="659"/>
                    <a:pt x="379" y="657"/>
                    <a:pt x="382" y="658"/>
                  </a:cubicBezTo>
                  <a:close/>
                  <a:moveTo>
                    <a:pt x="383" y="691"/>
                  </a:moveTo>
                  <a:cubicBezTo>
                    <a:pt x="384" y="691"/>
                    <a:pt x="385" y="691"/>
                    <a:pt x="386" y="691"/>
                  </a:cubicBezTo>
                  <a:cubicBezTo>
                    <a:pt x="386" y="691"/>
                    <a:pt x="384" y="691"/>
                    <a:pt x="383" y="691"/>
                  </a:cubicBezTo>
                  <a:close/>
                  <a:moveTo>
                    <a:pt x="387" y="696"/>
                  </a:move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ubicBezTo>
                    <a:pt x="387" y="696"/>
                    <a:pt x="387" y="696"/>
                    <a:pt x="387" y="696"/>
                  </a:cubicBezTo>
                  <a:close/>
                  <a:moveTo>
                    <a:pt x="384" y="662"/>
                  </a:moveTo>
                  <a:cubicBezTo>
                    <a:pt x="384" y="660"/>
                    <a:pt x="388" y="661"/>
                    <a:pt x="388" y="662"/>
                  </a:cubicBezTo>
                  <a:cubicBezTo>
                    <a:pt x="388" y="663"/>
                    <a:pt x="385" y="664"/>
                    <a:pt x="384" y="662"/>
                  </a:cubicBezTo>
                  <a:close/>
                  <a:moveTo>
                    <a:pt x="398" y="679"/>
                  </a:moveTo>
                  <a:cubicBezTo>
                    <a:pt x="400" y="678"/>
                    <a:pt x="400" y="680"/>
                    <a:pt x="398" y="679"/>
                  </a:cubicBezTo>
                  <a:close/>
                  <a:moveTo>
                    <a:pt x="401" y="664"/>
                  </a:moveTo>
                  <a:cubicBezTo>
                    <a:pt x="402" y="662"/>
                    <a:pt x="405" y="663"/>
                    <a:pt x="406" y="663"/>
                  </a:cubicBezTo>
                  <a:cubicBezTo>
                    <a:pt x="406" y="663"/>
                    <a:pt x="407" y="664"/>
                    <a:pt x="407" y="664"/>
                  </a:cubicBezTo>
                  <a:cubicBezTo>
                    <a:pt x="406" y="664"/>
                    <a:pt x="408" y="663"/>
                    <a:pt x="409" y="664"/>
                  </a:cubicBezTo>
                  <a:cubicBezTo>
                    <a:pt x="409" y="665"/>
                    <a:pt x="400" y="667"/>
                    <a:pt x="401" y="664"/>
                  </a:cubicBezTo>
                  <a:close/>
                  <a:moveTo>
                    <a:pt x="411" y="704"/>
                  </a:moveTo>
                  <a:cubicBezTo>
                    <a:pt x="410" y="704"/>
                    <a:pt x="411" y="704"/>
                    <a:pt x="411" y="704"/>
                  </a:cubicBezTo>
                  <a:cubicBezTo>
                    <a:pt x="411" y="704"/>
                    <a:pt x="411" y="704"/>
                    <a:pt x="411" y="704"/>
                  </a:cubicBezTo>
                  <a:close/>
                  <a:moveTo>
                    <a:pt x="409" y="648"/>
                  </a:moveTo>
                  <a:cubicBezTo>
                    <a:pt x="403" y="650"/>
                    <a:pt x="397" y="649"/>
                    <a:pt x="391" y="651"/>
                  </a:cubicBezTo>
                  <a:cubicBezTo>
                    <a:pt x="386" y="652"/>
                    <a:pt x="381" y="655"/>
                    <a:pt x="376" y="654"/>
                  </a:cubicBezTo>
                  <a:cubicBezTo>
                    <a:pt x="375" y="654"/>
                    <a:pt x="375" y="653"/>
                    <a:pt x="375" y="653"/>
                  </a:cubicBezTo>
                  <a:cubicBezTo>
                    <a:pt x="374" y="652"/>
                    <a:pt x="384" y="650"/>
                    <a:pt x="387" y="650"/>
                  </a:cubicBezTo>
                  <a:cubicBezTo>
                    <a:pt x="393" y="649"/>
                    <a:pt x="396" y="649"/>
                    <a:pt x="401" y="648"/>
                  </a:cubicBezTo>
                  <a:cubicBezTo>
                    <a:pt x="403" y="648"/>
                    <a:pt x="408" y="646"/>
                    <a:pt x="410" y="646"/>
                  </a:cubicBezTo>
                  <a:cubicBezTo>
                    <a:pt x="413" y="647"/>
                    <a:pt x="409" y="648"/>
                    <a:pt x="409" y="648"/>
                  </a:cubicBezTo>
                  <a:close/>
                  <a:moveTo>
                    <a:pt x="394" y="589"/>
                  </a:moveTo>
                  <a:cubicBezTo>
                    <a:pt x="394" y="588"/>
                    <a:pt x="395" y="588"/>
                    <a:pt x="395" y="589"/>
                  </a:cubicBezTo>
                  <a:cubicBezTo>
                    <a:pt x="395" y="589"/>
                    <a:pt x="394" y="590"/>
                    <a:pt x="394" y="589"/>
                  </a:cubicBezTo>
                  <a:close/>
                  <a:moveTo>
                    <a:pt x="398" y="605"/>
                  </a:moveTo>
                  <a:cubicBezTo>
                    <a:pt x="398" y="605"/>
                    <a:pt x="399" y="604"/>
                    <a:pt x="399" y="604"/>
                  </a:cubicBezTo>
                  <a:cubicBezTo>
                    <a:pt x="398" y="604"/>
                    <a:pt x="396" y="605"/>
                    <a:pt x="395" y="605"/>
                  </a:cubicBezTo>
                  <a:cubicBezTo>
                    <a:pt x="395" y="605"/>
                    <a:pt x="399" y="603"/>
                    <a:pt x="400" y="603"/>
                  </a:cubicBezTo>
                  <a:cubicBezTo>
                    <a:pt x="401" y="603"/>
                    <a:pt x="404" y="605"/>
                    <a:pt x="404" y="605"/>
                  </a:cubicBezTo>
                  <a:cubicBezTo>
                    <a:pt x="404" y="606"/>
                    <a:pt x="400" y="608"/>
                    <a:pt x="398" y="605"/>
                  </a:cubicBezTo>
                  <a:close/>
                  <a:moveTo>
                    <a:pt x="403" y="636"/>
                  </a:moveTo>
                  <a:cubicBezTo>
                    <a:pt x="403" y="636"/>
                    <a:pt x="404" y="637"/>
                    <a:pt x="404" y="636"/>
                  </a:cubicBezTo>
                  <a:cubicBezTo>
                    <a:pt x="404" y="637"/>
                    <a:pt x="403" y="637"/>
                    <a:pt x="403" y="636"/>
                  </a:cubicBezTo>
                  <a:close/>
                  <a:moveTo>
                    <a:pt x="406" y="193"/>
                  </a:moveTo>
                  <a:cubicBezTo>
                    <a:pt x="406" y="195"/>
                    <a:pt x="404" y="195"/>
                    <a:pt x="406" y="193"/>
                  </a:cubicBezTo>
                  <a:close/>
                  <a:moveTo>
                    <a:pt x="407" y="192"/>
                  </a:moveTo>
                  <a:cubicBezTo>
                    <a:pt x="406" y="194"/>
                    <a:pt x="409" y="190"/>
                    <a:pt x="407" y="192"/>
                  </a:cubicBezTo>
                  <a:close/>
                  <a:moveTo>
                    <a:pt x="410" y="563"/>
                  </a:moveTo>
                  <a:cubicBezTo>
                    <a:pt x="410" y="564"/>
                    <a:pt x="410" y="565"/>
                    <a:pt x="409" y="564"/>
                  </a:cubicBezTo>
                  <a:cubicBezTo>
                    <a:pt x="408" y="564"/>
                    <a:pt x="409" y="563"/>
                    <a:pt x="410" y="563"/>
                  </a:cubicBezTo>
                  <a:close/>
                  <a:moveTo>
                    <a:pt x="412" y="687"/>
                  </a:moveTo>
                  <a:cubicBezTo>
                    <a:pt x="414" y="686"/>
                    <a:pt x="414" y="687"/>
                    <a:pt x="412" y="687"/>
                  </a:cubicBezTo>
                  <a:close/>
                  <a:moveTo>
                    <a:pt x="391" y="194"/>
                  </a:moveTo>
                  <a:cubicBezTo>
                    <a:pt x="391" y="194"/>
                    <a:pt x="389" y="196"/>
                    <a:pt x="388" y="195"/>
                  </a:cubicBezTo>
                  <a:cubicBezTo>
                    <a:pt x="388" y="194"/>
                    <a:pt x="391" y="193"/>
                    <a:pt x="390" y="194"/>
                  </a:cubicBezTo>
                  <a:cubicBezTo>
                    <a:pt x="398" y="189"/>
                    <a:pt x="408" y="183"/>
                    <a:pt x="417" y="179"/>
                  </a:cubicBezTo>
                  <a:cubicBezTo>
                    <a:pt x="409" y="185"/>
                    <a:pt x="400" y="189"/>
                    <a:pt x="391" y="194"/>
                  </a:cubicBezTo>
                  <a:close/>
                  <a:moveTo>
                    <a:pt x="414" y="158"/>
                  </a:moveTo>
                  <a:cubicBezTo>
                    <a:pt x="415" y="156"/>
                    <a:pt x="417" y="157"/>
                    <a:pt x="414" y="158"/>
                  </a:cubicBezTo>
                  <a:close/>
                  <a:moveTo>
                    <a:pt x="407" y="137"/>
                  </a:moveTo>
                  <a:cubicBezTo>
                    <a:pt x="409" y="134"/>
                    <a:pt x="417" y="135"/>
                    <a:pt x="417" y="139"/>
                  </a:cubicBezTo>
                  <a:cubicBezTo>
                    <a:pt x="417" y="145"/>
                    <a:pt x="403" y="144"/>
                    <a:pt x="407" y="137"/>
                  </a:cubicBezTo>
                  <a:close/>
                  <a:moveTo>
                    <a:pt x="418" y="140"/>
                  </a:moveTo>
                  <a:cubicBezTo>
                    <a:pt x="418" y="139"/>
                    <a:pt x="419" y="142"/>
                    <a:pt x="418" y="140"/>
                  </a:cubicBezTo>
                  <a:close/>
                  <a:moveTo>
                    <a:pt x="420" y="672"/>
                  </a:moveTo>
                  <a:cubicBezTo>
                    <a:pt x="419" y="672"/>
                    <a:pt x="418" y="672"/>
                    <a:pt x="418" y="672"/>
                  </a:cubicBezTo>
                  <a:cubicBezTo>
                    <a:pt x="418" y="671"/>
                    <a:pt x="432" y="670"/>
                    <a:pt x="435" y="670"/>
                  </a:cubicBezTo>
                  <a:cubicBezTo>
                    <a:pt x="437" y="671"/>
                    <a:pt x="433" y="672"/>
                    <a:pt x="432" y="672"/>
                  </a:cubicBezTo>
                  <a:cubicBezTo>
                    <a:pt x="428" y="672"/>
                    <a:pt x="423" y="673"/>
                    <a:pt x="420" y="672"/>
                  </a:cubicBezTo>
                  <a:close/>
                  <a:moveTo>
                    <a:pt x="425" y="681"/>
                  </a:moveTo>
                  <a:cubicBezTo>
                    <a:pt x="425" y="681"/>
                    <a:pt x="425" y="680"/>
                    <a:pt x="425" y="680"/>
                  </a:cubicBezTo>
                  <a:cubicBezTo>
                    <a:pt x="425" y="680"/>
                    <a:pt x="425" y="680"/>
                    <a:pt x="425" y="681"/>
                  </a:cubicBezTo>
                  <a:cubicBezTo>
                    <a:pt x="425" y="681"/>
                    <a:pt x="425" y="681"/>
                    <a:pt x="425" y="681"/>
                  </a:cubicBezTo>
                  <a:cubicBezTo>
                    <a:pt x="426" y="681"/>
                    <a:pt x="426" y="681"/>
                    <a:pt x="425" y="681"/>
                  </a:cubicBezTo>
                  <a:close/>
                  <a:moveTo>
                    <a:pt x="429" y="674"/>
                  </a:moveTo>
                  <a:cubicBezTo>
                    <a:pt x="429" y="674"/>
                    <a:pt x="426" y="674"/>
                    <a:pt x="428" y="673"/>
                  </a:cubicBezTo>
                  <a:cubicBezTo>
                    <a:pt x="431" y="672"/>
                    <a:pt x="437" y="672"/>
                    <a:pt x="441" y="672"/>
                  </a:cubicBezTo>
                  <a:cubicBezTo>
                    <a:pt x="438" y="673"/>
                    <a:pt x="433" y="674"/>
                    <a:pt x="429" y="674"/>
                  </a:cubicBezTo>
                  <a:close/>
                  <a:moveTo>
                    <a:pt x="442" y="672"/>
                  </a:moveTo>
                  <a:cubicBezTo>
                    <a:pt x="444" y="671"/>
                    <a:pt x="448" y="669"/>
                    <a:pt x="452" y="670"/>
                  </a:cubicBezTo>
                  <a:cubicBezTo>
                    <a:pt x="449" y="671"/>
                    <a:pt x="445" y="671"/>
                    <a:pt x="442" y="672"/>
                  </a:cubicBezTo>
                  <a:close/>
                  <a:moveTo>
                    <a:pt x="449" y="142"/>
                  </a:moveTo>
                  <a:cubicBezTo>
                    <a:pt x="450" y="141"/>
                    <a:pt x="450" y="141"/>
                    <a:pt x="451" y="142"/>
                  </a:cubicBezTo>
                  <a:cubicBezTo>
                    <a:pt x="451" y="142"/>
                    <a:pt x="450" y="142"/>
                    <a:pt x="449" y="142"/>
                  </a:cubicBezTo>
                  <a:close/>
                  <a:moveTo>
                    <a:pt x="451" y="148"/>
                  </a:moveTo>
                  <a:cubicBezTo>
                    <a:pt x="452" y="149"/>
                    <a:pt x="450" y="147"/>
                    <a:pt x="451" y="148"/>
                  </a:cubicBezTo>
                  <a:close/>
                  <a:moveTo>
                    <a:pt x="446" y="79"/>
                  </a:moveTo>
                  <a:cubicBezTo>
                    <a:pt x="448" y="77"/>
                    <a:pt x="450" y="78"/>
                    <a:pt x="452" y="77"/>
                  </a:cubicBezTo>
                  <a:cubicBezTo>
                    <a:pt x="451" y="78"/>
                    <a:pt x="448" y="79"/>
                    <a:pt x="446" y="79"/>
                  </a:cubicBezTo>
                  <a:close/>
                  <a:moveTo>
                    <a:pt x="454" y="644"/>
                  </a:moveTo>
                  <a:cubicBezTo>
                    <a:pt x="454" y="644"/>
                    <a:pt x="454" y="644"/>
                    <a:pt x="454" y="644"/>
                  </a:cubicBezTo>
                  <a:cubicBezTo>
                    <a:pt x="455" y="642"/>
                    <a:pt x="455" y="647"/>
                    <a:pt x="454" y="644"/>
                  </a:cubicBezTo>
                  <a:close/>
                  <a:moveTo>
                    <a:pt x="449" y="66"/>
                  </a:moveTo>
                  <a:cubicBezTo>
                    <a:pt x="449" y="66"/>
                    <a:pt x="448" y="65"/>
                    <a:pt x="448" y="65"/>
                  </a:cubicBezTo>
                  <a:cubicBezTo>
                    <a:pt x="448" y="64"/>
                    <a:pt x="451" y="62"/>
                    <a:pt x="453" y="61"/>
                  </a:cubicBezTo>
                  <a:cubicBezTo>
                    <a:pt x="451" y="61"/>
                    <a:pt x="450" y="62"/>
                    <a:pt x="448" y="62"/>
                  </a:cubicBezTo>
                  <a:cubicBezTo>
                    <a:pt x="444" y="62"/>
                    <a:pt x="452" y="60"/>
                    <a:pt x="453" y="60"/>
                  </a:cubicBezTo>
                  <a:cubicBezTo>
                    <a:pt x="458" y="59"/>
                    <a:pt x="462" y="58"/>
                    <a:pt x="466" y="57"/>
                  </a:cubicBezTo>
                  <a:cubicBezTo>
                    <a:pt x="468" y="57"/>
                    <a:pt x="475" y="56"/>
                    <a:pt x="475" y="57"/>
                  </a:cubicBezTo>
                  <a:cubicBezTo>
                    <a:pt x="476" y="58"/>
                    <a:pt x="468" y="59"/>
                    <a:pt x="465" y="59"/>
                  </a:cubicBezTo>
                  <a:cubicBezTo>
                    <a:pt x="461" y="60"/>
                    <a:pt x="459" y="60"/>
                    <a:pt x="456" y="61"/>
                  </a:cubicBezTo>
                  <a:cubicBezTo>
                    <a:pt x="458" y="61"/>
                    <a:pt x="461" y="62"/>
                    <a:pt x="460" y="64"/>
                  </a:cubicBezTo>
                  <a:cubicBezTo>
                    <a:pt x="460" y="69"/>
                    <a:pt x="453" y="68"/>
                    <a:pt x="449" y="66"/>
                  </a:cubicBezTo>
                  <a:close/>
                  <a:moveTo>
                    <a:pt x="467" y="66"/>
                  </a:moveTo>
                  <a:cubicBezTo>
                    <a:pt x="468" y="65"/>
                    <a:pt x="470" y="62"/>
                    <a:pt x="471" y="63"/>
                  </a:cubicBezTo>
                  <a:cubicBezTo>
                    <a:pt x="473" y="65"/>
                    <a:pt x="469" y="66"/>
                    <a:pt x="467" y="66"/>
                  </a:cubicBezTo>
                  <a:close/>
                  <a:moveTo>
                    <a:pt x="459" y="100"/>
                  </a:moveTo>
                  <a:cubicBezTo>
                    <a:pt x="458" y="100"/>
                    <a:pt x="458" y="99"/>
                    <a:pt x="459" y="98"/>
                  </a:cubicBezTo>
                  <a:cubicBezTo>
                    <a:pt x="461" y="96"/>
                    <a:pt x="462" y="100"/>
                    <a:pt x="459" y="100"/>
                  </a:cubicBezTo>
                  <a:close/>
                  <a:moveTo>
                    <a:pt x="456" y="149"/>
                  </a:moveTo>
                  <a:cubicBezTo>
                    <a:pt x="456" y="149"/>
                    <a:pt x="460" y="145"/>
                    <a:pt x="461" y="146"/>
                  </a:cubicBezTo>
                  <a:cubicBezTo>
                    <a:pt x="463" y="148"/>
                    <a:pt x="457" y="150"/>
                    <a:pt x="456" y="149"/>
                  </a:cubicBezTo>
                  <a:close/>
                  <a:moveTo>
                    <a:pt x="462" y="681"/>
                  </a:moveTo>
                  <a:cubicBezTo>
                    <a:pt x="464" y="680"/>
                    <a:pt x="464" y="682"/>
                    <a:pt x="462" y="681"/>
                  </a:cubicBezTo>
                  <a:close/>
                  <a:moveTo>
                    <a:pt x="464" y="170"/>
                  </a:moveTo>
                  <a:cubicBezTo>
                    <a:pt x="463" y="171"/>
                    <a:pt x="461" y="171"/>
                    <a:pt x="460" y="171"/>
                  </a:cubicBezTo>
                  <a:cubicBezTo>
                    <a:pt x="459" y="172"/>
                    <a:pt x="459" y="172"/>
                    <a:pt x="458" y="172"/>
                  </a:cubicBezTo>
                  <a:cubicBezTo>
                    <a:pt x="459" y="172"/>
                    <a:pt x="459" y="172"/>
                    <a:pt x="460" y="171"/>
                  </a:cubicBezTo>
                  <a:cubicBezTo>
                    <a:pt x="462" y="170"/>
                    <a:pt x="464" y="168"/>
                    <a:pt x="465" y="168"/>
                  </a:cubicBezTo>
                  <a:cubicBezTo>
                    <a:pt x="468" y="167"/>
                    <a:pt x="464" y="170"/>
                    <a:pt x="464" y="170"/>
                  </a:cubicBezTo>
                  <a:close/>
                  <a:moveTo>
                    <a:pt x="466" y="68"/>
                  </a:moveTo>
                  <a:cubicBezTo>
                    <a:pt x="466" y="68"/>
                    <a:pt x="466" y="68"/>
                    <a:pt x="466" y="68"/>
                  </a:cubicBezTo>
                  <a:cubicBezTo>
                    <a:pt x="467" y="70"/>
                    <a:pt x="464" y="67"/>
                    <a:pt x="466" y="68"/>
                  </a:cubicBezTo>
                  <a:close/>
                  <a:moveTo>
                    <a:pt x="468" y="241"/>
                  </a:moveTo>
                  <a:cubicBezTo>
                    <a:pt x="468" y="243"/>
                    <a:pt x="465" y="242"/>
                    <a:pt x="468" y="241"/>
                  </a:cubicBezTo>
                  <a:close/>
                  <a:moveTo>
                    <a:pt x="470" y="75"/>
                  </a:moveTo>
                  <a:cubicBezTo>
                    <a:pt x="470" y="75"/>
                    <a:pt x="470" y="76"/>
                    <a:pt x="470" y="77"/>
                  </a:cubicBezTo>
                  <a:cubicBezTo>
                    <a:pt x="471" y="77"/>
                    <a:pt x="472" y="75"/>
                    <a:pt x="472" y="75"/>
                  </a:cubicBezTo>
                  <a:cubicBezTo>
                    <a:pt x="472" y="74"/>
                    <a:pt x="471" y="74"/>
                    <a:pt x="471" y="73"/>
                  </a:cubicBezTo>
                  <a:cubicBezTo>
                    <a:pt x="471" y="74"/>
                    <a:pt x="470" y="73"/>
                    <a:pt x="471" y="73"/>
                  </a:cubicBezTo>
                  <a:cubicBezTo>
                    <a:pt x="472" y="72"/>
                    <a:pt x="473" y="73"/>
                    <a:pt x="473" y="73"/>
                  </a:cubicBezTo>
                  <a:cubicBezTo>
                    <a:pt x="474" y="72"/>
                    <a:pt x="475" y="72"/>
                    <a:pt x="476" y="72"/>
                  </a:cubicBezTo>
                  <a:cubicBezTo>
                    <a:pt x="477" y="72"/>
                    <a:pt x="481" y="75"/>
                    <a:pt x="478" y="76"/>
                  </a:cubicBezTo>
                  <a:cubicBezTo>
                    <a:pt x="476" y="77"/>
                    <a:pt x="471" y="78"/>
                    <a:pt x="469" y="77"/>
                  </a:cubicBezTo>
                  <a:cubicBezTo>
                    <a:pt x="468" y="77"/>
                    <a:pt x="468" y="74"/>
                    <a:pt x="470" y="75"/>
                  </a:cubicBezTo>
                  <a:close/>
                  <a:moveTo>
                    <a:pt x="478" y="117"/>
                  </a:moveTo>
                  <a:cubicBezTo>
                    <a:pt x="479" y="118"/>
                    <a:pt x="477" y="118"/>
                    <a:pt x="476" y="118"/>
                  </a:cubicBezTo>
                  <a:cubicBezTo>
                    <a:pt x="476" y="117"/>
                    <a:pt x="478" y="117"/>
                    <a:pt x="478" y="117"/>
                  </a:cubicBezTo>
                  <a:close/>
                  <a:moveTo>
                    <a:pt x="478" y="100"/>
                  </a:move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ubicBezTo>
                    <a:pt x="478" y="100"/>
                    <a:pt x="478" y="100"/>
                    <a:pt x="478" y="100"/>
                  </a:cubicBezTo>
                  <a:close/>
                  <a:moveTo>
                    <a:pt x="478" y="100"/>
                  </a:moveTo>
                  <a:cubicBezTo>
                    <a:pt x="479" y="100"/>
                    <a:pt x="478" y="100"/>
                    <a:pt x="478" y="100"/>
                  </a:cubicBezTo>
                  <a:close/>
                  <a:moveTo>
                    <a:pt x="476" y="97"/>
                  </a:moveTo>
                  <a:cubicBezTo>
                    <a:pt x="475" y="96"/>
                    <a:pt x="478" y="96"/>
                    <a:pt x="478" y="96"/>
                  </a:cubicBezTo>
                  <a:cubicBezTo>
                    <a:pt x="479" y="96"/>
                    <a:pt x="476" y="97"/>
                    <a:pt x="476" y="97"/>
                  </a:cubicBezTo>
                  <a:close/>
                  <a:moveTo>
                    <a:pt x="474" y="91"/>
                  </a:moveTo>
                  <a:cubicBezTo>
                    <a:pt x="474" y="90"/>
                    <a:pt x="475" y="90"/>
                    <a:pt x="476" y="90"/>
                  </a:cubicBezTo>
                  <a:cubicBezTo>
                    <a:pt x="477" y="92"/>
                    <a:pt x="474" y="92"/>
                    <a:pt x="474" y="91"/>
                  </a:cubicBezTo>
                  <a:close/>
                  <a:moveTo>
                    <a:pt x="477" y="107"/>
                  </a:moveTo>
                  <a:cubicBezTo>
                    <a:pt x="477" y="109"/>
                    <a:pt x="474" y="111"/>
                    <a:pt x="473" y="109"/>
                  </a:cubicBezTo>
                  <a:cubicBezTo>
                    <a:pt x="469" y="106"/>
                    <a:pt x="477" y="104"/>
                    <a:pt x="477" y="107"/>
                  </a:cubicBezTo>
                  <a:close/>
                  <a:moveTo>
                    <a:pt x="472" y="112"/>
                  </a:moveTo>
                  <a:cubicBezTo>
                    <a:pt x="475" y="114"/>
                    <a:pt x="468" y="116"/>
                    <a:pt x="470" y="113"/>
                  </a:cubicBezTo>
                  <a:cubicBezTo>
                    <a:pt x="471" y="112"/>
                    <a:pt x="472" y="112"/>
                    <a:pt x="472" y="112"/>
                  </a:cubicBezTo>
                  <a:close/>
                  <a:moveTo>
                    <a:pt x="475" y="122"/>
                  </a:moveTo>
                  <a:cubicBezTo>
                    <a:pt x="474" y="122"/>
                    <a:pt x="473" y="123"/>
                    <a:pt x="472" y="123"/>
                  </a:cubicBezTo>
                  <a:cubicBezTo>
                    <a:pt x="472" y="123"/>
                    <a:pt x="473" y="121"/>
                    <a:pt x="475" y="122"/>
                  </a:cubicBezTo>
                  <a:close/>
                  <a:moveTo>
                    <a:pt x="474" y="123"/>
                  </a:moveTo>
                  <a:cubicBezTo>
                    <a:pt x="474" y="123"/>
                    <a:pt x="475" y="123"/>
                    <a:pt x="475" y="124"/>
                  </a:cubicBezTo>
                  <a:cubicBezTo>
                    <a:pt x="475" y="124"/>
                    <a:pt x="474" y="124"/>
                    <a:pt x="474" y="123"/>
                  </a:cubicBezTo>
                  <a:close/>
                  <a:moveTo>
                    <a:pt x="477" y="158"/>
                  </a:moveTo>
                  <a:cubicBezTo>
                    <a:pt x="477" y="158"/>
                    <a:pt x="476" y="159"/>
                    <a:pt x="475" y="159"/>
                  </a:cubicBezTo>
                  <a:cubicBezTo>
                    <a:pt x="475" y="159"/>
                    <a:pt x="476" y="158"/>
                    <a:pt x="477" y="158"/>
                  </a:cubicBezTo>
                  <a:close/>
                  <a:moveTo>
                    <a:pt x="476" y="121"/>
                  </a:moveTo>
                  <a:cubicBezTo>
                    <a:pt x="477" y="121"/>
                    <a:pt x="478" y="119"/>
                    <a:pt x="479" y="120"/>
                  </a:cubicBezTo>
                  <a:cubicBezTo>
                    <a:pt x="478" y="121"/>
                    <a:pt x="477" y="121"/>
                    <a:pt x="476" y="121"/>
                  </a:cubicBezTo>
                  <a:close/>
                  <a:moveTo>
                    <a:pt x="472" y="165"/>
                  </a:moveTo>
                  <a:cubicBezTo>
                    <a:pt x="472" y="166"/>
                    <a:pt x="470" y="167"/>
                    <a:pt x="469" y="168"/>
                  </a:cubicBezTo>
                  <a:cubicBezTo>
                    <a:pt x="469" y="166"/>
                    <a:pt x="471" y="166"/>
                    <a:pt x="472" y="165"/>
                  </a:cubicBezTo>
                  <a:close/>
                  <a:moveTo>
                    <a:pt x="471" y="178"/>
                  </a:moveTo>
                  <a:cubicBezTo>
                    <a:pt x="471" y="175"/>
                    <a:pt x="476" y="174"/>
                    <a:pt x="477" y="177"/>
                  </a:cubicBezTo>
                  <a:cubicBezTo>
                    <a:pt x="477" y="181"/>
                    <a:pt x="471" y="180"/>
                    <a:pt x="471" y="178"/>
                  </a:cubicBezTo>
                  <a:close/>
                  <a:moveTo>
                    <a:pt x="472" y="233"/>
                  </a:moveTo>
                  <a:cubicBezTo>
                    <a:pt x="472" y="232"/>
                    <a:pt x="475" y="230"/>
                    <a:pt x="475" y="232"/>
                  </a:cubicBezTo>
                  <a:cubicBezTo>
                    <a:pt x="476" y="234"/>
                    <a:pt x="473" y="234"/>
                    <a:pt x="472" y="233"/>
                  </a:cubicBezTo>
                  <a:close/>
                  <a:moveTo>
                    <a:pt x="475" y="180"/>
                  </a:moveTo>
                  <a:cubicBezTo>
                    <a:pt x="475" y="180"/>
                    <a:pt x="476" y="179"/>
                    <a:pt x="477" y="180"/>
                  </a:cubicBezTo>
                  <a:cubicBezTo>
                    <a:pt x="478" y="181"/>
                    <a:pt x="475" y="181"/>
                    <a:pt x="475" y="180"/>
                  </a:cubicBezTo>
                  <a:close/>
                  <a:moveTo>
                    <a:pt x="482" y="155"/>
                  </a:moveTo>
                  <a:cubicBezTo>
                    <a:pt x="482" y="156"/>
                    <a:pt x="480" y="157"/>
                    <a:pt x="479" y="157"/>
                  </a:cubicBezTo>
                  <a:cubicBezTo>
                    <a:pt x="479" y="156"/>
                    <a:pt x="481" y="156"/>
                    <a:pt x="482" y="155"/>
                  </a:cubicBezTo>
                  <a:close/>
                  <a:moveTo>
                    <a:pt x="479" y="164"/>
                  </a:moveTo>
                  <a:cubicBezTo>
                    <a:pt x="479" y="162"/>
                    <a:pt x="481" y="163"/>
                    <a:pt x="479" y="164"/>
                  </a:cubicBezTo>
                  <a:close/>
                  <a:moveTo>
                    <a:pt x="479" y="175"/>
                  </a:moveTo>
                  <a:cubicBezTo>
                    <a:pt x="478" y="174"/>
                    <a:pt x="480" y="173"/>
                    <a:pt x="480" y="174"/>
                  </a:cubicBezTo>
                  <a:cubicBezTo>
                    <a:pt x="480" y="175"/>
                    <a:pt x="480" y="175"/>
                    <a:pt x="479" y="175"/>
                  </a:cubicBezTo>
                  <a:close/>
                  <a:moveTo>
                    <a:pt x="480" y="164"/>
                  </a:moveTo>
                  <a:cubicBezTo>
                    <a:pt x="480" y="163"/>
                    <a:pt x="484" y="161"/>
                    <a:pt x="484" y="164"/>
                  </a:cubicBezTo>
                  <a:cubicBezTo>
                    <a:pt x="484" y="166"/>
                    <a:pt x="480" y="166"/>
                    <a:pt x="480" y="164"/>
                  </a:cubicBezTo>
                  <a:close/>
                  <a:moveTo>
                    <a:pt x="482" y="188"/>
                  </a:moveTo>
                  <a:cubicBezTo>
                    <a:pt x="482" y="187"/>
                    <a:pt x="483" y="187"/>
                    <a:pt x="484" y="187"/>
                  </a:cubicBezTo>
                  <a:cubicBezTo>
                    <a:pt x="484" y="187"/>
                    <a:pt x="482" y="189"/>
                    <a:pt x="482" y="188"/>
                  </a:cubicBezTo>
                  <a:close/>
                  <a:moveTo>
                    <a:pt x="487" y="253"/>
                  </a:moveTo>
                  <a:cubicBezTo>
                    <a:pt x="487" y="255"/>
                    <a:pt x="485" y="254"/>
                    <a:pt x="487" y="253"/>
                  </a:cubicBezTo>
                  <a:close/>
                  <a:moveTo>
                    <a:pt x="484" y="228"/>
                  </a:moveTo>
                  <a:cubicBezTo>
                    <a:pt x="482" y="226"/>
                    <a:pt x="488" y="223"/>
                    <a:pt x="488" y="227"/>
                  </a:cubicBezTo>
                  <a:cubicBezTo>
                    <a:pt x="488" y="228"/>
                    <a:pt x="485" y="230"/>
                    <a:pt x="484" y="228"/>
                  </a:cubicBezTo>
                  <a:close/>
                  <a:moveTo>
                    <a:pt x="486" y="208"/>
                  </a:moveTo>
                  <a:cubicBezTo>
                    <a:pt x="486" y="207"/>
                    <a:pt x="488" y="206"/>
                    <a:pt x="488" y="207"/>
                  </a:cubicBezTo>
                  <a:cubicBezTo>
                    <a:pt x="488" y="208"/>
                    <a:pt x="487" y="209"/>
                    <a:pt x="486" y="208"/>
                  </a:cubicBezTo>
                  <a:close/>
                  <a:moveTo>
                    <a:pt x="490" y="250"/>
                  </a:moveTo>
                  <a:cubicBezTo>
                    <a:pt x="490" y="248"/>
                    <a:pt x="492" y="246"/>
                    <a:pt x="493" y="245"/>
                  </a:cubicBezTo>
                  <a:cubicBezTo>
                    <a:pt x="493" y="246"/>
                    <a:pt x="491" y="248"/>
                    <a:pt x="490" y="250"/>
                  </a:cubicBezTo>
                  <a:close/>
                  <a:moveTo>
                    <a:pt x="494" y="245"/>
                  </a:moveTo>
                  <a:cubicBezTo>
                    <a:pt x="494" y="244"/>
                    <a:pt x="495" y="243"/>
                    <a:pt x="495" y="243"/>
                  </a:cubicBezTo>
                  <a:cubicBezTo>
                    <a:pt x="496" y="243"/>
                    <a:pt x="494" y="245"/>
                    <a:pt x="494" y="245"/>
                  </a:cubicBezTo>
                  <a:close/>
                  <a:moveTo>
                    <a:pt x="499" y="230"/>
                  </a:moveTo>
                  <a:cubicBezTo>
                    <a:pt x="499" y="229"/>
                    <a:pt x="501" y="229"/>
                    <a:pt x="501" y="229"/>
                  </a:cubicBezTo>
                  <a:cubicBezTo>
                    <a:pt x="502" y="229"/>
                    <a:pt x="500" y="230"/>
                    <a:pt x="499" y="230"/>
                  </a:cubicBezTo>
                  <a:close/>
                  <a:moveTo>
                    <a:pt x="496" y="230"/>
                  </a:moveTo>
                  <a:cubicBezTo>
                    <a:pt x="496" y="230"/>
                    <a:pt x="491" y="233"/>
                    <a:pt x="492" y="231"/>
                  </a:cubicBezTo>
                  <a:cubicBezTo>
                    <a:pt x="492" y="230"/>
                    <a:pt x="497" y="229"/>
                    <a:pt x="497" y="229"/>
                  </a:cubicBezTo>
                  <a:cubicBezTo>
                    <a:pt x="500" y="228"/>
                    <a:pt x="503" y="225"/>
                    <a:pt x="506" y="225"/>
                  </a:cubicBezTo>
                  <a:cubicBezTo>
                    <a:pt x="505" y="228"/>
                    <a:pt x="498" y="229"/>
                    <a:pt x="496" y="230"/>
                  </a:cubicBezTo>
                  <a:close/>
                  <a:moveTo>
                    <a:pt x="505" y="195"/>
                  </a:moveTo>
                  <a:cubicBezTo>
                    <a:pt x="505" y="194"/>
                    <a:pt x="507" y="192"/>
                    <a:pt x="508" y="193"/>
                  </a:cubicBezTo>
                  <a:cubicBezTo>
                    <a:pt x="508" y="194"/>
                    <a:pt x="506" y="196"/>
                    <a:pt x="505" y="195"/>
                  </a:cubicBezTo>
                  <a:close/>
                  <a:moveTo>
                    <a:pt x="507" y="222"/>
                  </a:moveTo>
                  <a:cubicBezTo>
                    <a:pt x="507" y="222"/>
                    <a:pt x="508" y="222"/>
                    <a:pt x="508" y="222"/>
                  </a:cubicBezTo>
                  <a:cubicBezTo>
                    <a:pt x="510" y="223"/>
                    <a:pt x="504" y="225"/>
                    <a:pt x="507" y="222"/>
                  </a:cubicBezTo>
                  <a:close/>
                  <a:moveTo>
                    <a:pt x="506" y="190"/>
                  </a:moveTo>
                  <a:cubicBezTo>
                    <a:pt x="506" y="189"/>
                    <a:pt x="507" y="188"/>
                    <a:pt x="509" y="188"/>
                  </a:cubicBezTo>
                  <a:cubicBezTo>
                    <a:pt x="508" y="189"/>
                    <a:pt x="507" y="190"/>
                    <a:pt x="506" y="190"/>
                  </a:cubicBezTo>
                  <a:close/>
                  <a:moveTo>
                    <a:pt x="516" y="247"/>
                  </a:moveTo>
                  <a:cubicBezTo>
                    <a:pt x="514" y="248"/>
                    <a:pt x="511" y="250"/>
                    <a:pt x="509" y="250"/>
                  </a:cubicBezTo>
                  <a:cubicBezTo>
                    <a:pt x="510" y="249"/>
                    <a:pt x="514" y="248"/>
                    <a:pt x="516" y="247"/>
                  </a:cubicBezTo>
                  <a:close/>
                  <a:moveTo>
                    <a:pt x="512" y="258"/>
                  </a:moveTo>
                  <a:cubicBezTo>
                    <a:pt x="512" y="255"/>
                    <a:pt x="516" y="256"/>
                    <a:pt x="516" y="257"/>
                  </a:cubicBezTo>
                  <a:cubicBezTo>
                    <a:pt x="517" y="258"/>
                    <a:pt x="512" y="260"/>
                    <a:pt x="512" y="258"/>
                  </a:cubicBezTo>
                  <a:close/>
                  <a:moveTo>
                    <a:pt x="517" y="268"/>
                  </a:moveTo>
                  <a:cubicBezTo>
                    <a:pt x="516" y="269"/>
                    <a:pt x="517" y="268"/>
                    <a:pt x="517" y="268"/>
                  </a:cubicBezTo>
                  <a:cubicBezTo>
                    <a:pt x="517" y="268"/>
                    <a:pt x="517" y="268"/>
                    <a:pt x="517" y="268"/>
                  </a:cubicBezTo>
                  <a:close/>
                  <a:moveTo>
                    <a:pt x="517" y="247"/>
                  </a:moveTo>
                  <a:cubicBezTo>
                    <a:pt x="517" y="247"/>
                    <a:pt x="517" y="247"/>
                    <a:pt x="517" y="247"/>
                  </a:cubicBezTo>
                  <a:cubicBezTo>
                    <a:pt x="518" y="247"/>
                    <a:pt x="517" y="247"/>
                    <a:pt x="517" y="247"/>
                  </a:cubicBezTo>
                  <a:close/>
                  <a:moveTo>
                    <a:pt x="518" y="154"/>
                  </a:moveTo>
                  <a:cubicBezTo>
                    <a:pt x="517" y="151"/>
                    <a:pt x="524" y="153"/>
                    <a:pt x="524" y="154"/>
                  </a:cubicBezTo>
                  <a:cubicBezTo>
                    <a:pt x="524" y="154"/>
                    <a:pt x="523" y="155"/>
                    <a:pt x="523" y="155"/>
                  </a:cubicBezTo>
                  <a:cubicBezTo>
                    <a:pt x="523" y="156"/>
                    <a:pt x="522" y="158"/>
                    <a:pt x="521" y="156"/>
                  </a:cubicBezTo>
                  <a:cubicBezTo>
                    <a:pt x="521" y="156"/>
                    <a:pt x="521" y="155"/>
                    <a:pt x="521" y="155"/>
                  </a:cubicBezTo>
                  <a:cubicBezTo>
                    <a:pt x="520" y="155"/>
                    <a:pt x="518" y="155"/>
                    <a:pt x="518" y="154"/>
                  </a:cubicBezTo>
                  <a:close/>
                  <a:moveTo>
                    <a:pt x="518" y="188"/>
                  </a:moveTo>
                  <a:cubicBezTo>
                    <a:pt x="518" y="186"/>
                    <a:pt x="524" y="185"/>
                    <a:pt x="524" y="188"/>
                  </a:cubicBezTo>
                  <a:cubicBezTo>
                    <a:pt x="524" y="190"/>
                    <a:pt x="519" y="190"/>
                    <a:pt x="518" y="188"/>
                  </a:cubicBezTo>
                  <a:close/>
                  <a:moveTo>
                    <a:pt x="522" y="286"/>
                  </a:moveTo>
                  <a:cubicBezTo>
                    <a:pt x="522" y="285"/>
                    <a:pt x="522" y="285"/>
                    <a:pt x="522" y="285"/>
                  </a:cubicBezTo>
                  <a:cubicBezTo>
                    <a:pt x="523" y="285"/>
                    <a:pt x="522" y="286"/>
                    <a:pt x="522" y="286"/>
                  </a:cubicBezTo>
                  <a:close/>
                  <a:moveTo>
                    <a:pt x="521" y="231"/>
                  </a:moveTo>
                  <a:cubicBezTo>
                    <a:pt x="518" y="232"/>
                    <a:pt x="522" y="229"/>
                    <a:pt x="523" y="228"/>
                  </a:cubicBezTo>
                  <a:cubicBezTo>
                    <a:pt x="524" y="226"/>
                    <a:pt x="526" y="223"/>
                    <a:pt x="528" y="220"/>
                  </a:cubicBezTo>
                  <a:cubicBezTo>
                    <a:pt x="528" y="221"/>
                    <a:pt x="527" y="221"/>
                    <a:pt x="527" y="220"/>
                  </a:cubicBezTo>
                  <a:cubicBezTo>
                    <a:pt x="527" y="220"/>
                    <a:pt x="528" y="220"/>
                    <a:pt x="528" y="220"/>
                  </a:cubicBezTo>
                  <a:cubicBezTo>
                    <a:pt x="528" y="220"/>
                    <a:pt x="528" y="220"/>
                    <a:pt x="528" y="220"/>
                  </a:cubicBezTo>
                  <a:cubicBezTo>
                    <a:pt x="529" y="219"/>
                    <a:pt x="529" y="218"/>
                    <a:pt x="530" y="218"/>
                  </a:cubicBezTo>
                  <a:cubicBezTo>
                    <a:pt x="530" y="218"/>
                    <a:pt x="531" y="218"/>
                    <a:pt x="531" y="218"/>
                  </a:cubicBezTo>
                  <a:cubicBezTo>
                    <a:pt x="531" y="218"/>
                    <a:pt x="529" y="220"/>
                    <a:pt x="528" y="222"/>
                  </a:cubicBezTo>
                  <a:cubicBezTo>
                    <a:pt x="527" y="223"/>
                    <a:pt x="523" y="230"/>
                    <a:pt x="521" y="231"/>
                  </a:cubicBezTo>
                  <a:close/>
                  <a:moveTo>
                    <a:pt x="530" y="232"/>
                  </a:moveTo>
                  <a:cubicBezTo>
                    <a:pt x="530" y="232"/>
                    <a:pt x="530" y="232"/>
                    <a:pt x="531" y="232"/>
                  </a:cubicBezTo>
                  <a:cubicBezTo>
                    <a:pt x="531" y="232"/>
                    <a:pt x="530" y="233"/>
                    <a:pt x="530" y="232"/>
                  </a:cubicBezTo>
                  <a:close/>
                  <a:moveTo>
                    <a:pt x="530" y="268"/>
                  </a:move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ubicBezTo>
                    <a:pt x="530" y="268"/>
                    <a:pt x="530" y="268"/>
                    <a:pt x="530" y="268"/>
                  </a:cubicBezTo>
                  <a:close/>
                  <a:moveTo>
                    <a:pt x="530" y="256"/>
                  </a:moveTo>
                  <a:cubicBezTo>
                    <a:pt x="530" y="256"/>
                    <a:pt x="531" y="255"/>
                    <a:pt x="531" y="256"/>
                  </a:cubicBezTo>
                  <a:cubicBezTo>
                    <a:pt x="532" y="258"/>
                    <a:pt x="529" y="258"/>
                    <a:pt x="530" y="256"/>
                  </a:cubicBezTo>
                  <a:close/>
                  <a:moveTo>
                    <a:pt x="533" y="312"/>
                  </a:moveTo>
                  <a:cubicBezTo>
                    <a:pt x="533" y="311"/>
                    <a:pt x="533" y="310"/>
                    <a:pt x="534" y="310"/>
                  </a:cubicBezTo>
                  <a:cubicBezTo>
                    <a:pt x="536" y="308"/>
                    <a:pt x="535" y="313"/>
                    <a:pt x="533" y="312"/>
                  </a:cubicBezTo>
                  <a:close/>
                  <a:moveTo>
                    <a:pt x="533" y="230"/>
                  </a:moveTo>
                  <a:cubicBezTo>
                    <a:pt x="534" y="229"/>
                    <a:pt x="535" y="232"/>
                    <a:pt x="533" y="231"/>
                  </a:cubicBezTo>
                  <a:cubicBezTo>
                    <a:pt x="533" y="231"/>
                    <a:pt x="533" y="230"/>
                    <a:pt x="533" y="230"/>
                  </a:cubicBezTo>
                  <a:close/>
                  <a:moveTo>
                    <a:pt x="531" y="215"/>
                  </a:moveTo>
                  <a:cubicBezTo>
                    <a:pt x="530" y="213"/>
                    <a:pt x="535" y="211"/>
                    <a:pt x="535" y="214"/>
                  </a:cubicBezTo>
                  <a:cubicBezTo>
                    <a:pt x="535" y="215"/>
                    <a:pt x="531" y="217"/>
                    <a:pt x="531" y="215"/>
                  </a:cubicBezTo>
                  <a:close/>
                  <a:moveTo>
                    <a:pt x="530" y="135"/>
                  </a:moveTo>
                  <a:cubicBezTo>
                    <a:pt x="532" y="134"/>
                    <a:pt x="534" y="133"/>
                    <a:pt x="536" y="131"/>
                  </a:cubicBezTo>
                  <a:cubicBezTo>
                    <a:pt x="535" y="134"/>
                    <a:pt x="532" y="134"/>
                    <a:pt x="530" y="135"/>
                  </a:cubicBezTo>
                  <a:close/>
                  <a:moveTo>
                    <a:pt x="598" y="198"/>
                  </a:moveTo>
                  <a:cubicBezTo>
                    <a:pt x="598" y="198"/>
                    <a:pt x="597" y="199"/>
                    <a:pt x="597" y="199"/>
                  </a:cubicBezTo>
                  <a:cubicBezTo>
                    <a:pt x="596" y="198"/>
                    <a:pt x="598" y="198"/>
                    <a:pt x="598" y="198"/>
                  </a:cubicBezTo>
                  <a:close/>
                  <a:moveTo>
                    <a:pt x="596" y="204"/>
                  </a:moveTo>
                  <a:cubicBezTo>
                    <a:pt x="598" y="202"/>
                    <a:pt x="597" y="205"/>
                    <a:pt x="596" y="205"/>
                  </a:cubicBezTo>
                  <a:cubicBezTo>
                    <a:pt x="596" y="204"/>
                    <a:pt x="596" y="204"/>
                    <a:pt x="596" y="204"/>
                  </a:cubicBezTo>
                  <a:close/>
                  <a:moveTo>
                    <a:pt x="596" y="235"/>
                  </a:moveTo>
                  <a:cubicBezTo>
                    <a:pt x="597" y="235"/>
                    <a:pt x="598" y="234"/>
                    <a:pt x="598" y="235"/>
                  </a:cubicBezTo>
                  <a:cubicBezTo>
                    <a:pt x="601" y="237"/>
                    <a:pt x="594" y="238"/>
                    <a:pt x="596" y="235"/>
                  </a:cubicBezTo>
                  <a:close/>
                  <a:moveTo>
                    <a:pt x="599" y="282"/>
                  </a:moveTo>
                  <a:cubicBezTo>
                    <a:pt x="598" y="284"/>
                    <a:pt x="597" y="283"/>
                    <a:pt x="599" y="282"/>
                  </a:cubicBezTo>
                  <a:close/>
                  <a:moveTo>
                    <a:pt x="594" y="323"/>
                  </a:moveTo>
                  <a:cubicBezTo>
                    <a:pt x="594" y="322"/>
                    <a:pt x="595" y="322"/>
                    <a:pt x="595" y="322"/>
                  </a:cubicBezTo>
                  <a:cubicBezTo>
                    <a:pt x="597" y="323"/>
                    <a:pt x="593" y="325"/>
                    <a:pt x="594" y="323"/>
                  </a:cubicBezTo>
                  <a:close/>
                  <a:moveTo>
                    <a:pt x="596" y="370"/>
                  </a:moveTo>
                  <a:cubicBezTo>
                    <a:pt x="597" y="370"/>
                    <a:pt x="594" y="371"/>
                    <a:pt x="596" y="370"/>
                  </a:cubicBezTo>
                  <a:close/>
                  <a:moveTo>
                    <a:pt x="594" y="263"/>
                  </a:moveTo>
                  <a:cubicBezTo>
                    <a:pt x="595" y="262"/>
                    <a:pt x="596" y="264"/>
                    <a:pt x="594" y="263"/>
                  </a:cubicBezTo>
                  <a:close/>
                  <a:moveTo>
                    <a:pt x="594" y="231"/>
                  </a:moveTo>
                  <a:cubicBezTo>
                    <a:pt x="595" y="231"/>
                    <a:pt x="594" y="232"/>
                    <a:pt x="594" y="231"/>
                  </a:cubicBezTo>
                  <a:cubicBezTo>
                    <a:pt x="594" y="231"/>
                    <a:pt x="594" y="231"/>
                    <a:pt x="594" y="231"/>
                  </a:cubicBezTo>
                  <a:close/>
                  <a:moveTo>
                    <a:pt x="592" y="198"/>
                  </a:moveTo>
                  <a:cubicBezTo>
                    <a:pt x="594" y="196"/>
                    <a:pt x="594" y="199"/>
                    <a:pt x="592" y="198"/>
                  </a:cubicBezTo>
                  <a:close/>
                  <a:moveTo>
                    <a:pt x="594" y="244"/>
                  </a:moveTo>
                  <a:cubicBezTo>
                    <a:pt x="594" y="245"/>
                    <a:pt x="593" y="245"/>
                    <a:pt x="591" y="246"/>
                  </a:cubicBezTo>
                  <a:cubicBezTo>
                    <a:pt x="592" y="245"/>
                    <a:pt x="593" y="244"/>
                    <a:pt x="594" y="244"/>
                  </a:cubicBezTo>
                  <a:close/>
                  <a:moveTo>
                    <a:pt x="589" y="200"/>
                  </a:moveTo>
                  <a:cubicBezTo>
                    <a:pt x="590" y="201"/>
                    <a:pt x="588" y="202"/>
                    <a:pt x="588" y="202"/>
                  </a:cubicBezTo>
                  <a:cubicBezTo>
                    <a:pt x="588" y="201"/>
                    <a:pt x="589" y="201"/>
                    <a:pt x="589" y="200"/>
                  </a:cubicBezTo>
                  <a:close/>
                  <a:moveTo>
                    <a:pt x="591" y="200"/>
                  </a:moveTo>
                  <a:cubicBezTo>
                    <a:pt x="590" y="203"/>
                    <a:pt x="589" y="206"/>
                    <a:pt x="586" y="208"/>
                  </a:cubicBezTo>
                  <a:cubicBezTo>
                    <a:pt x="588" y="206"/>
                    <a:pt x="589" y="203"/>
                    <a:pt x="591" y="200"/>
                  </a:cubicBezTo>
                  <a:close/>
                  <a:moveTo>
                    <a:pt x="590" y="339"/>
                  </a:moveTo>
                  <a:cubicBezTo>
                    <a:pt x="591" y="338"/>
                    <a:pt x="590" y="340"/>
                    <a:pt x="590" y="339"/>
                  </a:cubicBezTo>
                  <a:close/>
                  <a:moveTo>
                    <a:pt x="590" y="246"/>
                  </a:moveTo>
                  <a:cubicBezTo>
                    <a:pt x="591" y="246"/>
                    <a:pt x="591" y="246"/>
                    <a:pt x="590" y="246"/>
                  </a:cubicBezTo>
                  <a:close/>
                  <a:moveTo>
                    <a:pt x="590" y="246"/>
                  </a:moveTo>
                  <a:cubicBezTo>
                    <a:pt x="590" y="246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7"/>
                  </a:cubicBezTo>
                  <a:cubicBezTo>
                    <a:pt x="590" y="247"/>
                    <a:pt x="590" y="247"/>
                    <a:pt x="590" y="246"/>
                  </a:cubicBezTo>
                  <a:close/>
                  <a:moveTo>
                    <a:pt x="587" y="206"/>
                  </a:moveTo>
                  <a:cubicBezTo>
                    <a:pt x="587" y="206"/>
                    <a:pt x="586" y="205"/>
                    <a:pt x="586" y="205"/>
                  </a:cubicBezTo>
                  <a:cubicBezTo>
                    <a:pt x="587" y="204"/>
                    <a:pt x="587" y="208"/>
                    <a:pt x="587" y="206"/>
                  </a:cubicBezTo>
                  <a:close/>
                  <a:moveTo>
                    <a:pt x="586" y="210"/>
                  </a:moveTo>
                  <a:cubicBezTo>
                    <a:pt x="587" y="211"/>
                    <a:pt x="585" y="212"/>
                    <a:pt x="585" y="213"/>
                  </a:cubicBezTo>
                  <a:cubicBezTo>
                    <a:pt x="584" y="212"/>
                    <a:pt x="586" y="210"/>
                    <a:pt x="586" y="210"/>
                  </a:cubicBezTo>
                  <a:close/>
                  <a:moveTo>
                    <a:pt x="585" y="229"/>
                  </a:moveTo>
                  <a:cubicBezTo>
                    <a:pt x="586" y="228"/>
                    <a:pt x="585" y="230"/>
                    <a:pt x="584" y="230"/>
                  </a:cubicBezTo>
                  <a:cubicBezTo>
                    <a:pt x="584" y="230"/>
                    <a:pt x="585" y="229"/>
                    <a:pt x="585" y="229"/>
                  </a:cubicBezTo>
                  <a:close/>
                  <a:moveTo>
                    <a:pt x="584" y="214"/>
                  </a:moveTo>
                  <a:cubicBezTo>
                    <a:pt x="584" y="212"/>
                    <a:pt x="585" y="214"/>
                    <a:pt x="584" y="214"/>
                  </a:cubicBezTo>
                  <a:close/>
                  <a:moveTo>
                    <a:pt x="583" y="250"/>
                  </a:moveTo>
                  <a:cubicBezTo>
                    <a:pt x="583" y="250"/>
                    <a:pt x="583" y="251"/>
                    <a:pt x="582" y="251"/>
                  </a:cubicBezTo>
                  <a:cubicBezTo>
                    <a:pt x="582" y="251"/>
                    <a:pt x="581" y="251"/>
                    <a:pt x="581" y="251"/>
                  </a:cubicBezTo>
                  <a:cubicBezTo>
                    <a:pt x="582" y="251"/>
                    <a:pt x="583" y="251"/>
                    <a:pt x="583" y="250"/>
                  </a:cubicBezTo>
                  <a:close/>
                  <a:moveTo>
                    <a:pt x="579" y="195"/>
                  </a:moveTo>
                  <a:cubicBezTo>
                    <a:pt x="578" y="194"/>
                    <a:pt x="581" y="195"/>
                    <a:pt x="579" y="195"/>
                  </a:cubicBezTo>
                  <a:close/>
                  <a:moveTo>
                    <a:pt x="578" y="186"/>
                  </a:moveTo>
                  <a:cubicBezTo>
                    <a:pt x="578" y="188"/>
                    <a:pt x="573" y="190"/>
                    <a:pt x="572" y="187"/>
                  </a:cubicBezTo>
                  <a:cubicBezTo>
                    <a:pt x="571" y="184"/>
                    <a:pt x="579" y="182"/>
                    <a:pt x="578" y="186"/>
                  </a:cubicBezTo>
                  <a:close/>
                  <a:moveTo>
                    <a:pt x="576" y="196"/>
                  </a:moveTo>
                  <a:cubicBezTo>
                    <a:pt x="576" y="196"/>
                    <a:pt x="576" y="196"/>
                    <a:pt x="576" y="196"/>
                  </a:cubicBezTo>
                  <a:cubicBezTo>
                    <a:pt x="577" y="198"/>
                    <a:pt x="574" y="195"/>
                    <a:pt x="576" y="196"/>
                  </a:cubicBezTo>
                  <a:close/>
                  <a:moveTo>
                    <a:pt x="573" y="191"/>
                  </a:moveTo>
                  <a:cubicBezTo>
                    <a:pt x="572" y="191"/>
                    <a:pt x="571" y="192"/>
                    <a:pt x="570" y="192"/>
                  </a:cubicBezTo>
                  <a:cubicBezTo>
                    <a:pt x="570" y="191"/>
                    <a:pt x="573" y="190"/>
                    <a:pt x="573" y="191"/>
                  </a:cubicBezTo>
                  <a:close/>
                  <a:moveTo>
                    <a:pt x="565" y="201"/>
                  </a:moveTo>
                  <a:cubicBezTo>
                    <a:pt x="565" y="202"/>
                    <a:pt x="563" y="202"/>
                    <a:pt x="563" y="201"/>
                  </a:cubicBezTo>
                  <a:cubicBezTo>
                    <a:pt x="563" y="200"/>
                    <a:pt x="564" y="200"/>
                    <a:pt x="565" y="201"/>
                  </a:cubicBezTo>
                  <a:close/>
                  <a:moveTo>
                    <a:pt x="569" y="202"/>
                  </a:moveTo>
                  <a:cubicBezTo>
                    <a:pt x="568" y="201"/>
                    <a:pt x="562" y="207"/>
                    <a:pt x="562" y="205"/>
                  </a:cubicBezTo>
                  <a:cubicBezTo>
                    <a:pt x="562" y="204"/>
                    <a:pt x="567" y="200"/>
                    <a:pt x="569" y="202"/>
                  </a:cubicBezTo>
                  <a:close/>
                  <a:moveTo>
                    <a:pt x="563" y="247"/>
                  </a:moveTo>
                  <a:cubicBezTo>
                    <a:pt x="563" y="247"/>
                    <a:pt x="561" y="248"/>
                    <a:pt x="561" y="248"/>
                  </a:cubicBezTo>
                  <a:cubicBezTo>
                    <a:pt x="560" y="247"/>
                    <a:pt x="562" y="245"/>
                    <a:pt x="563" y="247"/>
                  </a:cubicBezTo>
                  <a:close/>
                  <a:moveTo>
                    <a:pt x="562" y="189"/>
                  </a:moveTo>
                  <a:cubicBezTo>
                    <a:pt x="563" y="190"/>
                    <a:pt x="560" y="191"/>
                    <a:pt x="560" y="190"/>
                  </a:cubicBezTo>
                  <a:cubicBezTo>
                    <a:pt x="560" y="189"/>
                    <a:pt x="562" y="189"/>
                    <a:pt x="562" y="189"/>
                  </a:cubicBezTo>
                  <a:close/>
                  <a:moveTo>
                    <a:pt x="560" y="205"/>
                  </a:moveTo>
                  <a:cubicBezTo>
                    <a:pt x="563" y="203"/>
                    <a:pt x="562" y="209"/>
                    <a:pt x="560" y="207"/>
                  </a:cubicBezTo>
                  <a:cubicBezTo>
                    <a:pt x="558" y="207"/>
                    <a:pt x="560" y="205"/>
                    <a:pt x="560" y="205"/>
                  </a:cubicBezTo>
                  <a:close/>
                  <a:moveTo>
                    <a:pt x="560" y="264"/>
                  </a:moveTo>
                  <a:cubicBezTo>
                    <a:pt x="562" y="263"/>
                    <a:pt x="559" y="266"/>
                    <a:pt x="560" y="264"/>
                  </a:cubicBezTo>
                  <a:cubicBezTo>
                    <a:pt x="560" y="264"/>
                    <a:pt x="560" y="264"/>
                    <a:pt x="560" y="264"/>
                  </a:cubicBezTo>
                  <a:close/>
                  <a:moveTo>
                    <a:pt x="556" y="180"/>
                  </a:moveTo>
                  <a:cubicBezTo>
                    <a:pt x="557" y="181"/>
                    <a:pt x="555" y="182"/>
                    <a:pt x="555" y="181"/>
                  </a:cubicBezTo>
                  <a:cubicBezTo>
                    <a:pt x="555" y="181"/>
                    <a:pt x="556" y="181"/>
                    <a:pt x="556" y="180"/>
                  </a:cubicBezTo>
                  <a:close/>
                  <a:moveTo>
                    <a:pt x="554" y="138"/>
                  </a:moveTo>
                  <a:cubicBezTo>
                    <a:pt x="554" y="138"/>
                    <a:pt x="555" y="138"/>
                    <a:pt x="555" y="138"/>
                  </a:cubicBezTo>
                  <a:cubicBezTo>
                    <a:pt x="555" y="140"/>
                    <a:pt x="552" y="136"/>
                    <a:pt x="554" y="138"/>
                  </a:cubicBezTo>
                  <a:close/>
                  <a:moveTo>
                    <a:pt x="555" y="219"/>
                  </a:moveTo>
                  <a:cubicBezTo>
                    <a:pt x="555" y="219"/>
                    <a:pt x="554" y="221"/>
                    <a:pt x="553" y="221"/>
                  </a:cubicBezTo>
                  <a:cubicBezTo>
                    <a:pt x="553" y="220"/>
                    <a:pt x="554" y="218"/>
                    <a:pt x="555" y="219"/>
                  </a:cubicBezTo>
                  <a:close/>
                  <a:moveTo>
                    <a:pt x="553" y="245"/>
                  </a:moveTo>
                  <a:cubicBezTo>
                    <a:pt x="554" y="245"/>
                    <a:pt x="552" y="246"/>
                    <a:pt x="552" y="245"/>
                  </a:cubicBezTo>
                  <a:cubicBezTo>
                    <a:pt x="552" y="244"/>
                    <a:pt x="553" y="244"/>
                    <a:pt x="553" y="245"/>
                  </a:cubicBezTo>
                  <a:close/>
                  <a:moveTo>
                    <a:pt x="552" y="182"/>
                  </a:move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ubicBezTo>
                    <a:pt x="552" y="182"/>
                    <a:pt x="552" y="182"/>
                    <a:pt x="552" y="182"/>
                  </a:cubicBezTo>
                  <a:close/>
                  <a:moveTo>
                    <a:pt x="552" y="133"/>
                  </a:moveTo>
                  <a:cubicBezTo>
                    <a:pt x="552" y="133"/>
                    <a:pt x="551" y="135"/>
                    <a:pt x="551" y="134"/>
                  </a:cubicBezTo>
                  <a:cubicBezTo>
                    <a:pt x="550" y="133"/>
                    <a:pt x="552" y="133"/>
                    <a:pt x="552" y="133"/>
                  </a:cubicBezTo>
                  <a:close/>
                  <a:moveTo>
                    <a:pt x="552" y="158"/>
                  </a:moveTo>
                  <a:cubicBezTo>
                    <a:pt x="552" y="159"/>
                    <a:pt x="550" y="160"/>
                    <a:pt x="550" y="159"/>
                  </a:cubicBezTo>
                  <a:cubicBezTo>
                    <a:pt x="550" y="158"/>
                    <a:pt x="551" y="158"/>
                    <a:pt x="552" y="158"/>
                  </a:cubicBezTo>
                  <a:close/>
                  <a:moveTo>
                    <a:pt x="552" y="177"/>
                  </a:moveTo>
                  <a:cubicBezTo>
                    <a:pt x="552" y="179"/>
                    <a:pt x="548" y="179"/>
                    <a:pt x="548" y="177"/>
                  </a:cubicBezTo>
                  <a:cubicBezTo>
                    <a:pt x="548" y="176"/>
                    <a:pt x="551" y="175"/>
                    <a:pt x="552" y="177"/>
                  </a:cubicBezTo>
                  <a:close/>
                  <a:moveTo>
                    <a:pt x="547" y="170"/>
                  </a:moveTo>
                  <a:cubicBezTo>
                    <a:pt x="548" y="170"/>
                    <a:pt x="547" y="171"/>
                    <a:pt x="546" y="171"/>
                  </a:cubicBezTo>
                  <a:cubicBezTo>
                    <a:pt x="546" y="170"/>
                    <a:pt x="547" y="170"/>
                    <a:pt x="547" y="170"/>
                  </a:cubicBezTo>
                  <a:close/>
                  <a:moveTo>
                    <a:pt x="547" y="166"/>
                  </a:moveTo>
                  <a:cubicBezTo>
                    <a:pt x="548" y="167"/>
                    <a:pt x="547" y="165"/>
                    <a:pt x="547" y="166"/>
                  </a:cubicBezTo>
                  <a:close/>
                  <a:moveTo>
                    <a:pt x="548" y="133"/>
                  </a:moveTo>
                  <a:cubicBezTo>
                    <a:pt x="548" y="134"/>
                    <a:pt x="547" y="134"/>
                    <a:pt x="546" y="134"/>
                  </a:cubicBezTo>
                  <a:cubicBezTo>
                    <a:pt x="546" y="133"/>
                    <a:pt x="547" y="134"/>
                    <a:pt x="548" y="133"/>
                  </a:cubicBezTo>
                  <a:close/>
                  <a:moveTo>
                    <a:pt x="547" y="176"/>
                  </a:moveTo>
                  <a:cubicBezTo>
                    <a:pt x="547" y="177"/>
                    <a:pt x="545" y="176"/>
                    <a:pt x="547" y="176"/>
                  </a:cubicBezTo>
                  <a:close/>
                  <a:moveTo>
                    <a:pt x="546" y="168"/>
                  </a:moveTo>
                  <a:cubicBezTo>
                    <a:pt x="546" y="169"/>
                    <a:pt x="544" y="170"/>
                    <a:pt x="544" y="168"/>
                  </a:cubicBezTo>
                  <a:cubicBezTo>
                    <a:pt x="545" y="168"/>
                    <a:pt x="545" y="168"/>
                    <a:pt x="546" y="168"/>
                  </a:cubicBezTo>
                  <a:close/>
                  <a:moveTo>
                    <a:pt x="545" y="141"/>
                  </a:moveTo>
                  <a:cubicBezTo>
                    <a:pt x="546" y="143"/>
                    <a:pt x="542" y="142"/>
                    <a:pt x="542" y="141"/>
                  </a:cubicBezTo>
                  <a:cubicBezTo>
                    <a:pt x="543" y="140"/>
                    <a:pt x="545" y="140"/>
                    <a:pt x="545" y="141"/>
                  </a:cubicBezTo>
                  <a:close/>
                  <a:moveTo>
                    <a:pt x="540" y="150"/>
                  </a:moveTo>
                  <a:cubicBezTo>
                    <a:pt x="540" y="150"/>
                    <a:pt x="538" y="151"/>
                    <a:pt x="537" y="150"/>
                  </a:cubicBezTo>
                  <a:cubicBezTo>
                    <a:pt x="537" y="149"/>
                    <a:pt x="539" y="148"/>
                    <a:pt x="540" y="150"/>
                  </a:cubicBezTo>
                  <a:close/>
                  <a:moveTo>
                    <a:pt x="537" y="158"/>
                  </a:moveTo>
                  <a:cubicBezTo>
                    <a:pt x="537" y="158"/>
                    <a:pt x="538" y="157"/>
                    <a:pt x="538" y="157"/>
                  </a:cubicBezTo>
                  <a:cubicBezTo>
                    <a:pt x="539" y="157"/>
                    <a:pt x="537" y="159"/>
                    <a:pt x="537" y="158"/>
                  </a:cubicBezTo>
                  <a:close/>
                  <a:moveTo>
                    <a:pt x="538" y="165"/>
                  </a:moveTo>
                  <a:cubicBezTo>
                    <a:pt x="538" y="165"/>
                    <a:pt x="540" y="163"/>
                    <a:pt x="540" y="165"/>
                  </a:cubicBezTo>
                  <a:cubicBezTo>
                    <a:pt x="540" y="164"/>
                    <a:pt x="539" y="166"/>
                    <a:pt x="538" y="165"/>
                  </a:cubicBezTo>
                  <a:close/>
                  <a:moveTo>
                    <a:pt x="540" y="214"/>
                  </a:moveTo>
                  <a:cubicBezTo>
                    <a:pt x="541" y="215"/>
                    <a:pt x="540" y="215"/>
                    <a:pt x="540" y="215"/>
                  </a:cubicBezTo>
                  <a:cubicBezTo>
                    <a:pt x="539" y="214"/>
                    <a:pt x="540" y="214"/>
                    <a:pt x="540" y="214"/>
                  </a:cubicBezTo>
                  <a:close/>
                  <a:moveTo>
                    <a:pt x="541" y="291"/>
                  </a:moveTo>
                  <a:cubicBezTo>
                    <a:pt x="540" y="291"/>
                    <a:pt x="539" y="291"/>
                    <a:pt x="540" y="290"/>
                  </a:cubicBezTo>
                  <a:cubicBezTo>
                    <a:pt x="540" y="289"/>
                    <a:pt x="541" y="290"/>
                    <a:pt x="541" y="291"/>
                  </a:cubicBezTo>
                  <a:close/>
                  <a:moveTo>
                    <a:pt x="541" y="212"/>
                  </a:moveTo>
                  <a:cubicBezTo>
                    <a:pt x="541" y="212"/>
                    <a:pt x="541" y="212"/>
                    <a:pt x="541" y="212"/>
                  </a:cubicBezTo>
                  <a:cubicBezTo>
                    <a:pt x="541" y="212"/>
                    <a:pt x="541" y="212"/>
                    <a:pt x="541" y="212"/>
                  </a:cubicBezTo>
                  <a:cubicBezTo>
                    <a:pt x="540" y="212"/>
                    <a:pt x="540" y="211"/>
                    <a:pt x="541" y="210"/>
                  </a:cubicBezTo>
                  <a:cubicBezTo>
                    <a:pt x="542" y="209"/>
                    <a:pt x="542" y="210"/>
                    <a:pt x="542" y="211"/>
                  </a:cubicBezTo>
                  <a:cubicBezTo>
                    <a:pt x="543" y="211"/>
                    <a:pt x="544" y="211"/>
                    <a:pt x="544" y="210"/>
                  </a:cubicBezTo>
                  <a:cubicBezTo>
                    <a:pt x="545" y="210"/>
                    <a:pt x="550" y="204"/>
                    <a:pt x="551" y="205"/>
                  </a:cubicBezTo>
                  <a:cubicBezTo>
                    <a:pt x="553" y="207"/>
                    <a:pt x="544" y="211"/>
                    <a:pt x="543" y="212"/>
                  </a:cubicBezTo>
                  <a:cubicBezTo>
                    <a:pt x="542" y="212"/>
                    <a:pt x="542" y="214"/>
                    <a:pt x="541" y="212"/>
                  </a:cubicBezTo>
                  <a:close/>
                  <a:moveTo>
                    <a:pt x="549" y="242"/>
                  </a:moveTo>
                  <a:cubicBezTo>
                    <a:pt x="549" y="242"/>
                    <a:pt x="547" y="242"/>
                    <a:pt x="547" y="241"/>
                  </a:cubicBezTo>
                  <a:cubicBezTo>
                    <a:pt x="547" y="241"/>
                    <a:pt x="549" y="240"/>
                    <a:pt x="549" y="242"/>
                  </a:cubicBezTo>
                  <a:close/>
                  <a:moveTo>
                    <a:pt x="543" y="245"/>
                  </a:moveTo>
                  <a:cubicBezTo>
                    <a:pt x="544" y="247"/>
                    <a:pt x="541" y="246"/>
                    <a:pt x="543" y="245"/>
                  </a:cubicBezTo>
                  <a:close/>
                  <a:moveTo>
                    <a:pt x="547" y="220"/>
                  </a:moveTo>
                  <a:cubicBezTo>
                    <a:pt x="546" y="220"/>
                    <a:pt x="546" y="220"/>
                    <a:pt x="546" y="220"/>
                  </a:cubicBezTo>
                  <a:cubicBezTo>
                    <a:pt x="545" y="220"/>
                    <a:pt x="547" y="219"/>
                    <a:pt x="547" y="220"/>
                  </a:cubicBezTo>
                  <a:close/>
                  <a:moveTo>
                    <a:pt x="546" y="265"/>
                  </a:moveTo>
                  <a:cubicBezTo>
                    <a:pt x="546" y="265"/>
                    <a:pt x="547" y="264"/>
                    <a:pt x="547" y="264"/>
                  </a:cubicBezTo>
                  <a:cubicBezTo>
                    <a:pt x="547" y="265"/>
                    <a:pt x="546" y="266"/>
                    <a:pt x="546" y="265"/>
                  </a:cubicBezTo>
                  <a:close/>
                  <a:moveTo>
                    <a:pt x="548" y="300"/>
                  </a:moveTo>
                  <a:cubicBezTo>
                    <a:pt x="548" y="299"/>
                    <a:pt x="548" y="299"/>
                    <a:pt x="548" y="299"/>
                  </a:cubicBezTo>
                  <a:cubicBezTo>
                    <a:pt x="549" y="299"/>
                    <a:pt x="548" y="301"/>
                    <a:pt x="548" y="300"/>
                  </a:cubicBezTo>
                  <a:close/>
                  <a:moveTo>
                    <a:pt x="547" y="280"/>
                  </a:moveTo>
                  <a:cubicBezTo>
                    <a:pt x="549" y="276"/>
                    <a:pt x="551" y="272"/>
                    <a:pt x="552" y="269"/>
                  </a:cubicBezTo>
                  <a:cubicBezTo>
                    <a:pt x="552" y="271"/>
                    <a:pt x="549" y="278"/>
                    <a:pt x="547" y="280"/>
                  </a:cubicBezTo>
                  <a:close/>
                  <a:moveTo>
                    <a:pt x="553" y="329"/>
                  </a:moveTo>
                  <a:cubicBezTo>
                    <a:pt x="553" y="329"/>
                    <a:pt x="553" y="329"/>
                    <a:pt x="553" y="329"/>
                  </a:cubicBezTo>
                  <a:cubicBezTo>
                    <a:pt x="553" y="329"/>
                    <a:pt x="553" y="329"/>
                    <a:pt x="553" y="329"/>
                  </a:cubicBezTo>
                  <a:close/>
                  <a:moveTo>
                    <a:pt x="551" y="261"/>
                  </a:moveTo>
                  <a:cubicBezTo>
                    <a:pt x="553" y="257"/>
                    <a:pt x="553" y="254"/>
                    <a:pt x="555" y="252"/>
                  </a:cubicBezTo>
                  <a:cubicBezTo>
                    <a:pt x="554" y="254"/>
                    <a:pt x="553" y="259"/>
                    <a:pt x="551" y="261"/>
                  </a:cubicBezTo>
                  <a:close/>
                  <a:moveTo>
                    <a:pt x="554" y="222"/>
                  </a:moveTo>
                  <a:cubicBezTo>
                    <a:pt x="555" y="221"/>
                    <a:pt x="556" y="222"/>
                    <a:pt x="554" y="222"/>
                  </a:cubicBezTo>
                  <a:close/>
                  <a:moveTo>
                    <a:pt x="554" y="184"/>
                  </a:moveTo>
                  <a:cubicBezTo>
                    <a:pt x="554" y="183"/>
                    <a:pt x="556" y="182"/>
                    <a:pt x="556" y="183"/>
                  </a:cubicBezTo>
                  <a:cubicBezTo>
                    <a:pt x="556" y="185"/>
                    <a:pt x="554" y="185"/>
                    <a:pt x="554" y="184"/>
                  </a:cubicBezTo>
                  <a:close/>
                  <a:moveTo>
                    <a:pt x="557" y="285"/>
                  </a:moveTo>
                  <a:cubicBezTo>
                    <a:pt x="557" y="283"/>
                    <a:pt x="556" y="286"/>
                    <a:pt x="557" y="285"/>
                  </a:cubicBezTo>
                  <a:close/>
                  <a:moveTo>
                    <a:pt x="560" y="320"/>
                  </a:moveTo>
                  <a:cubicBezTo>
                    <a:pt x="560" y="321"/>
                    <a:pt x="561" y="319"/>
                    <a:pt x="560" y="320"/>
                  </a:cubicBezTo>
                  <a:close/>
                  <a:moveTo>
                    <a:pt x="557" y="283"/>
                  </a:moveTo>
                  <a:cubicBezTo>
                    <a:pt x="556" y="281"/>
                    <a:pt x="561" y="279"/>
                    <a:pt x="561" y="281"/>
                  </a:cubicBezTo>
                  <a:cubicBezTo>
                    <a:pt x="562" y="283"/>
                    <a:pt x="558" y="284"/>
                    <a:pt x="557" y="283"/>
                  </a:cubicBezTo>
                  <a:close/>
                  <a:moveTo>
                    <a:pt x="562" y="258"/>
                  </a:moveTo>
                  <a:cubicBezTo>
                    <a:pt x="562" y="258"/>
                    <a:pt x="563" y="257"/>
                    <a:pt x="563" y="257"/>
                  </a:cubicBezTo>
                  <a:cubicBezTo>
                    <a:pt x="564" y="258"/>
                    <a:pt x="561" y="259"/>
                    <a:pt x="562" y="258"/>
                  </a:cubicBezTo>
                  <a:close/>
                  <a:moveTo>
                    <a:pt x="565" y="221"/>
                  </a:moveTo>
                  <a:cubicBezTo>
                    <a:pt x="564" y="221"/>
                    <a:pt x="564" y="219"/>
                    <a:pt x="565" y="220"/>
                  </a:cubicBezTo>
                  <a:cubicBezTo>
                    <a:pt x="565" y="220"/>
                    <a:pt x="565" y="221"/>
                    <a:pt x="565" y="221"/>
                  </a:cubicBezTo>
                  <a:close/>
                  <a:moveTo>
                    <a:pt x="566" y="206"/>
                  </a:moveTo>
                  <a:cubicBezTo>
                    <a:pt x="565" y="211"/>
                    <a:pt x="567" y="204"/>
                    <a:pt x="568" y="203"/>
                  </a:cubicBezTo>
                  <a:cubicBezTo>
                    <a:pt x="569" y="202"/>
                    <a:pt x="574" y="202"/>
                    <a:pt x="576" y="203"/>
                  </a:cubicBezTo>
                  <a:cubicBezTo>
                    <a:pt x="579" y="205"/>
                    <a:pt x="577" y="210"/>
                    <a:pt x="574" y="212"/>
                  </a:cubicBezTo>
                  <a:cubicBezTo>
                    <a:pt x="573" y="213"/>
                    <a:pt x="570" y="213"/>
                    <a:pt x="569" y="213"/>
                  </a:cubicBezTo>
                  <a:cubicBezTo>
                    <a:pt x="566" y="214"/>
                    <a:pt x="567" y="214"/>
                    <a:pt x="565" y="212"/>
                  </a:cubicBezTo>
                  <a:cubicBezTo>
                    <a:pt x="562" y="210"/>
                    <a:pt x="562" y="205"/>
                    <a:pt x="566" y="206"/>
                  </a:cubicBezTo>
                  <a:close/>
                  <a:moveTo>
                    <a:pt x="573" y="236"/>
                  </a:moveTo>
                  <a:cubicBezTo>
                    <a:pt x="575" y="234"/>
                    <a:pt x="572" y="237"/>
                    <a:pt x="573" y="236"/>
                  </a:cubicBezTo>
                  <a:close/>
                  <a:moveTo>
                    <a:pt x="571" y="238"/>
                  </a:moveTo>
                  <a:cubicBezTo>
                    <a:pt x="573" y="236"/>
                    <a:pt x="569" y="239"/>
                    <a:pt x="571" y="238"/>
                  </a:cubicBezTo>
                  <a:close/>
                  <a:moveTo>
                    <a:pt x="569" y="326"/>
                  </a:moveTo>
                  <a:cubicBezTo>
                    <a:pt x="568" y="326"/>
                    <a:pt x="569" y="325"/>
                    <a:pt x="569" y="325"/>
                  </a:cubicBezTo>
                  <a:cubicBezTo>
                    <a:pt x="570" y="324"/>
                    <a:pt x="570" y="327"/>
                    <a:pt x="569" y="326"/>
                  </a:cubicBezTo>
                  <a:close/>
                  <a:moveTo>
                    <a:pt x="567" y="224"/>
                  </a:moveTo>
                  <a:cubicBezTo>
                    <a:pt x="566" y="223"/>
                    <a:pt x="567" y="222"/>
                    <a:pt x="567" y="222"/>
                  </a:cubicBezTo>
                  <a:cubicBezTo>
                    <a:pt x="568" y="222"/>
                    <a:pt x="567" y="223"/>
                    <a:pt x="567" y="224"/>
                  </a:cubicBezTo>
                  <a:close/>
                  <a:moveTo>
                    <a:pt x="567" y="311"/>
                  </a:moveTo>
                  <a:cubicBezTo>
                    <a:pt x="568" y="312"/>
                    <a:pt x="566" y="312"/>
                    <a:pt x="567" y="311"/>
                  </a:cubicBezTo>
                  <a:close/>
                  <a:moveTo>
                    <a:pt x="565" y="280"/>
                  </a:moveTo>
                  <a:cubicBezTo>
                    <a:pt x="565" y="277"/>
                    <a:pt x="567" y="277"/>
                    <a:pt x="565" y="280"/>
                  </a:cubicBezTo>
                  <a:close/>
                  <a:moveTo>
                    <a:pt x="566" y="411"/>
                  </a:moveTo>
                  <a:cubicBezTo>
                    <a:pt x="568" y="409"/>
                    <a:pt x="569" y="406"/>
                    <a:pt x="572" y="405"/>
                  </a:cubicBezTo>
                  <a:cubicBezTo>
                    <a:pt x="570" y="407"/>
                    <a:pt x="568" y="410"/>
                    <a:pt x="566" y="411"/>
                  </a:cubicBezTo>
                  <a:close/>
                  <a:moveTo>
                    <a:pt x="571" y="279"/>
                  </a:moveTo>
                  <a:cubicBezTo>
                    <a:pt x="571" y="279"/>
                    <a:pt x="573" y="279"/>
                    <a:pt x="572" y="279"/>
                  </a:cubicBezTo>
                  <a:cubicBezTo>
                    <a:pt x="572" y="280"/>
                    <a:pt x="571" y="280"/>
                    <a:pt x="571" y="279"/>
                  </a:cubicBezTo>
                  <a:close/>
                  <a:moveTo>
                    <a:pt x="573" y="383"/>
                  </a:moveTo>
                  <a:cubicBezTo>
                    <a:pt x="571" y="382"/>
                    <a:pt x="573" y="380"/>
                    <a:pt x="574" y="379"/>
                  </a:cubicBezTo>
                  <a:cubicBezTo>
                    <a:pt x="577" y="377"/>
                    <a:pt x="575" y="384"/>
                    <a:pt x="573" y="383"/>
                  </a:cubicBezTo>
                  <a:close/>
                  <a:moveTo>
                    <a:pt x="578" y="218"/>
                  </a:moveTo>
                  <a:cubicBezTo>
                    <a:pt x="583" y="216"/>
                    <a:pt x="584" y="224"/>
                    <a:pt x="580" y="226"/>
                  </a:cubicBezTo>
                  <a:cubicBezTo>
                    <a:pt x="573" y="230"/>
                    <a:pt x="572" y="220"/>
                    <a:pt x="578" y="218"/>
                  </a:cubicBezTo>
                  <a:close/>
                  <a:moveTo>
                    <a:pt x="577" y="295"/>
                  </a:moveTo>
                  <a:cubicBezTo>
                    <a:pt x="577" y="295"/>
                    <a:pt x="577" y="295"/>
                    <a:pt x="577" y="296"/>
                  </a:cubicBezTo>
                  <a:cubicBezTo>
                    <a:pt x="576" y="296"/>
                    <a:pt x="577" y="295"/>
                    <a:pt x="577" y="295"/>
                  </a:cubicBezTo>
                  <a:close/>
                  <a:moveTo>
                    <a:pt x="577" y="425"/>
                  </a:moveTo>
                  <a:cubicBezTo>
                    <a:pt x="576" y="426"/>
                    <a:pt x="578" y="423"/>
                    <a:pt x="577" y="425"/>
                  </a:cubicBezTo>
                  <a:close/>
                  <a:moveTo>
                    <a:pt x="577" y="371"/>
                  </a:moveTo>
                  <a:cubicBezTo>
                    <a:pt x="576" y="370"/>
                    <a:pt x="578" y="370"/>
                    <a:pt x="577" y="371"/>
                  </a:cubicBezTo>
                  <a:close/>
                  <a:moveTo>
                    <a:pt x="577" y="297"/>
                  </a:moveTo>
                  <a:cubicBezTo>
                    <a:pt x="578" y="296"/>
                    <a:pt x="578" y="297"/>
                    <a:pt x="578" y="297"/>
                  </a:cubicBezTo>
                  <a:cubicBezTo>
                    <a:pt x="579" y="299"/>
                    <a:pt x="576" y="297"/>
                    <a:pt x="577" y="297"/>
                  </a:cubicBezTo>
                  <a:close/>
                  <a:moveTo>
                    <a:pt x="580" y="277"/>
                  </a:moveTo>
                  <a:cubicBezTo>
                    <a:pt x="580" y="277"/>
                    <a:pt x="580" y="277"/>
                    <a:pt x="580" y="277"/>
                  </a:cubicBezTo>
                  <a:cubicBezTo>
                    <a:pt x="581" y="277"/>
                    <a:pt x="579" y="278"/>
                    <a:pt x="580" y="277"/>
                  </a:cubicBezTo>
                  <a:close/>
                  <a:moveTo>
                    <a:pt x="580" y="387"/>
                  </a:moveTo>
                  <a:cubicBezTo>
                    <a:pt x="580" y="386"/>
                    <a:pt x="582" y="385"/>
                    <a:pt x="582" y="384"/>
                  </a:cubicBezTo>
                  <a:cubicBezTo>
                    <a:pt x="583" y="385"/>
                    <a:pt x="581" y="386"/>
                    <a:pt x="580" y="387"/>
                  </a:cubicBezTo>
                  <a:close/>
                  <a:moveTo>
                    <a:pt x="578" y="268"/>
                  </a:moveTo>
                  <a:cubicBezTo>
                    <a:pt x="578" y="266"/>
                    <a:pt x="584" y="266"/>
                    <a:pt x="582" y="269"/>
                  </a:cubicBezTo>
                  <a:cubicBezTo>
                    <a:pt x="582" y="271"/>
                    <a:pt x="578" y="270"/>
                    <a:pt x="578" y="268"/>
                  </a:cubicBezTo>
                  <a:close/>
                  <a:moveTo>
                    <a:pt x="582" y="302"/>
                  </a:moveTo>
                  <a:cubicBezTo>
                    <a:pt x="582" y="302"/>
                    <a:pt x="582" y="301"/>
                    <a:pt x="583" y="301"/>
                  </a:cubicBezTo>
                  <a:cubicBezTo>
                    <a:pt x="585" y="299"/>
                    <a:pt x="584" y="304"/>
                    <a:pt x="582" y="302"/>
                  </a:cubicBezTo>
                  <a:close/>
                  <a:moveTo>
                    <a:pt x="584" y="367"/>
                  </a:moveTo>
                  <a:cubicBezTo>
                    <a:pt x="584" y="369"/>
                    <a:pt x="582" y="368"/>
                    <a:pt x="584" y="367"/>
                  </a:cubicBezTo>
                  <a:close/>
                  <a:moveTo>
                    <a:pt x="584" y="364"/>
                  </a:moveTo>
                  <a:cubicBezTo>
                    <a:pt x="584" y="363"/>
                    <a:pt x="584" y="363"/>
                    <a:pt x="585" y="363"/>
                  </a:cubicBezTo>
                  <a:cubicBezTo>
                    <a:pt x="586" y="363"/>
                    <a:pt x="583" y="365"/>
                    <a:pt x="584" y="364"/>
                  </a:cubicBezTo>
                  <a:close/>
                  <a:moveTo>
                    <a:pt x="585" y="305"/>
                  </a:moveTo>
                  <a:cubicBezTo>
                    <a:pt x="585" y="305"/>
                    <a:pt x="586" y="304"/>
                    <a:pt x="586" y="305"/>
                  </a:cubicBezTo>
                  <a:cubicBezTo>
                    <a:pt x="587" y="305"/>
                    <a:pt x="585" y="306"/>
                    <a:pt x="585" y="305"/>
                  </a:cubicBezTo>
                  <a:close/>
                  <a:moveTo>
                    <a:pt x="585" y="289"/>
                  </a:moveTo>
                  <a:cubicBezTo>
                    <a:pt x="585" y="288"/>
                    <a:pt x="586" y="288"/>
                    <a:pt x="586" y="288"/>
                  </a:cubicBezTo>
                  <a:cubicBezTo>
                    <a:pt x="586" y="288"/>
                    <a:pt x="585" y="289"/>
                    <a:pt x="585" y="289"/>
                  </a:cubicBezTo>
                  <a:close/>
                  <a:moveTo>
                    <a:pt x="585" y="250"/>
                  </a:moveTo>
                  <a:cubicBezTo>
                    <a:pt x="586" y="249"/>
                    <a:pt x="587" y="248"/>
                    <a:pt x="589" y="247"/>
                  </a:cubicBezTo>
                  <a:cubicBezTo>
                    <a:pt x="588" y="248"/>
                    <a:pt x="586" y="249"/>
                    <a:pt x="585" y="250"/>
                  </a:cubicBezTo>
                  <a:close/>
                  <a:moveTo>
                    <a:pt x="590" y="437"/>
                  </a:moveTo>
                  <a:cubicBezTo>
                    <a:pt x="589" y="435"/>
                    <a:pt x="591" y="433"/>
                    <a:pt x="593" y="431"/>
                  </a:cubicBezTo>
                  <a:cubicBezTo>
                    <a:pt x="592" y="433"/>
                    <a:pt x="591" y="435"/>
                    <a:pt x="590" y="437"/>
                  </a:cubicBezTo>
                  <a:close/>
                  <a:moveTo>
                    <a:pt x="594" y="251"/>
                  </a:moveTo>
                  <a:cubicBezTo>
                    <a:pt x="596" y="250"/>
                    <a:pt x="595" y="255"/>
                    <a:pt x="593" y="253"/>
                  </a:cubicBezTo>
                  <a:cubicBezTo>
                    <a:pt x="593" y="253"/>
                    <a:pt x="593" y="252"/>
                    <a:pt x="594" y="251"/>
                  </a:cubicBezTo>
                  <a:close/>
                  <a:moveTo>
                    <a:pt x="594" y="357"/>
                  </a:moveTo>
                  <a:cubicBezTo>
                    <a:pt x="594" y="357"/>
                    <a:pt x="594" y="356"/>
                    <a:pt x="595" y="356"/>
                  </a:cubicBezTo>
                  <a:cubicBezTo>
                    <a:pt x="596" y="357"/>
                    <a:pt x="592" y="359"/>
                    <a:pt x="594" y="357"/>
                  </a:cubicBezTo>
                  <a:close/>
                  <a:moveTo>
                    <a:pt x="595" y="371"/>
                  </a:moveTo>
                  <a:cubicBezTo>
                    <a:pt x="595" y="372"/>
                    <a:pt x="594" y="373"/>
                    <a:pt x="593" y="373"/>
                  </a:cubicBezTo>
                  <a:cubicBezTo>
                    <a:pt x="593" y="372"/>
                    <a:pt x="594" y="371"/>
                    <a:pt x="595" y="371"/>
                  </a:cubicBezTo>
                  <a:close/>
                  <a:moveTo>
                    <a:pt x="593" y="429"/>
                  </a:move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ubicBezTo>
                    <a:pt x="593" y="429"/>
                    <a:pt x="593" y="429"/>
                    <a:pt x="593" y="429"/>
                  </a:cubicBezTo>
                  <a:close/>
                  <a:moveTo>
                    <a:pt x="594" y="472"/>
                  </a:moveTo>
                  <a:cubicBezTo>
                    <a:pt x="594" y="472"/>
                    <a:pt x="595" y="470"/>
                    <a:pt x="595" y="470"/>
                  </a:cubicBezTo>
                  <a:cubicBezTo>
                    <a:pt x="596" y="471"/>
                    <a:pt x="594" y="472"/>
                    <a:pt x="594" y="472"/>
                  </a:cubicBezTo>
                  <a:close/>
                  <a:moveTo>
                    <a:pt x="598" y="422"/>
                  </a:moveTo>
                  <a:cubicBezTo>
                    <a:pt x="598" y="423"/>
                    <a:pt x="596" y="426"/>
                    <a:pt x="594" y="428"/>
                  </a:cubicBezTo>
                  <a:cubicBezTo>
                    <a:pt x="594" y="425"/>
                    <a:pt x="599" y="418"/>
                    <a:pt x="598" y="422"/>
                  </a:cubicBezTo>
                  <a:close/>
                  <a:moveTo>
                    <a:pt x="595" y="356"/>
                  </a:moveTo>
                  <a:cubicBezTo>
                    <a:pt x="596" y="355"/>
                    <a:pt x="597" y="354"/>
                    <a:pt x="599" y="353"/>
                  </a:cubicBezTo>
                  <a:cubicBezTo>
                    <a:pt x="598" y="355"/>
                    <a:pt x="597" y="355"/>
                    <a:pt x="595" y="356"/>
                  </a:cubicBezTo>
                  <a:close/>
                  <a:moveTo>
                    <a:pt x="686" y="310"/>
                  </a:moveTo>
                  <a:cubicBezTo>
                    <a:pt x="686" y="309"/>
                    <a:pt x="686" y="312"/>
                    <a:pt x="686" y="310"/>
                  </a:cubicBezTo>
                  <a:close/>
                  <a:moveTo>
                    <a:pt x="679" y="298"/>
                  </a:moveTo>
                  <a:cubicBezTo>
                    <a:pt x="682" y="297"/>
                    <a:pt x="678" y="302"/>
                    <a:pt x="678" y="299"/>
                  </a:cubicBezTo>
                  <a:cubicBezTo>
                    <a:pt x="678" y="299"/>
                    <a:pt x="678" y="298"/>
                    <a:pt x="679" y="298"/>
                  </a:cubicBezTo>
                  <a:close/>
                  <a:moveTo>
                    <a:pt x="676" y="297"/>
                  </a:moveTo>
                  <a:cubicBezTo>
                    <a:pt x="677" y="295"/>
                    <a:pt x="676" y="298"/>
                    <a:pt x="676" y="297"/>
                  </a:cubicBezTo>
                  <a:close/>
                  <a:moveTo>
                    <a:pt x="671" y="307"/>
                  </a:moveTo>
                  <a:cubicBezTo>
                    <a:pt x="671" y="307"/>
                    <a:pt x="672" y="308"/>
                    <a:pt x="671" y="308"/>
                  </a:cubicBezTo>
                  <a:cubicBezTo>
                    <a:pt x="670" y="309"/>
                    <a:pt x="671" y="307"/>
                    <a:pt x="671" y="307"/>
                  </a:cubicBezTo>
                  <a:close/>
                  <a:moveTo>
                    <a:pt x="672" y="331"/>
                  </a:moveTo>
                  <a:cubicBezTo>
                    <a:pt x="672" y="331"/>
                    <a:pt x="675" y="326"/>
                    <a:pt x="675" y="328"/>
                  </a:cubicBezTo>
                  <a:cubicBezTo>
                    <a:pt x="675" y="331"/>
                    <a:pt x="670" y="334"/>
                    <a:pt x="668" y="337"/>
                  </a:cubicBezTo>
                  <a:cubicBezTo>
                    <a:pt x="669" y="335"/>
                    <a:pt x="671" y="333"/>
                    <a:pt x="672" y="331"/>
                  </a:cubicBezTo>
                  <a:close/>
                  <a:moveTo>
                    <a:pt x="669" y="271"/>
                  </a:moveTo>
                  <a:cubicBezTo>
                    <a:pt x="668" y="270"/>
                    <a:pt x="671" y="264"/>
                    <a:pt x="672" y="266"/>
                  </a:cubicBezTo>
                  <a:cubicBezTo>
                    <a:pt x="674" y="267"/>
                    <a:pt x="670" y="270"/>
                    <a:pt x="669" y="271"/>
                  </a:cubicBezTo>
                  <a:close/>
                  <a:moveTo>
                    <a:pt x="674" y="235"/>
                  </a:moveTo>
                  <a:cubicBezTo>
                    <a:pt x="673" y="236"/>
                    <a:pt x="675" y="233"/>
                    <a:pt x="674" y="235"/>
                  </a:cubicBezTo>
                  <a:close/>
                  <a:moveTo>
                    <a:pt x="676" y="252"/>
                  </a:moveTo>
                  <a:cubicBezTo>
                    <a:pt x="676" y="250"/>
                    <a:pt x="677" y="251"/>
                    <a:pt x="676" y="252"/>
                  </a:cubicBezTo>
                  <a:close/>
                  <a:moveTo>
                    <a:pt x="673" y="222"/>
                  </a:moveTo>
                  <a:cubicBezTo>
                    <a:pt x="674" y="221"/>
                    <a:pt x="676" y="222"/>
                    <a:pt x="676" y="222"/>
                  </a:cubicBezTo>
                  <a:cubicBezTo>
                    <a:pt x="678" y="225"/>
                    <a:pt x="674" y="230"/>
                    <a:pt x="672" y="229"/>
                  </a:cubicBezTo>
                  <a:cubicBezTo>
                    <a:pt x="669" y="227"/>
                    <a:pt x="671" y="223"/>
                    <a:pt x="673" y="222"/>
                  </a:cubicBezTo>
                  <a:close/>
                  <a:moveTo>
                    <a:pt x="669" y="233"/>
                  </a:moveTo>
                  <a:cubicBezTo>
                    <a:pt x="669" y="232"/>
                    <a:pt x="670" y="231"/>
                    <a:pt x="670" y="230"/>
                  </a:cubicBezTo>
                  <a:cubicBezTo>
                    <a:pt x="669" y="230"/>
                    <a:pt x="669" y="230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0" y="229"/>
                  </a:cubicBezTo>
                  <a:cubicBezTo>
                    <a:pt x="670" y="229"/>
                    <a:pt x="670" y="229"/>
                    <a:pt x="671" y="229"/>
                  </a:cubicBezTo>
                  <a:cubicBezTo>
                    <a:pt x="670" y="230"/>
                    <a:pt x="670" y="230"/>
                    <a:pt x="670" y="230"/>
                  </a:cubicBezTo>
                  <a:cubicBezTo>
                    <a:pt x="670" y="233"/>
                    <a:pt x="669" y="236"/>
                    <a:pt x="668" y="238"/>
                  </a:cubicBezTo>
                  <a:cubicBezTo>
                    <a:pt x="668" y="237"/>
                    <a:pt x="668" y="235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ubicBezTo>
                    <a:pt x="669" y="233"/>
                    <a:pt x="669" y="233"/>
                    <a:pt x="669" y="233"/>
                  </a:cubicBezTo>
                  <a:close/>
                  <a:moveTo>
                    <a:pt x="668" y="231"/>
                  </a:moveTo>
                  <a:cubicBezTo>
                    <a:pt x="668" y="233"/>
                    <a:pt x="666" y="231"/>
                    <a:pt x="668" y="231"/>
                  </a:cubicBezTo>
                  <a:close/>
                  <a:moveTo>
                    <a:pt x="671" y="249"/>
                  </a:moveTo>
                  <a:cubicBezTo>
                    <a:pt x="670" y="250"/>
                    <a:pt x="668" y="251"/>
                    <a:pt x="666" y="252"/>
                  </a:cubicBezTo>
                  <a:cubicBezTo>
                    <a:pt x="667" y="250"/>
                    <a:pt x="669" y="250"/>
                    <a:pt x="671" y="249"/>
                  </a:cubicBezTo>
                  <a:close/>
                  <a:moveTo>
                    <a:pt x="667" y="257"/>
                  </a:moveTo>
                  <a:cubicBezTo>
                    <a:pt x="667" y="258"/>
                    <a:pt x="666" y="260"/>
                    <a:pt x="665" y="261"/>
                  </a:cubicBezTo>
                  <a:cubicBezTo>
                    <a:pt x="665" y="259"/>
                    <a:pt x="667" y="259"/>
                    <a:pt x="667" y="257"/>
                  </a:cubicBezTo>
                  <a:close/>
                  <a:moveTo>
                    <a:pt x="666" y="302"/>
                  </a:moveTo>
                  <a:cubicBezTo>
                    <a:pt x="666" y="302"/>
                    <a:pt x="666" y="302"/>
                    <a:pt x="666" y="301"/>
                  </a:cubicBezTo>
                  <a:cubicBezTo>
                    <a:pt x="666" y="300"/>
                    <a:pt x="667" y="302"/>
                    <a:pt x="666" y="302"/>
                  </a:cubicBezTo>
                  <a:close/>
                  <a:moveTo>
                    <a:pt x="657" y="233"/>
                  </a:moveTo>
                  <a:cubicBezTo>
                    <a:pt x="657" y="233"/>
                    <a:pt x="657" y="233"/>
                    <a:pt x="657" y="233"/>
                  </a:cubicBezTo>
                  <a:cubicBezTo>
                    <a:pt x="657" y="235"/>
                    <a:pt x="655" y="233"/>
                    <a:pt x="657" y="233"/>
                  </a:cubicBezTo>
                  <a:close/>
                  <a:moveTo>
                    <a:pt x="655" y="232"/>
                  </a:moveTo>
                  <a:cubicBezTo>
                    <a:pt x="656" y="232"/>
                    <a:pt x="656" y="234"/>
                    <a:pt x="655" y="234"/>
                  </a:cubicBezTo>
                  <a:cubicBezTo>
                    <a:pt x="654" y="233"/>
                    <a:pt x="655" y="232"/>
                    <a:pt x="655" y="232"/>
                  </a:cubicBezTo>
                  <a:close/>
                  <a:moveTo>
                    <a:pt x="655" y="256"/>
                  </a:moveTo>
                  <a:cubicBezTo>
                    <a:pt x="657" y="254"/>
                    <a:pt x="657" y="259"/>
                    <a:pt x="655" y="259"/>
                  </a:cubicBezTo>
                  <a:cubicBezTo>
                    <a:pt x="654" y="258"/>
                    <a:pt x="654" y="256"/>
                    <a:pt x="655" y="256"/>
                  </a:cubicBezTo>
                  <a:close/>
                  <a:moveTo>
                    <a:pt x="651" y="231"/>
                  </a:moveTo>
                  <a:cubicBezTo>
                    <a:pt x="651" y="231"/>
                    <a:pt x="652" y="230"/>
                    <a:pt x="653" y="231"/>
                  </a:cubicBezTo>
                  <a:cubicBezTo>
                    <a:pt x="654" y="232"/>
                    <a:pt x="650" y="234"/>
                    <a:pt x="651" y="231"/>
                  </a:cubicBezTo>
                  <a:close/>
                  <a:moveTo>
                    <a:pt x="651" y="229"/>
                  </a:moveTo>
                  <a:cubicBezTo>
                    <a:pt x="651" y="228"/>
                    <a:pt x="650" y="231"/>
                    <a:pt x="651" y="229"/>
                  </a:cubicBezTo>
                  <a:close/>
                  <a:moveTo>
                    <a:pt x="647" y="239"/>
                  </a:moveTo>
                  <a:cubicBezTo>
                    <a:pt x="648" y="237"/>
                    <a:pt x="650" y="241"/>
                    <a:pt x="647" y="241"/>
                  </a:cubicBezTo>
                  <a:cubicBezTo>
                    <a:pt x="647" y="240"/>
                    <a:pt x="646" y="239"/>
                    <a:pt x="647" y="239"/>
                  </a:cubicBezTo>
                  <a:close/>
                  <a:moveTo>
                    <a:pt x="649" y="265"/>
                  </a:moveTo>
                  <a:cubicBezTo>
                    <a:pt x="650" y="264"/>
                    <a:pt x="651" y="260"/>
                    <a:pt x="653" y="260"/>
                  </a:cubicBezTo>
                  <a:cubicBezTo>
                    <a:pt x="657" y="258"/>
                    <a:pt x="649" y="267"/>
                    <a:pt x="648" y="268"/>
                  </a:cubicBezTo>
                  <a:cubicBezTo>
                    <a:pt x="650" y="266"/>
                    <a:pt x="648" y="270"/>
                    <a:pt x="647" y="269"/>
                  </a:cubicBezTo>
                  <a:cubicBezTo>
                    <a:pt x="646" y="269"/>
                    <a:pt x="648" y="266"/>
                    <a:pt x="649" y="265"/>
                  </a:cubicBezTo>
                  <a:close/>
                  <a:moveTo>
                    <a:pt x="652" y="271"/>
                  </a:moveTo>
                  <a:cubicBezTo>
                    <a:pt x="653" y="272"/>
                    <a:pt x="651" y="272"/>
                    <a:pt x="651" y="272"/>
                  </a:cubicBezTo>
                  <a:cubicBezTo>
                    <a:pt x="651" y="271"/>
                    <a:pt x="652" y="270"/>
                    <a:pt x="652" y="271"/>
                  </a:cubicBezTo>
                  <a:close/>
                  <a:moveTo>
                    <a:pt x="657" y="273"/>
                  </a:moveTo>
                  <a:cubicBezTo>
                    <a:pt x="653" y="278"/>
                    <a:pt x="649" y="282"/>
                    <a:pt x="643" y="286"/>
                  </a:cubicBezTo>
                  <a:cubicBezTo>
                    <a:pt x="648" y="281"/>
                    <a:pt x="652" y="277"/>
                    <a:pt x="657" y="273"/>
                  </a:cubicBezTo>
                  <a:close/>
                  <a:moveTo>
                    <a:pt x="645" y="387"/>
                  </a:moveTo>
                  <a:cubicBezTo>
                    <a:pt x="645" y="389"/>
                    <a:pt x="643" y="388"/>
                    <a:pt x="645" y="387"/>
                  </a:cubicBezTo>
                  <a:close/>
                  <a:moveTo>
                    <a:pt x="645" y="390"/>
                  </a:moveTo>
                  <a:cubicBezTo>
                    <a:pt x="645" y="388"/>
                    <a:pt x="644" y="391"/>
                    <a:pt x="645" y="390"/>
                  </a:cubicBezTo>
                  <a:close/>
                  <a:moveTo>
                    <a:pt x="641" y="392"/>
                  </a:moveTo>
                  <a:cubicBezTo>
                    <a:pt x="642" y="391"/>
                    <a:pt x="642" y="390"/>
                    <a:pt x="643" y="389"/>
                  </a:cubicBezTo>
                  <a:cubicBezTo>
                    <a:pt x="643" y="390"/>
                    <a:pt x="643" y="391"/>
                    <a:pt x="641" y="392"/>
                  </a:cubicBezTo>
                  <a:close/>
                  <a:moveTo>
                    <a:pt x="642" y="393"/>
                  </a:moveTo>
                  <a:cubicBezTo>
                    <a:pt x="643" y="393"/>
                    <a:pt x="640" y="395"/>
                    <a:pt x="642" y="393"/>
                  </a:cubicBezTo>
                  <a:close/>
                  <a:moveTo>
                    <a:pt x="643" y="300"/>
                  </a:moveTo>
                  <a:cubicBezTo>
                    <a:pt x="642" y="300"/>
                    <a:pt x="643" y="299"/>
                    <a:pt x="643" y="299"/>
                  </a:cubicBezTo>
                  <a:cubicBezTo>
                    <a:pt x="644" y="297"/>
                    <a:pt x="644" y="301"/>
                    <a:pt x="643" y="300"/>
                  </a:cubicBezTo>
                  <a:close/>
                  <a:moveTo>
                    <a:pt x="642" y="297"/>
                  </a:moveTo>
                  <a:cubicBezTo>
                    <a:pt x="642" y="296"/>
                    <a:pt x="643" y="296"/>
                    <a:pt x="644" y="295"/>
                  </a:cubicBezTo>
                  <a:cubicBezTo>
                    <a:pt x="644" y="296"/>
                    <a:pt x="643" y="297"/>
                    <a:pt x="642" y="297"/>
                  </a:cubicBezTo>
                  <a:close/>
                  <a:moveTo>
                    <a:pt x="639" y="297"/>
                  </a:moveTo>
                  <a:cubicBezTo>
                    <a:pt x="638" y="296"/>
                    <a:pt x="644" y="290"/>
                    <a:pt x="645" y="290"/>
                  </a:cubicBezTo>
                  <a:cubicBezTo>
                    <a:pt x="645" y="289"/>
                    <a:pt x="646" y="289"/>
                    <a:pt x="647" y="289"/>
                  </a:cubicBezTo>
                  <a:cubicBezTo>
                    <a:pt x="647" y="289"/>
                    <a:pt x="640" y="298"/>
                    <a:pt x="639" y="297"/>
                  </a:cubicBezTo>
                  <a:close/>
                  <a:moveTo>
                    <a:pt x="642" y="298"/>
                  </a:moveTo>
                  <a:cubicBezTo>
                    <a:pt x="641" y="300"/>
                    <a:pt x="639" y="299"/>
                    <a:pt x="642" y="298"/>
                  </a:cubicBezTo>
                  <a:close/>
                  <a:moveTo>
                    <a:pt x="639" y="303"/>
                  </a:moveTo>
                  <a:cubicBezTo>
                    <a:pt x="639" y="303"/>
                    <a:pt x="639" y="302"/>
                    <a:pt x="639" y="302"/>
                  </a:cubicBezTo>
                  <a:cubicBezTo>
                    <a:pt x="641" y="300"/>
                    <a:pt x="640" y="304"/>
                    <a:pt x="639" y="303"/>
                  </a:cubicBezTo>
                  <a:close/>
                  <a:moveTo>
                    <a:pt x="640" y="320"/>
                  </a:moveTo>
                  <a:cubicBezTo>
                    <a:pt x="640" y="320"/>
                    <a:pt x="639" y="321"/>
                    <a:pt x="639" y="321"/>
                  </a:cubicBezTo>
                  <a:cubicBezTo>
                    <a:pt x="638" y="321"/>
                    <a:pt x="639" y="320"/>
                    <a:pt x="640" y="320"/>
                  </a:cubicBezTo>
                  <a:close/>
                  <a:moveTo>
                    <a:pt x="638" y="266"/>
                  </a:moveTo>
                  <a:cubicBezTo>
                    <a:pt x="637" y="266"/>
                    <a:pt x="639" y="265"/>
                    <a:pt x="638" y="264"/>
                  </a:cubicBezTo>
                  <a:cubicBezTo>
                    <a:pt x="639" y="264"/>
                    <a:pt x="638" y="266"/>
                    <a:pt x="638" y="266"/>
                  </a:cubicBezTo>
                  <a:close/>
                  <a:moveTo>
                    <a:pt x="638" y="268"/>
                  </a:moveTo>
                  <a:cubicBezTo>
                    <a:pt x="638" y="268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9"/>
                  </a:cubicBezTo>
                  <a:cubicBezTo>
                    <a:pt x="638" y="269"/>
                    <a:pt x="638" y="269"/>
                    <a:pt x="638" y="268"/>
                  </a:cubicBezTo>
                  <a:close/>
                  <a:moveTo>
                    <a:pt x="642" y="286"/>
                  </a:moveTo>
                  <a:cubicBezTo>
                    <a:pt x="642" y="287"/>
                    <a:pt x="639" y="289"/>
                    <a:pt x="638" y="290"/>
                  </a:cubicBezTo>
                  <a:cubicBezTo>
                    <a:pt x="638" y="288"/>
                    <a:pt x="641" y="288"/>
                    <a:pt x="642" y="286"/>
                  </a:cubicBezTo>
                  <a:close/>
                  <a:moveTo>
                    <a:pt x="644" y="234"/>
                  </a:moveTo>
                  <a:cubicBezTo>
                    <a:pt x="643" y="235"/>
                    <a:pt x="643" y="234"/>
                    <a:pt x="644" y="234"/>
                  </a:cubicBezTo>
                  <a:close/>
                  <a:moveTo>
                    <a:pt x="643" y="251"/>
                  </a:moveTo>
                  <a:cubicBezTo>
                    <a:pt x="643" y="252"/>
                    <a:pt x="642" y="253"/>
                    <a:pt x="642" y="253"/>
                  </a:cubicBezTo>
                  <a:cubicBezTo>
                    <a:pt x="642" y="253"/>
                    <a:pt x="642" y="251"/>
                    <a:pt x="643" y="251"/>
                  </a:cubicBezTo>
                  <a:close/>
                  <a:moveTo>
                    <a:pt x="645" y="254"/>
                  </a:moveTo>
                  <a:cubicBezTo>
                    <a:pt x="643" y="257"/>
                    <a:pt x="641" y="258"/>
                    <a:pt x="638" y="260"/>
                  </a:cubicBezTo>
                  <a:cubicBezTo>
                    <a:pt x="640" y="258"/>
                    <a:pt x="642" y="256"/>
                    <a:pt x="645" y="254"/>
                  </a:cubicBezTo>
                  <a:close/>
                  <a:moveTo>
                    <a:pt x="640" y="225"/>
                  </a:moveTo>
                  <a:cubicBezTo>
                    <a:pt x="640" y="225"/>
                    <a:pt x="640" y="225"/>
                    <a:pt x="640" y="225"/>
                  </a:cubicBezTo>
                  <a:cubicBezTo>
                    <a:pt x="640" y="225"/>
                    <a:pt x="640" y="225"/>
                    <a:pt x="640" y="226"/>
                  </a:cubicBezTo>
                  <a:cubicBezTo>
                    <a:pt x="640" y="226"/>
                    <a:pt x="640" y="226"/>
                    <a:pt x="640" y="225"/>
                  </a:cubicBezTo>
                  <a:close/>
                  <a:moveTo>
                    <a:pt x="640" y="241"/>
                  </a:moveTo>
                  <a:cubicBezTo>
                    <a:pt x="641" y="243"/>
                    <a:pt x="638" y="244"/>
                    <a:pt x="638" y="242"/>
                  </a:cubicBezTo>
                  <a:cubicBezTo>
                    <a:pt x="637" y="241"/>
                    <a:pt x="640" y="239"/>
                    <a:pt x="640" y="241"/>
                  </a:cubicBezTo>
                  <a:close/>
                  <a:moveTo>
                    <a:pt x="638" y="290"/>
                  </a:moveTo>
                  <a:cubicBezTo>
                    <a:pt x="639" y="291"/>
                    <a:pt x="635" y="292"/>
                    <a:pt x="636" y="290"/>
                  </a:cubicBezTo>
                  <a:cubicBezTo>
                    <a:pt x="637" y="289"/>
                    <a:pt x="637" y="289"/>
                    <a:pt x="638" y="290"/>
                  </a:cubicBezTo>
                  <a:close/>
                  <a:moveTo>
                    <a:pt x="637" y="302"/>
                  </a:move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ubicBezTo>
                    <a:pt x="637" y="302"/>
                    <a:pt x="637" y="302"/>
                    <a:pt x="637" y="302"/>
                  </a:cubicBezTo>
                  <a:close/>
                  <a:moveTo>
                    <a:pt x="632" y="265"/>
                  </a:moveTo>
                  <a:cubicBezTo>
                    <a:pt x="633" y="264"/>
                    <a:pt x="635" y="262"/>
                    <a:pt x="636" y="262"/>
                  </a:cubicBezTo>
                  <a:cubicBezTo>
                    <a:pt x="636" y="262"/>
                    <a:pt x="634" y="265"/>
                    <a:pt x="632" y="265"/>
                  </a:cubicBezTo>
                  <a:close/>
                  <a:moveTo>
                    <a:pt x="637" y="219"/>
                  </a:moveTo>
                  <a:cubicBezTo>
                    <a:pt x="637" y="221"/>
                    <a:pt x="634" y="221"/>
                    <a:pt x="634" y="219"/>
                  </a:cubicBezTo>
                  <a:cubicBezTo>
                    <a:pt x="634" y="218"/>
                    <a:pt x="636" y="217"/>
                    <a:pt x="637" y="219"/>
                  </a:cubicBezTo>
                  <a:close/>
                  <a:moveTo>
                    <a:pt x="633" y="221"/>
                  </a:moveTo>
                  <a:cubicBezTo>
                    <a:pt x="633" y="221"/>
                    <a:pt x="635" y="221"/>
                    <a:pt x="634" y="222"/>
                  </a:cubicBezTo>
                  <a:cubicBezTo>
                    <a:pt x="634" y="222"/>
                    <a:pt x="632" y="222"/>
                    <a:pt x="633" y="221"/>
                  </a:cubicBezTo>
                  <a:close/>
                  <a:moveTo>
                    <a:pt x="633" y="253"/>
                  </a:moveTo>
                  <a:cubicBezTo>
                    <a:pt x="633" y="254"/>
                    <a:pt x="632" y="254"/>
                    <a:pt x="631" y="254"/>
                  </a:cubicBezTo>
                  <a:cubicBezTo>
                    <a:pt x="631" y="253"/>
                    <a:pt x="632" y="252"/>
                    <a:pt x="633" y="253"/>
                  </a:cubicBezTo>
                  <a:close/>
                  <a:moveTo>
                    <a:pt x="630" y="260"/>
                  </a:moveTo>
                  <a:cubicBezTo>
                    <a:pt x="630" y="260"/>
                    <a:pt x="630" y="260"/>
                    <a:pt x="630" y="261"/>
                  </a:cubicBezTo>
                  <a:cubicBezTo>
                    <a:pt x="630" y="261"/>
                    <a:pt x="630" y="261"/>
                    <a:pt x="630" y="261"/>
                  </a:cubicBezTo>
                  <a:cubicBezTo>
                    <a:pt x="630" y="261"/>
                    <a:pt x="630" y="260"/>
                    <a:pt x="630" y="260"/>
                  </a:cubicBezTo>
                  <a:close/>
                  <a:moveTo>
                    <a:pt x="632" y="277"/>
                  </a:moveTo>
                  <a:cubicBezTo>
                    <a:pt x="634" y="279"/>
                    <a:pt x="631" y="281"/>
                    <a:pt x="629" y="281"/>
                  </a:cubicBezTo>
                  <a:cubicBezTo>
                    <a:pt x="629" y="280"/>
                    <a:pt x="631" y="277"/>
                    <a:pt x="632" y="277"/>
                  </a:cubicBezTo>
                  <a:close/>
                  <a:moveTo>
                    <a:pt x="632" y="347"/>
                  </a:moveTo>
                  <a:cubicBezTo>
                    <a:pt x="632" y="347"/>
                    <a:pt x="632" y="346"/>
                    <a:pt x="632" y="346"/>
                  </a:cubicBezTo>
                  <a:cubicBezTo>
                    <a:pt x="633" y="344"/>
                    <a:pt x="632" y="348"/>
                    <a:pt x="632" y="347"/>
                  </a:cubicBezTo>
                  <a:close/>
                  <a:moveTo>
                    <a:pt x="630" y="294"/>
                  </a:moveTo>
                  <a:cubicBezTo>
                    <a:pt x="630" y="295"/>
                    <a:pt x="629" y="295"/>
                    <a:pt x="629" y="295"/>
                  </a:cubicBezTo>
                  <a:cubicBezTo>
                    <a:pt x="629" y="295"/>
                    <a:pt x="629" y="294"/>
                    <a:pt x="630" y="294"/>
                  </a:cubicBezTo>
                  <a:close/>
                  <a:moveTo>
                    <a:pt x="627" y="314"/>
                  </a:moveTo>
                  <a:cubicBezTo>
                    <a:pt x="627" y="314"/>
                    <a:pt x="628" y="314"/>
                    <a:pt x="628" y="314"/>
                  </a:cubicBezTo>
                  <a:cubicBezTo>
                    <a:pt x="629" y="315"/>
                    <a:pt x="627" y="315"/>
                    <a:pt x="627" y="314"/>
                  </a:cubicBezTo>
                  <a:close/>
                  <a:moveTo>
                    <a:pt x="628" y="256"/>
                  </a:moveTo>
                  <a:cubicBezTo>
                    <a:pt x="628" y="254"/>
                    <a:pt x="627" y="257"/>
                    <a:pt x="628" y="256"/>
                  </a:cubicBezTo>
                  <a:close/>
                  <a:moveTo>
                    <a:pt x="626" y="201"/>
                  </a:moveTo>
                  <a:cubicBezTo>
                    <a:pt x="624" y="200"/>
                    <a:pt x="625" y="198"/>
                    <a:pt x="626" y="198"/>
                  </a:cubicBezTo>
                  <a:cubicBezTo>
                    <a:pt x="629" y="196"/>
                    <a:pt x="628" y="201"/>
                    <a:pt x="626" y="201"/>
                  </a:cubicBezTo>
                  <a:close/>
                  <a:moveTo>
                    <a:pt x="625" y="187"/>
                  </a:moveTo>
                  <a:cubicBezTo>
                    <a:pt x="625" y="186"/>
                    <a:pt x="626" y="186"/>
                    <a:pt x="626" y="186"/>
                  </a:cubicBezTo>
                  <a:cubicBezTo>
                    <a:pt x="627" y="187"/>
                    <a:pt x="624" y="188"/>
                    <a:pt x="625" y="187"/>
                  </a:cubicBezTo>
                  <a:close/>
                  <a:moveTo>
                    <a:pt x="622" y="226"/>
                  </a:moveTo>
                  <a:cubicBezTo>
                    <a:pt x="617" y="226"/>
                    <a:pt x="619" y="218"/>
                    <a:pt x="621" y="217"/>
                  </a:cubicBezTo>
                  <a:cubicBezTo>
                    <a:pt x="629" y="212"/>
                    <a:pt x="628" y="227"/>
                    <a:pt x="622" y="226"/>
                  </a:cubicBezTo>
                  <a:close/>
                  <a:moveTo>
                    <a:pt x="619" y="233"/>
                  </a:moveTo>
                  <a:cubicBezTo>
                    <a:pt x="618" y="232"/>
                    <a:pt x="623" y="228"/>
                    <a:pt x="624" y="228"/>
                  </a:cubicBezTo>
                  <a:cubicBezTo>
                    <a:pt x="628" y="226"/>
                    <a:pt x="620" y="234"/>
                    <a:pt x="619" y="233"/>
                  </a:cubicBezTo>
                  <a:close/>
                  <a:moveTo>
                    <a:pt x="625" y="235"/>
                  </a:moveTo>
                  <a:cubicBezTo>
                    <a:pt x="625" y="236"/>
                    <a:pt x="623" y="237"/>
                    <a:pt x="623" y="236"/>
                  </a:cubicBezTo>
                  <a:cubicBezTo>
                    <a:pt x="622" y="235"/>
                    <a:pt x="624" y="234"/>
                    <a:pt x="625" y="235"/>
                  </a:cubicBezTo>
                  <a:close/>
                  <a:moveTo>
                    <a:pt x="622" y="357"/>
                  </a:move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ubicBezTo>
                    <a:pt x="622" y="357"/>
                    <a:pt x="622" y="357"/>
                    <a:pt x="622" y="357"/>
                  </a:cubicBezTo>
                  <a:close/>
                  <a:moveTo>
                    <a:pt x="608" y="328"/>
                  </a:moveTo>
                  <a:cubicBezTo>
                    <a:pt x="608" y="327"/>
                    <a:pt x="611" y="326"/>
                    <a:pt x="612" y="324"/>
                  </a:cubicBezTo>
                  <a:cubicBezTo>
                    <a:pt x="615" y="321"/>
                    <a:pt x="617" y="315"/>
                    <a:pt x="621" y="313"/>
                  </a:cubicBezTo>
                  <a:cubicBezTo>
                    <a:pt x="621" y="317"/>
                    <a:pt x="615" y="319"/>
                    <a:pt x="614" y="322"/>
                  </a:cubicBezTo>
                  <a:cubicBezTo>
                    <a:pt x="613" y="324"/>
                    <a:pt x="610" y="329"/>
                    <a:pt x="607" y="331"/>
                  </a:cubicBezTo>
                  <a:cubicBezTo>
                    <a:pt x="607" y="331"/>
                    <a:pt x="607" y="333"/>
                    <a:pt x="606" y="332"/>
                  </a:cubicBezTo>
                  <a:cubicBezTo>
                    <a:pt x="605" y="331"/>
                    <a:pt x="608" y="328"/>
                    <a:pt x="608" y="328"/>
                  </a:cubicBezTo>
                  <a:close/>
                  <a:moveTo>
                    <a:pt x="605" y="271"/>
                  </a:moveTo>
                  <a:cubicBezTo>
                    <a:pt x="604" y="270"/>
                    <a:pt x="605" y="269"/>
                    <a:pt x="605" y="269"/>
                  </a:cubicBezTo>
                  <a:cubicBezTo>
                    <a:pt x="608" y="267"/>
                    <a:pt x="606" y="272"/>
                    <a:pt x="605" y="271"/>
                  </a:cubicBezTo>
                  <a:close/>
                  <a:moveTo>
                    <a:pt x="609" y="243"/>
                  </a:moveTo>
                  <a:cubicBezTo>
                    <a:pt x="608" y="242"/>
                    <a:pt x="610" y="241"/>
                    <a:pt x="611" y="243"/>
                  </a:cubicBezTo>
                  <a:cubicBezTo>
                    <a:pt x="611" y="244"/>
                    <a:pt x="609" y="244"/>
                    <a:pt x="609" y="243"/>
                  </a:cubicBezTo>
                  <a:close/>
                  <a:moveTo>
                    <a:pt x="611" y="305"/>
                  </a:moveTo>
                  <a:cubicBezTo>
                    <a:pt x="610" y="306"/>
                    <a:pt x="611" y="304"/>
                    <a:pt x="611" y="305"/>
                  </a:cubicBezTo>
                  <a:close/>
                  <a:moveTo>
                    <a:pt x="613" y="298"/>
                  </a:moveTo>
                  <a:cubicBezTo>
                    <a:pt x="613" y="298"/>
                    <a:pt x="613" y="298"/>
                    <a:pt x="613" y="298"/>
                  </a:cubicBezTo>
                  <a:cubicBezTo>
                    <a:pt x="614" y="295"/>
                    <a:pt x="613" y="300"/>
                    <a:pt x="613" y="298"/>
                  </a:cubicBezTo>
                  <a:close/>
                  <a:moveTo>
                    <a:pt x="617" y="261"/>
                  </a:moveTo>
                  <a:cubicBezTo>
                    <a:pt x="617" y="262"/>
                    <a:pt x="616" y="262"/>
                    <a:pt x="615" y="263"/>
                  </a:cubicBezTo>
                  <a:cubicBezTo>
                    <a:pt x="615" y="262"/>
                    <a:pt x="616" y="261"/>
                    <a:pt x="617" y="261"/>
                  </a:cubicBezTo>
                  <a:close/>
                  <a:moveTo>
                    <a:pt x="616" y="238"/>
                  </a:moveTo>
                  <a:cubicBezTo>
                    <a:pt x="616" y="238"/>
                    <a:pt x="616" y="239"/>
                    <a:pt x="615" y="239"/>
                  </a:cubicBezTo>
                  <a:cubicBezTo>
                    <a:pt x="615" y="238"/>
                    <a:pt x="615" y="238"/>
                    <a:pt x="616" y="238"/>
                  </a:cubicBezTo>
                  <a:close/>
                  <a:moveTo>
                    <a:pt x="618" y="309"/>
                  </a:moveTo>
                  <a:cubicBezTo>
                    <a:pt x="618" y="309"/>
                    <a:pt x="618" y="308"/>
                    <a:pt x="618" y="308"/>
                  </a:cubicBezTo>
                  <a:cubicBezTo>
                    <a:pt x="619" y="306"/>
                    <a:pt x="618" y="311"/>
                    <a:pt x="618" y="309"/>
                  </a:cubicBezTo>
                  <a:close/>
                  <a:moveTo>
                    <a:pt x="618" y="295"/>
                  </a:moveTo>
                  <a:cubicBezTo>
                    <a:pt x="619" y="293"/>
                    <a:pt x="618" y="296"/>
                    <a:pt x="618" y="295"/>
                  </a:cubicBezTo>
                  <a:close/>
                  <a:moveTo>
                    <a:pt x="620" y="301"/>
                  </a:moveTo>
                  <a:cubicBezTo>
                    <a:pt x="619" y="302"/>
                    <a:pt x="621" y="300"/>
                    <a:pt x="620" y="301"/>
                  </a:cubicBezTo>
                  <a:close/>
                  <a:moveTo>
                    <a:pt x="621" y="333"/>
                  </a:moveTo>
                  <a:cubicBezTo>
                    <a:pt x="620" y="335"/>
                    <a:pt x="619" y="336"/>
                    <a:pt x="618" y="337"/>
                  </a:cubicBezTo>
                  <a:cubicBezTo>
                    <a:pt x="619" y="336"/>
                    <a:pt x="620" y="334"/>
                    <a:pt x="621" y="333"/>
                  </a:cubicBezTo>
                  <a:close/>
                  <a:moveTo>
                    <a:pt x="622" y="194"/>
                  </a:moveTo>
                  <a:cubicBezTo>
                    <a:pt x="621" y="194"/>
                    <a:pt x="622" y="192"/>
                    <a:pt x="623" y="193"/>
                  </a:cubicBezTo>
                  <a:cubicBezTo>
                    <a:pt x="623" y="194"/>
                    <a:pt x="622" y="195"/>
                    <a:pt x="622" y="194"/>
                  </a:cubicBezTo>
                  <a:close/>
                  <a:moveTo>
                    <a:pt x="619" y="192"/>
                  </a:moveTo>
                  <a:cubicBezTo>
                    <a:pt x="619" y="192"/>
                    <a:pt x="619" y="192"/>
                    <a:pt x="620" y="191"/>
                  </a:cubicBezTo>
                  <a:cubicBezTo>
                    <a:pt x="620" y="192"/>
                    <a:pt x="620" y="192"/>
                    <a:pt x="620" y="192"/>
                  </a:cubicBezTo>
                  <a:cubicBezTo>
                    <a:pt x="621" y="191"/>
                    <a:pt x="622" y="190"/>
                    <a:pt x="623" y="190"/>
                  </a:cubicBezTo>
                  <a:cubicBezTo>
                    <a:pt x="622" y="192"/>
                    <a:pt x="620" y="193"/>
                    <a:pt x="617" y="194"/>
                  </a:cubicBezTo>
                  <a:cubicBezTo>
                    <a:pt x="618" y="193"/>
                    <a:pt x="618" y="193"/>
                    <a:pt x="619" y="192"/>
                  </a:cubicBezTo>
                  <a:close/>
                  <a:moveTo>
                    <a:pt x="615" y="194"/>
                  </a:moveTo>
                  <a:cubicBezTo>
                    <a:pt x="616" y="194"/>
                    <a:pt x="617" y="193"/>
                    <a:pt x="617" y="194"/>
                  </a:cubicBezTo>
                  <a:cubicBezTo>
                    <a:pt x="618" y="195"/>
                    <a:pt x="613" y="196"/>
                    <a:pt x="615" y="194"/>
                  </a:cubicBezTo>
                  <a:close/>
                  <a:moveTo>
                    <a:pt x="612" y="214"/>
                  </a:moveTo>
                  <a:cubicBezTo>
                    <a:pt x="613" y="215"/>
                    <a:pt x="612" y="215"/>
                    <a:pt x="611" y="214"/>
                  </a:cubicBezTo>
                  <a:cubicBezTo>
                    <a:pt x="611" y="214"/>
                    <a:pt x="612" y="213"/>
                    <a:pt x="612" y="214"/>
                  </a:cubicBezTo>
                  <a:close/>
                  <a:moveTo>
                    <a:pt x="609" y="203"/>
                  </a:moveTo>
                  <a:cubicBezTo>
                    <a:pt x="611" y="201"/>
                    <a:pt x="611" y="205"/>
                    <a:pt x="609" y="205"/>
                  </a:cubicBezTo>
                  <a:cubicBezTo>
                    <a:pt x="609" y="204"/>
                    <a:pt x="609" y="204"/>
                    <a:pt x="609" y="203"/>
                  </a:cubicBezTo>
                  <a:close/>
                  <a:moveTo>
                    <a:pt x="609" y="219"/>
                  </a:moveTo>
                  <a:cubicBezTo>
                    <a:pt x="612" y="218"/>
                    <a:pt x="616" y="215"/>
                    <a:pt x="620" y="214"/>
                  </a:cubicBezTo>
                  <a:cubicBezTo>
                    <a:pt x="617" y="216"/>
                    <a:pt x="611" y="220"/>
                    <a:pt x="608" y="221"/>
                  </a:cubicBezTo>
                  <a:cubicBezTo>
                    <a:pt x="609" y="221"/>
                    <a:pt x="607" y="222"/>
                    <a:pt x="607" y="221"/>
                  </a:cubicBezTo>
                  <a:cubicBezTo>
                    <a:pt x="606" y="220"/>
                    <a:pt x="609" y="220"/>
                    <a:pt x="609" y="219"/>
                  </a:cubicBezTo>
                  <a:close/>
                  <a:moveTo>
                    <a:pt x="610" y="253"/>
                  </a:moveTo>
                  <a:cubicBezTo>
                    <a:pt x="610" y="255"/>
                    <a:pt x="605" y="256"/>
                    <a:pt x="605" y="255"/>
                  </a:cubicBezTo>
                  <a:cubicBezTo>
                    <a:pt x="604" y="252"/>
                    <a:pt x="610" y="249"/>
                    <a:pt x="610" y="253"/>
                  </a:cubicBezTo>
                  <a:close/>
                  <a:moveTo>
                    <a:pt x="602" y="194"/>
                  </a:moveTo>
                  <a:cubicBezTo>
                    <a:pt x="602" y="194"/>
                    <a:pt x="603" y="194"/>
                    <a:pt x="603" y="194"/>
                  </a:cubicBezTo>
                  <a:cubicBezTo>
                    <a:pt x="604" y="196"/>
                    <a:pt x="601" y="196"/>
                    <a:pt x="602" y="194"/>
                  </a:cubicBezTo>
                  <a:close/>
                  <a:moveTo>
                    <a:pt x="604" y="256"/>
                  </a:moveTo>
                  <a:cubicBezTo>
                    <a:pt x="604" y="257"/>
                    <a:pt x="606" y="258"/>
                    <a:pt x="606" y="259"/>
                  </a:cubicBezTo>
                  <a:cubicBezTo>
                    <a:pt x="605" y="261"/>
                    <a:pt x="604" y="259"/>
                    <a:pt x="603" y="260"/>
                  </a:cubicBezTo>
                  <a:cubicBezTo>
                    <a:pt x="601" y="262"/>
                    <a:pt x="602" y="267"/>
                    <a:pt x="600" y="270"/>
                  </a:cubicBezTo>
                  <a:cubicBezTo>
                    <a:pt x="600" y="265"/>
                    <a:pt x="602" y="261"/>
                    <a:pt x="604" y="256"/>
                  </a:cubicBezTo>
                  <a:close/>
                  <a:moveTo>
                    <a:pt x="600" y="272"/>
                  </a:moveTo>
                  <a:cubicBezTo>
                    <a:pt x="600" y="271"/>
                    <a:pt x="602" y="269"/>
                    <a:pt x="603" y="271"/>
                  </a:cubicBezTo>
                  <a:cubicBezTo>
                    <a:pt x="603" y="273"/>
                    <a:pt x="601" y="273"/>
                    <a:pt x="600" y="272"/>
                  </a:cubicBezTo>
                  <a:close/>
                  <a:moveTo>
                    <a:pt x="601" y="310"/>
                  </a:moveTo>
                  <a:cubicBezTo>
                    <a:pt x="600" y="310"/>
                    <a:pt x="601" y="310"/>
                    <a:pt x="601" y="310"/>
                  </a:cubicBezTo>
                  <a:cubicBezTo>
                    <a:pt x="602" y="310"/>
                    <a:pt x="601" y="310"/>
                    <a:pt x="601" y="310"/>
                  </a:cubicBezTo>
                  <a:close/>
                  <a:moveTo>
                    <a:pt x="602" y="303"/>
                  </a:moveTo>
                  <a:cubicBezTo>
                    <a:pt x="602" y="302"/>
                    <a:pt x="603" y="302"/>
                    <a:pt x="603" y="302"/>
                  </a:cubicBezTo>
                  <a:cubicBezTo>
                    <a:pt x="604" y="302"/>
                    <a:pt x="602" y="304"/>
                    <a:pt x="602" y="303"/>
                  </a:cubicBezTo>
                  <a:close/>
                  <a:moveTo>
                    <a:pt x="607" y="416"/>
                  </a:moveTo>
                  <a:cubicBezTo>
                    <a:pt x="607" y="415"/>
                    <a:pt x="607" y="415"/>
                    <a:pt x="608" y="414"/>
                  </a:cubicBezTo>
                  <a:cubicBezTo>
                    <a:pt x="607" y="415"/>
                    <a:pt x="607" y="416"/>
                    <a:pt x="607" y="416"/>
                  </a:cubicBezTo>
                  <a:close/>
                  <a:moveTo>
                    <a:pt x="608" y="393"/>
                  </a:moveTo>
                  <a:cubicBezTo>
                    <a:pt x="608" y="392"/>
                    <a:pt x="609" y="391"/>
                    <a:pt x="610" y="390"/>
                  </a:cubicBezTo>
                  <a:cubicBezTo>
                    <a:pt x="610" y="390"/>
                    <a:pt x="609" y="392"/>
                    <a:pt x="608" y="393"/>
                  </a:cubicBezTo>
                  <a:close/>
                  <a:moveTo>
                    <a:pt x="600" y="353"/>
                  </a:moveTo>
                  <a:cubicBezTo>
                    <a:pt x="601" y="350"/>
                    <a:pt x="607" y="346"/>
                    <a:pt x="610" y="343"/>
                  </a:cubicBezTo>
                  <a:cubicBezTo>
                    <a:pt x="608" y="347"/>
                    <a:pt x="603" y="350"/>
                    <a:pt x="600" y="353"/>
                  </a:cubicBezTo>
                  <a:close/>
                  <a:moveTo>
                    <a:pt x="611" y="388"/>
                  </a:moveTo>
                  <a:cubicBezTo>
                    <a:pt x="610" y="388"/>
                    <a:pt x="612" y="387"/>
                    <a:pt x="611" y="388"/>
                  </a:cubicBezTo>
                  <a:close/>
                  <a:moveTo>
                    <a:pt x="612" y="387"/>
                  </a:moveTo>
                  <a:cubicBezTo>
                    <a:pt x="612" y="386"/>
                    <a:pt x="612" y="386"/>
                    <a:pt x="613" y="385"/>
                  </a:cubicBezTo>
                  <a:cubicBezTo>
                    <a:pt x="613" y="386"/>
                    <a:pt x="612" y="387"/>
                    <a:pt x="612" y="387"/>
                  </a:cubicBezTo>
                  <a:close/>
                  <a:moveTo>
                    <a:pt x="611" y="344"/>
                  </a:moveTo>
                  <a:cubicBezTo>
                    <a:pt x="612" y="342"/>
                    <a:pt x="613" y="341"/>
                    <a:pt x="616" y="339"/>
                  </a:cubicBezTo>
                  <a:cubicBezTo>
                    <a:pt x="614" y="341"/>
                    <a:pt x="613" y="343"/>
                    <a:pt x="611" y="344"/>
                  </a:cubicBezTo>
                  <a:close/>
                  <a:moveTo>
                    <a:pt x="615" y="357"/>
                  </a:moveTo>
                  <a:cubicBezTo>
                    <a:pt x="615" y="357"/>
                    <a:pt x="616" y="356"/>
                    <a:pt x="617" y="356"/>
                  </a:cubicBezTo>
                  <a:cubicBezTo>
                    <a:pt x="616" y="357"/>
                    <a:pt x="615" y="357"/>
                    <a:pt x="615" y="357"/>
                  </a:cubicBezTo>
                  <a:close/>
                  <a:moveTo>
                    <a:pt x="617" y="539"/>
                  </a:moveTo>
                  <a:cubicBezTo>
                    <a:pt x="616" y="539"/>
                    <a:pt x="617" y="537"/>
                    <a:pt x="618" y="537"/>
                  </a:cubicBezTo>
                  <a:cubicBezTo>
                    <a:pt x="618" y="538"/>
                    <a:pt x="617" y="539"/>
                    <a:pt x="617" y="539"/>
                  </a:cubicBezTo>
                  <a:close/>
                  <a:moveTo>
                    <a:pt x="618" y="445"/>
                  </a:moveTo>
                  <a:cubicBezTo>
                    <a:pt x="617" y="445"/>
                    <a:pt x="618" y="443"/>
                    <a:pt x="618" y="443"/>
                  </a:cubicBezTo>
                  <a:cubicBezTo>
                    <a:pt x="620" y="441"/>
                    <a:pt x="619" y="446"/>
                    <a:pt x="618" y="445"/>
                  </a:cubicBezTo>
                  <a:close/>
                  <a:moveTo>
                    <a:pt x="619" y="557"/>
                  </a:moveTo>
                  <a:cubicBezTo>
                    <a:pt x="619" y="557"/>
                    <a:pt x="619" y="556"/>
                    <a:pt x="619" y="557"/>
                  </a:cubicBezTo>
                  <a:cubicBezTo>
                    <a:pt x="620" y="557"/>
                    <a:pt x="619" y="558"/>
                    <a:pt x="619" y="557"/>
                  </a:cubicBezTo>
                  <a:close/>
                  <a:moveTo>
                    <a:pt x="619" y="347"/>
                  </a:moveTo>
                  <a:cubicBezTo>
                    <a:pt x="618" y="347"/>
                    <a:pt x="619" y="345"/>
                    <a:pt x="619" y="345"/>
                  </a:cubicBezTo>
                  <a:cubicBezTo>
                    <a:pt x="621" y="342"/>
                    <a:pt x="620" y="348"/>
                    <a:pt x="619" y="347"/>
                  </a:cubicBezTo>
                  <a:close/>
                  <a:moveTo>
                    <a:pt x="620" y="435"/>
                  </a:moveTo>
                  <a:cubicBezTo>
                    <a:pt x="621" y="434"/>
                    <a:pt x="619" y="437"/>
                    <a:pt x="620" y="435"/>
                  </a:cubicBezTo>
                  <a:close/>
                  <a:moveTo>
                    <a:pt x="623" y="526"/>
                  </a:moveTo>
                  <a:cubicBezTo>
                    <a:pt x="624" y="527"/>
                    <a:pt x="622" y="529"/>
                    <a:pt x="621" y="530"/>
                  </a:cubicBezTo>
                  <a:cubicBezTo>
                    <a:pt x="621" y="529"/>
                    <a:pt x="623" y="527"/>
                    <a:pt x="623" y="526"/>
                  </a:cubicBezTo>
                  <a:close/>
                  <a:moveTo>
                    <a:pt x="622" y="561"/>
                  </a:moveTo>
                  <a:cubicBezTo>
                    <a:pt x="621" y="560"/>
                    <a:pt x="622" y="558"/>
                    <a:pt x="622" y="558"/>
                  </a:cubicBezTo>
                  <a:cubicBezTo>
                    <a:pt x="625" y="555"/>
                    <a:pt x="624" y="562"/>
                    <a:pt x="622" y="561"/>
                  </a:cubicBezTo>
                  <a:close/>
                  <a:moveTo>
                    <a:pt x="624" y="492"/>
                  </a:moveTo>
                  <a:cubicBezTo>
                    <a:pt x="624" y="490"/>
                    <a:pt x="623" y="493"/>
                    <a:pt x="624" y="492"/>
                  </a:cubicBezTo>
                  <a:close/>
                  <a:moveTo>
                    <a:pt x="625" y="381"/>
                  </a:moveTo>
                  <a:cubicBezTo>
                    <a:pt x="625" y="381"/>
                    <a:pt x="624" y="381"/>
                    <a:pt x="624" y="381"/>
                  </a:cubicBezTo>
                  <a:cubicBezTo>
                    <a:pt x="625" y="379"/>
                    <a:pt x="626" y="381"/>
                    <a:pt x="625" y="381"/>
                  </a:cubicBezTo>
                  <a:close/>
                  <a:moveTo>
                    <a:pt x="624" y="254"/>
                  </a:moveTo>
                  <a:cubicBezTo>
                    <a:pt x="624" y="254"/>
                    <a:pt x="625" y="253"/>
                    <a:pt x="625" y="253"/>
                  </a:cubicBezTo>
                  <a:cubicBezTo>
                    <a:pt x="626" y="252"/>
                    <a:pt x="625" y="255"/>
                    <a:pt x="624" y="254"/>
                  </a:cubicBezTo>
                  <a:close/>
                  <a:moveTo>
                    <a:pt x="626" y="488"/>
                  </a:moveTo>
                  <a:cubicBezTo>
                    <a:pt x="626" y="488"/>
                    <a:pt x="627" y="486"/>
                    <a:pt x="627" y="486"/>
                  </a:cubicBezTo>
                  <a:cubicBezTo>
                    <a:pt x="627" y="487"/>
                    <a:pt x="626" y="487"/>
                    <a:pt x="626" y="488"/>
                  </a:cubicBezTo>
                  <a:close/>
                  <a:moveTo>
                    <a:pt x="628" y="522"/>
                  </a:moveTo>
                  <a:cubicBezTo>
                    <a:pt x="626" y="521"/>
                    <a:pt x="628" y="521"/>
                    <a:pt x="628" y="522"/>
                  </a:cubicBezTo>
                  <a:close/>
                  <a:moveTo>
                    <a:pt x="633" y="526"/>
                  </a:moveTo>
                  <a:cubicBezTo>
                    <a:pt x="634" y="528"/>
                    <a:pt x="631" y="529"/>
                    <a:pt x="633" y="526"/>
                  </a:cubicBezTo>
                  <a:close/>
                  <a:moveTo>
                    <a:pt x="628" y="417"/>
                  </a:moveTo>
                  <a:cubicBezTo>
                    <a:pt x="630" y="415"/>
                    <a:pt x="631" y="410"/>
                    <a:pt x="634" y="409"/>
                  </a:cubicBezTo>
                  <a:cubicBezTo>
                    <a:pt x="633" y="409"/>
                    <a:pt x="631" y="417"/>
                    <a:pt x="628" y="417"/>
                  </a:cubicBezTo>
                  <a:close/>
                  <a:moveTo>
                    <a:pt x="633" y="310"/>
                  </a:moveTo>
                  <a:cubicBezTo>
                    <a:pt x="632" y="309"/>
                    <a:pt x="634" y="305"/>
                    <a:pt x="634" y="305"/>
                  </a:cubicBezTo>
                  <a:cubicBezTo>
                    <a:pt x="638" y="302"/>
                    <a:pt x="636" y="311"/>
                    <a:pt x="633" y="310"/>
                  </a:cubicBezTo>
                  <a:close/>
                  <a:moveTo>
                    <a:pt x="637" y="496"/>
                  </a:moveTo>
                  <a:cubicBezTo>
                    <a:pt x="636" y="497"/>
                    <a:pt x="637" y="495"/>
                    <a:pt x="637" y="496"/>
                  </a:cubicBezTo>
                  <a:close/>
                  <a:moveTo>
                    <a:pt x="637" y="495"/>
                  </a:moveTo>
                  <a:cubicBezTo>
                    <a:pt x="635" y="495"/>
                    <a:pt x="637" y="490"/>
                    <a:pt x="638" y="490"/>
                  </a:cubicBezTo>
                  <a:cubicBezTo>
                    <a:pt x="640" y="489"/>
                    <a:pt x="639" y="496"/>
                    <a:pt x="637" y="495"/>
                  </a:cubicBezTo>
                  <a:close/>
                  <a:moveTo>
                    <a:pt x="638" y="424"/>
                  </a:move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ubicBezTo>
                    <a:pt x="638" y="424"/>
                    <a:pt x="638" y="424"/>
                    <a:pt x="638" y="424"/>
                  </a:cubicBezTo>
                  <a:close/>
                  <a:moveTo>
                    <a:pt x="634" y="368"/>
                  </a:moveTo>
                  <a:cubicBezTo>
                    <a:pt x="637" y="365"/>
                    <a:pt x="639" y="361"/>
                    <a:pt x="643" y="358"/>
                  </a:cubicBezTo>
                  <a:cubicBezTo>
                    <a:pt x="641" y="362"/>
                    <a:pt x="638" y="365"/>
                    <a:pt x="634" y="368"/>
                  </a:cubicBezTo>
                  <a:close/>
                  <a:moveTo>
                    <a:pt x="641" y="395"/>
                  </a:moveTo>
                  <a:cubicBezTo>
                    <a:pt x="641" y="395"/>
                    <a:pt x="641" y="395"/>
                    <a:pt x="641" y="395"/>
                  </a:cubicBezTo>
                  <a:cubicBezTo>
                    <a:pt x="641" y="395"/>
                    <a:pt x="641" y="394"/>
                    <a:pt x="641" y="395"/>
                  </a:cubicBezTo>
                  <a:close/>
                  <a:moveTo>
                    <a:pt x="640" y="430"/>
                  </a:moveTo>
                  <a:cubicBezTo>
                    <a:pt x="640" y="430"/>
                    <a:pt x="640" y="428"/>
                    <a:pt x="642" y="428"/>
                  </a:cubicBezTo>
                  <a:cubicBezTo>
                    <a:pt x="643" y="427"/>
                    <a:pt x="644" y="427"/>
                    <a:pt x="645" y="428"/>
                  </a:cubicBezTo>
                  <a:cubicBezTo>
                    <a:pt x="648" y="432"/>
                    <a:pt x="641" y="434"/>
                    <a:pt x="640" y="430"/>
                  </a:cubicBezTo>
                  <a:close/>
                  <a:moveTo>
                    <a:pt x="645" y="387"/>
                  </a:moveTo>
                  <a:cubicBezTo>
                    <a:pt x="645" y="386"/>
                    <a:pt x="645" y="385"/>
                    <a:pt x="646" y="385"/>
                  </a:cubicBezTo>
                  <a:cubicBezTo>
                    <a:pt x="646" y="386"/>
                    <a:pt x="646" y="386"/>
                    <a:pt x="645" y="387"/>
                  </a:cubicBezTo>
                  <a:close/>
                  <a:moveTo>
                    <a:pt x="647" y="552"/>
                  </a:moveTo>
                  <a:cubicBezTo>
                    <a:pt x="646" y="553"/>
                    <a:pt x="648" y="551"/>
                    <a:pt x="647" y="552"/>
                  </a:cubicBezTo>
                  <a:close/>
                  <a:moveTo>
                    <a:pt x="647" y="429"/>
                  </a:moveTo>
                  <a:cubicBezTo>
                    <a:pt x="648" y="428"/>
                    <a:pt x="645" y="431"/>
                    <a:pt x="647" y="429"/>
                  </a:cubicBezTo>
                  <a:close/>
                  <a:moveTo>
                    <a:pt x="646" y="388"/>
                  </a:moveTo>
                  <a:cubicBezTo>
                    <a:pt x="646" y="387"/>
                    <a:pt x="647" y="386"/>
                    <a:pt x="647" y="385"/>
                  </a:cubicBezTo>
                  <a:cubicBezTo>
                    <a:pt x="647" y="386"/>
                    <a:pt x="647" y="387"/>
                    <a:pt x="646" y="388"/>
                  </a:cubicBezTo>
                  <a:close/>
                  <a:moveTo>
                    <a:pt x="646" y="385"/>
                  </a:moveTo>
                  <a:cubicBezTo>
                    <a:pt x="647" y="384"/>
                    <a:pt x="647" y="383"/>
                    <a:pt x="648" y="383"/>
                  </a:cubicBezTo>
                  <a:cubicBezTo>
                    <a:pt x="648" y="384"/>
                    <a:pt x="647" y="384"/>
                    <a:pt x="646" y="385"/>
                  </a:cubicBezTo>
                  <a:close/>
                  <a:moveTo>
                    <a:pt x="647" y="345"/>
                  </a:moveTo>
                  <a:cubicBezTo>
                    <a:pt x="646" y="345"/>
                    <a:pt x="647" y="344"/>
                    <a:pt x="647" y="344"/>
                  </a:cubicBezTo>
                  <a:cubicBezTo>
                    <a:pt x="648" y="342"/>
                    <a:pt x="648" y="345"/>
                    <a:pt x="647" y="345"/>
                  </a:cubicBezTo>
                  <a:close/>
                  <a:moveTo>
                    <a:pt x="648" y="529"/>
                  </a:moveTo>
                  <a:cubicBezTo>
                    <a:pt x="647" y="529"/>
                    <a:pt x="648" y="528"/>
                    <a:pt x="648" y="528"/>
                  </a:cubicBezTo>
                  <a:cubicBezTo>
                    <a:pt x="649" y="528"/>
                    <a:pt x="648" y="529"/>
                    <a:pt x="648" y="529"/>
                  </a:cubicBezTo>
                  <a:close/>
                  <a:moveTo>
                    <a:pt x="648" y="382"/>
                  </a:moveTo>
                  <a:cubicBezTo>
                    <a:pt x="649" y="381"/>
                    <a:pt x="647" y="383"/>
                    <a:pt x="648" y="382"/>
                  </a:cubicBezTo>
                  <a:close/>
                  <a:moveTo>
                    <a:pt x="650" y="335"/>
                  </a:moveTo>
                  <a:cubicBezTo>
                    <a:pt x="647" y="337"/>
                    <a:pt x="652" y="333"/>
                    <a:pt x="650" y="335"/>
                  </a:cubicBezTo>
                  <a:close/>
                  <a:moveTo>
                    <a:pt x="651" y="357"/>
                  </a:moveTo>
                  <a:cubicBezTo>
                    <a:pt x="651" y="355"/>
                    <a:pt x="650" y="358"/>
                    <a:pt x="651" y="357"/>
                  </a:cubicBezTo>
                  <a:close/>
                  <a:moveTo>
                    <a:pt x="651" y="299"/>
                  </a:moveTo>
                  <a:cubicBezTo>
                    <a:pt x="649" y="299"/>
                    <a:pt x="651" y="296"/>
                    <a:pt x="652" y="298"/>
                  </a:cubicBezTo>
                  <a:cubicBezTo>
                    <a:pt x="652" y="298"/>
                    <a:pt x="651" y="299"/>
                    <a:pt x="651" y="299"/>
                  </a:cubicBezTo>
                  <a:close/>
                  <a:moveTo>
                    <a:pt x="651" y="291"/>
                  </a:moveTo>
                  <a:cubicBezTo>
                    <a:pt x="651" y="291"/>
                    <a:pt x="652" y="291"/>
                    <a:pt x="652" y="291"/>
                  </a:cubicBezTo>
                  <a:cubicBezTo>
                    <a:pt x="652" y="292"/>
                    <a:pt x="651" y="291"/>
                    <a:pt x="651" y="291"/>
                  </a:cubicBezTo>
                  <a:close/>
                  <a:moveTo>
                    <a:pt x="652" y="333"/>
                  </a:moveTo>
                  <a:cubicBezTo>
                    <a:pt x="652" y="331"/>
                    <a:pt x="654" y="331"/>
                    <a:pt x="654" y="330"/>
                  </a:cubicBezTo>
                  <a:cubicBezTo>
                    <a:pt x="654" y="331"/>
                    <a:pt x="653" y="332"/>
                    <a:pt x="652" y="333"/>
                  </a:cubicBezTo>
                  <a:close/>
                  <a:moveTo>
                    <a:pt x="654" y="302"/>
                  </a:moveTo>
                  <a:cubicBezTo>
                    <a:pt x="655" y="302"/>
                    <a:pt x="654" y="302"/>
                    <a:pt x="654" y="302"/>
                  </a:cubicBezTo>
                  <a:cubicBezTo>
                    <a:pt x="655" y="304"/>
                    <a:pt x="652" y="302"/>
                    <a:pt x="654" y="302"/>
                  </a:cubicBezTo>
                  <a:close/>
                  <a:moveTo>
                    <a:pt x="654" y="370"/>
                  </a:moveTo>
                  <a:cubicBezTo>
                    <a:pt x="654" y="369"/>
                    <a:pt x="656" y="369"/>
                    <a:pt x="655" y="370"/>
                  </a:cubicBezTo>
                  <a:cubicBezTo>
                    <a:pt x="655" y="370"/>
                    <a:pt x="654" y="370"/>
                    <a:pt x="654" y="370"/>
                  </a:cubicBezTo>
                  <a:close/>
                  <a:moveTo>
                    <a:pt x="648" y="287"/>
                  </a:moveTo>
                  <a:cubicBezTo>
                    <a:pt x="651" y="284"/>
                    <a:pt x="653" y="280"/>
                    <a:pt x="658" y="277"/>
                  </a:cubicBezTo>
                  <a:cubicBezTo>
                    <a:pt x="657" y="281"/>
                    <a:pt x="652" y="285"/>
                    <a:pt x="648" y="287"/>
                  </a:cubicBezTo>
                  <a:close/>
                  <a:moveTo>
                    <a:pt x="657" y="286"/>
                  </a:moveTo>
                  <a:cubicBezTo>
                    <a:pt x="657" y="285"/>
                    <a:pt x="658" y="285"/>
                    <a:pt x="658" y="285"/>
                  </a:cubicBezTo>
                  <a:cubicBezTo>
                    <a:pt x="659" y="286"/>
                    <a:pt x="656" y="287"/>
                    <a:pt x="657" y="286"/>
                  </a:cubicBezTo>
                  <a:close/>
                  <a:moveTo>
                    <a:pt x="658" y="318"/>
                  </a:moveTo>
                  <a:cubicBezTo>
                    <a:pt x="659" y="317"/>
                    <a:pt x="657" y="319"/>
                    <a:pt x="658" y="318"/>
                  </a:cubicBezTo>
                  <a:close/>
                  <a:moveTo>
                    <a:pt x="658" y="348"/>
                  </a:moveTo>
                  <a:cubicBezTo>
                    <a:pt x="659" y="347"/>
                    <a:pt x="656" y="349"/>
                    <a:pt x="658" y="348"/>
                  </a:cubicBezTo>
                  <a:close/>
                  <a:moveTo>
                    <a:pt x="658" y="477"/>
                  </a:moveTo>
                  <a:cubicBezTo>
                    <a:pt x="658" y="476"/>
                    <a:pt x="658" y="476"/>
                    <a:pt x="658" y="476"/>
                  </a:cubicBezTo>
                  <a:cubicBezTo>
                    <a:pt x="659" y="474"/>
                    <a:pt x="660" y="477"/>
                    <a:pt x="658" y="477"/>
                  </a:cubicBezTo>
                  <a:close/>
                  <a:moveTo>
                    <a:pt x="658" y="376"/>
                  </a:moveTo>
                  <a:cubicBezTo>
                    <a:pt x="657" y="375"/>
                    <a:pt x="658" y="373"/>
                    <a:pt x="658" y="373"/>
                  </a:cubicBezTo>
                  <a:cubicBezTo>
                    <a:pt x="661" y="371"/>
                    <a:pt x="661" y="376"/>
                    <a:pt x="658" y="376"/>
                  </a:cubicBezTo>
                  <a:close/>
                  <a:moveTo>
                    <a:pt x="660" y="413"/>
                  </a:moveTo>
                  <a:cubicBezTo>
                    <a:pt x="660" y="412"/>
                    <a:pt x="661" y="412"/>
                    <a:pt x="660" y="413"/>
                  </a:cubicBezTo>
                  <a:close/>
                  <a:moveTo>
                    <a:pt x="658" y="347"/>
                  </a:moveTo>
                  <a:cubicBezTo>
                    <a:pt x="659" y="345"/>
                    <a:pt x="660" y="343"/>
                    <a:pt x="662" y="342"/>
                  </a:cubicBezTo>
                  <a:cubicBezTo>
                    <a:pt x="662" y="342"/>
                    <a:pt x="660" y="346"/>
                    <a:pt x="658" y="347"/>
                  </a:cubicBezTo>
                  <a:close/>
                  <a:moveTo>
                    <a:pt x="663" y="312"/>
                  </a:moveTo>
                  <a:cubicBezTo>
                    <a:pt x="663" y="312"/>
                    <a:pt x="664" y="313"/>
                    <a:pt x="663" y="313"/>
                  </a:cubicBezTo>
                  <a:cubicBezTo>
                    <a:pt x="662" y="314"/>
                    <a:pt x="661" y="312"/>
                    <a:pt x="662" y="312"/>
                  </a:cubicBezTo>
                  <a:cubicBezTo>
                    <a:pt x="662" y="312"/>
                    <a:pt x="662" y="312"/>
                    <a:pt x="662" y="312"/>
                  </a:cubicBezTo>
                  <a:cubicBezTo>
                    <a:pt x="662" y="311"/>
                    <a:pt x="662" y="311"/>
                    <a:pt x="661" y="311"/>
                  </a:cubicBezTo>
                  <a:cubicBezTo>
                    <a:pt x="660" y="310"/>
                    <a:pt x="664" y="308"/>
                    <a:pt x="664" y="310"/>
                  </a:cubicBezTo>
                  <a:cubicBezTo>
                    <a:pt x="664" y="311"/>
                    <a:pt x="664" y="311"/>
                    <a:pt x="663" y="312"/>
                  </a:cubicBezTo>
                  <a:close/>
                  <a:moveTo>
                    <a:pt x="662" y="277"/>
                  </a:moveTo>
                  <a:cubicBezTo>
                    <a:pt x="661" y="279"/>
                    <a:pt x="662" y="276"/>
                    <a:pt x="662" y="277"/>
                  </a:cubicBezTo>
                  <a:close/>
                  <a:moveTo>
                    <a:pt x="662" y="261"/>
                  </a:moveTo>
                  <a:cubicBezTo>
                    <a:pt x="662" y="261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ubicBezTo>
                    <a:pt x="662" y="260"/>
                    <a:pt x="662" y="261"/>
                    <a:pt x="662" y="261"/>
                  </a:cubicBezTo>
                  <a:cubicBezTo>
                    <a:pt x="662" y="261"/>
                    <a:pt x="662" y="261"/>
                    <a:pt x="662" y="261"/>
                  </a:cubicBezTo>
                  <a:close/>
                  <a:moveTo>
                    <a:pt x="664" y="309"/>
                  </a:moveTo>
                  <a:cubicBezTo>
                    <a:pt x="663" y="309"/>
                    <a:pt x="663" y="308"/>
                    <a:pt x="664" y="308"/>
                  </a:cubicBezTo>
                  <a:cubicBezTo>
                    <a:pt x="664" y="307"/>
                    <a:pt x="665" y="309"/>
                    <a:pt x="664" y="309"/>
                  </a:cubicBezTo>
                  <a:close/>
                  <a:moveTo>
                    <a:pt x="664" y="258"/>
                  </a:moveTo>
                  <a:cubicBezTo>
                    <a:pt x="664" y="260"/>
                    <a:pt x="662" y="259"/>
                    <a:pt x="664" y="258"/>
                  </a:cubicBezTo>
                  <a:close/>
                  <a:moveTo>
                    <a:pt x="665" y="262"/>
                  </a:moveTo>
                  <a:cubicBezTo>
                    <a:pt x="663" y="263"/>
                    <a:pt x="666" y="260"/>
                    <a:pt x="665" y="262"/>
                  </a:cubicBezTo>
                  <a:close/>
                  <a:moveTo>
                    <a:pt x="663" y="233"/>
                  </a:moveTo>
                  <a:cubicBezTo>
                    <a:pt x="665" y="234"/>
                    <a:pt x="663" y="240"/>
                    <a:pt x="660" y="239"/>
                  </a:cubicBezTo>
                  <a:cubicBezTo>
                    <a:pt x="657" y="239"/>
                    <a:pt x="659" y="230"/>
                    <a:pt x="663" y="233"/>
                  </a:cubicBezTo>
                  <a:cubicBezTo>
                    <a:pt x="662" y="232"/>
                    <a:pt x="662" y="229"/>
                    <a:pt x="664" y="230"/>
                  </a:cubicBezTo>
                  <a:cubicBezTo>
                    <a:pt x="666" y="230"/>
                    <a:pt x="665" y="234"/>
                    <a:pt x="663" y="233"/>
                  </a:cubicBezTo>
                  <a:close/>
                  <a:moveTo>
                    <a:pt x="665" y="341"/>
                  </a:moveTo>
                  <a:cubicBezTo>
                    <a:pt x="665" y="340"/>
                    <a:pt x="667" y="338"/>
                    <a:pt x="668" y="337"/>
                  </a:cubicBezTo>
                  <a:cubicBezTo>
                    <a:pt x="667" y="339"/>
                    <a:pt x="667" y="340"/>
                    <a:pt x="665" y="341"/>
                  </a:cubicBezTo>
                  <a:close/>
                  <a:moveTo>
                    <a:pt x="668" y="481"/>
                  </a:moveTo>
                  <a:cubicBezTo>
                    <a:pt x="668" y="481"/>
                    <a:pt x="668" y="480"/>
                    <a:pt x="668" y="481"/>
                  </a:cubicBezTo>
                  <a:cubicBezTo>
                    <a:pt x="669" y="481"/>
                    <a:pt x="668" y="482"/>
                    <a:pt x="668" y="481"/>
                  </a:cubicBezTo>
                  <a:close/>
                  <a:moveTo>
                    <a:pt x="671" y="391"/>
                  </a:moveTo>
                  <a:cubicBezTo>
                    <a:pt x="671" y="390"/>
                    <a:pt x="672" y="389"/>
                    <a:pt x="672" y="388"/>
                  </a:cubicBezTo>
                  <a:cubicBezTo>
                    <a:pt x="673" y="389"/>
                    <a:pt x="672" y="391"/>
                    <a:pt x="671" y="391"/>
                  </a:cubicBezTo>
                  <a:close/>
                  <a:moveTo>
                    <a:pt x="673" y="387"/>
                  </a:moveTo>
                  <a:cubicBezTo>
                    <a:pt x="673" y="385"/>
                    <a:pt x="675" y="383"/>
                    <a:pt x="675" y="381"/>
                  </a:cubicBezTo>
                  <a:cubicBezTo>
                    <a:pt x="676" y="383"/>
                    <a:pt x="674" y="385"/>
                    <a:pt x="673" y="387"/>
                  </a:cubicBezTo>
                  <a:close/>
                  <a:moveTo>
                    <a:pt x="683" y="314"/>
                  </a:moveTo>
                  <a:cubicBezTo>
                    <a:pt x="681" y="318"/>
                    <a:pt x="678" y="322"/>
                    <a:pt x="676" y="326"/>
                  </a:cubicBezTo>
                  <a:cubicBezTo>
                    <a:pt x="678" y="322"/>
                    <a:pt x="679" y="317"/>
                    <a:pt x="683" y="314"/>
                  </a:cubicBezTo>
                  <a:close/>
                  <a:moveTo>
                    <a:pt x="678" y="432"/>
                  </a:moveTo>
                  <a:cubicBezTo>
                    <a:pt x="678" y="434"/>
                    <a:pt x="676" y="433"/>
                    <a:pt x="678" y="432"/>
                  </a:cubicBezTo>
                  <a:close/>
                  <a:moveTo>
                    <a:pt x="682" y="426"/>
                  </a:moveTo>
                  <a:cubicBezTo>
                    <a:pt x="681" y="426"/>
                    <a:pt x="681" y="425"/>
                    <a:pt x="682" y="424"/>
                  </a:cubicBezTo>
                  <a:cubicBezTo>
                    <a:pt x="683" y="423"/>
                    <a:pt x="684" y="427"/>
                    <a:pt x="682" y="426"/>
                  </a:cubicBezTo>
                  <a:close/>
                  <a:moveTo>
                    <a:pt x="683" y="451"/>
                  </a:moveTo>
                  <a:cubicBezTo>
                    <a:pt x="683" y="450"/>
                    <a:pt x="685" y="451"/>
                    <a:pt x="683" y="451"/>
                  </a:cubicBezTo>
                  <a:close/>
                  <a:moveTo>
                    <a:pt x="683" y="486"/>
                  </a:moveTo>
                  <a:cubicBezTo>
                    <a:pt x="684" y="486"/>
                    <a:pt x="682" y="487"/>
                    <a:pt x="683" y="486"/>
                  </a:cubicBezTo>
                  <a:close/>
                  <a:moveTo>
                    <a:pt x="685" y="289"/>
                  </a:moveTo>
                  <a:cubicBezTo>
                    <a:pt x="686" y="289"/>
                    <a:pt x="684" y="290"/>
                    <a:pt x="684" y="290"/>
                  </a:cubicBezTo>
                  <a:cubicBezTo>
                    <a:pt x="684" y="290"/>
                    <a:pt x="685" y="290"/>
                    <a:pt x="685" y="289"/>
                  </a:cubicBezTo>
                  <a:close/>
                  <a:moveTo>
                    <a:pt x="685" y="345"/>
                  </a:moveTo>
                  <a:cubicBezTo>
                    <a:pt x="684" y="344"/>
                    <a:pt x="685" y="344"/>
                    <a:pt x="685" y="343"/>
                  </a:cubicBezTo>
                  <a:cubicBezTo>
                    <a:pt x="686" y="343"/>
                    <a:pt x="685" y="345"/>
                    <a:pt x="685" y="345"/>
                  </a:cubicBezTo>
                  <a:close/>
                  <a:moveTo>
                    <a:pt x="686" y="342"/>
                  </a:moveTo>
                  <a:cubicBezTo>
                    <a:pt x="685" y="341"/>
                    <a:pt x="686" y="341"/>
                    <a:pt x="686" y="340"/>
                  </a:cubicBezTo>
                  <a:cubicBezTo>
                    <a:pt x="687" y="340"/>
                    <a:pt x="686" y="342"/>
                    <a:pt x="686" y="342"/>
                  </a:cubicBezTo>
                  <a:close/>
                  <a:moveTo>
                    <a:pt x="687" y="340"/>
                  </a:moveTo>
                  <a:cubicBezTo>
                    <a:pt x="686" y="339"/>
                    <a:pt x="687" y="337"/>
                    <a:pt x="688" y="336"/>
                  </a:cubicBezTo>
                  <a:cubicBezTo>
                    <a:pt x="688" y="337"/>
                    <a:pt x="687" y="339"/>
                    <a:pt x="687" y="340"/>
                  </a:cubicBezTo>
                  <a:close/>
                  <a:moveTo>
                    <a:pt x="688" y="329"/>
                  </a:moveTo>
                  <a:cubicBezTo>
                    <a:pt x="688" y="329"/>
                    <a:pt x="688" y="329"/>
                    <a:pt x="688" y="329"/>
                  </a:cubicBezTo>
                  <a:cubicBezTo>
                    <a:pt x="688" y="329"/>
                    <a:pt x="687" y="330"/>
                    <a:pt x="688" y="329"/>
                  </a:cubicBezTo>
                  <a:close/>
                  <a:moveTo>
                    <a:pt x="688" y="284"/>
                  </a:moveTo>
                  <a:cubicBezTo>
                    <a:pt x="689" y="283"/>
                    <a:pt x="686" y="286"/>
                    <a:pt x="688" y="284"/>
                  </a:cubicBezTo>
                  <a:close/>
                  <a:moveTo>
                    <a:pt x="693" y="290"/>
                  </a:moveTo>
                  <a:cubicBezTo>
                    <a:pt x="697" y="288"/>
                    <a:pt x="695" y="297"/>
                    <a:pt x="692" y="296"/>
                  </a:cubicBezTo>
                  <a:cubicBezTo>
                    <a:pt x="690" y="295"/>
                    <a:pt x="692" y="291"/>
                    <a:pt x="693" y="290"/>
                  </a:cubicBezTo>
                  <a:close/>
                  <a:moveTo>
                    <a:pt x="691" y="285"/>
                  </a:moveTo>
                  <a:cubicBezTo>
                    <a:pt x="691" y="286"/>
                    <a:pt x="692" y="284"/>
                    <a:pt x="691" y="285"/>
                  </a:cubicBezTo>
                  <a:close/>
                  <a:moveTo>
                    <a:pt x="689" y="285"/>
                  </a:moveTo>
                  <a:cubicBezTo>
                    <a:pt x="690" y="285"/>
                    <a:pt x="690" y="284"/>
                    <a:pt x="691" y="284"/>
                  </a:cubicBezTo>
                  <a:cubicBezTo>
                    <a:pt x="693" y="285"/>
                    <a:pt x="688" y="288"/>
                    <a:pt x="689" y="285"/>
                  </a:cubicBezTo>
                  <a:close/>
                  <a:moveTo>
                    <a:pt x="689" y="316"/>
                  </a:moveTo>
                  <a:cubicBezTo>
                    <a:pt x="690" y="317"/>
                    <a:pt x="688" y="316"/>
                    <a:pt x="689" y="316"/>
                  </a:cubicBezTo>
                  <a:close/>
                  <a:moveTo>
                    <a:pt x="689" y="395"/>
                  </a:moveTo>
                  <a:cubicBezTo>
                    <a:pt x="689" y="395"/>
                    <a:pt x="689" y="394"/>
                    <a:pt x="689" y="394"/>
                  </a:cubicBezTo>
                  <a:cubicBezTo>
                    <a:pt x="690" y="394"/>
                    <a:pt x="688" y="397"/>
                    <a:pt x="689" y="395"/>
                  </a:cubicBezTo>
                  <a:close/>
                  <a:moveTo>
                    <a:pt x="690" y="404"/>
                  </a:moveTo>
                  <a:cubicBezTo>
                    <a:pt x="690" y="403"/>
                    <a:pt x="691" y="404"/>
                    <a:pt x="691" y="404"/>
                  </a:cubicBezTo>
                  <a:cubicBezTo>
                    <a:pt x="691" y="405"/>
                    <a:pt x="689" y="405"/>
                    <a:pt x="690" y="404"/>
                  </a:cubicBezTo>
                  <a:close/>
                  <a:moveTo>
                    <a:pt x="691" y="343"/>
                  </a:moveTo>
                  <a:cubicBezTo>
                    <a:pt x="691" y="342"/>
                    <a:pt x="691" y="341"/>
                    <a:pt x="691" y="341"/>
                  </a:cubicBezTo>
                  <a:cubicBezTo>
                    <a:pt x="692" y="340"/>
                    <a:pt x="692" y="343"/>
                    <a:pt x="691" y="343"/>
                  </a:cubicBezTo>
                  <a:close/>
                  <a:moveTo>
                    <a:pt x="692" y="394"/>
                  </a:moveTo>
                  <a:cubicBezTo>
                    <a:pt x="691" y="395"/>
                    <a:pt x="693" y="393"/>
                    <a:pt x="692" y="394"/>
                  </a:cubicBezTo>
                  <a:close/>
                  <a:moveTo>
                    <a:pt x="692" y="300"/>
                  </a:moveTo>
                  <a:cubicBezTo>
                    <a:pt x="690" y="300"/>
                    <a:pt x="691" y="299"/>
                    <a:pt x="692" y="298"/>
                  </a:cubicBezTo>
                  <a:cubicBezTo>
                    <a:pt x="693" y="297"/>
                    <a:pt x="693" y="300"/>
                    <a:pt x="692" y="300"/>
                  </a:cubicBezTo>
                  <a:close/>
                  <a:moveTo>
                    <a:pt x="694" y="330"/>
                  </a:moveTo>
                  <a:cubicBezTo>
                    <a:pt x="695" y="329"/>
                    <a:pt x="695" y="332"/>
                    <a:pt x="694" y="331"/>
                  </a:cubicBezTo>
                  <a:cubicBezTo>
                    <a:pt x="693" y="331"/>
                    <a:pt x="694" y="330"/>
                    <a:pt x="694" y="330"/>
                  </a:cubicBezTo>
                  <a:close/>
                  <a:moveTo>
                    <a:pt x="694" y="454"/>
                  </a:moveTo>
                  <a:cubicBezTo>
                    <a:pt x="694" y="454"/>
                    <a:pt x="694" y="454"/>
                    <a:pt x="695" y="454"/>
                  </a:cubicBezTo>
                  <a:cubicBezTo>
                    <a:pt x="696" y="454"/>
                    <a:pt x="693" y="455"/>
                    <a:pt x="694" y="454"/>
                  </a:cubicBezTo>
                  <a:close/>
                  <a:moveTo>
                    <a:pt x="696" y="312"/>
                  </a:moveTo>
                  <a:cubicBezTo>
                    <a:pt x="694" y="313"/>
                    <a:pt x="694" y="308"/>
                    <a:pt x="695" y="307"/>
                  </a:cubicBezTo>
                  <a:cubicBezTo>
                    <a:pt x="700" y="304"/>
                    <a:pt x="697" y="312"/>
                    <a:pt x="696" y="312"/>
                  </a:cubicBezTo>
                  <a:close/>
                  <a:moveTo>
                    <a:pt x="699" y="327"/>
                  </a:moveTo>
                  <a:cubicBezTo>
                    <a:pt x="699" y="327"/>
                    <a:pt x="700" y="326"/>
                    <a:pt x="700" y="326"/>
                  </a:cubicBezTo>
                  <a:cubicBezTo>
                    <a:pt x="702" y="327"/>
                    <a:pt x="698" y="329"/>
                    <a:pt x="699" y="327"/>
                  </a:cubicBezTo>
                  <a:close/>
                  <a:moveTo>
                    <a:pt x="702" y="431"/>
                  </a:moveTo>
                  <a:cubicBezTo>
                    <a:pt x="702" y="430"/>
                    <a:pt x="704" y="429"/>
                    <a:pt x="704" y="428"/>
                  </a:cubicBezTo>
                  <a:cubicBezTo>
                    <a:pt x="704" y="429"/>
                    <a:pt x="704" y="431"/>
                    <a:pt x="702" y="431"/>
                  </a:cubicBezTo>
                  <a:close/>
                  <a:moveTo>
                    <a:pt x="704" y="427"/>
                  </a:moveTo>
                  <a:cubicBezTo>
                    <a:pt x="705" y="425"/>
                    <a:pt x="705" y="423"/>
                    <a:pt x="706" y="421"/>
                  </a:cubicBezTo>
                  <a:cubicBezTo>
                    <a:pt x="707" y="422"/>
                    <a:pt x="705" y="426"/>
                    <a:pt x="704" y="427"/>
                  </a:cubicBezTo>
                  <a:close/>
                  <a:moveTo>
                    <a:pt x="706" y="392"/>
                  </a:moveTo>
                  <a:cubicBezTo>
                    <a:pt x="706" y="393"/>
                    <a:pt x="706" y="393"/>
                    <a:pt x="706" y="392"/>
                  </a:cubicBezTo>
                  <a:close/>
                  <a:moveTo>
                    <a:pt x="709" y="396"/>
                  </a:moveTo>
                  <a:cubicBezTo>
                    <a:pt x="710" y="397"/>
                    <a:pt x="708" y="397"/>
                    <a:pt x="709" y="39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or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1509D5-896B-70DF-A7E3-DF70C630BF73}"/>
                </a:ext>
              </a:extLst>
            </p:cNvPr>
            <p:cNvSpPr/>
            <p:nvPr/>
          </p:nvSpPr>
          <p:spPr>
            <a:xfrm>
              <a:off x="1121609" y="5638456"/>
              <a:ext cx="1604882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Material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FCDC14-318D-64E2-277A-6E6EC288C418}"/>
                </a:ext>
              </a:extLst>
            </p:cNvPr>
            <p:cNvSpPr/>
            <p:nvPr/>
          </p:nvSpPr>
          <p:spPr>
            <a:xfrm>
              <a:off x="3207584" y="5638456"/>
              <a:ext cx="1604882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  &amp; Integration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8E61FB-B176-49D2-05A0-E1095476B307}"/>
                </a:ext>
              </a:extLst>
            </p:cNvPr>
            <p:cNvSpPr/>
            <p:nvPr/>
          </p:nvSpPr>
          <p:spPr>
            <a:xfrm>
              <a:off x="5293559" y="5638456"/>
              <a:ext cx="1604882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Warehouse &amp; Fulfilment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DD82E77-D507-A23A-4AF4-93DCF7CE3477}"/>
                </a:ext>
              </a:extLst>
            </p:cNvPr>
            <p:cNvSpPr/>
            <p:nvPr/>
          </p:nvSpPr>
          <p:spPr>
            <a:xfrm>
              <a:off x="7379534" y="5638456"/>
              <a:ext cx="1604882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Distribution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3EFCB05-7C7F-EE7B-4A09-02BB45A3CE35}"/>
                </a:ext>
              </a:extLst>
            </p:cNvPr>
            <p:cNvSpPr/>
            <p:nvPr/>
          </p:nvSpPr>
          <p:spPr>
            <a:xfrm>
              <a:off x="9465509" y="5638456"/>
              <a:ext cx="1604882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Repairs &amp; Returns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B2AD6BB-7104-FCE9-A96A-F6F8D527F7DD}"/>
                </a:ext>
              </a:extLst>
            </p:cNvPr>
            <p:cNvGrpSpPr/>
            <p:nvPr/>
          </p:nvGrpSpPr>
          <p:grpSpPr>
            <a:xfrm>
              <a:off x="1663495" y="4449696"/>
              <a:ext cx="521110" cy="521110"/>
              <a:chOff x="885825" y="1925638"/>
              <a:chExt cx="287338" cy="287338"/>
            </a:xfrm>
            <a:solidFill>
              <a:schemeClr val="bg1"/>
            </a:solidFill>
          </p:grpSpPr>
          <p:sp>
            <p:nvSpPr>
              <p:cNvPr id="44" name="Freeform 50">
                <a:extLst>
                  <a:ext uri="{FF2B5EF4-FFF2-40B4-BE49-F238E27FC236}">
                    <a16:creationId xmlns:a16="http://schemas.microsoft.com/office/drawing/2014/main" id="{17AA04F0-9A21-49FA-6000-ECDF3503E5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5825" y="1925638"/>
                <a:ext cx="228600" cy="287338"/>
              </a:xfrm>
              <a:custGeom>
                <a:avLst/>
                <a:gdLst>
                  <a:gd name="T0" fmla="*/ 230 w 722"/>
                  <a:gd name="T1" fmla="*/ 221 h 905"/>
                  <a:gd name="T2" fmla="*/ 252 w 722"/>
                  <a:gd name="T3" fmla="*/ 167 h 905"/>
                  <a:gd name="T4" fmla="*/ 252 w 722"/>
                  <a:gd name="T5" fmla="*/ 105 h 905"/>
                  <a:gd name="T6" fmla="*/ 227 w 722"/>
                  <a:gd name="T7" fmla="*/ 52 h 905"/>
                  <a:gd name="T8" fmla="*/ 598 w 722"/>
                  <a:gd name="T9" fmla="*/ 30 h 905"/>
                  <a:gd name="T10" fmla="*/ 635 w 722"/>
                  <a:gd name="T11" fmla="*/ 43 h 905"/>
                  <a:gd name="T12" fmla="*/ 668 w 722"/>
                  <a:gd name="T13" fmla="*/ 70 h 905"/>
                  <a:gd name="T14" fmla="*/ 688 w 722"/>
                  <a:gd name="T15" fmla="*/ 106 h 905"/>
                  <a:gd name="T16" fmla="*/ 692 w 722"/>
                  <a:gd name="T17" fmla="*/ 145 h 905"/>
                  <a:gd name="T18" fmla="*/ 679 w 722"/>
                  <a:gd name="T19" fmla="*/ 184 h 905"/>
                  <a:gd name="T20" fmla="*/ 652 w 722"/>
                  <a:gd name="T21" fmla="*/ 216 h 905"/>
                  <a:gd name="T22" fmla="*/ 617 w 722"/>
                  <a:gd name="T23" fmla="*/ 236 h 905"/>
                  <a:gd name="T24" fmla="*/ 587 w 722"/>
                  <a:gd name="T25" fmla="*/ 241 h 905"/>
                  <a:gd name="T26" fmla="*/ 572 w 722"/>
                  <a:gd name="T27" fmla="*/ 271 h 905"/>
                  <a:gd name="T28" fmla="*/ 217 w 722"/>
                  <a:gd name="T29" fmla="*/ 181 h 905"/>
                  <a:gd name="T30" fmla="*/ 191 w 722"/>
                  <a:gd name="T31" fmla="*/ 220 h 905"/>
                  <a:gd name="T32" fmla="*/ 150 w 722"/>
                  <a:gd name="T33" fmla="*/ 240 h 905"/>
                  <a:gd name="T34" fmla="*/ 30 w 722"/>
                  <a:gd name="T35" fmla="*/ 125 h 905"/>
                  <a:gd name="T36" fmla="*/ 42 w 722"/>
                  <a:gd name="T37" fmla="*/ 86 h 905"/>
                  <a:gd name="T38" fmla="*/ 66 w 722"/>
                  <a:gd name="T39" fmla="*/ 55 h 905"/>
                  <a:gd name="T40" fmla="*/ 100 w 722"/>
                  <a:gd name="T41" fmla="*/ 35 h 905"/>
                  <a:gd name="T42" fmla="*/ 138 w 722"/>
                  <a:gd name="T43" fmla="*/ 30 h 905"/>
                  <a:gd name="T44" fmla="*/ 174 w 722"/>
                  <a:gd name="T45" fmla="*/ 43 h 905"/>
                  <a:gd name="T46" fmla="*/ 203 w 722"/>
                  <a:gd name="T47" fmla="*/ 69 h 905"/>
                  <a:gd name="T48" fmla="*/ 221 w 722"/>
                  <a:gd name="T49" fmla="*/ 105 h 905"/>
                  <a:gd name="T50" fmla="*/ 225 w 722"/>
                  <a:gd name="T51" fmla="*/ 143 h 905"/>
                  <a:gd name="T52" fmla="*/ 129 w 722"/>
                  <a:gd name="T53" fmla="*/ 152 h 905"/>
                  <a:gd name="T54" fmla="*/ 121 w 722"/>
                  <a:gd name="T55" fmla="*/ 160 h 905"/>
                  <a:gd name="T56" fmla="*/ 120 w 722"/>
                  <a:gd name="T57" fmla="*/ 604 h 905"/>
                  <a:gd name="T58" fmla="*/ 720 w 722"/>
                  <a:gd name="T59" fmla="*/ 110 h 905"/>
                  <a:gd name="T60" fmla="*/ 699 w 722"/>
                  <a:gd name="T61" fmla="*/ 62 h 905"/>
                  <a:gd name="T62" fmla="*/ 661 w 722"/>
                  <a:gd name="T63" fmla="*/ 24 h 905"/>
                  <a:gd name="T64" fmla="*/ 614 w 722"/>
                  <a:gd name="T65" fmla="*/ 3 h 905"/>
                  <a:gd name="T66" fmla="*/ 134 w 722"/>
                  <a:gd name="T67" fmla="*/ 0 h 905"/>
                  <a:gd name="T68" fmla="*/ 116 w 722"/>
                  <a:gd name="T69" fmla="*/ 1 h 905"/>
                  <a:gd name="T70" fmla="*/ 67 w 722"/>
                  <a:gd name="T71" fmla="*/ 16 h 905"/>
                  <a:gd name="T72" fmla="*/ 29 w 722"/>
                  <a:gd name="T73" fmla="*/ 50 h 905"/>
                  <a:gd name="T74" fmla="*/ 5 w 722"/>
                  <a:gd name="T75" fmla="*/ 96 h 905"/>
                  <a:gd name="T76" fmla="*/ 0 w 722"/>
                  <a:gd name="T77" fmla="*/ 619 h 905"/>
                  <a:gd name="T78" fmla="*/ 4 w 722"/>
                  <a:gd name="T79" fmla="*/ 629 h 905"/>
                  <a:gd name="T80" fmla="*/ 15 w 722"/>
                  <a:gd name="T81" fmla="*/ 634 h 905"/>
                  <a:gd name="T82" fmla="*/ 121 w 722"/>
                  <a:gd name="T83" fmla="*/ 895 h 905"/>
                  <a:gd name="T84" fmla="*/ 129 w 722"/>
                  <a:gd name="T85" fmla="*/ 904 h 905"/>
                  <a:gd name="T86" fmla="*/ 590 w 722"/>
                  <a:gd name="T87" fmla="*/ 905 h 905"/>
                  <a:gd name="T88" fmla="*/ 600 w 722"/>
                  <a:gd name="T89" fmla="*/ 898 h 905"/>
                  <a:gd name="T90" fmla="*/ 602 w 722"/>
                  <a:gd name="T91" fmla="*/ 270 h 905"/>
                  <a:gd name="T92" fmla="*/ 648 w 722"/>
                  <a:gd name="T93" fmla="*/ 255 h 905"/>
                  <a:gd name="T94" fmla="*/ 687 w 722"/>
                  <a:gd name="T95" fmla="*/ 225 h 905"/>
                  <a:gd name="T96" fmla="*/ 713 w 722"/>
                  <a:gd name="T97" fmla="*/ 183 h 905"/>
                  <a:gd name="T98" fmla="*/ 722 w 722"/>
                  <a:gd name="T99" fmla="*/ 136 h 9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22" h="905">
                    <a:moveTo>
                      <a:pt x="587" y="241"/>
                    </a:moveTo>
                    <a:lnTo>
                      <a:pt x="211" y="241"/>
                    </a:lnTo>
                    <a:lnTo>
                      <a:pt x="221" y="231"/>
                    </a:lnTo>
                    <a:lnTo>
                      <a:pt x="230" y="221"/>
                    </a:lnTo>
                    <a:lnTo>
                      <a:pt x="237" y="209"/>
                    </a:lnTo>
                    <a:lnTo>
                      <a:pt x="244" y="195"/>
                    </a:lnTo>
                    <a:lnTo>
                      <a:pt x="249" y="182"/>
                    </a:lnTo>
                    <a:lnTo>
                      <a:pt x="252" y="167"/>
                    </a:lnTo>
                    <a:lnTo>
                      <a:pt x="254" y="152"/>
                    </a:lnTo>
                    <a:lnTo>
                      <a:pt x="256" y="136"/>
                    </a:lnTo>
                    <a:lnTo>
                      <a:pt x="254" y="120"/>
                    </a:lnTo>
                    <a:lnTo>
                      <a:pt x="252" y="105"/>
                    </a:lnTo>
                    <a:lnTo>
                      <a:pt x="248" y="91"/>
                    </a:lnTo>
                    <a:lnTo>
                      <a:pt x="243" y="77"/>
                    </a:lnTo>
                    <a:lnTo>
                      <a:pt x="235" y="64"/>
                    </a:lnTo>
                    <a:lnTo>
                      <a:pt x="227" y="52"/>
                    </a:lnTo>
                    <a:lnTo>
                      <a:pt x="218" y="40"/>
                    </a:lnTo>
                    <a:lnTo>
                      <a:pt x="207" y="30"/>
                    </a:lnTo>
                    <a:lnTo>
                      <a:pt x="587" y="30"/>
                    </a:lnTo>
                    <a:lnTo>
                      <a:pt x="598" y="30"/>
                    </a:lnTo>
                    <a:lnTo>
                      <a:pt x="607" y="33"/>
                    </a:lnTo>
                    <a:lnTo>
                      <a:pt x="617" y="36"/>
                    </a:lnTo>
                    <a:lnTo>
                      <a:pt x="627" y="39"/>
                    </a:lnTo>
                    <a:lnTo>
                      <a:pt x="635" y="43"/>
                    </a:lnTo>
                    <a:lnTo>
                      <a:pt x="645" y="50"/>
                    </a:lnTo>
                    <a:lnTo>
                      <a:pt x="652" y="56"/>
                    </a:lnTo>
                    <a:lnTo>
                      <a:pt x="660" y="63"/>
                    </a:lnTo>
                    <a:lnTo>
                      <a:pt x="668" y="70"/>
                    </a:lnTo>
                    <a:lnTo>
                      <a:pt x="674" y="79"/>
                    </a:lnTo>
                    <a:lnTo>
                      <a:pt x="679" y="87"/>
                    </a:lnTo>
                    <a:lnTo>
                      <a:pt x="684" y="96"/>
                    </a:lnTo>
                    <a:lnTo>
                      <a:pt x="688" y="106"/>
                    </a:lnTo>
                    <a:lnTo>
                      <a:pt x="690" y="115"/>
                    </a:lnTo>
                    <a:lnTo>
                      <a:pt x="692" y="126"/>
                    </a:lnTo>
                    <a:lnTo>
                      <a:pt x="692" y="136"/>
                    </a:lnTo>
                    <a:lnTo>
                      <a:pt x="692" y="145"/>
                    </a:lnTo>
                    <a:lnTo>
                      <a:pt x="690" y="156"/>
                    </a:lnTo>
                    <a:lnTo>
                      <a:pt x="688" y="166"/>
                    </a:lnTo>
                    <a:lnTo>
                      <a:pt x="684" y="176"/>
                    </a:lnTo>
                    <a:lnTo>
                      <a:pt x="679" y="184"/>
                    </a:lnTo>
                    <a:lnTo>
                      <a:pt x="674" y="193"/>
                    </a:lnTo>
                    <a:lnTo>
                      <a:pt x="668" y="201"/>
                    </a:lnTo>
                    <a:lnTo>
                      <a:pt x="660" y="209"/>
                    </a:lnTo>
                    <a:lnTo>
                      <a:pt x="652" y="216"/>
                    </a:lnTo>
                    <a:lnTo>
                      <a:pt x="645" y="222"/>
                    </a:lnTo>
                    <a:lnTo>
                      <a:pt x="635" y="228"/>
                    </a:lnTo>
                    <a:lnTo>
                      <a:pt x="627" y="233"/>
                    </a:lnTo>
                    <a:lnTo>
                      <a:pt x="617" y="236"/>
                    </a:lnTo>
                    <a:lnTo>
                      <a:pt x="607" y="239"/>
                    </a:lnTo>
                    <a:lnTo>
                      <a:pt x="598" y="241"/>
                    </a:lnTo>
                    <a:lnTo>
                      <a:pt x="587" y="241"/>
                    </a:lnTo>
                    <a:lnTo>
                      <a:pt x="587" y="241"/>
                    </a:lnTo>
                    <a:close/>
                    <a:moveTo>
                      <a:pt x="572" y="874"/>
                    </a:moveTo>
                    <a:lnTo>
                      <a:pt x="150" y="874"/>
                    </a:lnTo>
                    <a:lnTo>
                      <a:pt x="150" y="271"/>
                    </a:lnTo>
                    <a:lnTo>
                      <a:pt x="572" y="271"/>
                    </a:lnTo>
                    <a:lnTo>
                      <a:pt x="572" y="874"/>
                    </a:lnTo>
                    <a:close/>
                    <a:moveTo>
                      <a:pt x="150" y="240"/>
                    </a:moveTo>
                    <a:lnTo>
                      <a:pt x="150" y="181"/>
                    </a:lnTo>
                    <a:lnTo>
                      <a:pt x="217" y="181"/>
                    </a:lnTo>
                    <a:lnTo>
                      <a:pt x="211" y="192"/>
                    </a:lnTo>
                    <a:lnTo>
                      <a:pt x="206" y="201"/>
                    </a:lnTo>
                    <a:lnTo>
                      <a:pt x="199" y="211"/>
                    </a:lnTo>
                    <a:lnTo>
                      <a:pt x="191" y="220"/>
                    </a:lnTo>
                    <a:lnTo>
                      <a:pt x="182" y="226"/>
                    </a:lnTo>
                    <a:lnTo>
                      <a:pt x="172" y="233"/>
                    </a:lnTo>
                    <a:lnTo>
                      <a:pt x="161" y="237"/>
                    </a:lnTo>
                    <a:lnTo>
                      <a:pt x="150" y="240"/>
                    </a:lnTo>
                    <a:lnTo>
                      <a:pt x="150" y="240"/>
                    </a:lnTo>
                    <a:close/>
                    <a:moveTo>
                      <a:pt x="30" y="604"/>
                    </a:moveTo>
                    <a:lnTo>
                      <a:pt x="30" y="136"/>
                    </a:lnTo>
                    <a:lnTo>
                      <a:pt x="30" y="125"/>
                    </a:lnTo>
                    <a:lnTo>
                      <a:pt x="32" y="115"/>
                    </a:lnTo>
                    <a:lnTo>
                      <a:pt x="34" y="105"/>
                    </a:lnTo>
                    <a:lnTo>
                      <a:pt x="37" y="96"/>
                    </a:lnTo>
                    <a:lnTo>
                      <a:pt x="42" y="86"/>
                    </a:lnTo>
                    <a:lnTo>
                      <a:pt x="47" y="78"/>
                    </a:lnTo>
                    <a:lnTo>
                      <a:pt x="52" y="69"/>
                    </a:lnTo>
                    <a:lnTo>
                      <a:pt x="59" y="62"/>
                    </a:lnTo>
                    <a:lnTo>
                      <a:pt x="66" y="55"/>
                    </a:lnTo>
                    <a:lnTo>
                      <a:pt x="74" y="49"/>
                    </a:lnTo>
                    <a:lnTo>
                      <a:pt x="82" y="43"/>
                    </a:lnTo>
                    <a:lnTo>
                      <a:pt x="91" y="39"/>
                    </a:lnTo>
                    <a:lnTo>
                      <a:pt x="100" y="35"/>
                    </a:lnTo>
                    <a:lnTo>
                      <a:pt x="109" y="33"/>
                    </a:lnTo>
                    <a:lnTo>
                      <a:pt x="119" y="30"/>
                    </a:lnTo>
                    <a:lnTo>
                      <a:pt x="129" y="30"/>
                    </a:lnTo>
                    <a:lnTo>
                      <a:pt x="138" y="30"/>
                    </a:lnTo>
                    <a:lnTo>
                      <a:pt x="148" y="33"/>
                    </a:lnTo>
                    <a:lnTo>
                      <a:pt x="157" y="35"/>
                    </a:lnTo>
                    <a:lnTo>
                      <a:pt x="165" y="39"/>
                    </a:lnTo>
                    <a:lnTo>
                      <a:pt x="174" y="43"/>
                    </a:lnTo>
                    <a:lnTo>
                      <a:pt x="182" y="49"/>
                    </a:lnTo>
                    <a:lnTo>
                      <a:pt x="190" y="55"/>
                    </a:lnTo>
                    <a:lnTo>
                      <a:pt x="196" y="62"/>
                    </a:lnTo>
                    <a:lnTo>
                      <a:pt x="203" y="69"/>
                    </a:lnTo>
                    <a:lnTo>
                      <a:pt x="208" y="78"/>
                    </a:lnTo>
                    <a:lnTo>
                      <a:pt x="214" y="86"/>
                    </a:lnTo>
                    <a:lnTo>
                      <a:pt x="218" y="95"/>
                    </a:lnTo>
                    <a:lnTo>
                      <a:pt x="221" y="105"/>
                    </a:lnTo>
                    <a:lnTo>
                      <a:pt x="223" y="115"/>
                    </a:lnTo>
                    <a:lnTo>
                      <a:pt x="224" y="125"/>
                    </a:lnTo>
                    <a:lnTo>
                      <a:pt x="225" y="136"/>
                    </a:lnTo>
                    <a:lnTo>
                      <a:pt x="225" y="143"/>
                    </a:lnTo>
                    <a:lnTo>
                      <a:pt x="224" y="151"/>
                    </a:lnTo>
                    <a:lnTo>
                      <a:pt x="135" y="151"/>
                    </a:lnTo>
                    <a:lnTo>
                      <a:pt x="132" y="151"/>
                    </a:lnTo>
                    <a:lnTo>
                      <a:pt x="129" y="152"/>
                    </a:lnTo>
                    <a:lnTo>
                      <a:pt x="126" y="153"/>
                    </a:lnTo>
                    <a:lnTo>
                      <a:pt x="124" y="155"/>
                    </a:lnTo>
                    <a:lnTo>
                      <a:pt x="122" y="157"/>
                    </a:lnTo>
                    <a:lnTo>
                      <a:pt x="121" y="160"/>
                    </a:lnTo>
                    <a:lnTo>
                      <a:pt x="120" y="163"/>
                    </a:lnTo>
                    <a:lnTo>
                      <a:pt x="120" y="166"/>
                    </a:lnTo>
                    <a:lnTo>
                      <a:pt x="120" y="256"/>
                    </a:lnTo>
                    <a:lnTo>
                      <a:pt x="120" y="604"/>
                    </a:lnTo>
                    <a:lnTo>
                      <a:pt x="30" y="604"/>
                    </a:lnTo>
                    <a:close/>
                    <a:moveTo>
                      <a:pt x="722" y="136"/>
                    </a:moveTo>
                    <a:lnTo>
                      <a:pt x="722" y="123"/>
                    </a:lnTo>
                    <a:lnTo>
                      <a:pt x="720" y="110"/>
                    </a:lnTo>
                    <a:lnTo>
                      <a:pt x="717" y="97"/>
                    </a:lnTo>
                    <a:lnTo>
                      <a:pt x="712" y="84"/>
                    </a:lnTo>
                    <a:lnTo>
                      <a:pt x="706" y="72"/>
                    </a:lnTo>
                    <a:lnTo>
                      <a:pt x="699" y="62"/>
                    </a:lnTo>
                    <a:lnTo>
                      <a:pt x="691" y="51"/>
                    </a:lnTo>
                    <a:lnTo>
                      <a:pt x="682" y="41"/>
                    </a:lnTo>
                    <a:lnTo>
                      <a:pt x="672" y="33"/>
                    </a:lnTo>
                    <a:lnTo>
                      <a:pt x="661" y="24"/>
                    </a:lnTo>
                    <a:lnTo>
                      <a:pt x="650" y="17"/>
                    </a:lnTo>
                    <a:lnTo>
                      <a:pt x="638" y="11"/>
                    </a:lnTo>
                    <a:lnTo>
                      <a:pt x="626" y="7"/>
                    </a:lnTo>
                    <a:lnTo>
                      <a:pt x="614" y="3"/>
                    </a:lnTo>
                    <a:lnTo>
                      <a:pt x="601" y="1"/>
                    </a:lnTo>
                    <a:lnTo>
                      <a:pt x="587" y="0"/>
                    </a:lnTo>
                    <a:lnTo>
                      <a:pt x="135" y="0"/>
                    </a:lnTo>
                    <a:lnTo>
                      <a:pt x="134" y="0"/>
                    </a:lnTo>
                    <a:lnTo>
                      <a:pt x="133" y="0"/>
                    </a:lnTo>
                    <a:lnTo>
                      <a:pt x="131" y="0"/>
                    </a:lnTo>
                    <a:lnTo>
                      <a:pt x="129" y="0"/>
                    </a:lnTo>
                    <a:lnTo>
                      <a:pt x="116" y="1"/>
                    </a:lnTo>
                    <a:lnTo>
                      <a:pt x="103" y="2"/>
                    </a:lnTo>
                    <a:lnTo>
                      <a:pt x="90" y="7"/>
                    </a:lnTo>
                    <a:lnTo>
                      <a:pt x="78" y="11"/>
                    </a:lnTo>
                    <a:lnTo>
                      <a:pt x="67" y="16"/>
                    </a:lnTo>
                    <a:lnTo>
                      <a:pt x="57" y="24"/>
                    </a:lnTo>
                    <a:lnTo>
                      <a:pt x="47" y="31"/>
                    </a:lnTo>
                    <a:lnTo>
                      <a:pt x="37" y="40"/>
                    </a:lnTo>
                    <a:lnTo>
                      <a:pt x="29" y="50"/>
                    </a:lnTo>
                    <a:lnTo>
                      <a:pt x="21" y="60"/>
                    </a:lnTo>
                    <a:lnTo>
                      <a:pt x="15" y="71"/>
                    </a:lnTo>
                    <a:lnTo>
                      <a:pt x="9" y="83"/>
                    </a:lnTo>
                    <a:lnTo>
                      <a:pt x="5" y="96"/>
                    </a:lnTo>
                    <a:lnTo>
                      <a:pt x="2" y="109"/>
                    </a:lnTo>
                    <a:lnTo>
                      <a:pt x="0" y="122"/>
                    </a:lnTo>
                    <a:lnTo>
                      <a:pt x="0" y="136"/>
                    </a:lnTo>
                    <a:lnTo>
                      <a:pt x="0" y="619"/>
                    </a:lnTo>
                    <a:lnTo>
                      <a:pt x="0" y="621"/>
                    </a:lnTo>
                    <a:lnTo>
                      <a:pt x="1" y="624"/>
                    </a:lnTo>
                    <a:lnTo>
                      <a:pt x="2" y="626"/>
                    </a:lnTo>
                    <a:lnTo>
                      <a:pt x="4" y="629"/>
                    </a:lnTo>
                    <a:lnTo>
                      <a:pt x="6" y="630"/>
                    </a:lnTo>
                    <a:lnTo>
                      <a:pt x="8" y="633"/>
                    </a:lnTo>
                    <a:lnTo>
                      <a:pt x="11" y="633"/>
                    </a:lnTo>
                    <a:lnTo>
                      <a:pt x="15" y="634"/>
                    </a:lnTo>
                    <a:lnTo>
                      <a:pt x="120" y="634"/>
                    </a:lnTo>
                    <a:lnTo>
                      <a:pt x="120" y="890"/>
                    </a:lnTo>
                    <a:lnTo>
                      <a:pt x="120" y="893"/>
                    </a:lnTo>
                    <a:lnTo>
                      <a:pt x="121" y="895"/>
                    </a:lnTo>
                    <a:lnTo>
                      <a:pt x="122" y="898"/>
                    </a:lnTo>
                    <a:lnTo>
                      <a:pt x="124" y="900"/>
                    </a:lnTo>
                    <a:lnTo>
                      <a:pt x="126" y="902"/>
                    </a:lnTo>
                    <a:lnTo>
                      <a:pt x="129" y="904"/>
                    </a:lnTo>
                    <a:lnTo>
                      <a:pt x="132" y="905"/>
                    </a:lnTo>
                    <a:lnTo>
                      <a:pt x="135" y="905"/>
                    </a:lnTo>
                    <a:lnTo>
                      <a:pt x="587" y="905"/>
                    </a:lnTo>
                    <a:lnTo>
                      <a:pt x="590" y="905"/>
                    </a:lnTo>
                    <a:lnTo>
                      <a:pt x="593" y="904"/>
                    </a:lnTo>
                    <a:lnTo>
                      <a:pt x="595" y="902"/>
                    </a:lnTo>
                    <a:lnTo>
                      <a:pt x="598" y="900"/>
                    </a:lnTo>
                    <a:lnTo>
                      <a:pt x="600" y="898"/>
                    </a:lnTo>
                    <a:lnTo>
                      <a:pt x="601" y="895"/>
                    </a:lnTo>
                    <a:lnTo>
                      <a:pt x="602" y="893"/>
                    </a:lnTo>
                    <a:lnTo>
                      <a:pt x="602" y="890"/>
                    </a:lnTo>
                    <a:lnTo>
                      <a:pt x="602" y="270"/>
                    </a:lnTo>
                    <a:lnTo>
                      <a:pt x="615" y="268"/>
                    </a:lnTo>
                    <a:lnTo>
                      <a:pt x="626" y="265"/>
                    </a:lnTo>
                    <a:lnTo>
                      <a:pt x="637" y="260"/>
                    </a:lnTo>
                    <a:lnTo>
                      <a:pt x="648" y="255"/>
                    </a:lnTo>
                    <a:lnTo>
                      <a:pt x="659" y="249"/>
                    </a:lnTo>
                    <a:lnTo>
                      <a:pt x="669" y="241"/>
                    </a:lnTo>
                    <a:lnTo>
                      <a:pt x="678" y="234"/>
                    </a:lnTo>
                    <a:lnTo>
                      <a:pt x="687" y="225"/>
                    </a:lnTo>
                    <a:lnTo>
                      <a:pt x="694" y="215"/>
                    </a:lnTo>
                    <a:lnTo>
                      <a:pt x="702" y="206"/>
                    </a:lnTo>
                    <a:lnTo>
                      <a:pt x="708" y="195"/>
                    </a:lnTo>
                    <a:lnTo>
                      <a:pt x="713" y="183"/>
                    </a:lnTo>
                    <a:lnTo>
                      <a:pt x="717" y="172"/>
                    </a:lnTo>
                    <a:lnTo>
                      <a:pt x="720" y="160"/>
                    </a:lnTo>
                    <a:lnTo>
                      <a:pt x="722" y="148"/>
                    </a:lnTo>
                    <a:lnTo>
                      <a:pt x="722" y="136"/>
                    </a:lnTo>
                    <a:lnTo>
                      <a:pt x="722" y="1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5" name="Freeform 51">
                <a:extLst>
                  <a:ext uri="{FF2B5EF4-FFF2-40B4-BE49-F238E27FC236}">
                    <a16:creationId xmlns:a16="http://schemas.microsoft.com/office/drawing/2014/main" id="{A1DCC9BD-162B-5DF1-1400-D361EACB5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051050"/>
                <a:ext cx="57150" cy="9525"/>
              </a:xfrm>
              <a:custGeom>
                <a:avLst/>
                <a:gdLst>
                  <a:gd name="T0" fmla="*/ 15 w 181"/>
                  <a:gd name="T1" fmla="*/ 30 h 30"/>
                  <a:gd name="T2" fmla="*/ 166 w 181"/>
                  <a:gd name="T3" fmla="*/ 30 h 30"/>
                  <a:gd name="T4" fmla="*/ 169 w 181"/>
                  <a:gd name="T5" fmla="*/ 30 h 30"/>
                  <a:gd name="T6" fmla="*/ 172 w 181"/>
                  <a:gd name="T7" fmla="*/ 29 h 30"/>
                  <a:gd name="T8" fmla="*/ 174 w 181"/>
                  <a:gd name="T9" fmla="*/ 28 h 30"/>
                  <a:gd name="T10" fmla="*/ 176 w 181"/>
                  <a:gd name="T11" fmla="*/ 25 h 30"/>
                  <a:gd name="T12" fmla="*/ 178 w 181"/>
                  <a:gd name="T13" fmla="*/ 23 h 30"/>
                  <a:gd name="T14" fmla="*/ 180 w 181"/>
                  <a:gd name="T15" fmla="*/ 21 h 30"/>
                  <a:gd name="T16" fmla="*/ 181 w 181"/>
                  <a:gd name="T17" fmla="*/ 18 h 30"/>
                  <a:gd name="T18" fmla="*/ 181 w 181"/>
                  <a:gd name="T19" fmla="*/ 15 h 30"/>
                  <a:gd name="T20" fmla="*/ 181 w 181"/>
                  <a:gd name="T21" fmla="*/ 13 h 30"/>
                  <a:gd name="T22" fmla="*/ 180 w 181"/>
                  <a:gd name="T23" fmla="*/ 9 h 30"/>
                  <a:gd name="T24" fmla="*/ 178 w 181"/>
                  <a:gd name="T25" fmla="*/ 7 h 30"/>
                  <a:gd name="T26" fmla="*/ 176 w 181"/>
                  <a:gd name="T27" fmla="*/ 4 h 30"/>
                  <a:gd name="T28" fmla="*/ 174 w 181"/>
                  <a:gd name="T29" fmla="*/ 3 h 30"/>
                  <a:gd name="T30" fmla="*/ 172 w 181"/>
                  <a:gd name="T31" fmla="*/ 1 h 30"/>
                  <a:gd name="T32" fmla="*/ 169 w 181"/>
                  <a:gd name="T33" fmla="*/ 1 h 30"/>
                  <a:gd name="T34" fmla="*/ 166 w 181"/>
                  <a:gd name="T35" fmla="*/ 0 h 30"/>
                  <a:gd name="T36" fmla="*/ 15 w 181"/>
                  <a:gd name="T37" fmla="*/ 0 h 30"/>
                  <a:gd name="T38" fmla="*/ 12 w 181"/>
                  <a:gd name="T39" fmla="*/ 1 h 30"/>
                  <a:gd name="T40" fmla="*/ 10 w 181"/>
                  <a:gd name="T41" fmla="*/ 1 h 30"/>
                  <a:gd name="T42" fmla="*/ 6 w 181"/>
                  <a:gd name="T43" fmla="*/ 3 h 30"/>
                  <a:gd name="T44" fmla="*/ 4 w 181"/>
                  <a:gd name="T45" fmla="*/ 4 h 30"/>
                  <a:gd name="T46" fmla="*/ 2 w 181"/>
                  <a:gd name="T47" fmla="*/ 7 h 30"/>
                  <a:gd name="T48" fmla="*/ 1 w 181"/>
                  <a:gd name="T49" fmla="*/ 9 h 30"/>
                  <a:gd name="T50" fmla="*/ 0 w 181"/>
                  <a:gd name="T51" fmla="*/ 13 h 30"/>
                  <a:gd name="T52" fmla="*/ 0 w 181"/>
                  <a:gd name="T53" fmla="*/ 15 h 30"/>
                  <a:gd name="T54" fmla="*/ 0 w 181"/>
                  <a:gd name="T55" fmla="*/ 18 h 30"/>
                  <a:gd name="T56" fmla="*/ 1 w 181"/>
                  <a:gd name="T57" fmla="*/ 21 h 30"/>
                  <a:gd name="T58" fmla="*/ 2 w 181"/>
                  <a:gd name="T59" fmla="*/ 23 h 30"/>
                  <a:gd name="T60" fmla="*/ 4 w 181"/>
                  <a:gd name="T61" fmla="*/ 25 h 30"/>
                  <a:gd name="T62" fmla="*/ 6 w 181"/>
                  <a:gd name="T63" fmla="*/ 28 h 30"/>
                  <a:gd name="T64" fmla="*/ 10 w 181"/>
                  <a:gd name="T65" fmla="*/ 29 h 30"/>
                  <a:gd name="T66" fmla="*/ 12 w 181"/>
                  <a:gd name="T67" fmla="*/ 30 h 30"/>
                  <a:gd name="T68" fmla="*/ 15 w 181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0">
                    <a:moveTo>
                      <a:pt x="15" y="30"/>
                    </a:moveTo>
                    <a:lnTo>
                      <a:pt x="166" y="30"/>
                    </a:lnTo>
                    <a:lnTo>
                      <a:pt x="169" y="30"/>
                    </a:lnTo>
                    <a:lnTo>
                      <a:pt x="172" y="29"/>
                    </a:lnTo>
                    <a:lnTo>
                      <a:pt x="174" y="28"/>
                    </a:lnTo>
                    <a:lnTo>
                      <a:pt x="176" y="25"/>
                    </a:lnTo>
                    <a:lnTo>
                      <a:pt x="178" y="23"/>
                    </a:lnTo>
                    <a:lnTo>
                      <a:pt x="180" y="21"/>
                    </a:lnTo>
                    <a:lnTo>
                      <a:pt x="181" y="18"/>
                    </a:lnTo>
                    <a:lnTo>
                      <a:pt x="181" y="15"/>
                    </a:lnTo>
                    <a:lnTo>
                      <a:pt x="181" y="13"/>
                    </a:lnTo>
                    <a:lnTo>
                      <a:pt x="180" y="9"/>
                    </a:lnTo>
                    <a:lnTo>
                      <a:pt x="178" y="7"/>
                    </a:lnTo>
                    <a:lnTo>
                      <a:pt x="176" y="4"/>
                    </a:lnTo>
                    <a:lnTo>
                      <a:pt x="174" y="3"/>
                    </a:lnTo>
                    <a:lnTo>
                      <a:pt x="172" y="1"/>
                    </a:lnTo>
                    <a:lnTo>
                      <a:pt x="169" y="1"/>
                    </a:lnTo>
                    <a:lnTo>
                      <a:pt x="166" y="0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2" y="23"/>
                    </a:lnTo>
                    <a:lnTo>
                      <a:pt x="4" y="25"/>
                    </a:lnTo>
                    <a:lnTo>
                      <a:pt x="6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6" name="Freeform 52">
                <a:extLst>
                  <a:ext uri="{FF2B5EF4-FFF2-40B4-BE49-F238E27FC236}">
                    <a16:creationId xmlns:a16="http://schemas.microsoft.com/office/drawing/2014/main" id="{8C0BDF26-B5D1-0AC6-AA9E-FADCC2067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098675"/>
                <a:ext cx="57150" cy="9525"/>
              </a:xfrm>
              <a:custGeom>
                <a:avLst/>
                <a:gdLst>
                  <a:gd name="T0" fmla="*/ 15 w 181"/>
                  <a:gd name="T1" fmla="*/ 31 h 31"/>
                  <a:gd name="T2" fmla="*/ 166 w 181"/>
                  <a:gd name="T3" fmla="*/ 31 h 31"/>
                  <a:gd name="T4" fmla="*/ 169 w 181"/>
                  <a:gd name="T5" fmla="*/ 30 h 31"/>
                  <a:gd name="T6" fmla="*/ 172 w 181"/>
                  <a:gd name="T7" fmla="*/ 30 h 31"/>
                  <a:gd name="T8" fmla="*/ 174 w 181"/>
                  <a:gd name="T9" fmla="*/ 28 h 31"/>
                  <a:gd name="T10" fmla="*/ 176 w 181"/>
                  <a:gd name="T11" fmla="*/ 27 h 31"/>
                  <a:gd name="T12" fmla="*/ 178 w 181"/>
                  <a:gd name="T13" fmla="*/ 24 h 31"/>
                  <a:gd name="T14" fmla="*/ 180 w 181"/>
                  <a:gd name="T15" fmla="*/ 22 h 31"/>
                  <a:gd name="T16" fmla="*/ 181 w 181"/>
                  <a:gd name="T17" fmla="*/ 19 h 31"/>
                  <a:gd name="T18" fmla="*/ 181 w 181"/>
                  <a:gd name="T19" fmla="*/ 16 h 31"/>
                  <a:gd name="T20" fmla="*/ 181 w 181"/>
                  <a:gd name="T21" fmla="*/ 13 h 31"/>
                  <a:gd name="T22" fmla="*/ 180 w 181"/>
                  <a:gd name="T23" fmla="*/ 10 h 31"/>
                  <a:gd name="T24" fmla="*/ 178 w 181"/>
                  <a:gd name="T25" fmla="*/ 8 h 31"/>
                  <a:gd name="T26" fmla="*/ 176 w 181"/>
                  <a:gd name="T27" fmla="*/ 6 h 31"/>
                  <a:gd name="T28" fmla="*/ 174 w 181"/>
                  <a:gd name="T29" fmla="*/ 3 h 31"/>
                  <a:gd name="T30" fmla="*/ 172 w 181"/>
                  <a:gd name="T31" fmla="*/ 2 h 31"/>
                  <a:gd name="T32" fmla="*/ 169 w 181"/>
                  <a:gd name="T33" fmla="*/ 1 h 31"/>
                  <a:gd name="T34" fmla="*/ 166 w 181"/>
                  <a:gd name="T35" fmla="*/ 1 h 31"/>
                  <a:gd name="T36" fmla="*/ 15 w 181"/>
                  <a:gd name="T37" fmla="*/ 0 h 31"/>
                  <a:gd name="T38" fmla="*/ 12 w 181"/>
                  <a:gd name="T39" fmla="*/ 1 h 31"/>
                  <a:gd name="T40" fmla="*/ 10 w 181"/>
                  <a:gd name="T41" fmla="*/ 2 h 31"/>
                  <a:gd name="T42" fmla="*/ 6 w 181"/>
                  <a:gd name="T43" fmla="*/ 3 h 31"/>
                  <a:gd name="T44" fmla="*/ 4 w 181"/>
                  <a:gd name="T45" fmla="*/ 6 h 31"/>
                  <a:gd name="T46" fmla="*/ 2 w 181"/>
                  <a:gd name="T47" fmla="*/ 8 h 31"/>
                  <a:gd name="T48" fmla="*/ 1 w 181"/>
                  <a:gd name="T49" fmla="*/ 10 h 31"/>
                  <a:gd name="T50" fmla="*/ 0 w 181"/>
                  <a:gd name="T51" fmla="*/ 13 h 31"/>
                  <a:gd name="T52" fmla="*/ 0 w 181"/>
                  <a:gd name="T53" fmla="*/ 16 h 31"/>
                  <a:gd name="T54" fmla="*/ 0 w 181"/>
                  <a:gd name="T55" fmla="*/ 19 h 31"/>
                  <a:gd name="T56" fmla="*/ 1 w 181"/>
                  <a:gd name="T57" fmla="*/ 22 h 31"/>
                  <a:gd name="T58" fmla="*/ 2 w 181"/>
                  <a:gd name="T59" fmla="*/ 24 h 31"/>
                  <a:gd name="T60" fmla="*/ 4 w 181"/>
                  <a:gd name="T61" fmla="*/ 27 h 31"/>
                  <a:gd name="T62" fmla="*/ 6 w 181"/>
                  <a:gd name="T63" fmla="*/ 28 h 31"/>
                  <a:gd name="T64" fmla="*/ 10 w 181"/>
                  <a:gd name="T65" fmla="*/ 30 h 31"/>
                  <a:gd name="T66" fmla="*/ 12 w 181"/>
                  <a:gd name="T67" fmla="*/ 30 h 31"/>
                  <a:gd name="T68" fmla="*/ 15 w 18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1">
                    <a:moveTo>
                      <a:pt x="15" y="31"/>
                    </a:moveTo>
                    <a:lnTo>
                      <a:pt x="166" y="31"/>
                    </a:lnTo>
                    <a:lnTo>
                      <a:pt x="169" y="30"/>
                    </a:lnTo>
                    <a:lnTo>
                      <a:pt x="172" y="30"/>
                    </a:lnTo>
                    <a:lnTo>
                      <a:pt x="174" y="28"/>
                    </a:lnTo>
                    <a:lnTo>
                      <a:pt x="176" y="27"/>
                    </a:lnTo>
                    <a:lnTo>
                      <a:pt x="178" y="24"/>
                    </a:lnTo>
                    <a:lnTo>
                      <a:pt x="180" y="22"/>
                    </a:lnTo>
                    <a:lnTo>
                      <a:pt x="181" y="19"/>
                    </a:lnTo>
                    <a:lnTo>
                      <a:pt x="181" y="16"/>
                    </a:lnTo>
                    <a:lnTo>
                      <a:pt x="181" y="13"/>
                    </a:lnTo>
                    <a:lnTo>
                      <a:pt x="180" y="10"/>
                    </a:lnTo>
                    <a:lnTo>
                      <a:pt x="178" y="8"/>
                    </a:lnTo>
                    <a:lnTo>
                      <a:pt x="176" y="6"/>
                    </a:lnTo>
                    <a:lnTo>
                      <a:pt x="174" y="3"/>
                    </a:lnTo>
                    <a:lnTo>
                      <a:pt x="172" y="2"/>
                    </a:lnTo>
                    <a:lnTo>
                      <a:pt x="169" y="1"/>
                    </a:lnTo>
                    <a:lnTo>
                      <a:pt x="166" y="1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10" y="2"/>
                    </a:lnTo>
                    <a:lnTo>
                      <a:pt x="6" y="3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7"/>
                    </a:lnTo>
                    <a:lnTo>
                      <a:pt x="6" y="28"/>
                    </a:lnTo>
                    <a:lnTo>
                      <a:pt x="10" y="30"/>
                    </a:lnTo>
                    <a:lnTo>
                      <a:pt x="12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7" name="Freeform 53">
                <a:extLst>
                  <a:ext uri="{FF2B5EF4-FFF2-40B4-BE49-F238E27FC236}">
                    <a16:creationId xmlns:a16="http://schemas.microsoft.com/office/drawing/2014/main" id="{15A75DB1-F955-D979-AD17-71B24AEED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363" y="2146300"/>
                <a:ext cx="57150" cy="9525"/>
              </a:xfrm>
              <a:custGeom>
                <a:avLst/>
                <a:gdLst>
                  <a:gd name="T0" fmla="*/ 15 w 181"/>
                  <a:gd name="T1" fmla="*/ 30 h 30"/>
                  <a:gd name="T2" fmla="*/ 166 w 181"/>
                  <a:gd name="T3" fmla="*/ 30 h 30"/>
                  <a:gd name="T4" fmla="*/ 169 w 181"/>
                  <a:gd name="T5" fmla="*/ 30 h 30"/>
                  <a:gd name="T6" fmla="*/ 172 w 181"/>
                  <a:gd name="T7" fmla="*/ 29 h 30"/>
                  <a:gd name="T8" fmla="*/ 174 w 181"/>
                  <a:gd name="T9" fmla="*/ 27 h 30"/>
                  <a:gd name="T10" fmla="*/ 176 w 181"/>
                  <a:gd name="T11" fmla="*/ 26 h 30"/>
                  <a:gd name="T12" fmla="*/ 178 w 181"/>
                  <a:gd name="T13" fmla="*/ 23 h 30"/>
                  <a:gd name="T14" fmla="*/ 180 w 181"/>
                  <a:gd name="T15" fmla="*/ 20 h 30"/>
                  <a:gd name="T16" fmla="*/ 181 w 181"/>
                  <a:gd name="T17" fmla="*/ 18 h 30"/>
                  <a:gd name="T18" fmla="*/ 181 w 181"/>
                  <a:gd name="T19" fmla="*/ 15 h 30"/>
                  <a:gd name="T20" fmla="*/ 181 w 181"/>
                  <a:gd name="T21" fmla="*/ 12 h 30"/>
                  <a:gd name="T22" fmla="*/ 180 w 181"/>
                  <a:gd name="T23" fmla="*/ 8 h 30"/>
                  <a:gd name="T24" fmla="*/ 178 w 181"/>
                  <a:gd name="T25" fmla="*/ 6 h 30"/>
                  <a:gd name="T26" fmla="*/ 176 w 181"/>
                  <a:gd name="T27" fmla="*/ 4 h 30"/>
                  <a:gd name="T28" fmla="*/ 174 w 181"/>
                  <a:gd name="T29" fmla="*/ 2 h 30"/>
                  <a:gd name="T30" fmla="*/ 172 w 181"/>
                  <a:gd name="T31" fmla="*/ 1 h 30"/>
                  <a:gd name="T32" fmla="*/ 169 w 181"/>
                  <a:gd name="T33" fmla="*/ 0 h 30"/>
                  <a:gd name="T34" fmla="*/ 166 w 181"/>
                  <a:gd name="T35" fmla="*/ 0 h 30"/>
                  <a:gd name="T36" fmla="*/ 15 w 181"/>
                  <a:gd name="T37" fmla="*/ 0 h 30"/>
                  <a:gd name="T38" fmla="*/ 12 w 181"/>
                  <a:gd name="T39" fmla="*/ 0 h 30"/>
                  <a:gd name="T40" fmla="*/ 10 w 181"/>
                  <a:gd name="T41" fmla="*/ 1 h 30"/>
                  <a:gd name="T42" fmla="*/ 6 w 181"/>
                  <a:gd name="T43" fmla="*/ 2 h 30"/>
                  <a:gd name="T44" fmla="*/ 4 w 181"/>
                  <a:gd name="T45" fmla="*/ 4 h 30"/>
                  <a:gd name="T46" fmla="*/ 2 w 181"/>
                  <a:gd name="T47" fmla="*/ 6 h 30"/>
                  <a:gd name="T48" fmla="*/ 1 w 181"/>
                  <a:gd name="T49" fmla="*/ 8 h 30"/>
                  <a:gd name="T50" fmla="*/ 0 w 181"/>
                  <a:gd name="T51" fmla="*/ 12 h 30"/>
                  <a:gd name="T52" fmla="*/ 0 w 181"/>
                  <a:gd name="T53" fmla="*/ 15 h 30"/>
                  <a:gd name="T54" fmla="*/ 0 w 181"/>
                  <a:gd name="T55" fmla="*/ 18 h 30"/>
                  <a:gd name="T56" fmla="*/ 1 w 181"/>
                  <a:gd name="T57" fmla="*/ 20 h 30"/>
                  <a:gd name="T58" fmla="*/ 2 w 181"/>
                  <a:gd name="T59" fmla="*/ 23 h 30"/>
                  <a:gd name="T60" fmla="*/ 4 w 181"/>
                  <a:gd name="T61" fmla="*/ 26 h 30"/>
                  <a:gd name="T62" fmla="*/ 6 w 181"/>
                  <a:gd name="T63" fmla="*/ 27 h 30"/>
                  <a:gd name="T64" fmla="*/ 10 w 181"/>
                  <a:gd name="T65" fmla="*/ 29 h 30"/>
                  <a:gd name="T66" fmla="*/ 12 w 181"/>
                  <a:gd name="T67" fmla="*/ 30 h 30"/>
                  <a:gd name="T68" fmla="*/ 15 w 181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1" h="30">
                    <a:moveTo>
                      <a:pt x="15" y="30"/>
                    </a:moveTo>
                    <a:lnTo>
                      <a:pt x="166" y="30"/>
                    </a:lnTo>
                    <a:lnTo>
                      <a:pt x="169" y="30"/>
                    </a:lnTo>
                    <a:lnTo>
                      <a:pt x="172" y="29"/>
                    </a:lnTo>
                    <a:lnTo>
                      <a:pt x="174" y="27"/>
                    </a:lnTo>
                    <a:lnTo>
                      <a:pt x="176" y="26"/>
                    </a:lnTo>
                    <a:lnTo>
                      <a:pt x="178" y="23"/>
                    </a:lnTo>
                    <a:lnTo>
                      <a:pt x="180" y="20"/>
                    </a:lnTo>
                    <a:lnTo>
                      <a:pt x="181" y="18"/>
                    </a:lnTo>
                    <a:lnTo>
                      <a:pt x="181" y="15"/>
                    </a:lnTo>
                    <a:lnTo>
                      <a:pt x="181" y="12"/>
                    </a:lnTo>
                    <a:lnTo>
                      <a:pt x="180" y="8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9" y="0"/>
                    </a:lnTo>
                    <a:lnTo>
                      <a:pt x="166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8" name="Freeform 54">
                <a:extLst>
                  <a:ext uri="{FF2B5EF4-FFF2-40B4-BE49-F238E27FC236}">
                    <a16:creationId xmlns:a16="http://schemas.microsoft.com/office/drawing/2014/main" id="{93DF9924-BE3C-6107-5366-26B17DE6A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738" y="2022475"/>
                <a:ext cx="38100" cy="33338"/>
              </a:xfrm>
              <a:custGeom>
                <a:avLst/>
                <a:gdLst>
                  <a:gd name="T0" fmla="*/ 20 w 121"/>
                  <a:gd name="T1" fmla="*/ 101 h 106"/>
                  <a:gd name="T2" fmla="*/ 22 w 121"/>
                  <a:gd name="T3" fmla="*/ 104 h 106"/>
                  <a:gd name="T4" fmla="*/ 25 w 121"/>
                  <a:gd name="T5" fmla="*/ 105 h 106"/>
                  <a:gd name="T6" fmla="*/ 27 w 121"/>
                  <a:gd name="T7" fmla="*/ 106 h 106"/>
                  <a:gd name="T8" fmla="*/ 30 w 121"/>
                  <a:gd name="T9" fmla="*/ 106 h 106"/>
                  <a:gd name="T10" fmla="*/ 36 w 121"/>
                  <a:gd name="T11" fmla="*/ 105 h 106"/>
                  <a:gd name="T12" fmla="*/ 41 w 121"/>
                  <a:gd name="T13" fmla="*/ 101 h 106"/>
                  <a:gd name="T14" fmla="*/ 116 w 121"/>
                  <a:gd name="T15" fmla="*/ 26 h 106"/>
                  <a:gd name="T16" fmla="*/ 119 w 121"/>
                  <a:gd name="T17" fmla="*/ 24 h 106"/>
                  <a:gd name="T18" fmla="*/ 120 w 121"/>
                  <a:gd name="T19" fmla="*/ 21 h 106"/>
                  <a:gd name="T20" fmla="*/ 121 w 121"/>
                  <a:gd name="T21" fmla="*/ 19 h 106"/>
                  <a:gd name="T22" fmla="*/ 121 w 121"/>
                  <a:gd name="T23" fmla="*/ 15 h 106"/>
                  <a:gd name="T24" fmla="*/ 121 w 121"/>
                  <a:gd name="T25" fmla="*/ 13 h 106"/>
                  <a:gd name="T26" fmla="*/ 120 w 121"/>
                  <a:gd name="T27" fmla="*/ 10 h 106"/>
                  <a:gd name="T28" fmla="*/ 119 w 121"/>
                  <a:gd name="T29" fmla="*/ 8 h 106"/>
                  <a:gd name="T30" fmla="*/ 116 w 121"/>
                  <a:gd name="T31" fmla="*/ 5 h 106"/>
                  <a:gd name="T32" fmla="*/ 114 w 121"/>
                  <a:gd name="T33" fmla="*/ 4 h 106"/>
                  <a:gd name="T34" fmla="*/ 111 w 121"/>
                  <a:gd name="T35" fmla="*/ 1 h 106"/>
                  <a:gd name="T36" fmla="*/ 109 w 121"/>
                  <a:gd name="T37" fmla="*/ 0 h 106"/>
                  <a:gd name="T38" fmla="*/ 106 w 121"/>
                  <a:gd name="T39" fmla="*/ 0 h 106"/>
                  <a:gd name="T40" fmla="*/ 103 w 121"/>
                  <a:gd name="T41" fmla="*/ 0 h 106"/>
                  <a:gd name="T42" fmla="*/ 100 w 121"/>
                  <a:gd name="T43" fmla="*/ 1 h 106"/>
                  <a:gd name="T44" fmla="*/ 97 w 121"/>
                  <a:gd name="T45" fmla="*/ 4 h 106"/>
                  <a:gd name="T46" fmla="*/ 95 w 121"/>
                  <a:gd name="T47" fmla="*/ 5 h 106"/>
                  <a:gd name="T48" fmla="*/ 30 w 121"/>
                  <a:gd name="T49" fmla="*/ 69 h 106"/>
                  <a:gd name="T50" fmla="*/ 26 w 121"/>
                  <a:gd name="T51" fmla="*/ 65 h 106"/>
                  <a:gd name="T52" fmla="*/ 24 w 121"/>
                  <a:gd name="T53" fmla="*/ 64 h 106"/>
                  <a:gd name="T54" fmla="*/ 21 w 121"/>
                  <a:gd name="T55" fmla="*/ 62 h 106"/>
                  <a:gd name="T56" fmla="*/ 18 w 121"/>
                  <a:gd name="T57" fmla="*/ 62 h 106"/>
                  <a:gd name="T58" fmla="*/ 15 w 121"/>
                  <a:gd name="T59" fmla="*/ 61 h 106"/>
                  <a:gd name="T60" fmla="*/ 12 w 121"/>
                  <a:gd name="T61" fmla="*/ 62 h 106"/>
                  <a:gd name="T62" fmla="*/ 10 w 121"/>
                  <a:gd name="T63" fmla="*/ 62 h 106"/>
                  <a:gd name="T64" fmla="*/ 7 w 121"/>
                  <a:gd name="T65" fmla="*/ 64 h 106"/>
                  <a:gd name="T66" fmla="*/ 5 w 121"/>
                  <a:gd name="T67" fmla="*/ 65 h 106"/>
                  <a:gd name="T68" fmla="*/ 2 w 121"/>
                  <a:gd name="T69" fmla="*/ 68 h 106"/>
                  <a:gd name="T70" fmla="*/ 1 w 121"/>
                  <a:gd name="T71" fmla="*/ 70 h 106"/>
                  <a:gd name="T72" fmla="*/ 0 w 121"/>
                  <a:gd name="T73" fmla="*/ 73 h 106"/>
                  <a:gd name="T74" fmla="*/ 0 w 121"/>
                  <a:gd name="T75" fmla="*/ 76 h 106"/>
                  <a:gd name="T76" fmla="*/ 0 w 121"/>
                  <a:gd name="T77" fmla="*/ 79 h 106"/>
                  <a:gd name="T78" fmla="*/ 1 w 121"/>
                  <a:gd name="T79" fmla="*/ 82 h 106"/>
                  <a:gd name="T80" fmla="*/ 2 w 121"/>
                  <a:gd name="T81" fmla="*/ 84 h 106"/>
                  <a:gd name="T82" fmla="*/ 5 w 121"/>
                  <a:gd name="T83" fmla="*/ 86 h 106"/>
                  <a:gd name="T84" fmla="*/ 20 w 121"/>
                  <a:gd name="T85" fmla="*/ 101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1" h="106">
                    <a:moveTo>
                      <a:pt x="20" y="101"/>
                    </a:moveTo>
                    <a:lnTo>
                      <a:pt x="22" y="104"/>
                    </a:lnTo>
                    <a:lnTo>
                      <a:pt x="25" y="105"/>
                    </a:lnTo>
                    <a:lnTo>
                      <a:pt x="27" y="106"/>
                    </a:lnTo>
                    <a:lnTo>
                      <a:pt x="30" y="106"/>
                    </a:lnTo>
                    <a:lnTo>
                      <a:pt x="36" y="105"/>
                    </a:lnTo>
                    <a:lnTo>
                      <a:pt x="41" y="101"/>
                    </a:lnTo>
                    <a:lnTo>
                      <a:pt x="116" y="26"/>
                    </a:lnTo>
                    <a:lnTo>
                      <a:pt x="119" y="24"/>
                    </a:lnTo>
                    <a:lnTo>
                      <a:pt x="120" y="21"/>
                    </a:lnTo>
                    <a:lnTo>
                      <a:pt x="121" y="19"/>
                    </a:lnTo>
                    <a:lnTo>
                      <a:pt x="121" y="15"/>
                    </a:lnTo>
                    <a:lnTo>
                      <a:pt x="121" y="13"/>
                    </a:lnTo>
                    <a:lnTo>
                      <a:pt x="120" y="10"/>
                    </a:lnTo>
                    <a:lnTo>
                      <a:pt x="119" y="8"/>
                    </a:lnTo>
                    <a:lnTo>
                      <a:pt x="116" y="5"/>
                    </a:lnTo>
                    <a:lnTo>
                      <a:pt x="114" y="4"/>
                    </a:lnTo>
                    <a:lnTo>
                      <a:pt x="111" y="1"/>
                    </a:lnTo>
                    <a:lnTo>
                      <a:pt x="109" y="0"/>
                    </a:lnTo>
                    <a:lnTo>
                      <a:pt x="106" y="0"/>
                    </a:lnTo>
                    <a:lnTo>
                      <a:pt x="103" y="0"/>
                    </a:lnTo>
                    <a:lnTo>
                      <a:pt x="100" y="1"/>
                    </a:lnTo>
                    <a:lnTo>
                      <a:pt x="97" y="4"/>
                    </a:lnTo>
                    <a:lnTo>
                      <a:pt x="95" y="5"/>
                    </a:lnTo>
                    <a:lnTo>
                      <a:pt x="30" y="69"/>
                    </a:lnTo>
                    <a:lnTo>
                      <a:pt x="26" y="65"/>
                    </a:lnTo>
                    <a:lnTo>
                      <a:pt x="24" y="64"/>
                    </a:lnTo>
                    <a:lnTo>
                      <a:pt x="21" y="62"/>
                    </a:lnTo>
                    <a:lnTo>
                      <a:pt x="18" y="62"/>
                    </a:lnTo>
                    <a:lnTo>
                      <a:pt x="15" y="61"/>
                    </a:lnTo>
                    <a:lnTo>
                      <a:pt x="12" y="62"/>
                    </a:lnTo>
                    <a:lnTo>
                      <a:pt x="10" y="62"/>
                    </a:lnTo>
                    <a:lnTo>
                      <a:pt x="7" y="64"/>
                    </a:lnTo>
                    <a:lnTo>
                      <a:pt x="5" y="65"/>
                    </a:lnTo>
                    <a:lnTo>
                      <a:pt x="2" y="68"/>
                    </a:lnTo>
                    <a:lnTo>
                      <a:pt x="1" y="70"/>
                    </a:lnTo>
                    <a:lnTo>
                      <a:pt x="0" y="73"/>
                    </a:lnTo>
                    <a:lnTo>
                      <a:pt x="0" y="76"/>
                    </a:lnTo>
                    <a:lnTo>
                      <a:pt x="0" y="79"/>
                    </a:lnTo>
                    <a:lnTo>
                      <a:pt x="1" y="82"/>
                    </a:lnTo>
                    <a:lnTo>
                      <a:pt x="2" y="84"/>
                    </a:lnTo>
                    <a:lnTo>
                      <a:pt x="5" y="86"/>
                    </a:lnTo>
                    <a:lnTo>
                      <a:pt x="20" y="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9" name="Freeform 55">
                <a:extLst>
                  <a:ext uri="{FF2B5EF4-FFF2-40B4-BE49-F238E27FC236}">
                    <a16:creationId xmlns:a16="http://schemas.microsoft.com/office/drawing/2014/main" id="{7DDE1209-900D-8FC8-9CCC-463D83A4B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738" y="2070100"/>
                <a:ext cx="38100" cy="33338"/>
              </a:xfrm>
              <a:custGeom>
                <a:avLst/>
                <a:gdLst>
                  <a:gd name="T0" fmla="*/ 20 w 121"/>
                  <a:gd name="T1" fmla="*/ 101 h 106"/>
                  <a:gd name="T2" fmla="*/ 22 w 121"/>
                  <a:gd name="T3" fmla="*/ 103 h 106"/>
                  <a:gd name="T4" fmla="*/ 25 w 121"/>
                  <a:gd name="T5" fmla="*/ 105 h 106"/>
                  <a:gd name="T6" fmla="*/ 27 w 121"/>
                  <a:gd name="T7" fmla="*/ 105 h 106"/>
                  <a:gd name="T8" fmla="*/ 30 w 121"/>
                  <a:gd name="T9" fmla="*/ 106 h 106"/>
                  <a:gd name="T10" fmla="*/ 34 w 121"/>
                  <a:gd name="T11" fmla="*/ 105 h 106"/>
                  <a:gd name="T12" fmla="*/ 36 w 121"/>
                  <a:gd name="T13" fmla="*/ 105 h 106"/>
                  <a:gd name="T14" fmla="*/ 39 w 121"/>
                  <a:gd name="T15" fmla="*/ 103 h 106"/>
                  <a:gd name="T16" fmla="*/ 41 w 121"/>
                  <a:gd name="T17" fmla="*/ 102 h 106"/>
                  <a:gd name="T18" fmla="*/ 116 w 121"/>
                  <a:gd name="T19" fmla="*/ 26 h 106"/>
                  <a:gd name="T20" fmla="*/ 119 w 121"/>
                  <a:gd name="T21" fmla="*/ 24 h 106"/>
                  <a:gd name="T22" fmla="*/ 120 w 121"/>
                  <a:gd name="T23" fmla="*/ 21 h 106"/>
                  <a:gd name="T24" fmla="*/ 121 w 121"/>
                  <a:gd name="T25" fmla="*/ 18 h 106"/>
                  <a:gd name="T26" fmla="*/ 121 w 121"/>
                  <a:gd name="T27" fmla="*/ 15 h 106"/>
                  <a:gd name="T28" fmla="*/ 121 w 121"/>
                  <a:gd name="T29" fmla="*/ 13 h 106"/>
                  <a:gd name="T30" fmla="*/ 120 w 121"/>
                  <a:gd name="T31" fmla="*/ 10 h 106"/>
                  <a:gd name="T32" fmla="*/ 119 w 121"/>
                  <a:gd name="T33" fmla="*/ 7 h 106"/>
                  <a:gd name="T34" fmla="*/ 116 w 121"/>
                  <a:gd name="T35" fmla="*/ 5 h 106"/>
                  <a:gd name="T36" fmla="*/ 114 w 121"/>
                  <a:gd name="T37" fmla="*/ 3 h 106"/>
                  <a:gd name="T38" fmla="*/ 111 w 121"/>
                  <a:gd name="T39" fmla="*/ 1 h 106"/>
                  <a:gd name="T40" fmla="*/ 109 w 121"/>
                  <a:gd name="T41" fmla="*/ 1 h 106"/>
                  <a:gd name="T42" fmla="*/ 106 w 121"/>
                  <a:gd name="T43" fmla="*/ 0 h 106"/>
                  <a:gd name="T44" fmla="*/ 103 w 121"/>
                  <a:gd name="T45" fmla="*/ 1 h 106"/>
                  <a:gd name="T46" fmla="*/ 100 w 121"/>
                  <a:gd name="T47" fmla="*/ 1 h 106"/>
                  <a:gd name="T48" fmla="*/ 97 w 121"/>
                  <a:gd name="T49" fmla="*/ 3 h 106"/>
                  <a:gd name="T50" fmla="*/ 95 w 121"/>
                  <a:gd name="T51" fmla="*/ 5 h 106"/>
                  <a:gd name="T52" fmla="*/ 30 w 121"/>
                  <a:gd name="T53" fmla="*/ 70 h 106"/>
                  <a:gd name="T54" fmla="*/ 26 w 121"/>
                  <a:gd name="T55" fmla="*/ 65 h 106"/>
                  <a:gd name="T56" fmla="*/ 24 w 121"/>
                  <a:gd name="T57" fmla="*/ 63 h 106"/>
                  <a:gd name="T58" fmla="*/ 21 w 121"/>
                  <a:gd name="T59" fmla="*/ 61 h 106"/>
                  <a:gd name="T60" fmla="*/ 18 w 121"/>
                  <a:gd name="T61" fmla="*/ 61 h 106"/>
                  <a:gd name="T62" fmla="*/ 15 w 121"/>
                  <a:gd name="T63" fmla="*/ 60 h 106"/>
                  <a:gd name="T64" fmla="*/ 12 w 121"/>
                  <a:gd name="T65" fmla="*/ 61 h 106"/>
                  <a:gd name="T66" fmla="*/ 10 w 121"/>
                  <a:gd name="T67" fmla="*/ 62 h 106"/>
                  <a:gd name="T68" fmla="*/ 7 w 121"/>
                  <a:gd name="T69" fmla="*/ 63 h 106"/>
                  <a:gd name="T70" fmla="*/ 5 w 121"/>
                  <a:gd name="T71" fmla="*/ 65 h 106"/>
                  <a:gd name="T72" fmla="*/ 2 w 121"/>
                  <a:gd name="T73" fmla="*/ 68 h 106"/>
                  <a:gd name="T74" fmla="*/ 1 w 121"/>
                  <a:gd name="T75" fmla="*/ 70 h 106"/>
                  <a:gd name="T76" fmla="*/ 0 w 121"/>
                  <a:gd name="T77" fmla="*/ 73 h 106"/>
                  <a:gd name="T78" fmla="*/ 0 w 121"/>
                  <a:gd name="T79" fmla="*/ 76 h 106"/>
                  <a:gd name="T80" fmla="*/ 0 w 121"/>
                  <a:gd name="T81" fmla="*/ 78 h 106"/>
                  <a:gd name="T82" fmla="*/ 1 w 121"/>
                  <a:gd name="T83" fmla="*/ 82 h 106"/>
                  <a:gd name="T84" fmla="*/ 2 w 121"/>
                  <a:gd name="T85" fmla="*/ 84 h 106"/>
                  <a:gd name="T86" fmla="*/ 5 w 121"/>
                  <a:gd name="T87" fmla="*/ 87 h 106"/>
                  <a:gd name="T88" fmla="*/ 20 w 121"/>
                  <a:gd name="T89" fmla="*/ 101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1" h="106">
                    <a:moveTo>
                      <a:pt x="20" y="101"/>
                    </a:moveTo>
                    <a:lnTo>
                      <a:pt x="22" y="103"/>
                    </a:lnTo>
                    <a:lnTo>
                      <a:pt x="25" y="105"/>
                    </a:lnTo>
                    <a:lnTo>
                      <a:pt x="27" y="105"/>
                    </a:lnTo>
                    <a:lnTo>
                      <a:pt x="30" y="106"/>
                    </a:lnTo>
                    <a:lnTo>
                      <a:pt x="34" y="105"/>
                    </a:lnTo>
                    <a:lnTo>
                      <a:pt x="36" y="105"/>
                    </a:lnTo>
                    <a:lnTo>
                      <a:pt x="39" y="103"/>
                    </a:lnTo>
                    <a:lnTo>
                      <a:pt x="41" y="102"/>
                    </a:lnTo>
                    <a:lnTo>
                      <a:pt x="116" y="26"/>
                    </a:lnTo>
                    <a:lnTo>
                      <a:pt x="119" y="24"/>
                    </a:lnTo>
                    <a:lnTo>
                      <a:pt x="120" y="21"/>
                    </a:lnTo>
                    <a:lnTo>
                      <a:pt x="121" y="18"/>
                    </a:lnTo>
                    <a:lnTo>
                      <a:pt x="121" y="15"/>
                    </a:lnTo>
                    <a:lnTo>
                      <a:pt x="121" y="13"/>
                    </a:lnTo>
                    <a:lnTo>
                      <a:pt x="120" y="10"/>
                    </a:lnTo>
                    <a:lnTo>
                      <a:pt x="119" y="7"/>
                    </a:lnTo>
                    <a:lnTo>
                      <a:pt x="116" y="5"/>
                    </a:lnTo>
                    <a:lnTo>
                      <a:pt x="114" y="3"/>
                    </a:lnTo>
                    <a:lnTo>
                      <a:pt x="111" y="1"/>
                    </a:lnTo>
                    <a:lnTo>
                      <a:pt x="109" y="1"/>
                    </a:lnTo>
                    <a:lnTo>
                      <a:pt x="106" y="0"/>
                    </a:lnTo>
                    <a:lnTo>
                      <a:pt x="103" y="1"/>
                    </a:lnTo>
                    <a:lnTo>
                      <a:pt x="100" y="1"/>
                    </a:lnTo>
                    <a:lnTo>
                      <a:pt x="97" y="3"/>
                    </a:lnTo>
                    <a:lnTo>
                      <a:pt x="95" y="5"/>
                    </a:lnTo>
                    <a:lnTo>
                      <a:pt x="30" y="70"/>
                    </a:lnTo>
                    <a:lnTo>
                      <a:pt x="26" y="65"/>
                    </a:lnTo>
                    <a:lnTo>
                      <a:pt x="24" y="63"/>
                    </a:lnTo>
                    <a:lnTo>
                      <a:pt x="21" y="61"/>
                    </a:lnTo>
                    <a:lnTo>
                      <a:pt x="18" y="61"/>
                    </a:lnTo>
                    <a:lnTo>
                      <a:pt x="15" y="60"/>
                    </a:lnTo>
                    <a:lnTo>
                      <a:pt x="12" y="61"/>
                    </a:lnTo>
                    <a:lnTo>
                      <a:pt x="10" y="62"/>
                    </a:lnTo>
                    <a:lnTo>
                      <a:pt x="7" y="63"/>
                    </a:lnTo>
                    <a:lnTo>
                      <a:pt x="5" y="65"/>
                    </a:lnTo>
                    <a:lnTo>
                      <a:pt x="2" y="68"/>
                    </a:lnTo>
                    <a:lnTo>
                      <a:pt x="1" y="70"/>
                    </a:lnTo>
                    <a:lnTo>
                      <a:pt x="0" y="73"/>
                    </a:lnTo>
                    <a:lnTo>
                      <a:pt x="0" y="76"/>
                    </a:lnTo>
                    <a:lnTo>
                      <a:pt x="0" y="78"/>
                    </a:lnTo>
                    <a:lnTo>
                      <a:pt x="1" y="82"/>
                    </a:lnTo>
                    <a:lnTo>
                      <a:pt x="2" y="84"/>
                    </a:lnTo>
                    <a:lnTo>
                      <a:pt x="5" y="87"/>
                    </a:lnTo>
                    <a:lnTo>
                      <a:pt x="20" y="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50" name="Freeform 56">
                <a:extLst>
                  <a:ext uri="{FF2B5EF4-FFF2-40B4-BE49-F238E27FC236}">
                    <a16:creationId xmlns:a16="http://schemas.microsoft.com/office/drawing/2014/main" id="{88CAE0CE-4DE4-E98F-EF0D-49F704747D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4900" y="1993900"/>
                <a:ext cx="68263" cy="219075"/>
              </a:xfrm>
              <a:custGeom>
                <a:avLst/>
                <a:gdLst>
                  <a:gd name="T0" fmla="*/ 120 w 212"/>
                  <a:gd name="T1" fmla="*/ 659 h 694"/>
                  <a:gd name="T2" fmla="*/ 99 w 212"/>
                  <a:gd name="T3" fmla="*/ 643 h 694"/>
                  <a:gd name="T4" fmla="*/ 92 w 212"/>
                  <a:gd name="T5" fmla="*/ 618 h 694"/>
                  <a:gd name="T6" fmla="*/ 181 w 212"/>
                  <a:gd name="T7" fmla="*/ 616 h 694"/>
                  <a:gd name="T8" fmla="*/ 167 w 212"/>
                  <a:gd name="T9" fmla="*/ 647 h 694"/>
                  <a:gd name="T10" fmla="*/ 144 w 212"/>
                  <a:gd name="T11" fmla="*/ 662 h 694"/>
                  <a:gd name="T12" fmla="*/ 145 w 212"/>
                  <a:gd name="T13" fmla="*/ 31 h 694"/>
                  <a:gd name="T14" fmla="*/ 168 w 212"/>
                  <a:gd name="T15" fmla="*/ 43 h 694"/>
                  <a:gd name="T16" fmla="*/ 181 w 212"/>
                  <a:gd name="T17" fmla="*/ 57 h 694"/>
                  <a:gd name="T18" fmla="*/ 92 w 212"/>
                  <a:gd name="T19" fmla="*/ 331 h 694"/>
                  <a:gd name="T20" fmla="*/ 95 w 212"/>
                  <a:gd name="T21" fmla="*/ 53 h 694"/>
                  <a:gd name="T22" fmla="*/ 112 w 212"/>
                  <a:gd name="T23" fmla="*/ 38 h 694"/>
                  <a:gd name="T24" fmla="*/ 137 w 212"/>
                  <a:gd name="T25" fmla="*/ 30 h 694"/>
                  <a:gd name="T26" fmla="*/ 182 w 212"/>
                  <a:gd name="T27" fmla="*/ 362 h 694"/>
                  <a:gd name="T28" fmla="*/ 92 w 212"/>
                  <a:gd name="T29" fmla="*/ 362 h 694"/>
                  <a:gd name="T30" fmla="*/ 113 w 212"/>
                  <a:gd name="T31" fmla="*/ 4 h 694"/>
                  <a:gd name="T32" fmla="*/ 84 w 212"/>
                  <a:gd name="T33" fmla="*/ 22 h 694"/>
                  <a:gd name="T34" fmla="*/ 65 w 212"/>
                  <a:gd name="T35" fmla="*/ 46 h 694"/>
                  <a:gd name="T36" fmla="*/ 36 w 212"/>
                  <a:gd name="T37" fmla="*/ 55 h 694"/>
                  <a:gd name="T38" fmla="*/ 21 w 212"/>
                  <a:gd name="T39" fmla="*/ 67 h 694"/>
                  <a:gd name="T40" fmla="*/ 9 w 212"/>
                  <a:gd name="T41" fmla="*/ 82 h 694"/>
                  <a:gd name="T42" fmla="*/ 2 w 212"/>
                  <a:gd name="T43" fmla="*/ 103 h 694"/>
                  <a:gd name="T44" fmla="*/ 0 w 212"/>
                  <a:gd name="T45" fmla="*/ 394 h 694"/>
                  <a:gd name="T46" fmla="*/ 3 w 212"/>
                  <a:gd name="T47" fmla="*/ 402 h 694"/>
                  <a:gd name="T48" fmla="*/ 10 w 212"/>
                  <a:gd name="T49" fmla="*/ 408 h 694"/>
                  <a:gd name="T50" fmla="*/ 19 w 212"/>
                  <a:gd name="T51" fmla="*/ 409 h 694"/>
                  <a:gd name="T52" fmla="*/ 26 w 212"/>
                  <a:gd name="T53" fmla="*/ 404 h 694"/>
                  <a:gd name="T54" fmla="*/ 30 w 212"/>
                  <a:gd name="T55" fmla="*/ 397 h 694"/>
                  <a:gd name="T56" fmla="*/ 31 w 212"/>
                  <a:gd name="T57" fmla="*/ 111 h 694"/>
                  <a:gd name="T58" fmla="*/ 40 w 212"/>
                  <a:gd name="T59" fmla="*/ 89 h 694"/>
                  <a:gd name="T60" fmla="*/ 55 w 212"/>
                  <a:gd name="T61" fmla="*/ 79 h 694"/>
                  <a:gd name="T62" fmla="*/ 62 w 212"/>
                  <a:gd name="T63" fmla="*/ 626 h 694"/>
                  <a:gd name="T64" fmla="*/ 67 w 212"/>
                  <a:gd name="T65" fmla="*/ 647 h 694"/>
                  <a:gd name="T66" fmla="*/ 79 w 212"/>
                  <a:gd name="T67" fmla="*/ 666 h 694"/>
                  <a:gd name="T68" fmla="*/ 95 w 212"/>
                  <a:gd name="T69" fmla="*/ 681 h 694"/>
                  <a:gd name="T70" fmla="*/ 114 w 212"/>
                  <a:gd name="T71" fmla="*/ 690 h 694"/>
                  <a:gd name="T72" fmla="*/ 137 w 212"/>
                  <a:gd name="T73" fmla="*/ 694 h 694"/>
                  <a:gd name="T74" fmla="*/ 157 w 212"/>
                  <a:gd name="T75" fmla="*/ 690 h 694"/>
                  <a:gd name="T76" fmla="*/ 177 w 212"/>
                  <a:gd name="T77" fmla="*/ 680 h 694"/>
                  <a:gd name="T78" fmla="*/ 193 w 212"/>
                  <a:gd name="T79" fmla="*/ 663 h 694"/>
                  <a:gd name="T80" fmla="*/ 206 w 212"/>
                  <a:gd name="T81" fmla="*/ 641 h 694"/>
                  <a:gd name="T82" fmla="*/ 211 w 212"/>
                  <a:gd name="T83" fmla="*/ 613 h 694"/>
                  <a:gd name="T84" fmla="*/ 211 w 212"/>
                  <a:gd name="T85" fmla="*/ 56 h 694"/>
                  <a:gd name="T86" fmla="*/ 206 w 212"/>
                  <a:gd name="T87" fmla="*/ 41 h 694"/>
                  <a:gd name="T88" fmla="*/ 177 w 212"/>
                  <a:gd name="T89" fmla="*/ 13 h 694"/>
                  <a:gd name="T90" fmla="*/ 151 w 212"/>
                  <a:gd name="T91" fmla="*/ 2 h 694"/>
                  <a:gd name="T92" fmla="*/ 137 w 212"/>
                  <a:gd name="T93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12" h="694">
                    <a:moveTo>
                      <a:pt x="137" y="663"/>
                    </a:moveTo>
                    <a:lnTo>
                      <a:pt x="128" y="662"/>
                    </a:lnTo>
                    <a:lnTo>
                      <a:pt x="120" y="659"/>
                    </a:lnTo>
                    <a:lnTo>
                      <a:pt x="112" y="655"/>
                    </a:lnTo>
                    <a:lnTo>
                      <a:pt x="105" y="650"/>
                    </a:lnTo>
                    <a:lnTo>
                      <a:pt x="99" y="643"/>
                    </a:lnTo>
                    <a:lnTo>
                      <a:pt x="95" y="636"/>
                    </a:lnTo>
                    <a:lnTo>
                      <a:pt x="92" y="627"/>
                    </a:lnTo>
                    <a:lnTo>
                      <a:pt x="92" y="618"/>
                    </a:lnTo>
                    <a:lnTo>
                      <a:pt x="92" y="603"/>
                    </a:lnTo>
                    <a:lnTo>
                      <a:pt x="182" y="603"/>
                    </a:lnTo>
                    <a:lnTo>
                      <a:pt x="181" y="616"/>
                    </a:lnTo>
                    <a:lnTo>
                      <a:pt x="178" y="628"/>
                    </a:lnTo>
                    <a:lnTo>
                      <a:pt x="173" y="639"/>
                    </a:lnTo>
                    <a:lnTo>
                      <a:pt x="167" y="647"/>
                    </a:lnTo>
                    <a:lnTo>
                      <a:pt x="161" y="654"/>
                    </a:lnTo>
                    <a:lnTo>
                      <a:pt x="153" y="659"/>
                    </a:lnTo>
                    <a:lnTo>
                      <a:pt x="144" y="662"/>
                    </a:lnTo>
                    <a:lnTo>
                      <a:pt x="137" y="663"/>
                    </a:lnTo>
                    <a:close/>
                    <a:moveTo>
                      <a:pt x="137" y="30"/>
                    </a:moveTo>
                    <a:lnTo>
                      <a:pt x="145" y="31"/>
                    </a:lnTo>
                    <a:lnTo>
                      <a:pt x="153" y="34"/>
                    </a:lnTo>
                    <a:lnTo>
                      <a:pt x="161" y="38"/>
                    </a:lnTo>
                    <a:lnTo>
                      <a:pt x="168" y="43"/>
                    </a:lnTo>
                    <a:lnTo>
                      <a:pt x="173" y="47"/>
                    </a:lnTo>
                    <a:lnTo>
                      <a:pt x="178" y="53"/>
                    </a:lnTo>
                    <a:lnTo>
                      <a:pt x="181" y="57"/>
                    </a:lnTo>
                    <a:lnTo>
                      <a:pt x="182" y="60"/>
                    </a:lnTo>
                    <a:lnTo>
                      <a:pt x="182" y="331"/>
                    </a:lnTo>
                    <a:lnTo>
                      <a:pt x="92" y="331"/>
                    </a:lnTo>
                    <a:lnTo>
                      <a:pt x="92" y="60"/>
                    </a:lnTo>
                    <a:lnTo>
                      <a:pt x="93" y="57"/>
                    </a:lnTo>
                    <a:lnTo>
                      <a:pt x="95" y="53"/>
                    </a:lnTo>
                    <a:lnTo>
                      <a:pt x="99" y="48"/>
                    </a:lnTo>
                    <a:lnTo>
                      <a:pt x="106" y="43"/>
                    </a:lnTo>
                    <a:lnTo>
                      <a:pt x="112" y="38"/>
                    </a:lnTo>
                    <a:lnTo>
                      <a:pt x="120" y="34"/>
                    </a:lnTo>
                    <a:lnTo>
                      <a:pt x="127" y="31"/>
                    </a:lnTo>
                    <a:lnTo>
                      <a:pt x="137" y="30"/>
                    </a:lnTo>
                    <a:lnTo>
                      <a:pt x="137" y="30"/>
                    </a:lnTo>
                    <a:close/>
                    <a:moveTo>
                      <a:pt x="92" y="362"/>
                    </a:moveTo>
                    <a:lnTo>
                      <a:pt x="182" y="362"/>
                    </a:lnTo>
                    <a:lnTo>
                      <a:pt x="182" y="573"/>
                    </a:lnTo>
                    <a:lnTo>
                      <a:pt x="92" y="573"/>
                    </a:lnTo>
                    <a:lnTo>
                      <a:pt x="92" y="362"/>
                    </a:lnTo>
                    <a:close/>
                    <a:moveTo>
                      <a:pt x="137" y="0"/>
                    </a:moveTo>
                    <a:lnTo>
                      <a:pt x="125" y="1"/>
                    </a:lnTo>
                    <a:lnTo>
                      <a:pt x="113" y="4"/>
                    </a:lnTo>
                    <a:lnTo>
                      <a:pt x="102" y="9"/>
                    </a:lnTo>
                    <a:lnTo>
                      <a:pt x="93" y="15"/>
                    </a:lnTo>
                    <a:lnTo>
                      <a:pt x="84" y="22"/>
                    </a:lnTo>
                    <a:lnTo>
                      <a:pt x="76" y="29"/>
                    </a:lnTo>
                    <a:lnTo>
                      <a:pt x="69" y="38"/>
                    </a:lnTo>
                    <a:lnTo>
                      <a:pt x="65" y="46"/>
                    </a:lnTo>
                    <a:lnTo>
                      <a:pt x="53" y="48"/>
                    </a:lnTo>
                    <a:lnTo>
                      <a:pt x="41" y="53"/>
                    </a:lnTo>
                    <a:lnTo>
                      <a:pt x="36" y="55"/>
                    </a:lnTo>
                    <a:lnTo>
                      <a:pt x="30" y="58"/>
                    </a:lnTo>
                    <a:lnTo>
                      <a:pt x="25" y="62"/>
                    </a:lnTo>
                    <a:lnTo>
                      <a:pt x="21" y="67"/>
                    </a:lnTo>
                    <a:lnTo>
                      <a:pt x="16" y="71"/>
                    </a:lnTo>
                    <a:lnTo>
                      <a:pt x="12" y="76"/>
                    </a:lnTo>
                    <a:lnTo>
                      <a:pt x="9" y="82"/>
                    </a:lnTo>
                    <a:lnTo>
                      <a:pt x="6" y="88"/>
                    </a:lnTo>
                    <a:lnTo>
                      <a:pt x="3" y="96"/>
                    </a:lnTo>
                    <a:lnTo>
                      <a:pt x="2" y="103"/>
                    </a:lnTo>
                    <a:lnTo>
                      <a:pt x="1" y="112"/>
                    </a:lnTo>
                    <a:lnTo>
                      <a:pt x="0" y="120"/>
                    </a:lnTo>
                    <a:lnTo>
                      <a:pt x="0" y="394"/>
                    </a:lnTo>
                    <a:lnTo>
                      <a:pt x="1" y="397"/>
                    </a:lnTo>
                    <a:lnTo>
                      <a:pt x="2" y="399"/>
                    </a:lnTo>
                    <a:lnTo>
                      <a:pt x="3" y="402"/>
                    </a:lnTo>
                    <a:lnTo>
                      <a:pt x="6" y="404"/>
                    </a:lnTo>
                    <a:lnTo>
                      <a:pt x="8" y="406"/>
                    </a:lnTo>
                    <a:lnTo>
                      <a:pt x="10" y="408"/>
                    </a:lnTo>
                    <a:lnTo>
                      <a:pt x="13" y="409"/>
                    </a:lnTo>
                    <a:lnTo>
                      <a:pt x="15" y="409"/>
                    </a:lnTo>
                    <a:lnTo>
                      <a:pt x="19" y="409"/>
                    </a:lnTo>
                    <a:lnTo>
                      <a:pt x="22" y="408"/>
                    </a:lnTo>
                    <a:lnTo>
                      <a:pt x="24" y="406"/>
                    </a:lnTo>
                    <a:lnTo>
                      <a:pt x="26" y="404"/>
                    </a:lnTo>
                    <a:lnTo>
                      <a:pt x="28" y="402"/>
                    </a:lnTo>
                    <a:lnTo>
                      <a:pt x="29" y="399"/>
                    </a:lnTo>
                    <a:lnTo>
                      <a:pt x="30" y="397"/>
                    </a:lnTo>
                    <a:lnTo>
                      <a:pt x="30" y="394"/>
                    </a:lnTo>
                    <a:lnTo>
                      <a:pt x="30" y="120"/>
                    </a:lnTo>
                    <a:lnTo>
                      <a:pt x="31" y="111"/>
                    </a:lnTo>
                    <a:lnTo>
                      <a:pt x="34" y="102"/>
                    </a:lnTo>
                    <a:lnTo>
                      <a:pt x="36" y="96"/>
                    </a:lnTo>
                    <a:lnTo>
                      <a:pt x="40" y="89"/>
                    </a:lnTo>
                    <a:lnTo>
                      <a:pt x="44" y="85"/>
                    </a:lnTo>
                    <a:lnTo>
                      <a:pt x="50" y="82"/>
                    </a:lnTo>
                    <a:lnTo>
                      <a:pt x="55" y="79"/>
                    </a:lnTo>
                    <a:lnTo>
                      <a:pt x="62" y="77"/>
                    </a:lnTo>
                    <a:lnTo>
                      <a:pt x="62" y="618"/>
                    </a:lnTo>
                    <a:lnTo>
                      <a:pt x="62" y="626"/>
                    </a:lnTo>
                    <a:lnTo>
                      <a:pt x="63" y="633"/>
                    </a:lnTo>
                    <a:lnTo>
                      <a:pt x="65" y="640"/>
                    </a:lnTo>
                    <a:lnTo>
                      <a:pt x="67" y="647"/>
                    </a:lnTo>
                    <a:lnTo>
                      <a:pt x="70" y="654"/>
                    </a:lnTo>
                    <a:lnTo>
                      <a:pt x="74" y="660"/>
                    </a:lnTo>
                    <a:lnTo>
                      <a:pt x="79" y="666"/>
                    </a:lnTo>
                    <a:lnTo>
                      <a:pt x="84" y="671"/>
                    </a:lnTo>
                    <a:lnTo>
                      <a:pt x="90" y="676"/>
                    </a:lnTo>
                    <a:lnTo>
                      <a:pt x="95" y="681"/>
                    </a:lnTo>
                    <a:lnTo>
                      <a:pt x="101" y="684"/>
                    </a:lnTo>
                    <a:lnTo>
                      <a:pt x="108" y="687"/>
                    </a:lnTo>
                    <a:lnTo>
                      <a:pt x="114" y="690"/>
                    </a:lnTo>
                    <a:lnTo>
                      <a:pt x="122" y="693"/>
                    </a:lnTo>
                    <a:lnTo>
                      <a:pt x="129" y="694"/>
                    </a:lnTo>
                    <a:lnTo>
                      <a:pt x="137" y="694"/>
                    </a:lnTo>
                    <a:lnTo>
                      <a:pt x="143" y="694"/>
                    </a:lnTo>
                    <a:lnTo>
                      <a:pt x="150" y="693"/>
                    </a:lnTo>
                    <a:lnTo>
                      <a:pt x="157" y="690"/>
                    </a:lnTo>
                    <a:lnTo>
                      <a:pt x="164" y="687"/>
                    </a:lnTo>
                    <a:lnTo>
                      <a:pt x="170" y="684"/>
                    </a:lnTo>
                    <a:lnTo>
                      <a:pt x="177" y="680"/>
                    </a:lnTo>
                    <a:lnTo>
                      <a:pt x="182" y="675"/>
                    </a:lnTo>
                    <a:lnTo>
                      <a:pt x="187" y="669"/>
                    </a:lnTo>
                    <a:lnTo>
                      <a:pt x="193" y="663"/>
                    </a:lnTo>
                    <a:lnTo>
                      <a:pt x="197" y="656"/>
                    </a:lnTo>
                    <a:lnTo>
                      <a:pt x="201" y="648"/>
                    </a:lnTo>
                    <a:lnTo>
                      <a:pt x="206" y="641"/>
                    </a:lnTo>
                    <a:lnTo>
                      <a:pt x="208" y="632"/>
                    </a:lnTo>
                    <a:lnTo>
                      <a:pt x="210" y="623"/>
                    </a:lnTo>
                    <a:lnTo>
                      <a:pt x="211" y="613"/>
                    </a:lnTo>
                    <a:lnTo>
                      <a:pt x="212" y="603"/>
                    </a:lnTo>
                    <a:lnTo>
                      <a:pt x="212" y="60"/>
                    </a:lnTo>
                    <a:lnTo>
                      <a:pt x="211" y="56"/>
                    </a:lnTo>
                    <a:lnTo>
                      <a:pt x="210" y="51"/>
                    </a:lnTo>
                    <a:lnTo>
                      <a:pt x="208" y="45"/>
                    </a:lnTo>
                    <a:lnTo>
                      <a:pt x="206" y="41"/>
                    </a:lnTo>
                    <a:lnTo>
                      <a:pt x="198" y="30"/>
                    </a:lnTo>
                    <a:lnTo>
                      <a:pt x="188" y="20"/>
                    </a:lnTo>
                    <a:lnTo>
                      <a:pt x="177" y="13"/>
                    </a:lnTo>
                    <a:lnTo>
                      <a:pt x="164" y="6"/>
                    </a:lnTo>
                    <a:lnTo>
                      <a:pt x="157" y="3"/>
                    </a:lnTo>
                    <a:lnTo>
                      <a:pt x="151" y="2"/>
                    </a:lnTo>
                    <a:lnTo>
                      <a:pt x="143" y="1"/>
                    </a:lnTo>
                    <a:lnTo>
                      <a:pt x="137" y="0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32F3E99-D35E-6743-5DCD-08354F9486D1}"/>
                </a:ext>
              </a:extLst>
            </p:cNvPr>
            <p:cNvGrpSpPr/>
            <p:nvPr/>
          </p:nvGrpSpPr>
          <p:grpSpPr>
            <a:xfrm>
              <a:off x="3750910" y="4451136"/>
              <a:ext cx="518230" cy="518230"/>
              <a:chOff x="4325938" y="5057775"/>
              <a:chExt cx="285750" cy="285750"/>
            </a:xfrm>
            <a:solidFill>
              <a:schemeClr val="bg1"/>
            </a:solidFill>
          </p:grpSpPr>
          <p:sp>
            <p:nvSpPr>
              <p:cNvPr id="35" name="Freeform 496">
                <a:extLst>
                  <a:ext uri="{FF2B5EF4-FFF2-40B4-BE49-F238E27FC236}">
                    <a16:creationId xmlns:a16="http://schemas.microsoft.com/office/drawing/2014/main" id="{60619160-CF58-7311-DC6E-8F34EDA1A5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5938" y="5057775"/>
                <a:ext cx="285750" cy="285750"/>
              </a:xfrm>
              <a:custGeom>
                <a:avLst/>
                <a:gdLst>
                  <a:gd name="T0" fmla="*/ 870 w 900"/>
                  <a:gd name="T1" fmla="*/ 870 h 900"/>
                  <a:gd name="T2" fmla="*/ 30 w 900"/>
                  <a:gd name="T3" fmla="*/ 870 h 900"/>
                  <a:gd name="T4" fmla="*/ 30 w 900"/>
                  <a:gd name="T5" fmla="*/ 30 h 900"/>
                  <a:gd name="T6" fmla="*/ 870 w 900"/>
                  <a:gd name="T7" fmla="*/ 30 h 900"/>
                  <a:gd name="T8" fmla="*/ 870 w 900"/>
                  <a:gd name="T9" fmla="*/ 870 h 900"/>
                  <a:gd name="T10" fmla="*/ 885 w 900"/>
                  <a:gd name="T11" fmla="*/ 0 h 900"/>
                  <a:gd name="T12" fmla="*/ 15 w 900"/>
                  <a:gd name="T13" fmla="*/ 0 h 900"/>
                  <a:gd name="T14" fmla="*/ 12 w 900"/>
                  <a:gd name="T15" fmla="*/ 0 h 900"/>
                  <a:gd name="T16" fmla="*/ 10 w 900"/>
                  <a:gd name="T17" fmla="*/ 1 h 900"/>
                  <a:gd name="T18" fmla="*/ 6 w 900"/>
                  <a:gd name="T19" fmla="*/ 3 h 900"/>
                  <a:gd name="T20" fmla="*/ 4 w 900"/>
                  <a:gd name="T21" fmla="*/ 4 h 900"/>
                  <a:gd name="T22" fmla="*/ 2 w 900"/>
                  <a:gd name="T23" fmla="*/ 7 h 900"/>
                  <a:gd name="T24" fmla="*/ 1 w 900"/>
                  <a:gd name="T25" fmla="*/ 10 h 900"/>
                  <a:gd name="T26" fmla="*/ 0 w 900"/>
                  <a:gd name="T27" fmla="*/ 12 h 900"/>
                  <a:gd name="T28" fmla="*/ 0 w 900"/>
                  <a:gd name="T29" fmla="*/ 15 h 900"/>
                  <a:gd name="T30" fmla="*/ 0 w 900"/>
                  <a:gd name="T31" fmla="*/ 885 h 900"/>
                  <a:gd name="T32" fmla="*/ 0 w 900"/>
                  <a:gd name="T33" fmla="*/ 888 h 900"/>
                  <a:gd name="T34" fmla="*/ 1 w 900"/>
                  <a:gd name="T35" fmla="*/ 890 h 900"/>
                  <a:gd name="T36" fmla="*/ 3 w 900"/>
                  <a:gd name="T37" fmla="*/ 893 h 900"/>
                  <a:gd name="T38" fmla="*/ 4 w 900"/>
                  <a:gd name="T39" fmla="*/ 895 h 900"/>
                  <a:gd name="T40" fmla="*/ 6 w 900"/>
                  <a:gd name="T41" fmla="*/ 897 h 900"/>
                  <a:gd name="T42" fmla="*/ 10 w 900"/>
                  <a:gd name="T43" fmla="*/ 899 h 900"/>
                  <a:gd name="T44" fmla="*/ 12 w 900"/>
                  <a:gd name="T45" fmla="*/ 899 h 900"/>
                  <a:gd name="T46" fmla="*/ 15 w 900"/>
                  <a:gd name="T47" fmla="*/ 900 h 900"/>
                  <a:gd name="T48" fmla="*/ 885 w 900"/>
                  <a:gd name="T49" fmla="*/ 900 h 900"/>
                  <a:gd name="T50" fmla="*/ 888 w 900"/>
                  <a:gd name="T51" fmla="*/ 899 h 900"/>
                  <a:gd name="T52" fmla="*/ 890 w 900"/>
                  <a:gd name="T53" fmla="*/ 899 h 900"/>
                  <a:gd name="T54" fmla="*/ 893 w 900"/>
                  <a:gd name="T55" fmla="*/ 897 h 900"/>
                  <a:gd name="T56" fmla="*/ 895 w 900"/>
                  <a:gd name="T57" fmla="*/ 895 h 900"/>
                  <a:gd name="T58" fmla="*/ 897 w 900"/>
                  <a:gd name="T59" fmla="*/ 893 h 900"/>
                  <a:gd name="T60" fmla="*/ 899 w 900"/>
                  <a:gd name="T61" fmla="*/ 890 h 900"/>
                  <a:gd name="T62" fmla="*/ 899 w 900"/>
                  <a:gd name="T63" fmla="*/ 888 h 900"/>
                  <a:gd name="T64" fmla="*/ 900 w 900"/>
                  <a:gd name="T65" fmla="*/ 885 h 900"/>
                  <a:gd name="T66" fmla="*/ 900 w 900"/>
                  <a:gd name="T67" fmla="*/ 15 h 900"/>
                  <a:gd name="T68" fmla="*/ 899 w 900"/>
                  <a:gd name="T69" fmla="*/ 12 h 900"/>
                  <a:gd name="T70" fmla="*/ 899 w 900"/>
                  <a:gd name="T71" fmla="*/ 10 h 900"/>
                  <a:gd name="T72" fmla="*/ 897 w 900"/>
                  <a:gd name="T73" fmla="*/ 7 h 900"/>
                  <a:gd name="T74" fmla="*/ 895 w 900"/>
                  <a:gd name="T75" fmla="*/ 4 h 900"/>
                  <a:gd name="T76" fmla="*/ 892 w 900"/>
                  <a:gd name="T77" fmla="*/ 3 h 900"/>
                  <a:gd name="T78" fmla="*/ 890 w 900"/>
                  <a:gd name="T79" fmla="*/ 1 h 900"/>
                  <a:gd name="T80" fmla="*/ 887 w 900"/>
                  <a:gd name="T81" fmla="*/ 0 h 900"/>
                  <a:gd name="T82" fmla="*/ 885 w 900"/>
                  <a:gd name="T83" fmla="*/ 0 h 900"/>
                  <a:gd name="T84" fmla="*/ 885 w 900"/>
                  <a:gd name="T85" fmla="*/ 0 h 9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00" h="900">
                    <a:moveTo>
                      <a:pt x="870" y="870"/>
                    </a:moveTo>
                    <a:lnTo>
                      <a:pt x="30" y="870"/>
                    </a:lnTo>
                    <a:lnTo>
                      <a:pt x="30" y="30"/>
                    </a:lnTo>
                    <a:lnTo>
                      <a:pt x="870" y="30"/>
                    </a:lnTo>
                    <a:lnTo>
                      <a:pt x="870" y="870"/>
                    </a:lnTo>
                    <a:close/>
                    <a:moveTo>
                      <a:pt x="88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885"/>
                    </a:lnTo>
                    <a:lnTo>
                      <a:pt x="0" y="888"/>
                    </a:lnTo>
                    <a:lnTo>
                      <a:pt x="1" y="890"/>
                    </a:lnTo>
                    <a:lnTo>
                      <a:pt x="3" y="893"/>
                    </a:lnTo>
                    <a:lnTo>
                      <a:pt x="4" y="895"/>
                    </a:lnTo>
                    <a:lnTo>
                      <a:pt x="6" y="897"/>
                    </a:lnTo>
                    <a:lnTo>
                      <a:pt x="10" y="899"/>
                    </a:lnTo>
                    <a:lnTo>
                      <a:pt x="12" y="899"/>
                    </a:lnTo>
                    <a:lnTo>
                      <a:pt x="15" y="900"/>
                    </a:lnTo>
                    <a:lnTo>
                      <a:pt x="885" y="900"/>
                    </a:lnTo>
                    <a:lnTo>
                      <a:pt x="888" y="899"/>
                    </a:lnTo>
                    <a:lnTo>
                      <a:pt x="890" y="899"/>
                    </a:lnTo>
                    <a:lnTo>
                      <a:pt x="893" y="897"/>
                    </a:lnTo>
                    <a:lnTo>
                      <a:pt x="895" y="895"/>
                    </a:lnTo>
                    <a:lnTo>
                      <a:pt x="897" y="893"/>
                    </a:lnTo>
                    <a:lnTo>
                      <a:pt x="899" y="890"/>
                    </a:lnTo>
                    <a:lnTo>
                      <a:pt x="899" y="888"/>
                    </a:lnTo>
                    <a:lnTo>
                      <a:pt x="900" y="885"/>
                    </a:lnTo>
                    <a:lnTo>
                      <a:pt x="900" y="15"/>
                    </a:lnTo>
                    <a:lnTo>
                      <a:pt x="899" y="12"/>
                    </a:lnTo>
                    <a:lnTo>
                      <a:pt x="899" y="10"/>
                    </a:lnTo>
                    <a:lnTo>
                      <a:pt x="897" y="7"/>
                    </a:lnTo>
                    <a:lnTo>
                      <a:pt x="895" y="4"/>
                    </a:lnTo>
                    <a:lnTo>
                      <a:pt x="892" y="3"/>
                    </a:lnTo>
                    <a:lnTo>
                      <a:pt x="890" y="1"/>
                    </a:lnTo>
                    <a:lnTo>
                      <a:pt x="887" y="0"/>
                    </a:lnTo>
                    <a:lnTo>
                      <a:pt x="885" y="0"/>
                    </a:lnTo>
                    <a:lnTo>
                      <a:pt x="88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6" name="Freeform 497">
                <a:extLst>
                  <a:ext uri="{FF2B5EF4-FFF2-40B4-BE49-F238E27FC236}">
                    <a16:creationId xmlns:a16="http://schemas.microsoft.com/office/drawing/2014/main" id="{5F99B6F5-CA6A-27F3-5256-A13F6F03A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7863" y="5124450"/>
                <a:ext cx="85725" cy="9525"/>
              </a:xfrm>
              <a:custGeom>
                <a:avLst/>
                <a:gdLst>
                  <a:gd name="T0" fmla="*/ 15 w 270"/>
                  <a:gd name="T1" fmla="*/ 30 h 30"/>
                  <a:gd name="T2" fmla="*/ 255 w 270"/>
                  <a:gd name="T3" fmla="*/ 30 h 30"/>
                  <a:gd name="T4" fmla="*/ 258 w 270"/>
                  <a:gd name="T5" fmla="*/ 30 h 30"/>
                  <a:gd name="T6" fmla="*/ 260 w 270"/>
                  <a:gd name="T7" fmla="*/ 29 h 30"/>
                  <a:gd name="T8" fmla="*/ 263 w 270"/>
                  <a:gd name="T9" fmla="*/ 28 h 30"/>
                  <a:gd name="T10" fmla="*/ 265 w 270"/>
                  <a:gd name="T11" fmla="*/ 26 h 30"/>
                  <a:gd name="T12" fmla="*/ 267 w 270"/>
                  <a:gd name="T13" fmla="*/ 24 h 30"/>
                  <a:gd name="T14" fmla="*/ 269 w 270"/>
                  <a:gd name="T15" fmla="*/ 20 h 30"/>
                  <a:gd name="T16" fmla="*/ 269 w 270"/>
                  <a:gd name="T17" fmla="*/ 18 h 30"/>
                  <a:gd name="T18" fmla="*/ 270 w 270"/>
                  <a:gd name="T19" fmla="*/ 15 h 30"/>
                  <a:gd name="T20" fmla="*/ 269 w 270"/>
                  <a:gd name="T21" fmla="*/ 12 h 30"/>
                  <a:gd name="T22" fmla="*/ 269 w 270"/>
                  <a:gd name="T23" fmla="*/ 10 h 30"/>
                  <a:gd name="T24" fmla="*/ 267 w 270"/>
                  <a:gd name="T25" fmla="*/ 6 h 30"/>
                  <a:gd name="T26" fmla="*/ 265 w 270"/>
                  <a:gd name="T27" fmla="*/ 4 h 30"/>
                  <a:gd name="T28" fmla="*/ 263 w 270"/>
                  <a:gd name="T29" fmla="*/ 2 h 30"/>
                  <a:gd name="T30" fmla="*/ 260 w 270"/>
                  <a:gd name="T31" fmla="*/ 1 h 30"/>
                  <a:gd name="T32" fmla="*/ 258 w 270"/>
                  <a:gd name="T33" fmla="*/ 0 h 30"/>
                  <a:gd name="T34" fmla="*/ 255 w 270"/>
                  <a:gd name="T35" fmla="*/ 0 h 30"/>
                  <a:gd name="T36" fmla="*/ 15 w 270"/>
                  <a:gd name="T37" fmla="*/ 0 h 30"/>
                  <a:gd name="T38" fmla="*/ 12 w 270"/>
                  <a:gd name="T39" fmla="*/ 0 h 30"/>
                  <a:gd name="T40" fmla="*/ 8 w 270"/>
                  <a:gd name="T41" fmla="*/ 1 h 30"/>
                  <a:gd name="T42" fmla="*/ 6 w 270"/>
                  <a:gd name="T43" fmla="*/ 2 h 30"/>
                  <a:gd name="T44" fmla="*/ 4 w 270"/>
                  <a:gd name="T45" fmla="*/ 4 h 30"/>
                  <a:gd name="T46" fmla="*/ 2 w 270"/>
                  <a:gd name="T47" fmla="*/ 6 h 30"/>
                  <a:gd name="T48" fmla="*/ 1 w 270"/>
                  <a:gd name="T49" fmla="*/ 10 h 30"/>
                  <a:gd name="T50" fmla="*/ 0 w 270"/>
                  <a:gd name="T51" fmla="*/ 12 h 30"/>
                  <a:gd name="T52" fmla="*/ 0 w 270"/>
                  <a:gd name="T53" fmla="*/ 15 h 30"/>
                  <a:gd name="T54" fmla="*/ 0 w 270"/>
                  <a:gd name="T55" fmla="*/ 18 h 30"/>
                  <a:gd name="T56" fmla="*/ 1 w 270"/>
                  <a:gd name="T57" fmla="*/ 20 h 30"/>
                  <a:gd name="T58" fmla="*/ 2 w 270"/>
                  <a:gd name="T59" fmla="*/ 24 h 30"/>
                  <a:gd name="T60" fmla="*/ 4 w 270"/>
                  <a:gd name="T61" fmla="*/ 26 h 30"/>
                  <a:gd name="T62" fmla="*/ 6 w 270"/>
                  <a:gd name="T63" fmla="*/ 28 h 30"/>
                  <a:gd name="T64" fmla="*/ 8 w 270"/>
                  <a:gd name="T65" fmla="*/ 29 h 30"/>
                  <a:gd name="T66" fmla="*/ 12 w 270"/>
                  <a:gd name="T67" fmla="*/ 30 h 30"/>
                  <a:gd name="T68" fmla="*/ 15 w 27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70" h="30">
                    <a:moveTo>
                      <a:pt x="15" y="30"/>
                    </a:moveTo>
                    <a:lnTo>
                      <a:pt x="255" y="30"/>
                    </a:lnTo>
                    <a:lnTo>
                      <a:pt x="258" y="30"/>
                    </a:lnTo>
                    <a:lnTo>
                      <a:pt x="260" y="29"/>
                    </a:lnTo>
                    <a:lnTo>
                      <a:pt x="263" y="28"/>
                    </a:lnTo>
                    <a:lnTo>
                      <a:pt x="265" y="26"/>
                    </a:lnTo>
                    <a:lnTo>
                      <a:pt x="267" y="24"/>
                    </a:lnTo>
                    <a:lnTo>
                      <a:pt x="269" y="20"/>
                    </a:lnTo>
                    <a:lnTo>
                      <a:pt x="269" y="18"/>
                    </a:lnTo>
                    <a:lnTo>
                      <a:pt x="270" y="15"/>
                    </a:lnTo>
                    <a:lnTo>
                      <a:pt x="269" y="12"/>
                    </a:lnTo>
                    <a:lnTo>
                      <a:pt x="269" y="10"/>
                    </a:lnTo>
                    <a:lnTo>
                      <a:pt x="267" y="6"/>
                    </a:lnTo>
                    <a:lnTo>
                      <a:pt x="265" y="4"/>
                    </a:lnTo>
                    <a:lnTo>
                      <a:pt x="263" y="2"/>
                    </a:lnTo>
                    <a:lnTo>
                      <a:pt x="260" y="1"/>
                    </a:lnTo>
                    <a:lnTo>
                      <a:pt x="258" y="0"/>
                    </a:lnTo>
                    <a:lnTo>
                      <a:pt x="25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7" name="Freeform 498">
                <a:extLst>
                  <a:ext uri="{FF2B5EF4-FFF2-40B4-BE49-F238E27FC236}">
                    <a16:creationId xmlns:a16="http://schemas.microsoft.com/office/drawing/2014/main" id="{2C66A6D6-C6C9-5B0F-A06C-4A84DF64E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1625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8 h 30"/>
                  <a:gd name="T10" fmla="*/ 385 w 390"/>
                  <a:gd name="T11" fmla="*/ 26 h 30"/>
                  <a:gd name="T12" fmla="*/ 387 w 390"/>
                  <a:gd name="T13" fmla="*/ 24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10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10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4 h 30"/>
                  <a:gd name="T60" fmla="*/ 4 w 390"/>
                  <a:gd name="T61" fmla="*/ 26 h 30"/>
                  <a:gd name="T62" fmla="*/ 6 w 390"/>
                  <a:gd name="T63" fmla="*/ 28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8"/>
                    </a:lnTo>
                    <a:lnTo>
                      <a:pt x="385" y="26"/>
                    </a:lnTo>
                    <a:lnTo>
                      <a:pt x="387" y="24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10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8" name="Freeform 499">
                <a:extLst>
                  <a:ext uri="{FF2B5EF4-FFF2-40B4-BE49-F238E27FC236}">
                    <a16:creationId xmlns:a16="http://schemas.microsoft.com/office/drawing/2014/main" id="{A5F4F67C-6670-2151-3745-FE8948464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006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8 h 30"/>
                  <a:gd name="T10" fmla="*/ 385 w 390"/>
                  <a:gd name="T11" fmla="*/ 26 h 30"/>
                  <a:gd name="T12" fmla="*/ 387 w 390"/>
                  <a:gd name="T13" fmla="*/ 23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10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10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3 h 30"/>
                  <a:gd name="T60" fmla="*/ 4 w 390"/>
                  <a:gd name="T61" fmla="*/ 26 h 30"/>
                  <a:gd name="T62" fmla="*/ 6 w 390"/>
                  <a:gd name="T63" fmla="*/ 28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  <a:gd name="T70" fmla="*/ 15 w 3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8"/>
                    </a:lnTo>
                    <a:lnTo>
                      <a:pt x="385" y="26"/>
                    </a:lnTo>
                    <a:lnTo>
                      <a:pt x="387" y="23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10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9" name="Freeform 500">
                <a:extLst>
                  <a:ext uri="{FF2B5EF4-FFF2-40B4-BE49-F238E27FC236}">
                    <a16:creationId xmlns:a16="http://schemas.microsoft.com/office/drawing/2014/main" id="{ECC38682-ECDD-7525-1E3E-5C20E9BF6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38750"/>
                <a:ext cx="123825" cy="9525"/>
              </a:xfrm>
              <a:custGeom>
                <a:avLst/>
                <a:gdLst>
                  <a:gd name="T0" fmla="*/ 15 w 390"/>
                  <a:gd name="T1" fmla="*/ 30 h 30"/>
                  <a:gd name="T2" fmla="*/ 375 w 390"/>
                  <a:gd name="T3" fmla="*/ 30 h 30"/>
                  <a:gd name="T4" fmla="*/ 378 w 390"/>
                  <a:gd name="T5" fmla="*/ 30 h 30"/>
                  <a:gd name="T6" fmla="*/ 380 w 390"/>
                  <a:gd name="T7" fmla="*/ 29 h 30"/>
                  <a:gd name="T8" fmla="*/ 383 w 390"/>
                  <a:gd name="T9" fmla="*/ 27 h 30"/>
                  <a:gd name="T10" fmla="*/ 385 w 390"/>
                  <a:gd name="T11" fmla="*/ 26 h 30"/>
                  <a:gd name="T12" fmla="*/ 387 w 390"/>
                  <a:gd name="T13" fmla="*/ 23 h 30"/>
                  <a:gd name="T14" fmla="*/ 389 w 390"/>
                  <a:gd name="T15" fmla="*/ 20 h 30"/>
                  <a:gd name="T16" fmla="*/ 389 w 390"/>
                  <a:gd name="T17" fmla="*/ 18 h 30"/>
                  <a:gd name="T18" fmla="*/ 390 w 390"/>
                  <a:gd name="T19" fmla="*/ 15 h 30"/>
                  <a:gd name="T20" fmla="*/ 389 w 390"/>
                  <a:gd name="T21" fmla="*/ 12 h 30"/>
                  <a:gd name="T22" fmla="*/ 389 w 390"/>
                  <a:gd name="T23" fmla="*/ 8 h 30"/>
                  <a:gd name="T24" fmla="*/ 387 w 390"/>
                  <a:gd name="T25" fmla="*/ 6 h 30"/>
                  <a:gd name="T26" fmla="*/ 385 w 390"/>
                  <a:gd name="T27" fmla="*/ 4 h 30"/>
                  <a:gd name="T28" fmla="*/ 383 w 390"/>
                  <a:gd name="T29" fmla="*/ 2 h 30"/>
                  <a:gd name="T30" fmla="*/ 380 w 390"/>
                  <a:gd name="T31" fmla="*/ 1 h 30"/>
                  <a:gd name="T32" fmla="*/ 378 w 390"/>
                  <a:gd name="T33" fmla="*/ 0 h 30"/>
                  <a:gd name="T34" fmla="*/ 375 w 390"/>
                  <a:gd name="T35" fmla="*/ 0 h 30"/>
                  <a:gd name="T36" fmla="*/ 15 w 390"/>
                  <a:gd name="T37" fmla="*/ 0 h 30"/>
                  <a:gd name="T38" fmla="*/ 12 w 390"/>
                  <a:gd name="T39" fmla="*/ 0 h 30"/>
                  <a:gd name="T40" fmla="*/ 8 w 390"/>
                  <a:gd name="T41" fmla="*/ 1 h 30"/>
                  <a:gd name="T42" fmla="*/ 6 w 390"/>
                  <a:gd name="T43" fmla="*/ 2 h 30"/>
                  <a:gd name="T44" fmla="*/ 4 w 390"/>
                  <a:gd name="T45" fmla="*/ 4 h 30"/>
                  <a:gd name="T46" fmla="*/ 2 w 390"/>
                  <a:gd name="T47" fmla="*/ 6 h 30"/>
                  <a:gd name="T48" fmla="*/ 1 w 390"/>
                  <a:gd name="T49" fmla="*/ 8 h 30"/>
                  <a:gd name="T50" fmla="*/ 0 w 390"/>
                  <a:gd name="T51" fmla="*/ 12 h 30"/>
                  <a:gd name="T52" fmla="*/ 0 w 390"/>
                  <a:gd name="T53" fmla="*/ 15 h 30"/>
                  <a:gd name="T54" fmla="*/ 0 w 390"/>
                  <a:gd name="T55" fmla="*/ 18 h 30"/>
                  <a:gd name="T56" fmla="*/ 1 w 390"/>
                  <a:gd name="T57" fmla="*/ 20 h 30"/>
                  <a:gd name="T58" fmla="*/ 2 w 390"/>
                  <a:gd name="T59" fmla="*/ 23 h 30"/>
                  <a:gd name="T60" fmla="*/ 4 w 390"/>
                  <a:gd name="T61" fmla="*/ 26 h 30"/>
                  <a:gd name="T62" fmla="*/ 6 w 390"/>
                  <a:gd name="T63" fmla="*/ 27 h 30"/>
                  <a:gd name="T64" fmla="*/ 8 w 390"/>
                  <a:gd name="T65" fmla="*/ 29 h 30"/>
                  <a:gd name="T66" fmla="*/ 12 w 390"/>
                  <a:gd name="T67" fmla="*/ 30 h 30"/>
                  <a:gd name="T68" fmla="*/ 15 w 390"/>
                  <a:gd name="T69" fmla="*/ 30 h 30"/>
                  <a:gd name="T70" fmla="*/ 15 w 3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90" h="30">
                    <a:moveTo>
                      <a:pt x="15" y="30"/>
                    </a:moveTo>
                    <a:lnTo>
                      <a:pt x="375" y="30"/>
                    </a:lnTo>
                    <a:lnTo>
                      <a:pt x="378" y="30"/>
                    </a:lnTo>
                    <a:lnTo>
                      <a:pt x="380" y="29"/>
                    </a:lnTo>
                    <a:lnTo>
                      <a:pt x="383" y="27"/>
                    </a:lnTo>
                    <a:lnTo>
                      <a:pt x="385" y="26"/>
                    </a:lnTo>
                    <a:lnTo>
                      <a:pt x="387" y="23"/>
                    </a:lnTo>
                    <a:lnTo>
                      <a:pt x="389" y="20"/>
                    </a:lnTo>
                    <a:lnTo>
                      <a:pt x="389" y="18"/>
                    </a:lnTo>
                    <a:lnTo>
                      <a:pt x="390" y="15"/>
                    </a:lnTo>
                    <a:lnTo>
                      <a:pt x="389" y="12"/>
                    </a:lnTo>
                    <a:lnTo>
                      <a:pt x="389" y="8"/>
                    </a:lnTo>
                    <a:lnTo>
                      <a:pt x="387" y="6"/>
                    </a:lnTo>
                    <a:lnTo>
                      <a:pt x="385" y="4"/>
                    </a:lnTo>
                    <a:lnTo>
                      <a:pt x="383" y="2"/>
                    </a:lnTo>
                    <a:lnTo>
                      <a:pt x="380" y="1"/>
                    </a:lnTo>
                    <a:lnTo>
                      <a:pt x="378" y="0"/>
                    </a:lnTo>
                    <a:lnTo>
                      <a:pt x="3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0" name="Freeform 501">
                <a:extLst>
                  <a:ext uri="{FF2B5EF4-FFF2-40B4-BE49-F238E27FC236}">
                    <a16:creationId xmlns:a16="http://schemas.microsoft.com/office/drawing/2014/main" id="{23B0A556-C96C-576E-E5E3-9E2B249BD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5276850"/>
                <a:ext cx="85725" cy="9525"/>
              </a:xfrm>
              <a:custGeom>
                <a:avLst/>
                <a:gdLst>
                  <a:gd name="T0" fmla="*/ 15 w 270"/>
                  <a:gd name="T1" fmla="*/ 30 h 30"/>
                  <a:gd name="T2" fmla="*/ 255 w 270"/>
                  <a:gd name="T3" fmla="*/ 30 h 30"/>
                  <a:gd name="T4" fmla="*/ 258 w 270"/>
                  <a:gd name="T5" fmla="*/ 30 h 30"/>
                  <a:gd name="T6" fmla="*/ 260 w 270"/>
                  <a:gd name="T7" fmla="*/ 29 h 30"/>
                  <a:gd name="T8" fmla="*/ 263 w 270"/>
                  <a:gd name="T9" fmla="*/ 27 h 30"/>
                  <a:gd name="T10" fmla="*/ 265 w 270"/>
                  <a:gd name="T11" fmla="*/ 26 h 30"/>
                  <a:gd name="T12" fmla="*/ 267 w 270"/>
                  <a:gd name="T13" fmla="*/ 23 h 30"/>
                  <a:gd name="T14" fmla="*/ 269 w 270"/>
                  <a:gd name="T15" fmla="*/ 20 h 30"/>
                  <a:gd name="T16" fmla="*/ 269 w 270"/>
                  <a:gd name="T17" fmla="*/ 18 h 30"/>
                  <a:gd name="T18" fmla="*/ 270 w 270"/>
                  <a:gd name="T19" fmla="*/ 15 h 30"/>
                  <a:gd name="T20" fmla="*/ 269 w 270"/>
                  <a:gd name="T21" fmla="*/ 12 h 30"/>
                  <a:gd name="T22" fmla="*/ 269 w 270"/>
                  <a:gd name="T23" fmla="*/ 8 h 30"/>
                  <a:gd name="T24" fmla="*/ 267 w 270"/>
                  <a:gd name="T25" fmla="*/ 6 h 30"/>
                  <a:gd name="T26" fmla="*/ 265 w 270"/>
                  <a:gd name="T27" fmla="*/ 4 h 30"/>
                  <a:gd name="T28" fmla="*/ 263 w 270"/>
                  <a:gd name="T29" fmla="*/ 2 h 30"/>
                  <a:gd name="T30" fmla="*/ 260 w 270"/>
                  <a:gd name="T31" fmla="*/ 1 h 30"/>
                  <a:gd name="T32" fmla="*/ 258 w 270"/>
                  <a:gd name="T33" fmla="*/ 0 h 30"/>
                  <a:gd name="T34" fmla="*/ 255 w 270"/>
                  <a:gd name="T35" fmla="*/ 0 h 30"/>
                  <a:gd name="T36" fmla="*/ 15 w 270"/>
                  <a:gd name="T37" fmla="*/ 0 h 30"/>
                  <a:gd name="T38" fmla="*/ 12 w 270"/>
                  <a:gd name="T39" fmla="*/ 0 h 30"/>
                  <a:gd name="T40" fmla="*/ 8 w 270"/>
                  <a:gd name="T41" fmla="*/ 1 h 30"/>
                  <a:gd name="T42" fmla="*/ 6 w 270"/>
                  <a:gd name="T43" fmla="*/ 2 h 30"/>
                  <a:gd name="T44" fmla="*/ 4 w 270"/>
                  <a:gd name="T45" fmla="*/ 4 h 30"/>
                  <a:gd name="T46" fmla="*/ 2 w 270"/>
                  <a:gd name="T47" fmla="*/ 6 h 30"/>
                  <a:gd name="T48" fmla="*/ 1 w 270"/>
                  <a:gd name="T49" fmla="*/ 8 h 30"/>
                  <a:gd name="T50" fmla="*/ 0 w 270"/>
                  <a:gd name="T51" fmla="*/ 12 h 30"/>
                  <a:gd name="T52" fmla="*/ 0 w 270"/>
                  <a:gd name="T53" fmla="*/ 15 h 30"/>
                  <a:gd name="T54" fmla="*/ 0 w 270"/>
                  <a:gd name="T55" fmla="*/ 18 h 30"/>
                  <a:gd name="T56" fmla="*/ 1 w 270"/>
                  <a:gd name="T57" fmla="*/ 20 h 30"/>
                  <a:gd name="T58" fmla="*/ 2 w 270"/>
                  <a:gd name="T59" fmla="*/ 23 h 30"/>
                  <a:gd name="T60" fmla="*/ 4 w 270"/>
                  <a:gd name="T61" fmla="*/ 26 h 30"/>
                  <a:gd name="T62" fmla="*/ 6 w 270"/>
                  <a:gd name="T63" fmla="*/ 27 h 30"/>
                  <a:gd name="T64" fmla="*/ 8 w 270"/>
                  <a:gd name="T65" fmla="*/ 29 h 30"/>
                  <a:gd name="T66" fmla="*/ 12 w 270"/>
                  <a:gd name="T67" fmla="*/ 30 h 30"/>
                  <a:gd name="T68" fmla="*/ 15 w 27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70" h="30">
                    <a:moveTo>
                      <a:pt x="15" y="30"/>
                    </a:moveTo>
                    <a:lnTo>
                      <a:pt x="255" y="30"/>
                    </a:lnTo>
                    <a:lnTo>
                      <a:pt x="258" y="30"/>
                    </a:lnTo>
                    <a:lnTo>
                      <a:pt x="260" y="29"/>
                    </a:lnTo>
                    <a:lnTo>
                      <a:pt x="263" y="27"/>
                    </a:lnTo>
                    <a:lnTo>
                      <a:pt x="265" y="26"/>
                    </a:lnTo>
                    <a:lnTo>
                      <a:pt x="267" y="23"/>
                    </a:lnTo>
                    <a:lnTo>
                      <a:pt x="269" y="20"/>
                    </a:lnTo>
                    <a:lnTo>
                      <a:pt x="269" y="18"/>
                    </a:lnTo>
                    <a:lnTo>
                      <a:pt x="270" y="15"/>
                    </a:lnTo>
                    <a:lnTo>
                      <a:pt x="269" y="12"/>
                    </a:lnTo>
                    <a:lnTo>
                      <a:pt x="269" y="8"/>
                    </a:lnTo>
                    <a:lnTo>
                      <a:pt x="267" y="6"/>
                    </a:lnTo>
                    <a:lnTo>
                      <a:pt x="265" y="4"/>
                    </a:lnTo>
                    <a:lnTo>
                      <a:pt x="263" y="2"/>
                    </a:lnTo>
                    <a:lnTo>
                      <a:pt x="260" y="1"/>
                    </a:lnTo>
                    <a:lnTo>
                      <a:pt x="258" y="0"/>
                    </a:lnTo>
                    <a:lnTo>
                      <a:pt x="25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8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1" name="Freeform 502">
                <a:extLst>
                  <a:ext uri="{FF2B5EF4-FFF2-40B4-BE49-F238E27FC236}">
                    <a16:creationId xmlns:a16="http://schemas.microsoft.com/office/drawing/2014/main" id="{DDC034CE-E442-CC3E-573F-84C89806FF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0958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8 h 180"/>
                  <a:gd name="T20" fmla="*/ 176 w 180"/>
                  <a:gd name="T21" fmla="*/ 176 h 180"/>
                  <a:gd name="T22" fmla="*/ 178 w 180"/>
                  <a:gd name="T23" fmla="*/ 174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10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3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10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4 h 180"/>
                  <a:gd name="T74" fmla="*/ 4 w 180"/>
                  <a:gd name="T75" fmla="*/ 176 h 180"/>
                  <a:gd name="T76" fmla="*/ 6 w 180"/>
                  <a:gd name="T77" fmla="*/ 178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8"/>
                    </a:lnTo>
                    <a:lnTo>
                      <a:pt x="176" y="176"/>
                    </a:lnTo>
                    <a:lnTo>
                      <a:pt x="178" y="174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3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4"/>
                    </a:lnTo>
                    <a:lnTo>
                      <a:pt x="4" y="176"/>
                    </a:lnTo>
                    <a:lnTo>
                      <a:pt x="6" y="178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2" name="Freeform 503">
                <a:extLst>
                  <a:ext uri="{FF2B5EF4-FFF2-40B4-BE49-F238E27FC236}">
                    <a16:creationId xmlns:a16="http://schemas.microsoft.com/office/drawing/2014/main" id="{31A9FE0B-CF9D-055D-7C76-4C544AE366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1720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7 h 180"/>
                  <a:gd name="T20" fmla="*/ 176 w 180"/>
                  <a:gd name="T21" fmla="*/ 176 h 180"/>
                  <a:gd name="T22" fmla="*/ 178 w 180"/>
                  <a:gd name="T23" fmla="*/ 173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10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2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10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3 h 180"/>
                  <a:gd name="T74" fmla="*/ 4 w 180"/>
                  <a:gd name="T75" fmla="*/ 176 h 180"/>
                  <a:gd name="T76" fmla="*/ 6 w 180"/>
                  <a:gd name="T77" fmla="*/ 178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  <a:gd name="T84" fmla="*/ 15 w 180"/>
                  <a:gd name="T85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7"/>
                    </a:lnTo>
                    <a:lnTo>
                      <a:pt x="176" y="176"/>
                    </a:lnTo>
                    <a:lnTo>
                      <a:pt x="178" y="173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2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3"/>
                    </a:lnTo>
                    <a:lnTo>
                      <a:pt x="4" y="176"/>
                    </a:lnTo>
                    <a:lnTo>
                      <a:pt x="6" y="178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43" name="Freeform 504">
                <a:extLst>
                  <a:ext uri="{FF2B5EF4-FFF2-40B4-BE49-F238E27FC236}">
                    <a16:creationId xmlns:a16="http://schemas.microsoft.com/office/drawing/2014/main" id="{4C7C9E09-A211-5F6E-801E-C92AE78DD8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4038" y="5248275"/>
                <a:ext cx="57150" cy="57150"/>
              </a:xfrm>
              <a:custGeom>
                <a:avLst/>
                <a:gdLst>
                  <a:gd name="T0" fmla="*/ 30 w 180"/>
                  <a:gd name="T1" fmla="*/ 30 h 180"/>
                  <a:gd name="T2" fmla="*/ 150 w 180"/>
                  <a:gd name="T3" fmla="*/ 30 h 180"/>
                  <a:gd name="T4" fmla="*/ 150 w 180"/>
                  <a:gd name="T5" fmla="*/ 150 h 180"/>
                  <a:gd name="T6" fmla="*/ 30 w 180"/>
                  <a:gd name="T7" fmla="*/ 150 h 180"/>
                  <a:gd name="T8" fmla="*/ 30 w 180"/>
                  <a:gd name="T9" fmla="*/ 30 h 180"/>
                  <a:gd name="T10" fmla="*/ 15 w 180"/>
                  <a:gd name="T11" fmla="*/ 180 h 180"/>
                  <a:gd name="T12" fmla="*/ 165 w 180"/>
                  <a:gd name="T13" fmla="*/ 180 h 180"/>
                  <a:gd name="T14" fmla="*/ 168 w 180"/>
                  <a:gd name="T15" fmla="*/ 180 h 180"/>
                  <a:gd name="T16" fmla="*/ 170 w 180"/>
                  <a:gd name="T17" fmla="*/ 179 h 180"/>
                  <a:gd name="T18" fmla="*/ 173 w 180"/>
                  <a:gd name="T19" fmla="*/ 177 h 180"/>
                  <a:gd name="T20" fmla="*/ 176 w 180"/>
                  <a:gd name="T21" fmla="*/ 176 h 180"/>
                  <a:gd name="T22" fmla="*/ 178 w 180"/>
                  <a:gd name="T23" fmla="*/ 173 h 180"/>
                  <a:gd name="T24" fmla="*/ 179 w 180"/>
                  <a:gd name="T25" fmla="*/ 170 h 180"/>
                  <a:gd name="T26" fmla="*/ 180 w 180"/>
                  <a:gd name="T27" fmla="*/ 168 h 180"/>
                  <a:gd name="T28" fmla="*/ 180 w 180"/>
                  <a:gd name="T29" fmla="*/ 165 h 180"/>
                  <a:gd name="T30" fmla="*/ 180 w 180"/>
                  <a:gd name="T31" fmla="*/ 15 h 180"/>
                  <a:gd name="T32" fmla="*/ 180 w 180"/>
                  <a:gd name="T33" fmla="*/ 12 h 180"/>
                  <a:gd name="T34" fmla="*/ 179 w 180"/>
                  <a:gd name="T35" fmla="*/ 8 h 180"/>
                  <a:gd name="T36" fmla="*/ 178 w 180"/>
                  <a:gd name="T37" fmla="*/ 6 h 180"/>
                  <a:gd name="T38" fmla="*/ 176 w 180"/>
                  <a:gd name="T39" fmla="*/ 4 h 180"/>
                  <a:gd name="T40" fmla="*/ 173 w 180"/>
                  <a:gd name="T41" fmla="*/ 2 h 180"/>
                  <a:gd name="T42" fmla="*/ 170 w 180"/>
                  <a:gd name="T43" fmla="*/ 1 h 180"/>
                  <a:gd name="T44" fmla="*/ 168 w 180"/>
                  <a:gd name="T45" fmla="*/ 0 h 180"/>
                  <a:gd name="T46" fmla="*/ 165 w 180"/>
                  <a:gd name="T47" fmla="*/ 0 h 180"/>
                  <a:gd name="T48" fmla="*/ 15 w 180"/>
                  <a:gd name="T49" fmla="*/ 0 h 180"/>
                  <a:gd name="T50" fmla="*/ 12 w 180"/>
                  <a:gd name="T51" fmla="*/ 0 h 180"/>
                  <a:gd name="T52" fmla="*/ 10 w 180"/>
                  <a:gd name="T53" fmla="*/ 1 h 180"/>
                  <a:gd name="T54" fmla="*/ 6 w 180"/>
                  <a:gd name="T55" fmla="*/ 2 h 180"/>
                  <a:gd name="T56" fmla="*/ 4 w 180"/>
                  <a:gd name="T57" fmla="*/ 4 h 180"/>
                  <a:gd name="T58" fmla="*/ 2 w 180"/>
                  <a:gd name="T59" fmla="*/ 6 h 180"/>
                  <a:gd name="T60" fmla="*/ 1 w 180"/>
                  <a:gd name="T61" fmla="*/ 8 h 180"/>
                  <a:gd name="T62" fmla="*/ 0 w 180"/>
                  <a:gd name="T63" fmla="*/ 12 h 180"/>
                  <a:gd name="T64" fmla="*/ 0 w 180"/>
                  <a:gd name="T65" fmla="*/ 15 h 180"/>
                  <a:gd name="T66" fmla="*/ 0 w 180"/>
                  <a:gd name="T67" fmla="*/ 165 h 180"/>
                  <a:gd name="T68" fmla="*/ 0 w 180"/>
                  <a:gd name="T69" fmla="*/ 168 h 180"/>
                  <a:gd name="T70" fmla="*/ 1 w 180"/>
                  <a:gd name="T71" fmla="*/ 170 h 180"/>
                  <a:gd name="T72" fmla="*/ 2 w 180"/>
                  <a:gd name="T73" fmla="*/ 173 h 180"/>
                  <a:gd name="T74" fmla="*/ 4 w 180"/>
                  <a:gd name="T75" fmla="*/ 176 h 180"/>
                  <a:gd name="T76" fmla="*/ 6 w 180"/>
                  <a:gd name="T77" fmla="*/ 177 h 180"/>
                  <a:gd name="T78" fmla="*/ 10 w 180"/>
                  <a:gd name="T79" fmla="*/ 179 h 180"/>
                  <a:gd name="T80" fmla="*/ 12 w 180"/>
                  <a:gd name="T81" fmla="*/ 180 h 180"/>
                  <a:gd name="T82" fmla="*/ 15 w 180"/>
                  <a:gd name="T8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80" h="180">
                    <a:moveTo>
                      <a:pt x="30" y="30"/>
                    </a:moveTo>
                    <a:lnTo>
                      <a:pt x="150" y="30"/>
                    </a:lnTo>
                    <a:lnTo>
                      <a:pt x="150" y="150"/>
                    </a:lnTo>
                    <a:lnTo>
                      <a:pt x="30" y="150"/>
                    </a:lnTo>
                    <a:lnTo>
                      <a:pt x="30" y="30"/>
                    </a:lnTo>
                    <a:close/>
                    <a:moveTo>
                      <a:pt x="15" y="180"/>
                    </a:moveTo>
                    <a:lnTo>
                      <a:pt x="165" y="180"/>
                    </a:lnTo>
                    <a:lnTo>
                      <a:pt x="168" y="180"/>
                    </a:lnTo>
                    <a:lnTo>
                      <a:pt x="170" y="179"/>
                    </a:lnTo>
                    <a:lnTo>
                      <a:pt x="173" y="177"/>
                    </a:lnTo>
                    <a:lnTo>
                      <a:pt x="176" y="176"/>
                    </a:lnTo>
                    <a:lnTo>
                      <a:pt x="178" y="173"/>
                    </a:lnTo>
                    <a:lnTo>
                      <a:pt x="179" y="170"/>
                    </a:lnTo>
                    <a:lnTo>
                      <a:pt x="180" y="168"/>
                    </a:lnTo>
                    <a:lnTo>
                      <a:pt x="180" y="165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8"/>
                    </a:lnTo>
                    <a:lnTo>
                      <a:pt x="178" y="6"/>
                    </a:lnTo>
                    <a:lnTo>
                      <a:pt x="176" y="4"/>
                    </a:lnTo>
                    <a:lnTo>
                      <a:pt x="173" y="2"/>
                    </a:lnTo>
                    <a:lnTo>
                      <a:pt x="170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0"/>
                    </a:lnTo>
                    <a:lnTo>
                      <a:pt x="2" y="173"/>
                    </a:lnTo>
                    <a:lnTo>
                      <a:pt x="4" y="176"/>
                    </a:lnTo>
                    <a:lnTo>
                      <a:pt x="6" y="177"/>
                    </a:lnTo>
                    <a:lnTo>
                      <a:pt x="10" y="179"/>
                    </a:lnTo>
                    <a:lnTo>
                      <a:pt x="12" y="180"/>
                    </a:lnTo>
                    <a:lnTo>
                      <a:pt x="15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6C94D0-F460-73E6-741D-C688E59244FB}"/>
                </a:ext>
              </a:extLst>
            </p:cNvPr>
            <p:cNvGrpSpPr/>
            <p:nvPr/>
          </p:nvGrpSpPr>
          <p:grpSpPr>
            <a:xfrm>
              <a:off x="5835445" y="4492883"/>
              <a:ext cx="521110" cy="434736"/>
              <a:chOff x="11037888" y="817563"/>
              <a:chExt cx="287338" cy="239712"/>
            </a:xfrm>
            <a:solidFill>
              <a:schemeClr val="bg1"/>
            </a:solidFill>
          </p:grpSpPr>
          <p:sp>
            <p:nvSpPr>
              <p:cNvPr id="31" name="Freeform 294">
                <a:extLst>
                  <a:ext uri="{FF2B5EF4-FFF2-40B4-BE49-F238E27FC236}">
                    <a16:creationId xmlns:a16="http://schemas.microsoft.com/office/drawing/2014/main" id="{1F10154B-83F5-AF5B-14C7-72DBCBED8A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37888" y="817563"/>
                <a:ext cx="287338" cy="239712"/>
              </a:xfrm>
              <a:custGeom>
                <a:avLst/>
                <a:gdLst>
                  <a:gd name="T0" fmla="*/ 752 w 903"/>
                  <a:gd name="T1" fmla="*/ 722 h 753"/>
                  <a:gd name="T2" fmla="*/ 752 w 903"/>
                  <a:gd name="T3" fmla="*/ 374 h 753"/>
                  <a:gd name="T4" fmla="*/ 750 w 903"/>
                  <a:gd name="T5" fmla="*/ 368 h 753"/>
                  <a:gd name="T6" fmla="*/ 745 w 903"/>
                  <a:gd name="T7" fmla="*/ 364 h 753"/>
                  <a:gd name="T8" fmla="*/ 740 w 903"/>
                  <a:gd name="T9" fmla="*/ 362 h 753"/>
                  <a:gd name="T10" fmla="*/ 165 w 903"/>
                  <a:gd name="T11" fmla="*/ 361 h 753"/>
                  <a:gd name="T12" fmla="*/ 160 w 903"/>
                  <a:gd name="T13" fmla="*/ 363 h 753"/>
                  <a:gd name="T14" fmla="*/ 154 w 903"/>
                  <a:gd name="T15" fmla="*/ 366 h 753"/>
                  <a:gd name="T16" fmla="*/ 151 w 903"/>
                  <a:gd name="T17" fmla="*/ 371 h 753"/>
                  <a:gd name="T18" fmla="*/ 150 w 903"/>
                  <a:gd name="T19" fmla="*/ 377 h 753"/>
                  <a:gd name="T20" fmla="*/ 90 w 903"/>
                  <a:gd name="T21" fmla="*/ 722 h 753"/>
                  <a:gd name="T22" fmla="*/ 813 w 903"/>
                  <a:gd name="T23" fmla="*/ 301 h 753"/>
                  <a:gd name="T24" fmla="*/ 180 w 903"/>
                  <a:gd name="T25" fmla="*/ 722 h 753"/>
                  <a:gd name="T26" fmla="*/ 722 w 903"/>
                  <a:gd name="T27" fmla="*/ 391 h 753"/>
                  <a:gd name="T28" fmla="*/ 180 w 903"/>
                  <a:gd name="T29" fmla="*/ 722 h 753"/>
                  <a:gd name="T30" fmla="*/ 451 w 903"/>
                  <a:gd name="T31" fmla="*/ 32 h 753"/>
                  <a:gd name="T32" fmla="*/ 873 w 903"/>
                  <a:gd name="T33" fmla="*/ 271 h 753"/>
                  <a:gd name="T34" fmla="*/ 75 w 903"/>
                  <a:gd name="T35" fmla="*/ 271 h 753"/>
                  <a:gd name="T36" fmla="*/ 30 w 903"/>
                  <a:gd name="T37" fmla="*/ 220 h 753"/>
                  <a:gd name="T38" fmla="*/ 891 w 903"/>
                  <a:gd name="T39" fmla="*/ 301 h 753"/>
                  <a:gd name="T40" fmla="*/ 896 w 903"/>
                  <a:gd name="T41" fmla="*/ 299 h 753"/>
                  <a:gd name="T42" fmla="*/ 900 w 903"/>
                  <a:gd name="T43" fmla="*/ 294 h 753"/>
                  <a:gd name="T44" fmla="*/ 902 w 903"/>
                  <a:gd name="T45" fmla="*/ 289 h 753"/>
                  <a:gd name="T46" fmla="*/ 903 w 903"/>
                  <a:gd name="T47" fmla="*/ 211 h 753"/>
                  <a:gd name="T48" fmla="*/ 901 w 903"/>
                  <a:gd name="T49" fmla="*/ 202 h 753"/>
                  <a:gd name="T50" fmla="*/ 894 w 903"/>
                  <a:gd name="T51" fmla="*/ 197 h 753"/>
                  <a:gd name="T52" fmla="*/ 455 w 903"/>
                  <a:gd name="T53" fmla="*/ 0 h 753"/>
                  <a:gd name="T54" fmla="*/ 448 w 903"/>
                  <a:gd name="T55" fmla="*/ 0 h 753"/>
                  <a:gd name="T56" fmla="*/ 8 w 903"/>
                  <a:gd name="T57" fmla="*/ 197 h 753"/>
                  <a:gd name="T58" fmla="*/ 2 w 903"/>
                  <a:gd name="T59" fmla="*/ 202 h 753"/>
                  <a:gd name="T60" fmla="*/ 0 w 903"/>
                  <a:gd name="T61" fmla="*/ 211 h 753"/>
                  <a:gd name="T62" fmla="*/ 0 w 903"/>
                  <a:gd name="T63" fmla="*/ 289 h 753"/>
                  <a:gd name="T64" fmla="*/ 2 w 903"/>
                  <a:gd name="T65" fmla="*/ 294 h 753"/>
                  <a:gd name="T66" fmla="*/ 6 w 903"/>
                  <a:gd name="T67" fmla="*/ 299 h 753"/>
                  <a:gd name="T68" fmla="*/ 12 w 903"/>
                  <a:gd name="T69" fmla="*/ 301 h 753"/>
                  <a:gd name="T70" fmla="*/ 60 w 903"/>
                  <a:gd name="T71" fmla="*/ 301 h 753"/>
                  <a:gd name="T72" fmla="*/ 15 w 903"/>
                  <a:gd name="T73" fmla="*/ 722 h 753"/>
                  <a:gd name="T74" fmla="*/ 8 w 903"/>
                  <a:gd name="T75" fmla="*/ 724 h 753"/>
                  <a:gd name="T76" fmla="*/ 4 w 903"/>
                  <a:gd name="T77" fmla="*/ 727 h 753"/>
                  <a:gd name="T78" fmla="*/ 1 w 903"/>
                  <a:gd name="T79" fmla="*/ 732 h 753"/>
                  <a:gd name="T80" fmla="*/ 0 w 903"/>
                  <a:gd name="T81" fmla="*/ 738 h 753"/>
                  <a:gd name="T82" fmla="*/ 1 w 903"/>
                  <a:gd name="T83" fmla="*/ 744 h 753"/>
                  <a:gd name="T84" fmla="*/ 4 w 903"/>
                  <a:gd name="T85" fmla="*/ 748 h 753"/>
                  <a:gd name="T86" fmla="*/ 8 w 903"/>
                  <a:gd name="T87" fmla="*/ 751 h 753"/>
                  <a:gd name="T88" fmla="*/ 15 w 903"/>
                  <a:gd name="T89" fmla="*/ 753 h 753"/>
                  <a:gd name="T90" fmla="*/ 165 w 903"/>
                  <a:gd name="T91" fmla="*/ 753 h 753"/>
                  <a:gd name="T92" fmla="*/ 828 w 903"/>
                  <a:gd name="T93" fmla="*/ 753 h 753"/>
                  <a:gd name="T94" fmla="*/ 891 w 903"/>
                  <a:gd name="T95" fmla="*/ 753 h 753"/>
                  <a:gd name="T96" fmla="*/ 896 w 903"/>
                  <a:gd name="T97" fmla="*/ 750 h 753"/>
                  <a:gd name="T98" fmla="*/ 900 w 903"/>
                  <a:gd name="T99" fmla="*/ 746 h 753"/>
                  <a:gd name="T100" fmla="*/ 902 w 903"/>
                  <a:gd name="T101" fmla="*/ 741 h 753"/>
                  <a:gd name="T102" fmla="*/ 903 w 903"/>
                  <a:gd name="T103" fmla="*/ 735 h 753"/>
                  <a:gd name="T104" fmla="*/ 900 w 903"/>
                  <a:gd name="T105" fmla="*/ 730 h 753"/>
                  <a:gd name="T106" fmla="*/ 896 w 903"/>
                  <a:gd name="T107" fmla="*/ 726 h 753"/>
                  <a:gd name="T108" fmla="*/ 891 w 903"/>
                  <a:gd name="T109" fmla="*/ 724 h 753"/>
                  <a:gd name="T110" fmla="*/ 843 w 903"/>
                  <a:gd name="T111" fmla="*/ 722 h 753"/>
                  <a:gd name="T112" fmla="*/ 888 w 903"/>
                  <a:gd name="T113" fmla="*/ 301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03" h="753">
                    <a:moveTo>
                      <a:pt x="813" y="722"/>
                    </a:moveTo>
                    <a:lnTo>
                      <a:pt x="752" y="722"/>
                    </a:lnTo>
                    <a:lnTo>
                      <a:pt x="752" y="376"/>
                    </a:lnTo>
                    <a:lnTo>
                      <a:pt x="752" y="374"/>
                    </a:lnTo>
                    <a:lnTo>
                      <a:pt x="751" y="371"/>
                    </a:lnTo>
                    <a:lnTo>
                      <a:pt x="750" y="368"/>
                    </a:lnTo>
                    <a:lnTo>
                      <a:pt x="747" y="366"/>
                    </a:lnTo>
                    <a:lnTo>
                      <a:pt x="745" y="364"/>
                    </a:lnTo>
                    <a:lnTo>
                      <a:pt x="743" y="363"/>
                    </a:lnTo>
                    <a:lnTo>
                      <a:pt x="740" y="362"/>
                    </a:lnTo>
                    <a:lnTo>
                      <a:pt x="737" y="361"/>
                    </a:lnTo>
                    <a:lnTo>
                      <a:pt x="165" y="361"/>
                    </a:lnTo>
                    <a:lnTo>
                      <a:pt x="162" y="362"/>
                    </a:lnTo>
                    <a:lnTo>
                      <a:pt x="160" y="363"/>
                    </a:lnTo>
                    <a:lnTo>
                      <a:pt x="156" y="364"/>
                    </a:lnTo>
                    <a:lnTo>
                      <a:pt x="154" y="366"/>
                    </a:lnTo>
                    <a:lnTo>
                      <a:pt x="152" y="368"/>
                    </a:lnTo>
                    <a:lnTo>
                      <a:pt x="151" y="371"/>
                    </a:lnTo>
                    <a:lnTo>
                      <a:pt x="150" y="374"/>
                    </a:lnTo>
                    <a:lnTo>
                      <a:pt x="150" y="377"/>
                    </a:lnTo>
                    <a:lnTo>
                      <a:pt x="150" y="722"/>
                    </a:lnTo>
                    <a:lnTo>
                      <a:pt x="90" y="722"/>
                    </a:lnTo>
                    <a:lnTo>
                      <a:pt x="90" y="301"/>
                    </a:lnTo>
                    <a:lnTo>
                      <a:pt x="813" y="301"/>
                    </a:lnTo>
                    <a:lnTo>
                      <a:pt x="813" y="722"/>
                    </a:lnTo>
                    <a:close/>
                    <a:moveTo>
                      <a:pt x="180" y="722"/>
                    </a:moveTo>
                    <a:lnTo>
                      <a:pt x="180" y="391"/>
                    </a:lnTo>
                    <a:lnTo>
                      <a:pt x="722" y="391"/>
                    </a:lnTo>
                    <a:lnTo>
                      <a:pt x="722" y="722"/>
                    </a:lnTo>
                    <a:lnTo>
                      <a:pt x="180" y="722"/>
                    </a:lnTo>
                    <a:close/>
                    <a:moveTo>
                      <a:pt x="30" y="220"/>
                    </a:moveTo>
                    <a:lnTo>
                      <a:pt x="451" y="32"/>
                    </a:lnTo>
                    <a:lnTo>
                      <a:pt x="873" y="220"/>
                    </a:lnTo>
                    <a:lnTo>
                      <a:pt x="873" y="271"/>
                    </a:lnTo>
                    <a:lnTo>
                      <a:pt x="828" y="271"/>
                    </a:lnTo>
                    <a:lnTo>
                      <a:pt x="75" y="271"/>
                    </a:lnTo>
                    <a:lnTo>
                      <a:pt x="30" y="271"/>
                    </a:lnTo>
                    <a:lnTo>
                      <a:pt x="30" y="220"/>
                    </a:lnTo>
                    <a:close/>
                    <a:moveTo>
                      <a:pt x="888" y="301"/>
                    </a:moveTo>
                    <a:lnTo>
                      <a:pt x="891" y="301"/>
                    </a:lnTo>
                    <a:lnTo>
                      <a:pt x="893" y="300"/>
                    </a:lnTo>
                    <a:lnTo>
                      <a:pt x="896" y="299"/>
                    </a:lnTo>
                    <a:lnTo>
                      <a:pt x="899" y="297"/>
                    </a:lnTo>
                    <a:lnTo>
                      <a:pt x="900" y="294"/>
                    </a:lnTo>
                    <a:lnTo>
                      <a:pt x="902" y="292"/>
                    </a:lnTo>
                    <a:lnTo>
                      <a:pt x="902" y="289"/>
                    </a:lnTo>
                    <a:lnTo>
                      <a:pt x="903" y="286"/>
                    </a:lnTo>
                    <a:lnTo>
                      <a:pt x="903" y="211"/>
                    </a:lnTo>
                    <a:lnTo>
                      <a:pt x="902" y="206"/>
                    </a:lnTo>
                    <a:lnTo>
                      <a:pt x="901" y="202"/>
                    </a:lnTo>
                    <a:lnTo>
                      <a:pt x="898" y="199"/>
                    </a:lnTo>
                    <a:lnTo>
                      <a:pt x="894" y="197"/>
                    </a:lnTo>
                    <a:lnTo>
                      <a:pt x="458" y="1"/>
                    </a:lnTo>
                    <a:lnTo>
                      <a:pt x="455" y="0"/>
                    </a:lnTo>
                    <a:lnTo>
                      <a:pt x="451" y="0"/>
                    </a:lnTo>
                    <a:lnTo>
                      <a:pt x="448" y="0"/>
                    </a:lnTo>
                    <a:lnTo>
                      <a:pt x="445" y="1"/>
                    </a:lnTo>
                    <a:lnTo>
                      <a:pt x="8" y="197"/>
                    </a:lnTo>
                    <a:lnTo>
                      <a:pt x="5" y="199"/>
                    </a:lnTo>
                    <a:lnTo>
                      <a:pt x="2" y="202"/>
                    </a:lnTo>
                    <a:lnTo>
                      <a:pt x="0" y="206"/>
                    </a:lnTo>
                    <a:lnTo>
                      <a:pt x="0" y="211"/>
                    </a:lnTo>
                    <a:lnTo>
                      <a:pt x="0" y="286"/>
                    </a:lnTo>
                    <a:lnTo>
                      <a:pt x="0" y="289"/>
                    </a:lnTo>
                    <a:lnTo>
                      <a:pt x="1" y="292"/>
                    </a:lnTo>
                    <a:lnTo>
                      <a:pt x="2" y="294"/>
                    </a:lnTo>
                    <a:lnTo>
                      <a:pt x="4" y="297"/>
                    </a:lnTo>
                    <a:lnTo>
                      <a:pt x="6" y="299"/>
                    </a:lnTo>
                    <a:lnTo>
                      <a:pt x="8" y="300"/>
                    </a:lnTo>
                    <a:lnTo>
                      <a:pt x="12" y="301"/>
                    </a:lnTo>
                    <a:lnTo>
                      <a:pt x="15" y="301"/>
                    </a:lnTo>
                    <a:lnTo>
                      <a:pt x="60" y="301"/>
                    </a:lnTo>
                    <a:lnTo>
                      <a:pt x="60" y="722"/>
                    </a:lnTo>
                    <a:lnTo>
                      <a:pt x="15" y="722"/>
                    </a:lnTo>
                    <a:lnTo>
                      <a:pt x="12" y="724"/>
                    </a:lnTo>
                    <a:lnTo>
                      <a:pt x="8" y="724"/>
                    </a:lnTo>
                    <a:lnTo>
                      <a:pt x="6" y="726"/>
                    </a:lnTo>
                    <a:lnTo>
                      <a:pt x="4" y="727"/>
                    </a:lnTo>
                    <a:lnTo>
                      <a:pt x="2" y="730"/>
                    </a:lnTo>
                    <a:lnTo>
                      <a:pt x="1" y="732"/>
                    </a:lnTo>
                    <a:lnTo>
                      <a:pt x="0" y="735"/>
                    </a:lnTo>
                    <a:lnTo>
                      <a:pt x="0" y="738"/>
                    </a:lnTo>
                    <a:lnTo>
                      <a:pt x="0" y="741"/>
                    </a:lnTo>
                    <a:lnTo>
                      <a:pt x="1" y="744"/>
                    </a:lnTo>
                    <a:lnTo>
                      <a:pt x="2" y="746"/>
                    </a:lnTo>
                    <a:lnTo>
                      <a:pt x="4" y="748"/>
                    </a:lnTo>
                    <a:lnTo>
                      <a:pt x="6" y="750"/>
                    </a:lnTo>
                    <a:lnTo>
                      <a:pt x="8" y="751"/>
                    </a:lnTo>
                    <a:lnTo>
                      <a:pt x="12" y="753"/>
                    </a:lnTo>
                    <a:lnTo>
                      <a:pt x="15" y="753"/>
                    </a:lnTo>
                    <a:lnTo>
                      <a:pt x="75" y="753"/>
                    </a:lnTo>
                    <a:lnTo>
                      <a:pt x="165" y="753"/>
                    </a:lnTo>
                    <a:lnTo>
                      <a:pt x="737" y="753"/>
                    </a:lnTo>
                    <a:lnTo>
                      <a:pt x="828" y="753"/>
                    </a:lnTo>
                    <a:lnTo>
                      <a:pt x="888" y="753"/>
                    </a:lnTo>
                    <a:lnTo>
                      <a:pt x="891" y="753"/>
                    </a:lnTo>
                    <a:lnTo>
                      <a:pt x="893" y="751"/>
                    </a:lnTo>
                    <a:lnTo>
                      <a:pt x="896" y="750"/>
                    </a:lnTo>
                    <a:lnTo>
                      <a:pt x="899" y="748"/>
                    </a:lnTo>
                    <a:lnTo>
                      <a:pt x="900" y="746"/>
                    </a:lnTo>
                    <a:lnTo>
                      <a:pt x="902" y="744"/>
                    </a:lnTo>
                    <a:lnTo>
                      <a:pt x="902" y="741"/>
                    </a:lnTo>
                    <a:lnTo>
                      <a:pt x="903" y="738"/>
                    </a:lnTo>
                    <a:lnTo>
                      <a:pt x="903" y="735"/>
                    </a:lnTo>
                    <a:lnTo>
                      <a:pt x="902" y="732"/>
                    </a:lnTo>
                    <a:lnTo>
                      <a:pt x="900" y="730"/>
                    </a:lnTo>
                    <a:lnTo>
                      <a:pt x="899" y="727"/>
                    </a:lnTo>
                    <a:lnTo>
                      <a:pt x="896" y="726"/>
                    </a:lnTo>
                    <a:lnTo>
                      <a:pt x="893" y="724"/>
                    </a:lnTo>
                    <a:lnTo>
                      <a:pt x="891" y="724"/>
                    </a:lnTo>
                    <a:lnTo>
                      <a:pt x="888" y="722"/>
                    </a:lnTo>
                    <a:lnTo>
                      <a:pt x="843" y="722"/>
                    </a:lnTo>
                    <a:lnTo>
                      <a:pt x="843" y="301"/>
                    </a:lnTo>
                    <a:lnTo>
                      <a:pt x="888" y="3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2" name="Freeform 295">
                <a:extLst>
                  <a:ext uri="{FF2B5EF4-FFF2-40B4-BE49-F238E27FC236}">
                    <a16:creationId xmlns:a16="http://schemas.microsoft.com/office/drawing/2014/main" id="{8D2E44B2-77F1-18EC-D482-7D6E4546F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962025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2 h 30"/>
                  <a:gd name="T10" fmla="*/ 4 w 422"/>
                  <a:gd name="T11" fmla="*/ 4 h 30"/>
                  <a:gd name="T12" fmla="*/ 3 w 422"/>
                  <a:gd name="T13" fmla="*/ 7 h 30"/>
                  <a:gd name="T14" fmla="*/ 1 w 422"/>
                  <a:gd name="T15" fmla="*/ 9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8 h 30"/>
                  <a:gd name="T22" fmla="*/ 1 w 422"/>
                  <a:gd name="T23" fmla="*/ 20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7 h 30"/>
                  <a:gd name="T30" fmla="*/ 10 w 422"/>
                  <a:gd name="T31" fmla="*/ 29 h 30"/>
                  <a:gd name="T32" fmla="*/ 12 w 422"/>
                  <a:gd name="T33" fmla="*/ 29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29 h 30"/>
                  <a:gd name="T40" fmla="*/ 413 w 422"/>
                  <a:gd name="T41" fmla="*/ 29 h 30"/>
                  <a:gd name="T42" fmla="*/ 415 w 422"/>
                  <a:gd name="T43" fmla="*/ 27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0 h 30"/>
                  <a:gd name="T50" fmla="*/ 422 w 422"/>
                  <a:gd name="T51" fmla="*/ 18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9 h 30"/>
                  <a:gd name="T58" fmla="*/ 419 w 422"/>
                  <a:gd name="T59" fmla="*/ 7 h 30"/>
                  <a:gd name="T60" fmla="*/ 417 w 422"/>
                  <a:gd name="T61" fmla="*/ 4 h 30"/>
                  <a:gd name="T62" fmla="*/ 415 w 422"/>
                  <a:gd name="T63" fmla="*/ 2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2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29"/>
                    </a:lnTo>
                    <a:lnTo>
                      <a:pt x="413" y="29"/>
                    </a:lnTo>
                    <a:lnTo>
                      <a:pt x="415" y="27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0"/>
                    </a:lnTo>
                    <a:lnTo>
                      <a:pt x="422" y="18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9"/>
                    </a:lnTo>
                    <a:lnTo>
                      <a:pt x="419" y="7"/>
                    </a:lnTo>
                    <a:lnTo>
                      <a:pt x="417" y="4"/>
                    </a:lnTo>
                    <a:lnTo>
                      <a:pt x="415" y="2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3" name="Freeform 296">
                <a:extLst>
                  <a:ext uri="{FF2B5EF4-FFF2-40B4-BE49-F238E27FC236}">
                    <a16:creationId xmlns:a16="http://schemas.microsoft.com/office/drawing/2014/main" id="{20F2CF89-E136-77AF-C57B-0A5854587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990600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2 h 30"/>
                  <a:gd name="T10" fmla="*/ 4 w 422"/>
                  <a:gd name="T11" fmla="*/ 5 h 30"/>
                  <a:gd name="T12" fmla="*/ 3 w 422"/>
                  <a:gd name="T13" fmla="*/ 7 h 30"/>
                  <a:gd name="T14" fmla="*/ 1 w 422"/>
                  <a:gd name="T15" fmla="*/ 9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8 h 30"/>
                  <a:gd name="T22" fmla="*/ 1 w 422"/>
                  <a:gd name="T23" fmla="*/ 21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8 h 30"/>
                  <a:gd name="T30" fmla="*/ 10 w 422"/>
                  <a:gd name="T31" fmla="*/ 29 h 30"/>
                  <a:gd name="T32" fmla="*/ 12 w 422"/>
                  <a:gd name="T33" fmla="*/ 30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30 h 30"/>
                  <a:gd name="T40" fmla="*/ 413 w 422"/>
                  <a:gd name="T41" fmla="*/ 29 h 30"/>
                  <a:gd name="T42" fmla="*/ 415 w 422"/>
                  <a:gd name="T43" fmla="*/ 28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1 h 30"/>
                  <a:gd name="T50" fmla="*/ 422 w 422"/>
                  <a:gd name="T51" fmla="*/ 18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9 h 30"/>
                  <a:gd name="T58" fmla="*/ 419 w 422"/>
                  <a:gd name="T59" fmla="*/ 7 h 30"/>
                  <a:gd name="T60" fmla="*/ 417 w 422"/>
                  <a:gd name="T61" fmla="*/ 5 h 30"/>
                  <a:gd name="T62" fmla="*/ 415 w 422"/>
                  <a:gd name="T63" fmla="*/ 2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2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30"/>
                    </a:lnTo>
                    <a:lnTo>
                      <a:pt x="413" y="29"/>
                    </a:lnTo>
                    <a:lnTo>
                      <a:pt x="415" y="28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1"/>
                    </a:lnTo>
                    <a:lnTo>
                      <a:pt x="422" y="18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9"/>
                    </a:lnTo>
                    <a:lnTo>
                      <a:pt x="419" y="7"/>
                    </a:lnTo>
                    <a:lnTo>
                      <a:pt x="417" y="5"/>
                    </a:lnTo>
                    <a:lnTo>
                      <a:pt x="415" y="2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4" name="Freeform 297">
                <a:extLst>
                  <a:ext uri="{FF2B5EF4-FFF2-40B4-BE49-F238E27FC236}">
                    <a16:creationId xmlns:a16="http://schemas.microsoft.com/office/drawing/2014/main" id="{36A17B94-71ED-B0E1-0053-3AA898611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1019175"/>
                <a:ext cx="134938" cy="9525"/>
              </a:xfrm>
              <a:custGeom>
                <a:avLst/>
                <a:gdLst>
                  <a:gd name="T0" fmla="*/ 407 w 422"/>
                  <a:gd name="T1" fmla="*/ 0 h 30"/>
                  <a:gd name="T2" fmla="*/ 15 w 422"/>
                  <a:gd name="T3" fmla="*/ 0 h 30"/>
                  <a:gd name="T4" fmla="*/ 12 w 422"/>
                  <a:gd name="T5" fmla="*/ 0 h 30"/>
                  <a:gd name="T6" fmla="*/ 10 w 422"/>
                  <a:gd name="T7" fmla="*/ 1 h 30"/>
                  <a:gd name="T8" fmla="*/ 7 w 422"/>
                  <a:gd name="T9" fmla="*/ 3 h 30"/>
                  <a:gd name="T10" fmla="*/ 4 w 422"/>
                  <a:gd name="T11" fmla="*/ 5 h 30"/>
                  <a:gd name="T12" fmla="*/ 3 w 422"/>
                  <a:gd name="T13" fmla="*/ 7 h 30"/>
                  <a:gd name="T14" fmla="*/ 1 w 422"/>
                  <a:gd name="T15" fmla="*/ 10 h 30"/>
                  <a:gd name="T16" fmla="*/ 1 w 422"/>
                  <a:gd name="T17" fmla="*/ 12 h 30"/>
                  <a:gd name="T18" fmla="*/ 0 w 422"/>
                  <a:gd name="T19" fmla="*/ 15 h 30"/>
                  <a:gd name="T20" fmla="*/ 1 w 422"/>
                  <a:gd name="T21" fmla="*/ 19 h 30"/>
                  <a:gd name="T22" fmla="*/ 1 w 422"/>
                  <a:gd name="T23" fmla="*/ 22 h 30"/>
                  <a:gd name="T24" fmla="*/ 3 w 422"/>
                  <a:gd name="T25" fmla="*/ 24 h 30"/>
                  <a:gd name="T26" fmla="*/ 4 w 422"/>
                  <a:gd name="T27" fmla="*/ 26 h 30"/>
                  <a:gd name="T28" fmla="*/ 7 w 422"/>
                  <a:gd name="T29" fmla="*/ 28 h 30"/>
                  <a:gd name="T30" fmla="*/ 10 w 422"/>
                  <a:gd name="T31" fmla="*/ 29 h 30"/>
                  <a:gd name="T32" fmla="*/ 12 w 422"/>
                  <a:gd name="T33" fmla="*/ 30 h 30"/>
                  <a:gd name="T34" fmla="*/ 15 w 422"/>
                  <a:gd name="T35" fmla="*/ 30 h 30"/>
                  <a:gd name="T36" fmla="*/ 407 w 422"/>
                  <a:gd name="T37" fmla="*/ 30 h 30"/>
                  <a:gd name="T38" fmla="*/ 410 w 422"/>
                  <a:gd name="T39" fmla="*/ 30 h 30"/>
                  <a:gd name="T40" fmla="*/ 413 w 422"/>
                  <a:gd name="T41" fmla="*/ 29 h 30"/>
                  <a:gd name="T42" fmla="*/ 415 w 422"/>
                  <a:gd name="T43" fmla="*/ 28 h 30"/>
                  <a:gd name="T44" fmla="*/ 417 w 422"/>
                  <a:gd name="T45" fmla="*/ 26 h 30"/>
                  <a:gd name="T46" fmla="*/ 419 w 422"/>
                  <a:gd name="T47" fmla="*/ 24 h 30"/>
                  <a:gd name="T48" fmla="*/ 421 w 422"/>
                  <a:gd name="T49" fmla="*/ 22 h 30"/>
                  <a:gd name="T50" fmla="*/ 422 w 422"/>
                  <a:gd name="T51" fmla="*/ 19 h 30"/>
                  <a:gd name="T52" fmla="*/ 422 w 422"/>
                  <a:gd name="T53" fmla="*/ 15 h 30"/>
                  <a:gd name="T54" fmla="*/ 422 w 422"/>
                  <a:gd name="T55" fmla="*/ 12 h 30"/>
                  <a:gd name="T56" fmla="*/ 421 w 422"/>
                  <a:gd name="T57" fmla="*/ 10 h 30"/>
                  <a:gd name="T58" fmla="*/ 419 w 422"/>
                  <a:gd name="T59" fmla="*/ 7 h 30"/>
                  <a:gd name="T60" fmla="*/ 417 w 422"/>
                  <a:gd name="T61" fmla="*/ 5 h 30"/>
                  <a:gd name="T62" fmla="*/ 415 w 422"/>
                  <a:gd name="T63" fmla="*/ 3 h 30"/>
                  <a:gd name="T64" fmla="*/ 413 w 422"/>
                  <a:gd name="T65" fmla="*/ 1 h 30"/>
                  <a:gd name="T66" fmla="*/ 410 w 422"/>
                  <a:gd name="T67" fmla="*/ 0 h 30"/>
                  <a:gd name="T68" fmla="*/ 407 w 422"/>
                  <a:gd name="T69" fmla="*/ 0 h 30"/>
                  <a:gd name="T70" fmla="*/ 407 w 422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2" h="30">
                    <a:moveTo>
                      <a:pt x="407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7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7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07" y="30"/>
                    </a:lnTo>
                    <a:lnTo>
                      <a:pt x="410" y="30"/>
                    </a:lnTo>
                    <a:lnTo>
                      <a:pt x="413" y="29"/>
                    </a:lnTo>
                    <a:lnTo>
                      <a:pt x="415" y="28"/>
                    </a:lnTo>
                    <a:lnTo>
                      <a:pt x="417" y="26"/>
                    </a:lnTo>
                    <a:lnTo>
                      <a:pt x="419" y="24"/>
                    </a:lnTo>
                    <a:lnTo>
                      <a:pt x="421" y="22"/>
                    </a:lnTo>
                    <a:lnTo>
                      <a:pt x="422" y="19"/>
                    </a:lnTo>
                    <a:lnTo>
                      <a:pt x="422" y="15"/>
                    </a:lnTo>
                    <a:lnTo>
                      <a:pt x="422" y="12"/>
                    </a:lnTo>
                    <a:lnTo>
                      <a:pt x="421" y="10"/>
                    </a:lnTo>
                    <a:lnTo>
                      <a:pt x="419" y="7"/>
                    </a:lnTo>
                    <a:lnTo>
                      <a:pt x="417" y="5"/>
                    </a:lnTo>
                    <a:lnTo>
                      <a:pt x="415" y="3"/>
                    </a:lnTo>
                    <a:lnTo>
                      <a:pt x="413" y="1"/>
                    </a:lnTo>
                    <a:lnTo>
                      <a:pt x="410" y="0"/>
                    </a:lnTo>
                    <a:lnTo>
                      <a:pt x="407" y="0"/>
                    </a:lnTo>
                    <a:lnTo>
                      <a:pt x="40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D0DF93-5E2E-F706-06DE-E11B0C61F243}"/>
                </a:ext>
              </a:extLst>
            </p:cNvPr>
            <p:cNvGrpSpPr/>
            <p:nvPr/>
          </p:nvGrpSpPr>
          <p:grpSpPr>
            <a:xfrm>
              <a:off x="7983320" y="4449696"/>
              <a:ext cx="397312" cy="521110"/>
              <a:chOff x="6445250" y="2498725"/>
              <a:chExt cx="219075" cy="287338"/>
            </a:xfrm>
            <a:solidFill>
              <a:schemeClr val="bg1"/>
            </a:solidFill>
          </p:grpSpPr>
          <p:sp>
            <p:nvSpPr>
              <p:cNvPr id="28" name="Freeform 227">
                <a:extLst>
                  <a:ext uri="{FF2B5EF4-FFF2-40B4-BE49-F238E27FC236}">
                    <a16:creationId xmlns:a16="http://schemas.microsoft.com/office/drawing/2014/main" id="{DAE77E84-EDD5-6770-49AD-BE75D3885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5250" y="2498725"/>
                <a:ext cx="219075" cy="287338"/>
              </a:xfrm>
              <a:custGeom>
                <a:avLst/>
                <a:gdLst>
                  <a:gd name="T0" fmla="*/ 104 w 692"/>
                  <a:gd name="T1" fmla="*/ 868 h 902"/>
                  <a:gd name="T2" fmla="*/ 69 w 692"/>
                  <a:gd name="T3" fmla="*/ 849 h 902"/>
                  <a:gd name="T4" fmla="*/ 43 w 692"/>
                  <a:gd name="T5" fmla="*/ 818 h 902"/>
                  <a:gd name="T6" fmla="*/ 31 w 692"/>
                  <a:gd name="T7" fmla="*/ 778 h 902"/>
                  <a:gd name="T8" fmla="*/ 35 w 692"/>
                  <a:gd name="T9" fmla="*/ 736 h 902"/>
                  <a:gd name="T10" fmla="*/ 55 w 692"/>
                  <a:gd name="T11" fmla="*/ 700 h 902"/>
                  <a:gd name="T12" fmla="*/ 86 w 692"/>
                  <a:gd name="T13" fmla="*/ 674 h 902"/>
                  <a:gd name="T14" fmla="*/ 124 w 692"/>
                  <a:gd name="T15" fmla="*/ 662 h 902"/>
                  <a:gd name="T16" fmla="*/ 167 w 692"/>
                  <a:gd name="T17" fmla="*/ 667 h 902"/>
                  <a:gd name="T18" fmla="*/ 202 w 692"/>
                  <a:gd name="T19" fmla="*/ 686 h 902"/>
                  <a:gd name="T20" fmla="*/ 228 w 692"/>
                  <a:gd name="T21" fmla="*/ 717 h 902"/>
                  <a:gd name="T22" fmla="*/ 240 w 692"/>
                  <a:gd name="T23" fmla="*/ 757 h 902"/>
                  <a:gd name="T24" fmla="*/ 236 w 692"/>
                  <a:gd name="T25" fmla="*/ 798 h 902"/>
                  <a:gd name="T26" fmla="*/ 216 w 692"/>
                  <a:gd name="T27" fmla="*/ 834 h 902"/>
                  <a:gd name="T28" fmla="*/ 185 w 692"/>
                  <a:gd name="T29" fmla="*/ 859 h 902"/>
                  <a:gd name="T30" fmla="*/ 146 w 692"/>
                  <a:gd name="T31" fmla="*/ 872 h 902"/>
                  <a:gd name="T32" fmla="*/ 511 w 692"/>
                  <a:gd name="T33" fmla="*/ 361 h 902"/>
                  <a:gd name="T34" fmla="*/ 271 w 692"/>
                  <a:gd name="T35" fmla="*/ 722 h 902"/>
                  <a:gd name="T36" fmla="*/ 632 w 692"/>
                  <a:gd name="T37" fmla="*/ 722 h 902"/>
                  <a:gd name="T38" fmla="*/ 622 w 692"/>
                  <a:gd name="T39" fmla="*/ 813 h 902"/>
                  <a:gd name="T40" fmla="*/ 266 w 692"/>
                  <a:gd name="T41" fmla="*/ 802 h 902"/>
                  <a:gd name="T42" fmla="*/ 270 w 692"/>
                  <a:gd name="T43" fmla="*/ 760 h 902"/>
                  <a:gd name="T44" fmla="*/ 652 w 692"/>
                  <a:gd name="T45" fmla="*/ 751 h 902"/>
                  <a:gd name="T46" fmla="*/ 660 w 692"/>
                  <a:gd name="T47" fmla="*/ 743 h 902"/>
                  <a:gd name="T48" fmla="*/ 661 w 692"/>
                  <a:gd name="T49" fmla="*/ 373 h 902"/>
                  <a:gd name="T50" fmla="*/ 655 w 692"/>
                  <a:gd name="T51" fmla="*/ 364 h 902"/>
                  <a:gd name="T52" fmla="*/ 541 w 692"/>
                  <a:gd name="T53" fmla="*/ 361 h 902"/>
                  <a:gd name="T54" fmla="*/ 539 w 692"/>
                  <a:gd name="T55" fmla="*/ 158 h 902"/>
                  <a:gd name="T56" fmla="*/ 529 w 692"/>
                  <a:gd name="T57" fmla="*/ 151 h 902"/>
                  <a:gd name="T58" fmla="*/ 250 w 692"/>
                  <a:gd name="T59" fmla="*/ 151 h 902"/>
                  <a:gd name="T60" fmla="*/ 242 w 692"/>
                  <a:gd name="T61" fmla="*/ 160 h 902"/>
                  <a:gd name="T62" fmla="*/ 241 w 692"/>
                  <a:gd name="T63" fmla="*/ 683 h 902"/>
                  <a:gd name="T64" fmla="*/ 213 w 692"/>
                  <a:gd name="T65" fmla="*/ 657 h 902"/>
                  <a:gd name="T66" fmla="*/ 180 w 692"/>
                  <a:gd name="T67" fmla="*/ 640 h 902"/>
                  <a:gd name="T68" fmla="*/ 178 w 692"/>
                  <a:gd name="T69" fmla="*/ 7 h 902"/>
                  <a:gd name="T70" fmla="*/ 168 w 692"/>
                  <a:gd name="T71" fmla="*/ 0 h 902"/>
                  <a:gd name="T72" fmla="*/ 70 w 692"/>
                  <a:gd name="T73" fmla="*/ 1 h 902"/>
                  <a:gd name="T74" fmla="*/ 61 w 692"/>
                  <a:gd name="T75" fmla="*/ 10 h 902"/>
                  <a:gd name="T76" fmla="*/ 61 w 692"/>
                  <a:gd name="T77" fmla="*/ 22 h 902"/>
                  <a:gd name="T78" fmla="*/ 70 w 692"/>
                  <a:gd name="T79" fmla="*/ 29 h 902"/>
                  <a:gd name="T80" fmla="*/ 150 w 692"/>
                  <a:gd name="T81" fmla="*/ 632 h 902"/>
                  <a:gd name="T82" fmla="*/ 108 w 692"/>
                  <a:gd name="T83" fmla="*/ 635 h 902"/>
                  <a:gd name="T84" fmla="*/ 60 w 692"/>
                  <a:gd name="T85" fmla="*/ 655 h 902"/>
                  <a:gd name="T86" fmla="*/ 24 w 692"/>
                  <a:gd name="T87" fmla="*/ 691 h 902"/>
                  <a:gd name="T88" fmla="*/ 3 w 692"/>
                  <a:gd name="T89" fmla="*/ 740 h 902"/>
                  <a:gd name="T90" fmla="*/ 3 w 692"/>
                  <a:gd name="T91" fmla="*/ 794 h 902"/>
                  <a:gd name="T92" fmla="*/ 24 w 692"/>
                  <a:gd name="T93" fmla="*/ 842 h 902"/>
                  <a:gd name="T94" fmla="*/ 60 w 692"/>
                  <a:gd name="T95" fmla="*/ 880 h 902"/>
                  <a:gd name="T96" fmla="*/ 108 w 692"/>
                  <a:gd name="T97" fmla="*/ 900 h 902"/>
                  <a:gd name="T98" fmla="*/ 152 w 692"/>
                  <a:gd name="T99" fmla="*/ 901 h 902"/>
                  <a:gd name="T100" fmla="*/ 200 w 692"/>
                  <a:gd name="T101" fmla="*/ 886 h 902"/>
                  <a:gd name="T102" fmla="*/ 247 w 692"/>
                  <a:gd name="T103" fmla="*/ 842 h 902"/>
                  <a:gd name="T104" fmla="*/ 671 w 692"/>
                  <a:gd name="T105" fmla="*/ 901 h 902"/>
                  <a:gd name="T106" fmla="*/ 682 w 692"/>
                  <a:gd name="T107" fmla="*/ 901 h 902"/>
                  <a:gd name="T108" fmla="*/ 691 w 692"/>
                  <a:gd name="T109" fmla="*/ 893 h 902"/>
                  <a:gd name="T110" fmla="*/ 691 w 692"/>
                  <a:gd name="T111" fmla="*/ 882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" h="902">
                    <a:moveTo>
                      <a:pt x="135" y="872"/>
                    </a:moveTo>
                    <a:lnTo>
                      <a:pt x="124" y="872"/>
                    </a:lnTo>
                    <a:lnTo>
                      <a:pt x="115" y="870"/>
                    </a:lnTo>
                    <a:lnTo>
                      <a:pt x="104" y="868"/>
                    </a:lnTo>
                    <a:lnTo>
                      <a:pt x="94" y="864"/>
                    </a:lnTo>
                    <a:lnTo>
                      <a:pt x="86" y="859"/>
                    </a:lnTo>
                    <a:lnTo>
                      <a:pt x="76" y="854"/>
                    </a:lnTo>
                    <a:lnTo>
                      <a:pt x="69" y="849"/>
                    </a:lnTo>
                    <a:lnTo>
                      <a:pt x="61" y="841"/>
                    </a:lnTo>
                    <a:lnTo>
                      <a:pt x="55" y="834"/>
                    </a:lnTo>
                    <a:lnTo>
                      <a:pt x="48" y="826"/>
                    </a:lnTo>
                    <a:lnTo>
                      <a:pt x="43" y="818"/>
                    </a:lnTo>
                    <a:lnTo>
                      <a:pt x="39" y="808"/>
                    </a:lnTo>
                    <a:lnTo>
                      <a:pt x="35" y="798"/>
                    </a:lnTo>
                    <a:lnTo>
                      <a:pt x="32" y="789"/>
                    </a:lnTo>
                    <a:lnTo>
                      <a:pt x="31" y="778"/>
                    </a:lnTo>
                    <a:lnTo>
                      <a:pt x="30" y="767"/>
                    </a:lnTo>
                    <a:lnTo>
                      <a:pt x="31" y="757"/>
                    </a:lnTo>
                    <a:lnTo>
                      <a:pt x="32" y="746"/>
                    </a:lnTo>
                    <a:lnTo>
                      <a:pt x="35" y="736"/>
                    </a:lnTo>
                    <a:lnTo>
                      <a:pt x="39" y="727"/>
                    </a:lnTo>
                    <a:lnTo>
                      <a:pt x="43" y="717"/>
                    </a:lnTo>
                    <a:lnTo>
                      <a:pt x="48" y="708"/>
                    </a:lnTo>
                    <a:lnTo>
                      <a:pt x="55" y="700"/>
                    </a:lnTo>
                    <a:lnTo>
                      <a:pt x="61" y="692"/>
                    </a:lnTo>
                    <a:lnTo>
                      <a:pt x="69" y="686"/>
                    </a:lnTo>
                    <a:lnTo>
                      <a:pt x="76" y="680"/>
                    </a:lnTo>
                    <a:lnTo>
                      <a:pt x="86" y="674"/>
                    </a:lnTo>
                    <a:lnTo>
                      <a:pt x="94" y="670"/>
                    </a:lnTo>
                    <a:lnTo>
                      <a:pt x="104" y="667"/>
                    </a:lnTo>
                    <a:lnTo>
                      <a:pt x="115" y="665"/>
                    </a:lnTo>
                    <a:lnTo>
                      <a:pt x="124" y="662"/>
                    </a:lnTo>
                    <a:lnTo>
                      <a:pt x="135" y="662"/>
                    </a:lnTo>
                    <a:lnTo>
                      <a:pt x="146" y="662"/>
                    </a:lnTo>
                    <a:lnTo>
                      <a:pt x="156" y="665"/>
                    </a:lnTo>
                    <a:lnTo>
                      <a:pt x="167" y="667"/>
                    </a:lnTo>
                    <a:lnTo>
                      <a:pt x="177" y="670"/>
                    </a:lnTo>
                    <a:lnTo>
                      <a:pt x="185" y="674"/>
                    </a:lnTo>
                    <a:lnTo>
                      <a:pt x="194" y="680"/>
                    </a:lnTo>
                    <a:lnTo>
                      <a:pt x="202" y="686"/>
                    </a:lnTo>
                    <a:lnTo>
                      <a:pt x="210" y="692"/>
                    </a:lnTo>
                    <a:lnTo>
                      <a:pt x="216" y="700"/>
                    </a:lnTo>
                    <a:lnTo>
                      <a:pt x="223" y="708"/>
                    </a:lnTo>
                    <a:lnTo>
                      <a:pt x="228" y="717"/>
                    </a:lnTo>
                    <a:lnTo>
                      <a:pt x="232" y="727"/>
                    </a:lnTo>
                    <a:lnTo>
                      <a:pt x="236" y="736"/>
                    </a:lnTo>
                    <a:lnTo>
                      <a:pt x="239" y="746"/>
                    </a:lnTo>
                    <a:lnTo>
                      <a:pt x="240" y="757"/>
                    </a:lnTo>
                    <a:lnTo>
                      <a:pt x="241" y="767"/>
                    </a:lnTo>
                    <a:lnTo>
                      <a:pt x="240" y="778"/>
                    </a:lnTo>
                    <a:lnTo>
                      <a:pt x="239" y="789"/>
                    </a:lnTo>
                    <a:lnTo>
                      <a:pt x="236" y="798"/>
                    </a:lnTo>
                    <a:lnTo>
                      <a:pt x="232" y="808"/>
                    </a:lnTo>
                    <a:lnTo>
                      <a:pt x="228" y="818"/>
                    </a:lnTo>
                    <a:lnTo>
                      <a:pt x="223" y="826"/>
                    </a:lnTo>
                    <a:lnTo>
                      <a:pt x="216" y="834"/>
                    </a:lnTo>
                    <a:lnTo>
                      <a:pt x="210" y="841"/>
                    </a:lnTo>
                    <a:lnTo>
                      <a:pt x="202" y="849"/>
                    </a:lnTo>
                    <a:lnTo>
                      <a:pt x="194" y="854"/>
                    </a:lnTo>
                    <a:lnTo>
                      <a:pt x="185" y="859"/>
                    </a:lnTo>
                    <a:lnTo>
                      <a:pt x="177" y="864"/>
                    </a:lnTo>
                    <a:lnTo>
                      <a:pt x="167" y="868"/>
                    </a:lnTo>
                    <a:lnTo>
                      <a:pt x="156" y="870"/>
                    </a:lnTo>
                    <a:lnTo>
                      <a:pt x="146" y="872"/>
                    </a:lnTo>
                    <a:lnTo>
                      <a:pt x="135" y="872"/>
                    </a:lnTo>
                    <a:close/>
                    <a:moveTo>
                      <a:pt x="271" y="180"/>
                    </a:moveTo>
                    <a:lnTo>
                      <a:pt x="511" y="180"/>
                    </a:lnTo>
                    <a:lnTo>
                      <a:pt x="511" y="361"/>
                    </a:lnTo>
                    <a:lnTo>
                      <a:pt x="271" y="361"/>
                    </a:lnTo>
                    <a:lnTo>
                      <a:pt x="271" y="180"/>
                    </a:lnTo>
                    <a:close/>
                    <a:moveTo>
                      <a:pt x="632" y="722"/>
                    </a:moveTo>
                    <a:lnTo>
                      <a:pt x="271" y="722"/>
                    </a:lnTo>
                    <a:lnTo>
                      <a:pt x="271" y="391"/>
                    </a:lnTo>
                    <a:lnTo>
                      <a:pt x="526" y="391"/>
                    </a:lnTo>
                    <a:lnTo>
                      <a:pt x="632" y="391"/>
                    </a:lnTo>
                    <a:lnTo>
                      <a:pt x="632" y="722"/>
                    </a:lnTo>
                    <a:close/>
                    <a:moveTo>
                      <a:pt x="688" y="877"/>
                    </a:moveTo>
                    <a:lnTo>
                      <a:pt x="627" y="817"/>
                    </a:lnTo>
                    <a:lnTo>
                      <a:pt x="625" y="814"/>
                    </a:lnTo>
                    <a:lnTo>
                      <a:pt x="622" y="813"/>
                    </a:lnTo>
                    <a:lnTo>
                      <a:pt x="619" y="812"/>
                    </a:lnTo>
                    <a:lnTo>
                      <a:pt x="616" y="812"/>
                    </a:lnTo>
                    <a:lnTo>
                      <a:pt x="262" y="812"/>
                    </a:lnTo>
                    <a:lnTo>
                      <a:pt x="266" y="802"/>
                    </a:lnTo>
                    <a:lnTo>
                      <a:pt x="269" y="790"/>
                    </a:lnTo>
                    <a:lnTo>
                      <a:pt x="270" y="779"/>
                    </a:lnTo>
                    <a:lnTo>
                      <a:pt x="271" y="767"/>
                    </a:lnTo>
                    <a:lnTo>
                      <a:pt x="270" y="760"/>
                    </a:lnTo>
                    <a:lnTo>
                      <a:pt x="270" y="752"/>
                    </a:lnTo>
                    <a:lnTo>
                      <a:pt x="647" y="752"/>
                    </a:lnTo>
                    <a:lnTo>
                      <a:pt x="649" y="752"/>
                    </a:lnTo>
                    <a:lnTo>
                      <a:pt x="652" y="751"/>
                    </a:lnTo>
                    <a:lnTo>
                      <a:pt x="655" y="749"/>
                    </a:lnTo>
                    <a:lnTo>
                      <a:pt x="657" y="748"/>
                    </a:lnTo>
                    <a:lnTo>
                      <a:pt x="659" y="746"/>
                    </a:lnTo>
                    <a:lnTo>
                      <a:pt x="660" y="743"/>
                    </a:lnTo>
                    <a:lnTo>
                      <a:pt x="661" y="741"/>
                    </a:lnTo>
                    <a:lnTo>
                      <a:pt x="662" y="737"/>
                    </a:lnTo>
                    <a:lnTo>
                      <a:pt x="662" y="376"/>
                    </a:lnTo>
                    <a:lnTo>
                      <a:pt x="661" y="373"/>
                    </a:lnTo>
                    <a:lnTo>
                      <a:pt x="660" y="370"/>
                    </a:lnTo>
                    <a:lnTo>
                      <a:pt x="659" y="368"/>
                    </a:lnTo>
                    <a:lnTo>
                      <a:pt x="657" y="366"/>
                    </a:lnTo>
                    <a:lnTo>
                      <a:pt x="655" y="364"/>
                    </a:lnTo>
                    <a:lnTo>
                      <a:pt x="652" y="362"/>
                    </a:lnTo>
                    <a:lnTo>
                      <a:pt x="649" y="361"/>
                    </a:lnTo>
                    <a:lnTo>
                      <a:pt x="647" y="361"/>
                    </a:lnTo>
                    <a:lnTo>
                      <a:pt x="541" y="361"/>
                    </a:lnTo>
                    <a:lnTo>
                      <a:pt x="541" y="165"/>
                    </a:lnTo>
                    <a:lnTo>
                      <a:pt x="541" y="163"/>
                    </a:lnTo>
                    <a:lnTo>
                      <a:pt x="540" y="160"/>
                    </a:lnTo>
                    <a:lnTo>
                      <a:pt x="539" y="158"/>
                    </a:lnTo>
                    <a:lnTo>
                      <a:pt x="537" y="155"/>
                    </a:lnTo>
                    <a:lnTo>
                      <a:pt x="535" y="154"/>
                    </a:lnTo>
                    <a:lnTo>
                      <a:pt x="532" y="152"/>
                    </a:lnTo>
                    <a:lnTo>
                      <a:pt x="529" y="151"/>
                    </a:lnTo>
                    <a:lnTo>
                      <a:pt x="526" y="150"/>
                    </a:lnTo>
                    <a:lnTo>
                      <a:pt x="256" y="150"/>
                    </a:lnTo>
                    <a:lnTo>
                      <a:pt x="253" y="151"/>
                    </a:lnTo>
                    <a:lnTo>
                      <a:pt x="250" y="151"/>
                    </a:lnTo>
                    <a:lnTo>
                      <a:pt x="247" y="154"/>
                    </a:lnTo>
                    <a:lnTo>
                      <a:pt x="245" y="155"/>
                    </a:lnTo>
                    <a:lnTo>
                      <a:pt x="243" y="158"/>
                    </a:lnTo>
                    <a:lnTo>
                      <a:pt x="242" y="160"/>
                    </a:lnTo>
                    <a:lnTo>
                      <a:pt x="241" y="163"/>
                    </a:lnTo>
                    <a:lnTo>
                      <a:pt x="241" y="165"/>
                    </a:lnTo>
                    <a:lnTo>
                      <a:pt x="241" y="376"/>
                    </a:lnTo>
                    <a:lnTo>
                      <a:pt x="241" y="683"/>
                    </a:lnTo>
                    <a:lnTo>
                      <a:pt x="235" y="675"/>
                    </a:lnTo>
                    <a:lnTo>
                      <a:pt x="228" y="669"/>
                    </a:lnTo>
                    <a:lnTo>
                      <a:pt x="221" y="662"/>
                    </a:lnTo>
                    <a:lnTo>
                      <a:pt x="213" y="657"/>
                    </a:lnTo>
                    <a:lnTo>
                      <a:pt x="206" y="652"/>
                    </a:lnTo>
                    <a:lnTo>
                      <a:pt x="198" y="647"/>
                    </a:lnTo>
                    <a:lnTo>
                      <a:pt x="190" y="643"/>
                    </a:lnTo>
                    <a:lnTo>
                      <a:pt x="180" y="640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7"/>
                    </a:lnTo>
                    <a:lnTo>
                      <a:pt x="176" y="5"/>
                    </a:lnTo>
                    <a:lnTo>
                      <a:pt x="174" y="3"/>
                    </a:lnTo>
                    <a:lnTo>
                      <a:pt x="171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75" y="0"/>
                    </a:lnTo>
                    <a:lnTo>
                      <a:pt x="72" y="0"/>
                    </a:lnTo>
                    <a:lnTo>
                      <a:pt x="70" y="1"/>
                    </a:lnTo>
                    <a:lnTo>
                      <a:pt x="66" y="3"/>
                    </a:lnTo>
                    <a:lnTo>
                      <a:pt x="64" y="5"/>
                    </a:lnTo>
                    <a:lnTo>
                      <a:pt x="63" y="7"/>
                    </a:lnTo>
                    <a:lnTo>
                      <a:pt x="61" y="10"/>
                    </a:lnTo>
                    <a:lnTo>
                      <a:pt x="60" y="12"/>
                    </a:lnTo>
                    <a:lnTo>
                      <a:pt x="60" y="15"/>
                    </a:lnTo>
                    <a:lnTo>
                      <a:pt x="60" y="19"/>
                    </a:lnTo>
                    <a:lnTo>
                      <a:pt x="61" y="22"/>
                    </a:lnTo>
                    <a:lnTo>
                      <a:pt x="63" y="24"/>
                    </a:lnTo>
                    <a:lnTo>
                      <a:pt x="64" y="26"/>
                    </a:lnTo>
                    <a:lnTo>
                      <a:pt x="66" y="28"/>
                    </a:lnTo>
                    <a:lnTo>
                      <a:pt x="70" y="29"/>
                    </a:lnTo>
                    <a:lnTo>
                      <a:pt x="72" y="30"/>
                    </a:lnTo>
                    <a:lnTo>
                      <a:pt x="75" y="30"/>
                    </a:lnTo>
                    <a:lnTo>
                      <a:pt x="150" y="30"/>
                    </a:lnTo>
                    <a:lnTo>
                      <a:pt x="150" y="632"/>
                    </a:lnTo>
                    <a:lnTo>
                      <a:pt x="142" y="632"/>
                    </a:lnTo>
                    <a:lnTo>
                      <a:pt x="135" y="632"/>
                    </a:lnTo>
                    <a:lnTo>
                      <a:pt x="121" y="632"/>
                    </a:lnTo>
                    <a:lnTo>
                      <a:pt x="108" y="635"/>
                    </a:lnTo>
                    <a:lnTo>
                      <a:pt x="95" y="638"/>
                    </a:lnTo>
                    <a:lnTo>
                      <a:pt x="82" y="642"/>
                    </a:lnTo>
                    <a:lnTo>
                      <a:pt x="71" y="648"/>
                    </a:lnTo>
                    <a:lnTo>
                      <a:pt x="60" y="655"/>
                    </a:lnTo>
                    <a:lnTo>
                      <a:pt x="49" y="662"/>
                    </a:lnTo>
                    <a:lnTo>
                      <a:pt x="40" y="672"/>
                    </a:lnTo>
                    <a:lnTo>
                      <a:pt x="31" y="682"/>
                    </a:lnTo>
                    <a:lnTo>
                      <a:pt x="24" y="691"/>
                    </a:lnTo>
                    <a:lnTo>
                      <a:pt x="16" y="703"/>
                    </a:lnTo>
                    <a:lnTo>
                      <a:pt x="11" y="715"/>
                    </a:lnTo>
                    <a:lnTo>
                      <a:pt x="6" y="727"/>
                    </a:lnTo>
                    <a:lnTo>
                      <a:pt x="3" y="740"/>
                    </a:lnTo>
                    <a:lnTo>
                      <a:pt x="1" y="753"/>
                    </a:lnTo>
                    <a:lnTo>
                      <a:pt x="0" y="767"/>
                    </a:lnTo>
                    <a:lnTo>
                      <a:pt x="1" y="781"/>
                    </a:lnTo>
                    <a:lnTo>
                      <a:pt x="3" y="794"/>
                    </a:lnTo>
                    <a:lnTo>
                      <a:pt x="6" y="807"/>
                    </a:lnTo>
                    <a:lnTo>
                      <a:pt x="11" y="820"/>
                    </a:lnTo>
                    <a:lnTo>
                      <a:pt x="16" y="832"/>
                    </a:lnTo>
                    <a:lnTo>
                      <a:pt x="24" y="842"/>
                    </a:lnTo>
                    <a:lnTo>
                      <a:pt x="31" y="853"/>
                    </a:lnTo>
                    <a:lnTo>
                      <a:pt x="40" y="863"/>
                    </a:lnTo>
                    <a:lnTo>
                      <a:pt x="49" y="871"/>
                    </a:lnTo>
                    <a:lnTo>
                      <a:pt x="60" y="880"/>
                    </a:lnTo>
                    <a:lnTo>
                      <a:pt x="71" y="886"/>
                    </a:lnTo>
                    <a:lnTo>
                      <a:pt x="82" y="892"/>
                    </a:lnTo>
                    <a:lnTo>
                      <a:pt x="95" y="896"/>
                    </a:lnTo>
                    <a:lnTo>
                      <a:pt x="108" y="900"/>
                    </a:lnTo>
                    <a:lnTo>
                      <a:pt x="121" y="902"/>
                    </a:lnTo>
                    <a:lnTo>
                      <a:pt x="135" y="902"/>
                    </a:lnTo>
                    <a:lnTo>
                      <a:pt x="144" y="902"/>
                    </a:lnTo>
                    <a:lnTo>
                      <a:pt x="152" y="901"/>
                    </a:lnTo>
                    <a:lnTo>
                      <a:pt x="161" y="900"/>
                    </a:lnTo>
                    <a:lnTo>
                      <a:pt x="169" y="898"/>
                    </a:lnTo>
                    <a:lnTo>
                      <a:pt x="185" y="893"/>
                    </a:lnTo>
                    <a:lnTo>
                      <a:pt x="200" y="886"/>
                    </a:lnTo>
                    <a:lnTo>
                      <a:pt x="214" y="878"/>
                    </a:lnTo>
                    <a:lnTo>
                      <a:pt x="226" y="867"/>
                    </a:lnTo>
                    <a:lnTo>
                      <a:pt x="238" y="855"/>
                    </a:lnTo>
                    <a:lnTo>
                      <a:pt x="247" y="842"/>
                    </a:lnTo>
                    <a:lnTo>
                      <a:pt x="611" y="842"/>
                    </a:lnTo>
                    <a:lnTo>
                      <a:pt x="666" y="898"/>
                    </a:lnTo>
                    <a:lnTo>
                      <a:pt x="668" y="900"/>
                    </a:lnTo>
                    <a:lnTo>
                      <a:pt x="671" y="901"/>
                    </a:lnTo>
                    <a:lnTo>
                      <a:pt x="674" y="902"/>
                    </a:lnTo>
                    <a:lnTo>
                      <a:pt x="677" y="902"/>
                    </a:lnTo>
                    <a:lnTo>
                      <a:pt x="679" y="902"/>
                    </a:lnTo>
                    <a:lnTo>
                      <a:pt x="682" y="901"/>
                    </a:lnTo>
                    <a:lnTo>
                      <a:pt x="685" y="900"/>
                    </a:lnTo>
                    <a:lnTo>
                      <a:pt x="688" y="898"/>
                    </a:lnTo>
                    <a:lnTo>
                      <a:pt x="689" y="896"/>
                    </a:lnTo>
                    <a:lnTo>
                      <a:pt x="691" y="893"/>
                    </a:lnTo>
                    <a:lnTo>
                      <a:pt x="691" y="891"/>
                    </a:lnTo>
                    <a:lnTo>
                      <a:pt x="692" y="887"/>
                    </a:lnTo>
                    <a:lnTo>
                      <a:pt x="691" y="884"/>
                    </a:lnTo>
                    <a:lnTo>
                      <a:pt x="691" y="882"/>
                    </a:lnTo>
                    <a:lnTo>
                      <a:pt x="689" y="879"/>
                    </a:lnTo>
                    <a:lnTo>
                      <a:pt x="688" y="877"/>
                    </a:lnTo>
                    <a:lnTo>
                      <a:pt x="688" y="8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29" name="Freeform 228">
                <a:extLst>
                  <a:ext uri="{FF2B5EF4-FFF2-40B4-BE49-F238E27FC236}">
                    <a16:creationId xmlns:a16="http://schemas.microsoft.com/office/drawing/2014/main" id="{83DAB818-6532-78F1-5CE7-1C317D1EF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2888" y="2709863"/>
                <a:ext cx="42863" cy="9525"/>
              </a:xfrm>
              <a:custGeom>
                <a:avLst/>
                <a:gdLst>
                  <a:gd name="T0" fmla="*/ 0 w 135"/>
                  <a:gd name="T1" fmla="*/ 15 h 30"/>
                  <a:gd name="T2" fmla="*/ 0 w 135"/>
                  <a:gd name="T3" fmla="*/ 18 h 30"/>
                  <a:gd name="T4" fmla="*/ 1 w 135"/>
                  <a:gd name="T5" fmla="*/ 21 h 30"/>
                  <a:gd name="T6" fmla="*/ 3 w 135"/>
                  <a:gd name="T7" fmla="*/ 23 h 30"/>
                  <a:gd name="T8" fmla="*/ 4 w 135"/>
                  <a:gd name="T9" fmla="*/ 26 h 30"/>
                  <a:gd name="T10" fmla="*/ 6 w 135"/>
                  <a:gd name="T11" fmla="*/ 27 h 30"/>
                  <a:gd name="T12" fmla="*/ 10 w 135"/>
                  <a:gd name="T13" fmla="*/ 29 h 30"/>
                  <a:gd name="T14" fmla="*/ 12 w 135"/>
                  <a:gd name="T15" fmla="*/ 29 h 30"/>
                  <a:gd name="T16" fmla="*/ 15 w 135"/>
                  <a:gd name="T17" fmla="*/ 30 h 30"/>
                  <a:gd name="T18" fmla="*/ 120 w 135"/>
                  <a:gd name="T19" fmla="*/ 30 h 30"/>
                  <a:gd name="T20" fmla="*/ 123 w 135"/>
                  <a:gd name="T21" fmla="*/ 29 h 30"/>
                  <a:gd name="T22" fmla="*/ 126 w 135"/>
                  <a:gd name="T23" fmla="*/ 28 h 30"/>
                  <a:gd name="T24" fmla="*/ 129 w 135"/>
                  <a:gd name="T25" fmla="*/ 27 h 30"/>
                  <a:gd name="T26" fmla="*/ 131 w 135"/>
                  <a:gd name="T27" fmla="*/ 26 h 30"/>
                  <a:gd name="T28" fmla="*/ 133 w 135"/>
                  <a:gd name="T29" fmla="*/ 23 h 30"/>
                  <a:gd name="T30" fmla="*/ 134 w 135"/>
                  <a:gd name="T31" fmla="*/ 21 h 30"/>
                  <a:gd name="T32" fmla="*/ 135 w 135"/>
                  <a:gd name="T33" fmla="*/ 18 h 30"/>
                  <a:gd name="T34" fmla="*/ 135 w 135"/>
                  <a:gd name="T35" fmla="*/ 15 h 30"/>
                  <a:gd name="T36" fmla="*/ 135 w 135"/>
                  <a:gd name="T37" fmla="*/ 12 h 30"/>
                  <a:gd name="T38" fmla="*/ 134 w 135"/>
                  <a:gd name="T39" fmla="*/ 9 h 30"/>
                  <a:gd name="T40" fmla="*/ 133 w 135"/>
                  <a:gd name="T41" fmla="*/ 7 h 30"/>
                  <a:gd name="T42" fmla="*/ 131 w 135"/>
                  <a:gd name="T43" fmla="*/ 5 h 30"/>
                  <a:gd name="T44" fmla="*/ 129 w 135"/>
                  <a:gd name="T45" fmla="*/ 3 h 30"/>
                  <a:gd name="T46" fmla="*/ 126 w 135"/>
                  <a:gd name="T47" fmla="*/ 1 h 30"/>
                  <a:gd name="T48" fmla="*/ 123 w 135"/>
                  <a:gd name="T49" fmla="*/ 0 h 30"/>
                  <a:gd name="T50" fmla="*/ 120 w 135"/>
                  <a:gd name="T51" fmla="*/ 0 h 30"/>
                  <a:gd name="T52" fmla="*/ 15 w 135"/>
                  <a:gd name="T53" fmla="*/ 0 h 30"/>
                  <a:gd name="T54" fmla="*/ 12 w 135"/>
                  <a:gd name="T55" fmla="*/ 0 h 30"/>
                  <a:gd name="T56" fmla="*/ 10 w 135"/>
                  <a:gd name="T57" fmla="*/ 1 h 30"/>
                  <a:gd name="T58" fmla="*/ 6 w 135"/>
                  <a:gd name="T59" fmla="*/ 3 h 30"/>
                  <a:gd name="T60" fmla="*/ 4 w 135"/>
                  <a:gd name="T61" fmla="*/ 5 h 30"/>
                  <a:gd name="T62" fmla="*/ 3 w 135"/>
                  <a:gd name="T63" fmla="*/ 7 h 30"/>
                  <a:gd name="T64" fmla="*/ 1 w 135"/>
                  <a:gd name="T65" fmla="*/ 9 h 30"/>
                  <a:gd name="T66" fmla="*/ 0 w 135"/>
                  <a:gd name="T67" fmla="*/ 12 h 30"/>
                  <a:gd name="T68" fmla="*/ 0 w 135"/>
                  <a:gd name="T69" fmla="*/ 15 h 30"/>
                  <a:gd name="T70" fmla="*/ 0 w 135"/>
                  <a:gd name="T71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35" h="30">
                    <a:moveTo>
                      <a:pt x="0" y="15"/>
                    </a:move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20" y="30"/>
                    </a:lnTo>
                    <a:lnTo>
                      <a:pt x="123" y="29"/>
                    </a:lnTo>
                    <a:lnTo>
                      <a:pt x="126" y="28"/>
                    </a:lnTo>
                    <a:lnTo>
                      <a:pt x="129" y="27"/>
                    </a:lnTo>
                    <a:lnTo>
                      <a:pt x="131" y="26"/>
                    </a:lnTo>
                    <a:lnTo>
                      <a:pt x="133" y="23"/>
                    </a:lnTo>
                    <a:lnTo>
                      <a:pt x="134" y="21"/>
                    </a:lnTo>
                    <a:lnTo>
                      <a:pt x="135" y="18"/>
                    </a:lnTo>
                    <a:lnTo>
                      <a:pt x="135" y="15"/>
                    </a:lnTo>
                    <a:lnTo>
                      <a:pt x="135" y="12"/>
                    </a:lnTo>
                    <a:lnTo>
                      <a:pt x="134" y="9"/>
                    </a:lnTo>
                    <a:lnTo>
                      <a:pt x="133" y="7"/>
                    </a:lnTo>
                    <a:lnTo>
                      <a:pt x="131" y="5"/>
                    </a:lnTo>
                    <a:lnTo>
                      <a:pt x="129" y="3"/>
                    </a:lnTo>
                    <a:lnTo>
                      <a:pt x="126" y="1"/>
                    </a:lnTo>
                    <a:lnTo>
                      <a:pt x="123" y="0"/>
                    </a:lnTo>
                    <a:lnTo>
                      <a:pt x="120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30" name="Freeform 229">
                <a:extLst>
                  <a:ext uri="{FF2B5EF4-FFF2-40B4-BE49-F238E27FC236}">
                    <a16:creationId xmlns:a16="http://schemas.microsoft.com/office/drawing/2014/main" id="{21F23572-CC63-4B8C-9EBC-E61B4893A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0500" y="2593975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9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9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0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0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0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0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805AFD7C-FEBF-EE59-904D-4DFDD87C45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10424" y="4452725"/>
              <a:ext cx="515052" cy="515052"/>
            </a:xfrm>
            <a:custGeom>
              <a:avLst/>
              <a:gdLst>
                <a:gd name="T0" fmla="*/ 586 w 760"/>
                <a:gd name="T1" fmla="*/ 675 h 759"/>
                <a:gd name="T2" fmla="*/ 574 w 760"/>
                <a:gd name="T3" fmla="*/ 724 h 759"/>
                <a:gd name="T4" fmla="*/ 507 w 760"/>
                <a:gd name="T5" fmla="*/ 649 h 759"/>
                <a:gd name="T6" fmla="*/ 513 w 760"/>
                <a:gd name="T7" fmla="*/ 569 h 759"/>
                <a:gd name="T8" fmla="*/ 574 w 760"/>
                <a:gd name="T9" fmla="*/ 511 h 759"/>
                <a:gd name="T10" fmla="*/ 657 w 760"/>
                <a:gd name="T11" fmla="*/ 509 h 759"/>
                <a:gd name="T12" fmla="*/ 730 w 760"/>
                <a:gd name="T13" fmla="*/ 587 h 759"/>
                <a:gd name="T14" fmla="*/ 258 w 760"/>
                <a:gd name="T15" fmla="*/ 616 h 759"/>
                <a:gd name="T16" fmla="*/ 231 w 760"/>
                <a:gd name="T17" fmla="*/ 694 h 759"/>
                <a:gd name="T18" fmla="*/ 132 w 760"/>
                <a:gd name="T19" fmla="*/ 734 h 759"/>
                <a:gd name="T20" fmla="*/ 171 w 760"/>
                <a:gd name="T21" fmla="*/ 587 h 759"/>
                <a:gd name="T22" fmla="*/ 36 w 760"/>
                <a:gd name="T23" fmla="*/ 573 h 759"/>
                <a:gd name="T24" fmla="*/ 130 w 760"/>
                <a:gd name="T25" fmla="*/ 503 h 759"/>
                <a:gd name="T26" fmla="*/ 509 w 760"/>
                <a:gd name="T27" fmla="*/ 201 h 759"/>
                <a:gd name="T28" fmla="*/ 503 w 760"/>
                <a:gd name="T29" fmla="*/ 136 h 759"/>
                <a:gd name="T30" fmla="*/ 537 w 760"/>
                <a:gd name="T31" fmla="*/ 59 h 759"/>
                <a:gd name="T32" fmla="*/ 643 w 760"/>
                <a:gd name="T33" fmla="*/ 28 h 759"/>
                <a:gd name="T34" fmla="*/ 599 w 760"/>
                <a:gd name="T35" fmla="*/ 179 h 759"/>
                <a:gd name="T36" fmla="*/ 719 w 760"/>
                <a:gd name="T37" fmla="*/ 200 h 759"/>
                <a:gd name="T38" fmla="*/ 619 w 760"/>
                <a:gd name="T39" fmla="*/ 257 h 759"/>
                <a:gd name="T40" fmla="*/ 249 w 760"/>
                <a:gd name="T41" fmla="*/ 562 h 759"/>
                <a:gd name="T42" fmla="*/ 170 w 760"/>
                <a:gd name="T43" fmla="*/ 254 h 759"/>
                <a:gd name="T44" fmla="*/ 87 w 760"/>
                <a:gd name="T45" fmla="*/ 244 h 759"/>
                <a:gd name="T46" fmla="*/ 26 w 760"/>
                <a:gd name="T47" fmla="*/ 147 h 759"/>
                <a:gd name="T48" fmla="*/ 180 w 760"/>
                <a:gd name="T49" fmla="*/ 166 h 759"/>
                <a:gd name="T50" fmla="*/ 175 w 760"/>
                <a:gd name="T51" fmla="*/ 30 h 759"/>
                <a:gd name="T52" fmla="*/ 251 w 760"/>
                <a:gd name="T53" fmla="*/ 102 h 759"/>
                <a:gd name="T54" fmla="*/ 248 w 760"/>
                <a:gd name="T55" fmla="*/ 187 h 759"/>
                <a:gd name="T56" fmla="*/ 703 w 760"/>
                <a:gd name="T57" fmla="*/ 505 h 759"/>
                <a:gd name="T58" fmla="*/ 611 w 760"/>
                <a:gd name="T59" fmla="*/ 477 h 759"/>
                <a:gd name="T60" fmla="*/ 619 w 760"/>
                <a:gd name="T61" fmla="*/ 283 h 759"/>
                <a:gd name="T62" fmla="*/ 732 w 760"/>
                <a:gd name="T63" fmla="*/ 225 h 759"/>
                <a:gd name="T64" fmla="*/ 759 w 760"/>
                <a:gd name="T65" fmla="*/ 129 h 759"/>
                <a:gd name="T66" fmla="*/ 732 w 760"/>
                <a:gd name="T67" fmla="*/ 82 h 759"/>
                <a:gd name="T68" fmla="*/ 682 w 760"/>
                <a:gd name="T69" fmla="*/ 22 h 759"/>
                <a:gd name="T70" fmla="*/ 591 w 760"/>
                <a:gd name="T71" fmla="*/ 3 h 759"/>
                <a:gd name="T72" fmla="*/ 495 w 760"/>
                <a:gd name="T73" fmla="*/ 73 h 759"/>
                <a:gd name="T74" fmla="*/ 480 w 760"/>
                <a:gd name="T75" fmla="*/ 169 h 759"/>
                <a:gd name="T76" fmla="*/ 283 w 760"/>
                <a:gd name="T77" fmla="*/ 129 h 759"/>
                <a:gd name="T78" fmla="*/ 242 w 760"/>
                <a:gd name="T79" fmla="*/ 42 h 759"/>
                <a:gd name="T80" fmla="*/ 149 w 760"/>
                <a:gd name="T81" fmla="*/ 0 h 759"/>
                <a:gd name="T82" fmla="*/ 82 w 760"/>
                <a:gd name="T83" fmla="*/ 22 h 759"/>
                <a:gd name="T84" fmla="*/ 28 w 760"/>
                <a:gd name="T85" fmla="*/ 82 h 759"/>
                <a:gd name="T86" fmla="*/ 1 w 760"/>
                <a:gd name="T87" fmla="*/ 129 h 759"/>
                <a:gd name="T88" fmla="*/ 28 w 760"/>
                <a:gd name="T89" fmla="*/ 227 h 759"/>
                <a:gd name="T90" fmla="*/ 111 w 760"/>
                <a:gd name="T91" fmla="*/ 281 h 759"/>
                <a:gd name="T92" fmla="*/ 189 w 760"/>
                <a:gd name="T93" fmla="*/ 485 h 759"/>
                <a:gd name="T94" fmla="*/ 64 w 760"/>
                <a:gd name="T95" fmla="*/ 501 h 759"/>
                <a:gd name="T96" fmla="*/ 3 w 760"/>
                <a:gd name="T97" fmla="*/ 592 h 759"/>
                <a:gd name="T98" fmla="*/ 16 w 760"/>
                <a:gd name="T99" fmla="*/ 678 h 759"/>
                <a:gd name="T100" fmla="*/ 86 w 760"/>
                <a:gd name="T101" fmla="*/ 727 h 759"/>
                <a:gd name="T102" fmla="*/ 116 w 760"/>
                <a:gd name="T103" fmla="*/ 757 h 759"/>
                <a:gd name="T104" fmla="*/ 232 w 760"/>
                <a:gd name="T105" fmla="*/ 727 h 759"/>
                <a:gd name="T106" fmla="*/ 282 w 760"/>
                <a:gd name="T107" fmla="*/ 640 h 759"/>
                <a:gd name="T108" fmla="*/ 482 w 760"/>
                <a:gd name="T109" fmla="*/ 581 h 759"/>
                <a:gd name="T110" fmla="*/ 491 w 760"/>
                <a:gd name="T111" fmla="*/ 678 h 759"/>
                <a:gd name="T112" fmla="*/ 578 w 760"/>
                <a:gd name="T113" fmla="*/ 754 h 759"/>
                <a:gd name="T114" fmla="*/ 681 w 760"/>
                <a:gd name="T115" fmla="*/ 742 h 759"/>
                <a:gd name="T116" fmla="*/ 730 w 760"/>
                <a:gd name="T117" fmla="*/ 679 h 759"/>
                <a:gd name="T118" fmla="*/ 758 w 760"/>
                <a:gd name="T119" fmla="*/ 642 h 759"/>
                <a:gd name="T120" fmla="*/ 739 w 760"/>
                <a:gd name="T121" fmla="*/ 544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60" h="759">
                  <a:moveTo>
                    <a:pt x="731" y="642"/>
                  </a:moveTo>
                  <a:lnTo>
                    <a:pt x="685" y="591"/>
                  </a:lnTo>
                  <a:lnTo>
                    <a:pt x="681" y="588"/>
                  </a:lnTo>
                  <a:lnTo>
                    <a:pt x="676" y="586"/>
                  </a:lnTo>
                  <a:lnTo>
                    <a:pt x="599" y="586"/>
                  </a:lnTo>
                  <a:lnTo>
                    <a:pt x="594" y="587"/>
                  </a:lnTo>
                  <a:lnTo>
                    <a:pt x="590" y="590"/>
                  </a:lnTo>
                  <a:lnTo>
                    <a:pt x="588" y="594"/>
                  </a:lnTo>
                  <a:lnTo>
                    <a:pt x="586" y="598"/>
                  </a:lnTo>
                  <a:lnTo>
                    <a:pt x="586" y="675"/>
                  </a:lnTo>
                  <a:lnTo>
                    <a:pt x="586" y="678"/>
                  </a:lnTo>
                  <a:lnTo>
                    <a:pt x="588" y="680"/>
                  </a:lnTo>
                  <a:lnTo>
                    <a:pt x="589" y="683"/>
                  </a:lnTo>
                  <a:lnTo>
                    <a:pt x="591" y="685"/>
                  </a:lnTo>
                  <a:lnTo>
                    <a:pt x="643" y="732"/>
                  </a:lnTo>
                  <a:lnTo>
                    <a:pt x="629" y="734"/>
                  </a:lnTo>
                  <a:lnTo>
                    <a:pt x="615" y="734"/>
                  </a:lnTo>
                  <a:lnTo>
                    <a:pt x="600" y="733"/>
                  </a:lnTo>
                  <a:lnTo>
                    <a:pt x="586" y="729"/>
                  </a:lnTo>
                  <a:lnTo>
                    <a:pt x="574" y="724"/>
                  </a:lnTo>
                  <a:lnTo>
                    <a:pt x="561" y="718"/>
                  </a:lnTo>
                  <a:lnTo>
                    <a:pt x="548" y="710"/>
                  </a:lnTo>
                  <a:lnTo>
                    <a:pt x="537" y="700"/>
                  </a:lnTo>
                  <a:lnTo>
                    <a:pt x="531" y="694"/>
                  </a:lnTo>
                  <a:lnTo>
                    <a:pt x="525" y="688"/>
                  </a:lnTo>
                  <a:lnTo>
                    <a:pt x="521" y="680"/>
                  </a:lnTo>
                  <a:lnTo>
                    <a:pt x="517" y="673"/>
                  </a:lnTo>
                  <a:lnTo>
                    <a:pt x="512" y="665"/>
                  </a:lnTo>
                  <a:lnTo>
                    <a:pt x="509" y="657"/>
                  </a:lnTo>
                  <a:lnTo>
                    <a:pt x="507" y="649"/>
                  </a:lnTo>
                  <a:lnTo>
                    <a:pt x="505" y="640"/>
                  </a:lnTo>
                  <a:lnTo>
                    <a:pt x="504" y="633"/>
                  </a:lnTo>
                  <a:lnTo>
                    <a:pt x="504" y="624"/>
                  </a:lnTo>
                  <a:lnTo>
                    <a:pt x="503" y="616"/>
                  </a:lnTo>
                  <a:lnTo>
                    <a:pt x="504" y="607"/>
                  </a:lnTo>
                  <a:lnTo>
                    <a:pt x="505" y="598"/>
                  </a:lnTo>
                  <a:lnTo>
                    <a:pt x="507" y="590"/>
                  </a:lnTo>
                  <a:lnTo>
                    <a:pt x="509" y="581"/>
                  </a:lnTo>
                  <a:lnTo>
                    <a:pt x="512" y="573"/>
                  </a:lnTo>
                  <a:lnTo>
                    <a:pt x="513" y="569"/>
                  </a:lnTo>
                  <a:lnTo>
                    <a:pt x="513" y="566"/>
                  </a:lnTo>
                  <a:lnTo>
                    <a:pt x="512" y="562"/>
                  </a:lnTo>
                  <a:lnTo>
                    <a:pt x="509" y="559"/>
                  </a:lnTo>
                  <a:lnTo>
                    <a:pt x="399" y="448"/>
                  </a:lnTo>
                  <a:lnTo>
                    <a:pt x="449" y="399"/>
                  </a:lnTo>
                  <a:lnTo>
                    <a:pt x="560" y="509"/>
                  </a:lnTo>
                  <a:lnTo>
                    <a:pt x="563" y="511"/>
                  </a:lnTo>
                  <a:lnTo>
                    <a:pt x="566" y="513"/>
                  </a:lnTo>
                  <a:lnTo>
                    <a:pt x="570" y="513"/>
                  </a:lnTo>
                  <a:lnTo>
                    <a:pt x="574" y="511"/>
                  </a:lnTo>
                  <a:lnTo>
                    <a:pt x="582" y="508"/>
                  </a:lnTo>
                  <a:lnTo>
                    <a:pt x="591" y="506"/>
                  </a:lnTo>
                  <a:lnTo>
                    <a:pt x="598" y="505"/>
                  </a:lnTo>
                  <a:lnTo>
                    <a:pt x="607" y="503"/>
                  </a:lnTo>
                  <a:lnTo>
                    <a:pt x="615" y="503"/>
                  </a:lnTo>
                  <a:lnTo>
                    <a:pt x="624" y="503"/>
                  </a:lnTo>
                  <a:lnTo>
                    <a:pt x="633" y="504"/>
                  </a:lnTo>
                  <a:lnTo>
                    <a:pt x="641" y="505"/>
                  </a:lnTo>
                  <a:lnTo>
                    <a:pt x="649" y="507"/>
                  </a:lnTo>
                  <a:lnTo>
                    <a:pt x="657" y="509"/>
                  </a:lnTo>
                  <a:lnTo>
                    <a:pt x="665" y="513"/>
                  </a:lnTo>
                  <a:lnTo>
                    <a:pt x="672" y="516"/>
                  </a:lnTo>
                  <a:lnTo>
                    <a:pt x="680" y="520"/>
                  </a:lnTo>
                  <a:lnTo>
                    <a:pt x="687" y="525"/>
                  </a:lnTo>
                  <a:lnTo>
                    <a:pt x="694" y="531"/>
                  </a:lnTo>
                  <a:lnTo>
                    <a:pt x="700" y="537"/>
                  </a:lnTo>
                  <a:lnTo>
                    <a:pt x="711" y="548"/>
                  </a:lnTo>
                  <a:lnTo>
                    <a:pt x="719" y="560"/>
                  </a:lnTo>
                  <a:lnTo>
                    <a:pt x="725" y="573"/>
                  </a:lnTo>
                  <a:lnTo>
                    <a:pt x="730" y="587"/>
                  </a:lnTo>
                  <a:lnTo>
                    <a:pt x="734" y="600"/>
                  </a:lnTo>
                  <a:lnTo>
                    <a:pt x="735" y="615"/>
                  </a:lnTo>
                  <a:lnTo>
                    <a:pt x="735" y="628"/>
                  </a:lnTo>
                  <a:lnTo>
                    <a:pt x="731" y="642"/>
                  </a:lnTo>
                  <a:close/>
                  <a:moveTo>
                    <a:pt x="248" y="573"/>
                  </a:moveTo>
                  <a:lnTo>
                    <a:pt x="251" y="581"/>
                  </a:lnTo>
                  <a:lnTo>
                    <a:pt x="254" y="590"/>
                  </a:lnTo>
                  <a:lnTo>
                    <a:pt x="256" y="598"/>
                  </a:lnTo>
                  <a:lnTo>
                    <a:pt x="257" y="607"/>
                  </a:lnTo>
                  <a:lnTo>
                    <a:pt x="258" y="616"/>
                  </a:lnTo>
                  <a:lnTo>
                    <a:pt x="258" y="624"/>
                  </a:lnTo>
                  <a:lnTo>
                    <a:pt x="257" y="633"/>
                  </a:lnTo>
                  <a:lnTo>
                    <a:pt x="256" y="640"/>
                  </a:lnTo>
                  <a:lnTo>
                    <a:pt x="255" y="649"/>
                  </a:lnTo>
                  <a:lnTo>
                    <a:pt x="251" y="657"/>
                  </a:lnTo>
                  <a:lnTo>
                    <a:pt x="248" y="665"/>
                  </a:lnTo>
                  <a:lnTo>
                    <a:pt x="245" y="673"/>
                  </a:lnTo>
                  <a:lnTo>
                    <a:pt x="241" y="680"/>
                  </a:lnTo>
                  <a:lnTo>
                    <a:pt x="236" y="688"/>
                  </a:lnTo>
                  <a:lnTo>
                    <a:pt x="231" y="694"/>
                  </a:lnTo>
                  <a:lnTo>
                    <a:pt x="225" y="700"/>
                  </a:lnTo>
                  <a:lnTo>
                    <a:pt x="216" y="708"/>
                  </a:lnTo>
                  <a:lnTo>
                    <a:pt x="207" y="714"/>
                  </a:lnTo>
                  <a:lnTo>
                    <a:pt x="198" y="721"/>
                  </a:lnTo>
                  <a:lnTo>
                    <a:pt x="188" y="725"/>
                  </a:lnTo>
                  <a:lnTo>
                    <a:pt x="177" y="729"/>
                  </a:lnTo>
                  <a:lnTo>
                    <a:pt x="167" y="733"/>
                  </a:lnTo>
                  <a:lnTo>
                    <a:pt x="155" y="734"/>
                  </a:lnTo>
                  <a:lnTo>
                    <a:pt x="144" y="735"/>
                  </a:lnTo>
                  <a:lnTo>
                    <a:pt x="132" y="734"/>
                  </a:lnTo>
                  <a:lnTo>
                    <a:pt x="119" y="732"/>
                  </a:lnTo>
                  <a:lnTo>
                    <a:pt x="174" y="685"/>
                  </a:lnTo>
                  <a:lnTo>
                    <a:pt x="176" y="683"/>
                  </a:lnTo>
                  <a:lnTo>
                    <a:pt x="177" y="680"/>
                  </a:lnTo>
                  <a:lnTo>
                    <a:pt x="178" y="678"/>
                  </a:lnTo>
                  <a:lnTo>
                    <a:pt x="180" y="675"/>
                  </a:lnTo>
                  <a:lnTo>
                    <a:pt x="180" y="598"/>
                  </a:lnTo>
                  <a:lnTo>
                    <a:pt x="178" y="594"/>
                  </a:lnTo>
                  <a:lnTo>
                    <a:pt x="175" y="590"/>
                  </a:lnTo>
                  <a:lnTo>
                    <a:pt x="171" y="587"/>
                  </a:lnTo>
                  <a:lnTo>
                    <a:pt x="167" y="586"/>
                  </a:lnTo>
                  <a:lnTo>
                    <a:pt x="85" y="586"/>
                  </a:lnTo>
                  <a:lnTo>
                    <a:pt x="80" y="588"/>
                  </a:lnTo>
                  <a:lnTo>
                    <a:pt x="75" y="591"/>
                  </a:lnTo>
                  <a:lnTo>
                    <a:pt x="29" y="642"/>
                  </a:lnTo>
                  <a:lnTo>
                    <a:pt x="27" y="628"/>
                  </a:lnTo>
                  <a:lnTo>
                    <a:pt x="26" y="615"/>
                  </a:lnTo>
                  <a:lnTo>
                    <a:pt x="27" y="600"/>
                  </a:lnTo>
                  <a:lnTo>
                    <a:pt x="30" y="587"/>
                  </a:lnTo>
                  <a:lnTo>
                    <a:pt x="36" y="573"/>
                  </a:lnTo>
                  <a:lnTo>
                    <a:pt x="42" y="560"/>
                  </a:lnTo>
                  <a:lnTo>
                    <a:pt x="51" y="548"/>
                  </a:lnTo>
                  <a:lnTo>
                    <a:pt x="60" y="537"/>
                  </a:lnTo>
                  <a:lnTo>
                    <a:pt x="69" y="529"/>
                  </a:lnTo>
                  <a:lnTo>
                    <a:pt x="78" y="522"/>
                  </a:lnTo>
                  <a:lnTo>
                    <a:pt x="87" y="516"/>
                  </a:lnTo>
                  <a:lnTo>
                    <a:pt x="98" y="511"/>
                  </a:lnTo>
                  <a:lnTo>
                    <a:pt x="108" y="507"/>
                  </a:lnTo>
                  <a:lnTo>
                    <a:pt x="119" y="505"/>
                  </a:lnTo>
                  <a:lnTo>
                    <a:pt x="130" y="503"/>
                  </a:lnTo>
                  <a:lnTo>
                    <a:pt x="142" y="503"/>
                  </a:lnTo>
                  <a:lnTo>
                    <a:pt x="154" y="503"/>
                  </a:lnTo>
                  <a:lnTo>
                    <a:pt x="164" y="505"/>
                  </a:lnTo>
                  <a:lnTo>
                    <a:pt x="176" y="507"/>
                  </a:lnTo>
                  <a:lnTo>
                    <a:pt x="187" y="511"/>
                  </a:lnTo>
                  <a:lnTo>
                    <a:pt x="190" y="513"/>
                  </a:lnTo>
                  <a:lnTo>
                    <a:pt x="195" y="513"/>
                  </a:lnTo>
                  <a:lnTo>
                    <a:pt x="198" y="511"/>
                  </a:lnTo>
                  <a:lnTo>
                    <a:pt x="201" y="509"/>
                  </a:lnTo>
                  <a:lnTo>
                    <a:pt x="509" y="201"/>
                  </a:lnTo>
                  <a:lnTo>
                    <a:pt x="512" y="198"/>
                  </a:lnTo>
                  <a:lnTo>
                    <a:pt x="513" y="194"/>
                  </a:lnTo>
                  <a:lnTo>
                    <a:pt x="513" y="190"/>
                  </a:lnTo>
                  <a:lnTo>
                    <a:pt x="512" y="187"/>
                  </a:lnTo>
                  <a:lnTo>
                    <a:pt x="509" y="179"/>
                  </a:lnTo>
                  <a:lnTo>
                    <a:pt x="507" y="170"/>
                  </a:lnTo>
                  <a:lnTo>
                    <a:pt x="505" y="161"/>
                  </a:lnTo>
                  <a:lnTo>
                    <a:pt x="504" y="153"/>
                  </a:lnTo>
                  <a:lnTo>
                    <a:pt x="503" y="144"/>
                  </a:lnTo>
                  <a:lnTo>
                    <a:pt x="503" y="136"/>
                  </a:lnTo>
                  <a:lnTo>
                    <a:pt x="504" y="127"/>
                  </a:lnTo>
                  <a:lnTo>
                    <a:pt x="505" y="120"/>
                  </a:lnTo>
                  <a:lnTo>
                    <a:pt x="507" y="111"/>
                  </a:lnTo>
                  <a:lnTo>
                    <a:pt x="509" y="102"/>
                  </a:lnTo>
                  <a:lnTo>
                    <a:pt x="512" y="95"/>
                  </a:lnTo>
                  <a:lnTo>
                    <a:pt x="517" y="87"/>
                  </a:lnTo>
                  <a:lnTo>
                    <a:pt x="521" y="80"/>
                  </a:lnTo>
                  <a:lnTo>
                    <a:pt x="525" y="72"/>
                  </a:lnTo>
                  <a:lnTo>
                    <a:pt x="531" y="66"/>
                  </a:lnTo>
                  <a:lnTo>
                    <a:pt x="537" y="59"/>
                  </a:lnTo>
                  <a:lnTo>
                    <a:pt x="546" y="52"/>
                  </a:lnTo>
                  <a:lnTo>
                    <a:pt x="554" y="45"/>
                  </a:lnTo>
                  <a:lnTo>
                    <a:pt x="564" y="39"/>
                  </a:lnTo>
                  <a:lnTo>
                    <a:pt x="575" y="35"/>
                  </a:lnTo>
                  <a:lnTo>
                    <a:pt x="585" y="30"/>
                  </a:lnTo>
                  <a:lnTo>
                    <a:pt x="596" y="27"/>
                  </a:lnTo>
                  <a:lnTo>
                    <a:pt x="607" y="26"/>
                  </a:lnTo>
                  <a:lnTo>
                    <a:pt x="619" y="25"/>
                  </a:lnTo>
                  <a:lnTo>
                    <a:pt x="632" y="26"/>
                  </a:lnTo>
                  <a:lnTo>
                    <a:pt x="643" y="28"/>
                  </a:lnTo>
                  <a:lnTo>
                    <a:pt x="591" y="74"/>
                  </a:lnTo>
                  <a:lnTo>
                    <a:pt x="589" y="77"/>
                  </a:lnTo>
                  <a:lnTo>
                    <a:pt x="588" y="80"/>
                  </a:lnTo>
                  <a:lnTo>
                    <a:pt x="586" y="82"/>
                  </a:lnTo>
                  <a:lnTo>
                    <a:pt x="586" y="85"/>
                  </a:lnTo>
                  <a:lnTo>
                    <a:pt x="586" y="166"/>
                  </a:lnTo>
                  <a:lnTo>
                    <a:pt x="588" y="171"/>
                  </a:lnTo>
                  <a:lnTo>
                    <a:pt x="590" y="174"/>
                  </a:lnTo>
                  <a:lnTo>
                    <a:pt x="594" y="178"/>
                  </a:lnTo>
                  <a:lnTo>
                    <a:pt x="599" y="179"/>
                  </a:lnTo>
                  <a:lnTo>
                    <a:pt x="676" y="179"/>
                  </a:lnTo>
                  <a:lnTo>
                    <a:pt x="681" y="178"/>
                  </a:lnTo>
                  <a:lnTo>
                    <a:pt x="685" y="174"/>
                  </a:lnTo>
                  <a:lnTo>
                    <a:pt x="731" y="120"/>
                  </a:lnTo>
                  <a:lnTo>
                    <a:pt x="735" y="133"/>
                  </a:lnTo>
                  <a:lnTo>
                    <a:pt x="735" y="147"/>
                  </a:lnTo>
                  <a:lnTo>
                    <a:pt x="734" y="161"/>
                  </a:lnTo>
                  <a:lnTo>
                    <a:pt x="730" y="174"/>
                  </a:lnTo>
                  <a:lnTo>
                    <a:pt x="725" y="187"/>
                  </a:lnTo>
                  <a:lnTo>
                    <a:pt x="719" y="200"/>
                  </a:lnTo>
                  <a:lnTo>
                    <a:pt x="711" y="212"/>
                  </a:lnTo>
                  <a:lnTo>
                    <a:pt x="700" y="223"/>
                  </a:lnTo>
                  <a:lnTo>
                    <a:pt x="692" y="231"/>
                  </a:lnTo>
                  <a:lnTo>
                    <a:pt x="683" y="238"/>
                  </a:lnTo>
                  <a:lnTo>
                    <a:pt x="673" y="244"/>
                  </a:lnTo>
                  <a:lnTo>
                    <a:pt x="663" y="248"/>
                  </a:lnTo>
                  <a:lnTo>
                    <a:pt x="653" y="253"/>
                  </a:lnTo>
                  <a:lnTo>
                    <a:pt x="641" y="255"/>
                  </a:lnTo>
                  <a:lnTo>
                    <a:pt x="630" y="257"/>
                  </a:lnTo>
                  <a:lnTo>
                    <a:pt x="619" y="257"/>
                  </a:lnTo>
                  <a:lnTo>
                    <a:pt x="607" y="257"/>
                  </a:lnTo>
                  <a:lnTo>
                    <a:pt x="596" y="255"/>
                  </a:lnTo>
                  <a:lnTo>
                    <a:pt x="584" y="253"/>
                  </a:lnTo>
                  <a:lnTo>
                    <a:pt x="574" y="248"/>
                  </a:lnTo>
                  <a:lnTo>
                    <a:pt x="570" y="247"/>
                  </a:lnTo>
                  <a:lnTo>
                    <a:pt x="566" y="247"/>
                  </a:lnTo>
                  <a:lnTo>
                    <a:pt x="563" y="248"/>
                  </a:lnTo>
                  <a:lnTo>
                    <a:pt x="560" y="251"/>
                  </a:lnTo>
                  <a:lnTo>
                    <a:pt x="251" y="559"/>
                  </a:lnTo>
                  <a:lnTo>
                    <a:pt x="249" y="562"/>
                  </a:lnTo>
                  <a:lnTo>
                    <a:pt x="247" y="566"/>
                  </a:lnTo>
                  <a:lnTo>
                    <a:pt x="247" y="569"/>
                  </a:lnTo>
                  <a:lnTo>
                    <a:pt x="248" y="573"/>
                  </a:lnTo>
                  <a:close/>
                  <a:moveTo>
                    <a:pt x="201" y="251"/>
                  </a:moveTo>
                  <a:lnTo>
                    <a:pt x="198" y="249"/>
                  </a:lnTo>
                  <a:lnTo>
                    <a:pt x="195" y="248"/>
                  </a:lnTo>
                  <a:lnTo>
                    <a:pt x="190" y="247"/>
                  </a:lnTo>
                  <a:lnTo>
                    <a:pt x="187" y="248"/>
                  </a:lnTo>
                  <a:lnTo>
                    <a:pt x="178" y="252"/>
                  </a:lnTo>
                  <a:lnTo>
                    <a:pt x="170" y="254"/>
                  </a:lnTo>
                  <a:lnTo>
                    <a:pt x="162" y="256"/>
                  </a:lnTo>
                  <a:lnTo>
                    <a:pt x="154" y="257"/>
                  </a:lnTo>
                  <a:lnTo>
                    <a:pt x="145" y="258"/>
                  </a:lnTo>
                  <a:lnTo>
                    <a:pt x="137" y="258"/>
                  </a:lnTo>
                  <a:lnTo>
                    <a:pt x="128" y="257"/>
                  </a:lnTo>
                  <a:lnTo>
                    <a:pt x="119" y="256"/>
                  </a:lnTo>
                  <a:lnTo>
                    <a:pt x="111" y="254"/>
                  </a:lnTo>
                  <a:lnTo>
                    <a:pt x="103" y="252"/>
                  </a:lnTo>
                  <a:lnTo>
                    <a:pt x="96" y="248"/>
                  </a:lnTo>
                  <a:lnTo>
                    <a:pt x="87" y="244"/>
                  </a:lnTo>
                  <a:lnTo>
                    <a:pt x="81" y="240"/>
                  </a:lnTo>
                  <a:lnTo>
                    <a:pt x="73" y="236"/>
                  </a:lnTo>
                  <a:lnTo>
                    <a:pt x="67" y="230"/>
                  </a:lnTo>
                  <a:lnTo>
                    <a:pt x="60" y="224"/>
                  </a:lnTo>
                  <a:lnTo>
                    <a:pt x="51" y="213"/>
                  </a:lnTo>
                  <a:lnTo>
                    <a:pt x="42" y="201"/>
                  </a:lnTo>
                  <a:lnTo>
                    <a:pt x="36" y="188"/>
                  </a:lnTo>
                  <a:lnTo>
                    <a:pt x="31" y="175"/>
                  </a:lnTo>
                  <a:lnTo>
                    <a:pt x="28" y="161"/>
                  </a:lnTo>
                  <a:lnTo>
                    <a:pt x="26" y="147"/>
                  </a:lnTo>
                  <a:lnTo>
                    <a:pt x="27" y="133"/>
                  </a:lnTo>
                  <a:lnTo>
                    <a:pt x="29" y="120"/>
                  </a:lnTo>
                  <a:lnTo>
                    <a:pt x="75" y="174"/>
                  </a:lnTo>
                  <a:lnTo>
                    <a:pt x="80" y="178"/>
                  </a:lnTo>
                  <a:lnTo>
                    <a:pt x="85" y="179"/>
                  </a:lnTo>
                  <a:lnTo>
                    <a:pt x="167" y="179"/>
                  </a:lnTo>
                  <a:lnTo>
                    <a:pt x="171" y="178"/>
                  </a:lnTo>
                  <a:lnTo>
                    <a:pt x="175" y="174"/>
                  </a:lnTo>
                  <a:lnTo>
                    <a:pt x="178" y="171"/>
                  </a:lnTo>
                  <a:lnTo>
                    <a:pt x="180" y="166"/>
                  </a:lnTo>
                  <a:lnTo>
                    <a:pt x="180" y="85"/>
                  </a:lnTo>
                  <a:lnTo>
                    <a:pt x="178" y="82"/>
                  </a:lnTo>
                  <a:lnTo>
                    <a:pt x="177" y="80"/>
                  </a:lnTo>
                  <a:lnTo>
                    <a:pt x="176" y="77"/>
                  </a:lnTo>
                  <a:lnTo>
                    <a:pt x="174" y="74"/>
                  </a:lnTo>
                  <a:lnTo>
                    <a:pt x="119" y="28"/>
                  </a:lnTo>
                  <a:lnTo>
                    <a:pt x="133" y="26"/>
                  </a:lnTo>
                  <a:lnTo>
                    <a:pt x="147" y="26"/>
                  </a:lnTo>
                  <a:lnTo>
                    <a:pt x="161" y="27"/>
                  </a:lnTo>
                  <a:lnTo>
                    <a:pt x="175" y="30"/>
                  </a:lnTo>
                  <a:lnTo>
                    <a:pt x="188" y="36"/>
                  </a:lnTo>
                  <a:lnTo>
                    <a:pt x="201" y="42"/>
                  </a:lnTo>
                  <a:lnTo>
                    <a:pt x="213" y="50"/>
                  </a:lnTo>
                  <a:lnTo>
                    <a:pt x="224" y="59"/>
                  </a:lnTo>
                  <a:lnTo>
                    <a:pt x="230" y="66"/>
                  </a:lnTo>
                  <a:lnTo>
                    <a:pt x="235" y="72"/>
                  </a:lnTo>
                  <a:lnTo>
                    <a:pt x="240" y="80"/>
                  </a:lnTo>
                  <a:lnTo>
                    <a:pt x="244" y="87"/>
                  </a:lnTo>
                  <a:lnTo>
                    <a:pt x="248" y="95"/>
                  </a:lnTo>
                  <a:lnTo>
                    <a:pt x="251" y="102"/>
                  </a:lnTo>
                  <a:lnTo>
                    <a:pt x="254" y="111"/>
                  </a:lnTo>
                  <a:lnTo>
                    <a:pt x="256" y="120"/>
                  </a:lnTo>
                  <a:lnTo>
                    <a:pt x="257" y="127"/>
                  </a:lnTo>
                  <a:lnTo>
                    <a:pt x="258" y="136"/>
                  </a:lnTo>
                  <a:lnTo>
                    <a:pt x="258" y="144"/>
                  </a:lnTo>
                  <a:lnTo>
                    <a:pt x="257" y="153"/>
                  </a:lnTo>
                  <a:lnTo>
                    <a:pt x="256" y="161"/>
                  </a:lnTo>
                  <a:lnTo>
                    <a:pt x="254" y="170"/>
                  </a:lnTo>
                  <a:lnTo>
                    <a:pt x="251" y="179"/>
                  </a:lnTo>
                  <a:lnTo>
                    <a:pt x="248" y="187"/>
                  </a:lnTo>
                  <a:lnTo>
                    <a:pt x="247" y="190"/>
                  </a:lnTo>
                  <a:lnTo>
                    <a:pt x="247" y="194"/>
                  </a:lnTo>
                  <a:lnTo>
                    <a:pt x="249" y="198"/>
                  </a:lnTo>
                  <a:lnTo>
                    <a:pt x="251" y="201"/>
                  </a:lnTo>
                  <a:lnTo>
                    <a:pt x="362" y="312"/>
                  </a:lnTo>
                  <a:lnTo>
                    <a:pt x="312" y="361"/>
                  </a:lnTo>
                  <a:lnTo>
                    <a:pt x="201" y="251"/>
                  </a:lnTo>
                  <a:close/>
                  <a:moveTo>
                    <a:pt x="719" y="518"/>
                  </a:moveTo>
                  <a:lnTo>
                    <a:pt x="711" y="511"/>
                  </a:lnTo>
                  <a:lnTo>
                    <a:pt x="703" y="505"/>
                  </a:lnTo>
                  <a:lnTo>
                    <a:pt x="695" y="500"/>
                  </a:lnTo>
                  <a:lnTo>
                    <a:pt x="686" y="494"/>
                  </a:lnTo>
                  <a:lnTo>
                    <a:pt x="678" y="490"/>
                  </a:lnTo>
                  <a:lnTo>
                    <a:pt x="669" y="486"/>
                  </a:lnTo>
                  <a:lnTo>
                    <a:pt x="659" y="482"/>
                  </a:lnTo>
                  <a:lnTo>
                    <a:pt x="650" y="480"/>
                  </a:lnTo>
                  <a:lnTo>
                    <a:pt x="640" y="478"/>
                  </a:lnTo>
                  <a:lnTo>
                    <a:pt x="630" y="477"/>
                  </a:lnTo>
                  <a:lnTo>
                    <a:pt x="621" y="477"/>
                  </a:lnTo>
                  <a:lnTo>
                    <a:pt x="611" y="477"/>
                  </a:lnTo>
                  <a:lnTo>
                    <a:pt x="601" y="478"/>
                  </a:lnTo>
                  <a:lnTo>
                    <a:pt x="592" y="479"/>
                  </a:lnTo>
                  <a:lnTo>
                    <a:pt x="581" y="482"/>
                  </a:lnTo>
                  <a:lnTo>
                    <a:pt x="571" y="485"/>
                  </a:lnTo>
                  <a:lnTo>
                    <a:pt x="466" y="380"/>
                  </a:lnTo>
                  <a:lnTo>
                    <a:pt x="571" y="275"/>
                  </a:lnTo>
                  <a:lnTo>
                    <a:pt x="583" y="278"/>
                  </a:lnTo>
                  <a:lnTo>
                    <a:pt x="595" y="281"/>
                  </a:lnTo>
                  <a:lnTo>
                    <a:pt x="607" y="282"/>
                  </a:lnTo>
                  <a:lnTo>
                    <a:pt x="619" y="283"/>
                  </a:lnTo>
                  <a:lnTo>
                    <a:pt x="633" y="282"/>
                  </a:lnTo>
                  <a:lnTo>
                    <a:pt x="647" y="280"/>
                  </a:lnTo>
                  <a:lnTo>
                    <a:pt x="661" y="276"/>
                  </a:lnTo>
                  <a:lnTo>
                    <a:pt x="673" y="272"/>
                  </a:lnTo>
                  <a:lnTo>
                    <a:pt x="685" y="267"/>
                  </a:lnTo>
                  <a:lnTo>
                    <a:pt x="697" y="259"/>
                  </a:lnTo>
                  <a:lnTo>
                    <a:pt x="708" y="252"/>
                  </a:lnTo>
                  <a:lnTo>
                    <a:pt x="719" y="242"/>
                  </a:lnTo>
                  <a:lnTo>
                    <a:pt x="726" y="233"/>
                  </a:lnTo>
                  <a:lnTo>
                    <a:pt x="732" y="225"/>
                  </a:lnTo>
                  <a:lnTo>
                    <a:pt x="739" y="216"/>
                  </a:lnTo>
                  <a:lnTo>
                    <a:pt x="744" y="208"/>
                  </a:lnTo>
                  <a:lnTo>
                    <a:pt x="749" y="198"/>
                  </a:lnTo>
                  <a:lnTo>
                    <a:pt x="752" y="188"/>
                  </a:lnTo>
                  <a:lnTo>
                    <a:pt x="755" y="179"/>
                  </a:lnTo>
                  <a:lnTo>
                    <a:pt x="757" y="169"/>
                  </a:lnTo>
                  <a:lnTo>
                    <a:pt x="759" y="159"/>
                  </a:lnTo>
                  <a:lnTo>
                    <a:pt x="760" y="150"/>
                  </a:lnTo>
                  <a:lnTo>
                    <a:pt x="760" y="139"/>
                  </a:lnTo>
                  <a:lnTo>
                    <a:pt x="759" y="129"/>
                  </a:lnTo>
                  <a:lnTo>
                    <a:pt x="758" y="118"/>
                  </a:lnTo>
                  <a:lnTo>
                    <a:pt x="756" y="109"/>
                  </a:lnTo>
                  <a:lnTo>
                    <a:pt x="753" y="99"/>
                  </a:lnTo>
                  <a:lnTo>
                    <a:pt x="749" y="89"/>
                  </a:lnTo>
                  <a:lnTo>
                    <a:pt x="747" y="86"/>
                  </a:lnTo>
                  <a:lnTo>
                    <a:pt x="745" y="84"/>
                  </a:lnTo>
                  <a:lnTo>
                    <a:pt x="742" y="82"/>
                  </a:lnTo>
                  <a:lnTo>
                    <a:pt x="739" y="81"/>
                  </a:lnTo>
                  <a:lnTo>
                    <a:pt x="736" y="81"/>
                  </a:lnTo>
                  <a:lnTo>
                    <a:pt x="732" y="82"/>
                  </a:lnTo>
                  <a:lnTo>
                    <a:pt x="729" y="83"/>
                  </a:lnTo>
                  <a:lnTo>
                    <a:pt x="727" y="85"/>
                  </a:lnTo>
                  <a:lnTo>
                    <a:pt x="670" y="153"/>
                  </a:lnTo>
                  <a:lnTo>
                    <a:pt x="612" y="153"/>
                  </a:lnTo>
                  <a:lnTo>
                    <a:pt x="612" y="91"/>
                  </a:lnTo>
                  <a:lnTo>
                    <a:pt x="678" y="33"/>
                  </a:lnTo>
                  <a:lnTo>
                    <a:pt x="680" y="30"/>
                  </a:lnTo>
                  <a:lnTo>
                    <a:pt x="681" y="27"/>
                  </a:lnTo>
                  <a:lnTo>
                    <a:pt x="682" y="25"/>
                  </a:lnTo>
                  <a:lnTo>
                    <a:pt x="682" y="22"/>
                  </a:lnTo>
                  <a:lnTo>
                    <a:pt x="681" y="18"/>
                  </a:lnTo>
                  <a:lnTo>
                    <a:pt x="679" y="15"/>
                  </a:lnTo>
                  <a:lnTo>
                    <a:pt x="677" y="13"/>
                  </a:lnTo>
                  <a:lnTo>
                    <a:pt x="674" y="11"/>
                  </a:lnTo>
                  <a:lnTo>
                    <a:pt x="661" y="7"/>
                  </a:lnTo>
                  <a:lnTo>
                    <a:pt x="647" y="3"/>
                  </a:lnTo>
                  <a:lnTo>
                    <a:pt x="633" y="0"/>
                  </a:lnTo>
                  <a:lnTo>
                    <a:pt x="619" y="0"/>
                  </a:lnTo>
                  <a:lnTo>
                    <a:pt x="605" y="0"/>
                  </a:lnTo>
                  <a:lnTo>
                    <a:pt x="591" y="3"/>
                  </a:lnTo>
                  <a:lnTo>
                    <a:pt x="578" y="6"/>
                  </a:lnTo>
                  <a:lnTo>
                    <a:pt x="565" y="11"/>
                  </a:lnTo>
                  <a:lnTo>
                    <a:pt x="552" y="16"/>
                  </a:lnTo>
                  <a:lnTo>
                    <a:pt x="540" y="24"/>
                  </a:lnTo>
                  <a:lnTo>
                    <a:pt x="530" y="33"/>
                  </a:lnTo>
                  <a:lnTo>
                    <a:pt x="519" y="42"/>
                  </a:lnTo>
                  <a:lnTo>
                    <a:pt x="512" y="50"/>
                  </a:lnTo>
                  <a:lnTo>
                    <a:pt x="506" y="57"/>
                  </a:lnTo>
                  <a:lnTo>
                    <a:pt x="499" y="65"/>
                  </a:lnTo>
                  <a:lnTo>
                    <a:pt x="495" y="73"/>
                  </a:lnTo>
                  <a:lnTo>
                    <a:pt x="491" y="82"/>
                  </a:lnTo>
                  <a:lnTo>
                    <a:pt x="487" y="92"/>
                  </a:lnTo>
                  <a:lnTo>
                    <a:pt x="483" y="101"/>
                  </a:lnTo>
                  <a:lnTo>
                    <a:pt x="481" y="110"/>
                  </a:lnTo>
                  <a:lnTo>
                    <a:pt x="479" y="120"/>
                  </a:lnTo>
                  <a:lnTo>
                    <a:pt x="478" y="129"/>
                  </a:lnTo>
                  <a:lnTo>
                    <a:pt x="478" y="140"/>
                  </a:lnTo>
                  <a:lnTo>
                    <a:pt x="478" y="150"/>
                  </a:lnTo>
                  <a:lnTo>
                    <a:pt x="479" y="159"/>
                  </a:lnTo>
                  <a:lnTo>
                    <a:pt x="480" y="169"/>
                  </a:lnTo>
                  <a:lnTo>
                    <a:pt x="482" y="179"/>
                  </a:lnTo>
                  <a:lnTo>
                    <a:pt x="486" y="188"/>
                  </a:lnTo>
                  <a:lnTo>
                    <a:pt x="380" y="293"/>
                  </a:lnTo>
                  <a:lnTo>
                    <a:pt x="275" y="188"/>
                  </a:lnTo>
                  <a:lnTo>
                    <a:pt x="278" y="179"/>
                  </a:lnTo>
                  <a:lnTo>
                    <a:pt x="280" y="169"/>
                  </a:lnTo>
                  <a:lnTo>
                    <a:pt x="282" y="159"/>
                  </a:lnTo>
                  <a:lnTo>
                    <a:pt x="283" y="150"/>
                  </a:lnTo>
                  <a:lnTo>
                    <a:pt x="283" y="140"/>
                  </a:lnTo>
                  <a:lnTo>
                    <a:pt x="283" y="129"/>
                  </a:lnTo>
                  <a:lnTo>
                    <a:pt x="282" y="120"/>
                  </a:lnTo>
                  <a:lnTo>
                    <a:pt x="279" y="110"/>
                  </a:lnTo>
                  <a:lnTo>
                    <a:pt x="277" y="101"/>
                  </a:lnTo>
                  <a:lnTo>
                    <a:pt x="274" y="92"/>
                  </a:lnTo>
                  <a:lnTo>
                    <a:pt x="270" y="82"/>
                  </a:lnTo>
                  <a:lnTo>
                    <a:pt x="265" y="73"/>
                  </a:lnTo>
                  <a:lnTo>
                    <a:pt x="261" y="65"/>
                  </a:lnTo>
                  <a:lnTo>
                    <a:pt x="255" y="57"/>
                  </a:lnTo>
                  <a:lnTo>
                    <a:pt x="248" y="50"/>
                  </a:lnTo>
                  <a:lnTo>
                    <a:pt x="242" y="42"/>
                  </a:lnTo>
                  <a:lnTo>
                    <a:pt x="234" y="35"/>
                  </a:lnTo>
                  <a:lnTo>
                    <a:pt x="226" y="28"/>
                  </a:lnTo>
                  <a:lnTo>
                    <a:pt x="217" y="22"/>
                  </a:lnTo>
                  <a:lnTo>
                    <a:pt x="209" y="16"/>
                  </a:lnTo>
                  <a:lnTo>
                    <a:pt x="199" y="12"/>
                  </a:lnTo>
                  <a:lnTo>
                    <a:pt x="189" y="9"/>
                  </a:lnTo>
                  <a:lnTo>
                    <a:pt x="180" y="6"/>
                  </a:lnTo>
                  <a:lnTo>
                    <a:pt x="170" y="4"/>
                  </a:lnTo>
                  <a:lnTo>
                    <a:pt x="160" y="1"/>
                  </a:lnTo>
                  <a:lnTo>
                    <a:pt x="149" y="0"/>
                  </a:lnTo>
                  <a:lnTo>
                    <a:pt x="140" y="0"/>
                  </a:lnTo>
                  <a:lnTo>
                    <a:pt x="130" y="1"/>
                  </a:lnTo>
                  <a:lnTo>
                    <a:pt x="119" y="3"/>
                  </a:lnTo>
                  <a:lnTo>
                    <a:pt x="110" y="5"/>
                  </a:lnTo>
                  <a:lnTo>
                    <a:pt x="99" y="8"/>
                  </a:lnTo>
                  <a:lnTo>
                    <a:pt x="89" y="11"/>
                  </a:lnTo>
                  <a:lnTo>
                    <a:pt x="86" y="13"/>
                  </a:lnTo>
                  <a:lnTo>
                    <a:pt x="84" y="15"/>
                  </a:lnTo>
                  <a:lnTo>
                    <a:pt x="83" y="19"/>
                  </a:lnTo>
                  <a:lnTo>
                    <a:pt x="82" y="22"/>
                  </a:lnTo>
                  <a:lnTo>
                    <a:pt x="82" y="25"/>
                  </a:lnTo>
                  <a:lnTo>
                    <a:pt x="82" y="27"/>
                  </a:lnTo>
                  <a:lnTo>
                    <a:pt x="84" y="30"/>
                  </a:lnTo>
                  <a:lnTo>
                    <a:pt x="86" y="33"/>
                  </a:lnTo>
                  <a:lnTo>
                    <a:pt x="154" y="91"/>
                  </a:lnTo>
                  <a:lnTo>
                    <a:pt x="154" y="153"/>
                  </a:lnTo>
                  <a:lnTo>
                    <a:pt x="91" y="153"/>
                  </a:lnTo>
                  <a:lnTo>
                    <a:pt x="34" y="85"/>
                  </a:lnTo>
                  <a:lnTo>
                    <a:pt x="31" y="83"/>
                  </a:lnTo>
                  <a:lnTo>
                    <a:pt x="28" y="82"/>
                  </a:lnTo>
                  <a:lnTo>
                    <a:pt x="25" y="81"/>
                  </a:lnTo>
                  <a:lnTo>
                    <a:pt x="22" y="81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3" y="86"/>
                  </a:lnTo>
                  <a:lnTo>
                    <a:pt x="12" y="89"/>
                  </a:lnTo>
                  <a:lnTo>
                    <a:pt x="8" y="99"/>
                  </a:lnTo>
                  <a:lnTo>
                    <a:pt x="6" y="109"/>
                  </a:lnTo>
                  <a:lnTo>
                    <a:pt x="3" y="120"/>
                  </a:lnTo>
                  <a:lnTo>
                    <a:pt x="1" y="129"/>
                  </a:lnTo>
                  <a:lnTo>
                    <a:pt x="1" y="140"/>
                  </a:lnTo>
                  <a:lnTo>
                    <a:pt x="1" y="150"/>
                  </a:lnTo>
                  <a:lnTo>
                    <a:pt x="1" y="160"/>
                  </a:lnTo>
                  <a:lnTo>
                    <a:pt x="3" y="170"/>
                  </a:lnTo>
                  <a:lnTo>
                    <a:pt x="6" y="181"/>
                  </a:lnTo>
                  <a:lnTo>
                    <a:pt x="9" y="190"/>
                  </a:lnTo>
                  <a:lnTo>
                    <a:pt x="13" y="200"/>
                  </a:lnTo>
                  <a:lnTo>
                    <a:pt x="17" y="209"/>
                  </a:lnTo>
                  <a:lnTo>
                    <a:pt x="23" y="218"/>
                  </a:lnTo>
                  <a:lnTo>
                    <a:pt x="28" y="227"/>
                  </a:lnTo>
                  <a:lnTo>
                    <a:pt x="35" y="236"/>
                  </a:lnTo>
                  <a:lnTo>
                    <a:pt x="42" y="243"/>
                  </a:lnTo>
                  <a:lnTo>
                    <a:pt x="50" y="249"/>
                  </a:lnTo>
                  <a:lnTo>
                    <a:pt x="57" y="256"/>
                  </a:lnTo>
                  <a:lnTo>
                    <a:pt x="66" y="261"/>
                  </a:lnTo>
                  <a:lnTo>
                    <a:pt x="74" y="267"/>
                  </a:lnTo>
                  <a:lnTo>
                    <a:pt x="83" y="271"/>
                  </a:lnTo>
                  <a:lnTo>
                    <a:pt x="91" y="275"/>
                  </a:lnTo>
                  <a:lnTo>
                    <a:pt x="101" y="278"/>
                  </a:lnTo>
                  <a:lnTo>
                    <a:pt x="111" y="281"/>
                  </a:lnTo>
                  <a:lnTo>
                    <a:pt x="120" y="282"/>
                  </a:lnTo>
                  <a:lnTo>
                    <a:pt x="130" y="283"/>
                  </a:lnTo>
                  <a:lnTo>
                    <a:pt x="140" y="284"/>
                  </a:lnTo>
                  <a:lnTo>
                    <a:pt x="149" y="284"/>
                  </a:lnTo>
                  <a:lnTo>
                    <a:pt x="159" y="283"/>
                  </a:lnTo>
                  <a:lnTo>
                    <a:pt x="170" y="281"/>
                  </a:lnTo>
                  <a:lnTo>
                    <a:pt x="180" y="278"/>
                  </a:lnTo>
                  <a:lnTo>
                    <a:pt x="189" y="275"/>
                  </a:lnTo>
                  <a:lnTo>
                    <a:pt x="294" y="380"/>
                  </a:lnTo>
                  <a:lnTo>
                    <a:pt x="189" y="485"/>
                  </a:lnTo>
                  <a:lnTo>
                    <a:pt x="177" y="481"/>
                  </a:lnTo>
                  <a:lnTo>
                    <a:pt x="166" y="479"/>
                  </a:lnTo>
                  <a:lnTo>
                    <a:pt x="154" y="478"/>
                  </a:lnTo>
                  <a:lnTo>
                    <a:pt x="142" y="477"/>
                  </a:lnTo>
                  <a:lnTo>
                    <a:pt x="128" y="478"/>
                  </a:lnTo>
                  <a:lnTo>
                    <a:pt x="114" y="480"/>
                  </a:lnTo>
                  <a:lnTo>
                    <a:pt x="101" y="484"/>
                  </a:lnTo>
                  <a:lnTo>
                    <a:pt x="88" y="488"/>
                  </a:lnTo>
                  <a:lnTo>
                    <a:pt x="75" y="494"/>
                  </a:lnTo>
                  <a:lnTo>
                    <a:pt x="64" y="501"/>
                  </a:lnTo>
                  <a:lnTo>
                    <a:pt x="53" y="509"/>
                  </a:lnTo>
                  <a:lnTo>
                    <a:pt x="42" y="518"/>
                  </a:lnTo>
                  <a:lnTo>
                    <a:pt x="35" y="526"/>
                  </a:lnTo>
                  <a:lnTo>
                    <a:pt x="28" y="535"/>
                  </a:lnTo>
                  <a:lnTo>
                    <a:pt x="22" y="544"/>
                  </a:lnTo>
                  <a:lnTo>
                    <a:pt x="17" y="552"/>
                  </a:lnTo>
                  <a:lnTo>
                    <a:pt x="12" y="562"/>
                  </a:lnTo>
                  <a:lnTo>
                    <a:pt x="9" y="572"/>
                  </a:lnTo>
                  <a:lnTo>
                    <a:pt x="6" y="581"/>
                  </a:lnTo>
                  <a:lnTo>
                    <a:pt x="3" y="592"/>
                  </a:lnTo>
                  <a:lnTo>
                    <a:pt x="1" y="602"/>
                  </a:lnTo>
                  <a:lnTo>
                    <a:pt x="1" y="612"/>
                  </a:lnTo>
                  <a:lnTo>
                    <a:pt x="0" y="622"/>
                  </a:lnTo>
                  <a:lnTo>
                    <a:pt x="1" y="633"/>
                  </a:lnTo>
                  <a:lnTo>
                    <a:pt x="2" y="642"/>
                  </a:lnTo>
                  <a:lnTo>
                    <a:pt x="6" y="653"/>
                  </a:lnTo>
                  <a:lnTo>
                    <a:pt x="8" y="663"/>
                  </a:lnTo>
                  <a:lnTo>
                    <a:pt x="12" y="674"/>
                  </a:lnTo>
                  <a:lnTo>
                    <a:pt x="13" y="676"/>
                  </a:lnTo>
                  <a:lnTo>
                    <a:pt x="16" y="678"/>
                  </a:lnTo>
                  <a:lnTo>
                    <a:pt x="18" y="680"/>
                  </a:lnTo>
                  <a:lnTo>
                    <a:pt x="22" y="681"/>
                  </a:lnTo>
                  <a:lnTo>
                    <a:pt x="25" y="681"/>
                  </a:lnTo>
                  <a:lnTo>
                    <a:pt x="28" y="681"/>
                  </a:lnTo>
                  <a:lnTo>
                    <a:pt x="30" y="679"/>
                  </a:lnTo>
                  <a:lnTo>
                    <a:pt x="34" y="677"/>
                  </a:lnTo>
                  <a:lnTo>
                    <a:pt x="90" y="611"/>
                  </a:lnTo>
                  <a:lnTo>
                    <a:pt x="154" y="611"/>
                  </a:lnTo>
                  <a:lnTo>
                    <a:pt x="154" y="669"/>
                  </a:lnTo>
                  <a:lnTo>
                    <a:pt x="86" y="727"/>
                  </a:lnTo>
                  <a:lnTo>
                    <a:pt x="84" y="729"/>
                  </a:lnTo>
                  <a:lnTo>
                    <a:pt x="82" y="733"/>
                  </a:lnTo>
                  <a:lnTo>
                    <a:pt x="82" y="735"/>
                  </a:lnTo>
                  <a:lnTo>
                    <a:pt x="82" y="738"/>
                  </a:lnTo>
                  <a:lnTo>
                    <a:pt x="83" y="742"/>
                  </a:lnTo>
                  <a:lnTo>
                    <a:pt x="84" y="744"/>
                  </a:lnTo>
                  <a:lnTo>
                    <a:pt x="86" y="747"/>
                  </a:lnTo>
                  <a:lnTo>
                    <a:pt x="89" y="749"/>
                  </a:lnTo>
                  <a:lnTo>
                    <a:pt x="102" y="753"/>
                  </a:lnTo>
                  <a:lnTo>
                    <a:pt x="116" y="757"/>
                  </a:lnTo>
                  <a:lnTo>
                    <a:pt x="130" y="759"/>
                  </a:lnTo>
                  <a:lnTo>
                    <a:pt x="144" y="759"/>
                  </a:lnTo>
                  <a:lnTo>
                    <a:pt x="144" y="759"/>
                  </a:lnTo>
                  <a:lnTo>
                    <a:pt x="158" y="759"/>
                  </a:lnTo>
                  <a:lnTo>
                    <a:pt x="171" y="757"/>
                  </a:lnTo>
                  <a:lnTo>
                    <a:pt x="185" y="754"/>
                  </a:lnTo>
                  <a:lnTo>
                    <a:pt x="198" y="749"/>
                  </a:lnTo>
                  <a:lnTo>
                    <a:pt x="210" y="743"/>
                  </a:lnTo>
                  <a:lnTo>
                    <a:pt x="221" y="736"/>
                  </a:lnTo>
                  <a:lnTo>
                    <a:pt x="232" y="727"/>
                  </a:lnTo>
                  <a:lnTo>
                    <a:pt x="243" y="718"/>
                  </a:lnTo>
                  <a:lnTo>
                    <a:pt x="249" y="710"/>
                  </a:lnTo>
                  <a:lnTo>
                    <a:pt x="256" y="703"/>
                  </a:lnTo>
                  <a:lnTo>
                    <a:pt x="261" y="695"/>
                  </a:lnTo>
                  <a:lnTo>
                    <a:pt x="266" y="686"/>
                  </a:lnTo>
                  <a:lnTo>
                    <a:pt x="271" y="678"/>
                  </a:lnTo>
                  <a:lnTo>
                    <a:pt x="275" y="668"/>
                  </a:lnTo>
                  <a:lnTo>
                    <a:pt x="278" y="660"/>
                  </a:lnTo>
                  <a:lnTo>
                    <a:pt x="280" y="650"/>
                  </a:lnTo>
                  <a:lnTo>
                    <a:pt x="282" y="640"/>
                  </a:lnTo>
                  <a:lnTo>
                    <a:pt x="283" y="631"/>
                  </a:lnTo>
                  <a:lnTo>
                    <a:pt x="284" y="621"/>
                  </a:lnTo>
                  <a:lnTo>
                    <a:pt x="283" y="611"/>
                  </a:lnTo>
                  <a:lnTo>
                    <a:pt x="283" y="602"/>
                  </a:lnTo>
                  <a:lnTo>
                    <a:pt x="280" y="591"/>
                  </a:lnTo>
                  <a:lnTo>
                    <a:pt x="278" y="581"/>
                  </a:lnTo>
                  <a:lnTo>
                    <a:pt x="275" y="572"/>
                  </a:lnTo>
                  <a:lnTo>
                    <a:pt x="380" y="466"/>
                  </a:lnTo>
                  <a:lnTo>
                    <a:pt x="486" y="572"/>
                  </a:lnTo>
                  <a:lnTo>
                    <a:pt x="482" y="581"/>
                  </a:lnTo>
                  <a:lnTo>
                    <a:pt x="480" y="591"/>
                  </a:lnTo>
                  <a:lnTo>
                    <a:pt x="479" y="601"/>
                  </a:lnTo>
                  <a:lnTo>
                    <a:pt x="478" y="610"/>
                  </a:lnTo>
                  <a:lnTo>
                    <a:pt x="478" y="620"/>
                  </a:lnTo>
                  <a:lnTo>
                    <a:pt x="478" y="631"/>
                  </a:lnTo>
                  <a:lnTo>
                    <a:pt x="479" y="640"/>
                  </a:lnTo>
                  <a:lnTo>
                    <a:pt x="481" y="650"/>
                  </a:lnTo>
                  <a:lnTo>
                    <a:pt x="483" y="659"/>
                  </a:lnTo>
                  <a:lnTo>
                    <a:pt x="487" y="668"/>
                  </a:lnTo>
                  <a:lnTo>
                    <a:pt x="491" y="678"/>
                  </a:lnTo>
                  <a:lnTo>
                    <a:pt x="495" y="686"/>
                  </a:lnTo>
                  <a:lnTo>
                    <a:pt x="501" y="695"/>
                  </a:lnTo>
                  <a:lnTo>
                    <a:pt x="506" y="703"/>
                  </a:lnTo>
                  <a:lnTo>
                    <a:pt x="512" y="710"/>
                  </a:lnTo>
                  <a:lnTo>
                    <a:pt x="519" y="718"/>
                  </a:lnTo>
                  <a:lnTo>
                    <a:pt x="530" y="727"/>
                  </a:lnTo>
                  <a:lnTo>
                    <a:pt x="541" y="736"/>
                  </a:lnTo>
                  <a:lnTo>
                    <a:pt x="553" y="743"/>
                  </a:lnTo>
                  <a:lnTo>
                    <a:pt x="565" y="749"/>
                  </a:lnTo>
                  <a:lnTo>
                    <a:pt x="578" y="754"/>
                  </a:lnTo>
                  <a:lnTo>
                    <a:pt x="592" y="757"/>
                  </a:lnTo>
                  <a:lnTo>
                    <a:pt x="605" y="759"/>
                  </a:lnTo>
                  <a:lnTo>
                    <a:pt x="619" y="759"/>
                  </a:lnTo>
                  <a:lnTo>
                    <a:pt x="633" y="759"/>
                  </a:lnTo>
                  <a:lnTo>
                    <a:pt x="647" y="757"/>
                  </a:lnTo>
                  <a:lnTo>
                    <a:pt x="661" y="753"/>
                  </a:lnTo>
                  <a:lnTo>
                    <a:pt x="674" y="749"/>
                  </a:lnTo>
                  <a:lnTo>
                    <a:pt x="677" y="747"/>
                  </a:lnTo>
                  <a:lnTo>
                    <a:pt x="679" y="744"/>
                  </a:lnTo>
                  <a:lnTo>
                    <a:pt x="681" y="742"/>
                  </a:lnTo>
                  <a:lnTo>
                    <a:pt x="682" y="738"/>
                  </a:lnTo>
                  <a:lnTo>
                    <a:pt x="682" y="735"/>
                  </a:lnTo>
                  <a:lnTo>
                    <a:pt x="681" y="733"/>
                  </a:lnTo>
                  <a:lnTo>
                    <a:pt x="680" y="729"/>
                  </a:lnTo>
                  <a:lnTo>
                    <a:pt x="678" y="727"/>
                  </a:lnTo>
                  <a:lnTo>
                    <a:pt x="612" y="669"/>
                  </a:lnTo>
                  <a:lnTo>
                    <a:pt x="612" y="611"/>
                  </a:lnTo>
                  <a:lnTo>
                    <a:pt x="670" y="611"/>
                  </a:lnTo>
                  <a:lnTo>
                    <a:pt x="727" y="677"/>
                  </a:lnTo>
                  <a:lnTo>
                    <a:pt x="730" y="679"/>
                  </a:lnTo>
                  <a:lnTo>
                    <a:pt x="732" y="681"/>
                  </a:lnTo>
                  <a:lnTo>
                    <a:pt x="736" y="681"/>
                  </a:lnTo>
                  <a:lnTo>
                    <a:pt x="739" y="681"/>
                  </a:lnTo>
                  <a:lnTo>
                    <a:pt x="742" y="680"/>
                  </a:lnTo>
                  <a:lnTo>
                    <a:pt x="745" y="678"/>
                  </a:lnTo>
                  <a:lnTo>
                    <a:pt x="747" y="676"/>
                  </a:lnTo>
                  <a:lnTo>
                    <a:pt x="749" y="674"/>
                  </a:lnTo>
                  <a:lnTo>
                    <a:pt x="753" y="663"/>
                  </a:lnTo>
                  <a:lnTo>
                    <a:pt x="756" y="653"/>
                  </a:lnTo>
                  <a:lnTo>
                    <a:pt x="758" y="642"/>
                  </a:lnTo>
                  <a:lnTo>
                    <a:pt x="759" y="633"/>
                  </a:lnTo>
                  <a:lnTo>
                    <a:pt x="760" y="622"/>
                  </a:lnTo>
                  <a:lnTo>
                    <a:pt x="760" y="612"/>
                  </a:lnTo>
                  <a:lnTo>
                    <a:pt x="759" y="602"/>
                  </a:lnTo>
                  <a:lnTo>
                    <a:pt x="757" y="592"/>
                  </a:lnTo>
                  <a:lnTo>
                    <a:pt x="755" y="581"/>
                  </a:lnTo>
                  <a:lnTo>
                    <a:pt x="752" y="572"/>
                  </a:lnTo>
                  <a:lnTo>
                    <a:pt x="749" y="562"/>
                  </a:lnTo>
                  <a:lnTo>
                    <a:pt x="744" y="552"/>
                  </a:lnTo>
                  <a:lnTo>
                    <a:pt x="739" y="544"/>
                  </a:lnTo>
                  <a:lnTo>
                    <a:pt x="732" y="535"/>
                  </a:lnTo>
                  <a:lnTo>
                    <a:pt x="726" y="526"/>
                  </a:lnTo>
                  <a:lnTo>
                    <a:pt x="719" y="5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or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037C43-294C-DF11-13EE-2E8E77181754}"/>
                </a:ext>
              </a:extLst>
            </p:cNvPr>
            <p:cNvSpPr/>
            <p:nvPr/>
          </p:nvSpPr>
          <p:spPr>
            <a:xfrm>
              <a:off x="3294707" y="1446239"/>
              <a:ext cx="5602587" cy="7784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Supply Chain Management</a:t>
              </a:r>
              <a:endParaRPr lang="en-ID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D2E8D10-3858-0FC5-9AE4-85E6AE47EBD5}"/>
                </a:ext>
              </a:extLst>
            </p:cNvPr>
            <p:cNvSpPr/>
            <p:nvPr/>
          </p:nvSpPr>
          <p:spPr>
            <a:xfrm>
              <a:off x="8571277" y="1509443"/>
              <a:ext cx="652034" cy="65203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Lora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41B092A-E63F-13A8-8646-2A768137471E}"/>
                </a:ext>
              </a:extLst>
            </p:cNvPr>
            <p:cNvSpPr/>
            <p:nvPr/>
          </p:nvSpPr>
          <p:spPr>
            <a:xfrm>
              <a:off x="2968690" y="1509443"/>
              <a:ext cx="652034" cy="65203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Lora" pitchFamily="2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2B17055-87BC-B5F5-5C28-FBAF0D7FEC39}"/>
                </a:ext>
              </a:extLst>
            </p:cNvPr>
            <p:cNvGrpSpPr/>
            <p:nvPr/>
          </p:nvGrpSpPr>
          <p:grpSpPr>
            <a:xfrm>
              <a:off x="8757549" y="1709784"/>
              <a:ext cx="279490" cy="251353"/>
              <a:chOff x="6923088" y="4268788"/>
              <a:chExt cx="236538" cy="212725"/>
            </a:xfrm>
            <a:solidFill>
              <a:schemeClr val="bg1">
                <a:lumMod val="85000"/>
              </a:schemeClr>
            </a:solidFill>
          </p:grpSpPr>
          <p:sp>
            <p:nvSpPr>
              <p:cNvPr id="26" name="Freeform 383">
                <a:extLst>
                  <a:ext uri="{FF2B5EF4-FFF2-40B4-BE49-F238E27FC236}">
                    <a16:creationId xmlns:a16="http://schemas.microsoft.com/office/drawing/2014/main" id="{C9060947-3C33-F74E-8E46-D80A28FB4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13" y="4268788"/>
                <a:ext cx="138113" cy="212725"/>
              </a:xfrm>
              <a:custGeom>
                <a:avLst/>
                <a:gdLst>
                  <a:gd name="T0" fmla="*/ 23 w 347"/>
                  <a:gd name="T1" fmla="*/ 268 h 535"/>
                  <a:gd name="T2" fmla="*/ 268 w 347"/>
                  <a:gd name="T3" fmla="*/ 512 h 535"/>
                  <a:gd name="T4" fmla="*/ 324 w 347"/>
                  <a:gd name="T5" fmla="*/ 457 h 535"/>
                  <a:gd name="T6" fmla="*/ 141 w 347"/>
                  <a:gd name="T7" fmla="*/ 274 h 535"/>
                  <a:gd name="T8" fmla="*/ 139 w 347"/>
                  <a:gd name="T9" fmla="*/ 271 h 535"/>
                  <a:gd name="T10" fmla="*/ 139 w 347"/>
                  <a:gd name="T11" fmla="*/ 268 h 535"/>
                  <a:gd name="T12" fmla="*/ 139 w 347"/>
                  <a:gd name="T13" fmla="*/ 263 h 535"/>
                  <a:gd name="T14" fmla="*/ 141 w 347"/>
                  <a:gd name="T15" fmla="*/ 260 h 535"/>
                  <a:gd name="T16" fmla="*/ 324 w 347"/>
                  <a:gd name="T17" fmla="*/ 79 h 535"/>
                  <a:gd name="T18" fmla="*/ 268 w 347"/>
                  <a:gd name="T19" fmla="*/ 23 h 535"/>
                  <a:gd name="T20" fmla="*/ 23 w 347"/>
                  <a:gd name="T21" fmla="*/ 268 h 535"/>
                  <a:gd name="T22" fmla="*/ 268 w 347"/>
                  <a:gd name="T23" fmla="*/ 535 h 535"/>
                  <a:gd name="T24" fmla="*/ 264 w 347"/>
                  <a:gd name="T25" fmla="*/ 534 h 535"/>
                  <a:gd name="T26" fmla="*/ 261 w 347"/>
                  <a:gd name="T27" fmla="*/ 533 h 535"/>
                  <a:gd name="T28" fmla="*/ 3 w 347"/>
                  <a:gd name="T29" fmla="*/ 274 h 535"/>
                  <a:gd name="T30" fmla="*/ 1 w 347"/>
                  <a:gd name="T31" fmla="*/ 271 h 535"/>
                  <a:gd name="T32" fmla="*/ 0 w 347"/>
                  <a:gd name="T33" fmla="*/ 268 h 535"/>
                  <a:gd name="T34" fmla="*/ 1 w 347"/>
                  <a:gd name="T35" fmla="*/ 263 h 535"/>
                  <a:gd name="T36" fmla="*/ 3 w 347"/>
                  <a:gd name="T37" fmla="*/ 260 h 535"/>
                  <a:gd name="T38" fmla="*/ 261 w 347"/>
                  <a:gd name="T39" fmla="*/ 2 h 535"/>
                  <a:gd name="T40" fmla="*/ 264 w 347"/>
                  <a:gd name="T41" fmla="*/ 0 h 535"/>
                  <a:gd name="T42" fmla="*/ 268 w 347"/>
                  <a:gd name="T43" fmla="*/ 0 h 535"/>
                  <a:gd name="T44" fmla="*/ 272 w 347"/>
                  <a:gd name="T45" fmla="*/ 0 h 535"/>
                  <a:gd name="T46" fmla="*/ 275 w 347"/>
                  <a:gd name="T47" fmla="*/ 2 h 535"/>
                  <a:gd name="T48" fmla="*/ 344 w 347"/>
                  <a:gd name="T49" fmla="*/ 72 h 535"/>
                  <a:gd name="T50" fmla="*/ 346 w 347"/>
                  <a:gd name="T51" fmla="*/ 75 h 535"/>
                  <a:gd name="T52" fmla="*/ 347 w 347"/>
                  <a:gd name="T53" fmla="*/ 79 h 535"/>
                  <a:gd name="T54" fmla="*/ 346 w 347"/>
                  <a:gd name="T55" fmla="*/ 83 h 535"/>
                  <a:gd name="T56" fmla="*/ 344 w 347"/>
                  <a:gd name="T57" fmla="*/ 86 h 535"/>
                  <a:gd name="T58" fmla="*/ 163 w 347"/>
                  <a:gd name="T59" fmla="*/ 268 h 535"/>
                  <a:gd name="T60" fmla="*/ 344 w 347"/>
                  <a:gd name="T61" fmla="*/ 449 h 535"/>
                  <a:gd name="T62" fmla="*/ 346 w 347"/>
                  <a:gd name="T63" fmla="*/ 452 h 535"/>
                  <a:gd name="T64" fmla="*/ 347 w 347"/>
                  <a:gd name="T65" fmla="*/ 457 h 535"/>
                  <a:gd name="T66" fmla="*/ 346 w 347"/>
                  <a:gd name="T67" fmla="*/ 460 h 535"/>
                  <a:gd name="T68" fmla="*/ 344 w 347"/>
                  <a:gd name="T69" fmla="*/ 463 h 535"/>
                  <a:gd name="T70" fmla="*/ 275 w 347"/>
                  <a:gd name="T71" fmla="*/ 532 h 535"/>
                  <a:gd name="T72" fmla="*/ 272 w 347"/>
                  <a:gd name="T73" fmla="*/ 534 h 535"/>
                  <a:gd name="T74" fmla="*/ 268 w 347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7" h="535">
                    <a:moveTo>
                      <a:pt x="23" y="268"/>
                    </a:moveTo>
                    <a:lnTo>
                      <a:pt x="268" y="512"/>
                    </a:lnTo>
                    <a:lnTo>
                      <a:pt x="324" y="457"/>
                    </a:lnTo>
                    <a:lnTo>
                      <a:pt x="141" y="274"/>
                    </a:lnTo>
                    <a:lnTo>
                      <a:pt x="139" y="271"/>
                    </a:lnTo>
                    <a:lnTo>
                      <a:pt x="139" y="268"/>
                    </a:lnTo>
                    <a:lnTo>
                      <a:pt x="139" y="263"/>
                    </a:lnTo>
                    <a:lnTo>
                      <a:pt x="141" y="260"/>
                    </a:lnTo>
                    <a:lnTo>
                      <a:pt x="324" y="79"/>
                    </a:lnTo>
                    <a:lnTo>
                      <a:pt x="268" y="23"/>
                    </a:lnTo>
                    <a:lnTo>
                      <a:pt x="23" y="268"/>
                    </a:lnTo>
                    <a:close/>
                    <a:moveTo>
                      <a:pt x="268" y="535"/>
                    </a:moveTo>
                    <a:lnTo>
                      <a:pt x="264" y="534"/>
                    </a:lnTo>
                    <a:lnTo>
                      <a:pt x="261" y="533"/>
                    </a:lnTo>
                    <a:lnTo>
                      <a:pt x="3" y="274"/>
                    </a:lnTo>
                    <a:lnTo>
                      <a:pt x="1" y="271"/>
                    </a:lnTo>
                    <a:lnTo>
                      <a:pt x="0" y="268"/>
                    </a:lnTo>
                    <a:lnTo>
                      <a:pt x="1" y="263"/>
                    </a:lnTo>
                    <a:lnTo>
                      <a:pt x="3" y="260"/>
                    </a:lnTo>
                    <a:lnTo>
                      <a:pt x="261" y="2"/>
                    </a:lnTo>
                    <a:lnTo>
                      <a:pt x="264" y="0"/>
                    </a:lnTo>
                    <a:lnTo>
                      <a:pt x="268" y="0"/>
                    </a:lnTo>
                    <a:lnTo>
                      <a:pt x="272" y="0"/>
                    </a:lnTo>
                    <a:lnTo>
                      <a:pt x="275" y="2"/>
                    </a:lnTo>
                    <a:lnTo>
                      <a:pt x="344" y="72"/>
                    </a:lnTo>
                    <a:lnTo>
                      <a:pt x="346" y="75"/>
                    </a:lnTo>
                    <a:lnTo>
                      <a:pt x="347" y="79"/>
                    </a:lnTo>
                    <a:lnTo>
                      <a:pt x="346" y="83"/>
                    </a:lnTo>
                    <a:lnTo>
                      <a:pt x="344" y="86"/>
                    </a:lnTo>
                    <a:lnTo>
                      <a:pt x="163" y="268"/>
                    </a:lnTo>
                    <a:lnTo>
                      <a:pt x="344" y="449"/>
                    </a:lnTo>
                    <a:lnTo>
                      <a:pt x="346" y="452"/>
                    </a:lnTo>
                    <a:lnTo>
                      <a:pt x="347" y="457"/>
                    </a:lnTo>
                    <a:lnTo>
                      <a:pt x="346" y="460"/>
                    </a:lnTo>
                    <a:lnTo>
                      <a:pt x="344" y="463"/>
                    </a:lnTo>
                    <a:lnTo>
                      <a:pt x="275" y="532"/>
                    </a:lnTo>
                    <a:lnTo>
                      <a:pt x="272" y="534"/>
                    </a:lnTo>
                    <a:lnTo>
                      <a:pt x="268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27" name="Freeform 384">
                <a:extLst>
                  <a:ext uri="{FF2B5EF4-FFF2-40B4-BE49-F238E27FC236}">
                    <a16:creationId xmlns:a16="http://schemas.microsoft.com/office/drawing/2014/main" id="{EDC64A49-8A7C-457F-88A2-62C55E0219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23088" y="4268788"/>
                <a:ext cx="138113" cy="212725"/>
              </a:xfrm>
              <a:custGeom>
                <a:avLst/>
                <a:gdLst>
                  <a:gd name="T0" fmla="*/ 24 w 348"/>
                  <a:gd name="T1" fmla="*/ 268 h 535"/>
                  <a:gd name="T2" fmla="*/ 268 w 348"/>
                  <a:gd name="T3" fmla="*/ 512 h 535"/>
                  <a:gd name="T4" fmla="*/ 324 w 348"/>
                  <a:gd name="T5" fmla="*/ 457 h 535"/>
                  <a:gd name="T6" fmla="*/ 142 w 348"/>
                  <a:gd name="T7" fmla="*/ 274 h 535"/>
                  <a:gd name="T8" fmla="*/ 140 w 348"/>
                  <a:gd name="T9" fmla="*/ 271 h 535"/>
                  <a:gd name="T10" fmla="*/ 140 w 348"/>
                  <a:gd name="T11" fmla="*/ 268 h 535"/>
                  <a:gd name="T12" fmla="*/ 140 w 348"/>
                  <a:gd name="T13" fmla="*/ 263 h 535"/>
                  <a:gd name="T14" fmla="*/ 142 w 348"/>
                  <a:gd name="T15" fmla="*/ 260 h 535"/>
                  <a:gd name="T16" fmla="*/ 324 w 348"/>
                  <a:gd name="T17" fmla="*/ 79 h 535"/>
                  <a:gd name="T18" fmla="*/ 268 w 348"/>
                  <a:gd name="T19" fmla="*/ 23 h 535"/>
                  <a:gd name="T20" fmla="*/ 24 w 348"/>
                  <a:gd name="T21" fmla="*/ 268 h 535"/>
                  <a:gd name="T22" fmla="*/ 268 w 348"/>
                  <a:gd name="T23" fmla="*/ 535 h 535"/>
                  <a:gd name="T24" fmla="*/ 265 w 348"/>
                  <a:gd name="T25" fmla="*/ 534 h 535"/>
                  <a:gd name="T26" fmla="*/ 262 w 348"/>
                  <a:gd name="T27" fmla="*/ 533 h 535"/>
                  <a:gd name="T28" fmla="*/ 4 w 348"/>
                  <a:gd name="T29" fmla="*/ 274 h 535"/>
                  <a:gd name="T30" fmla="*/ 1 w 348"/>
                  <a:gd name="T31" fmla="*/ 271 h 535"/>
                  <a:gd name="T32" fmla="*/ 0 w 348"/>
                  <a:gd name="T33" fmla="*/ 268 h 535"/>
                  <a:gd name="T34" fmla="*/ 1 w 348"/>
                  <a:gd name="T35" fmla="*/ 263 h 535"/>
                  <a:gd name="T36" fmla="*/ 4 w 348"/>
                  <a:gd name="T37" fmla="*/ 260 h 535"/>
                  <a:gd name="T38" fmla="*/ 262 w 348"/>
                  <a:gd name="T39" fmla="*/ 2 h 535"/>
                  <a:gd name="T40" fmla="*/ 265 w 348"/>
                  <a:gd name="T41" fmla="*/ 0 h 535"/>
                  <a:gd name="T42" fmla="*/ 268 w 348"/>
                  <a:gd name="T43" fmla="*/ 0 h 535"/>
                  <a:gd name="T44" fmla="*/ 272 w 348"/>
                  <a:gd name="T45" fmla="*/ 0 h 535"/>
                  <a:gd name="T46" fmla="*/ 276 w 348"/>
                  <a:gd name="T47" fmla="*/ 2 h 535"/>
                  <a:gd name="T48" fmla="*/ 345 w 348"/>
                  <a:gd name="T49" fmla="*/ 72 h 535"/>
                  <a:gd name="T50" fmla="*/ 347 w 348"/>
                  <a:gd name="T51" fmla="*/ 75 h 535"/>
                  <a:gd name="T52" fmla="*/ 348 w 348"/>
                  <a:gd name="T53" fmla="*/ 79 h 535"/>
                  <a:gd name="T54" fmla="*/ 347 w 348"/>
                  <a:gd name="T55" fmla="*/ 83 h 535"/>
                  <a:gd name="T56" fmla="*/ 345 w 348"/>
                  <a:gd name="T57" fmla="*/ 86 h 535"/>
                  <a:gd name="T58" fmla="*/ 163 w 348"/>
                  <a:gd name="T59" fmla="*/ 268 h 535"/>
                  <a:gd name="T60" fmla="*/ 345 w 348"/>
                  <a:gd name="T61" fmla="*/ 449 h 535"/>
                  <a:gd name="T62" fmla="*/ 347 w 348"/>
                  <a:gd name="T63" fmla="*/ 452 h 535"/>
                  <a:gd name="T64" fmla="*/ 348 w 348"/>
                  <a:gd name="T65" fmla="*/ 457 h 535"/>
                  <a:gd name="T66" fmla="*/ 347 w 348"/>
                  <a:gd name="T67" fmla="*/ 460 h 535"/>
                  <a:gd name="T68" fmla="*/ 345 w 348"/>
                  <a:gd name="T69" fmla="*/ 463 h 535"/>
                  <a:gd name="T70" fmla="*/ 276 w 348"/>
                  <a:gd name="T71" fmla="*/ 532 h 535"/>
                  <a:gd name="T72" fmla="*/ 272 w 348"/>
                  <a:gd name="T73" fmla="*/ 534 h 535"/>
                  <a:gd name="T74" fmla="*/ 268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4" y="268"/>
                    </a:moveTo>
                    <a:lnTo>
                      <a:pt x="268" y="512"/>
                    </a:lnTo>
                    <a:lnTo>
                      <a:pt x="324" y="457"/>
                    </a:lnTo>
                    <a:lnTo>
                      <a:pt x="142" y="274"/>
                    </a:lnTo>
                    <a:lnTo>
                      <a:pt x="140" y="271"/>
                    </a:lnTo>
                    <a:lnTo>
                      <a:pt x="140" y="268"/>
                    </a:lnTo>
                    <a:lnTo>
                      <a:pt x="140" y="263"/>
                    </a:lnTo>
                    <a:lnTo>
                      <a:pt x="142" y="260"/>
                    </a:lnTo>
                    <a:lnTo>
                      <a:pt x="324" y="79"/>
                    </a:lnTo>
                    <a:lnTo>
                      <a:pt x="268" y="23"/>
                    </a:lnTo>
                    <a:lnTo>
                      <a:pt x="24" y="268"/>
                    </a:lnTo>
                    <a:close/>
                    <a:moveTo>
                      <a:pt x="268" y="535"/>
                    </a:moveTo>
                    <a:lnTo>
                      <a:pt x="265" y="534"/>
                    </a:lnTo>
                    <a:lnTo>
                      <a:pt x="262" y="533"/>
                    </a:lnTo>
                    <a:lnTo>
                      <a:pt x="4" y="274"/>
                    </a:lnTo>
                    <a:lnTo>
                      <a:pt x="1" y="271"/>
                    </a:lnTo>
                    <a:lnTo>
                      <a:pt x="0" y="268"/>
                    </a:lnTo>
                    <a:lnTo>
                      <a:pt x="1" y="263"/>
                    </a:lnTo>
                    <a:lnTo>
                      <a:pt x="4" y="260"/>
                    </a:lnTo>
                    <a:lnTo>
                      <a:pt x="262" y="2"/>
                    </a:lnTo>
                    <a:lnTo>
                      <a:pt x="265" y="0"/>
                    </a:lnTo>
                    <a:lnTo>
                      <a:pt x="268" y="0"/>
                    </a:lnTo>
                    <a:lnTo>
                      <a:pt x="272" y="0"/>
                    </a:lnTo>
                    <a:lnTo>
                      <a:pt x="276" y="2"/>
                    </a:lnTo>
                    <a:lnTo>
                      <a:pt x="345" y="72"/>
                    </a:lnTo>
                    <a:lnTo>
                      <a:pt x="347" y="75"/>
                    </a:lnTo>
                    <a:lnTo>
                      <a:pt x="348" y="79"/>
                    </a:lnTo>
                    <a:lnTo>
                      <a:pt x="347" y="83"/>
                    </a:lnTo>
                    <a:lnTo>
                      <a:pt x="345" y="86"/>
                    </a:lnTo>
                    <a:lnTo>
                      <a:pt x="163" y="268"/>
                    </a:lnTo>
                    <a:lnTo>
                      <a:pt x="345" y="449"/>
                    </a:lnTo>
                    <a:lnTo>
                      <a:pt x="347" y="452"/>
                    </a:lnTo>
                    <a:lnTo>
                      <a:pt x="348" y="457"/>
                    </a:lnTo>
                    <a:lnTo>
                      <a:pt x="347" y="460"/>
                    </a:lnTo>
                    <a:lnTo>
                      <a:pt x="345" y="463"/>
                    </a:lnTo>
                    <a:lnTo>
                      <a:pt x="276" y="532"/>
                    </a:lnTo>
                    <a:lnTo>
                      <a:pt x="272" y="534"/>
                    </a:lnTo>
                    <a:lnTo>
                      <a:pt x="268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7B2BF11-B2CC-5ED2-A085-7C4A1723B49C}"/>
                </a:ext>
              </a:extLst>
            </p:cNvPr>
            <p:cNvGrpSpPr/>
            <p:nvPr/>
          </p:nvGrpSpPr>
          <p:grpSpPr>
            <a:xfrm>
              <a:off x="3154962" y="1709784"/>
              <a:ext cx="279490" cy="251353"/>
              <a:chOff x="7396163" y="4268788"/>
              <a:chExt cx="236538" cy="212725"/>
            </a:xfrm>
            <a:solidFill>
              <a:schemeClr val="bg1">
                <a:lumMod val="85000"/>
              </a:schemeClr>
            </a:solidFill>
          </p:grpSpPr>
          <p:sp>
            <p:nvSpPr>
              <p:cNvPr id="24" name="Freeform 385">
                <a:extLst>
                  <a:ext uri="{FF2B5EF4-FFF2-40B4-BE49-F238E27FC236}">
                    <a16:creationId xmlns:a16="http://schemas.microsoft.com/office/drawing/2014/main" id="{21718DD4-2A04-3ACA-45F1-EEC3A1F6AB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6163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7 w 348"/>
                  <a:gd name="T11" fmla="*/ 260 h 535"/>
                  <a:gd name="T12" fmla="*/ 209 w 348"/>
                  <a:gd name="T13" fmla="*/ 263 h 535"/>
                  <a:gd name="T14" fmla="*/ 210 w 348"/>
                  <a:gd name="T15" fmla="*/ 268 h 535"/>
                  <a:gd name="T16" fmla="*/ 209 w 348"/>
                  <a:gd name="T17" fmla="*/ 271 h 535"/>
                  <a:gd name="T18" fmla="*/ 207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7 w 348"/>
                  <a:gd name="T25" fmla="*/ 534 h 535"/>
                  <a:gd name="T26" fmla="*/ 73 w 348"/>
                  <a:gd name="T27" fmla="*/ 533 h 535"/>
                  <a:gd name="T28" fmla="*/ 4 w 348"/>
                  <a:gd name="T29" fmla="*/ 463 h 535"/>
                  <a:gd name="T30" fmla="*/ 2 w 348"/>
                  <a:gd name="T31" fmla="*/ 460 h 535"/>
                  <a:gd name="T32" fmla="*/ 0 w 348"/>
                  <a:gd name="T33" fmla="*/ 457 h 535"/>
                  <a:gd name="T34" fmla="*/ 2 w 348"/>
                  <a:gd name="T35" fmla="*/ 452 h 535"/>
                  <a:gd name="T36" fmla="*/ 4 w 348"/>
                  <a:gd name="T37" fmla="*/ 449 h 535"/>
                  <a:gd name="T38" fmla="*/ 185 w 348"/>
                  <a:gd name="T39" fmla="*/ 268 h 535"/>
                  <a:gd name="T40" fmla="*/ 4 w 348"/>
                  <a:gd name="T41" fmla="*/ 86 h 535"/>
                  <a:gd name="T42" fmla="*/ 2 w 348"/>
                  <a:gd name="T43" fmla="*/ 83 h 535"/>
                  <a:gd name="T44" fmla="*/ 0 w 348"/>
                  <a:gd name="T45" fmla="*/ 79 h 535"/>
                  <a:gd name="T46" fmla="*/ 2 w 348"/>
                  <a:gd name="T47" fmla="*/ 75 h 535"/>
                  <a:gd name="T48" fmla="*/ 4 w 348"/>
                  <a:gd name="T49" fmla="*/ 72 h 535"/>
                  <a:gd name="T50" fmla="*/ 74 w 348"/>
                  <a:gd name="T51" fmla="*/ 2 h 535"/>
                  <a:gd name="T52" fmla="*/ 77 w 348"/>
                  <a:gd name="T53" fmla="*/ 0 h 535"/>
                  <a:gd name="T54" fmla="*/ 80 w 348"/>
                  <a:gd name="T55" fmla="*/ 0 h 535"/>
                  <a:gd name="T56" fmla="*/ 84 w 348"/>
                  <a:gd name="T57" fmla="*/ 0 h 535"/>
                  <a:gd name="T58" fmla="*/ 87 w 348"/>
                  <a:gd name="T59" fmla="*/ 2 h 535"/>
                  <a:gd name="T60" fmla="*/ 346 w 348"/>
                  <a:gd name="T61" fmla="*/ 260 h 535"/>
                  <a:gd name="T62" fmla="*/ 348 w 348"/>
                  <a:gd name="T63" fmla="*/ 263 h 535"/>
                  <a:gd name="T64" fmla="*/ 348 w 348"/>
                  <a:gd name="T65" fmla="*/ 268 h 535"/>
                  <a:gd name="T66" fmla="*/ 348 w 348"/>
                  <a:gd name="T67" fmla="*/ 271 h 535"/>
                  <a:gd name="T68" fmla="*/ 346 w 348"/>
                  <a:gd name="T69" fmla="*/ 274 h 535"/>
                  <a:gd name="T70" fmla="*/ 87 w 348"/>
                  <a:gd name="T71" fmla="*/ 532 h 535"/>
                  <a:gd name="T72" fmla="*/ 84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7" y="260"/>
                    </a:lnTo>
                    <a:lnTo>
                      <a:pt x="209" y="263"/>
                    </a:lnTo>
                    <a:lnTo>
                      <a:pt x="210" y="268"/>
                    </a:lnTo>
                    <a:lnTo>
                      <a:pt x="209" y="271"/>
                    </a:lnTo>
                    <a:lnTo>
                      <a:pt x="207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7" y="534"/>
                    </a:lnTo>
                    <a:lnTo>
                      <a:pt x="73" y="533"/>
                    </a:lnTo>
                    <a:lnTo>
                      <a:pt x="4" y="463"/>
                    </a:lnTo>
                    <a:lnTo>
                      <a:pt x="2" y="460"/>
                    </a:lnTo>
                    <a:lnTo>
                      <a:pt x="0" y="457"/>
                    </a:lnTo>
                    <a:lnTo>
                      <a:pt x="2" y="452"/>
                    </a:lnTo>
                    <a:lnTo>
                      <a:pt x="4" y="449"/>
                    </a:lnTo>
                    <a:lnTo>
                      <a:pt x="185" y="268"/>
                    </a:lnTo>
                    <a:lnTo>
                      <a:pt x="4" y="86"/>
                    </a:lnTo>
                    <a:lnTo>
                      <a:pt x="2" y="83"/>
                    </a:lnTo>
                    <a:lnTo>
                      <a:pt x="0" y="79"/>
                    </a:lnTo>
                    <a:lnTo>
                      <a:pt x="2" y="75"/>
                    </a:lnTo>
                    <a:lnTo>
                      <a:pt x="4" y="72"/>
                    </a:lnTo>
                    <a:lnTo>
                      <a:pt x="74" y="2"/>
                    </a:lnTo>
                    <a:lnTo>
                      <a:pt x="77" y="0"/>
                    </a:lnTo>
                    <a:lnTo>
                      <a:pt x="80" y="0"/>
                    </a:lnTo>
                    <a:lnTo>
                      <a:pt x="84" y="0"/>
                    </a:lnTo>
                    <a:lnTo>
                      <a:pt x="87" y="2"/>
                    </a:lnTo>
                    <a:lnTo>
                      <a:pt x="346" y="260"/>
                    </a:lnTo>
                    <a:lnTo>
                      <a:pt x="348" y="263"/>
                    </a:lnTo>
                    <a:lnTo>
                      <a:pt x="348" y="268"/>
                    </a:lnTo>
                    <a:lnTo>
                      <a:pt x="348" y="271"/>
                    </a:lnTo>
                    <a:lnTo>
                      <a:pt x="346" y="274"/>
                    </a:lnTo>
                    <a:lnTo>
                      <a:pt x="87" y="532"/>
                    </a:lnTo>
                    <a:lnTo>
                      <a:pt x="84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  <p:sp>
            <p:nvSpPr>
              <p:cNvPr id="25" name="Freeform 386">
                <a:extLst>
                  <a:ext uri="{FF2B5EF4-FFF2-40B4-BE49-F238E27FC236}">
                    <a16:creationId xmlns:a16="http://schemas.microsoft.com/office/drawing/2014/main" id="{530711D8-B8EA-E578-B727-A6A9E72F57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4588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6 w 348"/>
                  <a:gd name="T11" fmla="*/ 260 h 535"/>
                  <a:gd name="T12" fmla="*/ 208 w 348"/>
                  <a:gd name="T13" fmla="*/ 263 h 535"/>
                  <a:gd name="T14" fmla="*/ 208 w 348"/>
                  <a:gd name="T15" fmla="*/ 268 h 535"/>
                  <a:gd name="T16" fmla="*/ 208 w 348"/>
                  <a:gd name="T17" fmla="*/ 271 h 535"/>
                  <a:gd name="T18" fmla="*/ 206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5 w 348"/>
                  <a:gd name="T25" fmla="*/ 534 h 535"/>
                  <a:gd name="T26" fmla="*/ 72 w 348"/>
                  <a:gd name="T27" fmla="*/ 533 h 535"/>
                  <a:gd name="T28" fmla="*/ 3 w 348"/>
                  <a:gd name="T29" fmla="*/ 463 h 535"/>
                  <a:gd name="T30" fmla="*/ 1 w 348"/>
                  <a:gd name="T31" fmla="*/ 460 h 535"/>
                  <a:gd name="T32" fmla="*/ 0 w 348"/>
                  <a:gd name="T33" fmla="*/ 457 h 535"/>
                  <a:gd name="T34" fmla="*/ 1 w 348"/>
                  <a:gd name="T35" fmla="*/ 452 h 535"/>
                  <a:gd name="T36" fmla="*/ 3 w 348"/>
                  <a:gd name="T37" fmla="*/ 449 h 535"/>
                  <a:gd name="T38" fmla="*/ 185 w 348"/>
                  <a:gd name="T39" fmla="*/ 268 h 535"/>
                  <a:gd name="T40" fmla="*/ 3 w 348"/>
                  <a:gd name="T41" fmla="*/ 86 h 535"/>
                  <a:gd name="T42" fmla="*/ 1 w 348"/>
                  <a:gd name="T43" fmla="*/ 83 h 535"/>
                  <a:gd name="T44" fmla="*/ 0 w 348"/>
                  <a:gd name="T45" fmla="*/ 79 h 535"/>
                  <a:gd name="T46" fmla="*/ 1 w 348"/>
                  <a:gd name="T47" fmla="*/ 75 h 535"/>
                  <a:gd name="T48" fmla="*/ 3 w 348"/>
                  <a:gd name="T49" fmla="*/ 72 h 535"/>
                  <a:gd name="T50" fmla="*/ 72 w 348"/>
                  <a:gd name="T51" fmla="*/ 2 h 535"/>
                  <a:gd name="T52" fmla="*/ 75 w 348"/>
                  <a:gd name="T53" fmla="*/ 0 h 535"/>
                  <a:gd name="T54" fmla="*/ 80 w 348"/>
                  <a:gd name="T55" fmla="*/ 0 h 535"/>
                  <a:gd name="T56" fmla="*/ 83 w 348"/>
                  <a:gd name="T57" fmla="*/ 0 h 535"/>
                  <a:gd name="T58" fmla="*/ 86 w 348"/>
                  <a:gd name="T59" fmla="*/ 2 h 535"/>
                  <a:gd name="T60" fmla="*/ 344 w 348"/>
                  <a:gd name="T61" fmla="*/ 260 h 535"/>
                  <a:gd name="T62" fmla="*/ 347 w 348"/>
                  <a:gd name="T63" fmla="*/ 263 h 535"/>
                  <a:gd name="T64" fmla="*/ 348 w 348"/>
                  <a:gd name="T65" fmla="*/ 268 h 535"/>
                  <a:gd name="T66" fmla="*/ 347 w 348"/>
                  <a:gd name="T67" fmla="*/ 271 h 535"/>
                  <a:gd name="T68" fmla="*/ 344 w 348"/>
                  <a:gd name="T69" fmla="*/ 274 h 535"/>
                  <a:gd name="T70" fmla="*/ 86 w 348"/>
                  <a:gd name="T71" fmla="*/ 532 h 535"/>
                  <a:gd name="T72" fmla="*/ 83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6" y="260"/>
                    </a:lnTo>
                    <a:lnTo>
                      <a:pt x="208" y="263"/>
                    </a:lnTo>
                    <a:lnTo>
                      <a:pt x="208" y="268"/>
                    </a:lnTo>
                    <a:lnTo>
                      <a:pt x="208" y="271"/>
                    </a:lnTo>
                    <a:lnTo>
                      <a:pt x="206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5" y="534"/>
                    </a:lnTo>
                    <a:lnTo>
                      <a:pt x="72" y="533"/>
                    </a:lnTo>
                    <a:lnTo>
                      <a:pt x="3" y="463"/>
                    </a:lnTo>
                    <a:lnTo>
                      <a:pt x="1" y="460"/>
                    </a:lnTo>
                    <a:lnTo>
                      <a:pt x="0" y="457"/>
                    </a:lnTo>
                    <a:lnTo>
                      <a:pt x="1" y="452"/>
                    </a:lnTo>
                    <a:lnTo>
                      <a:pt x="3" y="449"/>
                    </a:lnTo>
                    <a:lnTo>
                      <a:pt x="185" y="268"/>
                    </a:lnTo>
                    <a:lnTo>
                      <a:pt x="3" y="86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5"/>
                    </a:lnTo>
                    <a:lnTo>
                      <a:pt x="3" y="72"/>
                    </a:lnTo>
                    <a:lnTo>
                      <a:pt x="72" y="2"/>
                    </a:lnTo>
                    <a:lnTo>
                      <a:pt x="75" y="0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6" y="2"/>
                    </a:lnTo>
                    <a:lnTo>
                      <a:pt x="344" y="260"/>
                    </a:lnTo>
                    <a:lnTo>
                      <a:pt x="347" y="263"/>
                    </a:lnTo>
                    <a:lnTo>
                      <a:pt x="348" y="268"/>
                    </a:lnTo>
                    <a:lnTo>
                      <a:pt x="347" y="271"/>
                    </a:lnTo>
                    <a:lnTo>
                      <a:pt x="344" y="274"/>
                    </a:lnTo>
                    <a:lnTo>
                      <a:pt x="86" y="532"/>
                    </a:lnTo>
                    <a:lnTo>
                      <a:pt x="83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Lor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4282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A4CF328B-3975-8AAF-B200-7B1FC1498725}"/>
              </a:ext>
            </a:extLst>
          </p:cNvPr>
          <p:cNvGrpSpPr/>
          <p:nvPr/>
        </p:nvGrpSpPr>
        <p:grpSpPr>
          <a:xfrm>
            <a:off x="1668707" y="1844565"/>
            <a:ext cx="8854585" cy="4326336"/>
            <a:chOff x="1668707" y="1576552"/>
            <a:chExt cx="8854585" cy="4326336"/>
          </a:xfrm>
        </p:grpSpPr>
        <p:grpSp>
          <p:nvGrpSpPr>
            <p:cNvPr id="3" name="Google Shape;1663;p40">
              <a:extLst>
                <a:ext uri="{FF2B5EF4-FFF2-40B4-BE49-F238E27FC236}">
                  <a16:creationId xmlns:a16="http://schemas.microsoft.com/office/drawing/2014/main" id="{61FC1094-3987-13CE-BB87-B947065A09F7}"/>
                </a:ext>
              </a:extLst>
            </p:cNvPr>
            <p:cNvGrpSpPr/>
            <p:nvPr/>
          </p:nvGrpSpPr>
          <p:grpSpPr>
            <a:xfrm>
              <a:off x="9779682" y="4988303"/>
              <a:ext cx="743610" cy="676618"/>
              <a:chOff x="7726813" y="3706798"/>
              <a:chExt cx="1019089" cy="927564"/>
            </a:xfrm>
          </p:grpSpPr>
          <p:sp>
            <p:nvSpPr>
              <p:cNvPr id="73" name="Google Shape;1664;p40">
                <a:extLst>
                  <a:ext uri="{FF2B5EF4-FFF2-40B4-BE49-F238E27FC236}">
                    <a16:creationId xmlns:a16="http://schemas.microsoft.com/office/drawing/2014/main" id="{C06D541F-0BAA-AD78-161A-B8596B185B15}"/>
                  </a:ext>
                </a:extLst>
              </p:cNvPr>
              <p:cNvSpPr/>
              <p:nvPr/>
            </p:nvSpPr>
            <p:spPr>
              <a:xfrm>
                <a:off x="7726813" y="3706798"/>
                <a:ext cx="1019089" cy="927564"/>
              </a:xfrm>
              <a:custGeom>
                <a:avLst/>
                <a:gdLst/>
                <a:ahLst/>
                <a:cxnLst/>
                <a:rect l="l" t="t" r="r" b="b"/>
                <a:pathLst>
                  <a:path w="32153" h="29263" extrusionOk="0">
                    <a:moveTo>
                      <a:pt x="16073" y="1"/>
                    </a:moveTo>
                    <a:cubicBezTo>
                      <a:pt x="14980" y="1"/>
                      <a:pt x="13869" y="124"/>
                      <a:pt x="12758" y="381"/>
                    </a:cubicBezTo>
                    <a:cubicBezTo>
                      <a:pt x="4889" y="2219"/>
                      <a:pt x="0" y="10088"/>
                      <a:pt x="1838" y="17956"/>
                    </a:cubicBezTo>
                    <a:cubicBezTo>
                      <a:pt x="3415" y="24706"/>
                      <a:pt x="9428" y="29263"/>
                      <a:pt x="16073" y="29263"/>
                    </a:cubicBezTo>
                    <a:cubicBezTo>
                      <a:pt x="17175" y="29263"/>
                      <a:pt x="18294" y="29137"/>
                      <a:pt x="19413" y="28876"/>
                    </a:cubicBezTo>
                    <a:cubicBezTo>
                      <a:pt x="27264" y="27038"/>
                      <a:pt x="32153" y="19169"/>
                      <a:pt x="30315" y="11301"/>
                    </a:cubicBezTo>
                    <a:cubicBezTo>
                      <a:pt x="28737" y="4559"/>
                      <a:pt x="22724" y="1"/>
                      <a:pt x="1607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grpSp>
            <p:nvGrpSpPr>
              <p:cNvPr id="74" name="Google Shape;1665;p40">
                <a:extLst>
                  <a:ext uri="{FF2B5EF4-FFF2-40B4-BE49-F238E27FC236}">
                    <a16:creationId xmlns:a16="http://schemas.microsoft.com/office/drawing/2014/main" id="{F631CBB0-9A6A-FE5F-EF60-C0725DB48B42}"/>
                  </a:ext>
                </a:extLst>
              </p:cNvPr>
              <p:cNvGrpSpPr/>
              <p:nvPr/>
            </p:nvGrpSpPr>
            <p:grpSpPr>
              <a:xfrm>
                <a:off x="8052374" y="3982037"/>
                <a:ext cx="367988" cy="377008"/>
                <a:chOff x="870773" y="3357985"/>
                <a:chExt cx="342824" cy="351228"/>
              </a:xfrm>
            </p:grpSpPr>
            <p:sp>
              <p:nvSpPr>
                <p:cNvPr id="75" name="Google Shape;1666;p40">
                  <a:extLst>
                    <a:ext uri="{FF2B5EF4-FFF2-40B4-BE49-F238E27FC236}">
                      <a16:creationId xmlns:a16="http://schemas.microsoft.com/office/drawing/2014/main" id="{290BCF46-3F7D-D79E-1779-9076C5540885}"/>
                    </a:ext>
                  </a:extLst>
                </p:cNvPr>
                <p:cNvSpPr/>
                <p:nvPr/>
              </p:nvSpPr>
              <p:spPr>
                <a:xfrm>
                  <a:off x="870773" y="3357985"/>
                  <a:ext cx="342824" cy="351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5" h="13375" extrusionOk="0">
                      <a:moveTo>
                        <a:pt x="6523" y="0"/>
                      </a:moveTo>
                      <a:cubicBezTo>
                        <a:pt x="6339" y="0"/>
                        <a:pt x="6155" y="89"/>
                        <a:pt x="6049" y="266"/>
                      </a:cubicBezTo>
                      <a:lnTo>
                        <a:pt x="5255" y="1606"/>
                      </a:lnTo>
                      <a:cubicBezTo>
                        <a:pt x="5152" y="1777"/>
                        <a:pt x="4972" y="1874"/>
                        <a:pt x="4786" y="1874"/>
                      </a:cubicBezTo>
                      <a:cubicBezTo>
                        <a:pt x="4712" y="1874"/>
                        <a:pt x="4637" y="1859"/>
                        <a:pt x="4566" y="1826"/>
                      </a:cubicBezTo>
                      <a:lnTo>
                        <a:pt x="3130" y="1213"/>
                      </a:lnTo>
                      <a:cubicBezTo>
                        <a:pt x="3059" y="1183"/>
                        <a:pt x="2986" y="1169"/>
                        <a:pt x="2915" y="1169"/>
                      </a:cubicBezTo>
                      <a:cubicBezTo>
                        <a:pt x="2606" y="1169"/>
                        <a:pt x="2334" y="1434"/>
                        <a:pt x="2365" y="1768"/>
                      </a:cubicBezTo>
                      <a:lnTo>
                        <a:pt x="2508" y="3328"/>
                      </a:lnTo>
                      <a:cubicBezTo>
                        <a:pt x="2527" y="3606"/>
                        <a:pt x="2346" y="3855"/>
                        <a:pt x="2078" y="3912"/>
                      </a:cubicBezTo>
                      <a:lnTo>
                        <a:pt x="566" y="4257"/>
                      </a:lnTo>
                      <a:cubicBezTo>
                        <a:pt x="154" y="4343"/>
                        <a:pt x="1" y="4840"/>
                        <a:pt x="278" y="5156"/>
                      </a:cubicBezTo>
                      <a:lnTo>
                        <a:pt x="1302" y="6324"/>
                      </a:lnTo>
                      <a:cubicBezTo>
                        <a:pt x="1484" y="6534"/>
                        <a:pt x="1484" y="6841"/>
                        <a:pt x="1302" y="7051"/>
                      </a:cubicBezTo>
                      <a:lnTo>
                        <a:pt x="278" y="8219"/>
                      </a:lnTo>
                      <a:cubicBezTo>
                        <a:pt x="1" y="8535"/>
                        <a:pt x="154" y="9023"/>
                        <a:pt x="566" y="9118"/>
                      </a:cubicBezTo>
                      <a:lnTo>
                        <a:pt x="2078" y="9463"/>
                      </a:lnTo>
                      <a:cubicBezTo>
                        <a:pt x="2355" y="9520"/>
                        <a:pt x="2537" y="9779"/>
                        <a:pt x="2508" y="10047"/>
                      </a:cubicBezTo>
                      <a:lnTo>
                        <a:pt x="2365" y="11607"/>
                      </a:lnTo>
                      <a:cubicBezTo>
                        <a:pt x="2334" y="11941"/>
                        <a:pt x="2606" y="12206"/>
                        <a:pt x="2915" y="12206"/>
                      </a:cubicBezTo>
                      <a:cubicBezTo>
                        <a:pt x="2986" y="12206"/>
                        <a:pt x="3059" y="12192"/>
                        <a:pt x="3130" y="12162"/>
                      </a:cubicBezTo>
                      <a:lnTo>
                        <a:pt x="4566" y="11549"/>
                      </a:lnTo>
                      <a:cubicBezTo>
                        <a:pt x="4637" y="11520"/>
                        <a:pt x="4711" y="11507"/>
                        <a:pt x="4783" y="11507"/>
                      </a:cubicBezTo>
                      <a:cubicBezTo>
                        <a:pt x="4975" y="11507"/>
                        <a:pt x="5158" y="11603"/>
                        <a:pt x="5255" y="11769"/>
                      </a:cubicBezTo>
                      <a:lnTo>
                        <a:pt x="6049" y="13109"/>
                      </a:lnTo>
                      <a:cubicBezTo>
                        <a:pt x="6155" y="13286"/>
                        <a:pt x="6339" y="13375"/>
                        <a:pt x="6523" y="13375"/>
                      </a:cubicBezTo>
                      <a:cubicBezTo>
                        <a:pt x="6707" y="13375"/>
                        <a:pt x="6892" y="13286"/>
                        <a:pt x="6997" y="13109"/>
                      </a:cubicBezTo>
                      <a:lnTo>
                        <a:pt x="7791" y="11769"/>
                      </a:lnTo>
                      <a:cubicBezTo>
                        <a:pt x="7894" y="11598"/>
                        <a:pt x="8076" y="11505"/>
                        <a:pt x="8262" y="11505"/>
                      </a:cubicBezTo>
                      <a:cubicBezTo>
                        <a:pt x="8336" y="11505"/>
                        <a:pt x="8410" y="11519"/>
                        <a:pt x="8480" y="11549"/>
                      </a:cubicBezTo>
                      <a:lnTo>
                        <a:pt x="9916" y="12162"/>
                      </a:lnTo>
                      <a:cubicBezTo>
                        <a:pt x="9987" y="12192"/>
                        <a:pt x="10060" y="12206"/>
                        <a:pt x="10131" y="12206"/>
                      </a:cubicBezTo>
                      <a:cubicBezTo>
                        <a:pt x="10440" y="12206"/>
                        <a:pt x="10712" y="11941"/>
                        <a:pt x="10681" y="11607"/>
                      </a:cubicBezTo>
                      <a:lnTo>
                        <a:pt x="10547" y="10056"/>
                      </a:lnTo>
                      <a:cubicBezTo>
                        <a:pt x="10519" y="9779"/>
                        <a:pt x="10701" y="9520"/>
                        <a:pt x="10968" y="9463"/>
                      </a:cubicBezTo>
                      <a:lnTo>
                        <a:pt x="12490" y="9118"/>
                      </a:lnTo>
                      <a:cubicBezTo>
                        <a:pt x="12892" y="9023"/>
                        <a:pt x="13055" y="8535"/>
                        <a:pt x="12777" y="8219"/>
                      </a:cubicBezTo>
                      <a:lnTo>
                        <a:pt x="11753" y="7051"/>
                      </a:lnTo>
                      <a:cubicBezTo>
                        <a:pt x="11571" y="6841"/>
                        <a:pt x="11571" y="6534"/>
                        <a:pt x="11753" y="6324"/>
                      </a:cubicBezTo>
                      <a:lnTo>
                        <a:pt x="12777" y="5156"/>
                      </a:lnTo>
                      <a:cubicBezTo>
                        <a:pt x="13055" y="4840"/>
                        <a:pt x="12892" y="4343"/>
                        <a:pt x="12481" y="4257"/>
                      </a:cubicBezTo>
                      <a:lnTo>
                        <a:pt x="10968" y="3912"/>
                      </a:lnTo>
                      <a:cubicBezTo>
                        <a:pt x="10701" y="3845"/>
                        <a:pt x="10519" y="3596"/>
                        <a:pt x="10538" y="3319"/>
                      </a:cubicBezTo>
                      <a:lnTo>
                        <a:pt x="10681" y="1768"/>
                      </a:lnTo>
                      <a:cubicBezTo>
                        <a:pt x="10712" y="1429"/>
                        <a:pt x="10445" y="1164"/>
                        <a:pt x="10140" y="1164"/>
                      </a:cubicBezTo>
                      <a:cubicBezTo>
                        <a:pt x="10066" y="1164"/>
                        <a:pt x="9990" y="1180"/>
                        <a:pt x="9916" y="1213"/>
                      </a:cubicBezTo>
                      <a:lnTo>
                        <a:pt x="8480" y="1826"/>
                      </a:lnTo>
                      <a:cubicBezTo>
                        <a:pt x="8410" y="1854"/>
                        <a:pt x="8337" y="1868"/>
                        <a:pt x="8264" y="1868"/>
                      </a:cubicBezTo>
                      <a:cubicBezTo>
                        <a:pt x="8072" y="1868"/>
                        <a:pt x="7889" y="1770"/>
                        <a:pt x="7791" y="1596"/>
                      </a:cubicBezTo>
                      <a:lnTo>
                        <a:pt x="6997" y="266"/>
                      </a:lnTo>
                      <a:cubicBezTo>
                        <a:pt x="6892" y="89"/>
                        <a:pt x="6707" y="0"/>
                        <a:pt x="652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6" name="Google Shape;1667;p40">
                  <a:extLst>
                    <a:ext uri="{FF2B5EF4-FFF2-40B4-BE49-F238E27FC236}">
                      <a16:creationId xmlns:a16="http://schemas.microsoft.com/office/drawing/2014/main" id="{0161EE51-7DA5-0E18-CC45-C346C4716AE1}"/>
                    </a:ext>
                  </a:extLst>
                </p:cNvPr>
                <p:cNvSpPr/>
                <p:nvPr/>
              </p:nvSpPr>
              <p:spPr>
                <a:xfrm>
                  <a:off x="1024577" y="3357985"/>
                  <a:ext cx="50288" cy="49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" h="1875" extrusionOk="0">
                      <a:moveTo>
                        <a:pt x="666" y="0"/>
                      </a:moveTo>
                      <a:cubicBezTo>
                        <a:pt x="482" y="0"/>
                        <a:pt x="298" y="89"/>
                        <a:pt x="192" y="266"/>
                      </a:cubicBezTo>
                      <a:lnTo>
                        <a:pt x="1" y="591"/>
                      </a:lnTo>
                      <a:lnTo>
                        <a:pt x="604" y="1606"/>
                      </a:lnTo>
                      <a:cubicBezTo>
                        <a:pt x="706" y="1777"/>
                        <a:pt x="887" y="1874"/>
                        <a:pt x="1073" y="1874"/>
                      </a:cubicBezTo>
                      <a:cubicBezTo>
                        <a:pt x="1147" y="1874"/>
                        <a:pt x="1222" y="1859"/>
                        <a:pt x="1293" y="1826"/>
                      </a:cubicBezTo>
                      <a:lnTo>
                        <a:pt x="1915" y="1567"/>
                      </a:lnTo>
                      <a:lnTo>
                        <a:pt x="1140" y="266"/>
                      </a:lnTo>
                      <a:cubicBezTo>
                        <a:pt x="1035" y="89"/>
                        <a:pt x="850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7" name="Google Shape;1668;p40">
                  <a:extLst>
                    <a:ext uri="{FF2B5EF4-FFF2-40B4-BE49-F238E27FC236}">
                      <a16:creationId xmlns:a16="http://schemas.microsoft.com/office/drawing/2014/main" id="{77EE4328-F415-B140-83DE-2A4E366EB33F}"/>
                    </a:ext>
                  </a:extLst>
                </p:cNvPr>
                <p:cNvSpPr/>
                <p:nvPr/>
              </p:nvSpPr>
              <p:spPr>
                <a:xfrm>
                  <a:off x="1111787" y="3388552"/>
                  <a:ext cx="101810" cy="289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7" h="11037" extrusionOk="0">
                      <a:moveTo>
                        <a:pt x="962" y="0"/>
                      </a:moveTo>
                      <a:cubicBezTo>
                        <a:pt x="888" y="0"/>
                        <a:pt x="812" y="16"/>
                        <a:pt x="738" y="49"/>
                      </a:cubicBezTo>
                      <a:lnTo>
                        <a:pt x="116" y="308"/>
                      </a:lnTo>
                      <a:cubicBezTo>
                        <a:pt x="164" y="403"/>
                        <a:pt x="183" y="499"/>
                        <a:pt x="173" y="604"/>
                      </a:cubicBezTo>
                      <a:lnTo>
                        <a:pt x="30" y="2155"/>
                      </a:lnTo>
                      <a:cubicBezTo>
                        <a:pt x="1" y="2432"/>
                        <a:pt x="183" y="2681"/>
                        <a:pt x="460" y="2748"/>
                      </a:cubicBezTo>
                      <a:lnTo>
                        <a:pt x="1972" y="3093"/>
                      </a:lnTo>
                      <a:cubicBezTo>
                        <a:pt x="2384" y="3179"/>
                        <a:pt x="2537" y="3676"/>
                        <a:pt x="2269" y="3992"/>
                      </a:cubicBezTo>
                      <a:lnTo>
                        <a:pt x="1245" y="5160"/>
                      </a:lnTo>
                      <a:cubicBezTo>
                        <a:pt x="1054" y="5361"/>
                        <a:pt x="1054" y="5677"/>
                        <a:pt x="1245" y="5887"/>
                      </a:cubicBezTo>
                      <a:lnTo>
                        <a:pt x="2269" y="7055"/>
                      </a:lnTo>
                      <a:cubicBezTo>
                        <a:pt x="2537" y="7371"/>
                        <a:pt x="2384" y="7859"/>
                        <a:pt x="1972" y="7954"/>
                      </a:cubicBezTo>
                      <a:lnTo>
                        <a:pt x="460" y="8299"/>
                      </a:lnTo>
                      <a:cubicBezTo>
                        <a:pt x="183" y="8356"/>
                        <a:pt x="1" y="8615"/>
                        <a:pt x="30" y="8883"/>
                      </a:cubicBezTo>
                      <a:lnTo>
                        <a:pt x="173" y="10433"/>
                      </a:lnTo>
                      <a:cubicBezTo>
                        <a:pt x="183" y="10538"/>
                        <a:pt x="164" y="10634"/>
                        <a:pt x="116" y="10730"/>
                      </a:cubicBezTo>
                      <a:lnTo>
                        <a:pt x="738" y="10988"/>
                      </a:lnTo>
                      <a:cubicBezTo>
                        <a:pt x="812" y="11022"/>
                        <a:pt x="888" y="11037"/>
                        <a:pt x="962" y="11037"/>
                      </a:cubicBezTo>
                      <a:cubicBezTo>
                        <a:pt x="1267" y="11037"/>
                        <a:pt x="1534" y="10772"/>
                        <a:pt x="1503" y="10433"/>
                      </a:cubicBezTo>
                      <a:lnTo>
                        <a:pt x="1360" y="8892"/>
                      </a:lnTo>
                      <a:cubicBezTo>
                        <a:pt x="1331" y="8615"/>
                        <a:pt x="1513" y="8356"/>
                        <a:pt x="1790" y="8299"/>
                      </a:cubicBezTo>
                      <a:lnTo>
                        <a:pt x="3303" y="7954"/>
                      </a:lnTo>
                      <a:cubicBezTo>
                        <a:pt x="3714" y="7859"/>
                        <a:pt x="3867" y="7371"/>
                        <a:pt x="3599" y="7055"/>
                      </a:cubicBezTo>
                      <a:lnTo>
                        <a:pt x="2575" y="5887"/>
                      </a:lnTo>
                      <a:cubicBezTo>
                        <a:pt x="2393" y="5677"/>
                        <a:pt x="2393" y="5370"/>
                        <a:pt x="2575" y="5160"/>
                      </a:cubicBezTo>
                      <a:lnTo>
                        <a:pt x="3599" y="3992"/>
                      </a:lnTo>
                      <a:cubicBezTo>
                        <a:pt x="3877" y="3676"/>
                        <a:pt x="3714" y="3179"/>
                        <a:pt x="3303" y="3093"/>
                      </a:cubicBezTo>
                      <a:lnTo>
                        <a:pt x="1790" y="2748"/>
                      </a:lnTo>
                      <a:cubicBezTo>
                        <a:pt x="1523" y="2681"/>
                        <a:pt x="1341" y="2432"/>
                        <a:pt x="1360" y="2155"/>
                      </a:cubicBezTo>
                      <a:lnTo>
                        <a:pt x="1503" y="604"/>
                      </a:lnTo>
                      <a:cubicBezTo>
                        <a:pt x="1534" y="265"/>
                        <a:pt x="1267" y="0"/>
                        <a:pt x="96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8" name="Google Shape;1669;p40">
                  <a:extLst>
                    <a:ext uri="{FF2B5EF4-FFF2-40B4-BE49-F238E27FC236}">
                      <a16:creationId xmlns:a16="http://schemas.microsoft.com/office/drawing/2014/main" id="{7D11D0D9-00DF-3603-F8A2-B630EC212758}"/>
                    </a:ext>
                  </a:extLst>
                </p:cNvPr>
                <p:cNvSpPr/>
                <p:nvPr/>
              </p:nvSpPr>
              <p:spPr>
                <a:xfrm>
                  <a:off x="1024840" y="3660133"/>
                  <a:ext cx="50025" cy="49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" h="1869" extrusionOk="0">
                      <a:moveTo>
                        <a:pt x="1071" y="1"/>
                      </a:moveTo>
                      <a:cubicBezTo>
                        <a:pt x="883" y="1"/>
                        <a:pt x="698" y="97"/>
                        <a:pt x="594" y="263"/>
                      </a:cubicBezTo>
                      <a:lnTo>
                        <a:pt x="0" y="1278"/>
                      </a:lnTo>
                      <a:lnTo>
                        <a:pt x="192" y="1603"/>
                      </a:lnTo>
                      <a:cubicBezTo>
                        <a:pt x="297" y="1780"/>
                        <a:pt x="479" y="1869"/>
                        <a:pt x="662" y="1869"/>
                      </a:cubicBezTo>
                      <a:cubicBezTo>
                        <a:pt x="845" y="1869"/>
                        <a:pt x="1029" y="1780"/>
                        <a:pt x="1139" y="1603"/>
                      </a:cubicBezTo>
                      <a:lnTo>
                        <a:pt x="1905" y="311"/>
                      </a:lnTo>
                      <a:lnTo>
                        <a:pt x="1283" y="43"/>
                      </a:lnTo>
                      <a:cubicBezTo>
                        <a:pt x="1215" y="14"/>
                        <a:pt x="1143" y="1"/>
                        <a:pt x="107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9" name="Google Shape;1670;p40">
                  <a:extLst>
                    <a:ext uri="{FF2B5EF4-FFF2-40B4-BE49-F238E27FC236}">
                      <a16:creationId xmlns:a16="http://schemas.microsoft.com/office/drawing/2014/main" id="{AC7B2BDF-5160-3B50-B220-67D450FC21DC}"/>
                    </a:ext>
                  </a:extLst>
                </p:cNvPr>
                <p:cNvSpPr/>
                <p:nvPr/>
              </p:nvSpPr>
              <p:spPr>
                <a:xfrm>
                  <a:off x="939390" y="3431067"/>
                  <a:ext cx="211892" cy="205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9" h="7815" extrusionOk="0">
                      <a:moveTo>
                        <a:pt x="3916" y="0"/>
                      </a:moveTo>
                      <a:cubicBezTo>
                        <a:pt x="1659" y="0"/>
                        <a:pt x="1" y="1823"/>
                        <a:pt x="1" y="3895"/>
                      </a:cubicBezTo>
                      <a:cubicBezTo>
                        <a:pt x="1" y="6224"/>
                        <a:pt x="1910" y="7814"/>
                        <a:pt x="3928" y="7814"/>
                      </a:cubicBezTo>
                      <a:cubicBezTo>
                        <a:pt x="4771" y="7814"/>
                        <a:pt x="5634" y="7537"/>
                        <a:pt x="6384" y="6919"/>
                      </a:cubicBezTo>
                      <a:cubicBezTo>
                        <a:pt x="7561" y="5962"/>
                        <a:pt x="8068" y="4421"/>
                        <a:pt x="7695" y="2947"/>
                      </a:cubicBezTo>
                      <a:cubicBezTo>
                        <a:pt x="7331" y="1483"/>
                        <a:pt x="6154" y="363"/>
                        <a:pt x="4671" y="67"/>
                      </a:cubicBezTo>
                      <a:cubicBezTo>
                        <a:pt x="4413" y="22"/>
                        <a:pt x="4161" y="0"/>
                        <a:pt x="391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0" name="Google Shape;1671;p40">
                  <a:extLst>
                    <a:ext uri="{FF2B5EF4-FFF2-40B4-BE49-F238E27FC236}">
                      <a16:creationId xmlns:a16="http://schemas.microsoft.com/office/drawing/2014/main" id="{D4843914-628B-9107-8714-6F12936F184E}"/>
                    </a:ext>
                  </a:extLst>
                </p:cNvPr>
                <p:cNvSpPr/>
                <p:nvPr/>
              </p:nvSpPr>
              <p:spPr>
                <a:xfrm>
                  <a:off x="970561" y="3470641"/>
                  <a:ext cx="60345" cy="51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8" h="1967" extrusionOk="0">
                      <a:moveTo>
                        <a:pt x="1315" y="409"/>
                      </a:moveTo>
                      <a:cubicBezTo>
                        <a:pt x="1456" y="409"/>
                        <a:pt x="1599" y="461"/>
                        <a:pt x="1713" y="579"/>
                      </a:cubicBezTo>
                      <a:cubicBezTo>
                        <a:pt x="2077" y="943"/>
                        <a:pt x="1819" y="1555"/>
                        <a:pt x="1311" y="1555"/>
                      </a:cubicBezTo>
                      <a:cubicBezTo>
                        <a:pt x="996" y="1555"/>
                        <a:pt x="737" y="1297"/>
                        <a:pt x="737" y="981"/>
                      </a:cubicBezTo>
                      <a:cubicBezTo>
                        <a:pt x="737" y="638"/>
                        <a:pt x="1022" y="409"/>
                        <a:pt x="1315" y="409"/>
                      </a:cubicBezTo>
                      <a:close/>
                      <a:moveTo>
                        <a:pt x="1308" y="0"/>
                      </a:moveTo>
                      <a:cubicBezTo>
                        <a:pt x="1067" y="0"/>
                        <a:pt x="821" y="90"/>
                        <a:pt x="622" y="292"/>
                      </a:cubicBezTo>
                      <a:cubicBezTo>
                        <a:pt x="0" y="905"/>
                        <a:pt x="441" y="1967"/>
                        <a:pt x="1311" y="1967"/>
                      </a:cubicBezTo>
                      <a:cubicBezTo>
                        <a:pt x="1857" y="1967"/>
                        <a:pt x="2288" y="1527"/>
                        <a:pt x="2297" y="981"/>
                      </a:cubicBezTo>
                      <a:cubicBezTo>
                        <a:pt x="2297" y="392"/>
                        <a:pt x="1812" y="0"/>
                        <a:pt x="130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1" name="Google Shape;1672;p40">
                  <a:extLst>
                    <a:ext uri="{FF2B5EF4-FFF2-40B4-BE49-F238E27FC236}">
                      <a16:creationId xmlns:a16="http://schemas.microsoft.com/office/drawing/2014/main" id="{183A6196-D35D-93EF-066C-754C5454D80F}"/>
                    </a:ext>
                  </a:extLst>
                </p:cNvPr>
                <p:cNvSpPr/>
                <p:nvPr/>
              </p:nvSpPr>
              <p:spPr>
                <a:xfrm>
                  <a:off x="1053332" y="3545140"/>
                  <a:ext cx="60188" cy="51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2" h="1958" extrusionOk="0">
                      <a:moveTo>
                        <a:pt x="983" y="393"/>
                      </a:moveTo>
                      <a:cubicBezTo>
                        <a:pt x="1299" y="403"/>
                        <a:pt x="1557" y="652"/>
                        <a:pt x="1557" y="967"/>
                      </a:cubicBezTo>
                      <a:cubicBezTo>
                        <a:pt x="1557" y="1317"/>
                        <a:pt x="1276" y="1549"/>
                        <a:pt x="982" y="1549"/>
                      </a:cubicBezTo>
                      <a:cubicBezTo>
                        <a:pt x="841" y="1549"/>
                        <a:pt x="698" y="1496"/>
                        <a:pt x="581" y="1379"/>
                      </a:cubicBezTo>
                      <a:cubicBezTo>
                        <a:pt x="217" y="1015"/>
                        <a:pt x="475" y="393"/>
                        <a:pt x="983" y="393"/>
                      </a:cubicBezTo>
                      <a:close/>
                      <a:moveTo>
                        <a:pt x="994" y="1"/>
                      </a:moveTo>
                      <a:cubicBezTo>
                        <a:pt x="991" y="1"/>
                        <a:pt x="987" y="1"/>
                        <a:pt x="983" y="1"/>
                      </a:cubicBezTo>
                      <a:cubicBezTo>
                        <a:pt x="437" y="1"/>
                        <a:pt x="7" y="431"/>
                        <a:pt x="7" y="967"/>
                      </a:cubicBezTo>
                      <a:cubicBezTo>
                        <a:pt x="0" y="1563"/>
                        <a:pt x="484" y="1957"/>
                        <a:pt x="991" y="1957"/>
                      </a:cubicBezTo>
                      <a:cubicBezTo>
                        <a:pt x="1233" y="1957"/>
                        <a:pt x="1480" y="1867"/>
                        <a:pt x="1681" y="1666"/>
                      </a:cubicBezTo>
                      <a:cubicBezTo>
                        <a:pt x="2291" y="1047"/>
                        <a:pt x="1858" y="1"/>
                        <a:pt x="99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2" name="Google Shape;1673;p40">
                  <a:extLst>
                    <a:ext uri="{FF2B5EF4-FFF2-40B4-BE49-F238E27FC236}">
                      <a16:creationId xmlns:a16="http://schemas.microsoft.com/office/drawing/2014/main" id="{530E380D-026E-25CC-0C22-CC465226D093}"/>
                    </a:ext>
                  </a:extLst>
                </p:cNvPr>
                <p:cNvSpPr/>
                <p:nvPr/>
              </p:nvSpPr>
              <p:spPr>
                <a:xfrm>
                  <a:off x="992330" y="3479595"/>
                  <a:ext cx="106090" cy="101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0" h="3878" extrusionOk="0">
                      <a:moveTo>
                        <a:pt x="3742" y="0"/>
                      </a:moveTo>
                      <a:cubicBezTo>
                        <a:pt x="3692" y="0"/>
                        <a:pt x="3639" y="22"/>
                        <a:pt x="3593" y="75"/>
                      </a:cubicBezTo>
                      <a:lnTo>
                        <a:pt x="128" y="3540"/>
                      </a:lnTo>
                      <a:cubicBezTo>
                        <a:pt x="1" y="3682"/>
                        <a:pt x="132" y="3877"/>
                        <a:pt x="286" y="3877"/>
                      </a:cubicBezTo>
                      <a:cubicBezTo>
                        <a:pt x="329" y="3877"/>
                        <a:pt x="374" y="3862"/>
                        <a:pt x="415" y="3827"/>
                      </a:cubicBezTo>
                      <a:lnTo>
                        <a:pt x="3880" y="363"/>
                      </a:lnTo>
                      <a:cubicBezTo>
                        <a:pt x="4040" y="217"/>
                        <a:pt x="3902" y="0"/>
                        <a:pt x="374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sp>
          <p:nvSpPr>
            <p:cNvPr id="4" name="Google Shape;1674;p40">
              <a:extLst>
                <a:ext uri="{FF2B5EF4-FFF2-40B4-BE49-F238E27FC236}">
                  <a16:creationId xmlns:a16="http://schemas.microsoft.com/office/drawing/2014/main" id="{7E92252B-EF00-BA1F-C6D4-EBFD28B74C27}"/>
                </a:ext>
              </a:extLst>
            </p:cNvPr>
            <p:cNvSpPr/>
            <p:nvPr/>
          </p:nvSpPr>
          <p:spPr>
            <a:xfrm>
              <a:off x="2751259" y="2128452"/>
              <a:ext cx="7082081" cy="3197964"/>
            </a:xfrm>
            <a:custGeom>
              <a:avLst/>
              <a:gdLst/>
              <a:ahLst/>
              <a:cxnLst/>
              <a:rect l="l" t="t" r="r" b="b"/>
              <a:pathLst>
                <a:path w="222107" h="100294" fill="none" extrusionOk="0">
                  <a:moveTo>
                    <a:pt x="222106" y="100294"/>
                  </a:moveTo>
                  <a:lnTo>
                    <a:pt x="10867" y="100294"/>
                  </a:lnTo>
                  <a:cubicBezTo>
                    <a:pt x="4872" y="100276"/>
                    <a:pt x="19" y="95422"/>
                    <a:pt x="1" y="89427"/>
                  </a:cubicBezTo>
                  <a:lnTo>
                    <a:pt x="1" y="61022"/>
                  </a:lnTo>
                  <a:cubicBezTo>
                    <a:pt x="19" y="55027"/>
                    <a:pt x="4872" y="50174"/>
                    <a:pt x="10867" y="50156"/>
                  </a:cubicBezTo>
                  <a:lnTo>
                    <a:pt x="211151" y="50156"/>
                  </a:lnTo>
                  <a:cubicBezTo>
                    <a:pt x="217146" y="50138"/>
                    <a:pt x="222017" y="45285"/>
                    <a:pt x="222035" y="39290"/>
                  </a:cubicBezTo>
                  <a:lnTo>
                    <a:pt x="222035" y="10866"/>
                  </a:lnTo>
                  <a:cubicBezTo>
                    <a:pt x="221999" y="4871"/>
                    <a:pt x="217146" y="18"/>
                    <a:pt x="211151" y="0"/>
                  </a:cubicBez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" name="Google Shape;1675;p40">
              <a:extLst>
                <a:ext uri="{FF2B5EF4-FFF2-40B4-BE49-F238E27FC236}">
                  <a16:creationId xmlns:a16="http://schemas.microsoft.com/office/drawing/2014/main" id="{AB86DBB3-A079-9591-3A34-F7ECAC273DB1}"/>
                </a:ext>
              </a:extLst>
            </p:cNvPr>
            <p:cNvSpPr/>
            <p:nvPr/>
          </p:nvSpPr>
          <p:spPr>
            <a:xfrm>
              <a:off x="9779678" y="5286433"/>
              <a:ext cx="94002" cy="80376"/>
            </a:xfrm>
            <a:custGeom>
              <a:avLst/>
              <a:gdLst/>
              <a:ahLst/>
              <a:cxnLst/>
              <a:rect l="l" t="t" r="r" b="b"/>
              <a:pathLst>
                <a:path w="2946" h="2519" extrusionOk="0">
                  <a:moveTo>
                    <a:pt x="1673" y="1"/>
                  </a:moveTo>
                  <a:cubicBezTo>
                    <a:pt x="1363" y="1"/>
                    <a:pt x="1046" y="117"/>
                    <a:pt x="786" y="377"/>
                  </a:cubicBezTo>
                  <a:cubicBezTo>
                    <a:pt x="1" y="1162"/>
                    <a:pt x="572" y="2518"/>
                    <a:pt x="1678" y="2518"/>
                  </a:cubicBezTo>
                  <a:cubicBezTo>
                    <a:pt x="2374" y="2518"/>
                    <a:pt x="2945" y="1947"/>
                    <a:pt x="2945" y="1252"/>
                  </a:cubicBezTo>
                  <a:cubicBezTo>
                    <a:pt x="2933" y="504"/>
                    <a:pt x="2318" y="1"/>
                    <a:pt x="1673" y="1"/>
                  </a:cubicBezTo>
                  <a:close/>
                </a:path>
              </a:pathLst>
            </a:custGeom>
            <a:solidFill>
              <a:schemeClr val="tx2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6" name="Google Shape;1676;p40">
              <a:extLst>
                <a:ext uri="{FF2B5EF4-FFF2-40B4-BE49-F238E27FC236}">
                  <a16:creationId xmlns:a16="http://schemas.microsoft.com/office/drawing/2014/main" id="{305CF21E-AB35-A216-75B9-FC977F986FBB}"/>
                </a:ext>
              </a:extLst>
            </p:cNvPr>
            <p:cNvSpPr/>
            <p:nvPr/>
          </p:nvSpPr>
          <p:spPr>
            <a:xfrm>
              <a:off x="4663218" y="2086359"/>
              <a:ext cx="80281" cy="79739"/>
            </a:xfrm>
            <a:custGeom>
              <a:avLst/>
              <a:gdLst/>
              <a:ahLst/>
              <a:cxnLst/>
              <a:rect l="l" t="t" r="r" b="b"/>
              <a:pathLst>
                <a:path w="2516" h="2499" extrusionOk="0">
                  <a:moveTo>
                    <a:pt x="1267" y="0"/>
                  </a:moveTo>
                  <a:cubicBezTo>
                    <a:pt x="571" y="0"/>
                    <a:pt x="0" y="553"/>
                    <a:pt x="0" y="1249"/>
                  </a:cubicBezTo>
                  <a:cubicBezTo>
                    <a:pt x="0" y="1945"/>
                    <a:pt x="571" y="2498"/>
                    <a:pt x="1267" y="2498"/>
                  </a:cubicBezTo>
                  <a:cubicBezTo>
                    <a:pt x="1945" y="2498"/>
                    <a:pt x="2516" y="1945"/>
                    <a:pt x="2516" y="1249"/>
                  </a:cubicBezTo>
                  <a:cubicBezTo>
                    <a:pt x="2516" y="553"/>
                    <a:pt x="1945" y="0"/>
                    <a:pt x="1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7" name="Google Shape;1677;p40">
              <a:extLst>
                <a:ext uri="{FF2B5EF4-FFF2-40B4-BE49-F238E27FC236}">
                  <a16:creationId xmlns:a16="http://schemas.microsoft.com/office/drawing/2014/main" id="{5BB6089B-A548-6DCE-C4D5-BB76542EBA9A}"/>
                </a:ext>
              </a:extLst>
            </p:cNvPr>
            <p:cNvSpPr/>
            <p:nvPr/>
          </p:nvSpPr>
          <p:spPr>
            <a:xfrm>
              <a:off x="5489281" y="3686699"/>
              <a:ext cx="79739" cy="79739"/>
            </a:xfrm>
            <a:custGeom>
              <a:avLst/>
              <a:gdLst/>
              <a:ahLst/>
              <a:cxnLst/>
              <a:rect l="l" t="t" r="r" b="b"/>
              <a:pathLst>
                <a:path w="2499" h="2499" extrusionOk="0">
                  <a:moveTo>
                    <a:pt x="1250" y="1"/>
                  </a:moveTo>
                  <a:cubicBezTo>
                    <a:pt x="554" y="1"/>
                    <a:pt x="1" y="554"/>
                    <a:pt x="1" y="1250"/>
                  </a:cubicBezTo>
                  <a:cubicBezTo>
                    <a:pt x="1" y="1946"/>
                    <a:pt x="554" y="2499"/>
                    <a:pt x="1250" y="2499"/>
                  </a:cubicBezTo>
                  <a:cubicBezTo>
                    <a:pt x="1946" y="2499"/>
                    <a:pt x="2499" y="1946"/>
                    <a:pt x="2499" y="1250"/>
                  </a:cubicBezTo>
                  <a:cubicBezTo>
                    <a:pt x="2499" y="554"/>
                    <a:pt x="1946" y="1"/>
                    <a:pt x="1250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8" name="Google Shape;1678;p40">
              <a:extLst>
                <a:ext uri="{FF2B5EF4-FFF2-40B4-BE49-F238E27FC236}">
                  <a16:creationId xmlns:a16="http://schemas.microsoft.com/office/drawing/2014/main" id="{132ABE95-AC10-55B3-CE06-4EB6DB023E6A}"/>
                </a:ext>
              </a:extLst>
            </p:cNvPr>
            <p:cNvSpPr/>
            <p:nvPr/>
          </p:nvSpPr>
          <p:spPr>
            <a:xfrm>
              <a:off x="7034994" y="3686699"/>
              <a:ext cx="80313" cy="79739"/>
            </a:xfrm>
            <a:custGeom>
              <a:avLst/>
              <a:gdLst/>
              <a:ahLst/>
              <a:cxnLst/>
              <a:rect l="l" t="t" r="r" b="b"/>
              <a:pathLst>
                <a:path w="2517" h="2499" extrusionOk="0">
                  <a:moveTo>
                    <a:pt x="1250" y="1"/>
                  </a:moveTo>
                  <a:cubicBezTo>
                    <a:pt x="572" y="1"/>
                    <a:pt x="1" y="554"/>
                    <a:pt x="1" y="1250"/>
                  </a:cubicBezTo>
                  <a:cubicBezTo>
                    <a:pt x="1" y="1946"/>
                    <a:pt x="572" y="2499"/>
                    <a:pt x="1250" y="2499"/>
                  </a:cubicBezTo>
                  <a:cubicBezTo>
                    <a:pt x="1945" y="2499"/>
                    <a:pt x="2516" y="1946"/>
                    <a:pt x="2516" y="1250"/>
                  </a:cubicBezTo>
                  <a:cubicBezTo>
                    <a:pt x="2516" y="554"/>
                    <a:pt x="1945" y="1"/>
                    <a:pt x="1250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9" name="Google Shape;1679;p40">
              <a:extLst>
                <a:ext uri="{FF2B5EF4-FFF2-40B4-BE49-F238E27FC236}">
                  <a16:creationId xmlns:a16="http://schemas.microsoft.com/office/drawing/2014/main" id="{CA3193BA-F7ED-8E30-1625-6669432B5D2B}"/>
                </a:ext>
              </a:extLst>
            </p:cNvPr>
            <p:cNvSpPr/>
            <p:nvPr/>
          </p:nvSpPr>
          <p:spPr>
            <a:xfrm>
              <a:off x="6245338" y="5286497"/>
              <a:ext cx="80313" cy="80313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268" y="1"/>
                  </a:moveTo>
                  <a:cubicBezTo>
                    <a:pt x="572" y="1"/>
                    <a:pt x="1" y="572"/>
                    <a:pt x="1" y="1250"/>
                  </a:cubicBezTo>
                  <a:cubicBezTo>
                    <a:pt x="1" y="1945"/>
                    <a:pt x="572" y="2516"/>
                    <a:pt x="1268" y="2516"/>
                  </a:cubicBezTo>
                  <a:cubicBezTo>
                    <a:pt x="1946" y="2516"/>
                    <a:pt x="2517" y="1945"/>
                    <a:pt x="2517" y="1250"/>
                  </a:cubicBezTo>
                  <a:cubicBezTo>
                    <a:pt x="2517" y="572"/>
                    <a:pt x="1946" y="1"/>
                    <a:pt x="1268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0" name="Google Shape;1680;p40">
              <a:extLst>
                <a:ext uri="{FF2B5EF4-FFF2-40B4-BE49-F238E27FC236}">
                  <a16:creationId xmlns:a16="http://schemas.microsoft.com/office/drawing/2014/main" id="{61F2A29F-6246-15A3-B575-131D88A440F1}"/>
                </a:ext>
              </a:extLst>
            </p:cNvPr>
            <p:cNvSpPr/>
            <p:nvPr/>
          </p:nvSpPr>
          <p:spPr>
            <a:xfrm>
              <a:off x="7807579" y="5286497"/>
              <a:ext cx="80281" cy="80313"/>
            </a:xfrm>
            <a:custGeom>
              <a:avLst/>
              <a:gdLst/>
              <a:ahLst/>
              <a:cxnLst/>
              <a:rect l="l" t="t" r="r" b="b"/>
              <a:pathLst>
                <a:path w="2516" h="2517" extrusionOk="0">
                  <a:moveTo>
                    <a:pt x="1249" y="1"/>
                  </a:moveTo>
                  <a:cubicBezTo>
                    <a:pt x="571" y="1"/>
                    <a:pt x="0" y="572"/>
                    <a:pt x="0" y="1250"/>
                  </a:cubicBezTo>
                  <a:cubicBezTo>
                    <a:pt x="0" y="1945"/>
                    <a:pt x="571" y="2516"/>
                    <a:pt x="1249" y="2516"/>
                  </a:cubicBezTo>
                  <a:cubicBezTo>
                    <a:pt x="1945" y="2516"/>
                    <a:pt x="2516" y="1945"/>
                    <a:pt x="2516" y="1250"/>
                  </a:cubicBezTo>
                  <a:cubicBezTo>
                    <a:pt x="2516" y="572"/>
                    <a:pt x="1945" y="1"/>
                    <a:pt x="1249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1" name="Google Shape;1681;p40">
              <a:extLst>
                <a:ext uri="{FF2B5EF4-FFF2-40B4-BE49-F238E27FC236}">
                  <a16:creationId xmlns:a16="http://schemas.microsoft.com/office/drawing/2014/main" id="{7C1152BF-D072-F417-FCD6-BDD7405B750B}"/>
                </a:ext>
              </a:extLst>
            </p:cNvPr>
            <p:cNvSpPr/>
            <p:nvPr/>
          </p:nvSpPr>
          <p:spPr>
            <a:xfrm>
              <a:off x="6257878" y="2086359"/>
              <a:ext cx="79739" cy="79739"/>
            </a:xfrm>
            <a:custGeom>
              <a:avLst/>
              <a:gdLst/>
              <a:ahLst/>
              <a:cxnLst/>
              <a:rect l="l" t="t" r="r" b="b"/>
              <a:pathLst>
                <a:path w="2499" h="2499" extrusionOk="0">
                  <a:moveTo>
                    <a:pt x="1249" y="0"/>
                  </a:moveTo>
                  <a:cubicBezTo>
                    <a:pt x="553" y="0"/>
                    <a:pt x="0" y="553"/>
                    <a:pt x="0" y="1249"/>
                  </a:cubicBezTo>
                  <a:cubicBezTo>
                    <a:pt x="0" y="1945"/>
                    <a:pt x="553" y="2498"/>
                    <a:pt x="1249" y="2498"/>
                  </a:cubicBezTo>
                  <a:cubicBezTo>
                    <a:pt x="1945" y="2498"/>
                    <a:pt x="2498" y="1945"/>
                    <a:pt x="2498" y="1249"/>
                  </a:cubicBezTo>
                  <a:cubicBezTo>
                    <a:pt x="2498" y="553"/>
                    <a:pt x="1945" y="0"/>
                    <a:pt x="1249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12" name="Google Shape;1682;p40">
              <a:extLst>
                <a:ext uri="{FF2B5EF4-FFF2-40B4-BE49-F238E27FC236}">
                  <a16:creationId xmlns:a16="http://schemas.microsoft.com/office/drawing/2014/main" id="{5B38364B-7421-684B-8534-218861D4FA1B}"/>
                </a:ext>
              </a:extLst>
            </p:cNvPr>
            <p:cNvGrpSpPr/>
            <p:nvPr/>
          </p:nvGrpSpPr>
          <p:grpSpPr>
            <a:xfrm>
              <a:off x="9454880" y="2490350"/>
              <a:ext cx="743581" cy="675315"/>
              <a:chOff x="7339946" y="1613544"/>
              <a:chExt cx="896424" cy="814564"/>
            </a:xfrm>
          </p:grpSpPr>
          <p:sp>
            <p:nvSpPr>
              <p:cNvPr id="68" name="Google Shape;1683;p40">
                <a:extLst>
                  <a:ext uri="{FF2B5EF4-FFF2-40B4-BE49-F238E27FC236}">
                    <a16:creationId xmlns:a16="http://schemas.microsoft.com/office/drawing/2014/main" id="{7A5E0AD1-20C8-4B67-2B12-3525ED518B06}"/>
                  </a:ext>
                </a:extLst>
              </p:cNvPr>
              <p:cNvSpPr/>
              <p:nvPr/>
            </p:nvSpPr>
            <p:spPr>
              <a:xfrm>
                <a:off x="7339946" y="1613544"/>
                <a:ext cx="896424" cy="814564"/>
              </a:xfrm>
              <a:custGeom>
                <a:avLst/>
                <a:gdLst/>
                <a:ahLst/>
                <a:cxnLst/>
                <a:rect l="l" t="t" r="r" b="b"/>
                <a:pathLst>
                  <a:path w="31297" h="28439" extrusionOk="0">
                    <a:moveTo>
                      <a:pt x="15658" y="1"/>
                    </a:moveTo>
                    <a:cubicBezTo>
                      <a:pt x="14565" y="1"/>
                      <a:pt x="13456" y="127"/>
                      <a:pt x="12348" y="391"/>
                    </a:cubicBezTo>
                    <a:cubicBezTo>
                      <a:pt x="4711" y="2211"/>
                      <a:pt x="1" y="9884"/>
                      <a:pt x="1821" y="17520"/>
                    </a:cubicBezTo>
                    <a:cubicBezTo>
                      <a:pt x="3376" y="24048"/>
                      <a:pt x="9209" y="28438"/>
                      <a:pt x="15640" y="28438"/>
                    </a:cubicBezTo>
                    <a:cubicBezTo>
                      <a:pt x="16732" y="28438"/>
                      <a:pt x="17841" y="28312"/>
                      <a:pt x="18949" y="28047"/>
                    </a:cubicBezTo>
                    <a:cubicBezTo>
                      <a:pt x="26586" y="26228"/>
                      <a:pt x="31297" y="18555"/>
                      <a:pt x="29477" y="10919"/>
                    </a:cubicBezTo>
                    <a:cubicBezTo>
                      <a:pt x="27921" y="4390"/>
                      <a:pt x="22088" y="1"/>
                      <a:pt x="156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69" name="Google Shape;1684;p40">
                <a:extLst>
                  <a:ext uri="{FF2B5EF4-FFF2-40B4-BE49-F238E27FC236}">
                    <a16:creationId xmlns:a16="http://schemas.microsoft.com/office/drawing/2014/main" id="{E2479108-4C5A-A86C-E768-91E5857BF7BD}"/>
                  </a:ext>
                </a:extLst>
              </p:cNvPr>
              <p:cNvGrpSpPr/>
              <p:nvPr/>
            </p:nvGrpSpPr>
            <p:grpSpPr>
              <a:xfrm>
                <a:off x="7604171" y="1718776"/>
                <a:ext cx="367970" cy="604097"/>
                <a:chOff x="7604171" y="1642576"/>
                <a:chExt cx="367970" cy="604097"/>
              </a:xfrm>
            </p:grpSpPr>
            <p:sp>
              <p:nvSpPr>
                <p:cNvPr id="70" name="Google Shape;1685;p40">
                  <a:extLst>
                    <a:ext uri="{FF2B5EF4-FFF2-40B4-BE49-F238E27FC236}">
                      <a16:creationId xmlns:a16="http://schemas.microsoft.com/office/drawing/2014/main" id="{A54FCAF7-8626-7019-5433-E43937B6F1C0}"/>
                    </a:ext>
                  </a:extLst>
                </p:cNvPr>
                <p:cNvSpPr/>
                <p:nvPr/>
              </p:nvSpPr>
              <p:spPr>
                <a:xfrm>
                  <a:off x="7652720" y="1642576"/>
                  <a:ext cx="270872" cy="182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7" h="6389" extrusionOk="0">
                      <a:moveTo>
                        <a:pt x="4033" y="0"/>
                      </a:moveTo>
                      <a:cubicBezTo>
                        <a:pt x="1820" y="0"/>
                        <a:pt x="18" y="1785"/>
                        <a:pt x="0" y="4015"/>
                      </a:cubicBezTo>
                      <a:lnTo>
                        <a:pt x="0" y="6388"/>
                      </a:lnTo>
                      <a:lnTo>
                        <a:pt x="1214" y="5906"/>
                      </a:lnTo>
                      <a:lnTo>
                        <a:pt x="1231" y="4015"/>
                      </a:lnTo>
                      <a:cubicBezTo>
                        <a:pt x="1231" y="2445"/>
                        <a:pt x="2498" y="1196"/>
                        <a:pt x="4051" y="1196"/>
                      </a:cubicBezTo>
                      <a:lnTo>
                        <a:pt x="5424" y="1196"/>
                      </a:lnTo>
                      <a:cubicBezTo>
                        <a:pt x="6977" y="1196"/>
                        <a:pt x="8244" y="2463"/>
                        <a:pt x="8244" y="4015"/>
                      </a:cubicBezTo>
                      <a:lnTo>
                        <a:pt x="8244" y="5924"/>
                      </a:lnTo>
                      <a:lnTo>
                        <a:pt x="9457" y="6388"/>
                      </a:lnTo>
                      <a:lnTo>
                        <a:pt x="9457" y="4015"/>
                      </a:lnTo>
                      <a:cubicBezTo>
                        <a:pt x="9439" y="1785"/>
                        <a:pt x="7637" y="0"/>
                        <a:pt x="54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1" name="Google Shape;1686;p40">
                  <a:extLst>
                    <a:ext uri="{FF2B5EF4-FFF2-40B4-BE49-F238E27FC236}">
                      <a16:creationId xmlns:a16="http://schemas.microsoft.com/office/drawing/2014/main" id="{2DC260E0-3EF8-FE91-ECEA-0ADF8D813757}"/>
                    </a:ext>
                  </a:extLst>
                </p:cNvPr>
                <p:cNvSpPr/>
                <p:nvPr/>
              </p:nvSpPr>
              <p:spPr>
                <a:xfrm>
                  <a:off x="7604171" y="1808672"/>
                  <a:ext cx="367970" cy="438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7" h="15292" extrusionOk="0">
                      <a:moveTo>
                        <a:pt x="6424" y="3908"/>
                      </a:moveTo>
                      <a:cubicBezTo>
                        <a:pt x="8119" y="3908"/>
                        <a:pt x="8565" y="6245"/>
                        <a:pt x="6995" y="6870"/>
                      </a:cubicBezTo>
                      <a:lnTo>
                        <a:pt x="6995" y="6888"/>
                      </a:lnTo>
                      <a:cubicBezTo>
                        <a:pt x="7012" y="6959"/>
                        <a:pt x="7030" y="7030"/>
                        <a:pt x="7030" y="7102"/>
                      </a:cubicBezTo>
                      <a:lnTo>
                        <a:pt x="7030" y="9475"/>
                      </a:lnTo>
                      <a:cubicBezTo>
                        <a:pt x="7012" y="9858"/>
                        <a:pt x="6718" y="10050"/>
                        <a:pt x="6424" y="10050"/>
                      </a:cubicBezTo>
                      <a:cubicBezTo>
                        <a:pt x="6129" y="10050"/>
                        <a:pt x="5835" y="9858"/>
                        <a:pt x="5817" y="9475"/>
                      </a:cubicBezTo>
                      <a:lnTo>
                        <a:pt x="5817" y="7102"/>
                      </a:lnTo>
                      <a:cubicBezTo>
                        <a:pt x="5817" y="7030"/>
                        <a:pt x="5835" y="6941"/>
                        <a:pt x="5853" y="6870"/>
                      </a:cubicBezTo>
                      <a:cubicBezTo>
                        <a:pt x="4282" y="6245"/>
                        <a:pt x="4729" y="3908"/>
                        <a:pt x="6424" y="3908"/>
                      </a:cubicBezTo>
                      <a:close/>
                      <a:moveTo>
                        <a:pt x="6388" y="0"/>
                      </a:moveTo>
                      <a:lnTo>
                        <a:pt x="0" y="2445"/>
                      </a:lnTo>
                      <a:lnTo>
                        <a:pt x="0" y="2730"/>
                      </a:lnTo>
                      <a:cubicBezTo>
                        <a:pt x="0" y="4746"/>
                        <a:pt x="428" y="11616"/>
                        <a:pt x="6227" y="15167"/>
                      </a:cubicBezTo>
                      <a:lnTo>
                        <a:pt x="6424" y="15291"/>
                      </a:lnTo>
                      <a:lnTo>
                        <a:pt x="6566" y="15202"/>
                      </a:lnTo>
                      <a:cubicBezTo>
                        <a:pt x="12419" y="11669"/>
                        <a:pt x="12847" y="4764"/>
                        <a:pt x="12847" y="2730"/>
                      </a:cubicBezTo>
                      <a:lnTo>
                        <a:pt x="12847" y="2445"/>
                      </a:lnTo>
                      <a:lnTo>
                        <a:pt x="638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2" name="Google Shape;1687;p40">
                  <a:extLst>
                    <a:ext uri="{FF2B5EF4-FFF2-40B4-BE49-F238E27FC236}">
                      <a16:creationId xmlns:a16="http://schemas.microsoft.com/office/drawing/2014/main" id="{F64B8E31-9AE5-620E-3425-3980B03E3DE0}"/>
                    </a:ext>
                  </a:extLst>
                </p:cNvPr>
                <p:cNvSpPr/>
                <p:nvPr/>
              </p:nvSpPr>
              <p:spPr>
                <a:xfrm>
                  <a:off x="7726817" y="1920577"/>
                  <a:ext cx="122676" cy="175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3" h="6144" extrusionOk="0">
                      <a:moveTo>
                        <a:pt x="2142" y="1"/>
                      </a:moveTo>
                      <a:cubicBezTo>
                        <a:pt x="447" y="1"/>
                        <a:pt x="0" y="2338"/>
                        <a:pt x="1571" y="2963"/>
                      </a:cubicBezTo>
                      <a:cubicBezTo>
                        <a:pt x="1553" y="3034"/>
                        <a:pt x="1535" y="3123"/>
                        <a:pt x="1535" y="3195"/>
                      </a:cubicBezTo>
                      <a:lnTo>
                        <a:pt x="1535" y="5568"/>
                      </a:lnTo>
                      <a:cubicBezTo>
                        <a:pt x="1553" y="5951"/>
                        <a:pt x="1847" y="6143"/>
                        <a:pt x="2142" y="6143"/>
                      </a:cubicBezTo>
                      <a:cubicBezTo>
                        <a:pt x="2436" y="6143"/>
                        <a:pt x="2730" y="5951"/>
                        <a:pt x="2748" y="5568"/>
                      </a:cubicBezTo>
                      <a:lnTo>
                        <a:pt x="2748" y="3195"/>
                      </a:lnTo>
                      <a:cubicBezTo>
                        <a:pt x="2748" y="3123"/>
                        <a:pt x="2730" y="3052"/>
                        <a:pt x="2713" y="2981"/>
                      </a:cubicBezTo>
                      <a:lnTo>
                        <a:pt x="2713" y="2963"/>
                      </a:lnTo>
                      <a:cubicBezTo>
                        <a:pt x="4283" y="2338"/>
                        <a:pt x="3837" y="1"/>
                        <a:pt x="214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grpSp>
          <p:nvGrpSpPr>
            <p:cNvPr id="13" name="Google Shape;1688;p40">
              <a:extLst>
                <a:ext uri="{FF2B5EF4-FFF2-40B4-BE49-F238E27FC236}">
                  <a16:creationId xmlns:a16="http://schemas.microsoft.com/office/drawing/2014/main" id="{A3E470F3-6669-A85E-312A-55D55E5C45F8}"/>
                </a:ext>
              </a:extLst>
            </p:cNvPr>
            <p:cNvGrpSpPr/>
            <p:nvPr/>
          </p:nvGrpSpPr>
          <p:grpSpPr>
            <a:xfrm>
              <a:off x="2376405" y="4231731"/>
              <a:ext cx="739733" cy="672949"/>
              <a:chOff x="972750" y="3078853"/>
              <a:chExt cx="903556" cy="821982"/>
            </a:xfrm>
          </p:grpSpPr>
          <p:sp>
            <p:nvSpPr>
              <p:cNvPr id="63" name="Google Shape;1689;p40">
                <a:extLst>
                  <a:ext uri="{FF2B5EF4-FFF2-40B4-BE49-F238E27FC236}">
                    <a16:creationId xmlns:a16="http://schemas.microsoft.com/office/drawing/2014/main" id="{81275FDC-989E-7728-CD8C-5621DE7A3F64}"/>
                  </a:ext>
                </a:extLst>
              </p:cNvPr>
              <p:cNvSpPr/>
              <p:nvPr/>
            </p:nvSpPr>
            <p:spPr>
              <a:xfrm>
                <a:off x="972750" y="3078853"/>
                <a:ext cx="903556" cy="821982"/>
              </a:xfrm>
              <a:custGeom>
                <a:avLst/>
                <a:gdLst/>
                <a:ahLst/>
                <a:cxnLst/>
                <a:rect l="l" t="t" r="r" b="b"/>
                <a:pathLst>
                  <a:path w="31546" h="28698" extrusionOk="0">
                    <a:moveTo>
                      <a:pt x="15776" y="1"/>
                    </a:moveTo>
                    <a:cubicBezTo>
                      <a:pt x="14686" y="1"/>
                      <a:pt x="13579" y="126"/>
                      <a:pt x="12472" y="387"/>
                    </a:cubicBezTo>
                    <a:cubicBezTo>
                      <a:pt x="4764" y="2207"/>
                      <a:pt x="0" y="9933"/>
                      <a:pt x="1820" y="17641"/>
                    </a:cubicBezTo>
                    <a:cubicBezTo>
                      <a:pt x="3379" y="24242"/>
                      <a:pt x="9256" y="28697"/>
                      <a:pt x="15765" y="28697"/>
                    </a:cubicBezTo>
                    <a:cubicBezTo>
                      <a:pt x="16856" y="28697"/>
                      <a:pt x="17965" y="28572"/>
                      <a:pt x="19074" y="28311"/>
                    </a:cubicBezTo>
                    <a:cubicBezTo>
                      <a:pt x="26782" y="26491"/>
                      <a:pt x="31546" y="18765"/>
                      <a:pt x="29726" y="11057"/>
                    </a:cubicBezTo>
                    <a:cubicBezTo>
                      <a:pt x="28167" y="4456"/>
                      <a:pt x="22277" y="1"/>
                      <a:pt x="157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64" name="Google Shape;1690;p40">
                <a:extLst>
                  <a:ext uri="{FF2B5EF4-FFF2-40B4-BE49-F238E27FC236}">
                    <a16:creationId xmlns:a16="http://schemas.microsoft.com/office/drawing/2014/main" id="{4F328788-3D0F-818C-5AED-0D14A678B8D1}"/>
                  </a:ext>
                </a:extLst>
              </p:cNvPr>
              <p:cNvGrpSpPr/>
              <p:nvPr/>
            </p:nvGrpSpPr>
            <p:grpSpPr>
              <a:xfrm>
                <a:off x="1166944" y="3212211"/>
                <a:ext cx="516195" cy="445534"/>
                <a:chOff x="1166944" y="3136011"/>
                <a:chExt cx="516195" cy="445534"/>
              </a:xfrm>
            </p:grpSpPr>
            <p:sp>
              <p:nvSpPr>
                <p:cNvPr id="65" name="Google Shape;1691;p40">
                  <a:extLst>
                    <a:ext uri="{FF2B5EF4-FFF2-40B4-BE49-F238E27FC236}">
                      <a16:creationId xmlns:a16="http://schemas.microsoft.com/office/drawing/2014/main" id="{D2849588-C61A-8339-282E-9ED612BABD03}"/>
                    </a:ext>
                  </a:extLst>
                </p:cNvPr>
                <p:cNvSpPr/>
                <p:nvPr/>
              </p:nvSpPr>
              <p:spPr>
                <a:xfrm>
                  <a:off x="1166944" y="3136011"/>
                  <a:ext cx="516195" cy="445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22" h="15555" extrusionOk="0">
                      <a:moveTo>
                        <a:pt x="9011" y="0"/>
                      </a:moveTo>
                      <a:cubicBezTo>
                        <a:pt x="8864" y="0"/>
                        <a:pt x="8716" y="76"/>
                        <a:pt x="8636" y="228"/>
                      </a:cubicBezTo>
                      <a:lnTo>
                        <a:pt x="161" y="14930"/>
                      </a:lnTo>
                      <a:cubicBezTo>
                        <a:pt x="0" y="15198"/>
                        <a:pt x="196" y="15537"/>
                        <a:pt x="518" y="15554"/>
                      </a:cubicBezTo>
                      <a:lnTo>
                        <a:pt x="17486" y="15554"/>
                      </a:lnTo>
                      <a:cubicBezTo>
                        <a:pt x="17807" y="15537"/>
                        <a:pt x="18021" y="15198"/>
                        <a:pt x="17861" y="14930"/>
                      </a:cubicBezTo>
                      <a:lnTo>
                        <a:pt x="9385" y="228"/>
                      </a:lnTo>
                      <a:cubicBezTo>
                        <a:pt x="9305" y="76"/>
                        <a:pt x="9158" y="0"/>
                        <a:pt x="901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6" name="Google Shape;1692;p40">
                  <a:extLst>
                    <a:ext uri="{FF2B5EF4-FFF2-40B4-BE49-F238E27FC236}">
                      <a16:creationId xmlns:a16="http://schemas.microsoft.com/office/drawing/2014/main" id="{91695546-6B41-A452-053E-E84F159F2F8A}"/>
                    </a:ext>
                  </a:extLst>
                </p:cNvPr>
                <p:cNvSpPr/>
                <p:nvPr/>
              </p:nvSpPr>
              <p:spPr>
                <a:xfrm>
                  <a:off x="1404073" y="3268223"/>
                  <a:ext cx="40901" cy="178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6228" extrusionOk="0">
                      <a:moveTo>
                        <a:pt x="0" y="1"/>
                      </a:moveTo>
                      <a:lnTo>
                        <a:pt x="0" y="6228"/>
                      </a:lnTo>
                      <a:lnTo>
                        <a:pt x="1428" y="6228"/>
                      </a:lnTo>
                      <a:lnTo>
                        <a:pt x="142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7" name="Google Shape;1693;p40">
                  <a:extLst>
                    <a:ext uri="{FF2B5EF4-FFF2-40B4-BE49-F238E27FC236}">
                      <a16:creationId xmlns:a16="http://schemas.microsoft.com/office/drawing/2014/main" id="{A4C4BC8D-62EC-A121-B57A-EEC7EA4444D4}"/>
                    </a:ext>
                  </a:extLst>
                </p:cNvPr>
                <p:cNvSpPr/>
                <p:nvPr/>
              </p:nvSpPr>
              <p:spPr>
                <a:xfrm>
                  <a:off x="1393848" y="3485904"/>
                  <a:ext cx="53676" cy="4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4" h="1608" extrusionOk="0">
                      <a:moveTo>
                        <a:pt x="1065" y="1"/>
                      </a:moveTo>
                      <a:cubicBezTo>
                        <a:pt x="868" y="1"/>
                        <a:pt x="667" y="73"/>
                        <a:pt x="500" y="234"/>
                      </a:cubicBezTo>
                      <a:cubicBezTo>
                        <a:pt x="0" y="733"/>
                        <a:pt x="357" y="1608"/>
                        <a:pt x="1071" y="1608"/>
                      </a:cubicBezTo>
                      <a:cubicBezTo>
                        <a:pt x="1517" y="1608"/>
                        <a:pt x="1874" y="1251"/>
                        <a:pt x="1874" y="805"/>
                      </a:cubicBezTo>
                      <a:cubicBezTo>
                        <a:pt x="1874" y="321"/>
                        <a:pt x="1480" y="1"/>
                        <a:pt x="10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latin typeface="Lora" pitchFamily="2" charset="0"/>
                  </a:endParaRPr>
                </a:p>
              </p:txBody>
            </p:sp>
          </p:grpSp>
        </p:grpSp>
        <p:sp>
          <p:nvSpPr>
            <p:cNvPr id="14" name="Google Shape;1694;p40">
              <a:extLst>
                <a:ext uri="{FF2B5EF4-FFF2-40B4-BE49-F238E27FC236}">
                  <a16:creationId xmlns:a16="http://schemas.microsoft.com/office/drawing/2014/main" id="{AA59F0DA-993C-8444-C19A-C32E8B4CB7BC}"/>
                </a:ext>
              </a:extLst>
            </p:cNvPr>
            <p:cNvSpPr/>
            <p:nvPr/>
          </p:nvSpPr>
          <p:spPr>
            <a:xfrm>
              <a:off x="7609443" y="2406301"/>
              <a:ext cx="933155" cy="313818"/>
            </a:xfrm>
            <a:custGeom>
              <a:avLst/>
              <a:gdLst/>
              <a:ahLst/>
              <a:cxnLst/>
              <a:rect l="l" t="t" r="r" b="b"/>
              <a:pathLst>
                <a:path w="29245" h="5889" extrusionOk="0">
                  <a:moveTo>
                    <a:pt x="1" y="1"/>
                  </a:moveTo>
                  <a:lnTo>
                    <a:pt x="1" y="5889"/>
                  </a:lnTo>
                  <a:lnTo>
                    <a:pt x="29245" y="5889"/>
                  </a:lnTo>
                  <a:lnTo>
                    <a:pt x="292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Produce</a:t>
              </a:r>
              <a:endParaRPr sz="2800" b="1" dirty="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" name="Google Shape;1695;p40">
              <a:extLst>
                <a:ext uri="{FF2B5EF4-FFF2-40B4-BE49-F238E27FC236}">
                  <a16:creationId xmlns:a16="http://schemas.microsoft.com/office/drawing/2014/main" id="{7970C505-5581-A8F8-20F7-BB6E797A7F6C}"/>
                </a:ext>
              </a:extLst>
            </p:cNvPr>
            <p:cNvSpPr/>
            <p:nvPr/>
          </p:nvSpPr>
          <p:spPr>
            <a:xfrm>
              <a:off x="7992039" y="2094304"/>
              <a:ext cx="167391" cy="144639"/>
            </a:xfrm>
            <a:custGeom>
              <a:avLst/>
              <a:gdLst/>
              <a:ahLst/>
              <a:cxnLst/>
              <a:rect l="l" t="t" r="r" b="b"/>
              <a:pathLst>
                <a:path w="5246" h="4533" extrusionOk="0">
                  <a:moveTo>
                    <a:pt x="0" y="1"/>
                  </a:moveTo>
                  <a:lnTo>
                    <a:pt x="1320" y="2267"/>
                  </a:lnTo>
                  <a:lnTo>
                    <a:pt x="2623" y="4533"/>
                  </a:lnTo>
                  <a:lnTo>
                    <a:pt x="3943" y="2267"/>
                  </a:lnTo>
                  <a:lnTo>
                    <a:pt x="5246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6" name="Google Shape;1696;p40">
              <a:extLst>
                <a:ext uri="{FF2B5EF4-FFF2-40B4-BE49-F238E27FC236}">
                  <a16:creationId xmlns:a16="http://schemas.microsoft.com/office/drawing/2014/main" id="{02EEB4F8-7A49-9646-D770-E2F01D41F070}"/>
                </a:ext>
              </a:extLst>
            </p:cNvPr>
            <p:cNvSpPr/>
            <p:nvPr/>
          </p:nvSpPr>
          <p:spPr>
            <a:xfrm>
              <a:off x="3726116" y="3998695"/>
              <a:ext cx="933728" cy="315787"/>
            </a:xfrm>
            <a:custGeom>
              <a:avLst/>
              <a:gdLst/>
              <a:ahLst/>
              <a:cxnLst/>
              <a:rect l="l" t="t" r="r" b="b"/>
              <a:pathLst>
                <a:path w="29263" h="5889" extrusionOk="0">
                  <a:moveTo>
                    <a:pt x="0" y="1"/>
                  </a:moveTo>
                  <a:lnTo>
                    <a:pt x="0" y="5889"/>
                  </a:lnTo>
                  <a:lnTo>
                    <a:pt x="29262" y="5889"/>
                  </a:lnTo>
                  <a:lnTo>
                    <a:pt x="292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Transfer</a:t>
              </a:r>
              <a:endParaRPr sz="2800" b="1" dirty="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" name="Google Shape;1697;p40">
              <a:extLst>
                <a:ext uri="{FF2B5EF4-FFF2-40B4-BE49-F238E27FC236}">
                  <a16:creationId xmlns:a16="http://schemas.microsoft.com/office/drawing/2014/main" id="{6F2661E8-BAE7-A578-1ED4-F351F8680061}"/>
                </a:ext>
              </a:extLst>
            </p:cNvPr>
            <p:cNvSpPr/>
            <p:nvPr/>
          </p:nvSpPr>
          <p:spPr>
            <a:xfrm>
              <a:off x="4109266" y="3686699"/>
              <a:ext cx="167391" cy="144639"/>
            </a:xfrm>
            <a:custGeom>
              <a:avLst/>
              <a:gdLst/>
              <a:ahLst/>
              <a:cxnLst/>
              <a:rect l="l" t="t" r="r" b="b"/>
              <a:pathLst>
                <a:path w="5246" h="4533" extrusionOk="0">
                  <a:moveTo>
                    <a:pt x="0" y="1"/>
                  </a:moveTo>
                  <a:lnTo>
                    <a:pt x="1321" y="2267"/>
                  </a:lnTo>
                  <a:lnTo>
                    <a:pt x="2623" y="4533"/>
                  </a:lnTo>
                  <a:lnTo>
                    <a:pt x="3926" y="2267"/>
                  </a:lnTo>
                  <a:lnTo>
                    <a:pt x="5246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8" name="Google Shape;1698;p40">
              <a:extLst>
                <a:ext uri="{FF2B5EF4-FFF2-40B4-BE49-F238E27FC236}">
                  <a16:creationId xmlns:a16="http://schemas.microsoft.com/office/drawing/2014/main" id="{E0229151-D253-41D9-F530-6117D0A892FE}"/>
                </a:ext>
              </a:extLst>
            </p:cNvPr>
            <p:cNvSpPr/>
            <p:nvPr/>
          </p:nvSpPr>
          <p:spPr>
            <a:xfrm>
              <a:off x="8246505" y="3998695"/>
              <a:ext cx="933155" cy="315787"/>
            </a:xfrm>
            <a:custGeom>
              <a:avLst/>
              <a:gdLst/>
              <a:ahLst/>
              <a:cxnLst/>
              <a:rect l="l" t="t" r="r" b="b"/>
              <a:pathLst>
                <a:path w="29245" h="5889" extrusionOk="0">
                  <a:moveTo>
                    <a:pt x="1" y="1"/>
                  </a:moveTo>
                  <a:lnTo>
                    <a:pt x="1" y="5889"/>
                  </a:lnTo>
                  <a:lnTo>
                    <a:pt x="29245" y="5889"/>
                  </a:lnTo>
                  <a:lnTo>
                    <a:pt x="292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Backup</a:t>
              </a:r>
              <a:endParaRPr sz="2800" b="1" dirty="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" name="Google Shape;1699;p40">
              <a:extLst>
                <a:ext uri="{FF2B5EF4-FFF2-40B4-BE49-F238E27FC236}">
                  <a16:creationId xmlns:a16="http://schemas.microsoft.com/office/drawing/2014/main" id="{660566D4-CD9F-9D37-F49B-65FFFD1D6F3E}"/>
                </a:ext>
              </a:extLst>
            </p:cNvPr>
            <p:cNvSpPr/>
            <p:nvPr/>
          </p:nvSpPr>
          <p:spPr>
            <a:xfrm>
              <a:off x="8629655" y="3686699"/>
              <a:ext cx="166848" cy="144639"/>
            </a:xfrm>
            <a:custGeom>
              <a:avLst/>
              <a:gdLst/>
              <a:ahLst/>
              <a:cxnLst/>
              <a:rect l="l" t="t" r="r" b="b"/>
              <a:pathLst>
                <a:path w="5229" h="4533" extrusionOk="0">
                  <a:moveTo>
                    <a:pt x="1" y="1"/>
                  </a:moveTo>
                  <a:lnTo>
                    <a:pt x="1303" y="2267"/>
                  </a:lnTo>
                  <a:lnTo>
                    <a:pt x="2606" y="4533"/>
                  </a:lnTo>
                  <a:lnTo>
                    <a:pt x="3926" y="2267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0" name="Google Shape;1700;p40">
              <a:extLst>
                <a:ext uri="{FF2B5EF4-FFF2-40B4-BE49-F238E27FC236}">
                  <a16:creationId xmlns:a16="http://schemas.microsoft.com/office/drawing/2014/main" id="{56AA15C9-DA59-8CC8-FD75-3412775F6345}"/>
                </a:ext>
              </a:extLst>
            </p:cNvPr>
            <p:cNvSpPr/>
            <p:nvPr/>
          </p:nvSpPr>
          <p:spPr>
            <a:xfrm>
              <a:off x="4432046" y="5587101"/>
              <a:ext cx="933187" cy="315787"/>
            </a:xfrm>
            <a:custGeom>
              <a:avLst/>
              <a:gdLst/>
              <a:ahLst/>
              <a:cxnLst/>
              <a:rect l="l" t="t" r="r" b="b"/>
              <a:pathLst>
                <a:path w="29246" h="5889" extrusionOk="0">
                  <a:moveTo>
                    <a:pt x="1" y="0"/>
                  </a:moveTo>
                  <a:lnTo>
                    <a:pt x="1" y="5889"/>
                  </a:lnTo>
                  <a:lnTo>
                    <a:pt x="29245" y="5889"/>
                  </a:lnTo>
                  <a:lnTo>
                    <a:pt x="292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Deliver</a:t>
              </a:r>
              <a:endParaRPr sz="2800" b="1" dirty="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" name="Google Shape;1701;p40">
              <a:extLst>
                <a:ext uri="{FF2B5EF4-FFF2-40B4-BE49-F238E27FC236}">
                  <a16:creationId xmlns:a16="http://schemas.microsoft.com/office/drawing/2014/main" id="{458FE90C-767A-0DB3-AD9F-9C0DF04BC016}"/>
                </a:ext>
              </a:extLst>
            </p:cNvPr>
            <p:cNvSpPr/>
            <p:nvPr/>
          </p:nvSpPr>
          <p:spPr>
            <a:xfrm>
              <a:off x="4815227" y="5274532"/>
              <a:ext cx="166816" cy="145214"/>
            </a:xfrm>
            <a:custGeom>
              <a:avLst/>
              <a:gdLst/>
              <a:ahLst/>
              <a:cxnLst/>
              <a:rect l="l" t="t" r="r" b="b"/>
              <a:pathLst>
                <a:path w="5228" h="4551" extrusionOk="0">
                  <a:moveTo>
                    <a:pt x="0" y="1"/>
                  </a:moveTo>
                  <a:lnTo>
                    <a:pt x="1303" y="2285"/>
                  </a:lnTo>
                  <a:lnTo>
                    <a:pt x="2623" y="4551"/>
                  </a:lnTo>
                  <a:lnTo>
                    <a:pt x="3925" y="2285"/>
                  </a:lnTo>
                  <a:lnTo>
                    <a:pt x="5228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8" name="Google Shape;1708;p40">
              <a:extLst>
                <a:ext uri="{FF2B5EF4-FFF2-40B4-BE49-F238E27FC236}">
                  <a16:creationId xmlns:a16="http://schemas.microsoft.com/office/drawing/2014/main" id="{129B8B6F-5493-D27A-8F73-E3643B938EA4}"/>
                </a:ext>
              </a:extLst>
            </p:cNvPr>
            <p:cNvSpPr txBox="1"/>
            <p:nvPr/>
          </p:nvSpPr>
          <p:spPr>
            <a:xfrm>
              <a:off x="1668707" y="1969315"/>
              <a:ext cx="1580787" cy="3138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2072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lang="en-I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Solar System</a:t>
              </a:r>
            </a:p>
          </p:txBody>
        </p:sp>
        <p:sp>
          <p:nvSpPr>
            <p:cNvPr id="29" name="Google Shape;1709;p40">
              <a:extLst>
                <a:ext uri="{FF2B5EF4-FFF2-40B4-BE49-F238E27FC236}">
                  <a16:creationId xmlns:a16="http://schemas.microsoft.com/office/drawing/2014/main" id="{4EAECB9F-B98B-1BC3-AD5D-D03A40399407}"/>
                </a:ext>
              </a:extLst>
            </p:cNvPr>
            <p:cNvSpPr/>
            <p:nvPr/>
          </p:nvSpPr>
          <p:spPr>
            <a:xfrm>
              <a:off x="3202106" y="2086136"/>
              <a:ext cx="93969" cy="80504"/>
            </a:xfrm>
            <a:custGeom>
              <a:avLst/>
              <a:gdLst/>
              <a:ahLst/>
              <a:cxnLst/>
              <a:rect l="l" t="t" r="r" b="b"/>
              <a:pathLst>
                <a:path w="2945" h="2523" extrusionOk="0">
                  <a:moveTo>
                    <a:pt x="1666" y="0"/>
                  </a:moveTo>
                  <a:cubicBezTo>
                    <a:pt x="1357" y="0"/>
                    <a:pt x="1043" y="112"/>
                    <a:pt x="786" y="364"/>
                  </a:cubicBezTo>
                  <a:cubicBezTo>
                    <a:pt x="1" y="1167"/>
                    <a:pt x="554" y="2505"/>
                    <a:pt x="1678" y="2523"/>
                  </a:cubicBezTo>
                  <a:cubicBezTo>
                    <a:pt x="2374" y="2523"/>
                    <a:pt x="2927" y="1952"/>
                    <a:pt x="2945" y="1256"/>
                  </a:cubicBezTo>
                  <a:cubicBezTo>
                    <a:pt x="2945" y="505"/>
                    <a:pt x="2319" y="0"/>
                    <a:pt x="1666" y="0"/>
                  </a:cubicBezTo>
                  <a:close/>
                </a:path>
              </a:pathLst>
            </a:custGeom>
            <a:solidFill>
              <a:schemeClr val="tx2"/>
            </a:solidFill>
            <a:ln w="19050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0" name="Google Shape;1711;p40">
              <a:extLst>
                <a:ext uri="{FF2B5EF4-FFF2-40B4-BE49-F238E27FC236}">
                  <a16:creationId xmlns:a16="http://schemas.microsoft.com/office/drawing/2014/main" id="{471E7584-6322-00C2-6D07-F5F9C9EB952E}"/>
                </a:ext>
              </a:extLst>
            </p:cNvPr>
            <p:cNvSpPr txBox="1"/>
            <p:nvPr/>
          </p:nvSpPr>
          <p:spPr>
            <a:xfrm>
              <a:off x="4134245" y="2197355"/>
              <a:ext cx="1135293" cy="453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1" name="Google Shape;1712;p40">
              <a:extLst>
                <a:ext uri="{FF2B5EF4-FFF2-40B4-BE49-F238E27FC236}">
                  <a16:creationId xmlns:a16="http://schemas.microsoft.com/office/drawing/2014/main" id="{DC0E4613-0389-E283-FD09-E6E6F84A67A9}"/>
                </a:ext>
              </a:extLst>
            </p:cNvPr>
            <p:cNvSpPr txBox="1"/>
            <p:nvPr/>
          </p:nvSpPr>
          <p:spPr>
            <a:xfrm>
              <a:off x="7234275" y="5443388"/>
              <a:ext cx="1262795" cy="453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2" name="Google Shape;1713;p40">
              <a:extLst>
                <a:ext uri="{FF2B5EF4-FFF2-40B4-BE49-F238E27FC236}">
                  <a16:creationId xmlns:a16="http://schemas.microsoft.com/office/drawing/2014/main" id="{E494767D-AFAF-EDC7-8211-651C9B8BC83F}"/>
                </a:ext>
              </a:extLst>
            </p:cNvPr>
            <p:cNvSpPr txBox="1"/>
            <p:nvPr/>
          </p:nvSpPr>
          <p:spPr>
            <a:xfrm>
              <a:off x="5700518" y="2197355"/>
              <a:ext cx="1194447" cy="453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3" name="Google Shape;1714;p40">
              <a:extLst>
                <a:ext uri="{FF2B5EF4-FFF2-40B4-BE49-F238E27FC236}">
                  <a16:creationId xmlns:a16="http://schemas.microsoft.com/office/drawing/2014/main" id="{DA0797A5-2128-D42E-3E89-E46C58BD7529}"/>
                </a:ext>
              </a:extLst>
            </p:cNvPr>
            <p:cNvSpPr txBox="1"/>
            <p:nvPr/>
          </p:nvSpPr>
          <p:spPr>
            <a:xfrm>
              <a:off x="6515201" y="3843237"/>
              <a:ext cx="1135293" cy="453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4" name="Google Shape;1715;p40">
              <a:extLst>
                <a:ext uri="{FF2B5EF4-FFF2-40B4-BE49-F238E27FC236}">
                  <a16:creationId xmlns:a16="http://schemas.microsoft.com/office/drawing/2014/main" id="{E8DDF20F-6676-C3C2-7D8D-6DEAED638739}"/>
                </a:ext>
              </a:extLst>
            </p:cNvPr>
            <p:cNvSpPr txBox="1"/>
            <p:nvPr/>
          </p:nvSpPr>
          <p:spPr>
            <a:xfrm>
              <a:off x="5616254" y="5443388"/>
              <a:ext cx="1338475" cy="455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5" name="Google Shape;1716;p40">
              <a:extLst>
                <a:ext uri="{FF2B5EF4-FFF2-40B4-BE49-F238E27FC236}">
                  <a16:creationId xmlns:a16="http://schemas.microsoft.com/office/drawing/2014/main" id="{5C0CB066-BB0B-BAB0-72F2-65047ECB5800}"/>
                </a:ext>
              </a:extLst>
            </p:cNvPr>
            <p:cNvSpPr txBox="1"/>
            <p:nvPr/>
          </p:nvSpPr>
          <p:spPr>
            <a:xfrm>
              <a:off x="4833118" y="3843237"/>
              <a:ext cx="1339028" cy="455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36" name="Google Shape;1717;p40">
              <a:extLst>
                <a:ext uri="{FF2B5EF4-FFF2-40B4-BE49-F238E27FC236}">
                  <a16:creationId xmlns:a16="http://schemas.microsoft.com/office/drawing/2014/main" id="{05F28E1D-8735-BC3F-06A2-87733A173370}"/>
                </a:ext>
              </a:extLst>
            </p:cNvPr>
            <p:cNvGrpSpPr/>
            <p:nvPr/>
          </p:nvGrpSpPr>
          <p:grpSpPr>
            <a:xfrm>
              <a:off x="6087303" y="1576552"/>
              <a:ext cx="420870" cy="482641"/>
              <a:chOff x="1526275" y="238125"/>
              <a:chExt cx="4568275" cy="5238750"/>
            </a:xfrm>
            <a:solidFill>
              <a:schemeClr val="accent1"/>
            </a:solidFill>
          </p:grpSpPr>
          <p:sp>
            <p:nvSpPr>
              <p:cNvPr id="61" name="Google Shape;1718;p40">
                <a:extLst>
                  <a:ext uri="{FF2B5EF4-FFF2-40B4-BE49-F238E27FC236}">
                    <a16:creationId xmlns:a16="http://schemas.microsoft.com/office/drawing/2014/main" id="{A552DD47-8589-CE49-8B72-C066FCBC6D5E}"/>
                  </a:ext>
                </a:extLst>
              </p:cNvPr>
              <p:cNvSpPr/>
              <p:nvPr/>
            </p:nvSpPr>
            <p:spPr>
              <a:xfrm>
                <a:off x="1526275" y="1722375"/>
                <a:ext cx="4568275" cy="3754500"/>
              </a:xfrm>
              <a:custGeom>
                <a:avLst/>
                <a:gdLst/>
                <a:ahLst/>
                <a:cxnLst/>
                <a:rect l="l" t="t" r="r" b="b"/>
                <a:pathLst>
                  <a:path w="182731" h="150180" extrusionOk="0">
                    <a:moveTo>
                      <a:pt x="21221" y="26952"/>
                    </a:moveTo>
                    <a:lnTo>
                      <a:pt x="84161" y="48205"/>
                    </a:lnTo>
                    <a:lnTo>
                      <a:pt x="67231" y="66969"/>
                    </a:lnTo>
                    <a:lnTo>
                      <a:pt x="10152" y="45421"/>
                    </a:lnTo>
                    <a:lnTo>
                      <a:pt x="21221" y="26952"/>
                    </a:lnTo>
                    <a:close/>
                    <a:moveTo>
                      <a:pt x="161510" y="26952"/>
                    </a:moveTo>
                    <a:lnTo>
                      <a:pt x="172579" y="45421"/>
                    </a:lnTo>
                    <a:lnTo>
                      <a:pt x="115500" y="66969"/>
                    </a:lnTo>
                    <a:lnTo>
                      <a:pt x="98570" y="48205"/>
                    </a:lnTo>
                    <a:lnTo>
                      <a:pt x="161510" y="26952"/>
                    </a:lnTo>
                    <a:close/>
                    <a:moveTo>
                      <a:pt x="87272" y="56981"/>
                    </a:moveTo>
                    <a:lnTo>
                      <a:pt x="87272" y="140421"/>
                    </a:lnTo>
                    <a:lnTo>
                      <a:pt x="23513" y="118906"/>
                    </a:lnTo>
                    <a:lnTo>
                      <a:pt x="23513" y="59208"/>
                    </a:lnTo>
                    <a:lnTo>
                      <a:pt x="66936" y="75614"/>
                    </a:lnTo>
                    <a:lnTo>
                      <a:pt x="67656" y="75844"/>
                    </a:lnTo>
                    <a:lnTo>
                      <a:pt x="68410" y="75876"/>
                    </a:lnTo>
                    <a:lnTo>
                      <a:pt x="68835" y="75876"/>
                    </a:lnTo>
                    <a:lnTo>
                      <a:pt x="69654" y="75713"/>
                    </a:lnTo>
                    <a:lnTo>
                      <a:pt x="70440" y="75352"/>
                    </a:lnTo>
                    <a:lnTo>
                      <a:pt x="71128" y="74861"/>
                    </a:lnTo>
                    <a:lnTo>
                      <a:pt x="71455" y="74534"/>
                    </a:lnTo>
                    <a:lnTo>
                      <a:pt x="87272" y="56981"/>
                    </a:lnTo>
                    <a:close/>
                    <a:moveTo>
                      <a:pt x="95459" y="56981"/>
                    </a:moveTo>
                    <a:lnTo>
                      <a:pt x="111276" y="74534"/>
                    </a:lnTo>
                    <a:lnTo>
                      <a:pt x="111603" y="74861"/>
                    </a:lnTo>
                    <a:lnTo>
                      <a:pt x="112291" y="75352"/>
                    </a:lnTo>
                    <a:lnTo>
                      <a:pt x="113077" y="75713"/>
                    </a:lnTo>
                    <a:lnTo>
                      <a:pt x="113896" y="75876"/>
                    </a:lnTo>
                    <a:lnTo>
                      <a:pt x="114321" y="75876"/>
                    </a:lnTo>
                    <a:lnTo>
                      <a:pt x="115074" y="75844"/>
                    </a:lnTo>
                    <a:lnTo>
                      <a:pt x="115762" y="75614"/>
                    </a:lnTo>
                    <a:lnTo>
                      <a:pt x="159218" y="59208"/>
                    </a:lnTo>
                    <a:lnTo>
                      <a:pt x="159218" y="118906"/>
                    </a:lnTo>
                    <a:lnTo>
                      <a:pt x="95459" y="140421"/>
                    </a:lnTo>
                    <a:lnTo>
                      <a:pt x="95459" y="56981"/>
                    </a:lnTo>
                    <a:close/>
                    <a:moveTo>
                      <a:pt x="71783" y="1"/>
                    </a:moveTo>
                    <a:lnTo>
                      <a:pt x="39559" y="10873"/>
                    </a:lnTo>
                    <a:lnTo>
                      <a:pt x="18077" y="18143"/>
                    </a:lnTo>
                    <a:lnTo>
                      <a:pt x="17913" y="18208"/>
                    </a:lnTo>
                    <a:lnTo>
                      <a:pt x="17782" y="18274"/>
                    </a:lnTo>
                    <a:lnTo>
                      <a:pt x="17258" y="18536"/>
                    </a:lnTo>
                    <a:lnTo>
                      <a:pt x="16407" y="19224"/>
                    </a:lnTo>
                    <a:lnTo>
                      <a:pt x="16047" y="19682"/>
                    </a:lnTo>
                    <a:lnTo>
                      <a:pt x="15981" y="19780"/>
                    </a:lnTo>
                    <a:lnTo>
                      <a:pt x="15916" y="19911"/>
                    </a:lnTo>
                    <a:lnTo>
                      <a:pt x="655" y="45290"/>
                    </a:lnTo>
                    <a:lnTo>
                      <a:pt x="361" y="45847"/>
                    </a:lnTo>
                    <a:lnTo>
                      <a:pt x="33" y="47026"/>
                    </a:lnTo>
                    <a:lnTo>
                      <a:pt x="0" y="47615"/>
                    </a:lnTo>
                    <a:lnTo>
                      <a:pt x="66" y="48270"/>
                    </a:lnTo>
                    <a:lnTo>
                      <a:pt x="459" y="49417"/>
                    </a:lnTo>
                    <a:lnTo>
                      <a:pt x="1147" y="50366"/>
                    </a:lnTo>
                    <a:lnTo>
                      <a:pt x="2096" y="51087"/>
                    </a:lnTo>
                    <a:lnTo>
                      <a:pt x="2653" y="51349"/>
                    </a:lnTo>
                    <a:lnTo>
                      <a:pt x="15326" y="56130"/>
                    </a:lnTo>
                    <a:lnTo>
                      <a:pt x="15326" y="121854"/>
                    </a:lnTo>
                    <a:lnTo>
                      <a:pt x="15359" y="122476"/>
                    </a:lnTo>
                    <a:lnTo>
                      <a:pt x="15752" y="123687"/>
                    </a:lnTo>
                    <a:lnTo>
                      <a:pt x="16472" y="124703"/>
                    </a:lnTo>
                    <a:lnTo>
                      <a:pt x="17488" y="125489"/>
                    </a:lnTo>
                    <a:lnTo>
                      <a:pt x="18110" y="125718"/>
                    </a:lnTo>
                    <a:lnTo>
                      <a:pt x="90055" y="150016"/>
                    </a:lnTo>
                    <a:lnTo>
                      <a:pt x="90710" y="150180"/>
                    </a:lnTo>
                    <a:lnTo>
                      <a:pt x="92020" y="150180"/>
                    </a:lnTo>
                    <a:lnTo>
                      <a:pt x="92675" y="150016"/>
                    </a:lnTo>
                    <a:lnTo>
                      <a:pt x="164621" y="125718"/>
                    </a:lnTo>
                    <a:lnTo>
                      <a:pt x="165243" y="125489"/>
                    </a:lnTo>
                    <a:lnTo>
                      <a:pt x="166258" y="124703"/>
                    </a:lnTo>
                    <a:lnTo>
                      <a:pt x="166979" y="123687"/>
                    </a:lnTo>
                    <a:lnTo>
                      <a:pt x="167372" y="122476"/>
                    </a:lnTo>
                    <a:lnTo>
                      <a:pt x="167405" y="121821"/>
                    </a:lnTo>
                    <a:lnTo>
                      <a:pt x="167405" y="56130"/>
                    </a:lnTo>
                    <a:lnTo>
                      <a:pt x="180078" y="51349"/>
                    </a:lnTo>
                    <a:lnTo>
                      <a:pt x="180634" y="51087"/>
                    </a:lnTo>
                    <a:lnTo>
                      <a:pt x="181551" y="50366"/>
                    </a:lnTo>
                    <a:lnTo>
                      <a:pt x="182272" y="49417"/>
                    </a:lnTo>
                    <a:lnTo>
                      <a:pt x="182665" y="48270"/>
                    </a:lnTo>
                    <a:lnTo>
                      <a:pt x="182730" y="47615"/>
                    </a:lnTo>
                    <a:lnTo>
                      <a:pt x="182698" y="47026"/>
                    </a:lnTo>
                    <a:lnTo>
                      <a:pt x="182370" y="45847"/>
                    </a:lnTo>
                    <a:lnTo>
                      <a:pt x="182075" y="45290"/>
                    </a:lnTo>
                    <a:lnTo>
                      <a:pt x="166815" y="19911"/>
                    </a:lnTo>
                    <a:lnTo>
                      <a:pt x="166619" y="19617"/>
                    </a:lnTo>
                    <a:lnTo>
                      <a:pt x="166389" y="19322"/>
                    </a:lnTo>
                    <a:lnTo>
                      <a:pt x="166029" y="18929"/>
                    </a:lnTo>
                    <a:lnTo>
                      <a:pt x="165145" y="18339"/>
                    </a:lnTo>
                    <a:lnTo>
                      <a:pt x="164621" y="18143"/>
                    </a:lnTo>
                    <a:lnTo>
                      <a:pt x="110948" y="1"/>
                    </a:lnTo>
                    <a:lnTo>
                      <a:pt x="104825" y="1180"/>
                    </a:lnTo>
                    <a:lnTo>
                      <a:pt x="105774" y="6911"/>
                    </a:lnTo>
                    <a:lnTo>
                      <a:pt x="105807" y="6911"/>
                    </a:lnTo>
                    <a:lnTo>
                      <a:pt x="150507" y="22007"/>
                    </a:lnTo>
                    <a:lnTo>
                      <a:pt x="91365" y="41983"/>
                    </a:lnTo>
                    <a:lnTo>
                      <a:pt x="32224" y="22007"/>
                    </a:lnTo>
                    <a:lnTo>
                      <a:pt x="76826" y="6943"/>
                    </a:lnTo>
                    <a:lnTo>
                      <a:pt x="76891" y="6911"/>
                    </a:lnTo>
                    <a:lnTo>
                      <a:pt x="76957" y="6911"/>
                    </a:lnTo>
                    <a:lnTo>
                      <a:pt x="77775" y="1409"/>
                    </a:lnTo>
                    <a:lnTo>
                      <a:pt x="7178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2" name="Google Shape;1719;p40">
                <a:extLst>
                  <a:ext uri="{FF2B5EF4-FFF2-40B4-BE49-F238E27FC236}">
                    <a16:creationId xmlns:a16="http://schemas.microsoft.com/office/drawing/2014/main" id="{6FEE78B0-8868-B8F5-0223-FE9B68F39FDC}"/>
                  </a:ext>
                </a:extLst>
              </p:cNvPr>
              <p:cNvSpPr/>
              <p:nvPr/>
            </p:nvSpPr>
            <p:spPr>
              <a:xfrm>
                <a:off x="2873825" y="238125"/>
                <a:ext cx="1873175" cy="2135125"/>
              </a:xfrm>
              <a:custGeom>
                <a:avLst/>
                <a:gdLst/>
                <a:ahLst/>
                <a:cxnLst/>
                <a:rect l="l" t="t" r="r" b="b"/>
                <a:pathLst>
                  <a:path w="74927" h="85405" extrusionOk="0">
                    <a:moveTo>
                      <a:pt x="20861" y="0"/>
                    </a:moveTo>
                    <a:lnTo>
                      <a:pt x="20861" y="35596"/>
                    </a:lnTo>
                    <a:lnTo>
                      <a:pt x="0" y="35596"/>
                    </a:lnTo>
                    <a:lnTo>
                      <a:pt x="37463" y="85405"/>
                    </a:lnTo>
                    <a:lnTo>
                      <a:pt x="74926" y="35596"/>
                    </a:lnTo>
                    <a:lnTo>
                      <a:pt x="54066" y="35596"/>
                    </a:lnTo>
                    <a:lnTo>
                      <a:pt x="5406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37" name="Google Shape;1720;p40">
              <a:extLst>
                <a:ext uri="{FF2B5EF4-FFF2-40B4-BE49-F238E27FC236}">
                  <a16:creationId xmlns:a16="http://schemas.microsoft.com/office/drawing/2014/main" id="{2E28FC96-C359-00B1-ED08-773EBD0C202B}"/>
                </a:ext>
              </a:extLst>
            </p:cNvPr>
            <p:cNvGrpSpPr/>
            <p:nvPr/>
          </p:nvGrpSpPr>
          <p:grpSpPr>
            <a:xfrm>
              <a:off x="6845097" y="3165661"/>
              <a:ext cx="475511" cy="437844"/>
              <a:chOff x="968600" y="240775"/>
              <a:chExt cx="5683675" cy="5233450"/>
            </a:xfrm>
            <a:solidFill>
              <a:schemeClr val="accent3"/>
            </a:solidFill>
          </p:grpSpPr>
          <p:sp>
            <p:nvSpPr>
              <p:cNvPr id="59" name="Google Shape;1721;p40">
                <a:extLst>
                  <a:ext uri="{FF2B5EF4-FFF2-40B4-BE49-F238E27FC236}">
                    <a16:creationId xmlns:a16="http://schemas.microsoft.com/office/drawing/2014/main" id="{490EB0CA-4F21-081F-A862-BD74A0187D38}"/>
                  </a:ext>
                </a:extLst>
              </p:cNvPr>
              <p:cNvSpPr/>
              <p:nvPr/>
            </p:nvSpPr>
            <p:spPr>
              <a:xfrm>
                <a:off x="968600" y="797600"/>
                <a:ext cx="5683675" cy="4676625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87065" extrusionOk="0">
                    <a:moveTo>
                      <a:pt x="196903" y="48489"/>
                    </a:moveTo>
                    <a:lnTo>
                      <a:pt x="211148" y="82769"/>
                    </a:lnTo>
                    <a:lnTo>
                      <a:pt x="170119" y="82769"/>
                    </a:lnTo>
                    <a:lnTo>
                      <a:pt x="170119" y="48489"/>
                    </a:lnTo>
                    <a:close/>
                    <a:moveTo>
                      <a:pt x="213386" y="91650"/>
                    </a:moveTo>
                    <a:lnTo>
                      <a:pt x="213386" y="116587"/>
                    </a:lnTo>
                    <a:lnTo>
                      <a:pt x="170119" y="116587"/>
                    </a:lnTo>
                    <a:lnTo>
                      <a:pt x="170119" y="91650"/>
                    </a:lnTo>
                    <a:close/>
                    <a:moveTo>
                      <a:pt x="218466" y="125468"/>
                    </a:moveTo>
                    <a:lnTo>
                      <a:pt x="218466" y="147066"/>
                    </a:lnTo>
                    <a:lnTo>
                      <a:pt x="200740" y="147066"/>
                    </a:lnTo>
                    <a:lnTo>
                      <a:pt x="199852" y="145893"/>
                    </a:lnTo>
                    <a:lnTo>
                      <a:pt x="197863" y="143691"/>
                    </a:lnTo>
                    <a:lnTo>
                      <a:pt x="195660" y="141773"/>
                    </a:lnTo>
                    <a:lnTo>
                      <a:pt x="193245" y="140103"/>
                    </a:lnTo>
                    <a:lnTo>
                      <a:pt x="190651" y="138718"/>
                    </a:lnTo>
                    <a:lnTo>
                      <a:pt x="187845" y="137616"/>
                    </a:lnTo>
                    <a:lnTo>
                      <a:pt x="184932" y="136906"/>
                    </a:lnTo>
                    <a:lnTo>
                      <a:pt x="181877" y="136515"/>
                    </a:lnTo>
                    <a:lnTo>
                      <a:pt x="180314" y="136480"/>
                    </a:lnTo>
                    <a:lnTo>
                      <a:pt x="178751" y="136515"/>
                    </a:lnTo>
                    <a:lnTo>
                      <a:pt x="175696" y="136906"/>
                    </a:lnTo>
                    <a:lnTo>
                      <a:pt x="172783" y="137616"/>
                    </a:lnTo>
                    <a:lnTo>
                      <a:pt x="169977" y="138718"/>
                    </a:lnTo>
                    <a:lnTo>
                      <a:pt x="167384" y="140068"/>
                    </a:lnTo>
                    <a:lnTo>
                      <a:pt x="164968" y="141737"/>
                    </a:lnTo>
                    <a:lnTo>
                      <a:pt x="162730" y="143691"/>
                    </a:lnTo>
                    <a:lnTo>
                      <a:pt x="160777" y="145858"/>
                    </a:lnTo>
                    <a:lnTo>
                      <a:pt x="159889" y="147066"/>
                    </a:lnTo>
                    <a:lnTo>
                      <a:pt x="72857" y="147066"/>
                    </a:lnTo>
                    <a:lnTo>
                      <a:pt x="72005" y="145893"/>
                    </a:lnTo>
                    <a:lnTo>
                      <a:pt x="70016" y="143691"/>
                    </a:lnTo>
                    <a:lnTo>
                      <a:pt x="67813" y="141773"/>
                    </a:lnTo>
                    <a:lnTo>
                      <a:pt x="65398" y="140103"/>
                    </a:lnTo>
                    <a:lnTo>
                      <a:pt x="62769" y="138718"/>
                    </a:lnTo>
                    <a:lnTo>
                      <a:pt x="59998" y="137616"/>
                    </a:lnTo>
                    <a:lnTo>
                      <a:pt x="57085" y="136906"/>
                    </a:lnTo>
                    <a:lnTo>
                      <a:pt x="54030" y="136515"/>
                    </a:lnTo>
                    <a:lnTo>
                      <a:pt x="52432" y="136480"/>
                    </a:lnTo>
                    <a:lnTo>
                      <a:pt x="50869" y="136515"/>
                    </a:lnTo>
                    <a:lnTo>
                      <a:pt x="47849" y="136906"/>
                    </a:lnTo>
                    <a:lnTo>
                      <a:pt x="44901" y="137616"/>
                    </a:lnTo>
                    <a:lnTo>
                      <a:pt x="42130" y="138718"/>
                    </a:lnTo>
                    <a:lnTo>
                      <a:pt x="39501" y="140068"/>
                    </a:lnTo>
                    <a:lnTo>
                      <a:pt x="37086" y="141737"/>
                    </a:lnTo>
                    <a:lnTo>
                      <a:pt x="34883" y="143691"/>
                    </a:lnTo>
                    <a:lnTo>
                      <a:pt x="32930" y="145858"/>
                    </a:lnTo>
                    <a:lnTo>
                      <a:pt x="32042" y="147066"/>
                    </a:lnTo>
                    <a:lnTo>
                      <a:pt x="8881" y="147066"/>
                    </a:lnTo>
                    <a:lnTo>
                      <a:pt x="8881" y="125468"/>
                    </a:lnTo>
                    <a:close/>
                    <a:moveTo>
                      <a:pt x="53284" y="145360"/>
                    </a:moveTo>
                    <a:lnTo>
                      <a:pt x="54918" y="145538"/>
                    </a:lnTo>
                    <a:lnTo>
                      <a:pt x="57298" y="146071"/>
                    </a:lnTo>
                    <a:lnTo>
                      <a:pt x="60211" y="147314"/>
                    </a:lnTo>
                    <a:lnTo>
                      <a:pt x="62804" y="149090"/>
                    </a:lnTo>
                    <a:lnTo>
                      <a:pt x="65007" y="151328"/>
                    </a:lnTo>
                    <a:lnTo>
                      <a:pt x="66748" y="153957"/>
                    </a:lnTo>
                    <a:lnTo>
                      <a:pt x="67991" y="156905"/>
                    </a:lnTo>
                    <a:lnTo>
                      <a:pt x="68630" y="160103"/>
                    </a:lnTo>
                    <a:lnTo>
                      <a:pt x="68701" y="161772"/>
                    </a:lnTo>
                    <a:lnTo>
                      <a:pt x="68630" y="163477"/>
                    </a:lnTo>
                    <a:lnTo>
                      <a:pt x="67991" y="166674"/>
                    </a:lnTo>
                    <a:lnTo>
                      <a:pt x="66748" y="169623"/>
                    </a:lnTo>
                    <a:lnTo>
                      <a:pt x="65007" y="172216"/>
                    </a:lnTo>
                    <a:lnTo>
                      <a:pt x="62804" y="174454"/>
                    </a:lnTo>
                    <a:lnTo>
                      <a:pt x="60211" y="176230"/>
                    </a:lnTo>
                    <a:lnTo>
                      <a:pt x="57298" y="177473"/>
                    </a:lnTo>
                    <a:lnTo>
                      <a:pt x="54918" y="178006"/>
                    </a:lnTo>
                    <a:lnTo>
                      <a:pt x="53284" y="178184"/>
                    </a:lnTo>
                    <a:lnTo>
                      <a:pt x="51615" y="178184"/>
                    </a:lnTo>
                    <a:lnTo>
                      <a:pt x="49981" y="178006"/>
                    </a:lnTo>
                    <a:lnTo>
                      <a:pt x="47601" y="177473"/>
                    </a:lnTo>
                    <a:lnTo>
                      <a:pt x="44688" y="176230"/>
                    </a:lnTo>
                    <a:lnTo>
                      <a:pt x="42095" y="174454"/>
                    </a:lnTo>
                    <a:lnTo>
                      <a:pt x="39892" y="172216"/>
                    </a:lnTo>
                    <a:lnTo>
                      <a:pt x="38152" y="169623"/>
                    </a:lnTo>
                    <a:lnTo>
                      <a:pt x="36908" y="166674"/>
                    </a:lnTo>
                    <a:lnTo>
                      <a:pt x="36269" y="163477"/>
                    </a:lnTo>
                    <a:lnTo>
                      <a:pt x="36198" y="161772"/>
                    </a:lnTo>
                    <a:lnTo>
                      <a:pt x="36269" y="160103"/>
                    </a:lnTo>
                    <a:lnTo>
                      <a:pt x="36908" y="156905"/>
                    </a:lnTo>
                    <a:lnTo>
                      <a:pt x="38152" y="153957"/>
                    </a:lnTo>
                    <a:lnTo>
                      <a:pt x="39892" y="151328"/>
                    </a:lnTo>
                    <a:lnTo>
                      <a:pt x="42095" y="149090"/>
                    </a:lnTo>
                    <a:lnTo>
                      <a:pt x="44688" y="147314"/>
                    </a:lnTo>
                    <a:lnTo>
                      <a:pt x="47601" y="146071"/>
                    </a:lnTo>
                    <a:lnTo>
                      <a:pt x="49981" y="145538"/>
                    </a:lnTo>
                    <a:lnTo>
                      <a:pt x="51615" y="145360"/>
                    </a:lnTo>
                    <a:close/>
                    <a:moveTo>
                      <a:pt x="181131" y="145360"/>
                    </a:moveTo>
                    <a:lnTo>
                      <a:pt x="182765" y="145538"/>
                    </a:lnTo>
                    <a:lnTo>
                      <a:pt x="185145" y="146071"/>
                    </a:lnTo>
                    <a:lnTo>
                      <a:pt x="188058" y="147314"/>
                    </a:lnTo>
                    <a:lnTo>
                      <a:pt x="190651" y="149090"/>
                    </a:lnTo>
                    <a:lnTo>
                      <a:pt x="192854" y="151328"/>
                    </a:lnTo>
                    <a:lnTo>
                      <a:pt x="194594" y="153957"/>
                    </a:lnTo>
                    <a:lnTo>
                      <a:pt x="195838" y="156905"/>
                    </a:lnTo>
                    <a:lnTo>
                      <a:pt x="196477" y="160103"/>
                    </a:lnTo>
                    <a:lnTo>
                      <a:pt x="196548" y="161772"/>
                    </a:lnTo>
                    <a:lnTo>
                      <a:pt x="196477" y="163477"/>
                    </a:lnTo>
                    <a:lnTo>
                      <a:pt x="195838" y="166674"/>
                    </a:lnTo>
                    <a:lnTo>
                      <a:pt x="194594" y="169623"/>
                    </a:lnTo>
                    <a:lnTo>
                      <a:pt x="192854" y="172216"/>
                    </a:lnTo>
                    <a:lnTo>
                      <a:pt x="190651" y="174454"/>
                    </a:lnTo>
                    <a:lnTo>
                      <a:pt x="188058" y="176230"/>
                    </a:lnTo>
                    <a:lnTo>
                      <a:pt x="185145" y="177473"/>
                    </a:lnTo>
                    <a:lnTo>
                      <a:pt x="182765" y="178006"/>
                    </a:lnTo>
                    <a:lnTo>
                      <a:pt x="181131" y="178184"/>
                    </a:lnTo>
                    <a:lnTo>
                      <a:pt x="179462" y="178184"/>
                    </a:lnTo>
                    <a:lnTo>
                      <a:pt x="177828" y="178006"/>
                    </a:lnTo>
                    <a:lnTo>
                      <a:pt x="175483" y="177473"/>
                    </a:lnTo>
                    <a:lnTo>
                      <a:pt x="172570" y="176230"/>
                    </a:lnTo>
                    <a:lnTo>
                      <a:pt x="169977" y="174454"/>
                    </a:lnTo>
                    <a:lnTo>
                      <a:pt x="167775" y="172216"/>
                    </a:lnTo>
                    <a:lnTo>
                      <a:pt x="165998" y="169623"/>
                    </a:lnTo>
                    <a:lnTo>
                      <a:pt x="164791" y="166674"/>
                    </a:lnTo>
                    <a:lnTo>
                      <a:pt x="164116" y="163477"/>
                    </a:lnTo>
                    <a:lnTo>
                      <a:pt x="164080" y="161772"/>
                    </a:lnTo>
                    <a:lnTo>
                      <a:pt x="164116" y="160103"/>
                    </a:lnTo>
                    <a:lnTo>
                      <a:pt x="164791" y="156905"/>
                    </a:lnTo>
                    <a:lnTo>
                      <a:pt x="165998" y="153957"/>
                    </a:lnTo>
                    <a:lnTo>
                      <a:pt x="167775" y="151328"/>
                    </a:lnTo>
                    <a:lnTo>
                      <a:pt x="169977" y="149090"/>
                    </a:lnTo>
                    <a:lnTo>
                      <a:pt x="172570" y="147314"/>
                    </a:lnTo>
                    <a:lnTo>
                      <a:pt x="175483" y="146071"/>
                    </a:lnTo>
                    <a:lnTo>
                      <a:pt x="177828" y="145538"/>
                    </a:lnTo>
                    <a:lnTo>
                      <a:pt x="179462" y="145360"/>
                    </a:lnTo>
                    <a:close/>
                    <a:moveTo>
                      <a:pt x="19396" y="0"/>
                    </a:moveTo>
                    <a:lnTo>
                      <a:pt x="17904" y="72"/>
                    </a:lnTo>
                    <a:lnTo>
                      <a:pt x="15133" y="640"/>
                    </a:lnTo>
                    <a:lnTo>
                      <a:pt x="12575" y="1706"/>
                    </a:lnTo>
                    <a:lnTo>
                      <a:pt x="10302" y="3269"/>
                    </a:lnTo>
                    <a:lnTo>
                      <a:pt x="8348" y="5222"/>
                    </a:lnTo>
                    <a:lnTo>
                      <a:pt x="6785" y="7496"/>
                    </a:lnTo>
                    <a:lnTo>
                      <a:pt x="5719" y="10053"/>
                    </a:lnTo>
                    <a:lnTo>
                      <a:pt x="5151" y="12860"/>
                    </a:lnTo>
                    <a:lnTo>
                      <a:pt x="5080" y="14316"/>
                    </a:lnTo>
                    <a:lnTo>
                      <a:pt x="5080" y="116587"/>
                    </a:lnTo>
                    <a:lnTo>
                      <a:pt x="3979" y="116587"/>
                    </a:lnTo>
                    <a:lnTo>
                      <a:pt x="3126" y="116764"/>
                    </a:lnTo>
                    <a:lnTo>
                      <a:pt x="1954" y="117297"/>
                    </a:lnTo>
                    <a:lnTo>
                      <a:pt x="746" y="118505"/>
                    </a:lnTo>
                    <a:lnTo>
                      <a:pt x="178" y="119677"/>
                    </a:lnTo>
                    <a:lnTo>
                      <a:pt x="0" y="120565"/>
                    </a:lnTo>
                    <a:lnTo>
                      <a:pt x="0" y="121027"/>
                    </a:lnTo>
                    <a:lnTo>
                      <a:pt x="0" y="151506"/>
                    </a:lnTo>
                    <a:lnTo>
                      <a:pt x="0" y="151932"/>
                    </a:lnTo>
                    <a:lnTo>
                      <a:pt x="178" y="152820"/>
                    </a:lnTo>
                    <a:lnTo>
                      <a:pt x="746" y="153993"/>
                    </a:lnTo>
                    <a:lnTo>
                      <a:pt x="1954" y="155200"/>
                    </a:lnTo>
                    <a:lnTo>
                      <a:pt x="3126" y="155733"/>
                    </a:lnTo>
                    <a:lnTo>
                      <a:pt x="3979" y="155911"/>
                    </a:lnTo>
                    <a:lnTo>
                      <a:pt x="4440" y="155946"/>
                    </a:lnTo>
                    <a:lnTo>
                      <a:pt x="27992" y="155946"/>
                    </a:lnTo>
                    <a:lnTo>
                      <a:pt x="27708" y="157332"/>
                    </a:lnTo>
                    <a:lnTo>
                      <a:pt x="27353" y="160280"/>
                    </a:lnTo>
                    <a:lnTo>
                      <a:pt x="27317" y="161772"/>
                    </a:lnTo>
                    <a:lnTo>
                      <a:pt x="27353" y="163086"/>
                    </a:lnTo>
                    <a:lnTo>
                      <a:pt x="27601" y="165644"/>
                    </a:lnTo>
                    <a:lnTo>
                      <a:pt x="28099" y="168095"/>
                    </a:lnTo>
                    <a:lnTo>
                      <a:pt x="28845" y="170475"/>
                    </a:lnTo>
                    <a:lnTo>
                      <a:pt x="29804" y="172749"/>
                    </a:lnTo>
                    <a:lnTo>
                      <a:pt x="30976" y="174880"/>
                    </a:lnTo>
                    <a:lnTo>
                      <a:pt x="32326" y="176905"/>
                    </a:lnTo>
                    <a:lnTo>
                      <a:pt x="33853" y="178788"/>
                    </a:lnTo>
                    <a:lnTo>
                      <a:pt x="35558" y="180493"/>
                    </a:lnTo>
                    <a:lnTo>
                      <a:pt x="37406" y="182056"/>
                    </a:lnTo>
                    <a:lnTo>
                      <a:pt x="39430" y="183406"/>
                    </a:lnTo>
                    <a:lnTo>
                      <a:pt x="41562" y="184578"/>
                    </a:lnTo>
                    <a:lnTo>
                      <a:pt x="43800" y="185537"/>
                    </a:lnTo>
                    <a:lnTo>
                      <a:pt x="46180" y="186283"/>
                    </a:lnTo>
                    <a:lnTo>
                      <a:pt x="48631" y="186780"/>
                    </a:lnTo>
                    <a:lnTo>
                      <a:pt x="51153" y="187064"/>
                    </a:lnTo>
                    <a:lnTo>
                      <a:pt x="53746" y="187064"/>
                    </a:lnTo>
                    <a:lnTo>
                      <a:pt x="56268" y="186780"/>
                    </a:lnTo>
                    <a:lnTo>
                      <a:pt x="58719" y="186283"/>
                    </a:lnTo>
                    <a:lnTo>
                      <a:pt x="61064" y="185537"/>
                    </a:lnTo>
                    <a:lnTo>
                      <a:pt x="63337" y="184578"/>
                    </a:lnTo>
                    <a:lnTo>
                      <a:pt x="65469" y="183406"/>
                    </a:lnTo>
                    <a:lnTo>
                      <a:pt x="67458" y="182056"/>
                    </a:lnTo>
                    <a:lnTo>
                      <a:pt x="69341" y="180493"/>
                    </a:lnTo>
                    <a:lnTo>
                      <a:pt x="71046" y="178788"/>
                    </a:lnTo>
                    <a:lnTo>
                      <a:pt x="72573" y="176905"/>
                    </a:lnTo>
                    <a:lnTo>
                      <a:pt x="73923" y="174880"/>
                    </a:lnTo>
                    <a:lnTo>
                      <a:pt x="75095" y="172749"/>
                    </a:lnTo>
                    <a:lnTo>
                      <a:pt x="76055" y="170475"/>
                    </a:lnTo>
                    <a:lnTo>
                      <a:pt x="76801" y="168095"/>
                    </a:lnTo>
                    <a:lnTo>
                      <a:pt x="77298" y="165644"/>
                    </a:lnTo>
                    <a:lnTo>
                      <a:pt x="77546" y="163086"/>
                    </a:lnTo>
                    <a:lnTo>
                      <a:pt x="77582" y="161772"/>
                    </a:lnTo>
                    <a:lnTo>
                      <a:pt x="77546" y="160280"/>
                    </a:lnTo>
                    <a:lnTo>
                      <a:pt x="77191" y="157332"/>
                    </a:lnTo>
                    <a:lnTo>
                      <a:pt x="76907" y="155946"/>
                    </a:lnTo>
                    <a:lnTo>
                      <a:pt x="155874" y="155946"/>
                    </a:lnTo>
                    <a:lnTo>
                      <a:pt x="155555" y="157332"/>
                    </a:lnTo>
                    <a:lnTo>
                      <a:pt x="155235" y="160280"/>
                    </a:lnTo>
                    <a:lnTo>
                      <a:pt x="155200" y="161772"/>
                    </a:lnTo>
                    <a:lnTo>
                      <a:pt x="155200" y="163086"/>
                    </a:lnTo>
                    <a:lnTo>
                      <a:pt x="155484" y="165644"/>
                    </a:lnTo>
                    <a:lnTo>
                      <a:pt x="155981" y="168095"/>
                    </a:lnTo>
                    <a:lnTo>
                      <a:pt x="156691" y="170475"/>
                    </a:lnTo>
                    <a:lnTo>
                      <a:pt x="157651" y="172749"/>
                    </a:lnTo>
                    <a:lnTo>
                      <a:pt x="158823" y="174880"/>
                    </a:lnTo>
                    <a:lnTo>
                      <a:pt x="160173" y="176905"/>
                    </a:lnTo>
                    <a:lnTo>
                      <a:pt x="161700" y="178788"/>
                    </a:lnTo>
                    <a:lnTo>
                      <a:pt x="163405" y="180493"/>
                    </a:lnTo>
                    <a:lnTo>
                      <a:pt x="165288" y="182056"/>
                    </a:lnTo>
                    <a:lnTo>
                      <a:pt x="167277" y="183406"/>
                    </a:lnTo>
                    <a:lnTo>
                      <a:pt x="169409" y="184578"/>
                    </a:lnTo>
                    <a:lnTo>
                      <a:pt x="171682" y="185537"/>
                    </a:lnTo>
                    <a:lnTo>
                      <a:pt x="174027" y="186283"/>
                    </a:lnTo>
                    <a:lnTo>
                      <a:pt x="176478" y="186780"/>
                    </a:lnTo>
                    <a:lnTo>
                      <a:pt x="179000" y="187064"/>
                    </a:lnTo>
                    <a:lnTo>
                      <a:pt x="181593" y="187064"/>
                    </a:lnTo>
                    <a:lnTo>
                      <a:pt x="184115" y="186780"/>
                    </a:lnTo>
                    <a:lnTo>
                      <a:pt x="186566" y="186283"/>
                    </a:lnTo>
                    <a:lnTo>
                      <a:pt x="188946" y="185537"/>
                    </a:lnTo>
                    <a:lnTo>
                      <a:pt x="191184" y="184578"/>
                    </a:lnTo>
                    <a:lnTo>
                      <a:pt x="193316" y="183406"/>
                    </a:lnTo>
                    <a:lnTo>
                      <a:pt x="195340" y="182056"/>
                    </a:lnTo>
                    <a:lnTo>
                      <a:pt x="197188" y="180493"/>
                    </a:lnTo>
                    <a:lnTo>
                      <a:pt x="198893" y="178788"/>
                    </a:lnTo>
                    <a:lnTo>
                      <a:pt x="200456" y="176905"/>
                    </a:lnTo>
                    <a:lnTo>
                      <a:pt x="201806" y="174880"/>
                    </a:lnTo>
                    <a:lnTo>
                      <a:pt x="202942" y="172749"/>
                    </a:lnTo>
                    <a:lnTo>
                      <a:pt x="203901" y="170475"/>
                    </a:lnTo>
                    <a:lnTo>
                      <a:pt x="204647" y="168095"/>
                    </a:lnTo>
                    <a:lnTo>
                      <a:pt x="205145" y="165644"/>
                    </a:lnTo>
                    <a:lnTo>
                      <a:pt x="205393" y="163086"/>
                    </a:lnTo>
                    <a:lnTo>
                      <a:pt x="205429" y="161772"/>
                    </a:lnTo>
                    <a:lnTo>
                      <a:pt x="205393" y="160280"/>
                    </a:lnTo>
                    <a:lnTo>
                      <a:pt x="205074" y="157332"/>
                    </a:lnTo>
                    <a:lnTo>
                      <a:pt x="204754" y="155946"/>
                    </a:lnTo>
                    <a:lnTo>
                      <a:pt x="222906" y="155946"/>
                    </a:lnTo>
                    <a:lnTo>
                      <a:pt x="223368" y="155911"/>
                    </a:lnTo>
                    <a:lnTo>
                      <a:pt x="224221" y="155733"/>
                    </a:lnTo>
                    <a:lnTo>
                      <a:pt x="225393" y="155200"/>
                    </a:lnTo>
                    <a:lnTo>
                      <a:pt x="226601" y="153993"/>
                    </a:lnTo>
                    <a:lnTo>
                      <a:pt x="227169" y="152820"/>
                    </a:lnTo>
                    <a:lnTo>
                      <a:pt x="227347" y="151932"/>
                    </a:lnTo>
                    <a:lnTo>
                      <a:pt x="227347" y="151506"/>
                    </a:lnTo>
                    <a:lnTo>
                      <a:pt x="227347" y="121027"/>
                    </a:lnTo>
                    <a:lnTo>
                      <a:pt x="227347" y="120565"/>
                    </a:lnTo>
                    <a:lnTo>
                      <a:pt x="227169" y="119677"/>
                    </a:lnTo>
                    <a:lnTo>
                      <a:pt x="226601" y="118505"/>
                    </a:lnTo>
                    <a:lnTo>
                      <a:pt x="225393" y="117297"/>
                    </a:lnTo>
                    <a:lnTo>
                      <a:pt x="224221" y="116764"/>
                    </a:lnTo>
                    <a:lnTo>
                      <a:pt x="223368" y="116587"/>
                    </a:lnTo>
                    <a:lnTo>
                      <a:pt x="222267" y="116587"/>
                    </a:lnTo>
                    <a:lnTo>
                      <a:pt x="222267" y="87209"/>
                    </a:lnTo>
                    <a:lnTo>
                      <a:pt x="222231" y="86748"/>
                    </a:lnTo>
                    <a:lnTo>
                      <a:pt x="222054" y="85824"/>
                    </a:lnTo>
                    <a:lnTo>
                      <a:pt x="221876" y="85433"/>
                    </a:lnTo>
                    <a:lnTo>
                      <a:pt x="203972" y="42344"/>
                    </a:lnTo>
                    <a:lnTo>
                      <a:pt x="203688" y="41740"/>
                    </a:lnTo>
                    <a:lnTo>
                      <a:pt x="202836" y="40745"/>
                    </a:lnTo>
                    <a:lnTo>
                      <a:pt x="201770" y="40035"/>
                    </a:lnTo>
                    <a:lnTo>
                      <a:pt x="200527" y="39644"/>
                    </a:lnTo>
                    <a:lnTo>
                      <a:pt x="199852" y="39609"/>
                    </a:lnTo>
                    <a:lnTo>
                      <a:pt x="170119" y="39609"/>
                    </a:lnTo>
                    <a:lnTo>
                      <a:pt x="170119" y="14316"/>
                    </a:lnTo>
                    <a:lnTo>
                      <a:pt x="170084" y="12860"/>
                    </a:lnTo>
                    <a:lnTo>
                      <a:pt x="169515" y="10053"/>
                    </a:lnTo>
                    <a:lnTo>
                      <a:pt x="168414" y="7496"/>
                    </a:lnTo>
                    <a:lnTo>
                      <a:pt x="166887" y="5222"/>
                    </a:lnTo>
                    <a:lnTo>
                      <a:pt x="164933" y="3269"/>
                    </a:lnTo>
                    <a:lnTo>
                      <a:pt x="162659" y="1706"/>
                    </a:lnTo>
                    <a:lnTo>
                      <a:pt x="160066" y="640"/>
                    </a:lnTo>
                    <a:lnTo>
                      <a:pt x="157295" y="72"/>
                    </a:lnTo>
                    <a:lnTo>
                      <a:pt x="155839" y="0"/>
                    </a:lnTo>
                    <a:lnTo>
                      <a:pt x="138113" y="0"/>
                    </a:lnTo>
                    <a:lnTo>
                      <a:pt x="138362" y="8881"/>
                    </a:lnTo>
                    <a:lnTo>
                      <a:pt x="155839" y="8881"/>
                    </a:lnTo>
                    <a:lnTo>
                      <a:pt x="156372" y="8917"/>
                    </a:lnTo>
                    <a:lnTo>
                      <a:pt x="157437" y="9130"/>
                    </a:lnTo>
                    <a:lnTo>
                      <a:pt x="158397" y="9521"/>
                    </a:lnTo>
                    <a:lnTo>
                      <a:pt x="159285" y="10125"/>
                    </a:lnTo>
                    <a:lnTo>
                      <a:pt x="159995" y="10871"/>
                    </a:lnTo>
                    <a:lnTo>
                      <a:pt x="160599" y="11723"/>
                    </a:lnTo>
                    <a:lnTo>
                      <a:pt x="160990" y="12718"/>
                    </a:lnTo>
                    <a:lnTo>
                      <a:pt x="161238" y="13783"/>
                    </a:lnTo>
                    <a:lnTo>
                      <a:pt x="161238" y="14316"/>
                    </a:lnTo>
                    <a:lnTo>
                      <a:pt x="161238" y="116587"/>
                    </a:lnTo>
                    <a:lnTo>
                      <a:pt x="13960" y="116587"/>
                    </a:lnTo>
                    <a:lnTo>
                      <a:pt x="13960" y="14316"/>
                    </a:lnTo>
                    <a:lnTo>
                      <a:pt x="13996" y="13783"/>
                    </a:lnTo>
                    <a:lnTo>
                      <a:pt x="14209" y="12718"/>
                    </a:lnTo>
                    <a:lnTo>
                      <a:pt x="14635" y="11723"/>
                    </a:lnTo>
                    <a:lnTo>
                      <a:pt x="15204" y="10871"/>
                    </a:lnTo>
                    <a:lnTo>
                      <a:pt x="15950" y="10125"/>
                    </a:lnTo>
                    <a:lnTo>
                      <a:pt x="16802" y="9521"/>
                    </a:lnTo>
                    <a:lnTo>
                      <a:pt x="17761" y="9130"/>
                    </a:lnTo>
                    <a:lnTo>
                      <a:pt x="18827" y="8917"/>
                    </a:lnTo>
                    <a:lnTo>
                      <a:pt x="19396" y="8881"/>
                    </a:lnTo>
                    <a:lnTo>
                      <a:pt x="34209" y="8881"/>
                    </a:lnTo>
                    <a:lnTo>
                      <a:pt x="3445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0" name="Google Shape;1722;p40">
                <a:extLst>
                  <a:ext uri="{FF2B5EF4-FFF2-40B4-BE49-F238E27FC236}">
                    <a16:creationId xmlns:a16="http://schemas.microsoft.com/office/drawing/2014/main" id="{82D1BA88-01F9-9A20-92C5-33A576C1F6A4}"/>
                  </a:ext>
                </a:extLst>
              </p:cNvPr>
              <p:cNvSpPr/>
              <p:nvPr/>
            </p:nvSpPr>
            <p:spPr>
              <a:xfrm>
                <a:off x="1704800" y="240775"/>
                <a:ext cx="2841850" cy="1908500"/>
              </a:xfrm>
              <a:custGeom>
                <a:avLst/>
                <a:gdLst/>
                <a:ahLst/>
                <a:cxnLst/>
                <a:rect l="l" t="t" r="r" b="b"/>
                <a:pathLst>
                  <a:path w="113674" h="76340" extrusionOk="0">
                    <a:moveTo>
                      <a:pt x="99997" y="1"/>
                    </a:moveTo>
                    <a:lnTo>
                      <a:pt x="97191" y="214"/>
                    </a:lnTo>
                    <a:lnTo>
                      <a:pt x="94278" y="711"/>
                    </a:lnTo>
                    <a:lnTo>
                      <a:pt x="91294" y="1493"/>
                    </a:lnTo>
                    <a:lnTo>
                      <a:pt x="88275" y="2487"/>
                    </a:lnTo>
                    <a:lnTo>
                      <a:pt x="85220" y="3695"/>
                    </a:lnTo>
                    <a:lnTo>
                      <a:pt x="80744" y="5791"/>
                    </a:lnTo>
                    <a:lnTo>
                      <a:pt x="75131" y="8988"/>
                    </a:lnTo>
                    <a:lnTo>
                      <a:pt x="70087" y="12363"/>
                    </a:lnTo>
                    <a:lnTo>
                      <a:pt x="67956" y="13997"/>
                    </a:lnTo>
                    <a:lnTo>
                      <a:pt x="66677" y="13109"/>
                    </a:lnTo>
                    <a:lnTo>
                      <a:pt x="64546" y="12043"/>
                    </a:lnTo>
                    <a:lnTo>
                      <a:pt x="63018" y="11474"/>
                    </a:lnTo>
                    <a:lnTo>
                      <a:pt x="62237" y="11297"/>
                    </a:lnTo>
                    <a:lnTo>
                      <a:pt x="60922" y="10942"/>
                    </a:lnTo>
                    <a:lnTo>
                      <a:pt x="58223" y="10515"/>
                    </a:lnTo>
                    <a:lnTo>
                      <a:pt x="56837" y="10480"/>
                    </a:lnTo>
                    <a:lnTo>
                      <a:pt x="55487" y="10515"/>
                    </a:lnTo>
                    <a:lnTo>
                      <a:pt x="52859" y="10906"/>
                    </a:lnTo>
                    <a:lnTo>
                      <a:pt x="51615" y="11261"/>
                    </a:lnTo>
                    <a:lnTo>
                      <a:pt x="50798" y="11403"/>
                    </a:lnTo>
                    <a:lnTo>
                      <a:pt x="49235" y="11936"/>
                    </a:lnTo>
                    <a:lnTo>
                      <a:pt x="47033" y="12966"/>
                    </a:lnTo>
                    <a:lnTo>
                      <a:pt x="45683" y="13855"/>
                    </a:lnTo>
                    <a:lnTo>
                      <a:pt x="43552" y="12220"/>
                    </a:lnTo>
                    <a:lnTo>
                      <a:pt x="38543" y="8881"/>
                    </a:lnTo>
                    <a:lnTo>
                      <a:pt x="32895" y="5755"/>
                    </a:lnTo>
                    <a:lnTo>
                      <a:pt x="28419" y="3695"/>
                    </a:lnTo>
                    <a:lnTo>
                      <a:pt x="25399" y="2523"/>
                    </a:lnTo>
                    <a:lnTo>
                      <a:pt x="22380" y="1564"/>
                    </a:lnTo>
                    <a:lnTo>
                      <a:pt x="19396" y="818"/>
                    </a:lnTo>
                    <a:lnTo>
                      <a:pt x="16483" y="320"/>
                    </a:lnTo>
                    <a:lnTo>
                      <a:pt x="13641" y="143"/>
                    </a:lnTo>
                    <a:lnTo>
                      <a:pt x="10977" y="320"/>
                    </a:lnTo>
                    <a:lnTo>
                      <a:pt x="8490" y="853"/>
                    </a:lnTo>
                    <a:lnTo>
                      <a:pt x="6217" y="1777"/>
                    </a:lnTo>
                    <a:lnTo>
                      <a:pt x="4157" y="3162"/>
                    </a:lnTo>
                    <a:lnTo>
                      <a:pt x="3269" y="4015"/>
                    </a:lnTo>
                    <a:lnTo>
                      <a:pt x="2807" y="4548"/>
                    </a:lnTo>
                    <a:lnTo>
                      <a:pt x="2025" y="5613"/>
                    </a:lnTo>
                    <a:lnTo>
                      <a:pt x="1457" y="6750"/>
                    </a:lnTo>
                    <a:lnTo>
                      <a:pt x="1066" y="7958"/>
                    </a:lnTo>
                    <a:lnTo>
                      <a:pt x="711" y="9840"/>
                    </a:lnTo>
                    <a:lnTo>
                      <a:pt x="675" y="12647"/>
                    </a:lnTo>
                    <a:lnTo>
                      <a:pt x="782" y="14174"/>
                    </a:lnTo>
                    <a:lnTo>
                      <a:pt x="0" y="42983"/>
                    </a:lnTo>
                    <a:lnTo>
                      <a:pt x="107" y="44937"/>
                    </a:lnTo>
                    <a:lnTo>
                      <a:pt x="782" y="48312"/>
                    </a:lnTo>
                    <a:lnTo>
                      <a:pt x="1954" y="51083"/>
                    </a:lnTo>
                    <a:lnTo>
                      <a:pt x="3553" y="53285"/>
                    </a:lnTo>
                    <a:lnTo>
                      <a:pt x="5542" y="54955"/>
                    </a:lnTo>
                    <a:lnTo>
                      <a:pt x="7851" y="56162"/>
                    </a:lnTo>
                    <a:lnTo>
                      <a:pt x="10515" y="56873"/>
                    </a:lnTo>
                    <a:lnTo>
                      <a:pt x="13393" y="57193"/>
                    </a:lnTo>
                    <a:lnTo>
                      <a:pt x="16483" y="57122"/>
                    </a:lnTo>
                    <a:lnTo>
                      <a:pt x="19716" y="56731"/>
                    </a:lnTo>
                    <a:lnTo>
                      <a:pt x="23055" y="56020"/>
                    </a:lnTo>
                    <a:lnTo>
                      <a:pt x="26430" y="55061"/>
                    </a:lnTo>
                    <a:lnTo>
                      <a:pt x="29840" y="53889"/>
                    </a:lnTo>
                    <a:lnTo>
                      <a:pt x="33214" y="52539"/>
                    </a:lnTo>
                    <a:lnTo>
                      <a:pt x="38081" y="50266"/>
                    </a:lnTo>
                    <a:lnTo>
                      <a:pt x="41100" y="48596"/>
                    </a:lnTo>
                    <a:lnTo>
                      <a:pt x="41100" y="76339"/>
                    </a:lnTo>
                    <a:lnTo>
                      <a:pt x="56837" y="67530"/>
                    </a:lnTo>
                    <a:lnTo>
                      <a:pt x="72574" y="76339"/>
                    </a:lnTo>
                    <a:lnTo>
                      <a:pt x="72574" y="48596"/>
                    </a:lnTo>
                    <a:lnTo>
                      <a:pt x="75593" y="50266"/>
                    </a:lnTo>
                    <a:lnTo>
                      <a:pt x="80460" y="52539"/>
                    </a:lnTo>
                    <a:lnTo>
                      <a:pt x="83835" y="53889"/>
                    </a:lnTo>
                    <a:lnTo>
                      <a:pt x="87209" y="55061"/>
                    </a:lnTo>
                    <a:lnTo>
                      <a:pt x="90619" y="56020"/>
                    </a:lnTo>
                    <a:lnTo>
                      <a:pt x="93959" y="56731"/>
                    </a:lnTo>
                    <a:lnTo>
                      <a:pt x="97191" y="57122"/>
                    </a:lnTo>
                    <a:lnTo>
                      <a:pt x="100282" y="57193"/>
                    </a:lnTo>
                    <a:lnTo>
                      <a:pt x="103159" y="56873"/>
                    </a:lnTo>
                    <a:lnTo>
                      <a:pt x="105788" y="56162"/>
                    </a:lnTo>
                    <a:lnTo>
                      <a:pt x="108132" y="54955"/>
                    </a:lnTo>
                    <a:lnTo>
                      <a:pt x="110121" y="53285"/>
                    </a:lnTo>
                    <a:lnTo>
                      <a:pt x="111720" y="51083"/>
                    </a:lnTo>
                    <a:lnTo>
                      <a:pt x="112892" y="48312"/>
                    </a:lnTo>
                    <a:lnTo>
                      <a:pt x="113567" y="44937"/>
                    </a:lnTo>
                    <a:lnTo>
                      <a:pt x="113674" y="42983"/>
                    </a:lnTo>
                    <a:lnTo>
                      <a:pt x="112892" y="14174"/>
                    </a:lnTo>
                    <a:lnTo>
                      <a:pt x="112999" y="12647"/>
                    </a:lnTo>
                    <a:lnTo>
                      <a:pt x="112963" y="9769"/>
                    </a:lnTo>
                    <a:lnTo>
                      <a:pt x="112608" y="7816"/>
                    </a:lnTo>
                    <a:lnTo>
                      <a:pt x="112217" y="6572"/>
                    </a:lnTo>
                    <a:lnTo>
                      <a:pt x="111613" y="5436"/>
                    </a:lnTo>
                    <a:lnTo>
                      <a:pt x="110867" y="4334"/>
                    </a:lnTo>
                    <a:lnTo>
                      <a:pt x="110406" y="3802"/>
                    </a:lnTo>
                    <a:lnTo>
                      <a:pt x="109482" y="2949"/>
                    </a:lnTo>
                    <a:lnTo>
                      <a:pt x="107457" y="1564"/>
                    </a:lnTo>
                    <a:lnTo>
                      <a:pt x="105184" y="676"/>
                    </a:lnTo>
                    <a:lnTo>
                      <a:pt x="102662" y="143"/>
                    </a:lnTo>
                    <a:lnTo>
                      <a:pt x="9999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38" name="Google Shape;1723;p40">
              <a:extLst>
                <a:ext uri="{FF2B5EF4-FFF2-40B4-BE49-F238E27FC236}">
                  <a16:creationId xmlns:a16="http://schemas.microsoft.com/office/drawing/2014/main" id="{153A5F88-D705-DD8F-240A-3844DA5F67C7}"/>
                </a:ext>
              </a:extLst>
            </p:cNvPr>
            <p:cNvGrpSpPr/>
            <p:nvPr/>
          </p:nvGrpSpPr>
          <p:grpSpPr>
            <a:xfrm>
              <a:off x="4471089" y="1602116"/>
              <a:ext cx="464536" cy="431512"/>
              <a:chOff x="1000525" y="247775"/>
              <a:chExt cx="5619850" cy="5220325"/>
            </a:xfrm>
            <a:solidFill>
              <a:schemeClr val="accent1"/>
            </a:solidFill>
          </p:grpSpPr>
          <p:sp>
            <p:nvSpPr>
              <p:cNvPr id="55" name="Google Shape;1724;p40">
                <a:extLst>
                  <a:ext uri="{FF2B5EF4-FFF2-40B4-BE49-F238E27FC236}">
                    <a16:creationId xmlns:a16="http://schemas.microsoft.com/office/drawing/2014/main" id="{59EED461-DCA1-BE67-D5CE-E75947DC2827}"/>
                  </a:ext>
                </a:extLst>
              </p:cNvPr>
              <p:cNvSpPr/>
              <p:nvPr/>
            </p:nvSpPr>
            <p:spPr>
              <a:xfrm>
                <a:off x="2290450" y="3055050"/>
                <a:ext cx="725325" cy="1821225"/>
              </a:xfrm>
              <a:custGeom>
                <a:avLst/>
                <a:gdLst/>
                <a:ahLst/>
                <a:cxnLst/>
                <a:rect l="l" t="t" r="r" b="b"/>
                <a:pathLst>
                  <a:path w="29013" h="72849" extrusionOk="0">
                    <a:moveTo>
                      <a:pt x="0" y="1"/>
                    </a:moveTo>
                    <a:lnTo>
                      <a:pt x="0" y="72848"/>
                    </a:lnTo>
                    <a:lnTo>
                      <a:pt x="29012" y="72848"/>
                    </a:lnTo>
                    <a:lnTo>
                      <a:pt x="2901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6" name="Google Shape;1725;p40">
                <a:extLst>
                  <a:ext uri="{FF2B5EF4-FFF2-40B4-BE49-F238E27FC236}">
                    <a16:creationId xmlns:a16="http://schemas.microsoft.com/office/drawing/2014/main" id="{9CA83BEB-C124-D172-8F64-5830B972739A}"/>
                  </a:ext>
                </a:extLst>
              </p:cNvPr>
              <p:cNvSpPr/>
              <p:nvPr/>
            </p:nvSpPr>
            <p:spPr>
              <a:xfrm>
                <a:off x="3447775" y="3055050"/>
                <a:ext cx="725325" cy="1821225"/>
              </a:xfrm>
              <a:custGeom>
                <a:avLst/>
                <a:gdLst/>
                <a:ahLst/>
                <a:cxnLst/>
                <a:rect l="l" t="t" r="r" b="b"/>
                <a:pathLst>
                  <a:path w="29013" h="72849" extrusionOk="0">
                    <a:moveTo>
                      <a:pt x="0" y="1"/>
                    </a:moveTo>
                    <a:lnTo>
                      <a:pt x="0" y="72848"/>
                    </a:lnTo>
                    <a:lnTo>
                      <a:pt x="29013" y="72848"/>
                    </a:lnTo>
                    <a:lnTo>
                      <a:pt x="2901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7" name="Google Shape;1726;p40">
                <a:extLst>
                  <a:ext uri="{FF2B5EF4-FFF2-40B4-BE49-F238E27FC236}">
                    <a16:creationId xmlns:a16="http://schemas.microsoft.com/office/drawing/2014/main" id="{43DEBBC3-B8DE-7ACE-F25F-6BF3FC2E158D}"/>
                  </a:ext>
                </a:extLst>
              </p:cNvPr>
              <p:cNvSpPr/>
              <p:nvPr/>
            </p:nvSpPr>
            <p:spPr>
              <a:xfrm>
                <a:off x="4605100" y="3055050"/>
                <a:ext cx="725350" cy="1820350"/>
              </a:xfrm>
              <a:custGeom>
                <a:avLst/>
                <a:gdLst/>
                <a:ahLst/>
                <a:cxnLst/>
                <a:rect l="l" t="t" r="r" b="b"/>
                <a:pathLst>
                  <a:path w="29014" h="72814" extrusionOk="0">
                    <a:moveTo>
                      <a:pt x="1" y="1"/>
                    </a:moveTo>
                    <a:lnTo>
                      <a:pt x="1" y="72813"/>
                    </a:lnTo>
                    <a:lnTo>
                      <a:pt x="29013" y="72813"/>
                    </a:lnTo>
                    <a:lnTo>
                      <a:pt x="2901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8" name="Google Shape;1727;p40">
                <a:extLst>
                  <a:ext uri="{FF2B5EF4-FFF2-40B4-BE49-F238E27FC236}">
                    <a16:creationId xmlns:a16="http://schemas.microsoft.com/office/drawing/2014/main" id="{00EBD101-4E64-D14E-7225-5D4F73CD5237}"/>
                  </a:ext>
                </a:extLst>
              </p:cNvPr>
              <p:cNvSpPr/>
              <p:nvPr/>
            </p:nvSpPr>
            <p:spPr>
              <a:xfrm>
                <a:off x="1000525" y="247775"/>
                <a:ext cx="5619850" cy="5220325"/>
              </a:xfrm>
              <a:custGeom>
                <a:avLst/>
                <a:gdLst/>
                <a:ahLst/>
                <a:cxnLst/>
                <a:rect l="l" t="t" r="r" b="b"/>
                <a:pathLst>
                  <a:path w="224794" h="208813" extrusionOk="0">
                    <a:moveTo>
                      <a:pt x="112397" y="10608"/>
                    </a:moveTo>
                    <a:lnTo>
                      <a:pt x="160200" y="58833"/>
                    </a:lnTo>
                    <a:lnTo>
                      <a:pt x="64593" y="58833"/>
                    </a:lnTo>
                    <a:lnTo>
                      <a:pt x="112397" y="10608"/>
                    </a:lnTo>
                    <a:close/>
                    <a:moveTo>
                      <a:pt x="216012" y="67614"/>
                    </a:moveTo>
                    <a:lnTo>
                      <a:pt x="216012" y="89040"/>
                    </a:lnTo>
                    <a:lnTo>
                      <a:pt x="8781" y="89040"/>
                    </a:lnTo>
                    <a:lnTo>
                      <a:pt x="8781" y="67614"/>
                    </a:lnTo>
                    <a:close/>
                    <a:moveTo>
                      <a:pt x="200171" y="97821"/>
                    </a:moveTo>
                    <a:lnTo>
                      <a:pt x="196027" y="193147"/>
                    </a:lnTo>
                    <a:lnTo>
                      <a:pt x="195956" y="193885"/>
                    </a:lnTo>
                    <a:lnTo>
                      <a:pt x="195640" y="195220"/>
                    </a:lnTo>
                    <a:lnTo>
                      <a:pt x="195113" y="196449"/>
                    </a:lnTo>
                    <a:lnTo>
                      <a:pt x="194341" y="197573"/>
                    </a:lnTo>
                    <a:lnTo>
                      <a:pt x="193392" y="198486"/>
                    </a:lnTo>
                    <a:lnTo>
                      <a:pt x="192339" y="199224"/>
                    </a:lnTo>
                    <a:lnTo>
                      <a:pt x="191109" y="199751"/>
                    </a:lnTo>
                    <a:lnTo>
                      <a:pt x="189775" y="199997"/>
                    </a:lnTo>
                    <a:lnTo>
                      <a:pt x="189107" y="200032"/>
                    </a:lnTo>
                    <a:lnTo>
                      <a:pt x="35686" y="200032"/>
                    </a:lnTo>
                    <a:lnTo>
                      <a:pt x="34983" y="199997"/>
                    </a:lnTo>
                    <a:lnTo>
                      <a:pt x="33684" y="199751"/>
                    </a:lnTo>
                    <a:lnTo>
                      <a:pt x="32455" y="199224"/>
                    </a:lnTo>
                    <a:lnTo>
                      <a:pt x="31401" y="198486"/>
                    </a:lnTo>
                    <a:lnTo>
                      <a:pt x="30452" y="197573"/>
                    </a:lnTo>
                    <a:lnTo>
                      <a:pt x="29680" y="196449"/>
                    </a:lnTo>
                    <a:lnTo>
                      <a:pt x="29153" y="195220"/>
                    </a:lnTo>
                    <a:lnTo>
                      <a:pt x="28837" y="193885"/>
                    </a:lnTo>
                    <a:lnTo>
                      <a:pt x="28766" y="193147"/>
                    </a:lnTo>
                    <a:lnTo>
                      <a:pt x="24622" y="97821"/>
                    </a:lnTo>
                    <a:close/>
                    <a:moveTo>
                      <a:pt x="111975" y="0"/>
                    </a:moveTo>
                    <a:lnTo>
                      <a:pt x="111097" y="176"/>
                    </a:lnTo>
                    <a:lnTo>
                      <a:pt x="110324" y="492"/>
                    </a:lnTo>
                    <a:lnTo>
                      <a:pt x="109587" y="984"/>
                    </a:lnTo>
                    <a:lnTo>
                      <a:pt x="109271" y="1300"/>
                    </a:lnTo>
                    <a:lnTo>
                      <a:pt x="52229" y="58833"/>
                    </a:lnTo>
                    <a:lnTo>
                      <a:pt x="3934" y="58833"/>
                    </a:lnTo>
                    <a:lnTo>
                      <a:pt x="3091" y="59009"/>
                    </a:lnTo>
                    <a:lnTo>
                      <a:pt x="1932" y="59536"/>
                    </a:lnTo>
                    <a:lnTo>
                      <a:pt x="738" y="60730"/>
                    </a:lnTo>
                    <a:lnTo>
                      <a:pt x="176" y="61889"/>
                    </a:lnTo>
                    <a:lnTo>
                      <a:pt x="0" y="62767"/>
                    </a:lnTo>
                    <a:lnTo>
                      <a:pt x="0" y="63224"/>
                    </a:lnTo>
                    <a:lnTo>
                      <a:pt x="0" y="93430"/>
                    </a:lnTo>
                    <a:lnTo>
                      <a:pt x="0" y="93887"/>
                    </a:lnTo>
                    <a:lnTo>
                      <a:pt x="176" y="94730"/>
                    </a:lnTo>
                    <a:lnTo>
                      <a:pt x="738" y="95889"/>
                    </a:lnTo>
                    <a:lnTo>
                      <a:pt x="1932" y="97083"/>
                    </a:lnTo>
                    <a:lnTo>
                      <a:pt x="3091" y="97645"/>
                    </a:lnTo>
                    <a:lnTo>
                      <a:pt x="3934" y="97821"/>
                    </a:lnTo>
                    <a:lnTo>
                      <a:pt x="15841" y="97821"/>
                    </a:lnTo>
                    <a:lnTo>
                      <a:pt x="19986" y="193534"/>
                    </a:lnTo>
                    <a:lnTo>
                      <a:pt x="20126" y="195150"/>
                    </a:lnTo>
                    <a:lnTo>
                      <a:pt x="20828" y="198135"/>
                    </a:lnTo>
                    <a:lnTo>
                      <a:pt x="22093" y="200875"/>
                    </a:lnTo>
                    <a:lnTo>
                      <a:pt x="23814" y="203333"/>
                    </a:lnTo>
                    <a:lnTo>
                      <a:pt x="25921" y="205371"/>
                    </a:lnTo>
                    <a:lnTo>
                      <a:pt x="28380" y="207021"/>
                    </a:lnTo>
                    <a:lnTo>
                      <a:pt x="31155" y="208145"/>
                    </a:lnTo>
                    <a:lnTo>
                      <a:pt x="34140" y="208743"/>
                    </a:lnTo>
                    <a:lnTo>
                      <a:pt x="35686" y="208813"/>
                    </a:lnTo>
                    <a:lnTo>
                      <a:pt x="189107" y="208813"/>
                    </a:lnTo>
                    <a:lnTo>
                      <a:pt x="190653" y="208743"/>
                    </a:lnTo>
                    <a:lnTo>
                      <a:pt x="193638" y="208145"/>
                    </a:lnTo>
                    <a:lnTo>
                      <a:pt x="196413" y="207021"/>
                    </a:lnTo>
                    <a:lnTo>
                      <a:pt x="198872" y="205371"/>
                    </a:lnTo>
                    <a:lnTo>
                      <a:pt x="200979" y="203333"/>
                    </a:lnTo>
                    <a:lnTo>
                      <a:pt x="202700" y="200875"/>
                    </a:lnTo>
                    <a:lnTo>
                      <a:pt x="203965" y="198135"/>
                    </a:lnTo>
                    <a:lnTo>
                      <a:pt x="204667" y="195114"/>
                    </a:lnTo>
                    <a:lnTo>
                      <a:pt x="204808" y="193534"/>
                    </a:lnTo>
                    <a:lnTo>
                      <a:pt x="208952" y="97821"/>
                    </a:lnTo>
                    <a:lnTo>
                      <a:pt x="220859" y="97821"/>
                    </a:lnTo>
                    <a:lnTo>
                      <a:pt x="221702" y="97645"/>
                    </a:lnTo>
                    <a:lnTo>
                      <a:pt x="222861" y="97083"/>
                    </a:lnTo>
                    <a:lnTo>
                      <a:pt x="224056" y="95889"/>
                    </a:lnTo>
                    <a:lnTo>
                      <a:pt x="224618" y="94730"/>
                    </a:lnTo>
                    <a:lnTo>
                      <a:pt x="224793" y="93887"/>
                    </a:lnTo>
                    <a:lnTo>
                      <a:pt x="224793" y="93430"/>
                    </a:lnTo>
                    <a:lnTo>
                      <a:pt x="224793" y="63224"/>
                    </a:lnTo>
                    <a:lnTo>
                      <a:pt x="224793" y="62767"/>
                    </a:lnTo>
                    <a:lnTo>
                      <a:pt x="224618" y="61889"/>
                    </a:lnTo>
                    <a:lnTo>
                      <a:pt x="224056" y="60730"/>
                    </a:lnTo>
                    <a:lnTo>
                      <a:pt x="222861" y="59536"/>
                    </a:lnTo>
                    <a:lnTo>
                      <a:pt x="221702" y="59009"/>
                    </a:lnTo>
                    <a:lnTo>
                      <a:pt x="220859" y="58833"/>
                    </a:lnTo>
                    <a:lnTo>
                      <a:pt x="172564" y="58833"/>
                    </a:lnTo>
                    <a:lnTo>
                      <a:pt x="115523" y="1300"/>
                    </a:lnTo>
                    <a:lnTo>
                      <a:pt x="115206" y="984"/>
                    </a:lnTo>
                    <a:lnTo>
                      <a:pt x="114469" y="492"/>
                    </a:lnTo>
                    <a:lnTo>
                      <a:pt x="113696" y="176"/>
                    </a:lnTo>
                    <a:lnTo>
                      <a:pt x="11281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39" name="Google Shape;1728;p40">
              <a:extLst>
                <a:ext uri="{FF2B5EF4-FFF2-40B4-BE49-F238E27FC236}">
                  <a16:creationId xmlns:a16="http://schemas.microsoft.com/office/drawing/2014/main" id="{4249D15F-0291-45B1-ACBE-AA62401AA758}"/>
                </a:ext>
              </a:extLst>
            </p:cNvPr>
            <p:cNvGrpSpPr/>
            <p:nvPr/>
          </p:nvGrpSpPr>
          <p:grpSpPr>
            <a:xfrm>
              <a:off x="6095900" y="4792619"/>
              <a:ext cx="403683" cy="426682"/>
              <a:chOff x="1331825" y="238125"/>
              <a:chExt cx="4957150" cy="5239575"/>
            </a:xfrm>
            <a:solidFill>
              <a:schemeClr val="accent4"/>
            </a:solidFill>
          </p:grpSpPr>
          <p:sp>
            <p:nvSpPr>
              <p:cNvPr id="52" name="Google Shape;1729;p40">
                <a:extLst>
                  <a:ext uri="{FF2B5EF4-FFF2-40B4-BE49-F238E27FC236}">
                    <a16:creationId xmlns:a16="http://schemas.microsoft.com/office/drawing/2014/main" id="{58E9A7DC-56B2-13D9-D74A-C762266903DB}"/>
                  </a:ext>
                </a:extLst>
              </p:cNvPr>
              <p:cNvSpPr/>
              <p:nvPr/>
            </p:nvSpPr>
            <p:spPr>
              <a:xfrm>
                <a:off x="1331825" y="238125"/>
                <a:ext cx="3919875" cy="5239575"/>
              </a:xfrm>
              <a:custGeom>
                <a:avLst/>
                <a:gdLst/>
                <a:ahLst/>
                <a:cxnLst/>
                <a:rect l="l" t="t" r="r" b="b"/>
                <a:pathLst>
                  <a:path w="156795" h="209583" extrusionOk="0">
                    <a:moveTo>
                      <a:pt x="65430" y="8187"/>
                    </a:moveTo>
                    <a:lnTo>
                      <a:pt x="66838" y="8220"/>
                    </a:lnTo>
                    <a:lnTo>
                      <a:pt x="68246" y="8318"/>
                    </a:lnTo>
                    <a:lnTo>
                      <a:pt x="66772" y="9595"/>
                    </a:lnTo>
                    <a:lnTo>
                      <a:pt x="64087" y="12378"/>
                    </a:lnTo>
                    <a:lnTo>
                      <a:pt x="61664" y="15424"/>
                    </a:lnTo>
                    <a:lnTo>
                      <a:pt x="59633" y="18699"/>
                    </a:lnTo>
                    <a:lnTo>
                      <a:pt x="57930" y="22235"/>
                    </a:lnTo>
                    <a:lnTo>
                      <a:pt x="56621" y="25969"/>
                    </a:lnTo>
                    <a:lnTo>
                      <a:pt x="55704" y="29866"/>
                    </a:lnTo>
                    <a:lnTo>
                      <a:pt x="55245" y="33893"/>
                    </a:lnTo>
                    <a:lnTo>
                      <a:pt x="55212" y="35957"/>
                    </a:lnTo>
                    <a:lnTo>
                      <a:pt x="55212" y="46108"/>
                    </a:lnTo>
                    <a:lnTo>
                      <a:pt x="37496" y="46108"/>
                    </a:lnTo>
                    <a:lnTo>
                      <a:pt x="37496" y="35957"/>
                    </a:lnTo>
                    <a:lnTo>
                      <a:pt x="37529" y="34516"/>
                    </a:lnTo>
                    <a:lnTo>
                      <a:pt x="37791" y="31732"/>
                    </a:lnTo>
                    <a:lnTo>
                      <a:pt x="38348" y="29014"/>
                    </a:lnTo>
                    <a:lnTo>
                      <a:pt x="39166" y="26427"/>
                    </a:lnTo>
                    <a:lnTo>
                      <a:pt x="40247" y="23938"/>
                    </a:lnTo>
                    <a:lnTo>
                      <a:pt x="41524" y="21548"/>
                    </a:lnTo>
                    <a:lnTo>
                      <a:pt x="43030" y="19354"/>
                    </a:lnTo>
                    <a:lnTo>
                      <a:pt x="44766" y="17291"/>
                    </a:lnTo>
                    <a:lnTo>
                      <a:pt x="46633" y="15391"/>
                    </a:lnTo>
                    <a:lnTo>
                      <a:pt x="48728" y="13688"/>
                    </a:lnTo>
                    <a:lnTo>
                      <a:pt x="50955" y="12215"/>
                    </a:lnTo>
                    <a:lnTo>
                      <a:pt x="53313" y="10905"/>
                    </a:lnTo>
                    <a:lnTo>
                      <a:pt x="55835" y="9857"/>
                    </a:lnTo>
                    <a:lnTo>
                      <a:pt x="58454" y="9038"/>
                    </a:lnTo>
                    <a:lnTo>
                      <a:pt x="61172" y="8482"/>
                    </a:lnTo>
                    <a:lnTo>
                      <a:pt x="63989" y="8220"/>
                    </a:lnTo>
                    <a:lnTo>
                      <a:pt x="65430" y="8187"/>
                    </a:lnTo>
                    <a:close/>
                    <a:moveTo>
                      <a:pt x="78397" y="11363"/>
                    </a:moveTo>
                    <a:lnTo>
                      <a:pt x="80035" y="12247"/>
                    </a:lnTo>
                    <a:lnTo>
                      <a:pt x="83080" y="14409"/>
                    </a:lnTo>
                    <a:lnTo>
                      <a:pt x="85831" y="16963"/>
                    </a:lnTo>
                    <a:lnTo>
                      <a:pt x="88222" y="19845"/>
                    </a:lnTo>
                    <a:lnTo>
                      <a:pt x="90187" y="23021"/>
                    </a:lnTo>
                    <a:lnTo>
                      <a:pt x="91726" y="26460"/>
                    </a:lnTo>
                    <a:lnTo>
                      <a:pt x="92774" y="30128"/>
                    </a:lnTo>
                    <a:lnTo>
                      <a:pt x="93330" y="33959"/>
                    </a:lnTo>
                    <a:lnTo>
                      <a:pt x="93396" y="35957"/>
                    </a:lnTo>
                    <a:lnTo>
                      <a:pt x="93396" y="46108"/>
                    </a:lnTo>
                    <a:lnTo>
                      <a:pt x="63399" y="46108"/>
                    </a:lnTo>
                    <a:lnTo>
                      <a:pt x="63399" y="35957"/>
                    </a:lnTo>
                    <a:lnTo>
                      <a:pt x="63432" y="33959"/>
                    </a:lnTo>
                    <a:lnTo>
                      <a:pt x="63989" y="30128"/>
                    </a:lnTo>
                    <a:lnTo>
                      <a:pt x="65069" y="26460"/>
                    </a:lnTo>
                    <a:lnTo>
                      <a:pt x="66608" y="23021"/>
                    </a:lnTo>
                    <a:lnTo>
                      <a:pt x="68573" y="19845"/>
                    </a:lnTo>
                    <a:lnTo>
                      <a:pt x="70964" y="16963"/>
                    </a:lnTo>
                    <a:lnTo>
                      <a:pt x="73682" y="14409"/>
                    </a:lnTo>
                    <a:lnTo>
                      <a:pt x="76727" y="12247"/>
                    </a:lnTo>
                    <a:lnTo>
                      <a:pt x="78397" y="11363"/>
                    </a:lnTo>
                    <a:close/>
                    <a:moveTo>
                      <a:pt x="91333" y="8187"/>
                    </a:moveTo>
                    <a:lnTo>
                      <a:pt x="92774" y="8220"/>
                    </a:lnTo>
                    <a:lnTo>
                      <a:pt x="95590" y="8482"/>
                    </a:lnTo>
                    <a:lnTo>
                      <a:pt x="98341" y="9038"/>
                    </a:lnTo>
                    <a:lnTo>
                      <a:pt x="100960" y="9857"/>
                    </a:lnTo>
                    <a:lnTo>
                      <a:pt x="103449" y="10905"/>
                    </a:lnTo>
                    <a:lnTo>
                      <a:pt x="105840" y="12215"/>
                    </a:lnTo>
                    <a:lnTo>
                      <a:pt x="108067" y="13688"/>
                    </a:lnTo>
                    <a:lnTo>
                      <a:pt x="110130" y="15391"/>
                    </a:lnTo>
                    <a:lnTo>
                      <a:pt x="112029" y="17291"/>
                    </a:lnTo>
                    <a:lnTo>
                      <a:pt x="113732" y="19354"/>
                    </a:lnTo>
                    <a:lnTo>
                      <a:pt x="115238" y="21548"/>
                    </a:lnTo>
                    <a:lnTo>
                      <a:pt x="116548" y="23938"/>
                    </a:lnTo>
                    <a:lnTo>
                      <a:pt x="117596" y="26427"/>
                    </a:lnTo>
                    <a:lnTo>
                      <a:pt x="118415" y="29014"/>
                    </a:lnTo>
                    <a:lnTo>
                      <a:pt x="118971" y="31732"/>
                    </a:lnTo>
                    <a:lnTo>
                      <a:pt x="119266" y="34516"/>
                    </a:lnTo>
                    <a:lnTo>
                      <a:pt x="119299" y="35957"/>
                    </a:lnTo>
                    <a:lnTo>
                      <a:pt x="119299" y="46108"/>
                    </a:lnTo>
                    <a:lnTo>
                      <a:pt x="101583" y="46108"/>
                    </a:lnTo>
                    <a:lnTo>
                      <a:pt x="101583" y="35957"/>
                    </a:lnTo>
                    <a:lnTo>
                      <a:pt x="101550" y="33893"/>
                    </a:lnTo>
                    <a:lnTo>
                      <a:pt x="101059" y="29866"/>
                    </a:lnTo>
                    <a:lnTo>
                      <a:pt x="100174" y="25969"/>
                    </a:lnTo>
                    <a:lnTo>
                      <a:pt x="98865" y="22235"/>
                    </a:lnTo>
                    <a:lnTo>
                      <a:pt x="97162" y="18699"/>
                    </a:lnTo>
                    <a:lnTo>
                      <a:pt x="95099" y="15424"/>
                    </a:lnTo>
                    <a:lnTo>
                      <a:pt x="92708" y="12378"/>
                    </a:lnTo>
                    <a:lnTo>
                      <a:pt x="90023" y="9595"/>
                    </a:lnTo>
                    <a:lnTo>
                      <a:pt x="88549" y="8318"/>
                    </a:lnTo>
                    <a:lnTo>
                      <a:pt x="89925" y="8220"/>
                    </a:lnTo>
                    <a:lnTo>
                      <a:pt x="91333" y="8187"/>
                    </a:lnTo>
                    <a:close/>
                    <a:moveTo>
                      <a:pt x="25216" y="54295"/>
                    </a:moveTo>
                    <a:lnTo>
                      <a:pt x="25216" y="201396"/>
                    </a:lnTo>
                    <a:lnTo>
                      <a:pt x="19420" y="201396"/>
                    </a:lnTo>
                    <a:lnTo>
                      <a:pt x="18273" y="201363"/>
                    </a:lnTo>
                    <a:lnTo>
                      <a:pt x="16079" y="200905"/>
                    </a:lnTo>
                    <a:lnTo>
                      <a:pt x="14049" y="200053"/>
                    </a:lnTo>
                    <a:lnTo>
                      <a:pt x="12248" y="198842"/>
                    </a:lnTo>
                    <a:lnTo>
                      <a:pt x="10742" y="197303"/>
                    </a:lnTo>
                    <a:lnTo>
                      <a:pt x="9530" y="195534"/>
                    </a:lnTo>
                    <a:lnTo>
                      <a:pt x="8679" y="193504"/>
                    </a:lnTo>
                    <a:lnTo>
                      <a:pt x="8220" y="191310"/>
                    </a:lnTo>
                    <a:lnTo>
                      <a:pt x="8187" y="190164"/>
                    </a:lnTo>
                    <a:lnTo>
                      <a:pt x="8187" y="54295"/>
                    </a:lnTo>
                    <a:close/>
                    <a:moveTo>
                      <a:pt x="65430" y="0"/>
                    </a:moveTo>
                    <a:lnTo>
                      <a:pt x="63563" y="33"/>
                    </a:lnTo>
                    <a:lnTo>
                      <a:pt x="59928" y="393"/>
                    </a:lnTo>
                    <a:lnTo>
                      <a:pt x="56424" y="1113"/>
                    </a:lnTo>
                    <a:lnTo>
                      <a:pt x="53018" y="2161"/>
                    </a:lnTo>
                    <a:lnTo>
                      <a:pt x="49776" y="3537"/>
                    </a:lnTo>
                    <a:lnTo>
                      <a:pt x="46698" y="5207"/>
                    </a:lnTo>
                    <a:lnTo>
                      <a:pt x="43816" y="7139"/>
                    </a:lnTo>
                    <a:lnTo>
                      <a:pt x="41131" y="9333"/>
                    </a:lnTo>
                    <a:lnTo>
                      <a:pt x="38675" y="11789"/>
                    </a:lnTo>
                    <a:lnTo>
                      <a:pt x="36481" y="14442"/>
                    </a:lnTo>
                    <a:lnTo>
                      <a:pt x="34516" y="17323"/>
                    </a:lnTo>
                    <a:lnTo>
                      <a:pt x="32846" y="20369"/>
                    </a:lnTo>
                    <a:lnTo>
                      <a:pt x="31471" y="23611"/>
                    </a:lnTo>
                    <a:lnTo>
                      <a:pt x="30423" y="26984"/>
                    </a:lnTo>
                    <a:lnTo>
                      <a:pt x="29702" y="30488"/>
                    </a:lnTo>
                    <a:lnTo>
                      <a:pt x="29342" y="34123"/>
                    </a:lnTo>
                    <a:lnTo>
                      <a:pt x="29309" y="35957"/>
                    </a:lnTo>
                    <a:lnTo>
                      <a:pt x="29309" y="46108"/>
                    </a:lnTo>
                    <a:lnTo>
                      <a:pt x="3668" y="46108"/>
                    </a:lnTo>
                    <a:lnTo>
                      <a:pt x="2849" y="46272"/>
                    </a:lnTo>
                    <a:lnTo>
                      <a:pt x="1769" y="46796"/>
                    </a:lnTo>
                    <a:lnTo>
                      <a:pt x="655" y="47909"/>
                    </a:lnTo>
                    <a:lnTo>
                      <a:pt x="164" y="48990"/>
                    </a:lnTo>
                    <a:lnTo>
                      <a:pt x="0" y="49776"/>
                    </a:lnTo>
                    <a:lnTo>
                      <a:pt x="0" y="50202"/>
                    </a:lnTo>
                    <a:lnTo>
                      <a:pt x="0" y="190164"/>
                    </a:lnTo>
                    <a:lnTo>
                      <a:pt x="0" y="191179"/>
                    </a:lnTo>
                    <a:lnTo>
                      <a:pt x="197" y="193111"/>
                    </a:lnTo>
                    <a:lnTo>
                      <a:pt x="590" y="195010"/>
                    </a:lnTo>
                    <a:lnTo>
                      <a:pt x="1147" y="196844"/>
                    </a:lnTo>
                    <a:lnTo>
                      <a:pt x="1900" y="198580"/>
                    </a:lnTo>
                    <a:lnTo>
                      <a:pt x="2784" y="200217"/>
                    </a:lnTo>
                    <a:lnTo>
                      <a:pt x="3832" y="201789"/>
                    </a:lnTo>
                    <a:lnTo>
                      <a:pt x="5044" y="203230"/>
                    </a:lnTo>
                    <a:lnTo>
                      <a:pt x="6353" y="204540"/>
                    </a:lnTo>
                    <a:lnTo>
                      <a:pt x="7794" y="205719"/>
                    </a:lnTo>
                    <a:lnTo>
                      <a:pt x="9333" y="206766"/>
                    </a:lnTo>
                    <a:lnTo>
                      <a:pt x="11004" y="207683"/>
                    </a:lnTo>
                    <a:lnTo>
                      <a:pt x="12739" y="208404"/>
                    </a:lnTo>
                    <a:lnTo>
                      <a:pt x="14573" y="208993"/>
                    </a:lnTo>
                    <a:lnTo>
                      <a:pt x="16472" y="209354"/>
                    </a:lnTo>
                    <a:lnTo>
                      <a:pt x="18437" y="209550"/>
                    </a:lnTo>
                    <a:lnTo>
                      <a:pt x="19420" y="209583"/>
                    </a:lnTo>
                    <a:lnTo>
                      <a:pt x="126634" y="209583"/>
                    </a:lnTo>
                    <a:lnTo>
                      <a:pt x="125488" y="209550"/>
                    </a:lnTo>
                    <a:lnTo>
                      <a:pt x="123327" y="209255"/>
                    </a:lnTo>
                    <a:lnTo>
                      <a:pt x="121264" y="208666"/>
                    </a:lnTo>
                    <a:lnTo>
                      <a:pt x="119332" y="207847"/>
                    </a:lnTo>
                    <a:lnTo>
                      <a:pt x="117530" y="206766"/>
                    </a:lnTo>
                    <a:lnTo>
                      <a:pt x="115893" y="205457"/>
                    </a:lnTo>
                    <a:lnTo>
                      <a:pt x="114419" y="203983"/>
                    </a:lnTo>
                    <a:lnTo>
                      <a:pt x="113175" y="202313"/>
                    </a:lnTo>
                    <a:lnTo>
                      <a:pt x="112651" y="201396"/>
                    </a:lnTo>
                    <a:lnTo>
                      <a:pt x="33403" y="201396"/>
                    </a:lnTo>
                    <a:lnTo>
                      <a:pt x="33403" y="54295"/>
                    </a:lnTo>
                    <a:lnTo>
                      <a:pt x="55212" y="54295"/>
                    </a:lnTo>
                    <a:lnTo>
                      <a:pt x="55212" y="75286"/>
                    </a:lnTo>
                    <a:lnTo>
                      <a:pt x="55212" y="75712"/>
                    </a:lnTo>
                    <a:lnTo>
                      <a:pt x="55376" y="76498"/>
                    </a:lnTo>
                    <a:lnTo>
                      <a:pt x="55900" y="77578"/>
                    </a:lnTo>
                    <a:lnTo>
                      <a:pt x="56981" y="78692"/>
                    </a:lnTo>
                    <a:lnTo>
                      <a:pt x="58094" y="79216"/>
                    </a:lnTo>
                    <a:lnTo>
                      <a:pt x="58880" y="79379"/>
                    </a:lnTo>
                    <a:lnTo>
                      <a:pt x="59732" y="79379"/>
                    </a:lnTo>
                    <a:lnTo>
                      <a:pt x="60517" y="79216"/>
                    </a:lnTo>
                    <a:lnTo>
                      <a:pt x="61598" y="78692"/>
                    </a:lnTo>
                    <a:lnTo>
                      <a:pt x="62712" y="77578"/>
                    </a:lnTo>
                    <a:lnTo>
                      <a:pt x="63203" y="76498"/>
                    </a:lnTo>
                    <a:lnTo>
                      <a:pt x="63366" y="75712"/>
                    </a:lnTo>
                    <a:lnTo>
                      <a:pt x="63399" y="75286"/>
                    </a:lnTo>
                    <a:lnTo>
                      <a:pt x="63399" y="54295"/>
                    </a:lnTo>
                    <a:lnTo>
                      <a:pt x="119299" y="54295"/>
                    </a:lnTo>
                    <a:lnTo>
                      <a:pt x="119299" y="75286"/>
                    </a:lnTo>
                    <a:lnTo>
                      <a:pt x="119299" y="75712"/>
                    </a:lnTo>
                    <a:lnTo>
                      <a:pt x="119463" y="76498"/>
                    </a:lnTo>
                    <a:lnTo>
                      <a:pt x="119987" y="77578"/>
                    </a:lnTo>
                    <a:lnTo>
                      <a:pt x="121067" y="78692"/>
                    </a:lnTo>
                    <a:lnTo>
                      <a:pt x="122181" y="79216"/>
                    </a:lnTo>
                    <a:lnTo>
                      <a:pt x="122967" y="79379"/>
                    </a:lnTo>
                    <a:lnTo>
                      <a:pt x="123818" y="79379"/>
                    </a:lnTo>
                    <a:lnTo>
                      <a:pt x="124604" y="79216"/>
                    </a:lnTo>
                    <a:lnTo>
                      <a:pt x="125685" y="78692"/>
                    </a:lnTo>
                    <a:lnTo>
                      <a:pt x="126798" y="77578"/>
                    </a:lnTo>
                    <a:lnTo>
                      <a:pt x="127289" y="76498"/>
                    </a:lnTo>
                    <a:lnTo>
                      <a:pt x="127453" y="75712"/>
                    </a:lnTo>
                    <a:lnTo>
                      <a:pt x="127486" y="75286"/>
                    </a:lnTo>
                    <a:lnTo>
                      <a:pt x="127486" y="54295"/>
                    </a:lnTo>
                    <a:lnTo>
                      <a:pt x="148608" y="54295"/>
                    </a:lnTo>
                    <a:lnTo>
                      <a:pt x="148608" y="97161"/>
                    </a:lnTo>
                    <a:lnTo>
                      <a:pt x="148608" y="97587"/>
                    </a:lnTo>
                    <a:lnTo>
                      <a:pt x="148771" y="98406"/>
                    </a:lnTo>
                    <a:lnTo>
                      <a:pt x="149295" y="99486"/>
                    </a:lnTo>
                    <a:lnTo>
                      <a:pt x="150409" y="100600"/>
                    </a:lnTo>
                    <a:lnTo>
                      <a:pt x="151489" y="101091"/>
                    </a:lnTo>
                    <a:lnTo>
                      <a:pt x="152275" y="101255"/>
                    </a:lnTo>
                    <a:lnTo>
                      <a:pt x="153127" y="101255"/>
                    </a:lnTo>
                    <a:lnTo>
                      <a:pt x="153913" y="101091"/>
                    </a:lnTo>
                    <a:lnTo>
                      <a:pt x="154993" y="100600"/>
                    </a:lnTo>
                    <a:lnTo>
                      <a:pt x="156107" y="99486"/>
                    </a:lnTo>
                    <a:lnTo>
                      <a:pt x="156631" y="98406"/>
                    </a:lnTo>
                    <a:lnTo>
                      <a:pt x="156794" y="97587"/>
                    </a:lnTo>
                    <a:lnTo>
                      <a:pt x="156794" y="97161"/>
                    </a:lnTo>
                    <a:lnTo>
                      <a:pt x="156794" y="50202"/>
                    </a:lnTo>
                    <a:lnTo>
                      <a:pt x="156794" y="49776"/>
                    </a:lnTo>
                    <a:lnTo>
                      <a:pt x="156631" y="48990"/>
                    </a:lnTo>
                    <a:lnTo>
                      <a:pt x="156107" y="47909"/>
                    </a:lnTo>
                    <a:lnTo>
                      <a:pt x="154993" y="46796"/>
                    </a:lnTo>
                    <a:lnTo>
                      <a:pt x="153913" y="46272"/>
                    </a:lnTo>
                    <a:lnTo>
                      <a:pt x="153127" y="46108"/>
                    </a:lnTo>
                    <a:lnTo>
                      <a:pt x="127486" y="46108"/>
                    </a:lnTo>
                    <a:lnTo>
                      <a:pt x="127486" y="35957"/>
                    </a:lnTo>
                    <a:lnTo>
                      <a:pt x="127453" y="34123"/>
                    </a:lnTo>
                    <a:lnTo>
                      <a:pt x="127093" y="30488"/>
                    </a:lnTo>
                    <a:lnTo>
                      <a:pt x="126339" y="26984"/>
                    </a:lnTo>
                    <a:lnTo>
                      <a:pt x="125292" y="23611"/>
                    </a:lnTo>
                    <a:lnTo>
                      <a:pt x="123916" y="20369"/>
                    </a:lnTo>
                    <a:lnTo>
                      <a:pt x="122246" y="17323"/>
                    </a:lnTo>
                    <a:lnTo>
                      <a:pt x="120314" y="14442"/>
                    </a:lnTo>
                    <a:lnTo>
                      <a:pt x="118087" y="11789"/>
                    </a:lnTo>
                    <a:lnTo>
                      <a:pt x="115631" y="9333"/>
                    </a:lnTo>
                    <a:lnTo>
                      <a:pt x="112946" y="7139"/>
                    </a:lnTo>
                    <a:lnTo>
                      <a:pt x="110064" y="5207"/>
                    </a:lnTo>
                    <a:lnTo>
                      <a:pt x="107019" y="3537"/>
                    </a:lnTo>
                    <a:lnTo>
                      <a:pt x="103777" y="2161"/>
                    </a:lnTo>
                    <a:lnTo>
                      <a:pt x="100371" y="1113"/>
                    </a:lnTo>
                    <a:lnTo>
                      <a:pt x="96834" y="393"/>
                    </a:lnTo>
                    <a:lnTo>
                      <a:pt x="93199" y="33"/>
                    </a:lnTo>
                    <a:lnTo>
                      <a:pt x="91333" y="0"/>
                    </a:lnTo>
                    <a:lnTo>
                      <a:pt x="89630" y="33"/>
                    </a:lnTo>
                    <a:lnTo>
                      <a:pt x="86290" y="327"/>
                    </a:lnTo>
                    <a:lnTo>
                      <a:pt x="83048" y="950"/>
                    </a:lnTo>
                    <a:lnTo>
                      <a:pt x="79904" y="1834"/>
                    </a:lnTo>
                    <a:lnTo>
                      <a:pt x="78397" y="2391"/>
                    </a:lnTo>
                    <a:lnTo>
                      <a:pt x="76858" y="1834"/>
                    </a:lnTo>
                    <a:lnTo>
                      <a:pt x="73747" y="950"/>
                    </a:lnTo>
                    <a:lnTo>
                      <a:pt x="70473" y="327"/>
                    </a:lnTo>
                    <a:lnTo>
                      <a:pt x="67132" y="33"/>
                    </a:lnTo>
                    <a:lnTo>
                      <a:pt x="6543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3" name="Google Shape;1730;p40">
                <a:extLst>
                  <a:ext uri="{FF2B5EF4-FFF2-40B4-BE49-F238E27FC236}">
                    <a16:creationId xmlns:a16="http://schemas.microsoft.com/office/drawing/2014/main" id="{FE988515-5DAC-BFB2-34FA-B63CCDBA1CEC}"/>
                  </a:ext>
                </a:extLst>
              </p:cNvPr>
              <p:cNvSpPr/>
              <p:nvPr/>
            </p:nvSpPr>
            <p:spPr>
              <a:xfrm>
                <a:off x="3994175" y="3200100"/>
                <a:ext cx="2294800" cy="2277600"/>
              </a:xfrm>
              <a:custGeom>
                <a:avLst/>
                <a:gdLst/>
                <a:ahLst/>
                <a:cxnLst/>
                <a:rect l="l" t="t" r="r" b="b"/>
                <a:pathLst>
                  <a:path w="91792" h="91104" extrusionOk="0">
                    <a:moveTo>
                      <a:pt x="1" y="1"/>
                    </a:moveTo>
                    <a:lnTo>
                      <a:pt x="1" y="75090"/>
                    </a:lnTo>
                    <a:lnTo>
                      <a:pt x="33" y="75909"/>
                    </a:lnTo>
                    <a:lnTo>
                      <a:pt x="197" y="77514"/>
                    </a:lnTo>
                    <a:lnTo>
                      <a:pt x="492" y="79085"/>
                    </a:lnTo>
                    <a:lnTo>
                      <a:pt x="983" y="80592"/>
                    </a:lnTo>
                    <a:lnTo>
                      <a:pt x="1933" y="82720"/>
                    </a:lnTo>
                    <a:lnTo>
                      <a:pt x="3636" y="85275"/>
                    </a:lnTo>
                    <a:lnTo>
                      <a:pt x="5830" y="87469"/>
                    </a:lnTo>
                    <a:lnTo>
                      <a:pt x="8384" y="89204"/>
                    </a:lnTo>
                    <a:lnTo>
                      <a:pt x="10513" y="90121"/>
                    </a:lnTo>
                    <a:lnTo>
                      <a:pt x="12019" y="90613"/>
                    </a:lnTo>
                    <a:lnTo>
                      <a:pt x="13591" y="90940"/>
                    </a:lnTo>
                    <a:lnTo>
                      <a:pt x="15195" y="91104"/>
                    </a:lnTo>
                    <a:lnTo>
                      <a:pt x="76597" y="91104"/>
                    </a:lnTo>
                    <a:lnTo>
                      <a:pt x="78201" y="90940"/>
                    </a:lnTo>
                    <a:lnTo>
                      <a:pt x="79773" y="90613"/>
                    </a:lnTo>
                    <a:lnTo>
                      <a:pt x="81279" y="90121"/>
                    </a:lnTo>
                    <a:lnTo>
                      <a:pt x="83408" y="89204"/>
                    </a:lnTo>
                    <a:lnTo>
                      <a:pt x="85995" y="87469"/>
                    </a:lnTo>
                    <a:lnTo>
                      <a:pt x="88156" y="85275"/>
                    </a:lnTo>
                    <a:lnTo>
                      <a:pt x="89892" y="82720"/>
                    </a:lnTo>
                    <a:lnTo>
                      <a:pt x="90842" y="80592"/>
                    </a:lnTo>
                    <a:lnTo>
                      <a:pt x="91300" y="79085"/>
                    </a:lnTo>
                    <a:lnTo>
                      <a:pt x="91628" y="77514"/>
                    </a:lnTo>
                    <a:lnTo>
                      <a:pt x="91791" y="75909"/>
                    </a:lnTo>
                    <a:lnTo>
                      <a:pt x="91791" y="75090"/>
                    </a:lnTo>
                    <a:lnTo>
                      <a:pt x="9179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4" name="Google Shape;1731;p40">
                <a:extLst>
                  <a:ext uri="{FF2B5EF4-FFF2-40B4-BE49-F238E27FC236}">
                    <a16:creationId xmlns:a16="http://schemas.microsoft.com/office/drawing/2014/main" id="{7B911952-3C3C-06A3-0989-BE4F577EBA13}"/>
                  </a:ext>
                </a:extLst>
              </p:cNvPr>
              <p:cNvSpPr/>
              <p:nvPr/>
            </p:nvSpPr>
            <p:spPr>
              <a:xfrm>
                <a:off x="4597550" y="2600000"/>
                <a:ext cx="1084775" cy="1209225"/>
              </a:xfrm>
              <a:custGeom>
                <a:avLst/>
                <a:gdLst/>
                <a:ahLst/>
                <a:cxnLst/>
                <a:rect l="l" t="t" r="r" b="b"/>
                <a:pathLst>
                  <a:path w="43391" h="48369" extrusionOk="0">
                    <a:moveTo>
                      <a:pt x="21712" y="1"/>
                    </a:moveTo>
                    <a:lnTo>
                      <a:pt x="20598" y="34"/>
                    </a:lnTo>
                    <a:lnTo>
                      <a:pt x="18404" y="230"/>
                    </a:lnTo>
                    <a:lnTo>
                      <a:pt x="16276" y="656"/>
                    </a:lnTo>
                    <a:lnTo>
                      <a:pt x="14245" y="1311"/>
                    </a:lnTo>
                    <a:lnTo>
                      <a:pt x="12313" y="2130"/>
                    </a:lnTo>
                    <a:lnTo>
                      <a:pt x="10447" y="3112"/>
                    </a:lnTo>
                    <a:lnTo>
                      <a:pt x="8711" y="4291"/>
                    </a:lnTo>
                    <a:lnTo>
                      <a:pt x="7107" y="5601"/>
                    </a:lnTo>
                    <a:lnTo>
                      <a:pt x="5633" y="7074"/>
                    </a:lnTo>
                    <a:lnTo>
                      <a:pt x="4323" y="8679"/>
                    </a:lnTo>
                    <a:lnTo>
                      <a:pt x="3144" y="10382"/>
                    </a:lnTo>
                    <a:lnTo>
                      <a:pt x="2129" y="12216"/>
                    </a:lnTo>
                    <a:lnTo>
                      <a:pt x="1310" y="14148"/>
                    </a:lnTo>
                    <a:lnTo>
                      <a:pt x="688" y="16178"/>
                    </a:lnTo>
                    <a:lnTo>
                      <a:pt x="230" y="18307"/>
                    </a:lnTo>
                    <a:lnTo>
                      <a:pt x="33" y="20468"/>
                    </a:lnTo>
                    <a:lnTo>
                      <a:pt x="0" y="21581"/>
                    </a:lnTo>
                    <a:lnTo>
                      <a:pt x="0" y="44275"/>
                    </a:lnTo>
                    <a:lnTo>
                      <a:pt x="0" y="44701"/>
                    </a:lnTo>
                    <a:lnTo>
                      <a:pt x="164" y="45487"/>
                    </a:lnTo>
                    <a:lnTo>
                      <a:pt x="688" y="46568"/>
                    </a:lnTo>
                    <a:lnTo>
                      <a:pt x="1801" y="47681"/>
                    </a:lnTo>
                    <a:lnTo>
                      <a:pt x="2882" y="48172"/>
                    </a:lnTo>
                    <a:lnTo>
                      <a:pt x="3668" y="48336"/>
                    </a:lnTo>
                    <a:lnTo>
                      <a:pt x="4094" y="48369"/>
                    </a:lnTo>
                    <a:lnTo>
                      <a:pt x="4520" y="48336"/>
                    </a:lnTo>
                    <a:lnTo>
                      <a:pt x="5305" y="48172"/>
                    </a:lnTo>
                    <a:lnTo>
                      <a:pt x="6386" y="47681"/>
                    </a:lnTo>
                    <a:lnTo>
                      <a:pt x="7500" y="46568"/>
                    </a:lnTo>
                    <a:lnTo>
                      <a:pt x="8023" y="45487"/>
                    </a:lnTo>
                    <a:lnTo>
                      <a:pt x="8187" y="44701"/>
                    </a:lnTo>
                    <a:lnTo>
                      <a:pt x="8187" y="44275"/>
                    </a:lnTo>
                    <a:lnTo>
                      <a:pt x="8187" y="21581"/>
                    </a:lnTo>
                    <a:lnTo>
                      <a:pt x="8220" y="20206"/>
                    </a:lnTo>
                    <a:lnTo>
                      <a:pt x="8777" y="17586"/>
                    </a:lnTo>
                    <a:lnTo>
                      <a:pt x="9792" y="15196"/>
                    </a:lnTo>
                    <a:lnTo>
                      <a:pt x="11265" y="13034"/>
                    </a:lnTo>
                    <a:lnTo>
                      <a:pt x="13099" y="11233"/>
                    </a:lnTo>
                    <a:lnTo>
                      <a:pt x="15261" y="9792"/>
                    </a:lnTo>
                    <a:lnTo>
                      <a:pt x="17684" y="8777"/>
                    </a:lnTo>
                    <a:lnTo>
                      <a:pt x="20304" y="8221"/>
                    </a:lnTo>
                    <a:lnTo>
                      <a:pt x="21712" y="8188"/>
                    </a:lnTo>
                    <a:lnTo>
                      <a:pt x="23087" y="8221"/>
                    </a:lnTo>
                    <a:lnTo>
                      <a:pt x="25740" y="8777"/>
                    </a:lnTo>
                    <a:lnTo>
                      <a:pt x="28163" y="9792"/>
                    </a:lnTo>
                    <a:lnTo>
                      <a:pt x="30324" y="11233"/>
                    </a:lnTo>
                    <a:lnTo>
                      <a:pt x="32158" y="13034"/>
                    </a:lnTo>
                    <a:lnTo>
                      <a:pt x="33599" y="15196"/>
                    </a:lnTo>
                    <a:lnTo>
                      <a:pt x="34647" y="17586"/>
                    </a:lnTo>
                    <a:lnTo>
                      <a:pt x="35171" y="20206"/>
                    </a:lnTo>
                    <a:lnTo>
                      <a:pt x="35204" y="21581"/>
                    </a:lnTo>
                    <a:lnTo>
                      <a:pt x="35204" y="44275"/>
                    </a:lnTo>
                    <a:lnTo>
                      <a:pt x="35236" y="44701"/>
                    </a:lnTo>
                    <a:lnTo>
                      <a:pt x="35400" y="45487"/>
                    </a:lnTo>
                    <a:lnTo>
                      <a:pt x="35891" y="46568"/>
                    </a:lnTo>
                    <a:lnTo>
                      <a:pt x="37005" y="47681"/>
                    </a:lnTo>
                    <a:lnTo>
                      <a:pt x="38085" y="48172"/>
                    </a:lnTo>
                    <a:lnTo>
                      <a:pt x="38904" y="48336"/>
                    </a:lnTo>
                    <a:lnTo>
                      <a:pt x="39297" y="48369"/>
                    </a:lnTo>
                    <a:lnTo>
                      <a:pt x="39723" y="48336"/>
                    </a:lnTo>
                    <a:lnTo>
                      <a:pt x="40542" y="48172"/>
                    </a:lnTo>
                    <a:lnTo>
                      <a:pt x="41622" y="47681"/>
                    </a:lnTo>
                    <a:lnTo>
                      <a:pt x="42736" y="46568"/>
                    </a:lnTo>
                    <a:lnTo>
                      <a:pt x="43227" y="45487"/>
                    </a:lnTo>
                    <a:lnTo>
                      <a:pt x="43391" y="44701"/>
                    </a:lnTo>
                    <a:lnTo>
                      <a:pt x="43391" y="44275"/>
                    </a:lnTo>
                    <a:lnTo>
                      <a:pt x="43391" y="21581"/>
                    </a:lnTo>
                    <a:lnTo>
                      <a:pt x="43391" y="20468"/>
                    </a:lnTo>
                    <a:lnTo>
                      <a:pt x="43161" y="18307"/>
                    </a:lnTo>
                    <a:lnTo>
                      <a:pt x="42736" y="16178"/>
                    </a:lnTo>
                    <a:lnTo>
                      <a:pt x="42081" y="14148"/>
                    </a:lnTo>
                    <a:lnTo>
                      <a:pt x="41262" y="12216"/>
                    </a:lnTo>
                    <a:lnTo>
                      <a:pt x="40280" y="10382"/>
                    </a:lnTo>
                    <a:lnTo>
                      <a:pt x="39101" y="8679"/>
                    </a:lnTo>
                    <a:lnTo>
                      <a:pt x="37758" y="7074"/>
                    </a:lnTo>
                    <a:lnTo>
                      <a:pt x="36284" y="5601"/>
                    </a:lnTo>
                    <a:lnTo>
                      <a:pt x="34680" y="4291"/>
                    </a:lnTo>
                    <a:lnTo>
                      <a:pt x="32944" y="3112"/>
                    </a:lnTo>
                    <a:lnTo>
                      <a:pt x="31110" y="2130"/>
                    </a:lnTo>
                    <a:lnTo>
                      <a:pt x="29178" y="1311"/>
                    </a:lnTo>
                    <a:lnTo>
                      <a:pt x="27115" y="656"/>
                    </a:lnTo>
                    <a:lnTo>
                      <a:pt x="25019" y="230"/>
                    </a:lnTo>
                    <a:lnTo>
                      <a:pt x="22825" y="34"/>
                    </a:lnTo>
                    <a:lnTo>
                      <a:pt x="2171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40" name="Google Shape;1732;p40">
              <a:extLst>
                <a:ext uri="{FF2B5EF4-FFF2-40B4-BE49-F238E27FC236}">
                  <a16:creationId xmlns:a16="http://schemas.microsoft.com/office/drawing/2014/main" id="{379DB07A-54EB-0D0A-21EC-CBB564D071E5}"/>
                </a:ext>
              </a:extLst>
            </p:cNvPr>
            <p:cNvGrpSpPr/>
            <p:nvPr/>
          </p:nvGrpSpPr>
          <p:grpSpPr>
            <a:xfrm>
              <a:off x="5294179" y="3165708"/>
              <a:ext cx="469919" cy="440771"/>
              <a:chOff x="797463" y="4989338"/>
              <a:chExt cx="572510" cy="536998"/>
            </a:xfrm>
            <a:solidFill>
              <a:schemeClr val="accent3"/>
            </a:solidFill>
          </p:grpSpPr>
          <p:sp>
            <p:nvSpPr>
              <p:cNvPr id="45" name="Google Shape;1733;p40">
                <a:extLst>
                  <a:ext uri="{FF2B5EF4-FFF2-40B4-BE49-F238E27FC236}">
                    <a16:creationId xmlns:a16="http://schemas.microsoft.com/office/drawing/2014/main" id="{46DFAA97-BC9E-3A74-2588-6A12D5482375}"/>
                  </a:ext>
                </a:extLst>
              </p:cNvPr>
              <p:cNvSpPr/>
              <p:nvPr/>
            </p:nvSpPr>
            <p:spPr>
              <a:xfrm>
                <a:off x="1018145" y="5155722"/>
                <a:ext cx="129801" cy="95272"/>
              </a:xfrm>
              <a:custGeom>
                <a:avLst/>
                <a:gdLst/>
                <a:ahLst/>
                <a:cxnLst/>
                <a:rect l="l" t="t" r="r" b="b"/>
                <a:pathLst>
                  <a:path w="50408" h="36999" extrusionOk="0">
                    <a:moveTo>
                      <a:pt x="1" y="1"/>
                    </a:moveTo>
                    <a:lnTo>
                      <a:pt x="1" y="36999"/>
                    </a:lnTo>
                    <a:lnTo>
                      <a:pt x="50408" y="36999"/>
                    </a:lnTo>
                    <a:lnTo>
                      <a:pt x="5040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6" name="Google Shape;1734;p40">
                <a:extLst>
                  <a:ext uri="{FF2B5EF4-FFF2-40B4-BE49-F238E27FC236}">
                    <a16:creationId xmlns:a16="http://schemas.microsoft.com/office/drawing/2014/main" id="{99343E05-619B-8137-BDDA-3E6C02318EA9}"/>
                  </a:ext>
                </a:extLst>
              </p:cNvPr>
              <p:cNvSpPr/>
              <p:nvPr/>
            </p:nvSpPr>
            <p:spPr>
              <a:xfrm>
                <a:off x="880653" y="5412995"/>
                <a:ext cx="129803" cy="99207"/>
              </a:xfrm>
              <a:custGeom>
                <a:avLst/>
                <a:gdLst/>
                <a:ahLst/>
                <a:cxnLst/>
                <a:rect l="l" t="t" r="r" b="b"/>
                <a:pathLst>
                  <a:path w="50409" h="38527" extrusionOk="0">
                    <a:moveTo>
                      <a:pt x="1" y="0"/>
                    </a:moveTo>
                    <a:lnTo>
                      <a:pt x="1" y="38527"/>
                    </a:lnTo>
                    <a:lnTo>
                      <a:pt x="50408" y="38527"/>
                    </a:lnTo>
                    <a:lnTo>
                      <a:pt x="5040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7" name="Google Shape;1735;p40">
                <a:extLst>
                  <a:ext uri="{FF2B5EF4-FFF2-40B4-BE49-F238E27FC236}">
                    <a16:creationId xmlns:a16="http://schemas.microsoft.com/office/drawing/2014/main" id="{E9DA6A9B-F09F-2799-ABD3-02A541CA0569}"/>
                  </a:ext>
                </a:extLst>
              </p:cNvPr>
              <p:cNvSpPr/>
              <p:nvPr/>
            </p:nvSpPr>
            <p:spPr>
              <a:xfrm>
                <a:off x="1155728" y="5412995"/>
                <a:ext cx="129801" cy="99297"/>
              </a:xfrm>
              <a:custGeom>
                <a:avLst/>
                <a:gdLst/>
                <a:ahLst/>
                <a:cxnLst/>
                <a:rect l="l" t="t" r="r" b="b"/>
                <a:pathLst>
                  <a:path w="50408" h="38562" extrusionOk="0">
                    <a:moveTo>
                      <a:pt x="0" y="0"/>
                    </a:moveTo>
                    <a:lnTo>
                      <a:pt x="0" y="38562"/>
                    </a:lnTo>
                    <a:lnTo>
                      <a:pt x="50408" y="38562"/>
                    </a:lnTo>
                    <a:lnTo>
                      <a:pt x="5040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8" name="Google Shape;1736;p40">
                <a:extLst>
                  <a:ext uri="{FF2B5EF4-FFF2-40B4-BE49-F238E27FC236}">
                    <a16:creationId xmlns:a16="http://schemas.microsoft.com/office/drawing/2014/main" id="{59B10C7E-2A73-8920-1545-8C17AB732EE5}"/>
                  </a:ext>
                </a:extLst>
              </p:cNvPr>
              <p:cNvSpPr/>
              <p:nvPr/>
            </p:nvSpPr>
            <p:spPr>
              <a:xfrm>
                <a:off x="870008" y="5292231"/>
                <a:ext cx="151361" cy="47594"/>
              </a:xfrm>
              <a:custGeom>
                <a:avLst/>
                <a:gdLst/>
                <a:ahLst/>
                <a:cxnLst/>
                <a:rect l="l" t="t" r="r" b="b"/>
                <a:pathLst>
                  <a:path w="58781" h="18483" extrusionOk="0">
                    <a:moveTo>
                      <a:pt x="4343" y="1"/>
                    </a:moveTo>
                    <a:lnTo>
                      <a:pt x="3892" y="36"/>
                    </a:lnTo>
                    <a:lnTo>
                      <a:pt x="3058" y="209"/>
                    </a:lnTo>
                    <a:lnTo>
                      <a:pt x="1877" y="730"/>
                    </a:lnTo>
                    <a:lnTo>
                      <a:pt x="696" y="1911"/>
                    </a:lnTo>
                    <a:lnTo>
                      <a:pt x="175" y="3058"/>
                    </a:lnTo>
                    <a:lnTo>
                      <a:pt x="1" y="3926"/>
                    </a:lnTo>
                    <a:lnTo>
                      <a:pt x="1" y="4343"/>
                    </a:lnTo>
                    <a:lnTo>
                      <a:pt x="1" y="14140"/>
                    </a:lnTo>
                    <a:lnTo>
                      <a:pt x="1" y="14591"/>
                    </a:lnTo>
                    <a:lnTo>
                      <a:pt x="175" y="15460"/>
                    </a:lnTo>
                    <a:lnTo>
                      <a:pt x="696" y="16606"/>
                    </a:lnTo>
                    <a:lnTo>
                      <a:pt x="1877" y="17788"/>
                    </a:lnTo>
                    <a:lnTo>
                      <a:pt x="3058" y="18309"/>
                    </a:lnTo>
                    <a:lnTo>
                      <a:pt x="3892" y="18482"/>
                    </a:lnTo>
                    <a:lnTo>
                      <a:pt x="54889" y="18482"/>
                    </a:lnTo>
                    <a:lnTo>
                      <a:pt x="55723" y="18309"/>
                    </a:lnTo>
                    <a:lnTo>
                      <a:pt x="56870" y="17788"/>
                    </a:lnTo>
                    <a:lnTo>
                      <a:pt x="58051" y="16606"/>
                    </a:lnTo>
                    <a:lnTo>
                      <a:pt x="58572" y="15460"/>
                    </a:lnTo>
                    <a:lnTo>
                      <a:pt x="58746" y="14591"/>
                    </a:lnTo>
                    <a:lnTo>
                      <a:pt x="58780" y="14140"/>
                    </a:lnTo>
                    <a:lnTo>
                      <a:pt x="58780" y="4343"/>
                    </a:lnTo>
                    <a:lnTo>
                      <a:pt x="58746" y="3926"/>
                    </a:lnTo>
                    <a:lnTo>
                      <a:pt x="58572" y="3058"/>
                    </a:lnTo>
                    <a:lnTo>
                      <a:pt x="58051" y="1911"/>
                    </a:lnTo>
                    <a:lnTo>
                      <a:pt x="56870" y="730"/>
                    </a:lnTo>
                    <a:lnTo>
                      <a:pt x="55723" y="209"/>
                    </a:lnTo>
                    <a:lnTo>
                      <a:pt x="54889" y="36"/>
                    </a:lnTo>
                    <a:lnTo>
                      <a:pt x="54438" y="1"/>
                    </a:lnTo>
                    <a:lnTo>
                      <a:pt x="53986" y="36"/>
                    </a:lnTo>
                    <a:lnTo>
                      <a:pt x="53153" y="209"/>
                    </a:lnTo>
                    <a:lnTo>
                      <a:pt x="52006" y="730"/>
                    </a:lnTo>
                    <a:lnTo>
                      <a:pt x="50825" y="1911"/>
                    </a:lnTo>
                    <a:lnTo>
                      <a:pt x="50269" y="3058"/>
                    </a:lnTo>
                    <a:lnTo>
                      <a:pt x="50095" y="3926"/>
                    </a:lnTo>
                    <a:lnTo>
                      <a:pt x="50095" y="4343"/>
                    </a:lnTo>
                    <a:lnTo>
                      <a:pt x="50095" y="9797"/>
                    </a:lnTo>
                    <a:lnTo>
                      <a:pt x="8686" y="9797"/>
                    </a:lnTo>
                    <a:lnTo>
                      <a:pt x="8686" y="4343"/>
                    </a:lnTo>
                    <a:lnTo>
                      <a:pt x="8651" y="3926"/>
                    </a:lnTo>
                    <a:lnTo>
                      <a:pt x="8477" y="3058"/>
                    </a:lnTo>
                    <a:lnTo>
                      <a:pt x="7956" y="1911"/>
                    </a:lnTo>
                    <a:lnTo>
                      <a:pt x="6775" y="730"/>
                    </a:lnTo>
                    <a:lnTo>
                      <a:pt x="5629" y="209"/>
                    </a:lnTo>
                    <a:lnTo>
                      <a:pt x="4795" y="36"/>
                    </a:lnTo>
                    <a:lnTo>
                      <a:pt x="43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9" name="Google Shape;1737;p40">
                <a:extLst>
                  <a:ext uri="{FF2B5EF4-FFF2-40B4-BE49-F238E27FC236}">
                    <a16:creationId xmlns:a16="http://schemas.microsoft.com/office/drawing/2014/main" id="{9F68120B-1A30-38BA-E599-9C9C5E7922F5}"/>
                  </a:ext>
                </a:extLst>
              </p:cNvPr>
              <p:cNvSpPr/>
              <p:nvPr/>
            </p:nvSpPr>
            <p:spPr>
              <a:xfrm>
                <a:off x="797463" y="4989338"/>
                <a:ext cx="572510" cy="536998"/>
              </a:xfrm>
              <a:custGeom>
                <a:avLst/>
                <a:gdLst/>
                <a:ahLst/>
                <a:cxnLst/>
                <a:rect l="l" t="t" r="r" b="b"/>
                <a:pathLst>
                  <a:path w="222334" h="208543" extrusionOk="0">
                    <a:moveTo>
                      <a:pt x="156189" y="8685"/>
                    </a:moveTo>
                    <a:lnTo>
                      <a:pt x="156988" y="8755"/>
                    </a:lnTo>
                    <a:lnTo>
                      <a:pt x="158448" y="9345"/>
                    </a:lnTo>
                    <a:lnTo>
                      <a:pt x="159559" y="10457"/>
                    </a:lnTo>
                    <a:lnTo>
                      <a:pt x="160185" y="11916"/>
                    </a:lnTo>
                    <a:lnTo>
                      <a:pt x="160219" y="12750"/>
                    </a:lnTo>
                    <a:lnTo>
                      <a:pt x="160219" y="95882"/>
                    </a:lnTo>
                    <a:lnTo>
                      <a:pt x="160185" y="96715"/>
                    </a:lnTo>
                    <a:lnTo>
                      <a:pt x="159559" y="98175"/>
                    </a:lnTo>
                    <a:lnTo>
                      <a:pt x="158448" y="99251"/>
                    </a:lnTo>
                    <a:lnTo>
                      <a:pt x="156988" y="99877"/>
                    </a:lnTo>
                    <a:lnTo>
                      <a:pt x="156189" y="99946"/>
                    </a:lnTo>
                    <a:lnTo>
                      <a:pt x="66144" y="99946"/>
                    </a:lnTo>
                    <a:lnTo>
                      <a:pt x="65345" y="99877"/>
                    </a:lnTo>
                    <a:lnTo>
                      <a:pt x="63886" y="99251"/>
                    </a:lnTo>
                    <a:lnTo>
                      <a:pt x="62775" y="98175"/>
                    </a:lnTo>
                    <a:lnTo>
                      <a:pt x="62149" y="96715"/>
                    </a:lnTo>
                    <a:lnTo>
                      <a:pt x="62080" y="95882"/>
                    </a:lnTo>
                    <a:lnTo>
                      <a:pt x="62080" y="12750"/>
                    </a:lnTo>
                    <a:lnTo>
                      <a:pt x="62149" y="11916"/>
                    </a:lnTo>
                    <a:lnTo>
                      <a:pt x="62775" y="10457"/>
                    </a:lnTo>
                    <a:lnTo>
                      <a:pt x="63886" y="9345"/>
                    </a:lnTo>
                    <a:lnTo>
                      <a:pt x="65345" y="8755"/>
                    </a:lnTo>
                    <a:lnTo>
                      <a:pt x="66144" y="8685"/>
                    </a:lnTo>
                    <a:close/>
                    <a:moveTo>
                      <a:pt x="102760" y="108631"/>
                    </a:moveTo>
                    <a:lnTo>
                      <a:pt x="103594" y="108666"/>
                    </a:lnTo>
                    <a:lnTo>
                      <a:pt x="105053" y="109291"/>
                    </a:lnTo>
                    <a:lnTo>
                      <a:pt x="106164" y="110403"/>
                    </a:lnTo>
                    <a:lnTo>
                      <a:pt x="106755" y="111862"/>
                    </a:lnTo>
                    <a:lnTo>
                      <a:pt x="106824" y="112661"/>
                    </a:lnTo>
                    <a:lnTo>
                      <a:pt x="106824" y="195828"/>
                    </a:lnTo>
                    <a:lnTo>
                      <a:pt x="106755" y="196627"/>
                    </a:lnTo>
                    <a:lnTo>
                      <a:pt x="106164" y="198086"/>
                    </a:lnTo>
                    <a:lnTo>
                      <a:pt x="105053" y="199198"/>
                    </a:lnTo>
                    <a:lnTo>
                      <a:pt x="103594" y="199823"/>
                    </a:lnTo>
                    <a:lnTo>
                      <a:pt x="102760" y="199858"/>
                    </a:lnTo>
                    <a:lnTo>
                      <a:pt x="12749" y="199858"/>
                    </a:lnTo>
                    <a:lnTo>
                      <a:pt x="11916" y="199823"/>
                    </a:lnTo>
                    <a:lnTo>
                      <a:pt x="10457" y="199198"/>
                    </a:lnTo>
                    <a:lnTo>
                      <a:pt x="9345" y="198086"/>
                    </a:lnTo>
                    <a:lnTo>
                      <a:pt x="8754" y="196627"/>
                    </a:lnTo>
                    <a:lnTo>
                      <a:pt x="8685" y="195828"/>
                    </a:lnTo>
                    <a:lnTo>
                      <a:pt x="8685" y="112661"/>
                    </a:lnTo>
                    <a:lnTo>
                      <a:pt x="8754" y="111862"/>
                    </a:lnTo>
                    <a:lnTo>
                      <a:pt x="9345" y="110403"/>
                    </a:lnTo>
                    <a:lnTo>
                      <a:pt x="10457" y="109291"/>
                    </a:lnTo>
                    <a:lnTo>
                      <a:pt x="11916" y="108666"/>
                    </a:lnTo>
                    <a:lnTo>
                      <a:pt x="12749" y="108631"/>
                    </a:lnTo>
                    <a:close/>
                    <a:moveTo>
                      <a:pt x="209619" y="108631"/>
                    </a:moveTo>
                    <a:lnTo>
                      <a:pt x="210418" y="108666"/>
                    </a:lnTo>
                    <a:lnTo>
                      <a:pt x="211877" y="109291"/>
                    </a:lnTo>
                    <a:lnTo>
                      <a:pt x="212989" y="110403"/>
                    </a:lnTo>
                    <a:lnTo>
                      <a:pt x="213579" y="111862"/>
                    </a:lnTo>
                    <a:lnTo>
                      <a:pt x="213649" y="112696"/>
                    </a:lnTo>
                    <a:lnTo>
                      <a:pt x="213649" y="195793"/>
                    </a:lnTo>
                    <a:lnTo>
                      <a:pt x="213579" y="196627"/>
                    </a:lnTo>
                    <a:lnTo>
                      <a:pt x="212989" y="198086"/>
                    </a:lnTo>
                    <a:lnTo>
                      <a:pt x="211877" y="199198"/>
                    </a:lnTo>
                    <a:lnTo>
                      <a:pt x="210418" y="199823"/>
                    </a:lnTo>
                    <a:lnTo>
                      <a:pt x="209619" y="199858"/>
                    </a:lnTo>
                    <a:lnTo>
                      <a:pt x="119539" y="199858"/>
                    </a:lnTo>
                    <a:lnTo>
                      <a:pt x="118740" y="199823"/>
                    </a:lnTo>
                    <a:lnTo>
                      <a:pt x="117281" y="199198"/>
                    </a:lnTo>
                    <a:lnTo>
                      <a:pt x="116169" y="198086"/>
                    </a:lnTo>
                    <a:lnTo>
                      <a:pt x="115579" y="196627"/>
                    </a:lnTo>
                    <a:lnTo>
                      <a:pt x="115509" y="195793"/>
                    </a:lnTo>
                    <a:lnTo>
                      <a:pt x="115509" y="112696"/>
                    </a:lnTo>
                    <a:lnTo>
                      <a:pt x="115579" y="111862"/>
                    </a:lnTo>
                    <a:lnTo>
                      <a:pt x="116169" y="110403"/>
                    </a:lnTo>
                    <a:lnTo>
                      <a:pt x="117281" y="109291"/>
                    </a:lnTo>
                    <a:lnTo>
                      <a:pt x="118740" y="108666"/>
                    </a:lnTo>
                    <a:lnTo>
                      <a:pt x="119539" y="108631"/>
                    </a:lnTo>
                    <a:close/>
                    <a:moveTo>
                      <a:pt x="66144" y="0"/>
                    </a:moveTo>
                    <a:lnTo>
                      <a:pt x="64859" y="35"/>
                    </a:lnTo>
                    <a:lnTo>
                      <a:pt x="62358" y="556"/>
                    </a:lnTo>
                    <a:lnTo>
                      <a:pt x="60065" y="1529"/>
                    </a:lnTo>
                    <a:lnTo>
                      <a:pt x="58050" y="2883"/>
                    </a:lnTo>
                    <a:lnTo>
                      <a:pt x="56313" y="4620"/>
                    </a:lnTo>
                    <a:lnTo>
                      <a:pt x="54923" y="6670"/>
                    </a:lnTo>
                    <a:lnTo>
                      <a:pt x="53951" y="8963"/>
                    </a:lnTo>
                    <a:lnTo>
                      <a:pt x="53464" y="11429"/>
                    </a:lnTo>
                    <a:lnTo>
                      <a:pt x="53395" y="12750"/>
                    </a:lnTo>
                    <a:lnTo>
                      <a:pt x="53395" y="95882"/>
                    </a:lnTo>
                    <a:lnTo>
                      <a:pt x="53430" y="96924"/>
                    </a:lnTo>
                    <a:lnTo>
                      <a:pt x="53777" y="98974"/>
                    </a:lnTo>
                    <a:lnTo>
                      <a:pt x="54090" y="99946"/>
                    </a:lnTo>
                    <a:lnTo>
                      <a:pt x="12749" y="99946"/>
                    </a:lnTo>
                    <a:lnTo>
                      <a:pt x="11429" y="99981"/>
                    </a:lnTo>
                    <a:lnTo>
                      <a:pt x="8963" y="100502"/>
                    </a:lnTo>
                    <a:lnTo>
                      <a:pt x="6670" y="101475"/>
                    </a:lnTo>
                    <a:lnTo>
                      <a:pt x="4620" y="102830"/>
                    </a:lnTo>
                    <a:lnTo>
                      <a:pt x="2883" y="104567"/>
                    </a:lnTo>
                    <a:lnTo>
                      <a:pt x="1529" y="106582"/>
                    </a:lnTo>
                    <a:lnTo>
                      <a:pt x="556" y="108874"/>
                    </a:lnTo>
                    <a:lnTo>
                      <a:pt x="35" y="111376"/>
                    </a:lnTo>
                    <a:lnTo>
                      <a:pt x="0" y="112661"/>
                    </a:lnTo>
                    <a:lnTo>
                      <a:pt x="0" y="195828"/>
                    </a:lnTo>
                    <a:lnTo>
                      <a:pt x="35" y="197113"/>
                    </a:lnTo>
                    <a:lnTo>
                      <a:pt x="556" y="199615"/>
                    </a:lnTo>
                    <a:lnTo>
                      <a:pt x="1529" y="201907"/>
                    </a:lnTo>
                    <a:lnTo>
                      <a:pt x="2883" y="203922"/>
                    </a:lnTo>
                    <a:lnTo>
                      <a:pt x="4620" y="205659"/>
                    </a:lnTo>
                    <a:lnTo>
                      <a:pt x="6670" y="207049"/>
                    </a:lnTo>
                    <a:lnTo>
                      <a:pt x="8963" y="207987"/>
                    </a:lnTo>
                    <a:lnTo>
                      <a:pt x="11429" y="208508"/>
                    </a:lnTo>
                    <a:lnTo>
                      <a:pt x="12749" y="208543"/>
                    </a:lnTo>
                    <a:lnTo>
                      <a:pt x="102760" y="208543"/>
                    </a:lnTo>
                    <a:lnTo>
                      <a:pt x="103976" y="208508"/>
                    </a:lnTo>
                    <a:lnTo>
                      <a:pt x="106269" y="208091"/>
                    </a:lnTo>
                    <a:lnTo>
                      <a:pt x="108388" y="207257"/>
                    </a:lnTo>
                    <a:lnTo>
                      <a:pt x="110298" y="206111"/>
                    </a:lnTo>
                    <a:lnTo>
                      <a:pt x="111167" y="205381"/>
                    </a:lnTo>
                    <a:lnTo>
                      <a:pt x="112035" y="206111"/>
                    </a:lnTo>
                    <a:lnTo>
                      <a:pt x="113946" y="207257"/>
                    </a:lnTo>
                    <a:lnTo>
                      <a:pt x="116065" y="208091"/>
                    </a:lnTo>
                    <a:lnTo>
                      <a:pt x="118358" y="208508"/>
                    </a:lnTo>
                    <a:lnTo>
                      <a:pt x="119539" y="208543"/>
                    </a:lnTo>
                    <a:lnTo>
                      <a:pt x="209619" y="208543"/>
                    </a:lnTo>
                    <a:lnTo>
                      <a:pt x="210904" y="208508"/>
                    </a:lnTo>
                    <a:lnTo>
                      <a:pt x="213406" y="207987"/>
                    </a:lnTo>
                    <a:lnTo>
                      <a:pt x="215664" y="207014"/>
                    </a:lnTo>
                    <a:lnTo>
                      <a:pt x="217713" y="205659"/>
                    </a:lnTo>
                    <a:lnTo>
                      <a:pt x="219450" y="203922"/>
                    </a:lnTo>
                    <a:lnTo>
                      <a:pt x="220805" y="201873"/>
                    </a:lnTo>
                    <a:lnTo>
                      <a:pt x="221778" y="199580"/>
                    </a:lnTo>
                    <a:lnTo>
                      <a:pt x="222299" y="197113"/>
                    </a:lnTo>
                    <a:lnTo>
                      <a:pt x="222334" y="195793"/>
                    </a:lnTo>
                    <a:lnTo>
                      <a:pt x="222334" y="112696"/>
                    </a:lnTo>
                    <a:lnTo>
                      <a:pt x="222299" y="111376"/>
                    </a:lnTo>
                    <a:lnTo>
                      <a:pt x="221778" y="108909"/>
                    </a:lnTo>
                    <a:lnTo>
                      <a:pt x="220805" y="106616"/>
                    </a:lnTo>
                    <a:lnTo>
                      <a:pt x="219450" y="104567"/>
                    </a:lnTo>
                    <a:lnTo>
                      <a:pt x="217713" y="102830"/>
                    </a:lnTo>
                    <a:lnTo>
                      <a:pt x="215664" y="101475"/>
                    </a:lnTo>
                    <a:lnTo>
                      <a:pt x="213406" y="100502"/>
                    </a:lnTo>
                    <a:lnTo>
                      <a:pt x="210904" y="99981"/>
                    </a:lnTo>
                    <a:lnTo>
                      <a:pt x="209619" y="99946"/>
                    </a:lnTo>
                    <a:lnTo>
                      <a:pt x="168244" y="99946"/>
                    </a:lnTo>
                    <a:lnTo>
                      <a:pt x="168557" y="98974"/>
                    </a:lnTo>
                    <a:lnTo>
                      <a:pt x="168904" y="96924"/>
                    </a:lnTo>
                    <a:lnTo>
                      <a:pt x="168904" y="95882"/>
                    </a:lnTo>
                    <a:lnTo>
                      <a:pt x="168904" y="12750"/>
                    </a:lnTo>
                    <a:lnTo>
                      <a:pt x="168869" y="11429"/>
                    </a:lnTo>
                    <a:lnTo>
                      <a:pt x="168383" y="8963"/>
                    </a:lnTo>
                    <a:lnTo>
                      <a:pt x="167410" y="6670"/>
                    </a:lnTo>
                    <a:lnTo>
                      <a:pt x="166021" y="4620"/>
                    </a:lnTo>
                    <a:lnTo>
                      <a:pt x="164284" y="2883"/>
                    </a:lnTo>
                    <a:lnTo>
                      <a:pt x="162269" y="1529"/>
                    </a:lnTo>
                    <a:lnTo>
                      <a:pt x="159976" y="556"/>
                    </a:lnTo>
                    <a:lnTo>
                      <a:pt x="157475" y="35"/>
                    </a:lnTo>
                    <a:lnTo>
                      <a:pt x="156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0" name="Google Shape;1738;p40">
                <a:extLst>
                  <a:ext uri="{FF2B5EF4-FFF2-40B4-BE49-F238E27FC236}">
                    <a16:creationId xmlns:a16="http://schemas.microsoft.com/office/drawing/2014/main" id="{DFCD6784-425C-1AD1-F215-B29119F38C06}"/>
                  </a:ext>
                </a:extLst>
              </p:cNvPr>
              <p:cNvSpPr/>
              <p:nvPr/>
            </p:nvSpPr>
            <p:spPr>
              <a:xfrm>
                <a:off x="1145082" y="5292231"/>
                <a:ext cx="151358" cy="47594"/>
              </a:xfrm>
              <a:custGeom>
                <a:avLst/>
                <a:gdLst/>
                <a:ahLst/>
                <a:cxnLst/>
                <a:rect l="l" t="t" r="r" b="b"/>
                <a:pathLst>
                  <a:path w="58780" h="18483" extrusionOk="0">
                    <a:moveTo>
                      <a:pt x="4343" y="1"/>
                    </a:moveTo>
                    <a:lnTo>
                      <a:pt x="3891" y="36"/>
                    </a:lnTo>
                    <a:lnTo>
                      <a:pt x="3057" y="209"/>
                    </a:lnTo>
                    <a:lnTo>
                      <a:pt x="1876" y="730"/>
                    </a:lnTo>
                    <a:lnTo>
                      <a:pt x="695" y="1911"/>
                    </a:lnTo>
                    <a:lnTo>
                      <a:pt x="174" y="3058"/>
                    </a:lnTo>
                    <a:lnTo>
                      <a:pt x="0" y="3926"/>
                    </a:lnTo>
                    <a:lnTo>
                      <a:pt x="0" y="4343"/>
                    </a:lnTo>
                    <a:lnTo>
                      <a:pt x="0" y="14140"/>
                    </a:lnTo>
                    <a:lnTo>
                      <a:pt x="0" y="14591"/>
                    </a:lnTo>
                    <a:lnTo>
                      <a:pt x="174" y="15460"/>
                    </a:lnTo>
                    <a:lnTo>
                      <a:pt x="695" y="16606"/>
                    </a:lnTo>
                    <a:lnTo>
                      <a:pt x="1876" y="17788"/>
                    </a:lnTo>
                    <a:lnTo>
                      <a:pt x="3057" y="18309"/>
                    </a:lnTo>
                    <a:lnTo>
                      <a:pt x="3891" y="18482"/>
                    </a:lnTo>
                    <a:lnTo>
                      <a:pt x="54889" y="18482"/>
                    </a:lnTo>
                    <a:lnTo>
                      <a:pt x="55723" y="18309"/>
                    </a:lnTo>
                    <a:lnTo>
                      <a:pt x="56869" y="17788"/>
                    </a:lnTo>
                    <a:lnTo>
                      <a:pt x="58050" y="16606"/>
                    </a:lnTo>
                    <a:lnTo>
                      <a:pt x="58571" y="15460"/>
                    </a:lnTo>
                    <a:lnTo>
                      <a:pt x="58745" y="14591"/>
                    </a:lnTo>
                    <a:lnTo>
                      <a:pt x="58780" y="14140"/>
                    </a:lnTo>
                    <a:lnTo>
                      <a:pt x="58780" y="4343"/>
                    </a:lnTo>
                    <a:lnTo>
                      <a:pt x="58745" y="3926"/>
                    </a:lnTo>
                    <a:lnTo>
                      <a:pt x="58571" y="3058"/>
                    </a:lnTo>
                    <a:lnTo>
                      <a:pt x="58050" y="1911"/>
                    </a:lnTo>
                    <a:lnTo>
                      <a:pt x="56869" y="730"/>
                    </a:lnTo>
                    <a:lnTo>
                      <a:pt x="55723" y="209"/>
                    </a:lnTo>
                    <a:lnTo>
                      <a:pt x="54889" y="36"/>
                    </a:lnTo>
                    <a:lnTo>
                      <a:pt x="54437" y="1"/>
                    </a:lnTo>
                    <a:lnTo>
                      <a:pt x="53986" y="36"/>
                    </a:lnTo>
                    <a:lnTo>
                      <a:pt x="53152" y="209"/>
                    </a:lnTo>
                    <a:lnTo>
                      <a:pt x="52006" y="730"/>
                    </a:lnTo>
                    <a:lnTo>
                      <a:pt x="50824" y="1911"/>
                    </a:lnTo>
                    <a:lnTo>
                      <a:pt x="50269" y="3058"/>
                    </a:lnTo>
                    <a:lnTo>
                      <a:pt x="50095" y="3926"/>
                    </a:lnTo>
                    <a:lnTo>
                      <a:pt x="50095" y="4343"/>
                    </a:lnTo>
                    <a:lnTo>
                      <a:pt x="50095" y="9797"/>
                    </a:lnTo>
                    <a:lnTo>
                      <a:pt x="8685" y="9797"/>
                    </a:lnTo>
                    <a:lnTo>
                      <a:pt x="8685" y="4343"/>
                    </a:lnTo>
                    <a:lnTo>
                      <a:pt x="8650" y="3926"/>
                    </a:lnTo>
                    <a:lnTo>
                      <a:pt x="8477" y="3058"/>
                    </a:lnTo>
                    <a:lnTo>
                      <a:pt x="7956" y="1911"/>
                    </a:lnTo>
                    <a:lnTo>
                      <a:pt x="6775" y="730"/>
                    </a:lnTo>
                    <a:lnTo>
                      <a:pt x="5628" y="209"/>
                    </a:lnTo>
                    <a:lnTo>
                      <a:pt x="4794" y="36"/>
                    </a:lnTo>
                    <a:lnTo>
                      <a:pt x="43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1" name="Google Shape;1739;p40">
                <a:extLst>
                  <a:ext uri="{FF2B5EF4-FFF2-40B4-BE49-F238E27FC236}">
                    <a16:creationId xmlns:a16="http://schemas.microsoft.com/office/drawing/2014/main" id="{6F5A2E1D-39EC-59F9-B461-978D6298D9B8}"/>
                  </a:ext>
                </a:extLst>
              </p:cNvPr>
              <p:cNvSpPr/>
              <p:nvPr/>
            </p:nvSpPr>
            <p:spPr>
              <a:xfrm>
                <a:off x="1007500" y="5034960"/>
                <a:ext cx="151361" cy="47591"/>
              </a:xfrm>
              <a:custGeom>
                <a:avLst/>
                <a:gdLst/>
                <a:ahLst/>
                <a:cxnLst/>
                <a:rect l="l" t="t" r="r" b="b"/>
                <a:pathLst>
                  <a:path w="58781" h="18482" extrusionOk="0">
                    <a:moveTo>
                      <a:pt x="3892" y="0"/>
                    </a:moveTo>
                    <a:lnTo>
                      <a:pt x="3058" y="174"/>
                    </a:lnTo>
                    <a:lnTo>
                      <a:pt x="1911" y="695"/>
                    </a:lnTo>
                    <a:lnTo>
                      <a:pt x="730" y="1876"/>
                    </a:lnTo>
                    <a:lnTo>
                      <a:pt x="209" y="3023"/>
                    </a:lnTo>
                    <a:lnTo>
                      <a:pt x="35" y="3891"/>
                    </a:lnTo>
                    <a:lnTo>
                      <a:pt x="1" y="4343"/>
                    </a:lnTo>
                    <a:lnTo>
                      <a:pt x="1" y="14139"/>
                    </a:lnTo>
                    <a:lnTo>
                      <a:pt x="35" y="14591"/>
                    </a:lnTo>
                    <a:lnTo>
                      <a:pt x="209" y="15425"/>
                    </a:lnTo>
                    <a:lnTo>
                      <a:pt x="730" y="16571"/>
                    </a:lnTo>
                    <a:lnTo>
                      <a:pt x="1911" y="17752"/>
                    </a:lnTo>
                    <a:lnTo>
                      <a:pt x="3058" y="18273"/>
                    </a:lnTo>
                    <a:lnTo>
                      <a:pt x="3892" y="18447"/>
                    </a:lnTo>
                    <a:lnTo>
                      <a:pt x="4343" y="18482"/>
                    </a:lnTo>
                    <a:lnTo>
                      <a:pt x="54438" y="18482"/>
                    </a:lnTo>
                    <a:lnTo>
                      <a:pt x="54889" y="18447"/>
                    </a:lnTo>
                    <a:lnTo>
                      <a:pt x="55758" y="18273"/>
                    </a:lnTo>
                    <a:lnTo>
                      <a:pt x="56904" y="17752"/>
                    </a:lnTo>
                    <a:lnTo>
                      <a:pt x="58085" y="16571"/>
                    </a:lnTo>
                    <a:lnTo>
                      <a:pt x="58606" y="15425"/>
                    </a:lnTo>
                    <a:lnTo>
                      <a:pt x="58780" y="14591"/>
                    </a:lnTo>
                    <a:lnTo>
                      <a:pt x="58780" y="14139"/>
                    </a:lnTo>
                    <a:lnTo>
                      <a:pt x="58780" y="4343"/>
                    </a:lnTo>
                    <a:lnTo>
                      <a:pt x="58780" y="3891"/>
                    </a:lnTo>
                    <a:lnTo>
                      <a:pt x="58606" y="3023"/>
                    </a:lnTo>
                    <a:lnTo>
                      <a:pt x="58085" y="1876"/>
                    </a:lnTo>
                    <a:lnTo>
                      <a:pt x="56904" y="695"/>
                    </a:lnTo>
                    <a:lnTo>
                      <a:pt x="55758" y="174"/>
                    </a:lnTo>
                    <a:lnTo>
                      <a:pt x="54889" y="0"/>
                    </a:lnTo>
                    <a:lnTo>
                      <a:pt x="54021" y="0"/>
                    </a:lnTo>
                    <a:lnTo>
                      <a:pt x="53152" y="174"/>
                    </a:lnTo>
                    <a:lnTo>
                      <a:pt x="52006" y="695"/>
                    </a:lnTo>
                    <a:lnTo>
                      <a:pt x="50825" y="1876"/>
                    </a:lnTo>
                    <a:lnTo>
                      <a:pt x="50304" y="3023"/>
                    </a:lnTo>
                    <a:lnTo>
                      <a:pt x="50130" y="3891"/>
                    </a:lnTo>
                    <a:lnTo>
                      <a:pt x="50095" y="4343"/>
                    </a:lnTo>
                    <a:lnTo>
                      <a:pt x="50095" y="9797"/>
                    </a:lnTo>
                    <a:lnTo>
                      <a:pt x="8686" y="9797"/>
                    </a:lnTo>
                    <a:lnTo>
                      <a:pt x="8686" y="4343"/>
                    </a:lnTo>
                    <a:lnTo>
                      <a:pt x="8686" y="3891"/>
                    </a:lnTo>
                    <a:lnTo>
                      <a:pt x="8512" y="3023"/>
                    </a:lnTo>
                    <a:lnTo>
                      <a:pt x="7991" y="1876"/>
                    </a:lnTo>
                    <a:lnTo>
                      <a:pt x="6810" y="695"/>
                    </a:lnTo>
                    <a:lnTo>
                      <a:pt x="5629" y="174"/>
                    </a:lnTo>
                    <a:lnTo>
                      <a:pt x="479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41" name="Google Shape;1740;p40">
              <a:extLst>
                <a:ext uri="{FF2B5EF4-FFF2-40B4-BE49-F238E27FC236}">
                  <a16:creationId xmlns:a16="http://schemas.microsoft.com/office/drawing/2014/main" id="{85D9078B-6A36-DCB6-D117-732F1010AE50}"/>
                </a:ext>
              </a:extLst>
            </p:cNvPr>
            <p:cNvGrpSpPr/>
            <p:nvPr/>
          </p:nvGrpSpPr>
          <p:grpSpPr>
            <a:xfrm>
              <a:off x="7615522" y="4790403"/>
              <a:ext cx="464525" cy="431139"/>
              <a:chOff x="7510693" y="4715999"/>
              <a:chExt cx="1125461" cy="1044572"/>
            </a:xfrm>
            <a:solidFill>
              <a:schemeClr val="accent4"/>
            </a:solidFill>
          </p:grpSpPr>
          <p:sp>
            <p:nvSpPr>
              <p:cNvPr id="42" name="Google Shape;1741;p40">
                <a:extLst>
                  <a:ext uri="{FF2B5EF4-FFF2-40B4-BE49-F238E27FC236}">
                    <a16:creationId xmlns:a16="http://schemas.microsoft.com/office/drawing/2014/main" id="{CCF826E5-7E2F-8CC7-F508-00E1F9BE6376}"/>
                  </a:ext>
                </a:extLst>
              </p:cNvPr>
              <p:cNvSpPr/>
              <p:nvPr/>
            </p:nvSpPr>
            <p:spPr>
              <a:xfrm>
                <a:off x="7510693" y="4715999"/>
                <a:ext cx="1125461" cy="1044572"/>
              </a:xfrm>
              <a:custGeom>
                <a:avLst/>
                <a:gdLst/>
                <a:ahLst/>
                <a:cxnLst/>
                <a:rect l="l" t="t" r="r" b="b"/>
                <a:pathLst>
                  <a:path w="209583" h="194520" extrusionOk="0">
                    <a:moveTo>
                      <a:pt x="142942" y="8188"/>
                    </a:moveTo>
                    <a:lnTo>
                      <a:pt x="144907" y="8220"/>
                    </a:lnTo>
                    <a:lnTo>
                      <a:pt x="148804" y="8613"/>
                    </a:lnTo>
                    <a:lnTo>
                      <a:pt x="152537" y="9367"/>
                    </a:lnTo>
                    <a:lnTo>
                      <a:pt x="156172" y="10513"/>
                    </a:lnTo>
                    <a:lnTo>
                      <a:pt x="159610" y="11954"/>
                    </a:lnTo>
                    <a:lnTo>
                      <a:pt x="162885" y="13755"/>
                    </a:lnTo>
                    <a:lnTo>
                      <a:pt x="165963" y="15818"/>
                    </a:lnTo>
                    <a:lnTo>
                      <a:pt x="168812" y="18176"/>
                    </a:lnTo>
                    <a:lnTo>
                      <a:pt x="171432" y="20795"/>
                    </a:lnTo>
                    <a:lnTo>
                      <a:pt x="173757" y="23644"/>
                    </a:lnTo>
                    <a:lnTo>
                      <a:pt x="175853" y="26723"/>
                    </a:lnTo>
                    <a:lnTo>
                      <a:pt x="177621" y="29997"/>
                    </a:lnTo>
                    <a:lnTo>
                      <a:pt x="179095" y="33436"/>
                    </a:lnTo>
                    <a:lnTo>
                      <a:pt x="180208" y="37071"/>
                    </a:lnTo>
                    <a:lnTo>
                      <a:pt x="180994" y="40804"/>
                    </a:lnTo>
                    <a:lnTo>
                      <a:pt x="181387" y="44701"/>
                    </a:lnTo>
                    <a:lnTo>
                      <a:pt x="181420" y="46666"/>
                    </a:lnTo>
                    <a:lnTo>
                      <a:pt x="181387" y="48336"/>
                    </a:lnTo>
                    <a:lnTo>
                      <a:pt x="181125" y="51643"/>
                    </a:lnTo>
                    <a:lnTo>
                      <a:pt x="180569" y="54853"/>
                    </a:lnTo>
                    <a:lnTo>
                      <a:pt x="179750" y="57996"/>
                    </a:lnTo>
                    <a:lnTo>
                      <a:pt x="178702" y="61009"/>
                    </a:lnTo>
                    <a:lnTo>
                      <a:pt x="177392" y="63924"/>
                    </a:lnTo>
                    <a:lnTo>
                      <a:pt x="175853" y="66707"/>
                    </a:lnTo>
                    <a:lnTo>
                      <a:pt x="174117" y="69327"/>
                    </a:lnTo>
                    <a:lnTo>
                      <a:pt x="172153" y="71816"/>
                    </a:lnTo>
                    <a:lnTo>
                      <a:pt x="169991" y="74141"/>
                    </a:lnTo>
                    <a:lnTo>
                      <a:pt x="167633" y="76269"/>
                    </a:lnTo>
                    <a:lnTo>
                      <a:pt x="165112" y="78201"/>
                    </a:lnTo>
                    <a:lnTo>
                      <a:pt x="162427" y="79904"/>
                    </a:lnTo>
                    <a:lnTo>
                      <a:pt x="159545" y="81411"/>
                    </a:lnTo>
                    <a:lnTo>
                      <a:pt x="156565" y="82688"/>
                    </a:lnTo>
                    <a:lnTo>
                      <a:pt x="153421" y="83736"/>
                    </a:lnTo>
                    <a:lnTo>
                      <a:pt x="151784" y="84129"/>
                    </a:lnTo>
                    <a:lnTo>
                      <a:pt x="151031" y="84358"/>
                    </a:lnTo>
                    <a:lnTo>
                      <a:pt x="149753" y="85275"/>
                    </a:lnTo>
                    <a:lnTo>
                      <a:pt x="149295" y="85897"/>
                    </a:lnTo>
                    <a:lnTo>
                      <a:pt x="142942" y="95754"/>
                    </a:lnTo>
                    <a:lnTo>
                      <a:pt x="136589" y="85897"/>
                    </a:lnTo>
                    <a:lnTo>
                      <a:pt x="136098" y="85275"/>
                    </a:lnTo>
                    <a:lnTo>
                      <a:pt x="134821" y="84358"/>
                    </a:lnTo>
                    <a:lnTo>
                      <a:pt x="134067" y="84129"/>
                    </a:lnTo>
                    <a:lnTo>
                      <a:pt x="132463" y="83736"/>
                    </a:lnTo>
                    <a:lnTo>
                      <a:pt x="129319" y="82688"/>
                    </a:lnTo>
                    <a:lnTo>
                      <a:pt x="126306" y="81411"/>
                    </a:lnTo>
                    <a:lnTo>
                      <a:pt x="123457" y="79904"/>
                    </a:lnTo>
                    <a:lnTo>
                      <a:pt x="120772" y="78201"/>
                    </a:lnTo>
                    <a:lnTo>
                      <a:pt x="118218" y="76269"/>
                    </a:lnTo>
                    <a:lnTo>
                      <a:pt x="115893" y="74141"/>
                    </a:lnTo>
                    <a:lnTo>
                      <a:pt x="113731" y="71816"/>
                    </a:lnTo>
                    <a:lnTo>
                      <a:pt x="111767" y="69327"/>
                    </a:lnTo>
                    <a:lnTo>
                      <a:pt x="109998" y="66707"/>
                    </a:lnTo>
                    <a:lnTo>
                      <a:pt x="108492" y="63924"/>
                    </a:lnTo>
                    <a:lnTo>
                      <a:pt x="107182" y="61009"/>
                    </a:lnTo>
                    <a:lnTo>
                      <a:pt x="106134" y="57996"/>
                    </a:lnTo>
                    <a:lnTo>
                      <a:pt x="105315" y="54853"/>
                    </a:lnTo>
                    <a:lnTo>
                      <a:pt x="104759" y="51643"/>
                    </a:lnTo>
                    <a:lnTo>
                      <a:pt x="104464" y="48336"/>
                    </a:lnTo>
                    <a:lnTo>
                      <a:pt x="104464" y="46666"/>
                    </a:lnTo>
                    <a:lnTo>
                      <a:pt x="104497" y="44701"/>
                    </a:lnTo>
                    <a:lnTo>
                      <a:pt x="104890" y="40804"/>
                    </a:lnTo>
                    <a:lnTo>
                      <a:pt x="105643" y="37071"/>
                    </a:lnTo>
                    <a:lnTo>
                      <a:pt x="106789" y="33436"/>
                    </a:lnTo>
                    <a:lnTo>
                      <a:pt x="108230" y="29997"/>
                    </a:lnTo>
                    <a:lnTo>
                      <a:pt x="110031" y="26723"/>
                    </a:lnTo>
                    <a:lnTo>
                      <a:pt x="112094" y="23644"/>
                    </a:lnTo>
                    <a:lnTo>
                      <a:pt x="114452" y="20795"/>
                    </a:lnTo>
                    <a:lnTo>
                      <a:pt x="117072" y="18176"/>
                    </a:lnTo>
                    <a:lnTo>
                      <a:pt x="119921" y="15818"/>
                    </a:lnTo>
                    <a:lnTo>
                      <a:pt x="122999" y="13755"/>
                    </a:lnTo>
                    <a:lnTo>
                      <a:pt x="126274" y="11954"/>
                    </a:lnTo>
                    <a:lnTo>
                      <a:pt x="129712" y="10513"/>
                    </a:lnTo>
                    <a:lnTo>
                      <a:pt x="133314" y="9367"/>
                    </a:lnTo>
                    <a:lnTo>
                      <a:pt x="137080" y="8613"/>
                    </a:lnTo>
                    <a:lnTo>
                      <a:pt x="140944" y="8220"/>
                    </a:lnTo>
                    <a:lnTo>
                      <a:pt x="142942" y="8188"/>
                    </a:lnTo>
                    <a:close/>
                    <a:moveTo>
                      <a:pt x="50496" y="86356"/>
                    </a:moveTo>
                    <a:lnTo>
                      <a:pt x="52690" y="86388"/>
                    </a:lnTo>
                    <a:lnTo>
                      <a:pt x="56948" y="86814"/>
                    </a:lnTo>
                    <a:lnTo>
                      <a:pt x="61074" y="87665"/>
                    </a:lnTo>
                    <a:lnTo>
                      <a:pt x="65036" y="88910"/>
                    </a:lnTo>
                    <a:lnTo>
                      <a:pt x="68835" y="90514"/>
                    </a:lnTo>
                    <a:lnTo>
                      <a:pt x="72437" y="92479"/>
                    </a:lnTo>
                    <a:lnTo>
                      <a:pt x="75810" y="94739"/>
                    </a:lnTo>
                    <a:lnTo>
                      <a:pt x="78954" y="97326"/>
                    </a:lnTo>
                    <a:lnTo>
                      <a:pt x="81836" y="100208"/>
                    </a:lnTo>
                    <a:lnTo>
                      <a:pt x="84423" y="103351"/>
                    </a:lnTo>
                    <a:lnTo>
                      <a:pt x="86682" y="106724"/>
                    </a:lnTo>
                    <a:lnTo>
                      <a:pt x="88647" y="110327"/>
                    </a:lnTo>
                    <a:lnTo>
                      <a:pt x="90252" y="114125"/>
                    </a:lnTo>
                    <a:lnTo>
                      <a:pt x="91496" y="118088"/>
                    </a:lnTo>
                    <a:lnTo>
                      <a:pt x="92347" y="122214"/>
                    </a:lnTo>
                    <a:lnTo>
                      <a:pt x="92773" y="126504"/>
                    </a:lnTo>
                    <a:lnTo>
                      <a:pt x="92806" y="128665"/>
                    </a:lnTo>
                    <a:lnTo>
                      <a:pt x="92806" y="130499"/>
                    </a:lnTo>
                    <a:lnTo>
                      <a:pt x="92478" y="134134"/>
                    </a:lnTo>
                    <a:lnTo>
                      <a:pt x="91889" y="137671"/>
                    </a:lnTo>
                    <a:lnTo>
                      <a:pt x="90972" y="141109"/>
                    </a:lnTo>
                    <a:lnTo>
                      <a:pt x="89826" y="144449"/>
                    </a:lnTo>
                    <a:lnTo>
                      <a:pt x="88385" y="147658"/>
                    </a:lnTo>
                    <a:lnTo>
                      <a:pt x="86715" y="150704"/>
                    </a:lnTo>
                    <a:lnTo>
                      <a:pt x="84783" y="153586"/>
                    </a:lnTo>
                    <a:lnTo>
                      <a:pt x="82621" y="156337"/>
                    </a:lnTo>
                    <a:lnTo>
                      <a:pt x="80264" y="158858"/>
                    </a:lnTo>
                    <a:lnTo>
                      <a:pt x="77677" y="161216"/>
                    </a:lnTo>
                    <a:lnTo>
                      <a:pt x="74893" y="163344"/>
                    </a:lnTo>
                    <a:lnTo>
                      <a:pt x="71913" y="165244"/>
                    </a:lnTo>
                    <a:lnTo>
                      <a:pt x="68769" y="166881"/>
                    </a:lnTo>
                    <a:lnTo>
                      <a:pt x="65495" y="168289"/>
                    </a:lnTo>
                    <a:lnTo>
                      <a:pt x="62023" y="169403"/>
                    </a:lnTo>
                    <a:lnTo>
                      <a:pt x="60222" y="169861"/>
                    </a:lnTo>
                    <a:lnTo>
                      <a:pt x="59469" y="170090"/>
                    </a:lnTo>
                    <a:lnTo>
                      <a:pt x="58192" y="171007"/>
                    </a:lnTo>
                    <a:lnTo>
                      <a:pt x="57734" y="171630"/>
                    </a:lnTo>
                    <a:lnTo>
                      <a:pt x="50496" y="182862"/>
                    </a:lnTo>
                    <a:lnTo>
                      <a:pt x="43259" y="171630"/>
                    </a:lnTo>
                    <a:lnTo>
                      <a:pt x="42801" y="171007"/>
                    </a:lnTo>
                    <a:lnTo>
                      <a:pt x="41524" y="170090"/>
                    </a:lnTo>
                    <a:lnTo>
                      <a:pt x="40770" y="169861"/>
                    </a:lnTo>
                    <a:lnTo>
                      <a:pt x="38969" y="169403"/>
                    </a:lnTo>
                    <a:lnTo>
                      <a:pt x="35531" y="168289"/>
                    </a:lnTo>
                    <a:lnTo>
                      <a:pt x="32223" y="166881"/>
                    </a:lnTo>
                    <a:lnTo>
                      <a:pt x="29080" y="165244"/>
                    </a:lnTo>
                    <a:lnTo>
                      <a:pt x="26100" y="163344"/>
                    </a:lnTo>
                    <a:lnTo>
                      <a:pt x="23349" y="161216"/>
                    </a:lnTo>
                    <a:lnTo>
                      <a:pt x="20762" y="158858"/>
                    </a:lnTo>
                    <a:lnTo>
                      <a:pt x="18371" y="156337"/>
                    </a:lnTo>
                    <a:lnTo>
                      <a:pt x="16210" y="153586"/>
                    </a:lnTo>
                    <a:lnTo>
                      <a:pt x="14311" y="150704"/>
                    </a:lnTo>
                    <a:lnTo>
                      <a:pt x="12608" y="147658"/>
                    </a:lnTo>
                    <a:lnTo>
                      <a:pt x="11200" y="144449"/>
                    </a:lnTo>
                    <a:lnTo>
                      <a:pt x="10021" y="141109"/>
                    </a:lnTo>
                    <a:lnTo>
                      <a:pt x="9136" y="137671"/>
                    </a:lnTo>
                    <a:lnTo>
                      <a:pt x="8514" y="134134"/>
                    </a:lnTo>
                    <a:lnTo>
                      <a:pt x="8220" y="130499"/>
                    </a:lnTo>
                    <a:lnTo>
                      <a:pt x="8187" y="128665"/>
                    </a:lnTo>
                    <a:lnTo>
                      <a:pt x="8220" y="126504"/>
                    </a:lnTo>
                    <a:lnTo>
                      <a:pt x="8645" y="122214"/>
                    </a:lnTo>
                    <a:lnTo>
                      <a:pt x="9497" y="118088"/>
                    </a:lnTo>
                    <a:lnTo>
                      <a:pt x="10741" y="114125"/>
                    </a:lnTo>
                    <a:lnTo>
                      <a:pt x="12346" y="110327"/>
                    </a:lnTo>
                    <a:lnTo>
                      <a:pt x="14311" y="106724"/>
                    </a:lnTo>
                    <a:lnTo>
                      <a:pt x="16603" y="103351"/>
                    </a:lnTo>
                    <a:lnTo>
                      <a:pt x="19190" y="100208"/>
                    </a:lnTo>
                    <a:lnTo>
                      <a:pt x="22039" y="97326"/>
                    </a:lnTo>
                    <a:lnTo>
                      <a:pt x="25183" y="94739"/>
                    </a:lnTo>
                    <a:lnTo>
                      <a:pt x="28556" y="92479"/>
                    </a:lnTo>
                    <a:lnTo>
                      <a:pt x="32158" y="90514"/>
                    </a:lnTo>
                    <a:lnTo>
                      <a:pt x="35957" y="88910"/>
                    </a:lnTo>
                    <a:lnTo>
                      <a:pt x="39919" y="87665"/>
                    </a:lnTo>
                    <a:lnTo>
                      <a:pt x="44078" y="86814"/>
                    </a:lnTo>
                    <a:lnTo>
                      <a:pt x="48335" y="86388"/>
                    </a:lnTo>
                    <a:lnTo>
                      <a:pt x="50496" y="86356"/>
                    </a:lnTo>
                    <a:close/>
                    <a:moveTo>
                      <a:pt x="142942" y="1"/>
                    </a:moveTo>
                    <a:lnTo>
                      <a:pt x="140519" y="34"/>
                    </a:lnTo>
                    <a:lnTo>
                      <a:pt x="135836" y="525"/>
                    </a:lnTo>
                    <a:lnTo>
                      <a:pt x="131284" y="1442"/>
                    </a:lnTo>
                    <a:lnTo>
                      <a:pt x="126896" y="2817"/>
                    </a:lnTo>
                    <a:lnTo>
                      <a:pt x="122704" y="4586"/>
                    </a:lnTo>
                    <a:lnTo>
                      <a:pt x="118742" y="6747"/>
                    </a:lnTo>
                    <a:lnTo>
                      <a:pt x="115009" y="9268"/>
                    </a:lnTo>
                    <a:lnTo>
                      <a:pt x="111570" y="12117"/>
                    </a:lnTo>
                    <a:lnTo>
                      <a:pt x="108394" y="15294"/>
                    </a:lnTo>
                    <a:lnTo>
                      <a:pt x="105545" y="18765"/>
                    </a:lnTo>
                    <a:lnTo>
                      <a:pt x="103023" y="22466"/>
                    </a:lnTo>
                    <a:lnTo>
                      <a:pt x="100862" y="26428"/>
                    </a:lnTo>
                    <a:lnTo>
                      <a:pt x="99093" y="30620"/>
                    </a:lnTo>
                    <a:lnTo>
                      <a:pt x="97718" y="35008"/>
                    </a:lnTo>
                    <a:lnTo>
                      <a:pt x="96801" y="39560"/>
                    </a:lnTo>
                    <a:lnTo>
                      <a:pt x="96310" y="44275"/>
                    </a:lnTo>
                    <a:lnTo>
                      <a:pt x="96277" y="46666"/>
                    </a:lnTo>
                    <a:lnTo>
                      <a:pt x="96310" y="48663"/>
                    </a:lnTo>
                    <a:lnTo>
                      <a:pt x="96637" y="52593"/>
                    </a:lnTo>
                    <a:lnTo>
                      <a:pt x="97292" y="56457"/>
                    </a:lnTo>
                    <a:lnTo>
                      <a:pt x="98275" y="60289"/>
                    </a:lnTo>
                    <a:lnTo>
                      <a:pt x="99585" y="63989"/>
                    </a:lnTo>
                    <a:lnTo>
                      <a:pt x="101189" y="67559"/>
                    </a:lnTo>
                    <a:lnTo>
                      <a:pt x="103089" y="70997"/>
                    </a:lnTo>
                    <a:lnTo>
                      <a:pt x="105283" y="74272"/>
                    </a:lnTo>
                    <a:lnTo>
                      <a:pt x="106494" y="75844"/>
                    </a:lnTo>
                    <a:lnTo>
                      <a:pt x="107673" y="77285"/>
                    </a:lnTo>
                    <a:lnTo>
                      <a:pt x="110195" y="79937"/>
                    </a:lnTo>
                    <a:lnTo>
                      <a:pt x="112913" y="82393"/>
                    </a:lnTo>
                    <a:lnTo>
                      <a:pt x="115794" y="84653"/>
                    </a:lnTo>
                    <a:lnTo>
                      <a:pt x="118840" y="86650"/>
                    </a:lnTo>
                    <a:lnTo>
                      <a:pt x="122049" y="88419"/>
                    </a:lnTo>
                    <a:lnTo>
                      <a:pt x="125389" y="89925"/>
                    </a:lnTo>
                    <a:lnTo>
                      <a:pt x="128795" y="91169"/>
                    </a:lnTo>
                    <a:lnTo>
                      <a:pt x="130564" y="91693"/>
                    </a:lnTo>
                    <a:lnTo>
                      <a:pt x="139471" y="105480"/>
                    </a:lnTo>
                    <a:lnTo>
                      <a:pt x="139471" y="105513"/>
                    </a:lnTo>
                    <a:lnTo>
                      <a:pt x="139766" y="105938"/>
                    </a:lnTo>
                    <a:lnTo>
                      <a:pt x="140519" y="106626"/>
                    </a:lnTo>
                    <a:lnTo>
                      <a:pt x="141403" y="107117"/>
                    </a:lnTo>
                    <a:lnTo>
                      <a:pt x="142385" y="107379"/>
                    </a:lnTo>
                    <a:lnTo>
                      <a:pt x="142909" y="107412"/>
                    </a:lnTo>
                    <a:lnTo>
                      <a:pt x="192620" y="107412"/>
                    </a:lnTo>
                    <a:lnTo>
                      <a:pt x="193471" y="107445"/>
                    </a:lnTo>
                    <a:lnTo>
                      <a:pt x="195141" y="107772"/>
                    </a:lnTo>
                    <a:lnTo>
                      <a:pt x="196680" y="108394"/>
                    </a:lnTo>
                    <a:lnTo>
                      <a:pt x="198056" y="109279"/>
                    </a:lnTo>
                    <a:lnTo>
                      <a:pt x="199267" y="110359"/>
                    </a:lnTo>
                    <a:lnTo>
                      <a:pt x="200217" y="111702"/>
                    </a:lnTo>
                    <a:lnTo>
                      <a:pt x="200937" y="113176"/>
                    </a:lnTo>
                    <a:lnTo>
                      <a:pt x="201330" y="114813"/>
                    </a:lnTo>
                    <a:lnTo>
                      <a:pt x="201396" y="115664"/>
                    </a:lnTo>
                    <a:lnTo>
                      <a:pt x="201396" y="116581"/>
                    </a:lnTo>
                    <a:lnTo>
                      <a:pt x="201101" y="118317"/>
                    </a:lnTo>
                    <a:lnTo>
                      <a:pt x="200479" y="119889"/>
                    </a:lnTo>
                    <a:lnTo>
                      <a:pt x="199562" y="121330"/>
                    </a:lnTo>
                    <a:lnTo>
                      <a:pt x="198383" y="122541"/>
                    </a:lnTo>
                    <a:lnTo>
                      <a:pt x="197008" y="123491"/>
                    </a:lnTo>
                    <a:lnTo>
                      <a:pt x="195436" y="124179"/>
                    </a:lnTo>
                    <a:lnTo>
                      <a:pt x="193733" y="124539"/>
                    </a:lnTo>
                    <a:lnTo>
                      <a:pt x="192816" y="124572"/>
                    </a:lnTo>
                    <a:lnTo>
                      <a:pt x="132954" y="124572"/>
                    </a:lnTo>
                    <a:lnTo>
                      <a:pt x="132070" y="124604"/>
                    </a:lnTo>
                    <a:lnTo>
                      <a:pt x="130302" y="124768"/>
                    </a:lnTo>
                    <a:lnTo>
                      <a:pt x="128631" y="125128"/>
                    </a:lnTo>
                    <a:lnTo>
                      <a:pt x="126961" y="125620"/>
                    </a:lnTo>
                    <a:lnTo>
                      <a:pt x="125389" y="126274"/>
                    </a:lnTo>
                    <a:lnTo>
                      <a:pt x="123916" y="127093"/>
                    </a:lnTo>
                    <a:lnTo>
                      <a:pt x="122508" y="128010"/>
                    </a:lnTo>
                    <a:lnTo>
                      <a:pt x="121198" y="129091"/>
                    </a:lnTo>
                    <a:lnTo>
                      <a:pt x="119986" y="130270"/>
                    </a:lnTo>
                    <a:lnTo>
                      <a:pt x="118905" y="131547"/>
                    </a:lnTo>
                    <a:lnTo>
                      <a:pt x="117923" y="132922"/>
                    </a:lnTo>
                    <a:lnTo>
                      <a:pt x="117104" y="134396"/>
                    </a:lnTo>
                    <a:lnTo>
                      <a:pt x="116449" y="135968"/>
                    </a:lnTo>
                    <a:lnTo>
                      <a:pt x="115925" y="137605"/>
                    </a:lnTo>
                    <a:lnTo>
                      <a:pt x="115565" y="139275"/>
                    </a:lnTo>
                    <a:lnTo>
                      <a:pt x="115402" y="141011"/>
                    </a:lnTo>
                    <a:lnTo>
                      <a:pt x="115402" y="141928"/>
                    </a:lnTo>
                    <a:lnTo>
                      <a:pt x="115402" y="142779"/>
                    </a:lnTo>
                    <a:lnTo>
                      <a:pt x="115598" y="144482"/>
                    </a:lnTo>
                    <a:lnTo>
                      <a:pt x="115925" y="146152"/>
                    </a:lnTo>
                    <a:lnTo>
                      <a:pt x="116449" y="147789"/>
                    </a:lnTo>
                    <a:lnTo>
                      <a:pt x="117104" y="149329"/>
                    </a:lnTo>
                    <a:lnTo>
                      <a:pt x="117923" y="150835"/>
                    </a:lnTo>
                    <a:lnTo>
                      <a:pt x="118873" y="152243"/>
                    </a:lnTo>
                    <a:lnTo>
                      <a:pt x="119986" y="153553"/>
                    </a:lnTo>
                    <a:lnTo>
                      <a:pt x="120608" y="154175"/>
                    </a:lnTo>
                    <a:lnTo>
                      <a:pt x="121231" y="154732"/>
                    </a:lnTo>
                    <a:lnTo>
                      <a:pt x="122573" y="155813"/>
                    </a:lnTo>
                    <a:lnTo>
                      <a:pt x="123981" y="156697"/>
                    </a:lnTo>
                    <a:lnTo>
                      <a:pt x="125488" y="157483"/>
                    </a:lnTo>
                    <a:lnTo>
                      <a:pt x="127060" y="158072"/>
                    </a:lnTo>
                    <a:lnTo>
                      <a:pt x="128697" y="158563"/>
                    </a:lnTo>
                    <a:lnTo>
                      <a:pt x="130334" y="158858"/>
                    </a:lnTo>
                    <a:lnTo>
                      <a:pt x="132037" y="159022"/>
                    </a:lnTo>
                    <a:lnTo>
                      <a:pt x="175493" y="159022"/>
                    </a:lnTo>
                    <a:lnTo>
                      <a:pt x="176835" y="159087"/>
                    </a:lnTo>
                    <a:lnTo>
                      <a:pt x="179488" y="159546"/>
                    </a:lnTo>
                    <a:lnTo>
                      <a:pt x="181944" y="160528"/>
                    </a:lnTo>
                    <a:lnTo>
                      <a:pt x="184204" y="161969"/>
                    </a:lnTo>
                    <a:lnTo>
                      <a:pt x="185219" y="162853"/>
                    </a:lnTo>
                    <a:lnTo>
                      <a:pt x="186201" y="163868"/>
                    </a:lnTo>
                    <a:lnTo>
                      <a:pt x="187740" y="166128"/>
                    </a:lnTo>
                    <a:lnTo>
                      <a:pt x="188788" y="168650"/>
                    </a:lnTo>
                    <a:lnTo>
                      <a:pt x="189345" y="171368"/>
                    </a:lnTo>
                    <a:lnTo>
                      <a:pt x="189378" y="172776"/>
                    </a:lnTo>
                    <a:lnTo>
                      <a:pt x="189378" y="172972"/>
                    </a:lnTo>
                    <a:lnTo>
                      <a:pt x="189345" y="174282"/>
                    </a:lnTo>
                    <a:lnTo>
                      <a:pt x="188886" y="176804"/>
                    </a:lnTo>
                    <a:lnTo>
                      <a:pt x="187937" y="179194"/>
                    </a:lnTo>
                    <a:lnTo>
                      <a:pt x="186561" y="181388"/>
                    </a:lnTo>
                    <a:lnTo>
                      <a:pt x="185710" y="182338"/>
                    </a:lnTo>
                    <a:lnTo>
                      <a:pt x="184728" y="183255"/>
                    </a:lnTo>
                    <a:lnTo>
                      <a:pt x="182566" y="184761"/>
                    </a:lnTo>
                    <a:lnTo>
                      <a:pt x="180176" y="185776"/>
                    </a:lnTo>
                    <a:lnTo>
                      <a:pt x="177589" y="186300"/>
                    </a:lnTo>
                    <a:lnTo>
                      <a:pt x="176279" y="186333"/>
                    </a:lnTo>
                    <a:lnTo>
                      <a:pt x="57995" y="186333"/>
                    </a:lnTo>
                    <a:lnTo>
                      <a:pt x="63759" y="177426"/>
                    </a:lnTo>
                    <a:lnTo>
                      <a:pt x="65658" y="176869"/>
                    </a:lnTo>
                    <a:lnTo>
                      <a:pt x="69392" y="175526"/>
                    </a:lnTo>
                    <a:lnTo>
                      <a:pt x="73026" y="173889"/>
                    </a:lnTo>
                    <a:lnTo>
                      <a:pt x="76498" y="171990"/>
                    </a:lnTo>
                    <a:lnTo>
                      <a:pt x="79805" y="169796"/>
                    </a:lnTo>
                    <a:lnTo>
                      <a:pt x="82949" y="167372"/>
                    </a:lnTo>
                    <a:lnTo>
                      <a:pt x="85896" y="164687"/>
                    </a:lnTo>
                    <a:lnTo>
                      <a:pt x="88647" y="161805"/>
                    </a:lnTo>
                    <a:lnTo>
                      <a:pt x="89924" y="160233"/>
                    </a:lnTo>
                    <a:lnTo>
                      <a:pt x="91234" y="158563"/>
                    </a:lnTo>
                    <a:lnTo>
                      <a:pt x="93625" y="154994"/>
                    </a:lnTo>
                    <a:lnTo>
                      <a:pt x="95688" y="151293"/>
                    </a:lnTo>
                    <a:lnTo>
                      <a:pt x="97423" y="147397"/>
                    </a:lnTo>
                    <a:lnTo>
                      <a:pt x="98831" y="143401"/>
                    </a:lnTo>
                    <a:lnTo>
                      <a:pt x="99879" y="139275"/>
                    </a:lnTo>
                    <a:lnTo>
                      <a:pt x="100600" y="135084"/>
                    </a:lnTo>
                    <a:lnTo>
                      <a:pt x="100960" y="130826"/>
                    </a:lnTo>
                    <a:lnTo>
                      <a:pt x="100993" y="128665"/>
                    </a:lnTo>
                    <a:lnTo>
                      <a:pt x="100960" y="126078"/>
                    </a:lnTo>
                    <a:lnTo>
                      <a:pt x="100436" y="120969"/>
                    </a:lnTo>
                    <a:lnTo>
                      <a:pt x="99421" y="116057"/>
                    </a:lnTo>
                    <a:lnTo>
                      <a:pt x="97947" y="111309"/>
                    </a:lnTo>
                    <a:lnTo>
                      <a:pt x="96048" y="106790"/>
                    </a:lnTo>
                    <a:lnTo>
                      <a:pt x="93690" y="102500"/>
                    </a:lnTo>
                    <a:lnTo>
                      <a:pt x="90972" y="98439"/>
                    </a:lnTo>
                    <a:lnTo>
                      <a:pt x="87894" y="94706"/>
                    </a:lnTo>
                    <a:lnTo>
                      <a:pt x="84455" y="91268"/>
                    </a:lnTo>
                    <a:lnTo>
                      <a:pt x="80722" y="88189"/>
                    </a:lnTo>
                    <a:lnTo>
                      <a:pt x="76694" y="85471"/>
                    </a:lnTo>
                    <a:lnTo>
                      <a:pt x="72372" y="83146"/>
                    </a:lnTo>
                    <a:lnTo>
                      <a:pt x="67852" y="81214"/>
                    </a:lnTo>
                    <a:lnTo>
                      <a:pt x="63104" y="79741"/>
                    </a:lnTo>
                    <a:lnTo>
                      <a:pt x="58192" y="78725"/>
                    </a:lnTo>
                    <a:lnTo>
                      <a:pt x="53116" y="78201"/>
                    </a:lnTo>
                    <a:lnTo>
                      <a:pt x="50496" y="78169"/>
                    </a:lnTo>
                    <a:lnTo>
                      <a:pt x="47909" y="78201"/>
                    </a:lnTo>
                    <a:lnTo>
                      <a:pt x="42801" y="78725"/>
                    </a:lnTo>
                    <a:lnTo>
                      <a:pt x="37889" y="79741"/>
                    </a:lnTo>
                    <a:lnTo>
                      <a:pt x="33140" y="81214"/>
                    </a:lnTo>
                    <a:lnTo>
                      <a:pt x="28621" y="83146"/>
                    </a:lnTo>
                    <a:lnTo>
                      <a:pt x="24331" y="85471"/>
                    </a:lnTo>
                    <a:lnTo>
                      <a:pt x="20303" y="88189"/>
                    </a:lnTo>
                    <a:lnTo>
                      <a:pt x="16537" y="91268"/>
                    </a:lnTo>
                    <a:lnTo>
                      <a:pt x="13132" y="94706"/>
                    </a:lnTo>
                    <a:lnTo>
                      <a:pt x="10021" y="98439"/>
                    </a:lnTo>
                    <a:lnTo>
                      <a:pt x="7303" y="102500"/>
                    </a:lnTo>
                    <a:lnTo>
                      <a:pt x="4978" y="106790"/>
                    </a:lnTo>
                    <a:lnTo>
                      <a:pt x="3046" y="111309"/>
                    </a:lnTo>
                    <a:lnTo>
                      <a:pt x="1572" y="116057"/>
                    </a:lnTo>
                    <a:lnTo>
                      <a:pt x="557" y="120969"/>
                    </a:lnTo>
                    <a:lnTo>
                      <a:pt x="33" y="126078"/>
                    </a:lnTo>
                    <a:lnTo>
                      <a:pt x="0" y="128665"/>
                    </a:lnTo>
                    <a:lnTo>
                      <a:pt x="33" y="130826"/>
                    </a:lnTo>
                    <a:lnTo>
                      <a:pt x="393" y="135084"/>
                    </a:lnTo>
                    <a:lnTo>
                      <a:pt x="1113" y="139275"/>
                    </a:lnTo>
                    <a:lnTo>
                      <a:pt x="2194" y="143401"/>
                    </a:lnTo>
                    <a:lnTo>
                      <a:pt x="3602" y="147397"/>
                    </a:lnTo>
                    <a:lnTo>
                      <a:pt x="5338" y="151293"/>
                    </a:lnTo>
                    <a:lnTo>
                      <a:pt x="7401" y="154994"/>
                    </a:lnTo>
                    <a:lnTo>
                      <a:pt x="9759" y="158563"/>
                    </a:lnTo>
                    <a:lnTo>
                      <a:pt x="11101" y="160233"/>
                    </a:lnTo>
                    <a:lnTo>
                      <a:pt x="12346" y="161805"/>
                    </a:lnTo>
                    <a:lnTo>
                      <a:pt x="15097" y="164687"/>
                    </a:lnTo>
                    <a:lnTo>
                      <a:pt x="18044" y="167372"/>
                    </a:lnTo>
                    <a:lnTo>
                      <a:pt x="21188" y="169796"/>
                    </a:lnTo>
                    <a:lnTo>
                      <a:pt x="24528" y="171990"/>
                    </a:lnTo>
                    <a:lnTo>
                      <a:pt x="27999" y="173889"/>
                    </a:lnTo>
                    <a:lnTo>
                      <a:pt x="31601" y="175526"/>
                    </a:lnTo>
                    <a:lnTo>
                      <a:pt x="35334" y="176869"/>
                    </a:lnTo>
                    <a:lnTo>
                      <a:pt x="37266" y="177426"/>
                    </a:lnTo>
                    <a:lnTo>
                      <a:pt x="47025" y="192588"/>
                    </a:lnTo>
                    <a:lnTo>
                      <a:pt x="47058" y="192621"/>
                    </a:lnTo>
                    <a:lnTo>
                      <a:pt x="47058" y="192653"/>
                    </a:lnTo>
                    <a:lnTo>
                      <a:pt x="47353" y="193079"/>
                    </a:lnTo>
                    <a:lnTo>
                      <a:pt x="48106" y="193767"/>
                    </a:lnTo>
                    <a:lnTo>
                      <a:pt x="48990" y="194258"/>
                    </a:lnTo>
                    <a:lnTo>
                      <a:pt x="49972" y="194487"/>
                    </a:lnTo>
                    <a:lnTo>
                      <a:pt x="50496" y="194520"/>
                    </a:lnTo>
                    <a:lnTo>
                      <a:pt x="177327" y="194520"/>
                    </a:lnTo>
                    <a:lnTo>
                      <a:pt x="179390" y="194323"/>
                    </a:lnTo>
                    <a:lnTo>
                      <a:pt x="181420" y="193898"/>
                    </a:lnTo>
                    <a:lnTo>
                      <a:pt x="183385" y="193341"/>
                    </a:lnTo>
                    <a:lnTo>
                      <a:pt x="185284" y="192555"/>
                    </a:lnTo>
                    <a:lnTo>
                      <a:pt x="187085" y="191605"/>
                    </a:lnTo>
                    <a:lnTo>
                      <a:pt x="188821" y="190459"/>
                    </a:lnTo>
                    <a:lnTo>
                      <a:pt x="190426" y="189149"/>
                    </a:lnTo>
                    <a:lnTo>
                      <a:pt x="191179" y="188429"/>
                    </a:lnTo>
                    <a:lnTo>
                      <a:pt x="191965" y="187643"/>
                    </a:lnTo>
                    <a:lnTo>
                      <a:pt x="193340" y="185973"/>
                    </a:lnTo>
                    <a:lnTo>
                      <a:pt x="194519" y="184204"/>
                    </a:lnTo>
                    <a:lnTo>
                      <a:pt x="195534" y="182305"/>
                    </a:lnTo>
                    <a:lnTo>
                      <a:pt x="196320" y="180308"/>
                    </a:lnTo>
                    <a:lnTo>
                      <a:pt x="196942" y="178244"/>
                    </a:lnTo>
                    <a:lnTo>
                      <a:pt x="197368" y="176116"/>
                    </a:lnTo>
                    <a:lnTo>
                      <a:pt x="197564" y="173955"/>
                    </a:lnTo>
                    <a:lnTo>
                      <a:pt x="197564" y="172874"/>
                    </a:lnTo>
                    <a:lnTo>
                      <a:pt x="197564" y="172776"/>
                    </a:lnTo>
                    <a:lnTo>
                      <a:pt x="197564" y="171662"/>
                    </a:lnTo>
                    <a:lnTo>
                      <a:pt x="197335" y="169501"/>
                    </a:lnTo>
                    <a:lnTo>
                      <a:pt x="196942" y="167405"/>
                    </a:lnTo>
                    <a:lnTo>
                      <a:pt x="196320" y="165342"/>
                    </a:lnTo>
                    <a:lnTo>
                      <a:pt x="195501" y="163377"/>
                    </a:lnTo>
                    <a:lnTo>
                      <a:pt x="194519" y="161511"/>
                    </a:lnTo>
                    <a:lnTo>
                      <a:pt x="193307" y="159709"/>
                    </a:lnTo>
                    <a:lnTo>
                      <a:pt x="191932" y="158039"/>
                    </a:lnTo>
                    <a:lnTo>
                      <a:pt x="191179" y="157253"/>
                    </a:lnTo>
                    <a:lnTo>
                      <a:pt x="190393" y="156500"/>
                    </a:lnTo>
                    <a:lnTo>
                      <a:pt x="188723" y="155125"/>
                    </a:lnTo>
                    <a:lnTo>
                      <a:pt x="186954" y="153946"/>
                    </a:lnTo>
                    <a:lnTo>
                      <a:pt x="185088" y="152931"/>
                    </a:lnTo>
                    <a:lnTo>
                      <a:pt x="183123" y="152112"/>
                    </a:lnTo>
                    <a:lnTo>
                      <a:pt x="181093" y="151490"/>
                    </a:lnTo>
                    <a:lnTo>
                      <a:pt x="178997" y="151064"/>
                    </a:lnTo>
                    <a:lnTo>
                      <a:pt x="176835" y="150868"/>
                    </a:lnTo>
                    <a:lnTo>
                      <a:pt x="175755" y="150835"/>
                    </a:lnTo>
                    <a:lnTo>
                      <a:pt x="131906" y="150835"/>
                    </a:lnTo>
                    <a:lnTo>
                      <a:pt x="130203" y="150507"/>
                    </a:lnTo>
                    <a:lnTo>
                      <a:pt x="128566" y="149885"/>
                    </a:lnTo>
                    <a:lnTo>
                      <a:pt x="127060" y="148968"/>
                    </a:lnTo>
                    <a:lnTo>
                      <a:pt x="126405" y="148379"/>
                    </a:lnTo>
                    <a:lnTo>
                      <a:pt x="125717" y="147691"/>
                    </a:lnTo>
                    <a:lnTo>
                      <a:pt x="124669" y="146152"/>
                    </a:lnTo>
                    <a:lnTo>
                      <a:pt x="123949" y="144416"/>
                    </a:lnTo>
                    <a:lnTo>
                      <a:pt x="123588" y="142550"/>
                    </a:lnTo>
                    <a:lnTo>
                      <a:pt x="123588" y="141600"/>
                    </a:lnTo>
                    <a:lnTo>
                      <a:pt x="123621" y="140683"/>
                    </a:lnTo>
                    <a:lnTo>
                      <a:pt x="124047" y="138948"/>
                    </a:lnTo>
                    <a:lnTo>
                      <a:pt x="124767" y="137343"/>
                    </a:lnTo>
                    <a:lnTo>
                      <a:pt x="125782" y="135935"/>
                    </a:lnTo>
                    <a:lnTo>
                      <a:pt x="127027" y="134756"/>
                    </a:lnTo>
                    <a:lnTo>
                      <a:pt x="128500" y="133806"/>
                    </a:lnTo>
                    <a:lnTo>
                      <a:pt x="130138" y="133151"/>
                    </a:lnTo>
                    <a:lnTo>
                      <a:pt x="131906" y="132791"/>
                    </a:lnTo>
                    <a:lnTo>
                      <a:pt x="132823" y="132758"/>
                    </a:lnTo>
                    <a:lnTo>
                      <a:pt x="193373" y="132758"/>
                    </a:lnTo>
                    <a:lnTo>
                      <a:pt x="195043" y="132595"/>
                    </a:lnTo>
                    <a:lnTo>
                      <a:pt x="196680" y="132267"/>
                    </a:lnTo>
                    <a:lnTo>
                      <a:pt x="198252" y="131776"/>
                    </a:lnTo>
                    <a:lnTo>
                      <a:pt x="200479" y="130826"/>
                    </a:lnTo>
                    <a:lnTo>
                      <a:pt x="203197" y="129091"/>
                    </a:lnTo>
                    <a:lnTo>
                      <a:pt x="205522" y="126864"/>
                    </a:lnTo>
                    <a:lnTo>
                      <a:pt x="206963" y="124932"/>
                    </a:lnTo>
                    <a:lnTo>
                      <a:pt x="207749" y="123556"/>
                    </a:lnTo>
                    <a:lnTo>
                      <a:pt x="208437" y="122083"/>
                    </a:lnTo>
                    <a:lnTo>
                      <a:pt x="208961" y="120544"/>
                    </a:lnTo>
                    <a:lnTo>
                      <a:pt x="209321" y="118906"/>
                    </a:lnTo>
                    <a:lnTo>
                      <a:pt x="209550" y="117269"/>
                    </a:lnTo>
                    <a:lnTo>
                      <a:pt x="209583" y="116385"/>
                    </a:lnTo>
                    <a:lnTo>
                      <a:pt x="209583" y="115533"/>
                    </a:lnTo>
                    <a:lnTo>
                      <a:pt x="209452" y="113798"/>
                    </a:lnTo>
                    <a:lnTo>
                      <a:pt x="209124" y="112128"/>
                    </a:lnTo>
                    <a:lnTo>
                      <a:pt x="208666" y="110523"/>
                    </a:lnTo>
                    <a:lnTo>
                      <a:pt x="208044" y="108984"/>
                    </a:lnTo>
                    <a:lnTo>
                      <a:pt x="207290" y="107510"/>
                    </a:lnTo>
                    <a:lnTo>
                      <a:pt x="206374" y="106135"/>
                    </a:lnTo>
                    <a:lnTo>
                      <a:pt x="205358" y="104858"/>
                    </a:lnTo>
                    <a:lnTo>
                      <a:pt x="204212" y="103712"/>
                    </a:lnTo>
                    <a:lnTo>
                      <a:pt x="202968" y="102664"/>
                    </a:lnTo>
                    <a:lnTo>
                      <a:pt x="201625" y="101714"/>
                    </a:lnTo>
                    <a:lnTo>
                      <a:pt x="200184" y="100928"/>
                    </a:lnTo>
                    <a:lnTo>
                      <a:pt x="198645" y="100273"/>
                    </a:lnTo>
                    <a:lnTo>
                      <a:pt x="197073" y="99782"/>
                    </a:lnTo>
                    <a:lnTo>
                      <a:pt x="195403" y="99422"/>
                    </a:lnTo>
                    <a:lnTo>
                      <a:pt x="193700" y="99258"/>
                    </a:lnTo>
                    <a:lnTo>
                      <a:pt x="192816" y="99225"/>
                    </a:lnTo>
                    <a:lnTo>
                      <a:pt x="150441" y="99225"/>
                    </a:lnTo>
                    <a:lnTo>
                      <a:pt x="155288" y="91693"/>
                    </a:lnTo>
                    <a:lnTo>
                      <a:pt x="157056" y="91169"/>
                    </a:lnTo>
                    <a:lnTo>
                      <a:pt x="160495" y="89925"/>
                    </a:lnTo>
                    <a:lnTo>
                      <a:pt x="163802" y="88419"/>
                    </a:lnTo>
                    <a:lnTo>
                      <a:pt x="167011" y="86650"/>
                    </a:lnTo>
                    <a:lnTo>
                      <a:pt x="170057" y="84653"/>
                    </a:lnTo>
                    <a:lnTo>
                      <a:pt x="172971" y="82393"/>
                    </a:lnTo>
                    <a:lnTo>
                      <a:pt x="175657" y="79937"/>
                    </a:lnTo>
                    <a:lnTo>
                      <a:pt x="178178" y="77285"/>
                    </a:lnTo>
                    <a:lnTo>
                      <a:pt x="179357" y="75844"/>
                    </a:lnTo>
                    <a:lnTo>
                      <a:pt x="180569" y="74272"/>
                    </a:lnTo>
                    <a:lnTo>
                      <a:pt x="182763" y="70997"/>
                    </a:lnTo>
                    <a:lnTo>
                      <a:pt x="184662" y="67559"/>
                    </a:lnTo>
                    <a:lnTo>
                      <a:pt x="186267" y="63989"/>
                    </a:lnTo>
                    <a:lnTo>
                      <a:pt x="187577" y="60289"/>
                    </a:lnTo>
                    <a:lnTo>
                      <a:pt x="188559" y="56457"/>
                    </a:lnTo>
                    <a:lnTo>
                      <a:pt x="189247" y="52593"/>
                    </a:lnTo>
                    <a:lnTo>
                      <a:pt x="189574" y="48663"/>
                    </a:lnTo>
                    <a:lnTo>
                      <a:pt x="189607" y="46666"/>
                    </a:lnTo>
                    <a:lnTo>
                      <a:pt x="189574" y="44275"/>
                    </a:lnTo>
                    <a:lnTo>
                      <a:pt x="189083" y="39560"/>
                    </a:lnTo>
                    <a:lnTo>
                      <a:pt x="188133" y="35008"/>
                    </a:lnTo>
                    <a:lnTo>
                      <a:pt x="186791" y="30620"/>
                    </a:lnTo>
                    <a:lnTo>
                      <a:pt x="185022" y="26428"/>
                    </a:lnTo>
                    <a:lnTo>
                      <a:pt x="182861" y="22466"/>
                    </a:lnTo>
                    <a:lnTo>
                      <a:pt x="180339" y="18765"/>
                    </a:lnTo>
                    <a:lnTo>
                      <a:pt x="177490" y="15294"/>
                    </a:lnTo>
                    <a:lnTo>
                      <a:pt x="174314" y="12117"/>
                    </a:lnTo>
                    <a:lnTo>
                      <a:pt x="170843" y="9268"/>
                    </a:lnTo>
                    <a:lnTo>
                      <a:pt x="167110" y="6747"/>
                    </a:lnTo>
                    <a:lnTo>
                      <a:pt x="163147" y="4586"/>
                    </a:lnTo>
                    <a:lnTo>
                      <a:pt x="158955" y="2817"/>
                    </a:lnTo>
                    <a:lnTo>
                      <a:pt x="154600" y="1442"/>
                    </a:lnTo>
                    <a:lnTo>
                      <a:pt x="150048" y="525"/>
                    </a:lnTo>
                    <a:lnTo>
                      <a:pt x="145333" y="34"/>
                    </a:lnTo>
                    <a:lnTo>
                      <a:pt x="1429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3" name="Google Shape;1742;p40">
                <a:extLst>
                  <a:ext uri="{FF2B5EF4-FFF2-40B4-BE49-F238E27FC236}">
                    <a16:creationId xmlns:a16="http://schemas.microsoft.com/office/drawing/2014/main" id="{423ABB4D-76D4-46E9-196B-68332B7889B5}"/>
                  </a:ext>
                </a:extLst>
              </p:cNvPr>
              <p:cNvSpPr/>
              <p:nvPr/>
            </p:nvSpPr>
            <p:spPr>
              <a:xfrm>
                <a:off x="7640825" y="5265893"/>
                <a:ext cx="282070" cy="282075"/>
              </a:xfrm>
              <a:custGeom>
                <a:avLst/>
                <a:gdLst/>
                <a:ahLst/>
                <a:cxnLst/>
                <a:rect l="l" t="t" r="r" b="b"/>
                <a:pathLst>
                  <a:path w="52527" h="52528" extrusionOk="0">
                    <a:moveTo>
                      <a:pt x="24921" y="1"/>
                    </a:moveTo>
                    <a:lnTo>
                      <a:pt x="22268" y="295"/>
                    </a:lnTo>
                    <a:lnTo>
                      <a:pt x="19714" y="819"/>
                    </a:lnTo>
                    <a:lnTo>
                      <a:pt x="17225" y="1573"/>
                    </a:lnTo>
                    <a:lnTo>
                      <a:pt x="14867" y="2588"/>
                    </a:lnTo>
                    <a:lnTo>
                      <a:pt x="12640" y="3799"/>
                    </a:lnTo>
                    <a:lnTo>
                      <a:pt x="10545" y="5208"/>
                    </a:lnTo>
                    <a:lnTo>
                      <a:pt x="8613" y="6812"/>
                    </a:lnTo>
                    <a:lnTo>
                      <a:pt x="6811" y="8580"/>
                    </a:lnTo>
                    <a:lnTo>
                      <a:pt x="5207" y="10545"/>
                    </a:lnTo>
                    <a:lnTo>
                      <a:pt x="3799" y="12641"/>
                    </a:lnTo>
                    <a:lnTo>
                      <a:pt x="2587" y="14868"/>
                    </a:lnTo>
                    <a:lnTo>
                      <a:pt x="1572" y="17226"/>
                    </a:lnTo>
                    <a:lnTo>
                      <a:pt x="819" y="19682"/>
                    </a:lnTo>
                    <a:lnTo>
                      <a:pt x="295" y="22269"/>
                    </a:lnTo>
                    <a:lnTo>
                      <a:pt x="33" y="24921"/>
                    </a:lnTo>
                    <a:lnTo>
                      <a:pt x="0" y="26264"/>
                    </a:lnTo>
                    <a:lnTo>
                      <a:pt x="33" y="27607"/>
                    </a:lnTo>
                    <a:lnTo>
                      <a:pt x="295" y="30259"/>
                    </a:lnTo>
                    <a:lnTo>
                      <a:pt x="819" y="32846"/>
                    </a:lnTo>
                    <a:lnTo>
                      <a:pt x="1572" y="35302"/>
                    </a:lnTo>
                    <a:lnTo>
                      <a:pt x="2587" y="37660"/>
                    </a:lnTo>
                    <a:lnTo>
                      <a:pt x="3799" y="39887"/>
                    </a:lnTo>
                    <a:lnTo>
                      <a:pt x="5207" y="41983"/>
                    </a:lnTo>
                    <a:lnTo>
                      <a:pt x="6811" y="43948"/>
                    </a:lnTo>
                    <a:lnTo>
                      <a:pt x="8613" y="45716"/>
                    </a:lnTo>
                    <a:lnTo>
                      <a:pt x="10545" y="47321"/>
                    </a:lnTo>
                    <a:lnTo>
                      <a:pt x="12640" y="48761"/>
                    </a:lnTo>
                    <a:lnTo>
                      <a:pt x="14867" y="49973"/>
                    </a:lnTo>
                    <a:lnTo>
                      <a:pt x="17225" y="50956"/>
                    </a:lnTo>
                    <a:lnTo>
                      <a:pt x="19714" y="51709"/>
                    </a:lnTo>
                    <a:lnTo>
                      <a:pt x="22268" y="52233"/>
                    </a:lnTo>
                    <a:lnTo>
                      <a:pt x="24921" y="52527"/>
                    </a:lnTo>
                    <a:lnTo>
                      <a:pt x="27639" y="52527"/>
                    </a:lnTo>
                    <a:lnTo>
                      <a:pt x="30259" y="52233"/>
                    </a:lnTo>
                    <a:lnTo>
                      <a:pt x="32846" y="51709"/>
                    </a:lnTo>
                    <a:lnTo>
                      <a:pt x="35302" y="50956"/>
                    </a:lnTo>
                    <a:lnTo>
                      <a:pt x="37659" y="49973"/>
                    </a:lnTo>
                    <a:lnTo>
                      <a:pt x="39886" y="48761"/>
                    </a:lnTo>
                    <a:lnTo>
                      <a:pt x="41982" y="47321"/>
                    </a:lnTo>
                    <a:lnTo>
                      <a:pt x="43947" y="45716"/>
                    </a:lnTo>
                    <a:lnTo>
                      <a:pt x="45715" y="43948"/>
                    </a:lnTo>
                    <a:lnTo>
                      <a:pt x="47320" y="41983"/>
                    </a:lnTo>
                    <a:lnTo>
                      <a:pt x="48761" y="39887"/>
                    </a:lnTo>
                    <a:lnTo>
                      <a:pt x="49972" y="37660"/>
                    </a:lnTo>
                    <a:lnTo>
                      <a:pt x="50955" y="35302"/>
                    </a:lnTo>
                    <a:lnTo>
                      <a:pt x="51708" y="32846"/>
                    </a:lnTo>
                    <a:lnTo>
                      <a:pt x="52232" y="30259"/>
                    </a:lnTo>
                    <a:lnTo>
                      <a:pt x="52527" y="27607"/>
                    </a:lnTo>
                    <a:lnTo>
                      <a:pt x="52527" y="26264"/>
                    </a:lnTo>
                    <a:lnTo>
                      <a:pt x="52527" y="24921"/>
                    </a:lnTo>
                    <a:lnTo>
                      <a:pt x="52232" y="22269"/>
                    </a:lnTo>
                    <a:lnTo>
                      <a:pt x="51708" y="19682"/>
                    </a:lnTo>
                    <a:lnTo>
                      <a:pt x="50955" y="17226"/>
                    </a:lnTo>
                    <a:lnTo>
                      <a:pt x="49972" y="14868"/>
                    </a:lnTo>
                    <a:lnTo>
                      <a:pt x="48761" y="12641"/>
                    </a:lnTo>
                    <a:lnTo>
                      <a:pt x="47320" y="10545"/>
                    </a:lnTo>
                    <a:lnTo>
                      <a:pt x="45715" y="8580"/>
                    </a:lnTo>
                    <a:lnTo>
                      <a:pt x="43947" y="6812"/>
                    </a:lnTo>
                    <a:lnTo>
                      <a:pt x="41982" y="5208"/>
                    </a:lnTo>
                    <a:lnTo>
                      <a:pt x="39886" y="3799"/>
                    </a:lnTo>
                    <a:lnTo>
                      <a:pt x="37659" y="2588"/>
                    </a:lnTo>
                    <a:lnTo>
                      <a:pt x="35302" y="1573"/>
                    </a:lnTo>
                    <a:lnTo>
                      <a:pt x="32846" y="819"/>
                    </a:lnTo>
                    <a:lnTo>
                      <a:pt x="30259" y="295"/>
                    </a:lnTo>
                    <a:lnTo>
                      <a:pt x="2763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4" name="Google Shape;1743;p40">
                <a:extLst>
                  <a:ext uri="{FF2B5EF4-FFF2-40B4-BE49-F238E27FC236}">
                    <a16:creationId xmlns:a16="http://schemas.microsoft.com/office/drawing/2014/main" id="{FDBC4D16-EBFF-EB92-B273-F1512305602E}"/>
                  </a:ext>
                </a:extLst>
              </p:cNvPr>
              <p:cNvSpPr/>
              <p:nvPr/>
            </p:nvSpPr>
            <p:spPr>
              <a:xfrm>
                <a:off x="8148859" y="4837163"/>
                <a:ext cx="258861" cy="258861"/>
              </a:xfrm>
              <a:custGeom>
                <a:avLst/>
                <a:gdLst/>
                <a:ahLst/>
                <a:cxnLst/>
                <a:rect l="l" t="t" r="r" b="b"/>
                <a:pathLst>
                  <a:path w="48205" h="48205" extrusionOk="0">
                    <a:moveTo>
                      <a:pt x="24103" y="1"/>
                    </a:moveTo>
                    <a:lnTo>
                      <a:pt x="22859" y="34"/>
                    </a:lnTo>
                    <a:lnTo>
                      <a:pt x="20435" y="263"/>
                    </a:lnTo>
                    <a:lnTo>
                      <a:pt x="18077" y="754"/>
                    </a:lnTo>
                    <a:lnTo>
                      <a:pt x="15818" y="1442"/>
                    </a:lnTo>
                    <a:lnTo>
                      <a:pt x="13657" y="2359"/>
                    </a:lnTo>
                    <a:lnTo>
                      <a:pt x="11594" y="3472"/>
                    </a:lnTo>
                    <a:lnTo>
                      <a:pt x="9661" y="4782"/>
                    </a:lnTo>
                    <a:lnTo>
                      <a:pt x="7893" y="6256"/>
                    </a:lnTo>
                    <a:lnTo>
                      <a:pt x="6256" y="7893"/>
                    </a:lnTo>
                    <a:lnTo>
                      <a:pt x="4782" y="9694"/>
                    </a:lnTo>
                    <a:lnTo>
                      <a:pt x="3472" y="11593"/>
                    </a:lnTo>
                    <a:lnTo>
                      <a:pt x="2359" y="13656"/>
                    </a:lnTo>
                    <a:lnTo>
                      <a:pt x="1442" y="15818"/>
                    </a:lnTo>
                    <a:lnTo>
                      <a:pt x="754" y="18077"/>
                    </a:lnTo>
                    <a:lnTo>
                      <a:pt x="263" y="20435"/>
                    </a:lnTo>
                    <a:lnTo>
                      <a:pt x="1" y="22858"/>
                    </a:lnTo>
                    <a:lnTo>
                      <a:pt x="1" y="24103"/>
                    </a:lnTo>
                    <a:lnTo>
                      <a:pt x="1" y="25347"/>
                    </a:lnTo>
                    <a:lnTo>
                      <a:pt x="263" y="27770"/>
                    </a:lnTo>
                    <a:lnTo>
                      <a:pt x="754" y="30128"/>
                    </a:lnTo>
                    <a:lnTo>
                      <a:pt x="1442" y="32388"/>
                    </a:lnTo>
                    <a:lnTo>
                      <a:pt x="2359" y="34549"/>
                    </a:lnTo>
                    <a:lnTo>
                      <a:pt x="3472" y="36612"/>
                    </a:lnTo>
                    <a:lnTo>
                      <a:pt x="4782" y="38544"/>
                    </a:lnTo>
                    <a:lnTo>
                      <a:pt x="6256" y="40313"/>
                    </a:lnTo>
                    <a:lnTo>
                      <a:pt x="7893" y="41950"/>
                    </a:lnTo>
                    <a:lnTo>
                      <a:pt x="9661" y="43424"/>
                    </a:lnTo>
                    <a:lnTo>
                      <a:pt x="11594" y="44734"/>
                    </a:lnTo>
                    <a:lnTo>
                      <a:pt x="13657" y="45847"/>
                    </a:lnTo>
                    <a:lnTo>
                      <a:pt x="15818" y="46764"/>
                    </a:lnTo>
                    <a:lnTo>
                      <a:pt x="18077" y="47452"/>
                    </a:lnTo>
                    <a:lnTo>
                      <a:pt x="20435" y="47943"/>
                    </a:lnTo>
                    <a:lnTo>
                      <a:pt x="22859" y="48172"/>
                    </a:lnTo>
                    <a:lnTo>
                      <a:pt x="24103" y="48205"/>
                    </a:lnTo>
                    <a:lnTo>
                      <a:pt x="25347" y="48172"/>
                    </a:lnTo>
                    <a:lnTo>
                      <a:pt x="27771" y="47943"/>
                    </a:lnTo>
                    <a:lnTo>
                      <a:pt x="30128" y="47452"/>
                    </a:lnTo>
                    <a:lnTo>
                      <a:pt x="32388" y="46764"/>
                    </a:lnTo>
                    <a:lnTo>
                      <a:pt x="34549" y="45847"/>
                    </a:lnTo>
                    <a:lnTo>
                      <a:pt x="36612" y="44734"/>
                    </a:lnTo>
                    <a:lnTo>
                      <a:pt x="38512" y="43424"/>
                    </a:lnTo>
                    <a:lnTo>
                      <a:pt x="40313" y="41950"/>
                    </a:lnTo>
                    <a:lnTo>
                      <a:pt x="41950" y="40313"/>
                    </a:lnTo>
                    <a:lnTo>
                      <a:pt x="43424" y="38544"/>
                    </a:lnTo>
                    <a:lnTo>
                      <a:pt x="44701" y="36612"/>
                    </a:lnTo>
                    <a:lnTo>
                      <a:pt x="45814" y="34549"/>
                    </a:lnTo>
                    <a:lnTo>
                      <a:pt x="46731" y="32388"/>
                    </a:lnTo>
                    <a:lnTo>
                      <a:pt x="47452" y="30128"/>
                    </a:lnTo>
                    <a:lnTo>
                      <a:pt x="47943" y="27770"/>
                    </a:lnTo>
                    <a:lnTo>
                      <a:pt x="48172" y="25347"/>
                    </a:lnTo>
                    <a:lnTo>
                      <a:pt x="48205" y="24103"/>
                    </a:lnTo>
                    <a:lnTo>
                      <a:pt x="48172" y="22858"/>
                    </a:lnTo>
                    <a:lnTo>
                      <a:pt x="47943" y="20435"/>
                    </a:lnTo>
                    <a:lnTo>
                      <a:pt x="47452" y="18077"/>
                    </a:lnTo>
                    <a:lnTo>
                      <a:pt x="46731" y="15818"/>
                    </a:lnTo>
                    <a:lnTo>
                      <a:pt x="45814" y="13656"/>
                    </a:lnTo>
                    <a:lnTo>
                      <a:pt x="44701" y="11593"/>
                    </a:lnTo>
                    <a:lnTo>
                      <a:pt x="43424" y="9694"/>
                    </a:lnTo>
                    <a:lnTo>
                      <a:pt x="41950" y="7893"/>
                    </a:lnTo>
                    <a:lnTo>
                      <a:pt x="40313" y="6256"/>
                    </a:lnTo>
                    <a:lnTo>
                      <a:pt x="38512" y="4782"/>
                    </a:lnTo>
                    <a:lnTo>
                      <a:pt x="36612" y="3472"/>
                    </a:lnTo>
                    <a:lnTo>
                      <a:pt x="34549" y="2359"/>
                    </a:lnTo>
                    <a:lnTo>
                      <a:pt x="32388" y="1442"/>
                    </a:lnTo>
                    <a:lnTo>
                      <a:pt x="30128" y="754"/>
                    </a:lnTo>
                    <a:lnTo>
                      <a:pt x="27771" y="263"/>
                    </a:lnTo>
                    <a:lnTo>
                      <a:pt x="25347" y="34"/>
                    </a:lnTo>
                    <a:lnTo>
                      <a:pt x="2410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838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BAA83415-D020-452E-6914-0F6BAC140733}"/>
              </a:ext>
            </a:extLst>
          </p:cNvPr>
          <p:cNvGrpSpPr/>
          <p:nvPr/>
        </p:nvGrpSpPr>
        <p:grpSpPr>
          <a:xfrm>
            <a:off x="334962" y="2011680"/>
            <a:ext cx="11522075" cy="3886200"/>
            <a:chOff x="334963" y="1661160"/>
            <a:chExt cx="11522075" cy="3886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9C34DF6-BB1E-21A6-F0B9-C61DFD097690}"/>
                </a:ext>
              </a:extLst>
            </p:cNvPr>
            <p:cNvSpPr/>
            <p:nvPr/>
          </p:nvSpPr>
          <p:spPr>
            <a:xfrm>
              <a:off x="334963" y="1661160"/>
              <a:ext cx="1920346" cy="388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64B30F-F859-8C40-0E91-3B306A8ADF18}"/>
                </a:ext>
              </a:extLst>
            </p:cNvPr>
            <p:cNvSpPr/>
            <p:nvPr/>
          </p:nvSpPr>
          <p:spPr>
            <a:xfrm>
              <a:off x="4175654" y="1661160"/>
              <a:ext cx="1920346" cy="388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D48283-E142-96C4-D879-B662E913F24D}"/>
                </a:ext>
              </a:extLst>
            </p:cNvPr>
            <p:cNvSpPr/>
            <p:nvPr/>
          </p:nvSpPr>
          <p:spPr>
            <a:xfrm>
              <a:off x="8016345" y="1661160"/>
              <a:ext cx="1920346" cy="388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D74677-AB3B-52DC-7F9B-3C1C7F235E88}"/>
                </a:ext>
              </a:extLst>
            </p:cNvPr>
            <p:cNvSpPr/>
            <p:nvPr/>
          </p:nvSpPr>
          <p:spPr>
            <a:xfrm>
              <a:off x="2255309" y="1661160"/>
              <a:ext cx="1920346" cy="388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FF54F3-68DC-2889-EA6B-F2E11F178B46}"/>
                </a:ext>
              </a:extLst>
            </p:cNvPr>
            <p:cNvSpPr/>
            <p:nvPr/>
          </p:nvSpPr>
          <p:spPr>
            <a:xfrm>
              <a:off x="6096000" y="1661160"/>
              <a:ext cx="1920346" cy="3886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F3C00B-8270-08AA-A64D-DB5F98DECF0C}"/>
                </a:ext>
              </a:extLst>
            </p:cNvPr>
            <p:cNvSpPr/>
            <p:nvPr/>
          </p:nvSpPr>
          <p:spPr>
            <a:xfrm>
              <a:off x="9936692" y="1661160"/>
              <a:ext cx="1920346" cy="388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CDD705-CFBB-D059-3EAC-93A6731EA23D}"/>
                </a:ext>
              </a:extLst>
            </p:cNvPr>
            <p:cNvSpPr/>
            <p:nvPr/>
          </p:nvSpPr>
          <p:spPr>
            <a:xfrm>
              <a:off x="1929292" y="3462553"/>
              <a:ext cx="652034" cy="65203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CC16E12-5AF6-0C8B-F955-B1AB5847A834}"/>
                </a:ext>
              </a:extLst>
            </p:cNvPr>
            <p:cNvGrpSpPr/>
            <p:nvPr/>
          </p:nvGrpSpPr>
          <p:grpSpPr>
            <a:xfrm>
              <a:off x="2115564" y="3662894"/>
              <a:ext cx="279490" cy="251353"/>
              <a:chOff x="7396163" y="4268788"/>
              <a:chExt cx="236538" cy="212725"/>
            </a:xfrm>
            <a:solidFill>
              <a:schemeClr val="bg1"/>
            </a:solidFill>
          </p:grpSpPr>
          <p:sp>
            <p:nvSpPr>
              <p:cNvPr id="12" name="Freeform 385">
                <a:extLst>
                  <a:ext uri="{FF2B5EF4-FFF2-40B4-BE49-F238E27FC236}">
                    <a16:creationId xmlns:a16="http://schemas.microsoft.com/office/drawing/2014/main" id="{FFF35D5F-5820-B3A2-426C-09CA05476B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6163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7 w 348"/>
                  <a:gd name="T11" fmla="*/ 260 h 535"/>
                  <a:gd name="T12" fmla="*/ 209 w 348"/>
                  <a:gd name="T13" fmla="*/ 263 h 535"/>
                  <a:gd name="T14" fmla="*/ 210 w 348"/>
                  <a:gd name="T15" fmla="*/ 268 h 535"/>
                  <a:gd name="T16" fmla="*/ 209 w 348"/>
                  <a:gd name="T17" fmla="*/ 271 h 535"/>
                  <a:gd name="T18" fmla="*/ 207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7 w 348"/>
                  <a:gd name="T25" fmla="*/ 534 h 535"/>
                  <a:gd name="T26" fmla="*/ 73 w 348"/>
                  <a:gd name="T27" fmla="*/ 533 h 535"/>
                  <a:gd name="T28" fmla="*/ 4 w 348"/>
                  <a:gd name="T29" fmla="*/ 463 h 535"/>
                  <a:gd name="T30" fmla="*/ 2 w 348"/>
                  <a:gd name="T31" fmla="*/ 460 h 535"/>
                  <a:gd name="T32" fmla="*/ 0 w 348"/>
                  <a:gd name="T33" fmla="*/ 457 h 535"/>
                  <a:gd name="T34" fmla="*/ 2 w 348"/>
                  <a:gd name="T35" fmla="*/ 452 h 535"/>
                  <a:gd name="T36" fmla="*/ 4 w 348"/>
                  <a:gd name="T37" fmla="*/ 449 h 535"/>
                  <a:gd name="T38" fmla="*/ 185 w 348"/>
                  <a:gd name="T39" fmla="*/ 268 h 535"/>
                  <a:gd name="T40" fmla="*/ 4 w 348"/>
                  <a:gd name="T41" fmla="*/ 86 h 535"/>
                  <a:gd name="T42" fmla="*/ 2 w 348"/>
                  <a:gd name="T43" fmla="*/ 83 h 535"/>
                  <a:gd name="T44" fmla="*/ 0 w 348"/>
                  <a:gd name="T45" fmla="*/ 79 h 535"/>
                  <a:gd name="T46" fmla="*/ 2 w 348"/>
                  <a:gd name="T47" fmla="*/ 75 h 535"/>
                  <a:gd name="T48" fmla="*/ 4 w 348"/>
                  <a:gd name="T49" fmla="*/ 72 h 535"/>
                  <a:gd name="T50" fmla="*/ 74 w 348"/>
                  <a:gd name="T51" fmla="*/ 2 h 535"/>
                  <a:gd name="T52" fmla="*/ 77 w 348"/>
                  <a:gd name="T53" fmla="*/ 0 h 535"/>
                  <a:gd name="T54" fmla="*/ 80 w 348"/>
                  <a:gd name="T55" fmla="*/ 0 h 535"/>
                  <a:gd name="T56" fmla="*/ 84 w 348"/>
                  <a:gd name="T57" fmla="*/ 0 h 535"/>
                  <a:gd name="T58" fmla="*/ 87 w 348"/>
                  <a:gd name="T59" fmla="*/ 2 h 535"/>
                  <a:gd name="T60" fmla="*/ 346 w 348"/>
                  <a:gd name="T61" fmla="*/ 260 h 535"/>
                  <a:gd name="T62" fmla="*/ 348 w 348"/>
                  <a:gd name="T63" fmla="*/ 263 h 535"/>
                  <a:gd name="T64" fmla="*/ 348 w 348"/>
                  <a:gd name="T65" fmla="*/ 268 h 535"/>
                  <a:gd name="T66" fmla="*/ 348 w 348"/>
                  <a:gd name="T67" fmla="*/ 271 h 535"/>
                  <a:gd name="T68" fmla="*/ 346 w 348"/>
                  <a:gd name="T69" fmla="*/ 274 h 535"/>
                  <a:gd name="T70" fmla="*/ 87 w 348"/>
                  <a:gd name="T71" fmla="*/ 532 h 535"/>
                  <a:gd name="T72" fmla="*/ 84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7" y="260"/>
                    </a:lnTo>
                    <a:lnTo>
                      <a:pt x="209" y="263"/>
                    </a:lnTo>
                    <a:lnTo>
                      <a:pt x="210" y="268"/>
                    </a:lnTo>
                    <a:lnTo>
                      <a:pt x="209" y="271"/>
                    </a:lnTo>
                    <a:lnTo>
                      <a:pt x="207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7" y="534"/>
                    </a:lnTo>
                    <a:lnTo>
                      <a:pt x="73" y="533"/>
                    </a:lnTo>
                    <a:lnTo>
                      <a:pt x="4" y="463"/>
                    </a:lnTo>
                    <a:lnTo>
                      <a:pt x="2" y="460"/>
                    </a:lnTo>
                    <a:lnTo>
                      <a:pt x="0" y="457"/>
                    </a:lnTo>
                    <a:lnTo>
                      <a:pt x="2" y="452"/>
                    </a:lnTo>
                    <a:lnTo>
                      <a:pt x="4" y="449"/>
                    </a:lnTo>
                    <a:lnTo>
                      <a:pt x="185" y="268"/>
                    </a:lnTo>
                    <a:lnTo>
                      <a:pt x="4" y="86"/>
                    </a:lnTo>
                    <a:lnTo>
                      <a:pt x="2" y="83"/>
                    </a:lnTo>
                    <a:lnTo>
                      <a:pt x="0" y="79"/>
                    </a:lnTo>
                    <a:lnTo>
                      <a:pt x="2" y="75"/>
                    </a:lnTo>
                    <a:lnTo>
                      <a:pt x="4" y="72"/>
                    </a:lnTo>
                    <a:lnTo>
                      <a:pt x="74" y="2"/>
                    </a:lnTo>
                    <a:lnTo>
                      <a:pt x="77" y="0"/>
                    </a:lnTo>
                    <a:lnTo>
                      <a:pt x="80" y="0"/>
                    </a:lnTo>
                    <a:lnTo>
                      <a:pt x="84" y="0"/>
                    </a:lnTo>
                    <a:lnTo>
                      <a:pt x="87" y="2"/>
                    </a:lnTo>
                    <a:lnTo>
                      <a:pt x="346" y="260"/>
                    </a:lnTo>
                    <a:lnTo>
                      <a:pt x="348" y="263"/>
                    </a:lnTo>
                    <a:lnTo>
                      <a:pt x="348" y="268"/>
                    </a:lnTo>
                    <a:lnTo>
                      <a:pt x="348" y="271"/>
                    </a:lnTo>
                    <a:lnTo>
                      <a:pt x="346" y="274"/>
                    </a:lnTo>
                    <a:lnTo>
                      <a:pt x="87" y="532"/>
                    </a:lnTo>
                    <a:lnTo>
                      <a:pt x="84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386">
                <a:extLst>
                  <a:ext uri="{FF2B5EF4-FFF2-40B4-BE49-F238E27FC236}">
                    <a16:creationId xmlns:a16="http://schemas.microsoft.com/office/drawing/2014/main" id="{83C8C387-4406-27BF-78E0-B119193AB1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4588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6 w 348"/>
                  <a:gd name="T11" fmla="*/ 260 h 535"/>
                  <a:gd name="T12" fmla="*/ 208 w 348"/>
                  <a:gd name="T13" fmla="*/ 263 h 535"/>
                  <a:gd name="T14" fmla="*/ 208 w 348"/>
                  <a:gd name="T15" fmla="*/ 268 h 535"/>
                  <a:gd name="T16" fmla="*/ 208 w 348"/>
                  <a:gd name="T17" fmla="*/ 271 h 535"/>
                  <a:gd name="T18" fmla="*/ 206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5 w 348"/>
                  <a:gd name="T25" fmla="*/ 534 h 535"/>
                  <a:gd name="T26" fmla="*/ 72 w 348"/>
                  <a:gd name="T27" fmla="*/ 533 h 535"/>
                  <a:gd name="T28" fmla="*/ 3 w 348"/>
                  <a:gd name="T29" fmla="*/ 463 h 535"/>
                  <a:gd name="T30" fmla="*/ 1 w 348"/>
                  <a:gd name="T31" fmla="*/ 460 h 535"/>
                  <a:gd name="T32" fmla="*/ 0 w 348"/>
                  <a:gd name="T33" fmla="*/ 457 h 535"/>
                  <a:gd name="T34" fmla="*/ 1 w 348"/>
                  <a:gd name="T35" fmla="*/ 452 h 535"/>
                  <a:gd name="T36" fmla="*/ 3 w 348"/>
                  <a:gd name="T37" fmla="*/ 449 h 535"/>
                  <a:gd name="T38" fmla="*/ 185 w 348"/>
                  <a:gd name="T39" fmla="*/ 268 h 535"/>
                  <a:gd name="T40" fmla="*/ 3 w 348"/>
                  <a:gd name="T41" fmla="*/ 86 h 535"/>
                  <a:gd name="T42" fmla="*/ 1 w 348"/>
                  <a:gd name="T43" fmla="*/ 83 h 535"/>
                  <a:gd name="T44" fmla="*/ 0 w 348"/>
                  <a:gd name="T45" fmla="*/ 79 h 535"/>
                  <a:gd name="T46" fmla="*/ 1 w 348"/>
                  <a:gd name="T47" fmla="*/ 75 h 535"/>
                  <a:gd name="T48" fmla="*/ 3 w 348"/>
                  <a:gd name="T49" fmla="*/ 72 h 535"/>
                  <a:gd name="T50" fmla="*/ 72 w 348"/>
                  <a:gd name="T51" fmla="*/ 2 h 535"/>
                  <a:gd name="T52" fmla="*/ 75 w 348"/>
                  <a:gd name="T53" fmla="*/ 0 h 535"/>
                  <a:gd name="T54" fmla="*/ 80 w 348"/>
                  <a:gd name="T55" fmla="*/ 0 h 535"/>
                  <a:gd name="T56" fmla="*/ 83 w 348"/>
                  <a:gd name="T57" fmla="*/ 0 h 535"/>
                  <a:gd name="T58" fmla="*/ 86 w 348"/>
                  <a:gd name="T59" fmla="*/ 2 h 535"/>
                  <a:gd name="T60" fmla="*/ 344 w 348"/>
                  <a:gd name="T61" fmla="*/ 260 h 535"/>
                  <a:gd name="T62" fmla="*/ 347 w 348"/>
                  <a:gd name="T63" fmla="*/ 263 h 535"/>
                  <a:gd name="T64" fmla="*/ 348 w 348"/>
                  <a:gd name="T65" fmla="*/ 268 h 535"/>
                  <a:gd name="T66" fmla="*/ 347 w 348"/>
                  <a:gd name="T67" fmla="*/ 271 h 535"/>
                  <a:gd name="T68" fmla="*/ 344 w 348"/>
                  <a:gd name="T69" fmla="*/ 274 h 535"/>
                  <a:gd name="T70" fmla="*/ 86 w 348"/>
                  <a:gd name="T71" fmla="*/ 532 h 535"/>
                  <a:gd name="T72" fmla="*/ 83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6" y="260"/>
                    </a:lnTo>
                    <a:lnTo>
                      <a:pt x="208" y="263"/>
                    </a:lnTo>
                    <a:lnTo>
                      <a:pt x="208" y="268"/>
                    </a:lnTo>
                    <a:lnTo>
                      <a:pt x="208" y="271"/>
                    </a:lnTo>
                    <a:lnTo>
                      <a:pt x="206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5" y="534"/>
                    </a:lnTo>
                    <a:lnTo>
                      <a:pt x="72" y="533"/>
                    </a:lnTo>
                    <a:lnTo>
                      <a:pt x="3" y="463"/>
                    </a:lnTo>
                    <a:lnTo>
                      <a:pt x="1" y="460"/>
                    </a:lnTo>
                    <a:lnTo>
                      <a:pt x="0" y="457"/>
                    </a:lnTo>
                    <a:lnTo>
                      <a:pt x="1" y="452"/>
                    </a:lnTo>
                    <a:lnTo>
                      <a:pt x="3" y="449"/>
                    </a:lnTo>
                    <a:lnTo>
                      <a:pt x="185" y="268"/>
                    </a:lnTo>
                    <a:lnTo>
                      <a:pt x="3" y="86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5"/>
                    </a:lnTo>
                    <a:lnTo>
                      <a:pt x="3" y="72"/>
                    </a:lnTo>
                    <a:lnTo>
                      <a:pt x="72" y="2"/>
                    </a:lnTo>
                    <a:lnTo>
                      <a:pt x="75" y="0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6" y="2"/>
                    </a:lnTo>
                    <a:lnTo>
                      <a:pt x="344" y="260"/>
                    </a:lnTo>
                    <a:lnTo>
                      <a:pt x="347" y="263"/>
                    </a:lnTo>
                    <a:lnTo>
                      <a:pt x="348" y="268"/>
                    </a:lnTo>
                    <a:lnTo>
                      <a:pt x="347" y="271"/>
                    </a:lnTo>
                    <a:lnTo>
                      <a:pt x="344" y="274"/>
                    </a:lnTo>
                    <a:lnTo>
                      <a:pt x="86" y="532"/>
                    </a:lnTo>
                    <a:lnTo>
                      <a:pt x="83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E0D1D88-7CDD-8332-AC83-763A36968293}"/>
                </a:ext>
              </a:extLst>
            </p:cNvPr>
            <p:cNvSpPr/>
            <p:nvPr/>
          </p:nvSpPr>
          <p:spPr>
            <a:xfrm>
              <a:off x="3849637" y="3462553"/>
              <a:ext cx="652034" cy="652034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CCC81C1-057E-9E82-D2B1-1AA44D723517}"/>
                </a:ext>
              </a:extLst>
            </p:cNvPr>
            <p:cNvGrpSpPr/>
            <p:nvPr/>
          </p:nvGrpSpPr>
          <p:grpSpPr>
            <a:xfrm>
              <a:off x="4035909" y="3662894"/>
              <a:ext cx="279490" cy="251353"/>
              <a:chOff x="7396163" y="4268788"/>
              <a:chExt cx="236538" cy="212725"/>
            </a:xfrm>
            <a:solidFill>
              <a:schemeClr val="bg1"/>
            </a:solidFill>
          </p:grpSpPr>
          <p:sp>
            <p:nvSpPr>
              <p:cNvPr id="16" name="Freeform 385">
                <a:extLst>
                  <a:ext uri="{FF2B5EF4-FFF2-40B4-BE49-F238E27FC236}">
                    <a16:creationId xmlns:a16="http://schemas.microsoft.com/office/drawing/2014/main" id="{CF292A93-70B8-EDDC-60D8-2BC06B5059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6163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7 w 348"/>
                  <a:gd name="T11" fmla="*/ 260 h 535"/>
                  <a:gd name="T12" fmla="*/ 209 w 348"/>
                  <a:gd name="T13" fmla="*/ 263 h 535"/>
                  <a:gd name="T14" fmla="*/ 210 w 348"/>
                  <a:gd name="T15" fmla="*/ 268 h 535"/>
                  <a:gd name="T16" fmla="*/ 209 w 348"/>
                  <a:gd name="T17" fmla="*/ 271 h 535"/>
                  <a:gd name="T18" fmla="*/ 207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7 w 348"/>
                  <a:gd name="T25" fmla="*/ 534 h 535"/>
                  <a:gd name="T26" fmla="*/ 73 w 348"/>
                  <a:gd name="T27" fmla="*/ 533 h 535"/>
                  <a:gd name="T28" fmla="*/ 4 w 348"/>
                  <a:gd name="T29" fmla="*/ 463 h 535"/>
                  <a:gd name="T30" fmla="*/ 2 w 348"/>
                  <a:gd name="T31" fmla="*/ 460 h 535"/>
                  <a:gd name="T32" fmla="*/ 0 w 348"/>
                  <a:gd name="T33" fmla="*/ 457 h 535"/>
                  <a:gd name="T34" fmla="*/ 2 w 348"/>
                  <a:gd name="T35" fmla="*/ 452 h 535"/>
                  <a:gd name="T36" fmla="*/ 4 w 348"/>
                  <a:gd name="T37" fmla="*/ 449 h 535"/>
                  <a:gd name="T38" fmla="*/ 185 w 348"/>
                  <a:gd name="T39" fmla="*/ 268 h 535"/>
                  <a:gd name="T40" fmla="*/ 4 w 348"/>
                  <a:gd name="T41" fmla="*/ 86 h 535"/>
                  <a:gd name="T42" fmla="*/ 2 w 348"/>
                  <a:gd name="T43" fmla="*/ 83 h 535"/>
                  <a:gd name="T44" fmla="*/ 0 w 348"/>
                  <a:gd name="T45" fmla="*/ 79 h 535"/>
                  <a:gd name="T46" fmla="*/ 2 w 348"/>
                  <a:gd name="T47" fmla="*/ 75 h 535"/>
                  <a:gd name="T48" fmla="*/ 4 w 348"/>
                  <a:gd name="T49" fmla="*/ 72 h 535"/>
                  <a:gd name="T50" fmla="*/ 74 w 348"/>
                  <a:gd name="T51" fmla="*/ 2 h 535"/>
                  <a:gd name="T52" fmla="*/ 77 w 348"/>
                  <a:gd name="T53" fmla="*/ 0 h 535"/>
                  <a:gd name="T54" fmla="*/ 80 w 348"/>
                  <a:gd name="T55" fmla="*/ 0 h 535"/>
                  <a:gd name="T56" fmla="*/ 84 w 348"/>
                  <a:gd name="T57" fmla="*/ 0 h 535"/>
                  <a:gd name="T58" fmla="*/ 87 w 348"/>
                  <a:gd name="T59" fmla="*/ 2 h 535"/>
                  <a:gd name="T60" fmla="*/ 346 w 348"/>
                  <a:gd name="T61" fmla="*/ 260 h 535"/>
                  <a:gd name="T62" fmla="*/ 348 w 348"/>
                  <a:gd name="T63" fmla="*/ 263 h 535"/>
                  <a:gd name="T64" fmla="*/ 348 w 348"/>
                  <a:gd name="T65" fmla="*/ 268 h 535"/>
                  <a:gd name="T66" fmla="*/ 348 w 348"/>
                  <a:gd name="T67" fmla="*/ 271 h 535"/>
                  <a:gd name="T68" fmla="*/ 346 w 348"/>
                  <a:gd name="T69" fmla="*/ 274 h 535"/>
                  <a:gd name="T70" fmla="*/ 87 w 348"/>
                  <a:gd name="T71" fmla="*/ 532 h 535"/>
                  <a:gd name="T72" fmla="*/ 84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7" y="260"/>
                    </a:lnTo>
                    <a:lnTo>
                      <a:pt x="209" y="263"/>
                    </a:lnTo>
                    <a:lnTo>
                      <a:pt x="210" y="268"/>
                    </a:lnTo>
                    <a:lnTo>
                      <a:pt x="209" y="271"/>
                    </a:lnTo>
                    <a:lnTo>
                      <a:pt x="207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7" y="534"/>
                    </a:lnTo>
                    <a:lnTo>
                      <a:pt x="73" y="533"/>
                    </a:lnTo>
                    <a:lnTo>
                      <a:pt x="4" y="463"/>
                    </a:lnTo>
                    <a:lnTo>
                      <a:pt x="2" y="460"/>
                    </a:lnTo>
                    <a:lnTo>
                      <a:pt x="0" y="457"/>
                    </a:lnTo>
                    <a:lnTo>
                      <a:pt x="2" y="452"/>
                    </a:lnTo>
                    <a:lnTo>
                      <a:pt x="4" y="449"/>
                    </a:lnTo>
                    <a:lnTo>
                      <a:pt x="185" y="268"/>
                    </a:lnTo>
                    <a:lnTo>
                      <a:pt x="4" y="86"/>
                    </a:lnTo>
                    <a:lnTo>
                      <a:pt x="2" y="83"/>
                    </a:lnTo>
                    <a:lnTo>
                      <a:pt x="0" y="79"/>
                    </a:lnTo>
                    <a:lnTo>
                      <a:pt x="2" y="75"/>
                    </a:lnTo>
                    <a:lnTo>
                      <a:pt x="4" y="72"/>
                    </a:lnTo>
                    <a:lnTo>
                      <a:pt x="74" y="2"/>
                    </a:lnTo>
                    <a:lnTo>
                      <a:pt x="77" y="0"/>
                    </a:lnTo>
                    <a:lnTo>
                      <a:pt x="80" y="0"/>
                    </a:lnTo>
                    <a:lnTo>
                      <a:pt x="84" y="0"/>
                    </a:lnTo>
                    <a:lnTo>
                      <a:pt x="87" y="2"/>
                    </a:lnTo>
                    <a:lnTo>
                      <a:pt x="346" y="260"/>
                    </a:lnTo>
                    <a:lnTo>
                      <a:pt x="348" y="263"/>
                    </a:lnTo>
                    <a:lnTo>
                      <a:pt x="348" y="268"/>
                    </a:lnTo>
                    <a:lnTo>
                      <a:pt x="348" y="271"/>
                    </a:lnTo>
                    <a:lnTo>
                      <a:pt x="346" y="274"/>
                    </a:lnTo>
                    <a:lnTo>
                      <a:pt x="87" y="532"/>
                    </a:lnTo>
                    <a:lnTo>
                      <a:pt x="84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386">
                <a:extLst>
                  <a:ext uri="{FF2B5EF4-FFF2-40B4-BE49-F238E27FC236}">
                    <a16:creationId xmlns:a16="http://schemas.microsoft.com/office/drawing/2014/main" id="{87B4B36F-B75D-DA7D-655A-A1D155923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4588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6 w 348"/>
                  <a:gd name="T11" fmla="*/ 260 h 535"/>
                  <a:gd name="T12" fmla="*/ 208 w 348"/>
                  <a:gd name="T13" fmla="*/ 263 h 535"/>
                  <a:gd name="T14" fmla="*/ 208 w 348"/>
                  <a:gd name="T15" fmla="*/ 268 h 535"/>
                  <a:gd name="T16" fmla="*/ 208 w 348"/>
                  <a:gd name="T17" fmla="*/ 271 h 535"/>
                  <a:gd name="T18" fmla="*/ 206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5 w 348"/>
                  <a:gd name="T25" fmla="*/ 534 h 535"/>
                  <a:gd name="T26" fmla="*/ 72 w 348"/>
                  <a:gd name="T27" fmla="*/ 533 h 535"/>
                  <a:gd name="T28" fmla="*/ 3 w 348"/>
                  <a:gd name="T29" fmla="*/ 463 h 535"/>
                  <a:gd name="T30" fmla="*/ 1 w 348"/>
                  <a:gd name="T31" fmla="*/ 460 h 535"/>
                  <a:gd name="T32" fmla="*/ 0 w 348"/>
                  <a:gd name="T33" fmla="*/ 457 h 535"/>
                  <a:gd name="T34" fmla="*/ 1 w 348"/>
                  <a:gd name="T35" fmla="*/ 452 h 535"/>
                  <a:gd name="T36" fmla="*/ 3 w 348"/>
                  <a:gd name="T37" fmla="*/ 449 h 535"/>
                  <a:gd name="T38" fmla="*/ 185 w 348"/>
                  <a:gd name="T39" fmla="*/ 268 h 535"/>
                  <a:gd name="T40" fmla="*/ 3 w 348"/>
                  <a:gd name="T41" fmla="*/ 86 h 535"/>
                  <a:gd name="T42" fmla="*/ 1 w 348"/>
                  <a:gd name="T43" fmla="*/ 83 h 535"/>
                  <a:gd name="T44" fmla="*/ 0 w 348"/>
                  <a:gd name="T45" fmla="*/ 79 h 535"/>
                  <a:gd name="T46" fmla="*/ 1 w 348"/>
                  <a:gd name="T47" fmla="*/ 75 h 535"/>
                  <a:gd name="T48" fmla="*/ 3 w 348"/>
                  <a:gd name="T49" fmla="*/ 72 h 535"/>
                  <a:gd name="T50" fmla="*/ 72 w 348"/>
                  <a:gd name="T51" fmla="*/ 2 h 535"/>
                  <a:gd name="T52" fmla="*/ 75 w 348"/>
                  <a:gd name="T53" fmla="*/ 0 h 535"/>
                  <a:gd name="T54" fmla="*/ 80 w 348"/>
                  <a:gd name="T55" fmla="*/ 0 h 535"/>
                  <a:gd name="T56" fmla="*/ 83 w 348"/>
                  <a:gd name="T57" fmla="*/ 0 h 535"/>
                  <a:gd name="T58" fmla="*/ 86 w 348"/>
                  <a:gd name="T59" fmla="*/ 2 h 535"/>
                  <a:gd name="T60" fmla="*/ 344 w 348"/>
                  <a:gd name="T61" fmla="*/ 260 h 535"/>
                  <a:gd name="T62" fmla="*/ 347 w 348"/>
                  <a:gd name="T63" fmla="*/ 263 h 535"/>
                  <a:gd name="T64" fmla="*/ 348 w 348"/>
                  <a:gd name="T65" fmla="*/ 268 h 535"/>
                  <a:gd name="T66" fmla="*/ 347 w 348"/>
                  <a:gd name="T67" fmla="*/ 271 h 535"/>
                  <a:gd name="T68" fmla="*/ 344 w 348"/>
                  <a:gd name="T69" fmla="*/ 274 h 535"/>
                  <a:gd name="T70" fmla="*/ 86 w 348"/>
                  <a:gd name="T71" fmla="*/ 532 h 535"/>
                  <a:gd name="T72" fmla="*/ 83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6" y="260"/>
                    </a:lnTo>
                    <a:lnTo>
                      <a:pt x="208" y="263"/>
                    </a:lnTo>
                    <a:lnTo>
                      <a:pt x="208" y="268"/>
                    </a:lnTo>
                    <a:lnTo>
                      <a:pt x="208" y="271"/>
                    </a:lnTo>
                    <a:lnTo>
                      <a:pt x="206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5" y="534"/>
                    </a:lnTo>
                    <a:lnTo>
                      <a:pt x="72" y="533"/>
                    </a:lnTo>
                    <a:lnTo>
                      <a:pt x="3" y="463"/>
                    </a:lnTo>
                    <a:lnTo>
                      <a:pt x="1" y="460"/>
                    </a:lnTo>
                    <a:lnTo>
                      <a:pt x="0" y="457"/>
                    </a:lnTo>
                    <a:lnTo>
                      <a:pt x="1" y="452"/>
                    </a:lnTo>
                    <a:lnTo>
                      <a:pt x="3" y="449"/>
                    </a:lnTo>
                    <a:lnTo>
                      <a:pt x="185" y="268"/>
                    </a:lnTo>
                    <a:lnTo>
                      <a:pt x="3" y="86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5"/>
                    </a:lnTo>
                    <a:lnTo>
                      <a:pt x="3" y="72"/>
                    </a:lnTo>
                    <a:lnTo>
                      <a:pt x="72" y="2"/>
                    </a:lnTo>
                    <a:lnTo>
                      <a:pt x="75" y="0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6" y="2"/>
                    </a:lnTo>
                    <a:lnTo>
                      <a:pt x="344" y="260"/>
                    </a:lnTo>
                    <a:lnTo>
                      <a:pt x="347" y="263"/>
                    </a:lnTo>
                    <a:lnTo>
                      <a:pt x="348" y="268"/>
                    </a:lnTo>
                    <a:lnTo>
                      <a:pt x="347" y="271"/>
                    </a:lnTo>
                    <a:lnTo>
                      <a:pt x="344" y="274"/>
                    </a:lnTo>
                    <a:lnTo>
                      <a:pt x="86" y="532"/>
                    </a:lnTo>
                    <a:lnTo>
                      <a:pt x="83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0B8FC1-73AC-5563-566C-3FD34E616ED5}"/>
                </a:ext>
              </a:extLst>
            </p:cNvPr>
            <p:cNvSpPr/>
            <p:nvPr/>
          </p:nvSpPr>
          <p:spPr>
            <a:xfrm>
              <a:off x="5769983" y="3462553"/>
              <a:ext cx="652034" cy="652034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A187A5-98F1-4B1B-9A07-F45DB1AD1502}"/>
                </a:ext>
              </a:extLst>
            </p:cNvPr>
            <p:cNvGrpSpPr/>
            <p:nvPr/>
          </p:nvGrpSpPr>
          <p:grpSpPr>
            <a:xfrm>
              <a:off x="5956255" y="3662894"/>
              <a:ext cx="279490" cy="251353"/>
              <a:chOff x="7396163" y="4268788"/>
              <a:chExt cx="236538" cy="212725"/>
            </a:xfrm>
            <a:solidFill>
              <a:schemeClr val="bg1"/>
            </a:solidFill>
          </p:grpSpPr>
          <p:sp>
            <p:nvSpPr>
              <p:cNvPr id="20" name="Freeform 385">
                <a:extLst>
                  <a:ext uri="{FF2B5EF4-FFF2-40B4-BE49-F238E27FC236}">
                    <a16:creationId xmlns:a16="http://schemas.microsoft.com/office/drawing/2014/main" id="{4C85C65E-0736-0B28-A7CE-9EC6D2DA1F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6163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7 w 348"/>
                  <a:gd name="T11" fmla="*/ 260 h 535"/>
                  <a:gd name="T12" fmla="*/ 209 w 348"/>
                  <a:gd name="T13" fmla="*/ 263 h 535"/>
                  <a:gd name="T14" fmla="*/ 210 w 348"/>
                  <a:gd name="T15" fmla="*/ 268 h 535"/>
                  <a:gd name="T16" fmla="*/ 209 w 348"/>
                  <a:gd name="T17" fmla="*/ 271 h 535"/>
                  <a:gd name="T18" fmla="*/ 207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7 w 348"/>
                  <a:gd name="T25" fmla="*/ 534 h 535"/>
                  <a:gd name="T26" fmla="*/ 73 w 348"/>
                  <a:gd name="T27" fmla="*/ 533 h 535"/>
                  <a:gd name="T28" fmla="*/ 4 w 348"/>
                  <a:gd name="T29" fmla="*/ 463 h 535"/>
                  <a:gd name="T30" fmla="*/ 2 w 348"/>
                  <a:gd name="T31" fmla="*/ 460 h 535"/>
                  <a:gd name="T32" fmla="*/ 0 w 348"/>
                  <a:gd name="T33" fmla="*/ 457 h 535"/>
                  <a:gd name="T34" fmla="*/ 2 w 348"/>
                  <a:gd name="T35" fmla="*/ 452 h 535"/>
                  <a:gd name="T36" fmla="*/ 4 w 348"/>
                  <a:gd name="T37" fmla="*/ 449 h 535"/>
                  <a:gd name="T38" fmla="*/ 185 w 348"/>
                  <a:gd name="T39" fmla="*/ 268 h 535"/>
                  <a:gd name="T40" fmla="*/ 4 w 348"/>
                  <a:gd name="T41" fmla="*/ 86 h 535"/>
                  <a:gd name="T42" fmla="*/ 2 w 348"/>
                  <a:gd name="T43" fmla="*/ 83 h 535"/>
                  <a:gd name="T44" fmla="*/ 0 w 348"/>
                  <a:gd name="T45" fmla="*/ 79 h 535"/>
                  <a:gd name="T46" fmla="*/ 2 w 348"/>
                  <a:gd name="T47" fmla="*/ 75 h 535"/>
                  <a:gd name="T48" fmla="*/ 4 w 348"/>
                  <a:gd name="T49" fmla="*/ 72 h 535"/>
                  <a:gd name="T50" fmla="*/ 74 w 348"/>
                  <a:gd name="T51" fmla="*/ 2 h 535"/>
                  <a:gd name="T52" fmla="*/ 77 w 348"/>
                  <a:gd name="T53" fmla="*/ 0 h 535"/>
                  <a:gd name="T54" fmla="*/ 80 w 348"/>
                  <a:gd name="T55" fmla="*/ 0 h 535"/>
                  <a:gd name="T56" fmla="*/ 84 w 348"/>
                  <a:gd name="T57" fmla="*/ 0 h 535"/>
                  <a:gd name="T58" fmla="*/ 87 w 348"/>
                  <a:gd name="T59" fmla="*/ 2 h 535"/>
                  <a:gd name="T60" fmla="*/ 346 w 348"/>
                  <a:gd name="T61" fmla="*/ 260 h 535"/>
                  <a:gd name="T62" fmla="*/ 348 w 348"/>
                  <a:gd name="T63" fmla="*/ 263 h 535"/>
                  <a:gd name="T64" fmla="*/ 348 w 348"/>
                  <a:gd name="T65" fmla="*/ 268 h 535"/>
                  <a:gd name="T66" fmla="*/ 348 w 348"/>
                  <a:gd name="T67" fmla="*/ 271 h 535"/>
                  <a:gd name="T68" fmla="*/ 346 w 348"/>
                  <a:gd name="T69" fmla="*/ 274 h 535"/>
                  <a:gd name="T70" fmla="*/ 87 w 348"/>
                  <a:gd name="T71" fmla="*/ 532 h 535"/>
                  <a:gd name="T72" fmla="*/ 84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7" y="260"/>
                    </a:lnTo>
                    <a:lnTo>
                      <a:pt x="209" y="263"/>
                    </a:lnTo>
                    <a:lnTo>
                      <a:pt x="210" y="268"/>
                    </a:lnTo>
                    <a:lnTo>
                      <a:pt x="209" y="271"/>
                    </a:lnTo>
                    <a:lnTo>
                      <a:pt x="207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7" y="534"/>
                    </a:lnTo>
                    <a:lnTo>
                      <a:pt x="73" y="533"/>
                    </a:lnTo>
                    <a:lnTo>
                      <a:pt x="4" y="463"/>
                    </a:lnTo>
                    <a:lnTo>
                      <a:pt x="2" y="460"/>
                    </a:lnTo>
                    <a:lnTo>
                      <a:pt x="0" y="457"/>
                    </a:lnTo>
                    <a:lnTo>
                      <a:pt x="2" y="452"/>
                    </a:lnTo>
                    <a:lnTo>
                      <a:pt x="4" y="449"/>
                    </a:lnTo>
                    <a:lnTo>
                      <a:pt x="185" y="268"/>
                    </a:lnTo>
                    <a:lnTo>
                      <a:pt x="4" y="86"/>
                    </a:lnTo>
                    <a:lnTo>
                      <a:pt x="2" y="83"/>
                    </a:lnTo>
                    <a:lnTo>
                      <a:pt x="0" y="79"/>
                    </a:lnTo>
                    <a:lnTo>
                      <a:pt x="2" y="75"/>
                    </a:lnTo>
                    <a:lnTo>
                      <a:pt x="4" y="72"/>
                    </a:lnTo>
                    <a:lnTo>
                      <a:pt x="74" y="2"/>
                    </a:lnTo>
                    <a:lnTo>
                      <a:pt x="77" y="0"/>
                    </a:lnTo>
                    <a:lnTo>
                      <a:pt x="80" y="0"/>
                    </a:lnTo>
                    <a:lnTo>
                      <a:pt x="84" y="0"/>
                    </a:lnTo>
                    <a:lnTo>
                      <a:pt x="87" y="2"/>
                    </a:lnTo>
                    <a:lnTo>
                      <a:pt x="346" y="260"/>
                    </a:lnTo>
                    <a:lnTo>
                      <a:pt x="348" y="263"/>
                    </a:lnTo>
                    <a:lnTo>
                      <a:pt x="348" y="268"/>
                    </a:lnTo>
                    <a:lnTo>
                      <a:pt x="348" y="271"/>
                    </a:lnTo>
                    <a:lnTo>
                      <a:pt x="346" y="274"/>
                    </a:lnTo>
                    <a:lnTo>
                      <a:pt x="87" y="532"/>
                    </a:lnTo>
                    <a:lnTo>
                      <a:pt x="84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386">
                <a:extLst>
                  <a:ext uri="{FF2B5EF4-FFF2-40B4-BE49-F238E27FC236}">
                    <a16:creationId xmlns:a16="http://schemas.microsoft.com/office/drawing/2014/main" id="{720B247E-760E-F43F-58FF-11E2E6EC4B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4588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6 w 348"/>
                  <a:gd name="T11" fmla="*/ 260 h 535"/>
                  <a:gd name="T12" fmla="*/ 208 w 348"/>
                  <a:gd name="T13" fmla="*/ 263 h 535"/>
                  <a:gd name="T14" fmla="*/ 208 w 348"/>
                  <a:gd name="T15" fmla="*/ 268 h 535"/>
                  <a:gd name="T16" fmla="*/ 208 w 348"/>
                  <a:gd name="T17" fmla="*/ 271 h 535"/>
                  <a:gd name="T18" fmla="*/ 206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5 w 348"/>
                  <a:gd name="T25" fmla="*/ 534 h 535"/>
                  <a:gd name="T26" fmla="*/ 72 w 348"/>
                  <a:gd name="T27" fmla="*/ 533 h 535"/>
                  <a:gd name="T28" fmla="*/ 3 w 348"/>
                  <a:gd name="T29" fmla="*/ 463 h 535"/>
                  <a:gd name="T30" fmla="*/ 1 w 348"/>
                  <a:gd name="T31" fmla="*/ 460 h 535"/>
                  <a:gd name="T32" fmla="*/ 0 w 348"/>
                  <a:gd name="T33" fmla="*/ 457 h 535"/>
                  <a:gd name="T34" fmla="*/ 1 w 348"/>
                  <a:gd name="T35" fmla="*/ 452 h 535"/>
                  <a:gd name="T36" fmla="*/ 3 w 348"/>
                  <a:gd name="T37" fmla="*/ 449 h 535"/>
                  <a:gd name="T38" fmla="*/ 185 w 348"/>
                  <a:gd name="T39" fmla="*/ 268 h 535"/>
                  <a:gd name="T40" fmla="*/ 3 w 348"/>
                  <a:gd name="T41" fmla="*/ 86 h 535"/>
                  <a:gd name="T42" fmla="*/ 1 w 348"/>
                  <a:gd name="T43" fmla="*/ 83 h 535"/>
                  <a:gd name="T44" fmla="*/ 0 w 348"/>
                  <a:gd name="T45" fmla="*/ 79 h 535"/>
                  <a:gd name="T46" fmla="*/ 1 w 348"/>
                  <a:gd name="T47" fmla="*/ 75 h 535"/>
                  <a:gd name="T48" fmla="*/ 3 w 348"/>
                  <a:gd name="T49" fmla="*/ 72 h 535"/>
                  <a:gd name="T50" fmla="*/ 72 w 348"/>
                  <a:gd name="T51" fmla="*/ 2 h 535"/>
                  <a:gd name="T52" fmla="*/ 75 w 348"/>
                  <a:gd name="T53" fmla="*/ 0 h 535"/>
                  <a:gd name="T54" fmla="*/ 80 w 348"/>
                  <a:gd name="T55" fmla="*/ 0 h 535"/>
                  <a:gd name="T56" fmla="*/ 83 w 348"/>
                  <a:gd name="T57" fmla="*/ 0 h 535"/>
                  <a:gd name="T58" fmla="*/ 86 w 348"/>
                  <a:gd name="T59" fmla="*/ 2 h 535"/>
                  <a:gd name="T60" fmla="*/ 344 w 348"/>
                  <a:gd name="T61" fmla="*/ 260 h 535"/>
                  <a:gd name="T62" fmla="*/ 347 w 348"/>
                  <a:gd name="T63" fmla="*/ 263 h 535"/>
                  <a:gd name="T64" fmla="*/ 348 w 348"/>
                  <a:gd name="T65" fmla="*/ 268 h 535"/>
                  <a:gd name="T66" fmla="*/ 347 w 348"/>
                  <a:gd name="T67" fmla="*/ 271 h 535"/>
                  <a:gd name="T68" fmla="*/ 344 w 348"/>
                  <a:gd name="T69" fmla="*/ 274 h 535"/>
                  <a:gd name="T70" fmla="*/ 86 w 348"/>
                  <a:gd name="T71" fmla="*/ 532 h 535"/>
                  <a:gd name="T72" fmla="*/ 83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6" y="260"/>
                    </a:lnTo>
                    <a:lnTo>
                      <a:pt x="208" y="263"/>
                    </a:lnTo>
                    <a:lnTo>
                      <a:pt x="208" y="268"/>
                    </a:lnTo>
                    <a:lnTo>
                      <a:pt x="208" y="271"/>
                    </a:lnTo>
                    <a:lnTo>
                      <a:pt x="206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5" y="534"/>
                    </a:lnTo>
                    <a:lnTo>
                      <a:pt x="72" y="533"/>
                    </a:lnTo>
                    <a:lnTo>
                      <a:pt x="3" y="463"/>
                    </a:lnTo>
                    <a:lnTo>
                      <a:pt x="1" y="460"/>
                    </a:lnTo>
                    <a:lnTo>
                      <a:pt x="0" y="457"/>
                    </a:lnTo>
                    <a:lnTo>
                      <a:pt x="1" y="452"/>
                    </a:lnTo>
                    <a:lnTo>
                      <a:pt x="3" y="449"/>
                    </a:lnTo>
                    <a:lnTo>
                      <a:pt x="185" y="268"/>
                    </a:lnTo>
                    <a:lnTo>
                      <a:pt x="3" y="86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5"/>
                    </a:lnTo>
                    <a:lnTo>
                      <a:pt x="3" y="72"/>
                    </a:lnTo>
                    <a:lnTo>
                      <a:pt x="72" y="2"/>
                    </a:lnTo>
                    <a:lnTo>
                      <a:pt x="75" y="0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6" y="2"/>
                    </a:lnTo>
                    <a:lnTo>
                      <a:pt x="344" y="260"/>
                    </a:lnTo>
                    <a:lnTo>
                      <a:pt x="347" y="263"/>
                    </a:lnTo>
                    <a:lnTo>
                      <a:pt x="348" y="268"/>
                    </a:lnTo>
                    <a:lnTo>
                      <a:pt x="347" y="271"/>
                    </a:lnTo>
                    <a:lnTo>
                      <a:pt x="344" y="274"/>
                    </a:lnTo>
                    <a:lnTo>
                      <a:pt x="86" y="532"/>
                    </a:lnTo>
                    <a:lnTo>
                      <a:pt x="83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4FF147C-E47B-F8B8-92D0-E1791B8E75D3}"/>
                </a:ext>
              </a:extLst>
            </p:cNvPr>
            <p:cNvSpPr/>
            <p:nvPr/>
          </p:nvSpPr>
          <p:spPr>
            <a:xfrm>
              <a:off x="7690327" y="3462553"/>
              <a:ext cx="652034" cy="652034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54D165C-6FC7-D8BB-3102-2A53CDA7AA55}"/>
                </a:ext>
              </a:extLst>
            </p:cNvPr>
            <p:cNvGrpSpPr/>
            <p:nvPr/>
          </p:nvGrpSpPr>
          <p:grpSpPr>
            <a:xfrm>
              <a:off x="7876599" y="3662894"/>
              <a:ext cx="279490" cy="251353"/>
              <a:chOff x="7396163" y="4268788"/>
              <a:chExt cx="236538" cy="212725"/>
            </a:xfrm>
            <a:solidFill>
              <a:schemeClr val="bg1"/>
            </a:solidFill>
          </p:grpSpPr>
          <p:sp>
            <p:nvSpPr>
              <p:cNvPr id="24" name="Freeform 385">
                <a:extLst>
                  <a:ext uri="{FF2B5EF4-FFF2-40B4-BE49-F238E27FC236}">
                    <a16:creationId xmlns:a16="http://schemas.microsoft.com/office/drawing/2014/main" id="{C4765454-B519-8D77-4987-B6A20FB799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6163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7 w 348"/>
                  <a:gd name="T11" fmla="*/ 260 h 535"/>
                  <a:gd name="T12" fmla="*/ 209 w 348"/>
                  <a:gd name="T13" fmla="*/ 263 h 535"/>
                  <a:gd name="T14" fmla="*/ 210 w 348"/>
                  <a:gd name="T15" fmla="*/ 268 h 535"/>
                  <a:gd name="T16" fmla="*/ 209 w 348"/>
                  <a:gd name="T17" fmla="*/ 271 h 535"/>
                  <a:gd name="T18" fmla="*/ 207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7 w 348"/>
                  <a:gd name="T25" fmla="*/ 534 h 535"/>
                  <a:gd name="T26" fmla="*/ 73 w 348"/>
                  <a:gd name="T27" fmla="*/ 533 h 535"/>
                  <a:gd name="T28" fmla="*/ 4 w 348"/>
                  <a:gd name="T29" fmla="*/ 463 h 535"/>
                  <a:gd name="T30" fmla="*/ 2 w 348"/>
                  <a:gd name="T31" fmla="*/ 460 h 535"/>
                  <a:gd name="T32" fmla="*/ 0 w 348"/>
                  <a:gd name="T33" fmla="*/ 457 h 535"/>
                  <a:gd name="T34" fmla="*/ 2 w 348"/>
                  <a:gd name="T35" fmla="*/ 452 h 535"/>
                  <a:gd name="T36" fmla="*/ 4 w 348"/>
                  <a:gd name="T37" fmla="*/ 449 h 535"/>
                  <a:gd name="T38" fmla="*/ 185 w 348"/>
                  <a:gd name="T39" fmla="*/ 268 h 535"/>
                  <a:gd name="T40" fmla="*/ 4 w 348"/>
                  <a:gd name="T41" fmla="*/ 86 h 535"/>
                  <a:gd name="T42" fmla="*/ 2 w 348"/>
                  <a:gd name="T43" fmla="*/ 83 h 535"/>
                  <a:gd name="T44" fmla="*/ 0 w 348"/>
                  <a:gd name="T45" fmla="*/ 79 h 535"/>
                  <a:gd name="T46" fmla="*/ 2 w 348"/>
                  <a:gd name="T47" fmla="*/ 75 h 535"/>
                  <a:gd name="T48" fmla="*/ 4 w 348"/>
                  <a:gd name="T49" fmla="*/ 72 h 535"/>
                  <a:gd name="T50" fmla="*/ 74 w 348"/>
                  <a:gd name="T51" fmla="*/ 2 h 535"/>
                  <a:gd name="T52" fmla="*/ 77 w 348"/>
                  <a:gd name="T53" fmla="*/ 0 h 535"/>
                  <a:gd name="T54" fmla="*/ 80 w 348"/>
                  <a:gd name="T55" fmla="*/ 0 h 535"/>
                  <a:gd name="T56" fmla="*/ 84 w 348"/>
                  <a:gd name="T57" fmla="*/ 0 h 535"/>
                  <a:gd name="T58" fmla="*/ 87 w 348"/>
                  <a:gd name="T59" fmla="*/ 2 h 535"/>
                  <a:gd name="T60" fmla="*/ 346 w 348"/>
                  <a:gd name="T61" fmla="*/ 260 h 535"/>
                  <a:gd name="T62" fmla="*/ 348 w 348"/>
                  <a:gd name="T63" fmla="*/ 263 h 535"/>
                  <a:gd name="T64" fmla="*/ 348 w 348"/>
                  <a:gd name="T65" fmla="*/ 268 h 535"/>
                  <a:gd name="T66" fmla="*/ 348 w 348"/>
                  <a:gd name="T67" fmla="*/ 271 h 535"/>
                  <a:gd name="T68" fmla="*/ 346 w 348"/>
                  <a:gd name="T69" fmla="*/ 274 h 535"/>
                  <a:gd name="T70" fmla="*/ 87 w 348"/>
                  <a:gd name="T71" fmla="*/ 532 h 535"/>
                  <a:gd name="T72" fmla="*/ 84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7" y="260"/>
                    </a:lnTo>
                    <a:lnTo>
                      <a:pt x="209" y="263"/>
                    </a:lnTo>
                    <a:lnTo>
                      <a:pt x="210" y="268"/>
                    </a:lnTo>
                    <a:lnTo>
                      <a:pt x="209" y="271"/>
                    </a:lnTo>
                    <a:lnTo>
                      <a:pt x="207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7" y="534"/>
                    </a:lnTo>
                    <a:lnTo>
                      <a:pt x="73" y="533"/>
                    </a:lnTo>
                    <a:lnTo>
                      <a:pt x="4" y="463"/>
                    </a:lnTo>
                    <a:lnTo>
                      <a:pt x="2" y="460"/>
                    </a:lnTo>
                    <a:lnTo>
                      <a:pt x="0" y="457"/>
                    </a:lnTo>
                    <a:lnTo>
                      <a:pt x="2" y="452"/>
                    </a:lnTo>
                    <a:lnTo>
                      <a:pt x="4" y="449"/>
                    </a:lnTo>
                    <a:lnTo>
                      <a:pt x="185" y="268"/>
                    </a:lnTo>
                    <a:lnTo>
                      <a:pt x="4" y="86"/>
                    </a:lnTo>
                    <a:lnTo>
                      <a:pt x="2" y="83"/>
                    </a:lnTo>
                    <a:lnTo>
                      <a:pt x="0" y="79"/>
                    </a:lnTo>
                    <a:lnTo>
                      <a:pt x="2" y="75"/>
                    </a:lnTo>
                    <a:lnTo>
                      <a:pt x="4" y="72"/>
                    </a:lnTo>
                    <a:lnTo>
                      <a:pt x="74" y="2"/>
                    </a:lnTo>
                    <a:lnTo>
                      <a:pt x="77" y="0"/>
                    </a:lnTo>
                    <a:lnTo>
                      <a:pt x="80" y="0"/>
                    </a:lnTo>
                    <a:lnTo>
                      <a:pt x="84" y="0"/>
                    </a:lnTo>
                    <a:lnTo>
                      <a:pt x="87" y="2"/>
                    </a:lnTo>
                    <a:lnTo>
                      <a:pt x="346" y="260"/>
                    </a:lnTo>
                    <a:lnTo>
                      <a:pt x="348" y="263"/>
                    </a:lnTo>
                    <a:lnTo>
                      <a:pt x="348" y="268"/>
                    </a:lnTo>
                    <a:lnTo>
                      <a:pt x="348" y="271"/>
                    </a:lnTo>
                    <a:lnTo>
                      <a:pt x="346" y="274"/>
                    </a:lnTo>
                    <a:lnTo>
                      <a:pt x="87" y="532"/>
                    </a:lnTo>
                    <a:lnTo>
                      <a:pt x="84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386">
                <a:extLst>
                  <a:ext uri="{FF2B5EF4-FFF2-40B4-BE49-F238E27FC236}">
                    <a16:creationId xmlns:a16="http://schemas.microsoft.com/office/drawing/2014/main" id="{04321029-0D24-0EA2-B880-9CFF645555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4588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6 w 348"/>
                  <a:gd name="T11" fmla="*/ 260 h 535"/>
                  <a:gd name="T12" fmla="*/ 208 w 348"/>
                  <a:gd name="T13" fmla="*/ 263 h 535"/>
                  <a:gd name="T14" fmla="*/ 208 w 348"/>
                  <a:gd name="T15" fmla="*/ 268 h 535"/>
                  <a:gd name="T16" fmla="*/ 208 w 348"/>
                  <a:gd name="T17" fmla="*/ 271 h 535"/>
                  <a:gd name="T18" fmla="*/ 206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5 w 348"/>
                  <a:gd name="T25" fmla="*/ 534 h 535"/>
                  <a:gd name="T26" fmla="*/ 72 w 348"/>
                  <a:gd name="T27" fmla="*/ 533 h 535"/>
                  <a:gd name="T28" fmla="*/ 3 w 348"/>
                  <a:gd name="T29" fmla="*/ 463 h 535"/>
                  <a:gd name="T30" fmla="*/ 1 w 348"/>
                  <a:gd name="T31" fmla="*/ 460 h 535"/>
                  <a:gd name="T32" fmla="*/ 0 w 348"/>
                  <a:gd name="T33" fmla="*/ 457 h 535"/>
                  <a:gd name="T34" fmla="*/ 1 w 348"/>
                  <a:gd name="T35" fmla="*/ 452 h 535"/>
                  <a:gd name="T36" fmla="*/ 3 w 348"/>
                  <a:gd name="T37" fmla="*/ 449 h 535"/>
                  <a:gd name="T38" fmla="*/ 185 w 348"/>
                  <a:gd name="T39" fmla="*/ 268 h 535"/>
                  <a:gd name="T40" fmla="*/ 3 w 348"/>
                  <a:gd name="T41" fmla="*/ 86 h 535"/>
                  <a:gd name="T42" fmla="*/ 1 w 348"/>
                  <a:gd name="T43" fmla="*/ 83 h 535"/>
                  <a:gd name="T44" fmla="*/ 0 w 348"/>
                  <a:gd name="T45" fmla="*/ 79 h 535"/>
                  <a:gd name="T46" fmla="*/ 1 w 348"/>
                  <a:gd name="T47" fmla="*/ 75 h 535"/>
                  <a:gd name="T48" fmla="*/ 3 w 348"/>
                  <a:gd name="T49" fmla="*/ 72 h 535"/>
                  <a:gd name="T50" fmla="*/ 72 w 348"/>
                  <a:gd name="T51" fmla="*/ 2 h 535"/>
                  <a:gd name="T52" fmla="*/ 75 w 348"/>
                  <a:gd name="T53" fmla="*/ 0 h 535"/>
                  <a:gd name="T54" fmla="*/ 80 w 348"/>
                  <a:gd name="T55" fmla="*/ 0 h 535"/>
                  <a:gd name="T56" fmla="*/ 83 w 348"/>
                  <a:gd name="T57" fmla="*/ 0 h 535"/>
                  <a:gd name="T58" fmla="*/ 86 w 348"/>
                  <a:gd name="T59" fmla="*/ 2 h 535"/>
                  <a:gd name="T60" fmla="*/ 344 w 348"/>
                  <a:gd name="T61" fmla="*/ 260 h 535"/>
                  <a:gd name="T62" fmla="*/ 347 w 348"/>
                  <a:gd name="T63" fmla="*/ 263 h 535"/>
                  <a:gd name="T64" fmla="*/ 348 w 348"/>
                  <a:gd name="T65" fmla="*/ 268 h 535"/>
                  <a:gd name="T66" fmla="*/ 347 w 348"/>
                  <a:gd name="T67" fmla="*/ 271 h 535"/>
                  <a:gd name="T68" fmla="*/ 344 w 348"/>
                  <a:gd name="T69" fmla="*/ 274 h 535"/>
                  <a:gd name="T70" fmla="*/ 86 w 348"/>
                  <a:gd name="T71" fmla="*/ 532 h 535"/>
                  <a:gd name="T72" fmla="*/ 83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6" y="260"/>
                    </a:lnTo>
                    <a:lnTo>
                      <a:pt x="208" y="263"/>
                    </a:lnTo>
                    <a:lnTo>
                      <a:pt x="208" y="268"/>
                    </a:lnTo>
                    <a:lnTo>
                      <a:pt x="208" y="271"/>
                    </a:lnTo>
                    <a:lnTo>
                      <a:pt x="206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5" y="534"/>
                    </a:lnTo>
                    <a:lnTo>
                      <a:pt x="72" y="533"/>
                    </a:lnTo>
                    <a:lnTo>
                      <a:pt x="3" y="463"/>
                    </a:lnTo>
                    <a:lnTo>
                      <a:pt x="1" y="460"/>
                    </a:lnTo>
                    <a:lnTo>
                      <a:pt x="0" y="457"/>
                    </a:lnTo>
                    <a:lnTo>
                      <a:pt x="1" y="452"/>
                    </a:lnTo>
                    <a:lnTo>
                      <a:pt x="3" y="449"/>
                    </a:lnTo>
                    <a:lnTo>
                      <a:pt x="185" y="268"/>
                    </a:lnTo>
                    <a:lnTo>
                      <a:pt x="3" y="86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5"/>
                    </a:lnTo>
                    <a:lnTo>
                      <a:pt x="3" y="72"/>
                    </a:lnTo>
                    <a:lnTo>
                      <a:pt x="72" y="2"/>
                    </a:lnTo>
                    <a:lnTo>
                      <a:pt x="75" y="0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6" y="2"/>
                    </a:lnTo>
                    <a:lnTo>
                      <a:pt x="344" y="260"/>
                    </a:lnTo>
                    <a:lnTo>
                      <a:pt x="347" y="263"/>
                    </a:lnTo>
                    <a:lnTo>
                      <a:pt x="348" y="268"/>
                    </a:lnTo>
                    <a:lnTo>
                      <a:pt x="347" y="271"/>
                    </a:lnTo>
                    <a:lnTo>
                      <a:pt x="344" y="274"/>
                    </a:lnTo>
                    <a:lnTo>
                      <a:pt x="86" y="532"/>
                    </a:lnTo>
                    <a:lnTo>
                      <a:pt x="83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F706ED-36B9-D61F-D53C-B780E80F736F}"/>
                </a:ext>
              </a:extLst>
            </p:cNvPr>
            <p:cNvSpPr/>
            <p:nvPr/>
          </p:nvSpPr>
          <p:spPr>
            <a:xfrm>
              <a:off x="9610675" y="3462553"/>
              <a:ext cx="652034" cy="652034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9A46FA8-3A5A-AF7A-5CD0-7227765CF55D}"/>
                </a:ext>
              </a:extLst>
            </p:cNvPr>
            <p:cNvGrpSpPr/>
            <p:nvPr/>
          </p:nvGrpSpPr>
          <p:grpSpPr>
            <a:xfrm>
              <a:off x="9796947" y="3662894"/>
              <a:ext cx="279490" cy="251353"/>
              <a:chOff x="7396163" y="4268788"/>
              <a:chExt cx="236538" cy="212725"/>
            </a:xfrm>
            <a:solidFill>
              <a:schemeClr val="bg1"/>
            </a:solidFill>
          </p:grpSpPr>
          <p:sp>
            <p:nvSpPr>
              <p:cNvPr id="28" name="Freeform 385">
                <a:extLst>
                  <a:ext uri="{FF2B5EF4-FFF2-40B4-BE49-F238E27FC236}">
                    <a16:creationId xmlns:a16="http://schemas.microsoft.com/office/drawing/2014/main" id="{6D2504BD-68B9-3E07-281E-A9C74B68B2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6163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7 w 348"/>
                  <a:gd name="T11" fmla="*/ 260 h 535"/>
                  <a:gd name="T12" fmla="*/ 209 w 348"/>
                  <a:gd name="T13" fmla="*/ 263 h 535"/>
                  <a:gd name="T14" fmla="*/ 210 w 348"/>
                  <a:gd name="T15" fmla="*/ 268 h 535"/>
                  <a:gd name="T16" fmla="*/ 209 w 348"/>
                  <a:gd name="T17" fmla="*/ 271 h 535"/>
                  <a:gd name="T18" fmla="*/ 207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7 w 348"/>
                  <a:gd name="T25" fmla="*/ 534 h 535"/>
                  <a:gd name="T26" fmla="*/ 73 w 348"/>
                  <a:gd name="T27" fmla="*/ 533 h 535"/>
                  <a:gd name="T28" fmla="*/ 4 w 348"/>
                  <a:gd name="T29" fmla="*/ 463 h 535"/>
                  <a:gd name="T30" fmla="*/ 2 w 348"/>
                  <a:gd name="T31" fmla="*/ 460 h 535"/>
                  <a:gd name="T32" fmla="*/ 0 w 348"/>
                  <a:gd name="T33" fmla="*/ 457 h 535"/>
                  <a:gd name="T34" fmla="*/ 2 w 348"/>
                  <a:gd name="T35" fmla="*/ 452 h 535"/>
                  <a:gd name="T36" fmla="*/ 4 w 348"/>
                  <a:gd name="T37" fmla="*/ 449 h 535"/>
                  <a:gd name="T38" fmla="*/ 185 w 348"/>
                  <a:gd name="T39" fmla="*/ 268 h 535"/>
                  <a:gd name="T40" fmla="*/ 4 w 348"/>
                  <a:gd name="T41" fmla="*/ 86 h 535"/>
                  <a:gd name="T42" fmla="*/ 2 w 348"/>
                  <a:gd name="T43" fmla="*/ 83 h 535"/>
                  <a:gd name="T44" fmla="*/ 0 w 348"/>
                  <a:gd name="T45" fmla="*/ 79 h 535"/>
                  <a:gd name="T46" fmla="*/ 2 w 348"/>
                  <a:gd name="T47" fmla="*/ 75 h 535"/>
                  <a:gd name="T48" fmla="*/ 4 w 348"/>
                  <a:gd name="T49" fmla="*/ 72 h 535"/>
                  <a:gd name="T50" fmla="*/ 74 w 348"/>
                  <a:gd name="T51" fmla="*/ 2 h 535"/>
                  <a:gd name="T52" fmla="*/ 77 w 348"/>
                  <a:gd name="T53" fmla="*/ 0 h 535"/>
                  <a:gd name="T54" fmla="*/ 80 w 348"/>
                  <a:gd name="T55" fmla="*/ 0 h 535"/>
                  <a:gd name="T56" fmla="*/ 84 w 348"/>
                  <a:gd name="T57" fmla="*/ 0 h 535"/>
                  <a:gd name="T58" fmla="*/ 87 w 348"/>
                  <a:gd name="T59" fmla="*/ 2 h 535"/>
                  <a:gd name="T60" fmla="*/ 346 w 348"/>
                  <a:gd name="T61" fmla="*/ 260 h 535"/>
                  <a:gd name="T62" fmla="*/ 348 w 348"/>
                  <a:gd name="T63" fmla="*/ 263 h 535"/>
                  <a:gd name="T64" fmla="*/ 348 w 348"/>
                  <a:gd name="T65" fmla="*/ 268 h 535"/>
                  <a:gd name="T66" fmla="*/ 348 w 348"/>
                  <a:gd name="T67" fmla="*/ 271 h 535"/>
                  <a:gd name="T68" fmla="*/ 346 w 348"/>
                  <a:gd name="T69" fmla="*/ 274 h 535"/>
                  <a:gd name="T70" fmla="*/ 87 w 348"/>
                  <a:gd name="T71" fmla="*/ 532 h 535"/>
                  <a:gd name="T72" fmla="*/ 84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7" y="260"/>
                    </a:lnTo>
                    <a:lnTo>
                      <a:pt x="209" y="263"/>
                    </a:lnTo>
                    <a:lnTo>
                      <a:pt x="210" y="268"/>
                    </a:lnTo>
                    <a:lnTo>
                      <a:pt x="209" y="271"/>
                    </a:lnTo>
                    <a:lnTo>
                      <a:pt x="207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7" y="534"/>
                    </a:lnTo>
                    <a:lnTo>
                      <a:pt x="73" y="533"/>
                    </a:lnTo>
                    <a:lnTo>
                      <a:pt x="4" y="463"/>
                    </a:lnTo>
                    <a:lnTo>
                      <a:pt x="2" y="460"/>
                    </a:lnTo>
                    <a:lnTo>
                      <a:pt x="0" y="457"/>
                    </a:lnTo>
                    <a:lnTo>
                      <a:pt x="2" y="452"/>
                    </a:lnTo>
                    <a:lnTo>
                      <a:pt x="4" y="449"/>
                    </a:lnTo>
                    <a:lnTo>
                      <a:pt x="185" y="268"/>
                    </a:lnTo>
                    <a:lnTo>
                      <a:pt x="4" y="86"/>
                    </a:lnTo>
                    <a:lnTo>
                      <a:pt x="2" y="83"/>
                    </a:lnTo>
                    <a:lnTo>
                      <a:pt x="0" y="79"/>
                    </a:lnTo>
                    <a:lnTo>
                      <a:pt x="2" y="75"/>
                    </a:lnTo>
                    <a:lnTo>
                      <a:pt x="4" y="72"/>
                    </a:lnTo>
                    <a:lnTo>
                      <a:pt x="74" y="2"/>
                    </a:lnTo>
                    <a:lnTo>
                      <a:pt x="77" y="0"/>
                    </a:lnTo>
                    <a:lnTo>
                      <a:pt x="80" y="0"/>
                    </a:lnTo>
                    <a:lnTo>
                      <a:pt x="84" y="0"/>
                    </a:lnTo>
                    <a:lnTo>
                      <a:pt x="87" y="2"/>
                    </a:lnTo>
                    <a:lnTo>
                      <a:pt x="346" y="260"/>
                    </a:lnTo>
                    <a:lnTo>
                      <a:pt x="348" y="263"/>
                    </a:lnTo>
                    <a:lnTo>
                      <a:pt x="348" y="268"/>
                    </a:lnTo>
                    <a:lnTo>
                      <a:pt x="348" y="271"/>
                    </a:lnTo>
                    <a:lnTo>
                      <a:pt x="346" y="274"/>
                    </a:lnTo>
                    <a:lnTo>
                      <a:pt x="87" y="532"/>
                    </a:lnTo>
                    <a:lnTo>
                      <a:pt x="84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386">
                <a:extLst>
                  <a:ext uri="{FF2B5EF4-FFF2-40B4-BE49-F238E27FC236}">
                    <a16:creationId xmlns:a16="http://schemas.microsoft.com/office/drawing/2014/main" id="{F4CFAC72-F735-C673-C47D-AADDDE973E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4588" y="4268788"/>
                <a:ext cx="138113" cy="212725"/>
              </a:xfrm>
              <a:custGeom>
                <a:avLst/>
                <a:gdLst>
                  <a:gd name="T0" fmla="*/ 25 w 348"/>
                  <a:gd name="T1" fmla="*/ 457 h 535"/>
                  <a:gd name="T2" fmla="*/ 80 w 348"/>
                  <a:gd name="T3" fmla="*/ 512 h 535"/>
                  <a:gd name="T4" fmla="*/ 324 w 348"/>
                  <a:gd name="T5" fmla="*/ 268 h 535"/>
                  <a:gd name="T6" fmla="*/ 80 w 348"/>
                  <a:gd name="T7" fmla="*/ 23 h 535"/>
                  <a:gd name="T8" fmla="*/ 25 w 348"/>
                  <a:gd name="T9" fmla="*/ 79 h 535"/>
                  <a:gd name="T10" fmla="*/ 206 w 348"/>
                  <a:gd name="T11" fmla="*/ 260 h 535"/>
                  <a:gd name="T12" fmla="*/ 208 w 348"/>
                  <a:gd name="T13" fmla="*/ 263 h 535"/>
                  <a:gd name="T14" fmla="*/ 208 w 348"/>
                  <a:gd name="T15" fmla="*/ 268 h 535"/>
                  <a:gd name="T16" fmla="*/ 208 w 348"/>
                  <a:gd name="T17" fmla="*/ 271 h 535"/>
                  <a:gd name="T18" fmla="*/ 206 w 348"/>
                  <a:gd name="T19" fmla="*/ 274 h 535"/>
                  <a:gd name="T20" fmla="*/ 25 w 348"/>
                  <a:gd name="T21" fmla="*/ 457 h 535"/>
                  <a:gd name="T22" fmla="*/ 80 w 348"/>
                  <a:gd name="T23" fmla="*/ 535 h 535"/>
                  <a:gd name="T24" fmla="*/ 75 w 348"/>
                  <a:gd name="T25" fmla="*/ 534 h 535"/>
                  <a:gd name="T26" fmla="*/ 72 w 348"/>
                  <a:gd name="T27" fmla="*/ 533 h 535"/>
                  <a:gd name="T28" fmla="*/ 3 w 348"/>
                  <a:gd name="T29" fmla="*/ 463 h 535"/>
                  <a:gd name="T30" fmla="*/ 1 w 348"/>
                  <a:gd name="T31" fmla="*/ 460 h 535"/>
                  <a:gd name="T32" fmla="*/ 0 w 348"/>
                  <a:gd name="T33" fmla="*/ 457 h 535"/>
                  <a:gd name="T34" fmla="*/ 1 w 348"/>
                  <a:gd name="T35" fmla="*/ 452 h 535"/>
                  <a:gd name="T36" fmla="*/ 3 w 348"/>
                  <a:gd name="T37" fmla="*/ 449 h 535"/>
                  <a:gd name="T38" fmla="*/ 185 w 348"/>
                  <a:gd name="T39" fmla="*/ 268 h 535"/>
                  <a:gd name="T40" fmla="*/ 3 w 348"/>
                  <a:gd name="T41" fmla="*/ 86 h 535"/>
                  <a:gd name="T42" fmla="*/ 1 w 348"/>
                  <a:gd name="T43" fmla="*/ 83 h 535"/>
                  <a:gd name="T44" fmla="*/ 0 w 348"/>
                  <a:gd name="T45" fmla="*/ 79 h 535"/>
                  <a:gd name="T46" fmla="*/ 1 w 348"/>
                  <a:gd name="T47" fmla="*/ 75 h 535"/>
                  <a:gd name="T48" fmla="*/ 3 w 348"/>
                  <a:gd name="T49" fmla="*/ 72 h 535"/>
                  <a:gd name="T50" fmla="*/ 72 w 348"/>
                  <a:gd name="T51" fmla="*/ 2 h 535"/>
                  <a:gd name="T52" fmla="*/ 75 w 348"/>
                  <a:gd name="T53" fmla="*/ 0 h 535"/>
                  <a:gd name="T54" fmla="*/ 80 w 348"/>
                  <a:gd name="T55" fmla="*/ 0 h 535"/>
                  <a:gd name="T56" fmla="*/ 83 w 348"/>
                  <a:gd name="T57" fmla="*/ 0 h 535"/>
                  <a:gd name="T58" fmla="*/ 86 w 348"/>
                  <a:gd name="T59" fmla="*/ 2 h 535"/>
                  <a:gd name="T60" fmla="*/ 344 w 348"/>
                  <a:gd name="T61" fmla="*/ 260 h 535"/>
                  <a:gd name="T62" fmla="*/ 347 w 348"/>
                  <a:gd name="T63" fmla="*/ 263 h 535"/>
                  <a:gd name="T64" fmla="*/ 348 w 348"/>
                  <a:gd name="T65" fmla="*/ 268 h 535"/>
                  <a:gd name="T66" fmla="*/ 347 w 348"/>
                  <a:gd name="T67" fmla="*/ 271 h 535"/>
                  <a:gd name="T68" fmla="*/ 344 w 348"/>
                  <a:gd name="T69" fmla="*/ 274 h 535"/>
                  <a:gd name="T70" fmla="*/ 86 w 348"/>
                  <a:gd name="T71" fmla="*/ 532 h 535"/>
                  <a:gd name="T72" fmla="*/ 83 w 348"/>
                  <a:gd name="T73" fmla="*/ 534 h 535"/>
                  <a:gd name="T74" fmla="*/ 80 w 348"/>
                  <a:gd name="T75" fmla="*/ 535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48" h="535">
                    <a:moveTo>
                      <a:pt x="25" y="457"/>
                    </a:moveTo>
                    <a:lnTo>
                      <a:pt x="80" y="512"/>
                    </a:lnTo>
                    <a:lnTo>
                      <a:pt x="324" y="268"/>
                    </a:lnTo>
                    <a:lnTo>
                      <a:pt x="80" y="23"/>
                    </a:lnTo>
                    <a:lnTo>
                      <a:pt x="25" y="79"/>
                    </a:lnTo>
                    <a:lnTo>
                      <a:pt x="206" y="260"/>
                    </a:lnTo>
                    <a:lnTo>
                      <a:pt x="208" y="263"/>
                    </a:lnTo>
                    <a:lnTo>
                      <a:pt x="208" y="268"/>
                    </a:lnTo>
                    <a:lnTo>
                      <a:pt x="208" y="271"/>
                    </a:lnTo>
                    <a:lnTo>
                      <a:pt x="206" y="274"/>
                    </a:lnTo>
                    <a:lnTo>
                      <a:pt x="25" y="457"/>
                    </a:lnTo>
                    <a:close/>
                    <a:moveTo>
                      <a:pt x="80" y="535"/>
                    </a:moveTo>
                    <a:lnTo>
                      <a:pt x="75" y="534"/>
                    </a:lnTo>
                    <a:lnTo>
                      <a:pt x="72" y="533"/>
                    </a:lnTo>
                    <a:lnTo>
                      <a:pt x="3" y="463"/>
                    </a:lnTo>
                    <a:lnTo>
                      <a:pt x="1" y="460"/>
                    </a:lnTo>
                    <a:lnTo>
                      <a:pt x="0" y="457"/>
                    </a:lnTo>
                    <a:lnTo>
                      <a:pt x="1" y="452"/>
                    </a:lnTo>
                    <a:lnTo>
                      <a:pt x="3" y="449"/>
                    </a:lnTo>
                    <a:lnTo>
                      <a:pt x="185" y="268"/>
                    </a:lnTo>
                    <a:lnTo>
                      <a:pt x="3" y="86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5"/>
                    </a:lnTo>
                    <a:lnTo>
                      <a:pt x="3" y="72"/>
                    </a:lnTo>
                    <a:lnTo>
                      <a:pt x="72" y="2"/>
                    </a:lnTo>
                    <a:lnTo>
                      <a:pt x="75" y="0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6" y="2"/>
                    </a:lnTo>
                    <a:lnTo>
                      <a:pt x="344" y="260"/>
                    </a:lnTo>
                    <a:lnTo>
                      <a:pt x="347" y="263"/>
                    </a:lnTo>
                    <a:lnTo>
                      <a:pt x="348" y="268"/>
                    </a:lnTo>
                    <a:lnTo>
                      <a:pt x="347" y="271"/>
                    </a:lnTo>
                    <a:lnTo>
                      <a:pt x="344" y="274"/>
                    </a:lnTo>
                    <a:lnTo>
                      <a:pt x="86" y="532"/>
                    </a:lnTo>
                    <a:lnTo>
                      <a:pt x="83" y="534"/>
                    </a:lnTo>
                    <a:lnTo>
                      <a:pt x="80" y="5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9A6626-2812-91CB-CEAD-A2E8AF40D289}"/>
                </a:ext>
              </a:extLst>
            </p:cNvPr>
            <p:cNvSpPr/>
            <p:nvPr/>
          </p:nvSpPr>
          <p:spPr>
            <a:xfrm>
              <a:off x="468336" y="4264049"/>
              <a:ext cx="1653601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bg1"/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94CC7E9-A421-CA78-5791-2474539387F8}"/>
                </a:ext>
              </a:extLst>
            </p:cNvPr>
            <p:cNvSpPr/>
            <p:nvPr/>
          </p:nvSpPr>
          <p:spPr>
            <a:xfrm>
              <a:off x="2395054" y="4264049"/>
              <a:ext cx="1653601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bg1"/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038358-7F24-FAAA-B433-D1A0BD8B00C0}"/>
                </a:ext>
              </a:extLst>
            </p:cNvPr>
            <p:cNvSpPr/>
            <p:nvPr/>
          </p:nvSpPr>
          <p:spPr>
            <a:xfrm>
              <a:off x="4309027" y="4264049"/>
              <a:ext cx="1653601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bg1"/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6867677-3EA6-C313-5D36-15878103C146}"/>
                </a:ext>
              </a:extLst>
            </p:cNvPr>
            <p:cNvSpPr/>
            <p:nvPr/>
          </p:nvSpPr>
          <p:spPr>
            <a:xfrm>
              <a:off x="6229373" y="4264049"/>
              <a:ext cx="1653601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bg1"/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6A9FF11-D192-1DD9-ACAB-D2FDB4E5FAD4}"/>
                </a:ext>
              </a:extLst>
            </p:cNvPr>
            <p:cNvSpPr/>
            <p:nvPr/>
          </p:nvSpPr>
          <p:spPr>
            <a:xfrm>
              <a:off x="8149718" y="4264049"/>
              <a:ext cx="1653601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bg1"/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15E326E-8F80-F0ED-BA27-A76AFA13EE46}"/>
                </a:ext>
              </a:extLst>
            </p:cNvPr>
            <p:cNvSpPr/>
            <p:nvPr/>
          </p:nvSpPr>
          <p:spPr>
            <a:xfrm>
              <a:off x="10070065" y="4264049"/>
              <a:ext cx="1653601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bg1"/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6B55F7F-30F6-B501-0F95-0C338FCA50FC}"/>
                </a:ext>
              </a:extLst>
            </p:cNvPr>
            <p:cNvGrpSpPr/>
            <p:nvPr/>
          </p:nvGrpSpPr>
          <p:grpSpPr>
            <a:xfrm>
              <a:off x="845864" y="2368956"/>
              <a:ext cx="898545" cy="898545"/>
              <a:chOff x="9317038" y="769938"/>
              <a:chExt cx="287338" cy="287337"/>
            </a:xfrm>
            <a:solidFill>
              <a:schemeClr val="bg1"/>
            </a:solidFill>
          </p:grpSpPr>
          <p:sp>
            <p:nvSpPr>
              <p:cNvPr id="37" name="Freeform 317">
                <a:extLst>
                  <a:ext uri="{FF2B5EF4-FFF2-40B4-BE49-F238E27FC236}">
                    <a16:creationId xmlns:a16="http://schemas.microsoft.com/office/drawing/2014/main" id="{4066B278-B410-F67A-8BCA-B520244E7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9126" y="769938"/>
                <a:ext cx="33338" cy="52387"/>
              </a:xfrm>
              <a:custGeom>
                <a:avLst/>
                <a:gdLst>
                  <a:gd name="T0" fmla="*/ 18 w 106"/>
                  <a:gd name="T1" fmla="*/ 165 h 166"/>
                  <a:gd name="T2" fmla="*/ 24 w 106"/>
                  <a:gd name="T3" fmla="*/ 163 h 166"/>
                  <a:gd name="T4" fmla="*/ 28 w 106"/>
                  <a:gd name="T5" fmla="*/ 159 h 166"/>
                  <a:gd name="T6" fmla="*/ 30 w 106"/>
                  <a:gd name="T7" fmla="*/ 154 h 166"/>
                  <a:gd name="T8" fmla="*/ 31 w 106"/>
                  <a:gd name="T9" fmla="*/ 142 h 166"/>
                  <a:gd name="T10" fmla="*/ 36 w 106"/>
                  <a:gd name="T11" fmla="*/ 127 h 166"/>
                  <a:gd name="T12" fmla="*/ 42 w 106"/>
                  <a:gd name="T13" fmla="*/ 117 h 166"/>
                  <a:gd name="T14" fmla="*/ 53 w 106"/>
                  <a:gd name="T15" fmla="*/ 108 h 166"/>
                  <a:gd name="T16" fmla="*/ 67 w 106"/>
                  <a:gd name="T17" fmla="*/ 100 h 166"/>
                  <a:gd name="T18" fmla="*/ 83 w 106"/>
                  <a:gd name="T19" fmla="*/ 86 h 166"/>
                  <a:gd name="T20" fmla="*/ 94 w 106"/>
                  <a:gd name="T21" fmla="*/ 72 h 166"/>
                  <a:gd name="T22" fmla="*/ 99 w 106"/>
                  <a:gd name="T23" fmla="*/ 59 h 166"/>
                  <a:gd name="T24" fmla="*/ 103 w 106"/>
                  <a:gd name="T25" fmla="*/ 44 h 166"/>
                  <a:gd name="T26" fmla="*/ 105 w 106"/>
                  <a:gd name="T27" fmla="*/ 26 h 166"/>
                  <a:gd name="T28" fmla="*/ 105 w 106"/>
                  <a:gd name="T29" fmla="*/ 12 h 166"/>
                  <a:gd name="T30" fmla="*/ 103 w 106"/>
                  <a:gd name="T31" fmla="*/ 7 h 166"/>
                  <a:gd name="T32" fmla="*/ 100 w 106"/>
                  <a:gd name="T33" fmla="*/ 3 h 166"/>
                  <a:gd name="T34" fmla="*/ 94 w 106"/>
                  <a:gd name="T35" fmla="*/ 1 h 166"/>
                  <a:gd name="T36" fmla="*/ 88 w 106"/>
                  <a:gd name="T37" fmla="*/ 1 h 166"/>
                  <a:gd name="T38" fmla="*/ 83 w 106"/>
                  <a:gd name="T39" fmla="*/ 3 h 166"/>
                  <a:gd name="T40" fmla="*/ 78 w 106"/>
                  <a:gd name="T41" fmla="*/ 7 h 166"/>
                  <a:gd name="T42" fmla="*/ 76 w 106"/>
                  <a:gd name="T43" fmla="*/ 12 h 166"/>
                  <a:gd name="T44" fmla="*/ 75 w 106"/>
                  <a:gd name="T45" fmla="*/ 30 h 166"/>
                  <a:gd name="T46" fmla="*/ 70 w 106"/>
                  <a:gd name="T47" fmla="*/ 51 h 166"/>
                  <a:gd name="T48" fmla="*/ 61 w 106"/>
                  <a:gd name="T49" fmla="*/ 66 h 166"/>
                  <a:gd name="T50" fmla="*/ 48 w 106"/>
                  <a:gd name="T51" fmla="*/ 75 h 166"/>
                  <a:gd name="T52" fmla="*/ 35 w 106"/>
                  <a:gd name="T53" fmla="*/ 85 h 166"/>
                  <a:gd name="T54" fmla="*/ 21 w 106"/>
                  <a:gd name="T55" fmla="*/ 96 h 166"/>
                  <a:gd name="T56" fmla="*/ 9 w 106"/>
                  <a:gd name="T57" fmla="*/ 113 h 166"/>
                  <a:gd name="T58" fmla="*/ 1 w 106"/>
                  <a:gd name="T59" fmla="*/ 135 h 166"/>
                  <a:gd name="T60" fmla="*/ 1 w 106"/>
                  <a:gd name="T61" fmla="*/ 154 h 166"/>
                  <a:gd name="T62" fmla="*/ 3 w 106"/>
                  <a:gd name="T63" fmla="*/ 159 h 166"/>
                  <a:gd name="T64" fmla="*/ 8 w 106"/>
                  <a:gd name="T65" fmla="*/ 163 h 166"/>
                  <a:gd name="T66" fmla="*/ 13 w 106"/>
                  <a:gd name="T67" fmla="*/ 165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6" h="166">
                    <a:moveTo>
                      <a:pt x="15" y="166"/>
                    </a:moveTo>
                    <a:lnTo>
                      <a:pt x="18" y="165"/>
                    </a:lnTo>
                    <a:lnTo>
                      <a:pt x="22" y="165"/>
                    </a:lnTo>
                    <a:lnTo>
                      <a:pt x="24" y="163"/>
                    </a:lnTo>
                    <a:lnTo>
                      <a:pt x="26" y="162"/>
                    </a:lnTo>
                    <a:lnTo>
                      <a:pt x="28" y="159"/>
                    </a:lnTo>
                    <a:lnTo>
                      <a:pt x="29" y="157"/>
                    </a:lnTo>
                    <a:lnTo>
                      <a:pt x="30" y="154"/>
                    </a:lnTo>
                    <a:lnTo>
                      <a:pt x="31" y="151"/>
                    </a:lnTo>
                    <a:lnTo>
                      <a:pt x="31" y="142"/>
                    </a:lnTo>
                    <a:lnTo>
                      <a:pt x="32" y="133"/>
                    </a:lnTo>
                    <a:lnTo>
                      <a:pt x="36" y="127"/>
                    </a:lnTo>
                    <a:lnTo>
                      <a:pt x="39" y="121"/>
                    </a:lnTo>
                    <a:lnTo>
                      <a:pt x="42" y="117"/>
                    </a:lnTo>
                    <a:lnTo>
                      <a:pt x="47" y="113"/>
                    </a:lnTo>
                    <a:lnTo>
                      <a:pt x="53" y="108"/>
                    </a:lnTo>
                    <a:lnTo>
                      <a:pt x="58" y="105"/>
                    </a:lnTo>
                    <a:lnTo>
                      <a:pt x="67" y="100"/>
                    </a:lnTo>
                    <a:lnTo>
                      <a:pt x="75" y="93"/>
                    </a:lnTo>
                    <a:lnTo>
                      <a:pt x="83" y="86"/>
                    </a:lnTo>
                    <a:lnTo>
                      <a:pt x="90" y="76"/>
                    </a:lnTo>
                    <a:lnTo>
                      <a:pt x="94" y="72"/>
                    </a:lnTo>
                    <a:lnTo>
                      <a:pt x="97" y="66"/>
                    </a:lnTo>
                    <a:lnTo>
                      <a:pt x="99" y="59"/>
                    </a:lnTo>
                    <a:lnTo>
                      <a:pt x="102" y="52"/>
                    </a:lnTo>
                    <a:lnTo>
                      <a:pt x="103" y="44"/>
                    </a:lnTo>
                    <a:lnTo>
                      <a:pt x="105" y="36"/>
                    </a:lnTo>
                    <a:lnTo>
                      <a:pt x="105" y="26"/>
                    </a:lnTo>
                    <a:lnTo>
                      <a:pt x="106" y="15"/>
                    </a:lnTo>
                    <a:lnTo>
                      <a:pt x="105" y="12"/>
                    </a:lnTo>
                    <a:lnTo>
                      <a:pt x="105" y="10"/>
                    </a:lnTo>
                    <a:lnTo>
                      <a:pt x="103" y="7"/>
                    </a:lnTo>
                    <a:lnTo>
                      <a:pt x="102" y="4"/>
                    </a:lnTo>
                    <a:lnTo>
                      <a:pt x="100" y="3"/>
                    </a:lnTo>
                    <a:lnTo>
                      <a:pt x="97" y="1"/>
                    </a:lnTo>
                    <a:lnTo>
                      <a:pt x="94" y="1"/>
                    </a:lnTo>
                    <a:lnTo>
                      <a:pt x="91" y="0"/>
                    </a:lnTo>
                    <a:lnTo>
                      <a:pt x="88" y="1"/>
                    </a:lnTo>
                    <a:lnTo>
                      <a:pt x="85" y="1"/>
                    </a:lnTo>
                    <a:lnTo>
                      <a:pt x="83" y="3"/>
                    </a:lnTo>
                    <a:lnTo>
                      <a:pt x="81" y="4"/>
                    </a:lnTo>
                    <a:lnTo>
                      <a:pt x="78" y="7"/>
                    </a:lnTo>
                    <a:lnTo>
                      <a:pt x="77" y="10"/>
                    </a:lnTo>
                    <a:lnTo>
                      <a:pt x="76" y="12"/>
                    </a:lnTo>
                    <a:lnTo>
                      <a:pt x="76" y="15"/>
                    </a:lnTo>
                    <a:lnTo>
                      <a:pt x="75" y="30"/>
                    </a:lnTo>
                    <a:lnTo>
                      <a:pt x="73" y="42"/>
                    </a:lnTo>
                    <a:lnTo>
                      <a:pt x="70" y="51"/>
                    </a:lnTo>
                    <a:lnTo>
                      <a:pt x="66" y="59"/>
                    </a:lnTo>
                    <a:lnTo>
                      <a:pt x="61" y="66"/>
                    </a:lnTo>
                    <a:lnTo>
                      <a:pt x="55" y="70"/>
                    </a:lnTo>
                    <a:lnTo>
                      <a:pt x="48" y="75"/>
                    </a:lnTo>
                    <a:lnTo>
                      <a:pt x="42" y="80"/>
                    </a:lnTo>
                    <a:lnTo>
                      <a:pt x="35" y="85"/>
                    </a:lnTo>
                    <a:lnTo>
                      <a:pt x="28" y="90"/>
                    </a:lnTo>
                    <a:lnTo>
                      <a:pt x="21" y="96"/>
                    </a:lnTo>
                    <a:lnTo>
                      <a:pt x="14" y="103"/>
                    </a:lnTo>
                    <a:lnTo>
                      <a:pt x="9" y="113"/>
                    </a:lnTo>
                    <a:lnTo>
                      <a:pt x="4" y="124"/>
                    </a:lnTo>
                    <a:lnTo>
                      <a:pt x="1" y="135"/>
                    </a:lnTo>
                    <a:lnTo>
                      <a:pt x="0" y="151"/>
                    </a:lnTo>
                    <a:lnTo>
                      <a:pt x="1" y="154"/>
                    </a:lnTo>
                    <a:lnTo>
                      <a:pt x="2" y="157"/>
                    </a:lnTo>
                    <a:lnTo>
                      <a:pt x="3" y="159"/>
                    </a:lnTo>
                    <a:lnTo>
                      <a:pt x="6" y="162"/>
                    </a:lnTo>
                    <a:lnTo>
                      <a:pt x="8" y="163"/>
                    </a:lnTo>
                    <a:lnTo>
                      <a:pt x="10" y="165"/>
                    </a:lnTo>
                    <a:lnTo>
                      <a:pt x="13" y="165"/>
                    </a:lnTo>
                    <a:lnTo>
                      <a:pt x="15" y="1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318">
                <a:extLst>
                  <a:ext uri="{FF2B5EF4-FFF2-40B4-BE49-F238E27FC236}">
                    <a16:creationId xmlns:a16="http://schemas.microsoft.com/office/drawing/2014/main" id="{163A1FD4-0759-A7E2-904C-B325C2356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37701" y="769938"/>
                <a:ext cx="33338" cy="52387"/>
              </a:xfrm>
              <a:custGeom>
                <a:avLst/>
                <a:gdLst>
                  <a:gd name="T0" fmla="*/ 19 w 105"/>
                  <a:gd name="T1" fmla="*/ 165 h 166"/>
                  <a:gd name="T2" fmla="*/ 24 w 105"/>
                  <a:gd name="T3" fmla="*/ 163 h 166"/>
                  <a:gd name="T4" fmla="*/ 27 w 105"/>
                  <a:gd name="T5" fmla="*/ 159 h 166"/>
                  <a:gd name="T6" fmla="*/ 29 w 105"/>
                  <a:gd name="T7" fmla="*/ 154 h 166"/>
                  <a:gd name="T8" fmla="*/ 30 w 105"/>
                  <a:gd name="T9" fmla="*/ 142 h 166"/>
                  <a:gd name="T10" fmla="*/ 35 w 105"/>
                  <a:gd name="T11" fmla="*/ 127 h 166"/>
                  <a:gd name="T12" fmla="*/ 42 w 105"/>
                  <a:gd name="T13" fmla="*/ 117 h 166"/>
                  <a:gd name="T14" fmla="*/ 52 w 105"/>
                  <a:gd name="T15" fmla="*/ 108 h 166"/>
                  <a:gd name="T16" fmla="*/ 66 w 105"/>
                  <a:gd name="T17" fmla="*/ 100 h 166"/>
                  <a:gd name="T18" fmla="*/ 82 w 105"/>
                  <a:gd name="T19" fmla="*/ 86 h 166"/>
                  <a:gd name="T20" fmla="*/ 93 w 105"/>
                  <a:gd name="T21" fmla="*/ 72 h 166"/>
                  <a:gd name="T22" fmla="*/ 99 w 105"/>
                  <a:gd name="T23" fmla="*/ 59 h 166"/>
                  <a:gd name="T24" fmla="*/ 103 w 105"/>
                  <a:gd name="T25" fmla="*/ 44 h 166"/>
                  <a:gd name="T26" fmla="*/ 105 w 105"/>
                  <a:gd name="T27" fmla="*/ 26 h 166"/>
                  <a:gd name="T28" fmla="*/ 105 w 105"/>
                  <a:gd name="T29" fmla="*/ 12 h 166"/>
                  <a:gd name="T30" fmla="*/ 103 w 105"/>
                  <a:gd name="T31" fmla="*/ 7 h 166"/>
                  <a:gd name="T32" fmla="*/ 99 w 105"/>
                  <a:gd name="T33" fmla="*/ 3 h 166"/>
                  <a:gd name="T34" fmla="*/ 94 w 105"/>
                  <a:gd name="T35" fmla="*/ 1 h 166"/>
                  <a:gd name="T36" fmla="*/ 87 w 105"/>
                  <a:gd name="T37" fmla="*/ 1 h 166"/>
                  <a:gd name="T38" fmla="*/ 82 w 105"/>
                  <a:gd name="T39" fmla="*/ 3 h 166"/>
                  <a:gd name="T40" fmla="*/ 78 w 105"/>
                  <a:gd name="T41" fmla="*/ 7 h 166"/>
                  <a:gd name="T42" fmla="*/ 75 w 105"/>
                  <a:gd name="T43" fmla="*/ 12 h 166"/>
                  <a:gd name="T44" fmla="*/ 74 w 105"/>
                  <a:gd name="T45" fmla="*/ 30 h 166"/>
                  <a:gd name="T46" fmla="*/ 69 w 105"/>
                  <a:gd name="T47" fmla="*/ 51 h 166"/>
                  <a:gd name="T48" fmla="*/ 60 w 105"/>
                  <a:gd name="T49" fmla="*/ 66 h 166"/>
                  <a:gd name="T50" fmla="*/ 49 w 105"/>
                  <a:gd name="T51" fmla="*/ 75 h 166"/>
                  <a:gd name="T52" fmla="*/ 35 w 105"/>
                  <a:gd name="T53" fmla="*/ 85 h 166"/>
                  <a:gd name="T54" fmla="*/ 20 w 105"/>
                  <a:gd name="T55" fmla="*/ 96 h 166"/>
                  <a:gd name="T56" fmla="*/ 8 w 105"/>
                  <a:gd name="T57" fmla="*/ 113 h 166"/>
                  <a:gd name="T58" fmla="*/ 1 w 105"/>
                  <a:gd name="T59" fmla="*/ 135 h 166"/>
                  <a:gd name="T60" fmla="*/ 0 w 105"/>
                  <a:gd name="T61" fmla="*/ 154 h 166"/>
                  <a:gd name="T62" fmla="*/ 3 w 105"/>
                  <a:gd name="T63" fmla="*/ 159 h 166"/>
                  <a:gd name="T64" fmla="*/ 7 w 105"/>
                  <a:gd name="T65" fmla="*/ 163 h 166"/>
                  <a:gd name="T66" fmla="*/ 12 w 105"/>
                  <a:gd name="T67" fmla="*/ 165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5" h="166">
                    <a:moveTo>
                      <a:pt x="15" y="166"/>
                    </a:moveTo>
                    <a:lnTo>
                      <a:pt x="19" y="165"/>
                    </a:lnTo>
                    <a:lnTo>
                      <a:pt x="21" y="165"/>
                    </a:lnTo>
                    <a:lnTo>
                      <a:pt x="24" y="163"/>
                    </a:lnTo>
                    <a:lnTo>
                      <a:pt x="26" y="162"/>
                    </a:lnTo>
                    <a:lnTo>
                      <a:pt x="27" y="159"/>
                    </a:lnTo>
                    <a:lnTo>
                      <a:pt x="29" y="157"/>
                    </a:lnTo>
                    <a:lnTo>
                      <a:pt x="29" y="154"/>
                    </a:lnTo>
                    <a:lnTo>
                      <a:pt x="30" y="151"/>
                    </a:lnTo>
                    <a:lnTo>
                      <a:pt x="30" y="142"/>
                    </a:lnTo>
                    <a:lnTo>
                      <a:pt x="33" y="133"/>
                    </a:lnTo>
                    <a:lnTo>
                      <a:pt x="35" y="127"/>
                    </a:lnTo>
                    <a:lnTo>
                      <a:pt x="38" y="121"/>
                    </a:lnTo>
                    <a:lnTo>
                      <a:pt x="42" y="117"/>
                    </a:lnTo>
                    <a:lnTo>
                      <a:pt x="46" y="113"/>
                    </a:lnTo>
                    <a:lnTo>
                      <a:pt x="52" y="108"/>
                    </a:lnTo>
                    <a:lnTo>
                      <a:pt x="58" y="105"/>
                    </a:lnTo>
                    <a:lnTo>
                      <a:pt x="66" y="100"/>
                    </a:lnTo>
                    <a:lnTo>
                      <a:pt x="74" y="93"/>
                    </a:lnTo>
                    <a:lnTo>
                      <a:pt x="82" y="86"/>
                    </a:lnTo>
                    <a:lnTo>
                      <a:pt x="89" y="76"/>
                    </a:lnTo>
                    <a:lnTo>
                      <a:pt x="93" y="72"/>
                    </a:lnTo>
                    <a:lnTo>
                      <a:pt x="96" y="66"/>
                    </a:lnTo>
                    <a:lnTo>
                      <a:pt x="99" y="59"/>
                    </a:lnTo>
                    <a:lnTo>
                      <a:pt x="101" y="52"/>
                    </a:lnTo>
                    <a:lnTo>
                      <a:pt x="103" y="44"/>
                    </a:lnTo>
                    <a:lnTo>
                      <a:pt x="104" y="36"/>
                    </a:lnTo>
                    <a:lnTo>
                      <a:pt x="105" y="26"/>
                    </a:lnTo>
                    <a:lnTo>
                      <a:pt x="105" y="15"/>
                    </a:lnTo>
                    <a:lnTo>
                      <a:pt x="105" y="12"/>
                    </a:lnTo>
                    <a:lnTo>
                      <a:pt x="104" y="10"/>
                    </a:lnTo>
                    <a:lnTo>
                      <a:pt x="103" y="7"/>
                    </a:lnTo>
                    <a:lnTo>
                      <a:pt x="101" y="4"/>
                    </a:lnTo>
                    <a:lnTo>
                      <a:pt x="99" y="3"/>
                    </a:lnTo>
                    <a:lnTo>
                      <a:pt x="96" y="1"/>
                    </a:lnTo>
                    <a:lnTo>
                      <a:pt x="94" y="1"/>
                    </a:lnTo>
                    <a:lnTo>
                      <a:pt x="90" y="0"/>
                    </a:lnTo>
                    <a:lnTo>
                      <a:pt x="87" y="1"/>
                    </a:lnTo>
                    <a:lnTo>
                      <a:pt x="84" y="1"/>
                    </a:lnTo>
                    <a:lnTo>
                      <a:pt x="82" y="3"/>
                    </a:lnTo>
                    <a:lnTo>
                      <a:pt x="80" y="4"/>
                    </a:lnTo>
                    <a:lnTo>
                      <a:pt x="78" y="7"/>
                    </a:lnTo>
                    <a:lnTo>
                      <a:pt x="77" y="10"/>
                    </a:lnTo>
                    <a:lnTo>
                      <a:pt x="75" y="12"/>
                    </a:lnTo>
                    <a:lnTo>
                      <a:pt x="75" y="15"/>
                    </a:lnTo>
                    <a:lnTo>
                      <a:pt x="74" y="30"/>
                    </a:lnTo>
                    <a:lnTo>
                      <a:pt x="72" y="42"/>
                    </a:lnTo>
                    <a:lnTo>
                      <a:pt x="69" y="51"/>
                    </a:lnTo>
                    <a:lnTo>
                      <a:pt x="66" y="59"/>
                    </a:lnTo>
                    <a:lnTo>
                      <a:pt x="60" y="66"/>
                    </a:lnTo>
                    <a:lnTo>
                      <a:pt x="55" y="70"/>
                    </a:lnTo>
                    <a:lnTo>
                      <a:pt x="49" y="75"/>
                    </a:lnTo>
                    <a:lnTo>
                      <a:pt x="41" y="80"/>
                    </a:lnTo>
                    <a:lnTo>
                      <a:pt x="35" y="85"/>
                    </a:lnTo>
                    <a:lnTo>
                      <a:pt x="27" y="90"/>
                    </a:lnTo>
                    <a:lnTo>
                      <a:pt x="20" y="96"/>
                    </a:lnTo>
                    <a:lnTo>
                      <a:pt x="13" y="103"/>
                    </a:lnTo>
                    <a:lnTo>
                      <a:pt x="8" y="113"/>
                    </a:lnTo>
                    <a:lnTo>
                      <a:pt x="4" y="124"/>
                    </a:lnTo>
                    <a:lnTo>
                      <a:pt x="1" y="135"/>
                    </a:lnTo>
                    <a:lnTo>
                      <a:pt x="0" y="151"/>
                    </a:lnTo>
                    <a:lnTo>
                      <a:pt x="0" y="154"/>
                    </a:lnTo>
                    <a:lnTo>
                      <a:pt x="1" y="157"/>
                    </a:lnTo>
                    <a:lnTo>
                      <a:pt x="3" y="159"/>
                    </a:lnTo>
                    <a:lnTo>
                      <a:pt x="5" y="162"/>
                    </a:lnTo>
                    <a:lnTo>
                      <a:pt x="7" y="163"/>
                    </a:lnTo>
                    <a:lnTo>
                      <a:pt x="9" y="165"/>
                    </a:lnTo>
                    <a:lnTo>
                      <a:pt x="12" y="165"/>
                    </a:lnTo>
                    <a:lnTo>
                      <a:pt x="15" y="1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319">
                <a:extLst>
                  <a:ext uri="{FF2B5EF4-FFF2-40B4-BE49-F238E27FC236}">
                    <a16:creationId xmlns:a16="http://schemas.microsoft.com/office/drawing/2014/main" id="{EE9E523E-6347-4DF1-79AD-B5C286025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5138" y="931863"/>
                <a:ext cx="211138" cy="125412"/>
              </a:xfrm>
              <a:custGeom>
                <a:avLst/>
                <a:gdLst>
                  <a:gd name="T0" fmla="*/ 647 w 662"/>
                  <a:gd name="T1" fmla="*/ 0 h 392"/>
                  <a:gd name="T2" fmla="*/ 644 w 662"/>
                  <a:gd name="T3" fmla="*/ 1 h 392"/>
                  <a:gd name="T4" fmla="*/ 641 w 662"/>
                  <a:gd name="T5" fmla="*/ 2 h 392"/>
                  <a:gd name="T6" fmla="*/ 639 w 662"/>
                  <a:gd name="T7" fmla="*/ 3 h 392"/>
                  <a:gd name="T8" fmla="*/ 637 w 662"/>
                  <a:gd name="T9" fmla="*/ 5 h 392"/>
                  <a:gd name="T10" fmla="*/ 635 w 662"/>
                  <a:gd name="T11" fmla="*/ 7 h 392"/>
                  <a:gd name="T12" fmla="*/ 633 w 662"/>
                  <a:gd name="T13" fmla="*/ 10 h 392"/>
                  <a:gd name="T14" fmla="*/ 632 w 662"/>
                  <a:gd name="T15" fmla="*/ 13 h 392"/>
                  <a:gd name="T16" fmla="*/ 632 w 662"/>
                  <a:gd name="T17" fmla="*/ 16 h 392"/>
                  <a:gd name="T18" fmla="*/ 632 w 662"/>
                  <a:gd name="T19" fmla="*/ 361 h 392"/>
                  <a:gd name="T20" fmla="*/ 451 w 662"/>
                  <a:gd name="T21" fmla="*/ 361 h 392"/>
                  <a:gd name="T22" fmla="*/ 451 w 662"/>
                  <a:gd name="T23" fmla="*/ 91 h 392"/>
                  <a:gd name="T24" fmla="*/ 211 w 662"/>
                  <a:gd name="T25" fmla="*/ 91 h 392"/>
                  <a:gd name="T26" fmla="*/ 211 w 662"/>
                  <a:gd name="T27" fmla="*/ 361 h 392"/>
                  <a:gd name="T28" fmla="*/ 30 w 662"/>
                  <a:gd name="T29" fmla="*/ 361 h 392"/>
                  <a:gd name="T30" fmla="*/ 30 w 662"/>
                  <a:gd name="T31" fmla="*/ 15 h 392"/>
                  <a:gd name="T32" fmla="*/ 30 w 662"/>
                  <a:gd name="T33" fmla="*/ 13 h 392"/>
                  <a:gd name="T34" fmla="*/ 29 w 662"/>
                  <a:gd name="T35" fmla="*/ 10 h 392"/>
                  <a:gd name="T36" fmla="*/ 28 w 662"/>
                  <a:gd name="T37" fmla="*/ 7 h 392"/>
                  <a:gd name="T38" fmla="*/ 25 w 662"/>
                  <a:gd name="T39" fmla="*/ 5 h 392"/>
                  <a:gd name="T40" fmla="*/ 23 w 662"/>
                  <a:gd name="T41" fmla="*/ 3 h 392"/>
                  <a:gd name="T42" fmla="*/ 21 w 662"/>
                  <a:gd name="T43" fmla="*/ 2 h 392"/>
                  <a:gd name="T44" fmla="*/ 18 w 662"/>
                  <a:gd name="T45" fmla="*/ 1 h 392"/>
                  <a:gd name="T46" fmla="*/ 15 w 662"/>
                  <a:gd name="T47" fmla="*/ 0 h 392"/>
                  <a:gd name="T48" fmla="*/ 13 w 662"/>
                  <a:gd name="T49" fmla="*/ 1 h 392"/>
                  <a:gd name="T50" fmla="*/ 9 w 662"/>
                  <a:gd name="T51" fmla="*/ 2 h 392"/>
                  <a:gd name="T52" fmla="*/ 7 w 662"/>
                  <a:gd name="T53" fmla="*/ 3 h 392"/>
                  <a:gd name="T54" fmla="*/ 4 w 662"/>
                  <a:gd name="T55" fmla="*/ 5 h 392"/>
                  <a:gd name="T56" fmla="*/ 3 w 662"/>
                  <a:gd name="T57" fmla="*/ 7 h 392"/>
                  <a:gd name="T58" fmla="*/ 1 w 662"/>
                  <a:gd name="T59" fmla="*/ 10 h 392"/>
                  <a:gd name="T60" fmla="*/ 1 w 662"/>
                  <a:gd name="T61" fmla="*/ 13 h 392"/>
                  <a:gd name="T62" fmla="*/ 0 w 662"/>
                  <a:gd name="T63" fmla="*/ 16 h 392"/>
                  <a:gd name="T64" fmla="*/ 0 w 662"/>
                  <a:gd name="T65" fmla="*/ 392 h 392"/>
                  <a:gd name="T66" fmla="*/ 241 w 662"/>
                  <a:gd name="T67" fmla="*/ 392 h 392"/>
                  <a:gd name="T68" fmla="*/ 241 w 662"/>
                  <a:gd name="T69" fmla="*/ 121 h 392"/>
                  <a:gd name="T70" fmla="*/ 421 w 662"/>
                  <a:gd name="T71" fmla="*/ 121 h 392"/>
                  <a:gd name="T72" fmla="*/ 421 w 662"/>
                  <a:gd name="T73" fmla="*/ 392 h 392"/>
                  <a:gd name="T74" fmla="*/ 662 w 662"/>
                  <a:gd name="T75" fmla="*/ 392 h 392"/>
                  <a:gd name="T76" fmla="*/ 662 w 662"/>
                  <a:gd name="T77" fmla="*/ 15 h 392"/>
                  <a:gd name="T78" fmla="*/ 662 w 662"/>
                  <a:gd name="T79" fmla="*/ 13 h 392"/>
                  <a:gd name="T80" fmla="*/ 661 w 662"/>
                  <a:gd name="T81" fmla="*/ 10 h 392"/>
                  <a:gd name="T82" fmla="*/ 659 w 662"/>
                  <a:gd name="T83" fmla="*/ 7 h 392"/>
                  <a:gd name="T84" fmla="*/ 658 w 662"/>
                  <a:gd name="T85" fmla="*/ 5 h 392"/>
                  <a:gd name="T86" fmla="*/ 656 w 662"/>
                  <a:gd name="T87" fmla="*/ 3 h 392"/>
                  <a:gd name="T88" fmla="*/ 653 w 662"/>
                  <a:gd name="T89" fmla="*/ 2 h 392"/>
                  <a:gd name="T90" fmla="*/ 651 w 662"/>
                  <a:gd name="T91" fmla="*/ 1 h 392"/>
                  <a:gd name="T92" fmla="*/ 647 w 662"/>
                  <a:gd name="T93" fmla="*/ 0 h 392"/>
                  <a:gd name="T94" fmla="*/ 647 w 662"/>
                  <a:gd name="T95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662" h="392">
                    <a:moveTo>
                      <a:pt x="647" y="0"/>
                    </a:moveTo>
                    <a:lnTo>
                      <a:pt x="644" y="1"/>
                    </a:lnTo>
                    <a:lnTo>
                      <a:pt x="641" y="2"/>
                    </a:lnTo>
                    <a:lnTo>
                      <a:pt x="639" y="3"/>
                    </a:lnTo>
                    <a:lnTo>
                      <a:pt x="637" y="5"/>
                    </a:lnTo>
                    <a:lnTo>
                      <a:pt x="635" y="7"/>
                    </a:lnTo>
                    <a:lnTo>
                      <a:pt x="633" y="10"/>
                    </a:lnTo>
                    <a:lnTo>
                      <a:pt x="632" y="13"/>
                    </a:lnTo>
                    <a:lnTo>
                      <a:pt x="632" y="16"/>
                    </a:lnTo>
                    <a:lnTo>
                      <a:pt x="632" y="361"/>
                    </a:lnTo>
                    <a:lnTo>
                      <a:pt x="451" y="361"/>
                    </a:lnTo>
                    <a:lnTo>
                      <a:pt x="451" y="91"/>
                    </a:lnTo>
                    <a:lnTo>
                      <a:pt x="211" y="91"/>
                    </a:lnTo>
                    <a:lnTo>
                      <a:pt x="211" y="361"/>
                    </a:lnTo>
                    <a:lnTo>
                      <a:pt x="30" y="361"/>
                    </a:lnTo>
                    <a:lnTo>
                      <a:pt x="30" y="15"/>
                    </a:lnTo>
                    <a:lnTo>
                      <a:pt x="30" y="13"/>
                    </a:lnTo>
                    <a:lnTo>
                      <a:pt x="29" y="10"/>
                    </a:lnTo>
                    <a:lnTo>
                      <a:pt x="28" y="7"/>
                    </a:lnTo>
                    <a:lnTo>
                      <a:pt x="25" y="5"/>
                    </a:lnTo>
                    <a:lnTo>
                      <a:pt x="23" y="3"/>
                    </a:lnTo>
                    <a:lnTo>
                      <a:pt x="21" y="2"/>
                    </a:lnTo>
                    <a:lnTo>
                      <a:pt x="18" y="1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9" y="2"/>
                    </a:lnTo>
                    <a:lnTo>
                      <a:pt x="7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0" y="392"/>
                    </a:lnTo>
                    <a:lnTo>
                      <a:pt x="241" y="392"/>
                    </a:lnTo>
                    <a:lnTo>
                      <a:pt x="241" y="121"/>
                    </a:lnTo>
                    <a:lnTo>
                      <a:pt x="421" y="121"/>
                    </a:lnTo>
                    <a:lnTo>
                      <a:pt x="421" y="392"/>
                    </a:lnTo>
                    <a:lnTo>
                      <a:pt x="662" y="392"/>
                    </a:lnTo>
                    <a:lnTo>
                      <a:pt x="662" y="15"/>
                    </a:lnTo>
                    <a:lnTo>
                      <a:pt x="662" y="13"/>
                    </a:lnTo>
                    <a:lnTo>
                      <a:pt x="661" y="10"/>
                    </a:lnTo>
                    <a:lnTo>
                      <a:pt x="659" y="7"/>
                    </a:lnTo>
                    <a:lnTo>
                      <a:pt x="658" y="5"/>
                    </a:lnTo>
                    <a:lnTo>
                      <a:pt x="656" y="3"/>
                    </a:lnTo>
                    <a:lnTo>
                      <a:pt x="653" y="2"/>
                    </a:lnTo>
                    <a:lnTo>
                      <a:pt x="651" y="1"/>
                    </a:lnTo>
                    <a:lnTo>
                      <a:pt x="647" y="0"/>
                    </a:lnTo>
                    <a:lnTo>
                      <a:pt x="6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320">
                <a:extLst>
                  <a:ext uri="{FF2B5EF4-FFF2-40B4-BE49-F238E27FC236}">
                    <a16:creationId xmlns:a16="http://schemas.microsoft.com/office/drawing/2014/main" id="{C990A2CC-12DE-CCE9-A475-437521847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17038" y="788988"/>
                <a:ext cx="287338" cy="149225"/>
              </a:xfrm>
              <a:custGeom>
                <a:avLst/>
                <a:gdLst>
                  <a:gd name="T0" fmla="*/ 722 w 903"/>
                  <a:gd name="T1" fmla="*/ 167 h 468"/>
                  <a:gd name="T2" fmla="*/ 722 w 903"/>
                  <a:gd name="T3" fmla="*/ 265 h 468"/>
                  <a:gd name="T4" fmla="*/ 623 w 903"/>
                  <a:gd name="T5" fmla="*/ 167 h 468"/>
                  <a:gd name="T6" fmla="*/ 722 w 903"/>
                  <a:gd name="T7" fmla="*/ 167 h 468"/>
                  <a:gd name="T8" fmla="*/ 898 w 903"/>
                  <a:gd name="T9" fmla="*/ 441 h 468"/>
                  <a:gd name="T10" fmla="*/ 752 w 903"/>
                  <a:gd name="T11" fmla="*/ 295 h 468"/>
                  <a:gd name="T12" fmla="*/ 752 w 903"/>
                  <a:gd name="T13" fmla="*/ 136 h 468"/>
                  <a:gd name="T14" fmla="*/ 593 w 903"/>
                  <a:gd name="T15" fmla="*/ 136 h 468"/>
                  <a:gd name="T16" fmla="*/ 462 w 903"/>
                  <a:gd name="T17" fmla="*/ 4 h 468"/>
                  <a:gd name="T18" fmla="*/ 460 w 903"/>
                  <a:gd name="T19" fmla="*/ 3 h 468"/>
                  <a:gd name="T20" fmla="*/ 456 w 903"/>
                  <a:gd name="T21" fmla="*/ 1 h 468"/>
                  <a:gd name="T22" fmla="*/ 454 w 903"/>
                  <a:gd name="T23" fmla="*/ 1 h 468"/>
                  <a:gd name="T24" fmla="*/ 451 w 903"/>
                  <a:gd name="T25" fmla="*/ 0 h 468"/>
                  <a:gd name="T26" fmla="*/ 448 w 903"/>
                  <a:gd name="T27" fmla="*/ 1 h 468"/>
                  <a:gd name="T28" fmla="*/ 446 w 903"/>
                  <a:gd name="T29" fmla="*/ 1 h 468"/>
                  <a:gd name="T30" fmla="*/ 442 w 903"/>
                  <a:gd name="T31" fmla="*/ 3 h 468"/>
                  <a:gd name="T32" fmla="*/ 440 w 903"/>
                  <a:gd name="T33" fmla="*/ 4 h 468"/>
                  <a:gd name="T34" fmla="*/ 4 w 903"/>
                  <a:gd name="T35" fmla="*/ 441 h 468"/>
                  <a:gd name="T36" fmla="*/ 2 w 903"/>
                  <a:gd name="T37" fmla="*/ 444 h 468"/>
                  <a:gd name="T38" fmla="*/ 1 w 903"/>
                  <a:gd name="T39" fmla="*/ 447 h 468"/>
                  <a:gd name="T40" fmla="*/ 0 w 903"/>
                  <a:gd name="T41" fmla="*/ 450 h 468"/>
                  <a:gd name="T42" fmla="*/ 0 w 903"/>
                  <a:gd name="T43" fmla="*/ 452 h 468"/>
                  <a:gd name="T44" fmla="*/ 0 w 903"/>
                  <a:gd name="T45" fmla="*/ 455 h 468"/>
                  <a:gd name="T46" fmla="*/ 1 w 903"/>
                  <a:gd name="T47" fmla="*/ 458 h 468"/>
                  <a:gd name="T48" fmla="*/ 2 w 903"/>
                  <a:gd name="T49" fmla="*/ 460 h 468"/>
                  <a:gd name="T50" fmla="*/ 4 w 903"/>
                  <a:gd name="T51" fmla="*/ 463 h 468"/>
                  <a:gd name="T52" fmla="*/ 6 w 903"/>
                  <a:gd name="T53" fmla="*/ 465 h 468"/>
                  <a:gd name="T54" fmla="*/ 9 w 903"/>
                  <a:gd name="T55" fmla="*/ 466 h 468"/>
                  <a:gd name="T56" fmla="*/ 11 w 903"/>
                  <a:gd name="T57" fmla="*/ 467 h 468"/>
                  <a:gd name="T58" fmla="*/ 15 w 903"/>
                  <a:gd name="T59" fmla="*/ 468 h 468"/>
                  <a:gd name="T60" fmla="*/ 18 w 903"/>
                  <a:gd name="T61" fmla="*/ 467 h 468"/>
                  <a:gd name="T62" fmla="*/ 20 w 903"/>
                  <a:gd name="T63" fmla="*/ 467 h 468"/>
                  <a:gd name="T64" fmla="*/ 23 w 903"/>
                  <a:gd name="T65" fmla="*/ 465 h 468"/>
                  <a:gd name="T66" fmla="*/ 25 w 903"/>
                  <a:gd name="T67" fmla="*/ 463 h 468"/>
                  <a:gd name="T68" fmla="*/ 451 w 903"/>
                  <a:gd name="T69" fmla="*/ 37 h 468"/>
                  <a:gd name="T70" fmla="*/ 575 w 903"/>
                  <a:gd name="T71" fmla="*/ 162 h 468"/>
                  <a:gd name="T72" fmla="*/ 575 w 903"/>
                  <a:gd name="T73" fmla="*/ 162 h 468"/>
                  <a:gd name="T74" fmla="*/ 727 w 903"/>
                  <a:gd name="T75" fmla="*/ 312 h 468"/>
                  <a:gd name="T76" fmla="*/ 727 w 903"/>
                  <a:gd name="T77" fmla="*/ 312 h 468"/>
                  <a:gd name="T78" fmla="*/ 727 w 903"/>
                  <a:gd name="T79" fmla="*/ 312 h 468"/>
                  <a:gd name="T80" fmla="*/ 877 w 903"/>
                  <a:gd name="T81" fmla="*/ 463 h 468"/>
                  <a:gd name="T82" fmla="*/ 879 w 903"/>
                  <a:gd name="T83" fmla="*/ 465 h 468"/>
                  <a:gd name="T84" fmla="*/ 882 w 903"/>
                  <a:gd name="T85" fmla="*/ 466 h 468"/>
                  <a:gd name="T86" fmla="*/ 884 w 903"/>
                  <a:gd name="T87" fmla="*/ 467 h 468"/>
                  <a:gd name="T88" fmla="*/ 888 w 903"/>
                  <a:gd name="T89" fmla="*/ 468 h 468"/>
                  <a:gd name="T90" fmla="*/ 891 w 903"/>
                  <a:gd name="T91" fmla="*/ 467 h 468"/>
                  <a:gd name="T92" fmla="*/ 893 w 903"/>
                  <a:gd name="T93" fmla="*/ 466 h 468"/>
                  <a:gd name="T94" fmla="*/ 896 w 903"/>
                  <a:gd name="T95" fmla="*/ 465 h 468"/>
                  <a:gd name="T96" fmla="*/ 898 w 903"/>
                  <a:gd name="T97" fmla="*/ 463 h 468"/>
                  <a:gd name="T98" fmla="*/ 900 w 903"/>
                  <a:gd name="T99" fmla="*/ 460 h 468"/>
                  <a:gd name="T100" fmla="*/ 901 w 903"/>
                  <a:gd name="T101" fmla="*/ 458 h 468"/>
                  <a:gd name="T102" fmla="*/ 903 w 903"/>
                  <a:gd name="T103" fmla="*/ 455 h 468"/>
                  <a:gd name="T104" fmla="*/ 903 w 903"/>
                  <a:gd name="T105" fmla="*/ 452 h 468"/>
                  <a:gd name="T106" fmla="*/ 903 w 903"/>
                  <a:gd name="T107" fmla="*/ 450 h 468"/>
                  <a:gd name="T108" fmla="*/ 901 w 903"/>
                  <a:gd name="T109" fmla="*/ 447 h 468"/>
                  <a:gd name="T110" fmla="*/ 900 w 903"/>
                  <a:gd name="T111" fmla="*/ 444 h 468"/>
                  <a:gd name="T112" fmla="*/ 898 w 903"/>
                  <a:gd name="T113" fmla="*/ 442 h 468"/>
                  <a:gd name="T114" fmla="*/ 898 w 903"/>
                  <a:gd name="T115" fmla="*/ 44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3" h="468">
                    <a:moveTo>
                      <a:pt x="722" y="167"/>
                    </a:moveTo>
                    <a:lnTo>
                      <a:pt x="722" y="265"/>
                    </a:lnTo>
                    <a:lnTo>
                      <a:pt x="623" y="167"/>
                    </a:lnTo>
                    <a:lnTo>
                      <a:pt x="722" y="167"/>
                    </a:lnTo>
                    <a:close/>
                    <a:moveTo>
                      <a:pt x="898" y="441"/>
                    </a:moveTo>
                    <a:lnTo>
                      <a:pt x="752" y="295"/>
                    </a:lnTo>
                    <a:lnTo>
                      <a:pt x="752" y="136"/>
                    </a:lnTo>
                    <a:lnTo>
                      <a:pt x="593" y="136"/>
                    </a:lnTo>
                    <a:lnTo>
                      <a:pt x="462" y="4"/>
                    </a:lnTo>
                    <a:lnTo>
                      <a:pt x="460" y="3"/>
                    </a:lnTo>
                    <a:lnTo>
                      <a:pt x="456" y="1"/>
                    </a:lnTo>
                    <a:lnTo>
                      <a:pt x="454" y="1"/>
                    </a:lnTo>
                    <a:lnTo>
                      <a:pt x="451" y="0"/>
                    </a:lnTo>
                    <a:lnTo>
                      <a:pt x="448" y="1"/>
                    </a:lnTo>
                    <a:lnTo>
                      <a:pt x="446" y="1"/>
                    </a:lnTo>
                    <a:lnTo>
                      <a:pt x="442" y="3"/>
                    </a:lnTo>
                    <a:lnTo>
                      <a:pt x="440" y="4"/>
                    </a:lnTo>
                    <a:lnTo>
                      <a:pt x="4" y="441"/>
                    </a:lnTo>
                    <a:lnTo>
                      <a:pt x="2" y="444"/>
                    </a:lnTo>
                    <a:lnTo>
                      <a:pt x="1" y="447"/>
                    </a:lnTo>
                    <a:lnTo>
                      <a:pt x="0" y="450"/>
                    </a:lnTo>
                    <a:lnTo>
                      <a:pt x="0" y="452"/>
                    </a:lnTo>
                    <a:lnTo>
                      <a:pt x="0" y="455"/>
                    </a:lnTo>
                    <a:lnTo>
                      <a:pt x="1" y="458"/>
                    </a:lnTo>
                    <a:lnTo>
                      <a:pt x="2" y="460"/>
                    </a:lnTo>
                    <a:lnTo>
                      <a:pt x="4" y="463"/>
                    </a:lnTo>
                    <a:lnTo>
                      <a:pt x="6" y="465"/>
                    </a:lnTo>
                    <a:lnTo>
                      <a:pt x="9" y="466"/>
                    </a:lnTo>
                    <a:lnTo>
                      <a:pt x="11" y="467"/>
                    </a:lnTo>
                    <a:lnTo>
                      <a:pt x="15" y="468"/>
                    </a:lnTo>
                    <a:lnTo>
                      <a:pt x="18" y="467"/>
                    </a:lnTo>
                    <a:lnTo>
                      <a:pt x="20" y="467"/>
                    </a:lnTo>
                    <a:lnTo>
                      <a:pt x="23" y="465"/>
                    </a:lnTo>
                    <a:lnTo>
                      <a:pt x="25" y="463"/>
                    </a:lnTo>
                    <a:lnTo>
                      <a:pt x="451" y="37"/>
                    </a:lnTo>
                    <a:lnTo>
                      <a:pt x="575" y="162"/>
                    </a:lnTo>
                    <a:lnTo>
                      <a:pt x="575" y="162"/>
                    </a:lnTo>
                    <a:lnTo>
                      <a:pt x="727" y="312"/>
                    </a:lnTo>
                    <a:lnTo>
                      <a:pt x="727" y="312"/>
                    </a:lnTo>
                    <a:lnTo>
                      <a:pt x="727" y="312"/>
                    </a:lnTo>
                    <a:lnTo>
                      <a:pt x="877" y="463"/>
                    </a:lnTo>
                    <a:lnTo>
                      <a:pt x="879" y="465"/>
                    </a:lnTo>
                    <a:lnTo>
                      <a:pt x="882" y="466"/>
                    </a:lnTo>
                    <a:lnTo>
                      <a:pt x="884" y="467"/>
                    </a:lnTo>
                    <a:lnTo>
                      <a:pt x="888" y="468"/>
                    </a:lnTo>
                    <a:lnTo>
                      <a:pt x="891" y="467"/>
                    </a:lnTo>
                    <a:lnTo>
                      <a:pt x="893" y="466"/>
                    </a:lnTo>
                    <a:lnTo>
                      <a:pt x="896" y="465"/>
                    </a:lnTo>
                    <a:lnTo>
                      <a:pt x="898" y="463"/>
                    </a:lnTo>
                    <a:lnTo>
                      <a:pt x="900" y="460"/>
                    </a:lnTo>
                    <a:lnTo>
                      <a:pt x="901" y="458"/>
                    </a:lnTo>
                    <a:lnTo>
                      <a:pt x="903" y="455"/>
                    </a:lnTo>
                    <a:lnTo>
                      <a:pt x="903" y="452"/>
                    </a:lnTo>
                    <a:lnTo>
                      <a:pt x="903" y="450"/>
                    </a:lnTo>
                    <a:lnTo>
                      <a:pt x="901" y="447"/>
                    </a:lnTo>
                    <a:lnTo>
                      <a:pt x="900" y="444"/>
                    </a:lnTo>
                    <a:lnTo>
                      <a:pt x="898" y="442"/>
                    </a:lnTo>
                    <a:lnTo>
                      <a:pt x="898" y="4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3425EB4-A1A8-64A9-806A-1916F5ADDF36}"/>
                </a:ext>
              </a:extLst>
            </p:cNvPr>
            <p:cNvGrpSpPr/>
            <p:nvPr/>
          </p:nvGrpSpPr>
          <p:grpSpPr>
            <a:xfrm>
              <a:off x="4686553" y="2418311"/>
              <a:ext cx="898548" cy="749616"/>
              <a:chOff x="10464801" y="817563"/>
              <a:chExt cx="287338" cy="239712"/>
            </a:xfrm>
            <a:solidFill>
              <a:schemeClr val="bg1"/>
            </a:solidFill>
          </p:grpSpPr>
          <p:sp>
            <p:nvSpPr>
              <p:cNvPr id="42" name="Freeform 334">
                <a:extLst>
                  <a:ext uri="{FF2B5EF4-FFF2-40B4-BE49-F238E27FC236}">
                    <a16:creationId xmlns:a16="http://schemas.microsoft.com/office/drawing/2014/main" id="{4708BCC2-AD85-5D80-BDDF-9F53420DBD7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64801" y="817563"/>
                <a:ext cx="287338" cy="239712"/>
              </a:xfrm>
              <a:custGeom>
                <a:avLst/>
                <a:gdLst>
                  <a:gd name="T0" fmla="*/ 723 w 904"/>
                  <a:gd name="T1" fmla="*/ 602 h 753"/>
                  <a:gd name="T2" fmla="*/ 512 w 904"/>
                  <a:gd name="T3" fmla="*/ 602 h 753"/>
                  <a:gd name="T4" fmla="*/ 512 w 904"/>
                  <a:gd name="T5" fmla="*/ 722 h 753"/>
                  <a:gd name="T6" fmla="*/ 181 w 904"/>
                  <a:gd name="T7" fmla="*/ 542 h 753"/>
                  <a:gd name="T8" fmla="*/ 181 w 904"/>
                  <a:gd name="T9" fmla="*/ 722 h 753"/>
                  <a:gd name="T10" fmla="*/ 391 w 904"/>
                  <a:gd name="T11" fmla="*/ 722 h 753"/>
                  <a:gd name="T12" fmla="*/ 331 w 904"/>
                  <a:gd name="T13" fmla="*/ 524 h 753"/>
                  <a:gd name="T14" fmla="*/ 327 w 904"/>
                  <a:gd name="T15" fmla="*/ 516 h 753"/>
                  <a:gd name="T16" fmla="*/ 319 w 904"/>
                  <a:gd name="T17" fmla="*/ 512 h 753"/>
                  <a:gd name="T18" fmla="*/ 163 w 904"/>
                  <a:gd name="T19" fmla="*/ 512 h 753"/>
                  <a:gd name="T20" fmla="*/ 155 w 904"/>
                  <a:gd name="T21" fmla="*/ 516 h 753"/>
                  <a:gd name="T22" fmla="*/ 151 w 904"/>
                  <a:gd name="T23" fmla="*/ 524 h 753"/>
                  <a:gd name="T24" fmla="*/ 91 w 904"/>
                  <a:gd name="T25" fmla="*/ 722 h 753"/>
                  <a:gd name="T26" fmla="*/ 813 w 904"/>
                  <a:gd name="T27" fmla="*/ 722 h 753"/>
                  <a:gd name="T28" fmla="*/ 753 w 904"/>
                  <a:gd name="T29" fmla="*/ 584 h 753"/>
                  <a:gd name="T30" fmla="*/ 748 w 904"/>
                  <a:gd name="T31" fmla="*/ 577 h 753"/>
                  <a:gd name="T32" fmla="*/ 741 w 904"/>
                  <a:gd name="T33" fmla="*/ 572 h 753"/>
                  <a:gd name="T34" fmla="*/ 494 w 904"/>
                  <a:gd name="T35" fmla="*/ 572 h 753"/>
                  <a:gd name="T36" fmla="*/ 487 w 904"/>
                  <a:gd name="T37" fmla="*/ 577 h 753"/>
                  <a:gd name="T38" fmla="*/ 482 w 904"/>
                  <a:gd name="T39" fmla="*/ 584 h 753"/>
                  <a:gd name="T40" fmla="*/ 421 w 904"/>
                  <a:gd name="T41" fmla="*/ 722 h 753"/>
                  <a:gd name="T42" fmla="*/ 723 w 904"/>
                  <a:gd name="T43" fmla="*/ 121 h 753"/>
                  <a:gd name="T44" fmla="*/ 723 w 904"/>
                  <a:gd name="T45" fmla="*/ 241 h 753"/>
                  <a:gd name="T46" fmla="*/ 843 w 904"/>
                  <a:gd name="T47" fmla="*/ 722 h 753"/>
                  <a:gd name="T48" fmla="*/ 885 w 904"/>
                  <a:gd name="T49" fmla="*/ 376 h 753"/>
                  <a:gd name="T50" fmla="*/ 895 w 904"/>
                  <a:gd name="T51" fmla="*/ 375 h 753"/>
                  <a:gd name="T52" fmla="*/ 903 w 904"/>
                  <a:gd name="T53" fmla="*/ 366 h 753"/>
                  <a:gd name="T54" fmla="*/ 903 w 904"/>
                  <a:gd name="T55" fmla="*/ 358 h 753"/>
                  <a:gd name="T56" fmla="*/ 898 w 904"/>
                  <a:gd name="T57" fmla="*/ 350 h 753"/>
                  <a:gd name="T58" fmla="*/ 813 w 904"/>
                  <a:gd name="T59" fmla="*/ 106 h 753"/>
                  <a:gd name="T60" fmla="*/ 811 w 904"/>
                  <a:gd name="T61" fmla="*/ 97 h 753"/>
                  <a:gd name="T62" fmla="*/ 804 w 904"/>
                  <a:gd name="T63" fmla="*/ 92 h 753"/>
                  <a:gd name="T64" fmla="*/ 708 w 904"/>
                  <a:gd name="T65" fmla="*/ 91 h 753"/>
                  <a:gd name="T66" fmla="*/ 699 w 904"/>
                  <a:gd name="T67" fmla="*/ 93 h 753"/>
                  <a:gd name="T68" fmla="*/ 694 w 904"/>
                  <a:gd name="T69" fmla="*/ 99 h 753"/>
                  <a:gd name="T70" fmla="*/ 693 w 904"/>
                  <a:gd name="T71" fmla="*/ 221 h 753"/>
                  <a:gd name="T72" fmla="*/ 333 w 904"/>
                  <a:gd name="T73" fmla="*/ 0 h 753"/>
                  <a:gd name="T74" fmla="*/ 325 w 904"/>
                  <a:gd name="T75" fmla="*/ 1 h 753"/>
                  <a:gd name="T76" fmla="*/ 318 w 904"/>
                  <a:gd name="T77" fmla="*/ 7 h 753"/>
                  <a:gd name="T78" fmla="*/ 316 w 904"/>
                  <a:gd name="T79" fmla="*/ 15 h 753"/>
                  <a:gd name="T80" fmla="*/ 319 w 904"/>
                  <a:gd name="T81" fmla="*/ 24 h 753"/>
                  <a:gd name="T82" fmla="*/ 391 w 904"/>
                  <a:gd name="T83" fmla="*/ 70 h 753"/>
                  <a:gd name="T84" fmla="*/ 69 w 904"/>
                  <a:gd name="T85" fmla="*/ 394 h 753"/>
                  <a:gd name="T86" fmla="*/ 6 w 904"/>
                  <a:gd name="T87" fmla="*/ 424 h 753"/>
                  <a:gd name="T88" fmla="*/ 1 w 904"/>
                  <a:gd name="T89" fmla="*/ 432 h 753"/>
                  <a:gd name="T90" fmla="*/ 1 w 904"/>
                  <a:gd name="T91" fmla="*/ 440 h 753"/>
                  <a:gd name="T92" fmla="*/ 7 w 904"/>
                  <a:gd name="T93" fmla="*/ 450 h 753"/>
                  <a:gd name="T94" fmla="*/ 19 w 904"/>
                  <a:gd name="T95" fmla="*/ 451 h 753"/>
                  <a:gd name="T96" fmla="*/ 61 w 904"/>
                  <a:gd name="T97" fmla="*/ 722 h 753"/>
                  <a:gd name="T98" fmla="*/ 9 w 904"/>
                  <a:gd name="T99" fmla="*/ 724 h 753"/>
                  <a:gd name="T100" fmla="*/ 3 w 904"/>
                  <a:gd name="T101" fmla="*/ 730 h 753"/>
                  <a:gd name="T102" fmla="*/ 0 w 904"/>
                  <a:gd name="T103" fmla="*/ 738 h 753"/>
                  <a:gd name="T104" fmla="*/ 3 w 904"/>
                  <a:gd name="T105" fmla="*/ 746 h 753"/>
                  <a:gd name="T106" fmla="*/ 9 w 904"/>
                  <a:gd name="T107" fmla="*/ 751 h 753"/>
                  <a:gd name="T108" fmla="*/ 166 w 904"/>
                  <a:gd name="T109" fmla="*/ 753 h 753"/>
                  <a:gd name="T110" fmla="*/ 738 w 904"/>
                  <a:gd name="T111" fmla="*/ 753 h 753"/>
                  <a:gd name="T112" fmla="*/ 894 w 904"/>
                  <a:gd name="T113" fmla="*/ 751 h 753"/>
                  <a:gd name="T114" fmla="*/ 901 w 904"/>
                  <a:gd name="T115" fmla="*/ 746 h 753"/>
                  <a:gd name="T116" fmla="*/ 904 w 904"/>
                  <a:gd name="T117" fmla="*/ 738 h 753"/>
                  <a:gd name="T118" fmla="*/ 901 w 904"/>
                  <a:gd name="T119" fmla="*/ 730 h 753"/>
                  <a:gd name="T120" fmla="*/ 894 w 904"/>
                  <a:gd name="T121" fmla="*/ 724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04" h="753">
                    <a:moveTo>
                      <a:pt x="632" y="722"/>
                    </a:moveTo>
                    <a:lnTo>
                      <a:pt x="632" y="602"/>
                    </a:lnTo>
                    <a:lnTo>
                      <a:pt x="723" y="602"/>
                    </a:lnTo>
                    <a:lnTo>
                      <a:pt x="723" y="722"/>
                    </a:lnTo>
                    <a:lnTo>
                      <a:pt x="632" y="722"/>
                    </a:lnTo>
                    <a:close/>
                    <a:moveTo>
                      <a:pt x="512" y="602"/>
                    </a:moveTo>
                    <a:lnTo>
                      <a:pt x="602" y="602"/>
                    </a:lnTo>
                    <a:lnTo>
                      <a:pt x="602" y="722"/>
                    </a:lnTo>
                    <a:lnTo>
                      <a:pt x="512" y="722"/>
                    </a:lnTo>
                    <a:lnTo>
                      <a:pt x="512" y="602"/>
                    </a:lnTo>
                    <a:close/>
                    <a:moveTo>
                      <a:pt x="181" y="722"/>
                    </a:moveTo>
                    <a:lnTo>
                      <a:pt x="181" y="542"/>
                    </a:lnTo>
                    <a:lnTo>
                      <a:pt x="301" y="542"/>
                    </a:lnTo>
                    <a:lnTo>
                      <a:pt x="301" y="722"/>
                    </a:lnTo>
                    <a:lnTo>
                      <a:pt x="181" y="722"/>
                    </a:lnTo>
                    <a:close/>
                    <a:moveTo>
                      <a:pt x="91" y="417"/>
                    </a:moveTo>
                    <a:lnTo>
                      <a:pt x="391" y="273"/>
                    </a:lnTo>
                    <a:lnTo>
                      <a:pt x="391" y="722"/>
                    </a:lnTo>
                    <a:lnTo>
                      <a:pt x="331" y="722"/>
                    </a:lnTo>
                    <a:lnTo>
                      <a:pt x="331" y="527"/>
                    </a:lnTo>
                    <a:lnTo>
                      <a:pt x="331" y="524"/>
                    </a:lnTo>
                    <a:lnTo>
                      <a:pt x="330" y="521"/>
                    </a:lnTo>
                    <a:lnTo>
                      <a:pt x="329" y="519"/>
                    </a:lnTo>
                    <a:lnTo>
                      <a:pt x="327" y="516"/>
                    </a:lnTo>
                    <a:lnTo>
                      <a:pt x="325" y="514"/>
                    </a:lnTo>
                    <a:lnTo>
                      <a:pt x="323" y="513"/>
                    </a:lnTo>
                    <a:lnTo>
                      <a:pt x="319" y="512"/>
                    </a:lnTo>
                    <a:lnTo>
                      <a:pt x="316" y="512"/>
                    </a:lnTo>
                    <a:lnTo>
                      <a:pt x="166" y="512"/>
                    </a:lnTo>
                    <a:lnTo>
                      <a:pt x="163" y="512"/>
                    </a:lnTo>
                    <a:lnTo>
                      <a:pt x="160" y="513"/>
                    </a:lnTo>
                    <a:lnTo>
                      <a:pt x="157" y="514"/>
                    </a:lnTo>
                    <a:lnTo>
                      <a:pt x="155" y="516"/>
                    </a:lnTo>
                    <a:lnTo>
                      <a:pt x="153" y="519"/>
                    </a:lnTo>
                    <a:lnTo>
                      <a:pt x="152" y="521"/>
                    </a:lnTo>
                    <a:lnTo>
                      <a:pt x="151" y="524"/>
                    </a:lnTo>
                    <a:lnTo>
                      <a:pt x="151" y="527"/>
                    </a:lnTo>
                    <a:lnTo>
                      <a:pt x="151" y="722"/>
                    </a:lnTo>
                    <a:lnTo>
                      <a:pt x="91" y="722"/>
                    </a:lnTo>
                    <a:lnTo>
                      <a:pt x="91" y="417"/>
                    </a:lnTo>
                    <a:close/>
                    <a:moveTo>
                      <a:pt x="813" y="332"/>
                    </a:moveTo>
                    <a:lnTo>
                      <a:pt x="813" y="722"/>
                    </a:lnTo>
                    <a:lnTo>
                      <a:pt x="753" y="722"/>
                    </a:lnTo>
                    <a:lnTo>
                      <a:pt x="753" y="587"/>
                    </a:lnTo>
                    <a:lnTo>
                      <a:pt x="753" y="584"/>
                    </a:lnTo>
                    <a:lnTo>
                      <a:pt x="752" y="582"/>
                    </a:lnTo>
                    <a:lnTo>
                      <a:pt x="750" y="579"/>
                    </a:lnTo>
                    <a:lnTo>
                      <a:pt x="748" y="577"/>
                    </a:lnTo>
                    <a:lnTo>
                      <a:pt x="746" y="574"/>
                    </a:lnTo>
                    <a:lnTo>
                      <a:pt x="744" y="573"/>
                    </a:lnTo>
                    <a:lnTo>
                      <a:pt x="741" y="572"/>
                    </a:lnTo>
                    <a:lnTo>
                      <a:pt x="738" y="572"/>
                    </a:lnTo>
                    <a:lnTo>
                      <a:pt x="497" y="572"/>
                    </a:lnTo>
                    <a:lnTo>
                      <a:pt x="494" y="572"/>
                    </a:lnTo>
                    <a:lnTo>
                      <a:pt x="491" y="573"/>
                    </a:lnTo>
                    <a:lnTo>
                      <a:pt x="489" y="574"/>
                    </a:lnTo>
                    <a:lnTo>
                      <a:pt x="487" y="577"/>
                    </a:lnTo>
                    <a:lnTo>
                      <a:pt x="484" y="579"/>
                    </a:lnTo>
                    <a:lnTo>
                      <a:pt x="483" y="582"/>
                    </a:lnTo>
                    <a:lnTo>
                      <a:pt x="482" y="584"/>
                    </a:lnTo>
                    <a:lnTo>
                      <a:pt x="482" y="587"/>
                    </a:lnTo>
                    <a:lnTo>
                      <a:pt x="482" y="722"/>
                    </a:lnTo>
                    <a:lnTo>
                      <a:pt x="421" y="722"/>
                    </a:lnTo>
                    <a:lnTo>
                      <a:pt x="421" y="89"/>
                    </a:lnTo>
                    <a:lnTo>
                      <a:pt x="813" y="332"/>
                    </a:lnTo>
                    <a:close/>
                    <a:moveTo>
                      <a:pt x="723" y="121"/>
                    </a:moveTo>
                    <a:lnTo>
                      <a:pt x="783" y="121"/>
                    </a:lnTo>
                    <a:lnTo>
                      <a:pt x="783" y="278"/>
                    </a:lnTo>
                    <a:lnTo>
                      <a:pt x="723" y="241"/>
                    </a:lnTo>
                    <a:lnTo>
                      <a:pt x="723" y="121"/>
                    </a:lnTo>
                    <a:close/>
                    <a:moveTo>
                      <a:pt x="889" y="722"/>
                    </a:moveTo>
                    <a:lnTo>
                      <a:pt x="843" y="722"/>
                    </a:lnTo>
                    <a:lnTo>
                      <a:pt x="843" y="351"/>
                    </a:lnTo>
                    <a:lnTo>
                      <a:pt x="880" y="374"/>
                    </a:lnTo>
                    <a:lnTo>
                      <a:pt x="885" y="376"/>
                    </a:lnTo>
                    <a:lnTo>
                      <a:pt x="889" y="377"/>
                    </a:lnTo>
                    <a:lnTo>
                      <a:pt x="892" y="376"/>
                    </a:lnTo>
                    <a:lnTo>
                      <a:pt x="895" y="375"/>
                    </a:lnTo>
                    <a:lnTo>
                      <a:pt x="898" y="373"/>
                    </a:lnTo>
                    <a:lnTo>
                      <a:pt x="901" y="369"/>
                    </a:lnTo>
                    <a:lnTo>
                      <a:pt x="903" y="366"/>
                    </a:lnTo>
                    <a:lnTo>
                      <a:pt x="903" y="364"/>
                    </a:lnTo>
                    <a:lnTo>
                      <a:pt x="904" y="361"/>
                    </a:lnTo>
                    <a:lnTo>
                      <a:pt x="903" y="358"/>
                    </a:lnTo>
                    <a:lnTo>
                      <a:pt x="902" y="356"/>
                    </a:lnTo>
                    <a:lnTo>
                      <a:pt x="901" y="352"/>
                    </a:lnTo>
                    <a:lnTo>
                      <a:pt x="898" y="350"/>
                    </a:lnTo>
                    <a:lnTo>
                      <a:pt x="896" y="349"/>
                    </a:lnTo>
                    <a:lnTo>
                      <a:pt x="813" y="297"/>
                    </a:lnTo>
                    <a:lnTo>
                      <a:pt x="813" y="106"/>
                    </a:lnTo>
                    <a:lnTo>
                      <a:pt x="813" y="102"/>
                    </a:lnTo>
                    <a:lnTo>
                      <a:pt x="812" y="99"/>
                    </a:lnTo>
                    <a:lnTo>
                      <a:pt x="811" y="97"/>
                    </a:lnTo>
                    <a:lnTo>
                      <a:pt x="808" y="95"/>
                    </a:lnTo>
                    <a:lnTo>
                      <a:pt x="806" y="93"/>
                    </a:lnTo>
                    <a:lnTo>
                      <a:pt x="804" y="92"/>
                    </a:lnTo>
                    <a:lnTo>
                      <a:pt x="801" y="91"/>
                    </a:lnTo>
                    <a:lnTo>
                      <a:pt x="798" y="91"/>
                    </a:lnTo>
                    <a:lnTo>
                      <a:pt x="708" y="91"/>
                    </a:lnTo>
                    <a:lnTo>
                      <a:pt x="704" y="91"/>
                    </a:lnTo>
                    <a:lnTo>
                      <a:pt x="702" y="92"/>
                    </a:lnTo>
                    <a:lnTo>
                      <a:pt x="699" y="93"/>
                    </a:lnTo>
                    <a:lnTo>
                      <a:pt x="697" y="95"/>
                    </a:lnTo>
                    <a:lnTo>
                      <a:pt x="695" y="97"/>
                    </a:lnTo>
                    <a:lnTo>
                      <a:pt x="694" y="99"/>
                    </a:lnTo>
                    <a:lnTo>
                      <a:pt x="693" y="102"/>
                    </a:lnTo>
                    <a:lnTo>
                      <a:pt x="693" y="106"/>
                    </a:lnTo>
                    <a:lnTo>
                      <a:pt x="693" y="221"/>
                    </a:lnTo>
                    <a:lnTo>
                      <a:pt x="340" y="3"/>
                    </a:lnTo>
                    <a:lnTo>
                      <a:pt x="336" y="0"/>
                    </a:lnTo>
                    <a:lnTo>
                      <a:pt x="333" y="0"/>
                    </a:lnTo>
                    <a:lnTo>
                      <a:pt x="331" y="0"/>
                    </a:lnTo>
                    <a:lnTo>
                      <a:pt x="328" y="0"/>
                    </a:lnTo>
                    <a:lnTo>
                      <a:pt x="325" y="1"/>
                    </a:lnTo>
                    <a:lnTo>
                      <a:pt x="323" y="3"/>
                    </a:lnTo>
                    <a:lnTo>
                      <a:pt x="320" y="5"/>
                    </a:lnTo>
                    <a:lnTo>
                      <a:pt x="318" y="7"/>
                    </a:lnTo>
                    <a:lnTo>
                      <a:pt x="317" y="10"/>
                    </a:lnTo>
                    <a:lnTo>
                      <a:pt x="316" y="12"/>
                    </a:lnTo>
                    <a:lnTo>
                      <a:pt x="316" y="15"/>
                    </a:lnTo>
                    <a:lnTo>
                      <a:pt x="317" y="19"/>
                    </a:lnTo>
                    <a:lnTo>
                      <a:pt x="317" y="21"/>
                    </a:lnTo>
                    <a:lnTo>
                      <a:pt x="319" y="24"/>
                    </a:lnTo>
                    <a:lnTo>
                      <a:pt x="321" y="26"/>
                    </a:lnTo>
                    <a:lnTo>
                      <a:pt x="324" y="28"/>
                    </a:lnTo>
                    <a:lnTo>
                      <a:pt x="391" y="70"/>
                    </a:lnTo>
                    <a:lnTo>
                      <a:pt x="391" y="239"/>
                    </a:lnTo>
                    <a:lnTo>
                      <a:pt x="72" y="393"/>
                    </a:lnTo>
                    <a:lnTo>
                      <a:pt x="69" y="394"/>
                    </a:lnTo>
                    <a:lnTo>
                      <a:pt x="67" y="395"/>
                    </a:lnTo>
                    <a:lnTo>
                      <a:pt x="8" y="423"/>
                    </a:lnTo>
                    <a:lnTo>
                      <a:pt x="6" y="424"/>
                    </a:lnTo>
                    <a:lnTo>
                      <a:pt x="4" y="426"/>
                    </a:lnTo>
                    <a:lnTo>
                      <a:pt x="2" y="429"/>
                    </a:lnTo>
                    <a:lnTo>
                      <a:pt x="1" y="432"/>
                    </a:lnTo>
                    <a:lnTo>
                      <a:pt x="1" y="435"/>
                    </a:lnTo>
                    <a:lnTo>
                      <a:pt x="1" y="437"/>
                    </a:lnTo>
                    <a:lnTo>
                      <a:pt x="1" y="440"/>
                    </a:lnTo>
                    <a:lnTo>
                      <a:pt x="2" y="444"/>
                    </a:lnTo>
                    <a:lnTo>
                      <a:pt x="4" y="447"/>
                    </a:lnTo>
                    <a:lnTo>
                      <a:pt x="7" y="450"/>
                    </a:lnTo>
                    <a:lnTo>
                      <a:pt x="12" y="451"/>
                    </a:lnTo>
                    <a:lnTo>
                      <a:pt x="16" y="452"/>
                    </a:lnTo>
                    <a:lnTo>
                      <a:pt x="19" y="451"/>
                    </a:lnTo>
                    <a:lnTo>
                      <a:pt x="22" y="450"/>
                    </a:lnTo>
                    <a:lnTo>
                      <a:pt x="61" y="432"/>
                    </a:lnTo>
                    <a:lnTo>
                      <a:pt x="61" y="722"/>
                    </a:lnTo>
                    <a:lnTo>
                      <a:pt x="16" y="722"/>
                    </a:lnTo>
                    <a:lnTo>
                      <a:pt x="13" y="724"/>
                    </a:lnTo>
                    <a:lnTo>
                      <a:pt x="9" y="724"/>
                    </a:lnTo>
                    <a:lnTo>
                      <a:pt x="7" y="726"/>
                    </a:lnTo>
                    <a:lnTo>
                      <a:pt x="5" y="727"/>
                    </a:lnTo>
                    <a:lnTo>
                      <a:pt x="3" y="730"/>
                    </a:lnTo>
                    <a:lnTo>
                      <a:pt x="2" y="732"/>
                    </a:lnTo>
                    <a:lnTo>
                      <a:pt x="1" y="735"/>
                    </a:lnTo>
                    <a:lnTo>
                      <a:pt x="0" y="738"/>
                    </a:lnTo>
                    <a:lnTo>
                      <a:pt x="1" y="741"/>
                    </a:lnTo>
                    <a:lnTo>
                      <a:pt x="2" y="744"/>
                    </a:lnTo>
                    <a:lnTo>
                      <a:pt x="3" y="746"/>
                    </a:lnTo>
                    <a:lnTo>
                      <a:pt x="5" y="748"/>
                    </a:lnTo>
                    <a:lnTo>
                      <a:pt x="7" y="750"/>
                    </a:lnTo>
                    <a:lnTo>
                      <a:pt x="9" y="751"/>
                    </a:lnTo>
                    <a:lnTo>
                      <a:pt x="13" y="753"/>
                    </a:lnTo>
                    <a:lnTo>
                      <a:pt x="16" y="753"/>
                    </a:lnTo>
                    <a:lnTo>
                      <a:pt x="166" y="753"/>
                    </a:lnTo>
                    <a:lnTo>
                      <a:pt x="316" y="753"/>
                    </a:lnTo>
                    <a:lnTo>
                      <a:pt x="497" y="753"/>
                    </a:lnTo>
                    <a:lnTo>
                      <a:pt x="738" y="753"/>
                    </a:lnTo>
                    <a:lnTo>
                      <a:pt x="889" y="753"/>
                    </a:lnTo>
                    <a:lnTo>
                      <a:pt x="891" y="753"/>
                    </a:lnTo>
                    <a:lnTo>
                      <a:pt x="894" y="751"/>
                    </a:lnTo>
                    <a:lnTo>
                      <a:pt x="896" y="750"/>
                    </a:lnTo>
                    <a:lnTo>
                      <a:pt x="898" y="748"/>
                    </a:lnTo>
                    <a:lnTo>
                      <a:pt x="901" y="746"/>
                    </a:lnTo>
                    <a:lnTo>
                      <a:pt x="902" y="744"/>
                    </a:lnTo>
                    <a:lnTo>
                      <a:pt x="903" y="741"/>
                    </a:lnTo>
                    <a:lnTo>
                      <a:pt x="904" y="738"/>
                    </a:lnTo>
                    <a:lnTo>
                      <a:pt x="903" y="735"/>
                    </a:lnTo>
                    <a:lnTo>
                      <a:pt x="902" y="732"/>
                    </a:lnTo>
                    <a:lnTo>
                      <a:pt x="901" y="730"/>
                    </a:lnTo>
                    <a:lnTo>
                      <a:pt x="898" y="727"/>
                    </a:lnTo>
                    <a:lnTo>
                      <a:pt x="896" y="726"/>
                    </a:lnTo>
                    <a:lnTo>
                      <a:pt x="894" y="724"/>
                    </a:lnTo>
                    <a:lnTo>
                      <a:pt x="891" y="724"/>
                    </a:lnTo>
                    <a:lnTo>
                      <a:pt x="889" y="7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335">
                <a:extLst>
                  <a:ext uri="{FF2B5EF4-FFF2-40B4-BE49-F238E27FC236}">
                    <a16:creationId xmlns:a16="http://schemas.microsoft.com/office/drawing/2014/main" id="{D6AEE602-460B-2910-81E6-95C40D05A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2426" y="962025"/>
                <a:ext cx="57150" cy="9525"/>
              </a:xfrm>
              <a:custGeom>
                <a:avLst/>
                <a:gdLst>
                  <a:gd name="T0" fmla="*/ 15 w 180"/>
                  <a:gd name="T1" fmla="*/ 30 h 30"/>
                  <a:gd name="T2" fmla="*/ 165 w 180"/>
                  <a:gd name="T3" fmla="*/ 30 h 30"/>
                  <a:gd name="T4" fmla="*/ 168 w 180"/>
                  <a:gd name="T5" fmla="*/ 29 h 30"/>
                  <a:gd name="T6" fmla="*/ 172 w 180"/>
                  <a:gd name="T7" fmla="*/ 29 h 30"/>
                  <a:gd name="T8" fmla="*/ 174 w 180"/>
                  <a:gd name="T9" fmla="*/ 27 h 30"/>
                  <a:gd name="T10" fmla="*/ 176 w 180"/>
                  <a:gd name="T11" fmla="*/ 26 h 30"/>
                  <a:gd name="T12" fmla="*/ 178 w 180"/>
                  <a:gd name="T13" fmla="*/ 24 h 30"/>
                  <a:gd name="T14" fmla="*/ 179 w 180"/>
                  <a:gd name="T15" fmla="*/ 20 h 30"/>
                  <a:gd name="T16" fmla="*/ 180 w 180"/>
                  <a:gd name="T17" fmla="*/ 18 h 30"/>
                  <a:gd name="T18" fmla="*/ 180 w 180"/>
                  <a:gd name="T19" fmla="*/ 15 h 30"/>
                  <a:gd name="T20" fmla="*/ 180 w 180"/>
                  <a:gd name="T21" fmla="*/ 12 h 30"/>
                  <a:gd name="T22" fmla="*/ 179 w 180"/>
                  <a:gd name="T23" fmla="*/ 9 h 30"/>
                  <a:gd name="T24" fmla="*/ 178 w 180"/>
                  <a:gd name="T25" fmla="*/ 7 h 30"/>
                  <a:gd name="T26" fmla="*/ 176 w 180"/>
                  <a:gd name="T27" fmla="*/ 4 h 30"/>
                  <a:gd name="T28" fmla="*/ 174 w 180"/>
                  <a:gd name="T29" fmla="*/ 2 h 30"/>
                  <a:gd name="T30" fmla="*/ 172 w 180"/>
                  <a:gd name="T31" fmla="*/ 1 h 30"/>
                  <a:gd name="T32" fmla="*/ 168 w 180"/>
                  <a:gd name="T33" fmla="*/ 0 h 30"/>
                  <a:gd name="T34" fmla="*/ 165 w 180"/>
                  <a:gd name="T35" fmla="*/ 0 h 30"/>
                  <a:gd name="T36" fmla="*/ 15 w 180"/>
                  <a:gd name="T37" fmla="*/ 0 h 30"/>
                  <a:gd name="T38" fmla="*/ 12 w 180"/>
                  <a:gd name="T39" fmla="*/ 0 h 30"/>
                  <a:gd name="T40" fmla="*/ 9 w 180"/>
                  <a:gd name="T41" fmla="*/ 1 h 30"/>
                  <a:gd name="T42" fmla="*/ 6 w 180"/>
                  <a:gd name="T43" fmla="*/ 2 h 30"/>
                  <a:gd name="T44" fmla="*/ 4 w 180"/>
                  <a:gd name="T45" fmla="*/ 4 h 30"/>
                  <a:gd name="T46" fmla="*/ 2 w 180"/>
                  <a:gd name="T47" fmla="*/ 7 h 30"/>
                  <a:gd name="T48" fmla="*/ 1 w 180"/>
                  <a:gd name="T49" fmla="*/ 9 h 30"/>
                  <a:gd name="T50" fmla="*/ 0 w 180"/>
                  <a:gd name="T51" fmla="*/ 12 h 30"/>
                  <a:gd name="T52" fmla="*/ 0 w 180"/>
                  <a:gd name="T53" fmla="*/ 15 h 30"/>
                  <a:gd name="T54" fmla="*/ 0 w 180"/>
                  <a:gd name="T55" fmla="*/ 18 h 30"/>
                  <a:gd name="T56" fmla="*/ 1 w 180"/>
                  <a:gd name="T57" fmla="*/ 20 h 30"/>
                  <a:gd name="T58" fmla="*/ 2 w 180"/>
                  <a:gd name="T59" fmla="*/ 24 h 30"/>
                  <a:gd name="T60" fmla="*/ 4 w 180"/>
                  <a:gd name="T61" fmla="*/ 26 h 30"/>
                  <a:gd name="T62" fmla="*/ 6 w 180"/>
                  <a:gd name="T63" fmla="*/ 27 h 30"/>
                  <a:gd name="T64" fmla="*/ 9 w 180"/>
                  <a:gd name="T65" fmla="*/ 29 h 30"/>
                  <a:gd name="T66" fmla="*/ 12 w 180"/>
                  <a:gd name="T67" fmla="*/ 29 h 30"/>
                  <a:gd name="T68" fmla="*/ 15 w 180"/>
                  <a:gd name="T69" fmla="*/ 30 h 30"/>
                  <a:gd name="T70" fmla="*/ 15 w 18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0" h="30">
                    <a:moveTo>
                      <a:pt x="15" y="30"/>
                    </a:moveTo>
                    <a:lnTo>
                      <a:pt x="165" y="30"/>
                    </a:lnTo>
                    <a:lnTo>
                      <a:pt x="168" y="29"/>
                    </a:lnTo>
                    <a:lnTo>
                      <a:pt x="172" y="29"/>
                    </a:lnTo>
                    <a:lnTo>
                      <a:pt x="174" y="27"/>
                    </a:lnTo>
                    <a:lnTo>
                      <a:pt x="176" y="26"/>
                    </a:lnTo>
                    <a:lnTo>
                      <a:pt x="178" y="24"/>
                    </a:lnTo>
                    <a:lnTo>
                      <a:pt x="179" y="20"/>
                    </a:lnTo>
                    <a:lnTo>
                      <a:pt x="180" y="18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9"/>
                    </a:lnTo>
                    <a:lnTo>
                      <a:pt x="178" y="7"/>
                    </a:lnTo>
                    <a:lnTo>
                      <a:pt x="176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336">
                <a:extLst>
                  <a:ext uri="{FF2B5EF4-FFF2-40B4-BE49-F238E27FC236}">
                    <a16:creationId xmlns:a16="http://schemas.microsoft.com/office/drawing/2014/main" id="{797B4729-D3E2-3E12-4D13-EB424CDAEE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607676" y="893763"/>
                <a:ext cx="47625" cy="49212"/>
              </a:xfrm>
              <a:custGeom>
                <a:avLst/>
                <a:gdLst>
                  <a:gd name="T0" fmla="*/ 84 w 150"/>
                  <a:gd name="T1" fmla="*/ 31 h 151"/>
                  <a:gd name="T2" fmla="*/ 100 w 150"/>
                  <a:gd name="T3" fmla="*/ 37 h 151"/>
                  <a:gd name="T4" fmla="*/ 113 w 150"/>
                  <a:gd name="T5" fmla="*/ 50 h 151"/>
                  <a:gd name="T6" fmla="*/ 119 w 150"/>
                  <a:gd name="T7" fmla="*/ 66 h 151"/>
                  <a:gd name="T8" fmla="*/ 119 w 150"/>
                  <a:gd name="T9" fmla="*/ 84 h 151"/>
                  <a:gd name="T10" fmla="*/ 113 w 150"/>
                  <a:gd name="T11" fmla="*/ 101 h 151"/>
                  <a:gd name="T12" fmla="*/ 100 w 150"/>
                  <a:gd name="T13" fmla="*/ 112 h 151"/>
                  <a:gd name="T14" fmla="*/ 84 w 150"/>
                  <a:gd name="T15" fmla="*/ 120 h 151"/>
                  <a:gd name="T16" fmla="*/ 66 w 150"/>
                  <a:gd name="T17" fmla="*/ 120 h 151"/>
                  <a:gd name="T18" fmla="*/ 50 w 150"/>
                  <a:gd name="T19" fmla="*/ 112 h 151"/>
                  <a:gd name="T20" fmla="*/ 38 w 150"/>
                  <a:gd name="T21" fmla="*/ 101 h 151"/>
                  <a:gd name="T22" fmla="*/ 30 w 150"/>
                  <a:gd name="T23" fmla="*/ 84 h 151"/>
                  <a:gd name="T24" fmla="*/ 30 w 150"/>
                  <a:gd name="T25" fmla="*/ 66 h 151"/>
                  <a:gd name="T26" fmla="*/ 38 w 150"/>
                  <a:gd name="T27" fmla="*/ 50 h 151"/>
                  <a:gd name="T28" fmla="*/ 50 w 150"/>
                  <a:gd name="T29" fmla="*/ 37 h 151"/>
                  <a:gd name="T30" fmla="*/ 66 w 150"/>
                  <a:gd name="T31" fmla="*/ 31 h 151"/>
                  <a:gd name="T32" fmla="*/ 75 w 150"/>
                  <a:gd name="T33" fmla="*/ 150 h 151"/>
                  <a:gd name="T34" fmla="*/ 90 w 150"/>
                  <a:gd name="T35" fmla="*/ 149 h 151"/>
                  <a:gd name="T36" fmla="*/ 104 w 150"/>
                  <a:gd name="T37" fmla="*/ 145 h 151"/>
                  <a:gd name="T38" fmla="*/ 117 w 150"/>
                  <a:gd name="T39" fmla="*/ 137 h 151"/>
                  <a:gd name="T40" fmla="*/ 128 w 150"/>
                  <a:gd name="T41" fmla="*/ 128 h 151"/>
                  <a:gd name="T42" fmla="*/ 138 w 150"/>
                  <a:gd name="T43" fmla="*/ 118 h 151"/>
                  <a:gd name="T44" fmla="*/ 144 w 150"/>
                  <a:gd name="T45" fmla="*/ 105 h 151"/>
                  <a:gd name="T46" fmla="*/ 148 w 150"/>
                  <a:gd name="T47" fmla="*/ 90 h 151"/>
                  <a:gd name="T48" fmla="*/ 150 w 150"/>
                  <a:gd name="T49" fmla="*/ 75 h 151"/>
                  <a:gd name="T50" fmla="*/ 148 w 150"/>
                  <a:gd name="T51" fmla="*/ 60 h 151"/>
                  <a:gd name="T52" fmla="*/ 144 w 150"/>
                  <a:gd name="T53" fmla="*/ 46 h 151"/>
                  <a:gd name="T54" fmla="*/ 138 w 150"/>
                  <a:gd name="T55" fmla="*/ 33 h 151"/>
                  <a:gd name="T56" fmla="*/ 128 w 150"/>
                  <a:gd name="T57" fmla="*/ 22 h 151"/>
                  <a:gd name="T58" fmla="*/ 117 w 150"/>
                  <a:gd name="T59" fmla="*/ 13 h 151"/>
                  <a:gd name="T60" fmla="*/ 104 w 150"/>
                  <a:gd name="T61" fmla="*/ 6 h 151"/>
                  <a:gd name="T62" fmla="*/ 90 w 150"/>
                  <a:gd name="T63" fmla="*/ 2 h 151"/>
                  <a:gd name="T64" fmla="*/ 75 w 150"/>
                  <a:gd name="T65" fmla="*/ 0 h 151"/>
                  <a:gd name="T66" fmla="*/ 60 w 150"/>
                  <a:gd name="T67" fmla="*/ 2 h 151"/>
                  <a:gd name="T68" fmla="*/ 45 w 150"/>
                  <a:gd name="T69" fmla="*/ 6 h 151"/>
                  <a:gd name="T70" fmla="*/ 32 w 150"/>
                  <a:gd name="T71" fmla="*/ 13 h 151"/>
                  <a:gd name="T72" fmla="*/ 22 w 150"/>
                  <a:gd name="T73" fmla="*/ 22 h 151"/>
                  <a:gd name="T74" fmla="*/ 13 w 150"/>
                  <a:gd name="T75" fmla="*/ 33 h 151"/>
                  <a:gd name="T76" fmla="*/ 6 w 150"/>
                  <a:gd name="T77" fmla="*/ 46 h 151"/>
                  <a:gd name="T78" fmla="*/ 1 w 150"/>
                  <a:gd name="T79" fmla="*/ 60 h 151"/>
                  <a:gd name="T80" fmla="*/ 0 w 150"/>
                  <a:gd name="T81" fmla="*/ 75 h 151"/>
                  <a:gd name="T82" fmla="*/ 1 w 150"/>
                  <a:gd name="T83" fmla="*/ 90 h 151"/>
                  <a:gd name="T84" fmla="*/ 6 w 150"/>
                  <a:gd name="T85" fmla="*/ 105 h 151"/>
                  <a:gd name="T86" fmla="*/ 13 w 150"/>
                  <a:gd name="T87" fmla="*/ 117 h 151"/>
                  <a:gd name="T88" fmla="*/ 22 w 150"/>
                  <a:gd name="T89" fmla="*/ 128 h 151"/>
                  <a:gd name="T90" fmla="*/ 32 w 150"/>
                  <a:gd name="T91" fmla="*/ 137 h 151"/>
                  <a:gd name="T92" fmla="*/ 45 w 150"/>
                  <a:gd name="T93" fmla="*/ 145 h 151"/>
                  <a:gd name="T94" fmla="*/ 60 w 150"/>
                  <a:gd name="T95" fmla="*/ 149 h 151"/>
                  <a:gd name="T96" fmla="*/ 75 w 150"/>
                  <a:gd name="T97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0" h="151">
                    <a:moveTo>
                      <a:pt x="75" y="30"/>
                    </a:moveTo>
                    <a:lnTo>
                      <a:pt x="84" y="31"/>
                    </a:lnTo>
                    <a:lnTo>
                      <a:pt x="93" y="34"/>
                    </a:lnTo>
                    <a:lnTo>
                      <a:pt x="100" y="37"/>
                    </a:lnTo>
                    <a:lnTo>
                      <a:pt x="106" y="44"/>
                    </a:lnTo>
                    <a:lnTo>
                      <a:pt x="113" y="50"/>
                    </a:lnTo>
                    <a:lnTo>
                      <a:pt x="116" y="58"/>
                    </a:lnTo>
                    <a:lnTo>
                      <a:pt x="119" y="66"/>
                    </a:lnTo>
                    <a:lnTo>
                      <a:pt x="120" y="75"/>
                    </a:lnTo>
                    <a:lnTo>
                      <a:pt x="119" y="84"/>
                    </a:lnTo>
                    <a:lnTo>
                      <a:pt x="116" y="93"/>
                    </a:lnTo>
                    <a:lnTo>
                      <a:pt x="113" y="101"/>
                    </a:lnTo>
                    <a:lnTo>
                      <a:pt x="106" y="107"/>
                    </a:lnTo>
                    <a:lnTo>
                      <a:pt x="100" y="112"/>
                    </a:lnTo>
                    <a:lnTo>
                      <a:pt x="93" y="117"/>
                    </a:lnTo>
                    <a:lnTo>
                      <a:pt x="84" y="120"/>
                    </a:lnTo>
                    <a:lnTo>
                      <a:pt x="75" y="120"/>
                    </a:lnTo>
                    <a:lnTo>
                      <a:pt x="66" y="120"/>
                    </a:lnTo>
                    <a:lnTo>
                      <a:pt x="57" y="117"/>
                    </a:lnTo>
                    <a:lnTo>
                      <a:pt x="50" y="112"/>
                    </a:lnTo>
                    <a:lnTo>
                      <a:pt x="43" y="107"/>
                    </a:lnTo>
                    <a:lnTo>
                      <a:pt x="38" y="101"/>
                    </a:lnTo>
                    <a:lnTo>
                      <a:pt x="34" y="93"/>
                    </a:lnTo>
                    <a:lnTo>
                      <a:pt x="30" y="84"/>
                    </a:lnTo>
                    <a:lnTo>
                      <a:pt x="30" y="75"/>
                    </a:lnTo>
                    <a:lnTo>
                      <a:pt x="30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3" y="44"/>
                    </a:lnTo>
                    <a:lnTo>
                      <a:pt x="50" y="37"/>
                    </a:lnTo>
                    <a:lnTo>
                      <a:pt x="57" y="34"/>
                    </a:lnTo>
                    <a:lnTo>
                      <a:pt x="66" y="31"/>
                    </a:lnTo>
                    <a:lnTo>
                      <a:pt x="75" y="30"/>
                    </a:lnTo>
                    <a:close/>
                    <a:moveTo>
                      <a:pt x="75" y="150"/>
                    </a:moveTo>
                    <a:lnTo>
                      <a:pt x="83" y="150"/>
                    </a:lnTo>
                    <a:lnTo>
                      <a:pt x="90" y="149"/>
                    </a:lnTo>
                    <a:lnTo>
                      <a:pt x="98" y="147"/>
                    </a:lnTo>
                    <a:lnTo>
                      <a:pt x="104" y="145"/>
                    </a:lnTo>
                    <a:lnTo>
                      <a:pt x="111" y="141"/>
                    </a:lnTo>
                    <a:lnTo>
                      <a:pt x="117" y="137"/>
                    </a:lnTo>
                    <a:lnTo>
                      <a:pt x="123" y="133"/>
                    </a:lnTo>
                    <a:lnTo>
                      <a:pt x="128" y="128"/>
                    </a:lnTo>
                    <a:lnTo>
                      <a:pt x="133" y="123"/>
                    </a:lnTo>
                    <a:lnTo>
                      <a:pt x="138" y="118"/>
                    </a:lnTo>
                    <a:lnTo>
                      <a:pt x="141" y="111"/>
                    </a:lnTo>
                    <a:lnTo>
                      <a:pt x="144" y="105"/>
                    </a:lnTo>
                    <a:lnTo>
                      <a:pt x="147" y="97"/>
                    </a:lnTo>
                    <a:lnTo>
                      <a:pt x="148" y="90"/>
                    </a:lnTo>
                    <a:lnTo>
                      <a:pt x="150" y="83"/>
                    </a:lnTo>
                    <a:lnTo>
                      <a:pt x="150" y="75"/>
                    </a:lnTo>
                    <a:lnTo>
                      <a:pt x="150" y="67"/>
                    </a:lnTo>
                    <a:lnTo>
                      <a:pt x="148" y="60"/>
                    </a:lnTo>
                    <a:lnTo>
                      <a:pt x="147" y="52"/>
                    </a:lnTo>
                    <a:lnTo>
                      <a:pt x="144" y="46"/>
                    </a:lnTo>
                    <a:lnTo>
                      <a:pt x="141" y="39"/>
                    </a:lnTo>
                    <a:lnTo>
                      <a:pt x="138" y="33"/>
                    </a:lnTo>
                    <a:lnTo>
                      <a:pt x="133" y="28"/>
                    </a:lnTo>
                    <a:lnTo>
                      <a:pt x="128" y="22"/>
                    </a:lnTo>
                    <a:lnTo>
                      <a:pt x="123" y="17"/>
                    </a:lnTo>
                    <a:lnTo>
                      <a:pt x="117" y="13"/>
                    </a:lnTo>
                    <a:lnTo>
                      <a:pt x="111" y="9"/>
                    </a:lnTo>
                    <a:lnTo>
                      <a:pt x="104" y="6"/>
                    </a:lnTo>
                    <a:lnTo>
                      <a:pt x="98" y="3"/>
                    </a:lnTo>
                    <a:lnTo>
                      <a:pt x="90" y="2"/>
                    </a:lnTo>
                    <a:lnTo>
                      <a:pt x="83" y="1"/>
                    </a:lnTo>
                    <a:lnTo>
                      <a:pt x="75" y="0"/>
                    </a:lnTo>
                    <a:lnTo>
                      <a:pt x="68" y="1"/>
                    </a:lnTo>
                    <a:lnTo>
                      <a:pt x="60" y="2"/>
                    </a:lnTo>
                    <a:lnTo>
                      <a:pt x="53" y="3"/>
                    </a:lnTo>
                    <a:lnTo>
                      <a:pt x="45" y="6"/>
                    </a:lnTo>
                    <a:lnTo>
                      <a:pt x="39" y="9"/>
                    </a:lnTo>
                    <a:lnTo>
                      <a:pt x="32" y="13"/>
                    </a:lnTo>
                    <a:lnTo>
                      <a:pt x="27" y="17"/>
                    </a:lnTo>
                    <a:lnTo>
                      <a:pt x="22" y="22"/>
                    </a:lnTo>
                    <a:lnTo>
                      <a:pt x="17" y="28"/>
                    </a:lnTo>
                    <a:lnTo>
                      <a:pt x="13" y="33"/>
                    </a:lnTo>
                    <a:lnTo>
                      <a:pt x="9" y="39"/>
                    </a:lnTo>
                    <a:lnTo>
                      <a:pt x="6" y="46"/>
                    </a:lnTo>
                    <a:lnTo>
                      <a:pt x="4" y="53"/>
                    </a:lnTo>
                    <a:lnTo>
                      <a:pt x="1" y="60"/>
                    </a:lnTo>
                    <a:lnTo>
                      <a:pt x="0" y="67"/>
                    </a:lnTo>
                    <a:lnTo>
                      <a:pt x="0" y="75"/>
                    </a:lnTo>
                    <a:lnTo>
                      <a:pt x="0" y="83"/>
                    </a:lnTo>
                    <a:lnTo>
                      <a:pt x="1" y="90"/>
                    </a:lnTo>
                    <a:lnTo>
                      <a:pt x="4" y="97"/>
                    </a:lnTo>
                    <a:lnTo>
                      <a:pt x="6" y="105"/>
                    </a:lnTo>
                    <a:lnTo>
                      <a:pt x="9" y="111"/>
                    </a:lnTo>
                    <a:lnTo>
                      <a:pt x="13" y="117"/>
                    </a:lnTo>
                    <a:lnTo>
                      <a:pt x="17" y="123"/>
                    </a:lnTo>
                    <a:lnTo>
                      <a:pt x="22" y="128"/>
                    </a:lnTo>
                    <a:lnTo>
                      <a:pt x="27" y="133"/>
                    </a:lnTo>
                    <a:lnTo>
                      <a:pt x="32" y="137"/>
                    </a:lnTo>
                    <a:lnTo>
                      <a:pt x="39" y="141"/>
                    </a:lnTo>
                    <a:lnTo>
                      <a:pt x="45" y="145"/>
                    </a:lnTo>
                    <a:lnTo>
                      <a:pt x="53" y="147"/>
                    </a:lnTo>
                    <a:lnTo>
                      <a:pt x="60" y="149"/>
                    </a:lnTo>
                    <a:lnTo>
                      <a:pt x="68" y="150"/>
                    </a:lnTo>
                    <a:lnTo>
                      <a:pt x="75" y="151"/>
                    </a:lnTo>
                    <a:lnTo>
                      <a:pt x="75" y="1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6A4C542-B693-7172-AB13-719D55F559E8}"/>
                </a:ext>
              </a:extLst>
            </p:cNvPr>
            <p:cNvGrpSpPr/>
            <p:nvPr/>
          </p:nvGrpSpPr>
          <p:grpSpPr>
            <a:xfrm>
              <a:off x="8527244" y="2368956"/>
              <a:ext cx="898548" cy="898548"/>
              <a:chOff x="8743951" y="1343025"/>
              <a:chExt cx="287338" cy="287338"/>
            </a:xfrm>
            <a:solidFill>
              <a:schemeClr val="bg1"/>
            </a:solidFill>
          </p:grpSpPr>
          <p:sp>
            <p:nvSpPr>
              <p:cNvPr id="46" name="Freeform 369">
                <a:extLst>
                  <a:ext uri="{FF2B5EF4-FFF2-40B4-BE49-F238E27FC236}">
                    <a16:creationId xmlns:a16="http://schemas.microsoft.com/office/drawing/2014/main" id="{89B2B203-5041-496F-EDFB-DA41F516A1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67763" y="1343025"/>
                <a:ext cx="171450" cy="53975"/>
              </a:xfrm>
              <a:custGeom>
                <a:avLst/>
                <a:gdLst>
                  <a:gd name="T0" fmla="*/ 209 w 541"/>
                  <a:gd name="T1" fmla="*/ 33 h 167"/>
                  <a:gd name="T2" fmla="*/ 267 w 541"/>
                  <a:gd name="T3" fmla="*/ 47 h 167"/>
                  <a:gd name="T4" fmla="*/ 356 w 541"/>
                  <a:gd name="T5" fmla="*/ 75 h 167"/>
                  <a:gd name="T6" fmla="*/ 402 w 541"/>
                  <a:gd name="T7" fmla="*/ 84 h 167"/>
                  <a:gd name="T8" fmla="*/ 442 w 541"/>
                  <a:gd name="T9" fmla="*/ 83 h 167"/>
                  <a:gd name="T10" fmla="*/ 449 w 541"/>
                  <a:gd name="T11" fmla="*/ 92 h 167"/>
                  <a:gd name="T12" fmla="*/ 398 w 541"/>
                  <a:gd name="T13" fmla="*/ 122 h 167"/>
                  <a:gd name="T14" fmla="*/ 344 w 541"/>
                  <a:gd name="T15" fmla="*/ 136 h 167"/>
                  <a:gd name="T16" fmla="*/ 289 w 541"/>
                  <a:gd name="T17" fmla="*/ 134 h 167"/>
                  <a:gd name="T18" fmla="*/ 218 w 541"/>
                  <a:gd name="T19" fmla="*/ 116 h 167"/>
                  <a:gd name="T20" fmla="*/ 125 w 541"/>
                  <a:gd name="T21" fmla="*/ 85 h 167"/>
                  <a:gd name="T22" fmla="*/ 82 w 541"/>
                  <a:gd name="T23" fmla="*/ 77 h 167"/>
                  <a:gd name="T24" fmla="*/ 66 w 541"/>
                  <a:gd name="T25" fmla="*/ 76 h 167"/>
                  <a:gd name="T26" fmla="*/ 108 w 541"/>
                  <a:gd name="T27" fmla="*/ 48 h 167"/>
                  <a:gd name="T28" fmla="*/ 151 w 541"/>
                  <a:gd name="T29" fmla="*/ 33 h 167"/>
                  <a:gd name="T30" fmla="*/ 181 w 541"/>
                  <a:gd name="T31" fmla="*/ 31 h 167"/>
                  <a:gd name="T32" fmla="*/ 43 w 541"/>
                  <a:gd name="T33" fmla="*/ 109 h 167"/>
                  <a:gd name="T34" fmla="*/ 80 w 541"/>
                  <a:gd name="T35" fmla="*/ 107 h 167"/>
                  <a:gd name="T36" fmla="*/ 119 w 541"/>
                  <a:gd name="T37" fmla="*/ 115 h 167"/>
                  <a:gd name="T38" fmla="*/ 210 w 541"/>
                  <a:gd name="T39" fmla="*/ 145 h 167"/>
                  <a:gd name="T40" fmla="*/ 285 w 541"/>
                  <a:gd name="T41" fmla="*/ 164 h 167"/>
                  <a:gd name="T42" fmla="*/ 339 w 541"/>
                  <a:gd name="T43" fmla="*/ 166 h 167"/>
                  <a:gd name="T44" fmla="*/ 383 w 541"/>
                  <a:gd name="T45" fmla="*/ 159 h 167"/>
                  <a:gd name="T46" fmla="*/ 425 w 541"/>
                  <a:gd name="T47" fmla="*/ 143 h 167"/>
                  <a:gd name="T48" fmla="*/ 465 w 541"/>
                  <a:gd name="T49" fmla="*/ 118 h 167"/>
                  <a:gd name="T50" fmla="*/ 503 w 541"/>
                  <a:gd name="T51" fmla="*/ 84 h 167"/>
                  <a:gd name="T52" fmla="*/ 539 w 541"/>
                  <a:gd name="T53" fmla="*/ 40 h 167"/>
                  <a:gd name="T54" fmla="*/ 540 w 541"/>
                  <a:gd name="T55" fmla="*/ 25 h 167"/>
                  <a:gd name="T56" fmla="*/ 527 w 541"/>
                  <a:gd name="T57" fmla="*/ 16 h 167"/>
                  <a:gd name="T58" fmla="*/ 506 w 541"/>
                  <a:gd name="T59" fmla="*/ 27 h 167"/>
                  <a:gd name="T60" fmla="*/ 469 w 541"/>
                  <a:gd name="T61" fmla="*/ 45 h 167"/>
                  <a:gd name="T62" fmla="*/ 432 w 541"/>
                  <a:gd name="T63" fmla="*/ 54 h 167"/>
                  <a:gd name="T64" fmla="*/ 390 w 541"/>
                  <a:gd name="T65" fmla="*/ 51 h 167"/>
                  <a:gd name="T66" fmla="*/ 333 w 541"/>
                  <a:gd name="T67" fmla="*/ 37 h 167"/>
                  <a:gd name="T68" fmla="*/ 244 w 541"/>
                  <a:gd name="T69" fmla="*/ 10 h 167"/>
                  <a:gd name="T70" fmla="*/ 197 w 541"/>
                  <a:gd name="T71" fmla="*/ 1 h 167"/>
                  <a:gd name="T72" fmla="*/ 156 w 541"/>
                  <a:gd name="T73" fmla="*/ 2 h 167"/>
                  <a:gd name="T74" fmla="*/ 122 w 541"/>
                  <a:gd name="T75" fmla="*/ 10 h 167"/>
                  <a:gd name="T76" fmla="*/ 89 w 541"/>
                  <a:gd name="T77" fmla="*/ 24 h 167"/>
                  <a:gd name="T78" fmla="*/ 56 w 541"/>
                  <a:gd name="T79" fmla="*/ 45 h 167"/>
                  <a:gd name="T80" fmla="*/ 24 w 541"/>
                  <a:gd name="T81" fmla="*/ 73 h 167"/>
                  <a:gd name="T82" fmla="*/ 1 w 541"/>
                  <a:gd name="T83" fmla="*/ 101 h 167"/>
                  <a:gd name="T84" fmla="*/ 3 w 541"/>
                  <a:gd name="T85" fmla="*/ 116 h 167"/>
                  <a:gd name="T86" fmla="*/ 18 w 541"/>
                  <a:gd name="T87" fmla="*/ 12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41" h="167">
                    <a:moveTo>
                      <a:pt x="181" y="31"/>
                    </a:moveTo>
                    <a:lnTo>
                      <a:pt x="195" y="31"/>
                    </a:lnTo>
                    <a:lnTo>
                      <a:pt x="209" y="33"/>
                    </a:lnTo>
                    <a:lnTo>
                      <a:pt x="224" y="35"/>
                    </a:lnTo>
                    <a:lnTo>
                      <a:pt x="238" y="39"/>
                    </a:lnTo>
                    <a:lnTo>
                      <a:pt x="267" y="47"/>
                    </a:lnTo>
                    <a:lnTo>
                      <a:pt x="296" y="57"/>
                    </a:lnTo>
                    <a:lnTo>
                      <a:pt x="324" y="66"/>
                    </a:lnTo>
                    <a:lnTo>
                      <a:pt x="356" y="75"/>
                    </a:lnTo>
                    <a:lnTo>
                      <a:pt x="371" y="78"/>
                    </a:lnTo>
                    <a:lnTo>
                      <a:pt x="387" y="81"/>
                    </a:lnTo>
                    <a:lnTo>
                      <a:pt x="402" y="84"/>
                    </a:lnTo>
                    <a:lnTo>
                      <a:pt x="418" y="84"/>
                    </a:lnTo>
                    <a:lnTo>
                      <a:pt x="430" y="84"/>
                    </a:lnTo>
                    <a:lnTo>
                      <a:pt x="442" y="83"/>
                    </a:lnTo>
                    <a:lnTo>
                      <a:pt x="453" y="80"/>
                    </a:lnTo>
                    <a:lnTo>
                      <a:pt x="465" y="77"/>
                    </a:lnTo>
                    <a:lnTo>
                      <a:pt x="449" y="92"/>
                    </a:lnTo>
                    <a:lnTo>
                      <a:pt x="433" y="104"/>
                    </a:lnTo>
                    <a:lnTo>
                      <a:pt x="416" y="114"/>
                    </a:lnTo>
                    <a:lnTo>
                      <a:pt x="398" y="122"/>
                    </a:lnTo>
                    <a:lnTo>
                      <a:pt x="380" y="129"/>
                    </a:lnTo>
                    <a:lnTo>
                      <a:pt x="363" y="133"/>
                    </a:lnTo>
                    <a:lnTo>
                      <a:pt x="344" y="136"/>
                    </a:lnTo>
                    <a:lnTo>
                      <a:pt x="324" y="137"/>
                    </a:lnTo>
                    <a:lnTo>
                      <a:pt x="307" y="136"/>
                    </a:lnTo>
                    <a:lnTo>
                      <a:pt x="289" y="134"/>
                    </a:lnTo>
                    <a:lnTo>
                      <a:pt x="271" y="131"/>
                    </a:lnTo>
                    <a:lnTo>
                      <a:pt x="254" y="127"/>
                    </a:lnTo>
                    <a:lnTo>
                      <a:pt x="218" y="116"/>
                    </a:lnTo>
                    <a:lnTo>
                      <a:pt x="184" y="104"/>
                    </a:lnTo>
                    <a:lnTo>
                      <a:pt x="154" y="94"/>
                    </a:lnTo>
                    <a:lnTo>
                      <a:pt x="125" y="85"/>
                    </a:lnTo>
                    <a:lnTo>
                      <a:pt x="110" y="81"/>
                    </a:lnTo>
                    <a:lnTo>
                      <a:pt x="96" y="78"/>
                    </a:lnTo>
                    <a:lnTo>
                      <a:pt x="82" y="77"/>
                    </a:lnTo>
                    <a:lnTo>
                      <a:pt x="68" y="76"/>
                    </a:lnTo>
                    <a:lnTo>
                      <a:pt x="67" y="76"/>
                    </a:lnTo>
                    <a:lnTo>
                      <a:pt x="66" y="76"/>
                    </a:lnTo>
                    <a:lnTo>
                      <a:pt x="80" y="65"/>
                    </a:lnTo>
                    <a:lnTo>
                      <a:pt x="94" y="56"/>
                    </a:lnTo>
                    <a:lnTo>
                      <a:pt x="108" y="48"/>
                    </a:lnTo>
                    <a:lnTo>
                      <a:pt x="122" y="42"/>
                    </a:lnTo>
                    <a:lnTo>
                      <a:pt x="136" y="36"/>
                    </a:lnTo>
                    <a:lnTo>
                      <a:pt x="151" y="33"/>
                    </a:lnTo>
                    <a:lnTo>
                      <a:pt x="166" y="31"/>
                    </a:lnTo>
                    <a:lnTo>
                      <a:pt x="181" y="31"/>
                    </a:lnTo>
                    <a:lnTo>
                      <a:pt x="181" y="31"/>
                    </a:lnTo>
                    <a:close/>
                    <a:moveTo>
                      <a:pt x="23" y="119"/>
                    </a:moveTo>
                    <a:lnTo>
                      <a:pt x="33" y="114"/>
                    </a:lnTo>
                    <a:lnTo>
                      <a:pt x="43" y="109"/>
                    </a:lnTo>
                    <a:lnTo>
                      <a:pt x="55" y="107"/>
                    </a:lnTo>
                    <a:lnTo>
                      <a:pt x="68" y="106"/>
                    </a:lnTo>
                    <a:lnTo>
                      <a:pt x="80" y="107"/>
                    </a:lnTo>
                    <a:lnTo>
                      <a:pt x="93" y="108"/>
                    </a:lnTo>
                    <a:lnTo>
                      <a:pt x="106" y="112"/>
                    </a:lnTo>
                    <a:lnTo>
                      <a:pt x="119" y="115"/>
                    </a:lnTo>
                    <a:lnTo>
                      <a:pt x="145" y="123"/>
                    </a:lnTo>
                    <a:lnTo>
                      <a:pt x="174" y="133"/>
                    </a:lnTo>
                    <a:lnTo>
                      <a:pt x="210" y="145"/>
                    </a:lnTo>
                    <a:lnTo>
                      <a:pt x="246" y="155"/>
                    </a:lnTo>
                    <a:lnTo>
                      <a:pt x="265" y="161"/>
                    </a:lnTo>
                    <a:lnTo>
                      <a:pt x="285" y="164"/>
                    </a:lnTo>
                    <a:lnTo>
                      <a:pt x="305" y="166"/>
                    </a:lnTo>
                    <a:lnTo>
                      <a:pt x="324" y="167"/>
                    </a:lnTo>
                    <a:lnTo>
                      <a:pt x="339" y="166"/>
                    </a:lnTo>
                    <a:lnTo>
                      <a:pt x="355" y="165"/>
                    </a:lnTo>
                    <a:lnTo>
                      <a:pt x="370" y="163"/>
                    </a:lnTo>
                    <a:lnTo>
                      <a:pt x="383" y="159"/>
                    </a:lnTo>
                    <a:lnTo>
                      <a:pt x="397" y="154"/>
                    </a:lnTo>
                    <a:lnTo>
                      <a:pt x="411" y="149"/>
                    </a:lnTo>
                    <a:lnTo>
                      <a:pt x="425" y="143"/>
                    </a:lnTo>
                    <a:lnTo>
                      <a:pt x="438" y="135"/>
                    </a:lnTo>
                    <a:lnTo>
                      <a:pt x="451" y="127"/>
                    </a:lnTo>
                    <a:lnTo>
                      <a:pt x="465" y="118"/>
                    </a:lnTo>
                    <a:lnTo>
                      <a:pt x="478" y="107"/>
                    </a:lnTo>
                    <a:lnTo>
                      <a:pt x="490" y="95"/>
                    </a:lnTo>
                    <a:lnTo>
                      <a:pt x="503" y="84"/>
                    </a:lnTo>
                    <a:lnTo>
                      <a:pt x="514" y="70"/>
                    </a:lnTo>
                    <a:lnTo>
                      <a:pt x="527" y="55"/>
                    </a:lnTo>
                    <a:lnTo>
                      <a:pt x="539" y="40"/>
                    </a:lnTo>
                    <a:lnTo>
                      <a:pt x="541" y="34"/>
                    </a:lnTo>
                    <a:lnTo>
                      <a:pt x="541" y="29"/>
                    </a:lnTo>
                    <a:lnTo>
                      <a:pt x="540" y="25"/>
                    </a:lnTo>
                    <a:lnTo>
                      <a:pt x="537" y="20"/>
                    </a:lnTo>
                    <a:lnTo>
                      <a:pt x="533" y="17"/>
                    </a:lnTo>
                    <a:lnTo>
                      <a:pt x="527" y="16"/>
                    </a:lnTo>
                    <a:lnTo>
                      <a:pt x="522" y="16"/>
                    </a:lnTo>
                    <a:lnTo>
                      <a:pt x="518" y="18"/>
                    </a:lnTo>
                    <a:lnTo>
                      <a:pt x="506" y="27"/>
                    </a:lnTo>
                    <a:lnTo>
                      <a:pt x="493" y="34"/>
                    </a:lnTo>
                    <a:lnTo>
                      <a:pt x="481" y="41"/>
                    </a:lnTo>
                    <a:lnTo>
                      <a:pt x="469" y="45"/>
                    </a:lnTo>
                    <a:lnTo>
                      <a:pt x="456" y="49"/>
                    </a:lnTo>
                    <a:lnTo>
                      <a:pt x="445" y="51"/>
                    </a:lnTo>
                    <a:lnTo>
                      <a:pt x="432" y="54"/>
                    </a:lnTo>
                    <a:lnTo>
                      <a:pt x="418" y="54"/>
                    </a:lnTo>
                    <a:lnTo>
                      <a:pt x="404" y="54"/>
                    </a:lnTo>
                    <a:lnTo>
                      <a:pt x="390" y="51"/>
                    </a:lnTo>
                    <a:lnTo>
                      <a:pt x="376" y="49"/>
                    </a:lnTo>
                    <a:lnTo>
                      <a:pt x="362" y="46"/>
                    </a:lnTo>
                    <a:lnTo>
                      <a:pt x="333" y="37"/>
                    </a:lnTo>
                    <a:lnTo>
                      <a:pt x="305" y="28"/>
                    </a:lnTo>
                    <a:lnTo>
                      <a:pt x="275" y="18"/>
                    </a:lnTo>
                    <a:lnTo>
                      <a:pt x="244" y="10"/>
                    </a:lnTo>
                    <a:lnTo>
                      <a:pt x="228" y="5"/>
                    </a:lnTo>
                    <a:lnTo>
                      <a:pt x="213" y="3"/>
                    </a:lnTo>
                    <a:lnTo>
                      <a:pt x="197" y="1"/>
                    </a:lnTo>
                    <a:lnTo>
                      <a:pt x="181" y="0"/>
                    </a:lnTo>
                    <a:lnTo>
                      <a:pt x="168" y="1"/>
                    </a:lnTo>
                    <a:lnTo>
                      <a:pt x="156" y="2"/>
                    </a:lnTo>
                    <a:lnTo>
                      <a:pt x="145" y="3"/>
                    </a:lnTo>
                    <a:lnTo>
                      <a:pt x="134" y="6"/>
                    </a:lnTo>
                    <a:lnTo>
                      <a:pt x="122" y="10"/>
                    </a:lnTo>
                    <a:lnTo>
                      <a:pt x="111" y="14"/>
                    </a:lnTo>
                    <a:lnTo>
                      <a:pt x="99" y="18"/>
                    </a:lnTo>
                    <a:lnTo>
                      <a:pt x="89" y="24"/>
                    </a:lnTo>
                    <a:lnTo>
                      <a:pt x="78" y="30"/>
                    </a:lnTo>
                    <a:lnTo>
                      <a:pt x="67" y="37"/>
                    </a:lnTo>
                    <a:lnTo>
                      <a:pt x="56" y="45"/>
                    </a:lnTo>
                    <a:lnTo>
                      <a:pt x="46" y="54"/>
                    </a:lnTo>
                    <a:lnTo>
                      <a:pt x="35" y="63"/>
                    </a:lnTo>
                    <a:lnTo>
                      <a:pt x="24" y="73"/>
                    </a:lnTo>
                    <a:lnTo>
                      <a:pt x="13" y="84"/>
                    </a:lnTo>
                    <a:lnTo>
                      <a:pt x="3" y="95"/>
                    </a:lnTo>
                    <a:lnTo>
                      <a:pt x="1" y="101"/>
                    </a:lnTo>
                    <a:lnTo>
                      <a:pt x="0" y="106"/>
                    </a:lnTo>
                    <a:lnTo>
                      <a:pt x="1" y="110"/>
                    </a:lnTo>
                    <a:lnTo>
                      <a:pt x="3" y="116"/>
                    </a:lnTo>
                    <a:lnTo>
                      <a:pt x="7" y="119"/>
                    </a:lnTo>
                    <a:lnTo>
                      <a:pt x="12" y="121"/>
                    </a:lnTo>
                    <a:lnTo>
                      <a:pt x="18" y="120"/>
                    </a:lnTo>
                    <a:lnTo>
                      <a:pt x="23" y="1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370">
                <a:extLst>
                  <a:ext uri="{FF2B5EF4-FFF2-40B4-BE49-F238E27FC236}">
                    <a16:creationId xmlns:a16="http://schemas.microsoft.com/office/drawing/2014/main" id="{514A179A-3150-E934-7735-F361E8A597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9676" y="1563688"/>
                <a:ext cx="28575" cy="9525"/>
              </a:xfrm>
              <a:custGeom>
                <a:avLst/>
                <a:gdLst>
                  <a:gd name="T0" fmla="*/ 76 w 91"/>
                  <a:gd name="T1" fmla="*/ 0 h 30"/>
                  <a:gd name="T2" fmla="*/ 16 w 91"/>
                  <a:gd name="T3" fmla="*/ 0 h 30"/>
                  <a:gd name="T4" fmla="*/ 13 w 91"/>
                  <a:gd name="T5" fmla="*/ 0 h 30"/>
                  <a:gd name="T6" fmla="*/ 9 w 91"/>
                  <a:gd name="T7" fmla="*/ 1 h 30"/>
                  <a:gd name="T8" fmla="*/ 7 w 91"/>
                  <a:gd name="T9" fmla="*/ 2 h 30"/>
                  <a:gd name="T10" fmla="*/ 5 w 91"/>
                  <a:gd name="T11" fmla="*/ 4 h 30"/>
                  <a:gd name="T12" fmla="*/ 3 w 91"/>
                  <a:gd name="T13" fmla="*/ 6 h 30"/>
                  <a:gd name="T14" fmla="*/ 2 w 91"/>
                  <a:gd name="T15" fmla="*/ 10 h 30"/>
                  <a:gd name="T16" fmla="*/ 1 w 91"/>
                  <a:gd name="T17" fmla="*/ 12 h 30"/>
                  <a:gd name="T18" fmla="*/ 0 w 91"/>
                  <a:gd name="T19" fmla="*/ 15 h 30"/>
                  <a:gd name="T20" fmla="*/ 1 w 91"/>
                  <a:gd name="T21" fmla="*/ 18 h 30"/>
                  <a:gd name="T22" fmla="*/ 2 w 91"/>
                  <a:gd name="T23" fmla="*/ 21 h 30"/>
                  <a:gd name="T24" fmla="*/ 3 w 91"/>
                  <a:gd name="T25" fmla="*/ 24 h 30"/>
                  <a:gd name="T26" fmla="*/ 5 w 91"/>
                  <a:gd name="T27" fmla="*/ 26 h 30"/>
                  <a:gd name="T28" fmla="*/ 7 w 91"/>
                  <a:gd name="T29" fmla="*/ 28 h 30"/>
                  <a:gd name="T30" fmla="*/ 9 w 91"/>
                  <a:gd name="T31" fmla="*/ 29 h 30"/>
                  <a:gd name="T32" fmla="*/ 13 w 91"/>
                  <a:gd name="T33" fmla="*/ 30 h 30"/>
                  <a:gd name="T34" fmla="*/ 16 w 91"/>
                  <a:gd name="T35" fmla="*/ 30 h 30"/>
                  <a:gd name="T36" fmla="*/ 76 w 91"/>
                  <a:gd name="T37" fmla="*/ 30 h 30"/>
                  <a:gd name="T38" fmla="*/ 78 w 91"/>
                  <a:gd name="T39" fmla="*/ 30 h 30"/>
                  <a:gd name="T40" fmla="*/ 81 w 91"/>
                  <a:gd name="T41" fmla="*/ 29 h 30"/>
                  <a:gd name="T42" fmla="*/ 83 w 91"/>
                  <a:gd name="T43" fmla="*/ 28 h 30"/>
                  <a:gd name="T44" fmla="*/ 87 w 91"/>
                  <a:gd name="T45" fmla="*/ 26 h 30"/>
                  <a:gd name="T46" fmla="*/ 88 w 91"/>
                  <a:gd name="T47" fmla="*/ 24 h 30"/>
                  <a:gd name="T48" fmla="*/ 90 w 91"/>
                  <a:gd name="T49" fmla="*/ 21 h 30"/>
                  <a:gd name="T50" fmla="*/ 90 w 91"/>
                  <a:gd name="T51" fmla="*/ 18 h 30"/>
                  <a:gd name="T52" fmla="*/ 91 w 91"/>
                  <a:gd name="T53" fmla="*/ 15 h 30"/>
                  <a:gd name="T54" fmla="*/ 90 w 91"/>
                  <a:gd name="T55" fmla="*/ 12 h 30"/>
                  <a:gd name="T56" fmla="*/ 90 w 91"/>
                  <a:gd name="T57" fmla="*/ 10 h 30"/>
                  <a:gd name="T58" fmla="*/ 88 w 91"/>
                  <a:gd name="T59" fmla="*/ 6 h 30"/>
                  <a:gd name="T60" fmla="*/ 87 w 91"/>
                  <a:gd name="T61" fmla="*/ 4 h 30"/>
                  <a:gd name="T62" fmla="*/ 83 w 91"/>
                  <a:gd name="T63" fmla="*/ 2 h 30"/>
                  <a:gd name="T64" fmla="*/ 81 w 91"/>
                  <a:gd name="T65" fmla="*/ 1 h 30"/>
                  <a:gd name="T66" fmla="*/ 78 w 91"/>
                  <a:gd name="T67" fmla="*/ 0 h 30"/>
                  <a:gd name="T68" fmla="*/ 76 w 91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1" h="30">
                    <a:moveTo>
                      <a:pt x="76" y="0"/>
                    </a:moveTo>
                    <a:lnTo>
                      <a:pt x="16" y="0"/>
                    </a:lnTo>
                    <a:lnTo>
                      <a:pt x="13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5" y="4"/>
                    </a:lnTo>
                    <a:lnTo>
                      <a:pt x="3" y="6"/>
                    </a:lnTo>
                    <a:lnTo>
                      <a:pt x="2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2" y="21"/>
                    </a:lnTo>
                    <a:lnTo>
                      <a:pt x="3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3" y="30"/>
                    </a:lnTo>
                    <a:lnTo>
                      <a:pt x="16" y="30"/>
                    </a:lnTo>
                    <a:lnTo>
                      <a:pt x="76" y="30"/>
                    </a:lnTo>
                    <a:lnTo>
                      <a:pt x="78" y="30"/>
                    </a:lnTo>
                    <a:lnTo>
                      <a:pt x="81" y="29"/>
                    </a:lnTo>
                    <a:lnTo>
                      <a:pt x="83" y="28"/>
                    </a:lnTo>
                    <a:lnTo>
                      <a:pt x="87" y="26"/>
                    </a:lnTo>
                    <a:lnTo>
                      <a:pt x="88" y="24"/>
                    </a:lnTo>
                    <a:lnTo>
                      <a:pt x="90" y="21"/>
                    </a:lnTo>
                    <a:lnTo>
                      <a:pt x="90" y="18"/>
                    </a:lnTo>
                    <a:lnTo>
                      <a:pt x="91" y="15"/>
                    </a:lnTo>
                    <a:lnTo>
                      <a:pt x="90" y="12"/>
                    </a:lnTo>
                    <a:lnTo>
                      <a:pt x="90" y="10"/>
                    </a:lnTo>
                    <a:lnTo>
                      <a:pt x="88" y="6"/>
                    </a:lnTo>
                    <a:lnTo>
                      <a:pt x="87" y="4"/>
                    </a:lnTo>
                    <a:lnTo>
                      <a:pt x="83" y="2"/>
                    </a:lnTo>
                    <a:lnTo>
                      <a:pt x="81" y="1"/>
                    </a:lnTo>
                    <a:lnTo>
                      <a:pt x="78" y="0"/>
                    </a:lnTo>
                    <a:lnTo>
                      <a:pt x="7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371">
                <a:extLst>
                  <a:ext uri="{FF2B5EF4-FFF2-40B4-BE49-F238E27FC236}">
                    <a16:creationId xmlns:a16="http://schemas.microsoft.com/office/drawing/2014/main" id="{251A0C79-FC06-22A1-5ED2-6D866DADE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9676" y="1592263"/>
                <a:ext cx="28575" cy="9525"/>
              </a:xfrm>
              <a:custGeom>
                <a:avLst/>
                <a:gdLst>
                  <a:gd name="T0" fmla="*/ 76 w 91"/>
                  <a:gd name="T1" fmla="*/ 0 h 30"/>
                  <a:gd name="T2" fmla="*/ 16 w 91"/>
                  <a:gd name="T3" fmla="*/ 0 h 30"/>
                  <a:gd name="T4" fmla="*/ 13 w 91"/>
                  <a:gd name="T5" fmla="*/ 1 h 30"/>
                  <a:gd name="T6" fmla="*/ 9 w 91"/>
                  <a:gd name="T7" fmla="*/ 1 h 30"/>
                  <a:gd name="T8" fmla="*/ 7 w 91"/>
                  <a:gd name="T9" fmla="*/ 3 h 30"/>
                  <a:gd name="T10" fmla="*/ 5 w 91"/>
                  <a:gd name="T11" fmla="*/ 4 h 30"/>
                  <a:gd name="T12" fmla="*/ 3 w 91"/>
                  <a:gd name="T13" fmla="*/ 8 h 30"/>
                  <a:gd name="T14" fmla="*/ 2 w 91"/>
                  <a:gd name="T15" fmla="*/ 10 h 30"/>
                  <a:gd name="T16" fmla="*/ 1 w 91"/>
                  <a:gd name="T17" fmla="*/ 13 h 30"/>
                  <a:gd name="T18" fmla="*/ 0 w 91"/>
                  <a:gd name="T19" fmla="*/ 15 h 30"/>
                  <a:gd name="T20" fmla="*/ 1 w 91"/>
                  <a:gd name="T21" fmla="*/ 18 h 30"/>
                  <a:gd name="T22" fmla="*/ 2 w 91"/>
                  <a:gd name="T23" fmla="*/ 22 h 30"/>
                  <a:gd name="T24" fmla="*/ 3 w 91"/>
                  <a:gd name="T25" fmla="*/ 24 h 30"/>
                  <a:gd name="T26" fmla="*/ 5 w 91"/>
                  <a:gd name="T27" fmla="*/ 26 h 30"/>
                  <a:gd name="T28" fmla="*/ 7 w 91"/>
                  <a:gd name="T29" fmla="*/ 28 h 30"/>
                  <a:gd name="T30" fmla="*/ 9 w 91"/>
                  <a:gd name="T31" fmla="*/ 29 h 30"/>
                  <a:gd name="T32" fmla="*/ 13 w 91"/>
                  <a:gd name="T33" fmla="*/ 30 h 30"/>
                  <a:gd name="T34" fmla="*/ 16 w 91"/>
                  <a:gd name="T35" fmla="*/ 30 h 30"/>
                  <a:gd name="T36" fmla="*/ 76 w 91"/>
                  <a:gd name="T37" fmla="*/ 30 h 30"/>
                  <a:gd name="T38" fmla="*/ 78 w 91"/>
                  <a:gd name="T39" fmla="*/ 30 h 30"/>
                  <a:gd name="T40" fmla="*/ 81 w 91"/>
                  <a:gd name="T41" fmla="*/ 29 h 30"/>
                  <a:gd name="T42" fmla="*/ 83 w 91"/>
                  <a:gd name="T43" fmla="*/ 28 h 30"/>
                  <a:gd name="T44" fmla="*/ 87 w 91"/>
                  <a:gd name="T45" fmla="*/ 26 h 30"/>
                  <a:gd name="T46" fmla="*/ 88 w 91"/>
                  <a:gd name="T47" fmla="*/ 24 h 30"/>
                  <a:gd name="T48" fmla="*/ 90 w 91"/>
                  <a:gd name="T49" fmla="*/ 22 h 30"/>
                  <a:gd name="T50" fmla="*/ 90 w 91"/>
                  <a:gd name="T51" fmla="*/ 18 h 30"/>
                  <a:gd name="T52" fmla="*/ 91 w 91"/>
                  <a:gd name="T53" fmla="*/ 15 h 30"/>
                  <a:gd name="T54" fmla="*/ 90 w 91"/>
                  <a:gd name="T55" fmla="*/ 13 h 30"/>
                  <a:gd name="T56" fmla="*/ 90 w 91"/>
                  <a:gd name="T57" fmla="*/ 10 h 30"/>
                  <a:gd name="T58" fmla="*/ 88 w 91"/>
                  <a:gd name="T59" fmla="*/ 8 h 30"/>
                  <a:gd name="T60" fmla="*/ 87 w 91"/>
                  <a:gd name="T61" fmla="*/ 4 h 30"/>
                  <a:gd name="T62" fmla="*/ 83 w 91"/>
                  <a:gd name="T63" fmla="*/ 3 h 30"/>
                  <a:gd name="T64" fmla="*/ 81 w 91"/>
                  <a:gd name="T65" fmla="*/ 1 h 30"/>
                  <a:gd name="T66" fmla="*/ 78 w 91"/>
                  <a:gd name="T67" fmla="*/ 1 h 30"/>
                  <a:gd name="T68" fmla="*/ 76 w 91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1" h="30">
                    <a:moveTo>
                      <a:pt x="76" y="0"/>
                    </a:moveTo>
                    <a:lnTo>
                      <a:pt x="16" y="0"/>
                    </a:lnTo>
                    <a:lnTo>
                      <a:pt x="13" y="1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3" y="8"/>
                    </a:lnTo>
                    <a:lnTo>
                      <a:pt x="2" y="10"/>
                    </a:lnTo>
                    <a:lnTo>
                      <a:pt x="1" y="13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3" y="30"/>
                    </a:lnTo>
                    <a:lnTo>
                      <a:pt x="16" y="30"/>
                    </a:lnTo>
                    <a:lnTo>
                      <a:pt x="76" y="30"/>
                    </a:lnTo>
                    <a:lnTo>
                      <a:pt x="78" y="30"/>
                    </a:lnTo>
                    <a:lnTo>
                      <a:pt x="81" y="29"/>
                    </a:lnTo>
                    <a:lnTo>
                      <a:pt x="83" y="28"/>
                    </a:lnTo>
                    <a:lnTo>
                      <a:pt x="87" y="26"/>
                    </a:lnTo>
                    <a:lnTo>
                      <a:pt x="88" y="24"/>
                    </a:lnTo>
                    <a:lnTo>
                      <a:pt x="90" y="22"/>
                    </a:lnTo>
                    <a:lnTo>
                      <a:pt x="90" y="18"/>
                    </a:lnTo>
                    <a:lnTo>
                      <a:pt x="91" y="15"/>
                    </a:lnTo>
                    <a:lnTo>
                      <a:pt x="90" y="13"/>
                    </a:lnTo>
                    <a:lnTo>
                      <a:pt x="90" y="10"/>
                    </a:lnTo>
                    <a:lnTo>
                      <a:pt x="88" y="8"/>
                    </a:lnTo>
                    <a:lnTo>
                      <a:pt x="87" y="4"/>
                    </a:lnTo>
                    <a:lnTo>
                      <a:pt x="83" y="3"/>
                    </a:lnTo>
                    <a:lnTo>
                      <a:pt x="81" y="1"/>
                    </a:lnTo>
                    <a:lnTo>
                      <a:pt x="78" y="1"/>
                    </a:lnTo>
                    <a:lnTo>
                      <a:pt x="7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372">
                <a:extLst>
                  <a:ext uri="{FF2B5EF4-FFF2-40B4-BE49-F238E27FC236}">
                    <a16:creationId xmlns:a16="http://schemas.microsoft.com/office/drawing/2014/main" id="{E3B6CD39-B123-24F9-171E-8985C9BB2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1113" y="1563688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10 w 90"/>
                  <a:gd name="T7" fmla="*/ 1 h 30"/>
                  <a:gd name="T8" fmla="*/ 6 w 90"/>
                  <a:gd name="T9" fmla="*/ 2 h 30"/>
                  <a:gd name="T10" fmla="*/ 4 w 90"/>
                  <a:gd name="T11" fmla="*/ 4 h 30"/>
                  <a:gd name="T12" fmla="*/ 2 w 90"/>
                  <a:gd name="T13" fmla="*/ 6 h 30"/>
                  <a:gd name="T14" fmla="*/ 1 w 90"/>
                  <a:gd name="T15" fmla="*/ 10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8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8 h 30"/>
                  <a:gd name="T30" fmla="*/ 10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2 w 90"/>
                  <a:gd name="T41" fmla="*/ 29 h 30"/>
                  <a:gd name="T42" fmla="*/ 84 w 90"/>
                  <a:gd name="T43" fmla="*/ 28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8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10 h 30"/>
                  <a:gd name="T58" fmla="*/ 88 w 90"/>
                  <a:gd name="T59" fmla="*/ 6 h 30"/>
                  <a:gd name="T60" fmla="*/ 86 w 90"/>
                  <a:gd name="T61" fmla="*/ 4 h 30"/>
                  <a:gd name="T62" fmla="*/ 84 w 90"/>
                  <a:gd name="T63" fmla="*/ 2 h 30"/>
                  <a:gd name="T64" fmla="*/ 82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2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8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10"/>
                    </a:lnTo>
                    <a:lnTo>
                      <a:pt x="88" y="6"/>
                    </a:lnTo>
                    <a:lnTo>
                      <a:pt x="86" y="4"/>
                    </a:lnTo>
                    <a:lnTo>
                      <a:pt x="84" y="2"/>
                    </a:lnTo>
                    <a:lnTo>
                      <a:pt x="82" y="1"/>
                    </a:lnTo>
                    <a:lnTo>
                      <a:pt x="78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373">
                <a:extLst>
                  <a:ext uri="{FF2B5EF4-FFF2-40B4-BE49-F238E27FC236}">
                    <a16:creationId xmlns:a16="http://schemas.microsoft.com/office/drawing/2014/main" id="{C5EFB758-232A-605C-6B6B-47FD444D3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1113" y="1592263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1 h 30"/>
                  <a:gd name="T6" fmla="*/ 10 w 90"/>
                  <a:gd name="T7" fmla="*/ 1 h 30"/>
                  <a:gd name="T8" fmla="*/ 6 w 90"/>
                  <a:gd name="T9" fmla="*/ 3 h 30"/>
                  <a:gd name="T10" fmla="*/ 4 w 90"/>
                  <a:gd name="T11" fmla="*/ 4 h 30"/>
                  <a:gd name="T12" fmla="*/ 2 w 90"/>
                  <a:gd name="T13" fmla="*/ 8 h 30"/>
                  <a:gd name="T14" fmla="*/ 1 w 90"/>
                  <a:gd name="T15" fmla="*/ 10 h 30"/>
                  <a:gd name="T16" fmla="*/ 0 w 90"/>
                  <a:gd name="T17" fmla="*/ 13 h 30"/>
                  <a:gd name="T18" fmla="*/ 0 w 90"/>
                  <a:gd name="T19" fmla="*/ 15 h 30"/>
                  <a:gd name="T20" fmla="*/ 0 w 90"/>
                  <a:gd name="T21" fmla="*/ 18 h 30"/>
                  <a:gd name="T22" fmla="*/ 1 w 90"/>
                  <a:gd name="T23" fmla="*/ 22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8 h 30"/>
                  <a:gd name="T30" fmla="*/ 10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2 w 90"/>
                  <a:gd name="T41" fmla="*/ 29 h 30"/>
                  <a:gd name="T42" fmla="*/ 84 w 90"/>
                  <a:gd name="T43" fmla="*/ 28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2 h 30"/>
                  <a:gd name="T50" fmla="*/ 90 w 90"/>
                  <a:gd name="T51" fmla="*/ 18 h 30"/>
                  <a:gd name="T52" fmla="*/ 90 w 90"/>
                  <a:gd name="T53" fmla="*/ 15 h 30"/>
                  <a:gd name="T54" fmla="*/ 90 w 90"/>
                  <a:gd name="T55" fmla="*/ 13 h 30"/>
                  <a:gd name="T56" fmla="*/ 89 w 90"/>
                  <a:gd name="T57" fmla="*/ 10 h 30"/>
                  <a:gd name="T58" fmla="*/ 88 w 90"/>
                  <a:gd name="T59" fmla="*/ 8 h 30"/>
                  <a:gd name="T60" fmla="*/ 86 w 90"/>
                  <a:gd name="T61" fmla="*/ 4 h 30"/>
                  <a:gd name="T62" fmla="*/ 84 w 90"/>
                  <a:gd name="T63" fmla="*/ 3 h 30"/>
                  <a:gd name="T64" fmla="*/ 82 w 90"/>
                  <a:gd name="T65" fmla="*/ 1 h 30"/>
                  <a:gd name="T66" fmla="*/ 78 w 90"/>
                  <a:gd name="T67" fmla="*/ 1 h 30"/>
                  <a:gd name="T68" fmla="*/ 75 w 9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2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2"/>
                    </a:lnTo>
                    <a:lnTo>
                      <a:pt x="90" y="18"/>
                    </a:lnTo>
                    <a:lnTo>
                      <a:pt x="90" y="15"/>
                    </a:lnTo>
                    <a:lnTo>
                      <a:pt x="90" y="13"/>
                    </a:lnTo>
                    <a:lnTo>
                      <a:pt x="89" y="10"/>
                    </a:lnTo>
                    <a:lnTo>
                      <a:pt x="88" y="8"/>
                    </a:lnTo>
                    <a:lnTo>
                      <a:pt x="86" y="4"/>
                    </a:lnTo>
                    <a:lnTo>
                      <a:pt x="84" y="3"/>
                    </a:lnTo>
                    <a:lnTo>
                      <a:pt x="82" y="1"/>
                    </a:lnTo>
                    <a:lnTo>
                      <a:pt x="78" y="1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374">
                <a:extLst>
                  <a:ext uri="{FF2B5EF4-FFF2-40B4-BE49-F238E27FC236}">
                    <a16:creationId xmlns:a16="http://schemas.microsoft.com/office/drawing/2014/main" id="{C4655896-DCD4-7205-7DB8-FE6D4D378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74138" y="1563688"/>
                <a:ext cx="28575" cy="9525"/>
              </a:xfrm>
              <a:custGeom>
                <a:avLst/>
                <a:gdLst>
                  <a:gd name="T0" fmla="*/ 15 w 90"/>
                  <a:gd name="T1" fmla="*/ 30 h 30"/>
                  <a:gd name="T2" fmla="*/ 75 w 90"/>
                  <a:gd name="T3" fmla="*/ 30 h 30"/>
                  <a:gd name="T4" fmla="*/ 79 w 90"/>
                  <a:gd name="T5" fmla="*/ 30 h 30"/>
                  <a:gd name="T6" fmla="*/ 81 w 90"/>
                  <a:gd name="T7" fmla="*/ 29 h 30"/>
                  <a:gd name="T8" fmla="*/ 84 w 90"/>
                  <a:gd name="T9" fmla="*/ 28 h 30"/>
                  <a:gd name="T10" fmla="*/ 86 w 90"/>
                  <a:gd name="T11" fmla="*/ 26 h 30"/>
                  <a:gd name="T12" fmla="*/ 87 w 90"/>
                  <a:gd name="T13" fmla="*/ 24 h 30"/>
                  <a:gd name="T14" fmla="*/ 89 w 90"/>
                  <a:gd name="T15" fmla="*/ 21 h 30"/>
                  <a:gd name="T16" fmla="*/ 89 w 90"/>
                  <a:gd name="T17" fmla="*/ 18 h 30"/>
                  <a:gd name="T18" fmla="*/ 90 w 90"/>
                  <a:gd name="T19" fmla="*/ 15 h 30"/>
                  <a:gd name="T20" fmla="*/ 89 w 90"/>
                  <a:gd name="T21" fmla="*/ 12 h 30"/>
                  <a:gd name="T22" fmla="*/ 89 w 90"/>
                  <a:gd name="T23" fmla="*/ 10 h 30"/>
                  <a:gd name="T24" fmla="*/ 87 w 90"/>
                  <a:gd name="T25" fmla="*/ 6 h 30"/>
                  <a:gd name="T26" fmla="*/ 86 w 90"/>
                  <a:gd name="T27" fmla="*/ 4 h 30"/>
                  <a:gd name="T28" fmla="*/ 84 w 90"/>
                  <a:gd name="T29" fmla="*/ 3 h 30"/>
                  <a:gd name="T30" fmla="*/ 81 w 90"/>
                  <a:gd name="T31" fmla="*/ 1 h 30"/>
                  <a:gd name="T32" fmla="*/ 79 w 90"/>
                  <a:gd name="T33" fmla="*/ 0 h 30"/>
                  <a:gd name="T34" fmla="*/ 75 w 90"/>
                  <a:gd name="T35" fmla="*/ 0 h 30"/>
                  <a:gd name="T36" fmla="*/ 15 w 90"/>
                  <a:gd name="T37" fmla="*/ 0 h 30"/>
                  <a:gd name="T38" fmla="*/ 12 w 90"/>
                  <a:gd name="T39" fmla="*/ 0 h 30"/>
                  <a:gd name="T40" fmla="*/ 9 w 90"/>
                  <a:gd name="T41" fmla="*/ 1 h 30"/>
                  <a:gd name="T42" fmla="*/ 7 w 90"/>
                  <a:gd name="T43" fmla="*/ 2 h 30"/>
                  <a:gd name="T44" fmla="*/ 5 w 90"/>
                  <a:gd name="T45" fmla="*/ 4 h 30"/>
                  <a:gd name="T46" fmla="*/ 2 w 90"/>
                  <a:gd name="T47" fmla="*/ 6 h 30"/>
                  <a:gd name="T48" fmla="*/ 1 w 90"/>
                  <a:gd name="T49" fmla="*/ 10 h 30"/>
                  <a:gd name="T50" fmla="*/ 0 w 90"/>
                  <a:gd name="T51" fmla="*/ 12 h 30"/>
                  <a:gd name="T52" fmla="*/ 0 w 90"/>
                  <a:gd name="T53" fmla="*/ 15 h 30"/>
                  <a:gd name="T54" fmla="*/ 0 w 90"/>
                  <a:gd name="T55" fmla="*/ 18 h 30"/>
                  <a:gd name="T56" fmla="*/ 1 w 90"/>
                  <a:gd name="T57" fmla="*/ 21 h 30"/>
                  <a:gd name="T58" fmla="*/ 2 w 90"/>
                  <a:gd name="T59" fmla="*/ 24 h 30"/>
                  <a:gd name="T60" fmla="*/ 5 w 90"/>
                  <a:gd name="T61" fmla="*/ 26 h 30"/>
                  <a:gd name="T62" fmla="*/ 7 w 90"/>
                  <a:gd name="T63" fmla="*/ 28 h 30"/>
                  <a:gd name="T64" fmla="*/ 9 w 90"/>
                  <a:gd name="T65" fmla="*/ 29 h 30"/>
                  <a:gd name="T66" fmla="*/ 12 w 90"/>
                  <a:gd name="T67" fmla="*/ 30 h 30"/>
                  <a:gd name="T68" fmla="*/ 15 w 90"/>
                  <a:gd name="T69" fmla="*/ 30 h 30"/>
                  <a:gd name="T70" fmla="*/ 15 w 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15" y="30"/>
                    </a:moveTo>
                    <a:lnTo>
                      <a:pt x="75" y="30"/>
                    </a:lnTo>
                    <a:lnTo>
                      <a:pt x="79" y="30"/>
                    </a:lnTo>
                    <a:lnTo>
                      <a:pt x="81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7" y="24"/>
                    </a:lnTo>
                    <a:lnTo>
                      <a:pt x="89" y="21"/>
                    </a:lnTo>
                    <a:lnTo>
                      <a:pt x="89" y="18"/>
                    </a:lnTo>
                    <a:lnTo>
                      <a:pt x="90" y="15"/>
                    </a:lnTo>
                    <a:lnTo>
                      <a:pt x="89" y="12"/>
                    </a:lnTo>
                    <a:lnTo>
                      <a:pt x="89" y="10"/>
                    </a:lnTo>
                    <a:lnTo>
                      <a:pt x="87" y="6"/>
                    </a:lnTo>
                    <a:lnTo>
                      <a:pt x="86" y="4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9" y="0"/>
                    </a:lnTo>
                    <a:lnTo>
                      <a:pt x="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5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375">
                <a:extLst>
                  <a:ext uri="{FF2B5EF4-FFF2-40B4-BE49-F238E27FC236}">
                    <a16:creationId xmlns:a16="http://schemas.microsoft.com/office/drawing/2014/main" id="{6BEE74F6-F0F7-E26C-C9B6-C96C2838FB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74138" y="1592263"/>
                <a:ext cx="28575" cy="9525"/>
              </a:xfrm>
              <a:custGeom>
                <a:avLst/>
                <a:gdLst>
                  <a:gd name="T0" fmla="*/ 15 w 90"/>
                  <a:gd name="T1" fmla="*/ 30 h 30"/>
                  <a:gd name="T2" fmla="*/ 75 w 90"/>
                  <a:gd name="T3" fmla="*/ 30 h 30"/>
                  <a:gd name="T4" fmla="*/ 79 w 90"/>
                  <a:gd name="T5" fmla="*/ 30 h 30"/>
                  <a:gd name="T6" fmla="*/ 81 w 90"/>
                  <a:gd name="T7" fmla="*/ 29 h 30"/>
                  <a:gd name="T8" fmla="*/ 84 w 90"/>
                  <a:gd name="T9" fmla="*/ 28 h 30"/>
                  <a:gd name="T10" fmla="*/ 86 w 90"/>
                  <a:gd name="T11" fmla="*/ 26 h 30"/>
                  <a:gd name="T12" fmla="*/ 87 w 90"/>
                  <a:gd name="T13" fmla="*/ 24 h 30"/>
                  <a:gd name="T14" fmla="*/ 89 w 90"/>
                  <a:gd name="T15" fmla="*/ 22 h 30"/>
                  <a:gd name="T16" fmla="*/ 89 w 90"/>
                  <a:gd name="T17" fmla="*/ 18 h 30"/>
                  <a:gd name="T18" fmla="*/ 90 w 90"/>
                  <a:gd name="T19" fmla="*/ 15 h 30"/>
                  <a:gd name="T20" fmla="*/ 89 w 90"/>
                  <a:gd name="T21" fmla="*/ 13 h 30"/>
                  <a:gd name="T22" fmla="*/ 89 w 90"/>
                  <a:gd name="T23" fmla="*/ 10 h 30"/>
                  <a:gd name="T24" fmla="*/ 87 w 90"/>
                  <a:gd name="T25" fmla="*/ 8 h 30"/>
                  <a:gd name="T26" fmla="*/ 86 w 90"/>
                  <a:gd name="T27" fmla="*/ 4 h 30"/>
                  <a:gd name="T28" fmla="*/ 84 w 90"/>
                  <a:gd name="T29" fmla="*/ 3 h 30"/>
                  <a:gd name="T30" fmla="*/ 81 w 90"/>
                  <a:gd name="T31" fmla="*/ 1 h 30"/>
                  <a:gd name="T32" fmla="*/ 79 w 90"/>
                  <a:gd name="T33" fmla="*/ 1 h 30"/>
                  <a:gd name="T34" fmla="*/ 75 w 90"/>
                  <a:gd name="T35" fmla="*/ 0 h 30"/>
                  <a:gd name="T36" fmla="*/ 15 w 90"/>
                  <a:gd name="T37" fmla="*/ 0 h 30"/>
                  <a:gd name="T38" fmla="*/ 12 w 90"/>
                  <a:gd name="T39" fmla="*/ 1 h 30"/>
                  <a:gd name="T40" fmla="*/ 9 w 90"/>
                  <a:gd name="T41" fmla="*/ 1 h 30"/>
                  <a:gd name="T42" fmla="*/ 7 w 90"/>
                  <a:gd name="T43" fmla="*/ 3 h 30"/>
                  <a:gd name="T44" fmla="*/ 5 w 90"/>
                  <a:gd name="T45" fmla="*/ 4 h 30"/>
                  <a:gd name="T46" fmla="*/ 2 w 90"/>
                  <a:gd name="T47" fmla="*/ 8 h 30"/>
                  <a:gd name="T48" fmla="*/ 1 w 90"/>
                  <a:gd name="T49" fmla="*/ 10 h 30"/>
                  <a:gd name="T50" fmla="*/ 0 w 90"/>
                  <a:gd name="T51" fmla="*/ 13 h 30"/>
                  <a:gd name="T52" fmla="*/ 0 w 90"/>
                  <a:gd name="T53" fmla="*/ 15 h 30"/>
                  <a:gd name="T54" fmla="*/ 0 w 90"/>
                  <a:gd name="T55" fmla="*/ 18 h 30"/>
                  <a:gd name="T56" fmla="*/ 1 w 90"/>
                  <a:gd name="T57" fmla="*/ 22 h 30"/>
                  <a:gd name="T58" fmla="*/ 2 w 90"/>
                  <a:gd name="T59" fmla="*/ 24 h 30"/>
                  <a:gd name="T60" fmla="*/ 5 w 90"/>
                  <a:gd name="T61" fmla="*/ 26 h 30"/>
                  <a:gd name="T62" fmla="*/ 7 w 90"/>
                  <a:gd name="T63" fmla="*/ 28 h 30"/>
                  <a:gd name="T64" fmla="*/ 9 w 90"/>
                  <a:gd name="T65" fmla="*/ 29 h 30"/>
                  <a:gd name="T66" fmla="*/ 12 w 90"/>
                  <a:gd name="T67" fmla="*/ 30 h 30"/>
                  <a:gd name="T68" fmla="*/ 15 w 9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0" h="30">
                    <a:moveTo>
                      <a:pt x="15" y="30"/>
                    </a:moveTo>
                    <a:lnTo>
                      <a:pt x="75" y="30"/>
                    </a:lnTo>
                    <a:lnTo>
                      <a:pt x="79" y="30"/>
                    </a:lnTo>
                    <a:lnTo>
                      <a:pt x="81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7" y="24"/>
                    </a:lnTo>
                    <a:lnTo>
                      <a:pt x="89" y="22"/>
                    </a:lnTo>
                    <a:lnTo>
                      <a:pt x="89" y="18"/>
                    </a:lnTo>
                    <a:lnTo>
                      <a:pt x="90" y="15"/>
                    </a:lnTo>
                    <a:lnTo>
                      <a:pt x="89" y="13"/>
                    </a:lnTo>
                    <a:lnTo>
                      <a:pt x="89" y="10"/>
                    </a:lnTo>
                    <a:lnTo>
                      <a:pt x="87" y="8"/>
                    </a:lnTo>
                    <a:lnTo>
                      <a:pt x="86" y="4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9" y="1"/>
                    </a:lnTo>
                    <a:lnTo>
                      <a:pt x="75" y="0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376">
                <a:extLst>
                  <a:ext uri="{FF2B5EF4-FFF2-40B4-BE49-F238E27FC236}">
                    <a16:creationId xmlns:a16="http://schemas.microsoft.com/office/drawing/2014/main" id="{B57A6D77-AA08-59BB-8F10-F6466CA06D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43951" y="1401763"/>
                <a:ext cx="287338" cy="228600"/>
              </a:xfrm>
              <a:custGeom>
                <a:avLst/>
                <a:gdLst>
                  <a:gd name="T0" fmla="*/ 873 w 903"/>
                  <a:gd name="T1" fmla="*/ 692 h 722"/>
                  <a:gd name="T2" fmla="*/ 30 w 903"/>
                  <a:gd name="T3" fmla="*/ 692 h 722"/>
                  <a:gd name="T4" fmla="*/ 30 w 903"/>
                  <a:gd name="T5" fmla="*/ 394 h 722"/>
                  <a:gd name="T6" fmla="*/ 86 w 903"/>
                  <a:gd name="T7" fmla="*/ 30 h 722"/>
                  <a:gd name="T8" fmla="*/ 126 w 903"/>
                  <a:gd name="T9" fmla="*/ 30 h 722"/>
                  <a:gd name="T10" fmla="*/ 197 w 903"/>
                  <a:gd name="T11" fmla="*/ 397 h 722"/>
                  <a:gd name="T12" fmla="*/ 205 w 903"/>
                  <a:gd name="T13" fmla="*/ 442 h 722"/>
                  <a:gd name="T14" fmla="*/ 243 w 903"/>
                  <a:gd name="T15" fmla="*/ 417 h 722"/>
                  <a:gd name="T16" fmla="*/ 422 w 903"/>
                  <a:gd name="T17" fmla="*/ 297 h 722"/>
                  <a:gd name="T18" fmla="*/ 422 w 903"/>
                  <a:gd name="T19" fmla="*/ 392 h 722"/>
                  <a:gd name="T20" fmla="*/ 422 w 903"/>
                  <a:gd name="T21" fmla="*/ 448 h 722"/>
                  <a:gd name="T22" fmla="*/ 468 w 903"/>
                  <a:gd name="T23" fmla="*/ 417 h 722"/>
                  <a:gd name="T24" fmla="*/ 647 w 903"/>
                  <a:gd name="T25" fmla="*/ 297 h 722"/>
                  <a:gd name="T26" fmla="*/ 647 w 903"/>
                  <a:gd name="T27" fmla="*/ 392 h 722"/>
                  <a:gd name="T28" fmla="*/ 647 w 903"/>
                  <a:gd name="T29" fmla="*/ 448 h 722"/>
                  <a:gd name="T30" fmla="*/ 694 w 903"/>
                  <a:gd name="T31" fmla="*/ 417 h 722"/>
                  <a:gd name="T32" fmla="*/ 873 w 903"/>
                  <a:gd name="T33" fmla="*/ 297 h 722"/>
                  <a:gd name="T34" fmla="*/ 873 w 903"/>
                  <a:gd name="T35" fmla="*/ 692 h 722"/>
                  <a:gd name="T36" fmla="*/ 677 w 903"/>
                  <a:gd name="T37" fmla="*/ 392 h 722"/>
                  <a:gd name="T38" fmla="*/ 677 w 903"/>
                  <a:gd name="T39" fmla="*/ 241 h 722"/>
                  <a:gd name="T40" fmla="*/ 452 w 903"/>
                  <a:gd name="T41" fmla="*/ 392 h 722"/>
                  <a:gd name="T42" fmla="*/ 452 w 903"/>
                  <a:gd name="T43" fmla="*/ 241 h 722"/>
                  <a:gd name="T44" fmla="*/ 226 w 903"/>
                  <a:gd name="T45" fmla="*/ 392 h 722"/>
                  <a:gd name="T46" fmla="*/ 151 w 903"/>
                  <a:gd name="T47" fmla="*/ 0 h 722"/>
                  <a:gd name="T48" fmla="*/ 60 w 903"/>
                  <a:gd name="T49" fmla="*/ 0 h 722"/>
                  <a:gd name="T50" fmla="*/ 0 w 903"/>
                  <a:gd name="T51" fmla="*/ 392 h 722"/>
                  <a:gd name="T52" fmla="*/ 0 w 903"/>
                  <a:gd name="T53" fmla="*/ 722 h 722"/>
                  <a:gd name="T54" fmla="*/ 903 w 903"/>
                  <a:gd name="T55" fmla="*/ 722 h 722"/>
                  <a:gd name="T56" fmla="*/ 903 w 903"/>
                  <a:gd name="T57" fmla="*/ 241 h 722"/>
                  <a:gd name="T58" fmla="*/ 677 w 903"/>
                  <a:gd name="T59" fmla="*/ 392 h 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03" h="722">
                    <a:moveTo>
                      <a:pt x="873" y="692"/>
                    </a:moveTo>
                    <a:lnTo>
                      <a:pt x="30" y="692"/>
                    </a:lnTo>
                    <a:lnTo>
                      <a:pt x="30" y="394"/>
                    </a:lnTo>
                    <a:lnTo>
                      <a:pt x="86" y="30"/>
                    </a:lnTo>
                    <a:lnTo>
                      <a:pt x="126" y="30"/>
                    </a:lnTo>
                    <a:lnTo>
                      <a:pt x="197" y="397"/>
                    </a:lnTo>
                    <a:lnTo>
                      <a:pt x="205" y="442"/>
                    </a:lnTo>
                    <a:lnTo>
                      <a:pt x="243" y="417"/>
                    </a:lnTo>
                    <a:lnTo>
                      <a:pt x="422" y="297"/>
                    </a:lnTo>
                    <a:lnTo>
                      <a:pt x="422" y="392"/>
                    </a:lnTo>
                    <a:lnTo>
                      <a:pt x="422" y="448"/>
                    </a:lnTo>
                    <a:lnTo>
                      <a:pt x="468" y="417"/>
                    </a:lnTo>
                    <a:lnTo>
                      <a:pt x="647" y="297"/>
                    </a:lnTo>
                    <a:lnTo>
                      <a:pt x="647" y="392"/>
                    </a:lnTo>
                    <a:lnTo>
                      <a:pt x="647" y="448"/>
                    </a:lnTo>
                    <a:lnTo>
                      <a:pt x="694" y="417"/>
                    </a:lnTo>
                    <a:lnTo>
                      <a:pt x="873" y="297"/>
                    </a:lnTo>
                    <a:lnTo>
                      <a:pt x="873" y="692"/>
                    </a:lnTo>
                    <a:close/>
                    <a:moveTo>
                      <a:pt x="677" y="392"/>
                    </a:moveTo>
                    <a:lnTo>
                      <a:pt x="677" y="241"/>
                    </a:lnTo>
                    <a:lnTo>
                      <a:pt x="452" y="392"/>
                    </a:lnTo>
                    <a:lnTo>
                      <a:pt x="452" y="241"/>
                    </a:lnTo>
                    <a:lnTo>
                      <a:pt x="226" y="392"/>
                    </a:lnTo>
                    <a:lnTo>
                      <a:pt x="151" y="0"/>
                    </a:lnTo>
                    <a:lnTo>
                      <a:pt x="60" y="0"/>
                    </a:lnTo>
                    <a:lnTo>
                      <a:pt x="0" y="392"/>
                    </a:lnTo>
                    <a:lnTo>
                      <a:pt x="0" y="722"/>
                    </a:lnTo>
                    <a:lnTo>
                      <a:pt x="903" y="722"/>
                    </a:lnTo>
                    <a:lnTo>
                      <a:pt x="903" y="241"/>
                    </a:lnTo>
                    <a:lnTo>
                      <a:pt x="677" y="3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C91A14C-BFDA-46A4-C79A-91229770892A}"/>
                </a:ext>
              </a:extLst>
            </p:cNvPr>
            <p:cNvGrpSpPr/>
            <p:nvPr/>
          </p:nvGrpSpPr>
          <p:grpSpPr>
            <a:xfrm>
              <a:off x="10357932" y="2356894"/>
              <a:ext cx="1077867" cy="934946"/>
              <a:chOff x="8736013" y="2536825"/>
              <a:chExt cx="287338" cy="249238"/>
            </a:xfrm>
            <a:solidFill>
              <a:schemeClr val="bg1"/>
            </a:solidFill>
          </p:grpSpPr>
          <p:sp>
            <p:nvSpPr>
              <p:cNvPr id="55" name="Freeform 219">
                <a:extLst>
                  <a:ext uri="{FF2B5EF4-FFF2-40B4-BE49-F238E27FC236}">
                    <a16:creationId xmlns:a16="http://schemas.microsoft.com/office/drawing/2014/main" id="{09CB8DED-62AA-D0A0-F08F-B856C721B5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93163" y="2632075"/>
                <a:ext cx="230188" cy="153988"/>
              </a:xfrm>
              <a:custGeom>
                <a:avLst/>
                <a:gdLst>
                  <a:gd name="T0" fmla="*/ 621 w 722"/>
                  <a:gd name="T1" fmla="*/ 368 h 481"/>
                  <a:gd name="T2" fmla="*/ 588 w 722"/>
                  <a:gd name="T3" fmla="*/ 338 h 481"/>
                  <a:gd name="T4" fmla="*/ 557 w 722"/>
                  <a:gd name="T5" fmla="*/ 331 h 481"/>
                  <a:gd name="T6" fmla="*/ 525 w 722"/>
                  <a:gd name="T7" fmla="*/ 338 h 481"/>
                  <a:gd name="T8" fmla="*/ 493 w 722"/>
                  <a:gd name="T9" fmla="*/ 368 h 481"/>
                  <a:gd name="T10" fmla="*/ 451 w 722"/>
                  <a:gd name="T11" fmla="*/ 391 h 481"/>
                  <a:gd name="T12" fmla="*/ 557 w 722"/>
                  <a:gd name="T13" fmla="*/ 451 h 481"/>
                  <a:gd name="T14" fmla="*/ 520 w 722"/>
                  <a:gd name="T15" fmla="*/ 432 h 481"/>
                  <a:gd name="T16" fmla="*/ 515 w 722"/>
                  <a:gd name="T17" fmla="*/ 389 h 481"/>
                  <a:gd name="T18" fmla="*/ 547 w 722"/>
                  <a:gd name="T19" fmla="*/ 362 h 481"/>
                  <a:gd name="T20" fmla="*/ 588 w 722"/>
                  <a:gd name="T21" fmla="*/ 374 h 481"/>
                  <a:gd name="T22" fmla="*/ 601 w 722"/>
                  <a:gd name="T23" fmla="*/ 415 h 481"/>
                  <a:gd name="T24" fmla="*/ 574 w 722"/>
                  <a:gd name="T25" fmla="*/ 448 h 481"/>
                  <a:gd name="T26" fmla="*/ 451 w 722"/>
                  <a:gd name="T27" fmla="*/ 241 h 481"/>
                  <a:gd name="T28" fmla="*/ 163 w 722"/>
                  <a:gd name="T29" fmla="*/ 448 h 481"/>
                  <a:gd name="T30" fmla="*/ 136 w 722"/>
                  <a:gd name="T31" fmla="*/ 415 h 481"/>
                  <a:gd name="T32" fmla="*/ 149 w 722"/>
                  <a:gd name="T33" fmla="*/ 374 h 481"/>
                  <a:gd name="T34" fmla="*/ 190 w 722"/>
                  <a:gd name="T35" fmla="*/ 362 h 481"/>
                  <a:gd name="T36" fmla="*/ 222 w 722"/>
                  <a:gd name="T37" fmla="*/ 389 h 481"/>
                  <a:gd name="T38" fmla="*/ 219 w 722"/>
                  <a:gd name="T39" fmla="*/ 431 h 481"/>
                  <a:gd name="T40" fmla="*/ 181 w 722"/>
                  <a:gd name="T41" fmla="*/ 451 h 481"/>
                  <a:gd name="T42" fmla="*/ 565 w 722"/>
                  <a:gd name="T43" fmla="*/ 94 h 481"/>
                  <a:gd name="T44" fmla="*/ 451 w 722"/>
                  <a:gd name="T45" fmla="*/ 15 h 481"/>
                  <a:gd name="T46" fmla="*/ 445 w 722"/>
                  <a:gd name="T47" fmla="*/ 3 h 481"/>
                  <a:gd name="T48" fmla="*/ 253 w 722"/>
                  <a:gd name="T49" fmla="*/ 0 h 481"/>
                  <a:gd name="T50" fmla="*/ 242 w 722"/>
                  <a:gd name="T51" fmla="*/ 10 h 481"/>
                  <a:gd name="T52" fmla="*/ 243 w 722"/>
                  <a:gd name="T53" fmla="*/ 24 h 481"/>
                  <a:gd name="T54" fmla="*/ 256 w 722"/>
                  <a:gd name="T55" fmla="*/ 30 h 481"/>
                  <a:gd name="T56" fmla="*/ 251 w 722"/>
                  <a:gd name="T57" fmla="*/ 378 h 481"/>
                  <a:gd name="T58" fmla="*/ 224 w 722"/>
                  <a:gd name="T59" fmla="*/ 344 h 481"/>
                  <a:gd name="T60" fmla="*/ 194 w 722"/>
                  <a:gd name="T61" fmla="*/ 332 h 481"/>
                  <a:gd name="T62" fmla="*/ 161 w 722"/>
                  <a:gd name="T63" fmla="*/ 334 h 481"/>
                  <a:gd name="T64" fmla="*/ 133 w 722"/>
                  <a:gd name="T65" fmla="*/ 349 h 481"/>
                  <a:gd name="T66" fmla="*/ 108 w 722"/>
                  <a:gd name="T67" fmla="*/ 385 h 481"/>
                  <a:gd name="T68" fmla="*/ 29 w 722"/>
                  <a:gd name="T69" fmla="*/ 115 h 481"/>
                  <a:gd name="T70" fmla="*/ 18 w 722"/>
                  <a:gd name="T71" fmla="*/ 106 h 481"/>
                  <a:gd name="T72" fmla="*/ 4 w 722"/>
                  <a:gd name="T73" fmla="*/ 110 h 481"/>
                  <a:gd name="T74" fmla="*/ 0 w 722"/>
                  <a:gd name="T75" fmla="*/ 406 h 481"/>
                  <a:gd name="T76" fmla="*/ 6 w 722"/>
                  <a:gd name="T77" fmla="*/ 419 h 481"/>
                  <a:gd name="T78" fmla="*/ 108 w 722"/>
                  <a:gd name="T79" fmla="*/ 428 h 481"/>
                  <a:gd name="T80" fmla="*/ 133 w 722"/>
                  <a:gd name="T81" fmla="*/ 464 h 481"/>
                  <a:gd name="T82" fmla="*/ 161 w 722"/>
                  <a:gd name="T83" fmla="*/ 479 h 481"/>
                  <a:gd name="T84" fmla="*/ 194 w 722"/>
                  <a:gd name="T85" fmla="*/ 480 h 481"/>
                  <a:gd name="T86" fmla="*/ 224 w 722"/>
                  <a:gd name="T87" fmla="*/ 468 h 481"/>
                  <a:gd name="T88" fmla="*/ 251 w 722"/>
                  <a:gd name="T89" fmla="*/ 434 h 481"/>
                  <a:gd name="T90" fmla="*/ 484 w 722"/>
                  <a:gd name="T91" fmla="*/ 428 h 481"/>
                  <a:gd name="T92" fmla="*/ 509 w 722"/>
                  <a:gd name="T93" fmla="*/ 464 h 481"/>
                  <a:gd name="T94" fmla="*/ 537 w 722"/>
                  <a:gd name="T95" fmla="*/ 479 h 481"/>
                  <a:gd name="T96" fmla="*/ 570 w 722"/>
                  <a:gd name="T97" fmla="*/ 480 h 481"/>
                  <a:gd name="T98" fmla="*/ 599 w 722"/>
                  <a:gd name="T99" fmla="*/ 468 h 481"/>
                  <a:gd name="T100" fmla="*/ 627 w 722"/>
                  <a:gd name="T101" fmla="*/ 434 h 481"/>
                  <a:gd name="T102" fmla="*/ 712 w 722"/>
                  <a:gd name="T103" fmla="*/ 420 h 481"/>
                  <a:gd name="T104" fmla="*/ 722 w 722"/>
                  <a:gd name="T105" fmla="*/ 410 h 481"/>
                  <a:gd name="T106" fmla="*/ 721 w 722"/>
                  <a:gd name="T107" fmla="*/ 25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2" h="481">
                    <a:moveTo>
                      <a:pt x="630" y="391"/>
                    </a:moveTo>
                    <a:lnTo>
                      <a:pt x="629" y="385"/>
                    </a:lnTo>
                    <a:lnTo>
                      <a:pt x="627" y="378"/>
                    </a:lnTo>
                    <a:lnTo>
                      <a:pt x="623" y="373"/>
                    </a:lnTo>
                    <a:lnTo>
                      <a:pt x="621" y="368"/>
                    </a:lnTo>
                    <a:lnTo>
                      <a:pt x="614" y="357"/>
                    </a:lnTo>
                    <a:lnTo>
                      <a:pt x="604" y="349"/>
                    </a:lnTo>
                    <a:lnTo>
                      <a:pt x="599" y="344"/>
                    </a:lnTo>
                    <a:lnTo>
                      <a:pt x="593" y="341"/>
                    </a:lnTo>
                    <a:lnTo>
                      <a:pt x="588" y="338"/>
                    </a:lnTo>
                    <a:lnTo>
                      <a:pt x="583" y="336"/>
                    </a:lnTo>
                    <a:lnTo>
                      <a:pt x="576" y="334"/>
                    </a:lnTo>
                    <a:lnTo>
                      <a:pt x="570" y="332"/>
                    </a:lnTo>
                    <a:lnTo>
                      <a:pt x="563" y="331"/>
                    </a:lnTo>
                    <a:lnTo>
                      <a:pt x="557" y="331"/>
                    </a:lnTo>
                    <a:lnTo>
                      <a:pt x="550" y="331"/>
                    </a:lnTo>
                    <a:lnTo>
                      <a:pt x="543" y="332"/>
                    </a:lnTo>
                    <a:lnTo>
                      <a:pt x="537" y="334"/>
                    </a:lnTo>
                    <a:lnTo>
                      <a:pt x="530" y="336"/>
                    </a:lnTo>
                    <a:lnTo>
                      <a:pt x="525" y="338"/>
                    </a:lnTo>
                    <a:lnTo>
                      <a:pt x="520" y="341"/>
                    </a:lnTo>
                    <a:lnTo>
                      <a:pt x="514" y="344"/>
                    </a:lnTo>
                    <a:lnTo>
                      <a:pt x="509" y="349"/>
                    </a:lnTo>
                    <a:lnTo>
                      <a:pt x="499" y="357"/>
                    </a:lnTo>
                    <a:lnTo>
                      <a:pt x="493" y="368"/>
                    </a:lnTo>
                    <a:lnTo>
                      <a:pt x="490" y="373"/>
                    </a:lnTo>
                    <a:lnTo>
                      <a:pt x="486" y="378"/>
                    </a:lnTo>
                    <a:lnTo>
                      <a:pt x="484" y="385"/>
                    </a:lnTo>
                    <a:lnTo>
                      <a:pt x="483" y="391"/>
                    </a:lnTo>
                    <a:lnTo>
                      <a:pt x="451" y="391"/>
                    </a:lnTo>
                    <a:lnTo>
                      <a:pt x="451" y="271"/>
                    </a:lnTo>
                    <a:lnTo>
                      <a:pt x="692" y="271"/>
                    </a:lnTo>
                    <a:lnTo>
                      <a:pt x="692" y="391"/>
                    </a:lnTo>
                    <a:lnTo>
                      <a:pt x="630" y="391"/>
                    </a:lnTo>
                    <a:close/>
                    <a:moveTo>
                      <a:pt x="557" y="451"/>
                    </a:moveTo>
                    <a:lnTo>
                      <a:pt x="547" y="450"/>
                    </a:lnTo>
                    <a:lnTo>
                      <a:pt x="539" y="448"/>
                    </a:lnTo>
                    <a:lnTo>
                      <a:pt x="531" y="444"/>
                    </a:lnTo>
                    <a:lnTo>
                      <a:pt x="525" y="438"/>
                    </a:lnTo>
                    <a:lnTo>
                      <a:pt x="520" y="432"/>
                    </a:lnTo>
                    <a:lnTo>
                      <a:pt x="515" y="423"/>
                    </a:lnTo>
                    <a:lnTo>
                      <a:pt x="512" y="415"/>
                    </a:lnTo>
                    <a:lnTo>
                      <a:pt x="511" y="406"/>
                    </a:lnTo>
                    <a:lnTo>
                      <a:pt x="512" y="398"/>
                    </a:lnTo>
                    <a:lnTo>
                      <a:pt x="515" y="389"/>
                    </a:lnTo>
                    <a:lnTo>
                      <a:pt x="520" y="381"/>
                    </a:lnTo>
                    <a:lnTo>
                      <a:pt x="525" y="374"/>
                    </a:lnTo>
                    <a:lnTo>
                      <a:pt x="531" y="369"/>
                    </a:lnTo>
                    <a:lnTo>
                      <a:pt x="539" y="365"/>
                    </a:lnTo>
                    <a:lnTo>
                      <a:pt x="547" y="362"/>
                    </a:lnTo>
                    <a:lnTo>
                      <a:pt x="557" y="361"/>
                    </a:lnTo>
                    <a:lnTo>
                      <a:pt x="566" y="362"/>
                    </a:lnTo>
                    <a:lnTo>
                      <a:pt x="574" y="365"/>
                    </a:lnTo>
                    <a:lnTo>
                      <a:pt x="582" y="369"/>
                    </a:lnTo>
                    <a:lnTo>
                      <a:pt x="588" y="374"/>
                    </a:lnTo>
                    <a:lnTo>
                      <a:pt x="593" y="381"/>
                    </a:lnTo>
                    <a:lnTo>
                      <a:pt x="598" y="389"/>
                    </a:lnTo>
                    <a:lnTo>
                      <a:pt x="601" y="398"/>
                    </a:lnTo>
                    <a:lnTo>
                      <a:pt x="602" y="406"/>
                    </a:lnTo>
                    <a:lnTo>
                      <a:pt x="601" y="415"/>
                    </a:lnTo>
                    <a:lnTo>
                      <a:pt x="598" y="423"/>
                    </a:lnTo>
                    <a:lnTo>
                      <a:pt x="593" y="431"/>
                    </a:lnTo>
                    <a:lnTo>
                      <a:pt x="588" y="438"/>
                    </a:lnTo>
                    <a:lnTo>
                      <a:pt x="582" y="444"/>
                    </a:lnTo>
                    <a:lnTo>
                      <a:pt x="574" y="448"/>
                    </a:lnTo>
                    <a:lnTo>
                      <a:pt x="566" y="450"/>
                    </a:lnTo>
                    <a:lnTo>
                      <a:pt x="557" y="451"/>
                    </a:lnTo>
                    <a:close/>
                    <a:moveTo>
                      <a:pt x="551" y="120"/>
                    </a:moveTo>
                    <a:lnTo>
                      <a:pt x="671" y="241"/>
                    </a:lnTo>
                    <a:lnTo>
                      <a:pt x="451" y="241"/>
                    </a:lnTo>
                    <a:lnTo>
                      <a:pt x="451" y="120"/>
                    </a:lnTo>
                    <a:lnTo>
                      <a:pt x="551" y="120"/>
                    </a:lnTo>
                    <a:close/>
                    <a:moveTo>
                      <a:pt x="181" y="451"/>
                    </a:moveTo>
                    <a:lnTo>
                      <a:pt x="171" y="450"/>
                    </a:lnTo>
                    <a:lnTo>
                      <a:pt x="163" y="448"/>
                    </a:lnTo>
                    <a:lnTo>
                      <a:pt x="155" y="444"/>
                    </a:lnTo>
                    <a:lnTo>
                      <a:pt x="149" y="438"/>
                    </a:lnTo>
                    <a:lnTo>
                      <a:pt x="144" y="432"/>
                    </a:lnTo>
                    <a:lnTo>
                      <a:pt x="139" y="423"/>
                    </a:lnTo>
                    <a:lnTo>
                      <a:pt x="136" y="415"/>
                    </a:lnTo>
                    <a:lnTo>
                      <a:pt x="136" y="406"/>
                    </a:lnTo>
                    <a:lnTo>
                      <a:pt x="136" y="398"/>
                    </a:lnTo>
                    <a:lnTo>
                      <a:pt x="139" y="389"/>
                    </a:lnTo>
                    <a:lnTo>
                      <a:pt x="144" y="381"/>
                    </a:lnTo>
                    <a:lnTo>
                      <a:pt x="149" y="374"/>
                    </a:lnTo>
                    <a:lnTo>
                      <a:pt x="155" y="369"/>
                    </a:lnTo>
                    <a:lnTo>
                      <a:pt x="163" y="365"/>
                    </a:lnTo>
                    <a:lnTo>
                      <a:pt x="171" y="362"/>
                    </a:lnTo>
                    <a:lnTo>
                      <a:pt x="181" y="361"/>
                    </a:lnTo>
                    <a:lnTo>
                      <a:pt x="190" y="362"/>
                    </a:lnTo>
                    <a:lnTo>
                      <a:pt x="198" y="365"/>
                    </a:lnTo>
                    <a:lnTo>
                      <a:pt x="206" y="369"/>
                    </a:lnTo>
                    <a:lnTo>
                      <a:pt x="212" y="374"/>
                    </a:lnTo>
                    <a:lnTo>
                      <a:pt x="219" y="381"/>
                    </a:lnTo>
                    <a:lnTo>
                      <a:pt x="222" y="389"/>
                    </a:lnTo>
                    <a:lnTo>
                      <a:pt x="225" y="398"/>
                    </a:lnTo>
                    <a:lnTo>
                      <a:pt x="226" y="406"/>
                    </a:lnTo>
                    <a:lnTo>
                      <a:pt x="225" y="415"/>
                    </a:lnTo>
                    <a:lnTo>
                      <a:pt x="222" y="423"/>
                    </a:lnTo>
                    <a:lnTo>
                      <a:pt x="219" y="431"/>
                    </a:lnTo>
                    <a:lnTo>
                      <a:pt x="212" y="438"/>
                    </a:lnTo>
                    <a:lnTo>
                      <a:pt x="206" y="444"/>
                    </a:lnTo>
                    <a:lnTo>
                      <a:pt x="198" y="448"/>
                    </a:lnTo>
                    <a:lnTo>
                      <a:pt x="190" y="450"/>
                    </a:lnTo>
                    <a:lnTo>
                      <a:pt x="181" y="451"/>
                    </a:lnTo>
                    <a:close/>
                    <a:moveTo>
                      <a:pt x="721" y="250"/>
                    </a:moveTo>
                    <a:lnTo>
                      <a:pt x="720" y="248"/>
                    </a:lnTo>
                    <a:lnTo>
                      <a:pt x="718" y="246"/>
                    </a:lnTo>
                    <a:lnTo>
                      <a:pt x="568" y="95"/>
                    </a:lnTo>
                    <a:lnTo>
                      <a:pt x="565" y="94"/>
                    </a:lnTo>
                    <a:lnTo>
                      <a:pt x="562" y="91"/>
                    </a:lnTo>
                    <a:lnTo>
                      <a:pt x="559" y="91"/>
                    </a:lnTo>
                    <a:lnTo>
                      <a:pt x="557" y="90"/>
                    </a:lnTo>
                    <a:lnTo>
                      <a:pt x="451" y="90"/>
                    </a:lnTo>
                    <a:lnTo>
                      <a:pt x="451" y="15"/>
                    </a:lnTo>
                    <a:lnTo>
                      <a:pt x="451" y="12"/>
                    </a:lnTo>
                    <a:lnTo>
                      <a:pt x="450" y="10"/>
                    </a:lnTo>
                    <a:lnTo>
                      <a:pt x="449" y="7"/>
                    </a:lnTo>
                    <a:lnTo>
                      <a:pt x="447" y="5"/>
                    </a:lnTo>
                    <a:lnTo>
                      <a:pt x="445" y="3"/>
                    </a:lnTo>
                    <a:lnTo>
                      <a:pt x="442" y="1"/>
                    </a:lnTo>
                    <a:lnTo>
                      <a:pt x="439" y="0"/>
                    </a:lnTo>
                    <a:lnTo>
                      <a:pt x="436" y="0"/>
                    </a:lnTo>
                    <a:lnTo>
                      <a:pt x="256" y="0"/>
                    </a:lnTo>
                    <a:lnTo>
                      <a:pt x="253" y="0"/>
                    </a:lnTo>
                    <a:lnTo>
                      <a:pt x="250" y="1"/>
                    </a:lnTo>
                    <a:lnTo>
                      <a:pt x="247" y="3"/>
                    </a:lnTo>
                    <a:lnTo>
                      <a:pt x="245" y="5"/>
                    </a:lnTo>
                    <a:lnTo>
                      <a:pt x="243" y="7"/>
                    </a:lnTo>
                    <a:lnTo>
                      <a:pt x="242" y="10"/>
                    </a:lnTo>
                    <a:lnTo>
                      <a:pt x="241" y="12"/>
                    </a:lnTo>
                    <a:lnTo>
                      <a:pt x="241" y="15"/>
                    </a:lnTo>
                    <a:lnTo>
                      <a:pt x="241" y="19"/>
                    </a:lnTo>
                    <a:lnTo>
                      <a:pt x="242" y="22"/>
                    </a:lnTo>
                    <a:lnTo>
                      <a:pt x="243" y="24"/>
                    </a:lnTo>
                    <a:lnTo>
                      <a:pt x="245" y="26"/>
                    </a:lnTo>
                    <a:lnTo>
                      <a:pt x="247" y="28"/>
                    </a:lnTo>
                    <a:lnTo>
                      <a:pt x="250" y="29"/>
                    </a:lnTo>
                    <a:lnTo>
                      <a:pt x="253" y="30"/>
                    </a:lnTo>
                    <a:lnTo>
                      <a:pt x="256" y="30"/>
                    </a:lnTo>
                    <a:lnTo>
                      <a:pt x="421" y="30"/>
                    </a:lnTo>
                    <a:lnTo>
                      <a:pt x="421" y="391"/>
                    </a:lnTo>
                    <a:lnTo>
                      <a:pt x="254" y="391"/>
                    </a:lnTo>
                    <a:lnTo>
                      <a:pt x="253" y="385"/>
                    </a:lnTo>
                    <a:lnTo>
                      <a:pt x="251" y="378"/>
                    </a:lnTo>
                    <a:lnTo>
                      <a:pt x="249" y="373"/>
                    </a:lnTo>
                    <a:lnTo>
                      <a:pt x="245" y="368"/>
                    </a:lnTo>
                    <a:lnTo>
                      <a:pt x="238" y="357"/>
                    </a:lnTo>
                    <a:lnTo>
                      <a:pt x="228" y="349"/>
                    </a:lnTo>
                    <a:lnTo>
                      <a:pt x="224" y="344"/>
                    </a:lnTo>
                    <a:lnTo>
                      <a:pt x="219" y="341"/>
                    </a:lnTo>
                    <a:lnTo>
                      <a:pt x="212" y="338"/>
                    </a:lnTo>
                    <a:lnTo>
                      <a:pt x="207" y="336"/>
                    </a:lnTo>
                    <a:lnTo>
                      <a:pt x="200" y="334"/>
                    </a:lnTo>
                    <a:lnTo>
                      <a:pt x="194" y="332"/>
                    </a:lnTo>
                    <a:lnTo>
                      <a:pt x="187" y="331"/>
                    </a:lnTo>
                    <a:lnTo>
                      <a:pt x="181" y="331"/>
                    </a:lnTo>
                    <a:lnTo>
                      <a:pt x="174" y="331"/>
                    </a:lnTo>
                    <a:lnTo>
                      <a:pt x="167" y="332"/>
                    </a:lnTo>
                    <a:lnTo>
                      <a:pt x="161" y="334"/>
                    </a:lnTo>
                    <a:lnTo>
                      <a:pt x="155" y="336"/>
                    </a:lnTo>
                    <a:lnTo>
                      <a:pt x="149" y="338"/>
                    </a:lnTo>
                    <a:lnTo>
                      <a:pt x="144" y="341"/>
                    </a:lnTo>
                    <a:lnTo>
                      <a:pt x="138" y="344"/>
                    </a:lnTo>
                    <a:lnTo>
                      <a:pt x="133" y="349"/>
                    </a:lnTo>
                    <a:lnTo>
                      <a:pt x="124" y="357"/>
                    </a:lnTo>
                    <a:lnTo>
                      <a:pt x="117" y="368"/>
                    </a:lnTo>
                    <a:lnTo>
                      <a:pt x="114" y="373"/>
                    </a:lnTo>
                    <a:lnTo>
                      <a:pt x="110" y="378"/>
                    </a:lnTo>
                    <a:lnTo>
                      <a:pt x="108" y="385"/>
                    </a:lnTo>
                    <a:lnTo>
                      <a:pt x="107" y="391"/>
                    </a:lnTo>
                    <a:lnTo>
                      <a:pt x="30" y="391"/>
                    </a:lnTo>
                    <a:lnTo>
                      <a:pt x="30" y="120"/>
                    </a:lnTo>
                    <a:lnTo>
                      <a:pt x="30" y="117"/>
                    </a:lnTo>
                    <a:lnTo>
                      <a:pt x="29" y="115"/>
                    </a:lnTo>
                    <a:lnTo>
                      <a:pt x="28" y="112"/>
                    </a:lnTo>
                    <a:lnTo>
                      <a:pt x="26" y="110"/>
                    </a:lnTo>
                    <a:lnTo>
                      <a:pt x="24" y="109"/>
                    </a:lnTo>
                    <a:lnTo>
                      <a:pt x="21" y="106"/>
                    </a:lnTo>
                    <a:lnTo>
                      <a:pt x="18" y="106"/>
                    </a:lnTo>
                    <a:lnTo>
                      <a:pt x="15" y="105"/>
                    </a:lnTo>
                    <a:lnTo>
                      <a:pt x="12" y="106"/>
                    </a:lnTo>
                    <a:lnTo>
                      <a:pt x="10" y="106"/>
                    </a:lnTo>
                    <a:lnTo>
                      <a:pt x="6" y="109"/>
                    </a:lnTo>
                    <a:lnTo>
                      <a:pt x="4" y="110"/>
                    </a:lnTo>
                    <a:lnTo>
                      <a:pt x="3" y="112"/>
                    </a:lnTo>
                    <a:lnTo>
                      <a:pt x="1" y="115"/>
                    </a:lnTo>
                    <a:lnTo>
                      <a:pt x="1" y="117"/>
                    </a:lnTo>
                    <a:lnTo>
                      <a:pt x="0" y="120"/>
                    </a:lnTo>
                    <a:lnTo>
                      <a:pt x="0" y="406"/>
                    </a:lnTo>
                    <a:lnTo>
                      <a:pt x="1" y="410"/>
                    </a:lnTo>
                    <a:lnTo>
                      <a:pt x="1" y="412"/>
                    </a:lnTo>
                    <a:lnTo>
                      <a:pt x="3" y="415"/>
                    </a:lnTo>
                    <a:lnTo>
                      <a:pt x="4" y="417"/>
                    </a:lnTo>
                    <a:lnTo>
                      <a:pt x="6" y="419"/>
                    </a:lnTo>
                    <a:lnTo>
                      <a:pt x="10" y="420"/>
                    </a:lnTo>
                    <a:lnTo>
                      <a:pt x="12" y="421"/>
                    </a:lnTo>
                    <a:lnTo>
                      <a:pt x="15" y="421"/>
                    </a:lnTo>
                    <a:lnTo>
                      <a:pt x="107" y="421"/>
                    </a:lnTo>
                    <a:lnTo>
                      <a:pt x="108" y="428"/>
                    </a:lnTo>
                    <a:lnTo>
                      <a:pt x="110" y="434"/>
                    </a:lnTo>
                    <a:lnTo>
                      <a:pt x="114" y="440"/>
                    </a:lnTo>
                    <a:lnTo>
                      <a:pt x="117" y="445"/>
                    </a:lnTo>
                    <a:lnTo>
                      <a:pt x="124" y="456"/>
                    </a:lnTo>
                    <a:lnTo>
                      <a:pt x="133" y="464"/>
                    </a:lnTo>
                    <a:lnTo>
                      <a:pt x="138" y="468"/>
                    </a:lnTo>
                    <a:lnTo>
                      <a:pt x="144" y="472"/>
                    </a:lnTo>
                    <a:lnTo>
                      <a:pt x="149" y="475"/>
                    </a:lnTo>
                    <a:lnTo>
                      <a:pt x="155" y="477"/>
                    </a:lnTo>
                    <a:lnTo>
                      <a:pt x="161" y="479"/>
                    </a:lnTo>
                    <a:lnTo>
                      <a:pt x="167" y="480"/>
                    </a:lnTo>
                    <a:lnTo>
                      <a:pt x="174" y="481"/>
                    </a:lnTo>
                    <a:lnTo>
                      <a:pt x="181" y="481"/>
                    </a:lnTo>
                    <a:lnTo>
                      <a:pt x="187" y="481"/>
                    </a:lnTo>
                    <a:lnTo>
                      <a:pt x="194" y="480"/>
                    </a:lnTo>
                    <a:lnTo>
                      <a:pt x="200" y="479"/>
                    </a:lnTo>
                    <a:lnTo>
                      <a:pt x="207" y="477"/>
                    </a:lnTo>
                    <a:lnTo>
                      <a:pt x="212" y="475"/>
                    </a:lnTo>
                    <a:lnTo>
                      <a:pt x="219" y="472"/>
                    </a:lnTo>
                    <a:lnTo>
                      <a:pt x="224" y="468"/>
                    </a:lnTo>
                    <a:lnTo>
                      <a:pt x="228" y="464"/>
                    </a:lnTo>
                    <a:lnTo>
                      <a:pt x="238" y="456"/>
                    </a:lnTo>
                    <a:lnTo>
                      <a:pt x="245" y="445"/>
                    </a:lnTo>
                    <a:lnTo>
                      <a:pt x="249" y="440"/>
                    </a:lnTo>
                    <a:lnTo>
                      <a:pt x="251" y="434"/>
                    </a:lnTo>
                    <a:lnTo>
                      <a:pt x="253" y="428"/>
                    </a:lnTo>
                    <a:lnTo>
                      <a:pt x="254" y="421"/>
                    </a:lnTo>
                    <a:lnTo>
                      <a:pt x="436" y="421"/>
                    </a:lnTo>
                    <a:lnTo>
                      <a:pt x="483" y="421"/>
                    </a:lnTo>
                    <a:lnTo>
                      <a:pt x="484" y="428"/>
                    </a:lnTo>
                    <a:lnTo>
                      <a:pt x="486" y="434"/>
                    </a:lnTo>
                    <a:lnTo>
                      <a:pt x="490" y="440"/>
                    </a:lnTo>
                    <a:lnTo>
                      <a:pt x="493" y="445"/>
                    </a:lnTo>
                    <a:lnTo>
                      <a:pt x="499" y="456"/>
                    </a:lnTo>
                    <a:lnTo>
                      <a:pt x="509" y="464"/>
                    </a:lnTo>
                    <a:lnTo>
                      <a:pt x="514" y="468"/>
                    </a:lnTo>
                    <a:lnTo>
                      <a:pt x="520" y="472"/>
                    </a:lnTo>
                    <a:lnTo>
                      <a:pt x="525" y="475"/>
                    </a:lnTo>
                    <a:lnTo>
                      <a:pt x="530" y="477"/>
                    </a:lnTo>
                    <a:lnTo>
                      <a:pt x="537" y="479"/>
                    </a:lnTo>
                    <a:lnTo>
                      <a:pt x="543" y="480"/>
                    </a:lnTo>
                    <a:lnTo>
                      <a:pt x="550" y="481"/>
                    </a:lnTo>
                    <a:lnTo>
                      <a:pt x="557" y="481"/>
                    </a:lnTo>
                    <a:lnTo>
                      <a:pt x="563" y="481"/>
                    </a:lnTo>
                    <a:lnTo>
                      <a:pt x="570" y="480"/>
                    </a:lnTo>
                    <a:lnTo>
                      <a:pt x="576" y="479"/>
                    </a:lnTo>
                    <a:lnTo>
                      <a:pt x="583" y="477"/>
                    </a:lnTo>
                    <a:lnTo>
                      <a:pt x="588" y="475"/>
                    </a:lnTo>
                    <a:lnTo>
                      <a:pt x="593" y="472"/>
                    </a:lnTo>
                    <a:lnTo>
                      <a:pt x="599" y="468"/>
                    </a:lnTo>
                    <a:lnTo>
                      <a:pt x="604" y="464"/>
                    </a:lnTo>
                    <a:lnTo>
                      <a:pt x="614" y="456"/>
                    </a:lnTo>
                    <a:lnTo>
                      <a:pt x="621" y="445"/>
                    </a:lnTo>
                    <a:lnTo>
                      <a:pt x="623" y="440"/>
                    </a:lnTo>
                    <a:lnTo>
                      <a:pt x="627" y="434"/>
                    </a:lnTo>
                    <a:lnTo>
                      <a:pt x="629" y="428"/>
                    </a:lnTo>
                    <a:lnTo>
                      <a:pt x="630" y="421"/>
                    </a:lnTo>
                    <a:lnTo>
                      <a:pt x="707" y="421"/>
                    </a:lnTo>
                    <a:lnTo>
                      <a:pt x="710" y="421"/>
                    </a:lnTo>
                    <a:lnTo>
                      <a:pt x="712" y="420"/>
                    </a:lnTo>
                    <a:lnTo>
                      <a:pt x="716" y="419"/>
                    </a:lnTo>
                    <a:lnTo>
                      <a:pt x="718" y="417"/>
                    </a:lnTo>
                    <a:lnTo>
                      <a:pt x="720" y="415"/>
                    </a:lnTo>
                    <a:lnTo>
                      <a:pt x="721" y="412"/>
                    </a:lnTo>
                    <a:lnTo>
                      <a:pt x="722" y="410"/>
                    </a:lnTo>
                    <a:lnTo>
                      <a:pt x="722" y="406"/>
                    </a:lnTo>
                    <a:lnTo>
                      <a:pt x="722" y="256"/>
                    </a:lnTo>
                    <a:lnTo>
                      <a:pt x="722" y="253"/>
                    </a:lnTo>
                    <a:lnTo>
                      <a:pt x="721" y="250"/>
                    </a:lnTo>
                    <a:lnTo>
                      <a:pt x="721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220">
                <a:extLst>
                  <a:ext uri="{FF2B5EF4-FFF2-40B4-BE49-F238E27FC236}">
                    <a16:creationId xmlns:a16="http://schemas.microsoft.com/office/drawing/2014/main" id="{BA2430A4-00C1-58A1-D2DD-E26DA5E76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3163" y="2565400"/>
                <a:ext cx="28575" cy="38100"/>
              </a:xfrm>
              <a:custGeom>
                <a:avLst/>
                <a:gdLst>
                  <a:gd name="T0" fmla="*/ 15 w 90"/>
                  <a:gd name="T1" fmla="*/ 120 h 120"/>
                  <a:gd name="T2" fmla="*/ 75 w 90"/>
                  <a:gd name="T3" fmla="*/ 120 h 120"/>
                  <a:gd name="T4" fmla="*/ 78 w 90"/>
                  <a:gd name="T5" fmla="*/ 120 h 120"/>
                  <a:gd name="T6" fmla="*/ 81 w 90"/>
                  <a:gd name="T7" fmla="*/ 119 h 120"/>
                  <a:gd name="T8" fmla="*/ 84 w 90"/>
                  <a:gd name="T9" fmla="*/ 117 h 120"/>
                  <a:gd name="T10" fmla="*/ 86 w 90"/>
                  <a:gd name="T11" fmla="*/ 116 h 120"/>
                  <a:gd name="T12" fmla="*/ 88 w 90"/>
                  <a:gd name="T13" fmla="*/ 114 h 120"/>
                  <a:gd name="T14" fmla="*/ 89 w 90"/>
                  <a:gd name="T15" fmla="*/ 111 h 120"/>
                  <a:gd name="T16" fmla="*/ 90 w 90"/>
                  <a:gd name="T17" fmla="*/ 109 h 120"/>
                  <a:gd name="T18" fmla="*/ 90 w 90"/>
                  <a:gd name="T19" fmla="*/ 105 h 120"/>
                  <a:gd name="T20" fmla="*/ 90 w 90"/>
                  <a:gd name="T21" fmla="*/ 102 h 120"/>
                  <a:gd name="T22" fmla="*/ 89 w 90"/>
                  <a:gd name="T23" fmla="*/ 99 h 120"/>
                  <a:gd name="T24" fmla="*/ 88 w 90"/>
                  <a:gd name="T25" fmla="*/ 97 h 120"/>
                  <a:gd name="T26" fmla="*/ 86 w 90"/>
                  <a:gd name="T27" fmla="*/ 95 h 120"/>
                  <a:gd name="T28" fmla="*/ 84 w 90"/>
                  <a:gd name="T29" fmla="*/ 93 h 120"/>
                  <a:gd name="T30" fmla="*/ 81 w 90"/>
                  <a:gd name="T31" fmla="*/ 91 h 120"/>
                  <a:gd name="T32" fmla="*/ 78 w 90"/>
                  <a:gd name="T33" fmla="*/ 90 h 120"/>
                  <a:gd name="T34" fmla="*/ 75 w 90"/>
                  <a:gd name="T35" fmla="*/ 90 h 120"/>
                  <a:gd name="T36" fmla="*/ 30 w 90"/>
                  <a:gd name="T37" fmla="*/ 90 h 120"/>
                  <a:gd name="T38" fmla="*/ 30 w 90"/>
                  <a:gd name="T39" fmla="*/ 15 h 120"/>
                  <a:gd name="T40" fmla="*/ 30 w 90"/>
                  <a:gd name="T41" fmla="*/ 12 h 120"/>
                  <a:gd name="T42" fmla="*/ 29 w 90"/>
                  <a:gd name="T43" fmla="*/ 9 h 120"/>
                  <a:gd name="T44" fmla="*/ 28 w 90"/>
                  <a:gd name="T45" fmla="*/ 7 h 120"/>
                  <a:gd name="T46" fmla="*/ 26 w 90"/>
                  <a:gd name="T47" fmla="*/ 5 h 120"/>
                  <a:gd name="T48" fmla="*/ 24 w 90"/>
                  <a:gd name="T49" fmla="*/ 3 h 120"/>
                  <a:gd name="T50" fmla="*/ 21 w 90"/>
                  <a:gd name="T51" fmla="*/ 1 h 120"/>
                  <a:gd name="T52" fmla="*/ 18 w 90"/>
                  <a:gd name="T53" fmla="*/ 0 h 120"/>
                  <a:gd name="T54" fmla="*/ 15 w 90"/>
                  <a:gd name="T55" fmla="*/ 0 h 120"/>
                  <a:gd name="T56" fmla="*/ 12 w 90"/>
                  <a:gd name="T57" fmla="*/ 0 h 120"/>
                  <a:gd name="T58" fmla="*/ 10 w 90"/>
                  <a:gd name="T59" fmla="*/ 1 h 120"/>
                  <a:gd name="T60" fmla="*/ 6 w 90"/>
                  <a:gd name="T61" fmla="*/ 3 h 120"/>
                  <a:gd name="T62" fmla="*/ 4 w 90"/>
                  <a:gd name="T63" fmla="*/ 5 h 120"/>
                  <a:gd name="T64" fmla="*/ 3 w 90"/>
                  <a:gd name="T65" fmla="*/ 7 h 120"/>
                  <a:gd name="T66" fmla="*/ 1 w 90"/>
                  <a:gd name="T67" fmla="*/ 9 h 120"/>
                  <a:gd name="T68" fmla="*/ 1 w 90"/>
                  <a:gd name="T69" fmla="*/ 12 h 120"/>
                  <a:gd name="T70" fmla="*/ 0 w 90"/>
                  <a:gd name="T71" fmla="*/ 15 h 120"/>
                  <a:gd name="T72" fmla="*/ 0 w 90"/>
                  <a:gd name="T73" fmla="*/ 105 h 120"/>
                  <a:gd name="T74" fmla="*/ 1 w 90"/>
                  <a:gd name="T75" fmla="*/ 109 h 120"/>
                  <a:gd name="T76" fmla="*/ 1 w 90"/>
                  <a:gd name="T77" fmla="*/ 111 h 120"/>
                  <a:gd name="T78" fmla="*/ 3 w 90"/>
                  <a:gd name="T79" fmla="*/ 114 h 120"/>
                  <a:gd name="T80" fmla="*/ 4 w 90"/>
                  <a:gd name="T81" fmla="*/ 116 h 120"/>
                  <a:gd name="T82" fmla="*/ 6 w 90"/>
                  <a:gd name="T83" fmla="*/ 117 h 120"/>
                  <a:gd name="T84" fmla="*/ 10 w 90"/>
                  <a:gd name="T85" fmla="*/ 119 h 120"/>
                  <a:gd name="T86" fmla="*/ 13 w 90"/>
                  <a:gd name="T87" fmla="*/ 120 h 120"/>
                  <a:gd name="T88" fmla="*/ 15 w 90"/>
                  <a:gd name="T89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0" h="120">
                    <a:moveTo>
                      <a:pt x="15" y="120"/>
                    </a:moveTo>
                    <a:lnTo>
                      <a:pt x="75" y="120"/>
                    </a:lnTo>
                    <a:lnTo>
                      <a:pt x="78" y="120"/>
                    </a:lnTo>
                    <a:lnTo>
                      <a:pt x="81" y="119"/>
                    </a:lnTo>
                    <a:lnTo>
                      <a:pt x="84" y="117"/>
                    </a:lnTo>
                    <a:lnTo>
                      <a:pt x="86" y="116"/>
                    </a:lnTo>
                    <a:lnTo>
                      <a:pt x="88" y="114"/>
                    </a:lnTo>
                    <a:lnTo>
                      <a:pt x="89" y="111"/>
                    </a:lnTo>
                    <a:lnTo>
                      <a:pt x="90" y="109"/>
                    </a:lnTo>
                    <a:lnTo>
                      <a:pt x="90" y="105"/>
                    </a:lnTo>
                    <a:lnTo>
                      <a:pt x="90" y="102"/>
                    </a:lnTo>
                    <a:lnTo>
                      <a:pt x="89" y="99"/>
                    </a:lnTo>
                    <a:lnTo>
                      <a:pt x="88" y="97"/>
                    </a:lnTo>
                    <a:lnTo>
                      <a:pt x="86" y="95"/>
                    </a:lnTo>
                    <a:lnTo>
                      <a:pt x="84" y="93"/>
                    </a:lnTo>
                    <a:lnTo>
                      <a:pt x="81" y="91"/>
                    </a:lnTo>
                    <a:lnTo>
                      <a:pt x="78" y="90"/>
                    </a:lnTo>
                    <a:lnTo>
                      <a:pt x="75" y="90"/>
                    </a:lnTo>
                    <a:lnTo>
                      <a:pt x="30" y="90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1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05"/>
                    </a:lnTo>
                    <a:lnTo>
                      <a:pt x="1" y="109"/>
                    </a:lnTo>
                    <a:lnTo>
                      <a:pt x="1" y="111"/>
                    </a:lnTo>
                    <a:lnTo>
                      <a:pt x="3" y="114"/>
                    </a:lnTo>
                    <a:lnTo>
                      <a:pt x="4" y="116"/>
                    </a:lnTo>
                    <a:lnTo>
                      <a:pt x="6" y="117"/>
                    </a:lnTo>
                    <a:lnTo>
                      <a:pt x="10" y="119"/>
                    </a:lnTo>
                    <a:lnTo>
                      <a:pt x="13" y="120"/>
                    </a:lnTo>
                    <a:lnTo>
                      <a:pt x="15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221">
                <a:extLst>
                  <a:ext uri="{FF2B5EF4-FFF2-40B4-BE49-F238E27FC236}">
                    <a16:creationId xmlns:a16="http://schemas.microsoft.com/office/drawing/2014/main" id="{766D7058-ADB4-EB0D-6E88-EB28850F65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6013" y="2698750"/>
                <a:ext cx="47625" cy="11113"/>
              </a:xfrm>
              <a:custGeom>
                <a:avLst/>
                <a:gdLst>
                  <a:gd name="T0" fmla="*/ 135 w 150"/>
                  <a:gd name="T1" fmla="*/ 0 h 31"/>
                  <a:gd name="T2" fmla="*/ 15 w 150"/>
                  <a:gd name="T3" fmla="*/ 0 h 31"/>
                  <a:gd name="T4" fmla="*/ 12 w 150"/>
                  <a:gd name="T5" fmla="*/ 1 h 31"/>
                  <a:gd name="T6" fmla="*/ 9 w 150"/>
                  <a:gd name="T7" fmla="*/ 2 h 31"/>
                  <a:gd name="T8" fmla="*/ 6 w 150"/>
                  <a:gd name="T9" fmla="*/ 4 h 31"/>
                  <a:gd name="T10" fmla="*/ 4 w 150"/>
                  <a:gd name="T11" fmla="*/ 6 h 31"/>
                  <a:gd name="T12" fmla="*/ 2 w 150"/>
                  <a:gd name="T13" fmla="*/ 8 h 31"/>
                  <a:gd name="T14" fmla="*/ 1 w 150"/>
                  <a:gd name="T15" fmla="*/ 10 h 31"/>
                  <a:gd name="T16" fmla="*/ 0 w 150"/>
                  <a:gd name="T17" fmla="*/ 13 h 31"/>
                  <a:gd name="T18" fmla="*/ 0 w 150"/>
                  <a:gd name="T19" fmla="*/ 16 h 31"/>
                  <a:gd name="T20" fmla="*/ 0 w 150"/>
                  <a:gd name="T21" fmla="*/ 19 h 31"/>
                  <a:gd name="T22" fmla="*/ 1 w 150"/>
                  <a:gd name="T23" fmla="*/ 22 h 31"/>
                  <a:gd name="T24" fmla="*/ 2 w 150"/>
                  <a:gd name="T25" fmla="*/ 24 h 31"/>
                  <a:gd name="T26" fmla="*/ 4 w 150"/>
                  <a:gd name="T27" fmla="*/ 26 h 31"/>
                  <a:gd name="T28" fmla="*/ 6 w 150"/>
                  <a:gd name="T29" fmla="*/ 28 h 31"/>
                  <a:gd name="T30" fmla="*/ 9 w 150"/>
                  <a:gd name="T31" fmla="*/ 29 h 31"/>
                  <a:gd name="T32" fmla="*/ 12 w 150"/>
                  <a:gd name="T33" fmla="*/ 30 h 31"/>
                  <a:gd name="T34" fmla="*/ 15 w 150"/>
                  <a:gd name="T35" fmla="*/ 31 h 31"/>
                  <a:gd name="T36" fmla="*/ 135 w 150"/>
                  <a:gd name="T37" fmla="*/ 31 h 31"/>
                  <a:gd name="T38" fmla="*/ 138 w 150"/>
                  <a:gd name="T39" fmla="*/ 30 h 31"/>
                  <a:gd name="T40" fmla="*/ 141 w 150"/>
                  <a:gd name="T41" fmla="*/ 29 h 31"/>
                  <a:gd name="T42" fmla="*/ 144 w 150"/>
                  <a:gd name="T43" fmla="*/ 28 h 31"/>
                  <a:gd name="T44" fmla="*/ 146 w 150"/>
                  <a:gd name="T45" fmla="*/ 26 h 31"/>
                  <a:gd name="T46" fmla="*/ 148 w 150"/>
                  <a:gd name="T47" fmla="*/ 24 h 31"/>
                  <a:gd name="T48" fmla="*/ 149 w 150"/>
                  <a:gd name="T49" fmla="*/ 22 h 31"/>
                  <a:gd name="T50" fmla="*/ 150 w 150"/>
                  <a:gd name="T51" fmla="*/ 19 h 31"/>
                  <a:gd name="T52" fmla="*/ 150 w 150"/>
                  <a:gd name="T53" fmla="*/ 16 h 31"/>
                  <a:gd name="T54" fmla="*/ 150 w 150"/>
                  <a:gd name="T55" fmla="*/ 13 h 31"/>
                  <a:gd name="T56" fmla="*/ 149 w 150"/>
                  <a:gd name="T57" fmla="*/ 10 h 31"/>
                  <a:gd name="T58" fmla="*/ 148 w 150"/>
                  <a:gd name="T59" fmla="*/ 8 h 31"/>
                  <a:gd name="T60" fmla="*/ 146 w 150"/>
                  <a:gd name="T61" fmla="*/ 6 h 31"/>
                  <a:gd name="T62" fmla="*/ 144 w 150"/>
                  <a:gd name="T63" fmla="*/ 4 h 31"/>
                  <a:gd name="T64" fmla="*/ 141 w 150"/>
                  <a:gd name="T65" fmla="*/ 2 h 31"/>
                  <a:gd name="T66" fmla="*/ 138 w 150"/>
                  <a:gd name="T67" fmla="*/ 1 h 31"/>
                  <a:gd name="T68" fmla="*/ 135 w 150"/>
                  <a:gd name="T6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0" h="31">
                    <a:moveTo>
                      <a:pt x="135" y="0"/>
                    </a:moveTo>
                    <a:lnTo>
                      <a:pt x="15" y="0"/>
                    </a:lnTo>
                    <a:lnTo>
                      <a:pt x="12" y="1"/>
                    </a:lnTo>
                    <a:lnTo>
                      <a:pt x="9" y="2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1"/>
                    </a:lnTo>
                    <a:lnTo>
                      <a:pt x="135" y="31"/>
                    </a:lnTo>
                    <a:lnTo>
                      <a:pt x="138" y="30"/>
                    </a:lnTo>
                    <a:lnTo>
                      <a:pt x="141" y="29"/>
                    </a:lnTo>
                    <a:lnTo>
                      <a:pt x="144" y="28"/>
                    </a:lnTo>
                    <a:lnTo>
                      <a:pt x="146" y="26"/>
                    </a:lnTo>
                    <a:lnTo>
                      <a:pt x="148" y="24"/>
                    </a:lnTo>
                    <a:lnTo>
                      <a:pt x="149" y="22"/>
                    </a:lnTo>
                    <a:lnTo>
                      <a:pt x="150" y="19"/>
                    </a:lnTo>
                    <a:lnTo>
                      <a:pt x="150" y="16"/>
                    </a:lnTo>
                    <a:lnTo>
                      <a:pt x="150" y="13"/>
                    </a:lnTo>
                    <a:lnTo>
                      <a:pt x="149" y="10"/>
                    </a:lnTo>
                    <a:lnTo>
                      <a:pt x="148" y="8"/>
                    </a:lnTo>
                    <a:lnTo>
                      <a:pt x="146" y="6"/>
                    </a:lnTo>
                    <a:lnTo>
                      <a:pt x="144" y="4"/>
                    </a:lnTo>
                    <a:lnTo>
                      <a:pt x="141" y="2"/>
                    </a:lnTo>
                    <a:lnTo>
                      <a:pt x="138" y="1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222">
                <a:extLst>
                  <a:ext uri="{FF2B5EF4-FFF2-40B4-BE49-F238E27FC236}">
                    <a16:creationId xmlns:a16="http://schemas.microsoft.com/office/drawing/2014/main" id="{9042E62B-93A8-0B86-6BA5-EBE325D10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719388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10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10 w 90"/>
                  <a:gd name="T31" fmla="*/ 29 h 30"/>
                  <a:gd name="T32" fmla="*/ 12 w 90"/>
                  <a:gd name="T33" fmla="*/ 29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29 h 30"/>
                  <a:gd name="T40" fmla="*/ 81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1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29"/>
                    </a:lnTo>
                    <a:lnTo>
                      <a:pt x="81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223">
                <a:extLst>
                  <a:ext uri="{FF2B5EF4-FFF2-40B4-BE49-F238E27FC236}">
                    <a16:creationId xmlns:a16="http://schemas.microsoft.com/office/drawing/2014/main" id="{B93B90EA-2FD6-E40D-C4FC-0BB524781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4588" y="2738438"/>
                <a:ext cx="19050" cy="9525"/>
              </a:xfrm>
              <a:custGeom>
                <a:avLst/>
                <a:gdLst>
                  <a:gd name="T0" fmla="*/ 45 w 60"/>
                  <a:gd name="T1" fmla="*/ 0 h 30"/>
                  <a:gd name="T2" fmla="*/ 15 w 60"/>
                  <a:gd name="T3" fmla="*/ 0 h 30"/>
                  <a:gd name="T4" fmla="*/ 12 w 60"/>
                  <a:gd name="T5" fmla="*/ 0 h 30"/>
                  <a:gd name="T6" fmla="*/ 10 w 60"/>
                  <a:gd name="T7" fmla="*/ 1 h 30"/>
                  <a:gd name="T8" fmla="*/ 6 w 60"/>
                  <a:gd name="T9" fmla="*/ 3 h 30"/>
                  <a:gd name="T10" fmla="*/ 4 w 60"/>
                  <a:gd name="T11" fmla="*/ 5 h 30"/>
                  <a:gd name="T12" fmla="*/ 2 w 60"/>
                  <a:gd name="T13" fmla="*/ 7 h 30"/>
                  <a:gd name="T14" fmla="*/ 1 w 60"/>
                  <a:gd name="T15" fmla="*/ 9 h 30"/>
                  <a:gd name="T16" fmla="*/ 0 w 60"/>
                  <a:gd name="T17" fmla="*/ 12 h 30"/>
                  <a:gd name="T18" fmla="*/ 0 w 60"/>
                  <a:gd name="T19" fmla="*/ 15 h 30"/>
                  <a:gd name="T20" fmla="*/ 0 w 60"/>
                  <a:gd name="T21" fmla="*/ 19 h 30"/>
                  <a:gd name="T22" fmla="*/ 1 w 60"/>
                  <a:gd name="T23" fmla="*/ 21 h 30"/>
                  <a:gd name="T24" fmla="*/ 2 w 60"/>
                  <a:gd name="T25" fmla="*/ 24 h 30"/>
                  <a:gd name="T26" fmla="*/ 4 w 60"/>
                  <a:gd name="T27" fmla="*/ 26 h 30"/>
                  <a:gd name="T28" fmla="*/ 6 w 60"/>
                  <a:gd name="T29" fmla="*/ 27 h 30"/>
                  <a:gd name="T30" fmla="*/ 10 w 60"/>
                  <a:gd name="T31" fmla="*/ 29 h 30"/>
                  <a:gd name="T32" fmla="*/ 12 w 60"/>
                  <a:gd name="T33" fmla="*/ 30 h 30"/>
                  <a:gd name="T34" fmla="*/ 15 w 60"/>
                  <a:gd name="T35" fmla="*/ 30 h 30"/>
                  <a:gd name="T36" fmla="*/ 45 w 60"/>
                  <a:gd name="T37" fmla="*/ 30 h 30"/>
                  <a:gd name="T38" fmla="*/ 48 w 60"/>
                  <a:gd name="T39" fmla="*/ 30 h 30"/>
                  <a:gd name="T40" fmla="*/ 51 w 60"/>
                  <a:gd name="T41" fmla="*/ 29 h 30"/>
                  <a:gd name="T42" fmla="*/ 54 w 60"/>
                  <a:gd name="T43" fmla="*/ 27 h 30"/>
                  <a:gd name="T44" fmla="*/ 56 w 60"/>
                  <a:gd name="T45" fmla="*/ 26 h 30"/>
                  <a:gd name="T46" fmla="*/ 58 w 60"/>
                  <a:gd name="T47" fmla="*/ 24 h 30"/>
                  <a:gd name="T48" fmla="*/ 59 w 60"/>
                  <a:gd name="T49" fmla="*/ 21 h 30"/>
                  <a:gd name="T50" fmla="*/ 60 w 60"/>
                  <a:gd name="T51" fmla="*/ 19 h 30"/>
                  <a:gd name="T52" fmla="*/ 60 w 60"/>
                  <a:gd name="T53" fmla="*/ 15 h 30"/>
                  <a:gd name="T54" fmla="*/ 60 w 60"/>
                  <a:gd name="T55" fmla="*/ 12 h 30"/>
                  <a:gd name="T56" fmla="*/ 59 w 60"/>
                  <a:gd name="T57" fmla="*/ 9 h 30"/>
                  <a:gd name="T58" fmla="*/ 58 w 60"/>
                  <a:gd name="T59" fmla="*/ 7 h 30"/>
                  <a:gd name="T60" fmla="*/ 56 w 60"/>
                  <a:gd name="T61" fmla="*/ 5 h 30"/>
                  <a:gd name="T62" fmla="*/ 54 w 60"/>
                  <a:gd name="T63" fmla="*/ 3 h 30"/>
                  <a:gd name="T64" fmla="*/ 51 w 60"/>
                  <a:gd name="T65" fmla="*/ 1 h 30"/>
                  <a:gd name="T66" fmla="*/ 48 w 60"/>
                  <a:gd name="T67" fmla="*/ 0 h 30"/>
                  <a:gd name="T68" fmla="*/ 45 w 6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0" h="30">
                    <a:moveTo>
                      <a:pt x="4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5" y="30"/>
                    </a:lnTo>
                    <a:lnTo>
                      <a:pt x="48" y="30"/>
                    </a:lnTo>
                    <a:lnTo>
                      <a:pt x="51" y="29"/>
                    </a:lnTo>
                    <a:lnTo>
                      <a:pt x="54" y="27"/>
                    </a:lnTo>
                    <a:lnTo>
                      <a:pt x="56" y="26"/>
                    </a:lnTo>
                    <a:lnTo>
                      <a:pt x="58" y="24"/>
                    </a:lnTo>
                    <a:lnTo>
                      <a:pt x="59" y="21"/>
                    </a:lnTo>
                    <a:lnTo>
                      <a:pt x="60" y="19"/>
                    </a:lnTo>
                    <a:lnTo>
                      <a:pt x="60" y="15"/>
                    </a:lnTo>
                    <a:lnTo>
                      <a:pt x="60" y="12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5"/>
                    </a:lnTo>
                    <a:lnTo>
                      <a:pt x="54" y="3"/>
                    </a:lnTo>
                    <a:lnTo>
                      <a:pt x="51" y="1"/>
                    </a:lnTo>
                    <a:lnTo>
                      <a:pt x="48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224">
                <a:extLst>
                  <a:ext uri="{FF2B5EF4-FFF2-40B4-BE49-F238E27FC236}">
                    <a16:creationId xmlns:a16="http://schemas.microsoft.com/office/drawing/2014/main" id="{292CE630-D5F2-E88D-845B-0B7F9838BB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40775" y="2536825"/>
                <a:ext cx="115888" cy="114300"/>
              </a:xfrm>
              <a:custGeom>
                <a:avLst/>
                <a:gdLst>
                  <a:gd name="T0" fmla="*/ 211 w 361"/>
                  <a:gd name="T1" fmla="*/ 34 h 361"/>
                  <a:gd name="T2" fmla="*/ 252 w 361"/>
                  <a:gd name="T3" fmla="*/ 49 h 361"/>
                  <a:gd name="T4" fmla="*/ 286 w 361"/>
                  <a:gd name="T5" fmla="*/ 75 h 361"/>
                  <a:gd name="T6" fmla="*/ 313 w 361"/>
                  <a:gd name="T7" fmla="*/ 110 h 361"/>
                  <a:gd name="T8" fmla="*/ 328 w 361"/>
                  <a:gd name="T9" fmla="*/ 151 h 361"/>
                  <a:gd name="T10" fmla="*/ 330 w 361"/>
                  <a:gd name="T11" fmla="*/ 196 h 361"/>
                  <a:gd name="T12" fmla="*/ 319 w 361"/>
                  <a:gd name="T13" fmla="*/ 239 h 361"/>
                  <a:gd name="T14" fmla="*/ 297 w 361"/>
                  <a:gd name="T15" fmla="*/ 277 h 361"/>
                  <a:gd name="T16" fmla="*/ 265 w 361"/>
                  <a:gd name="T17" fmla="*/ 306 h 361"/>
                  <a:gd name="T18" fmla="*/ 225 w 361"/>
                  <a:gd name="T19" fmla="*/ 325 h 361"/>
                  <a:gd name="T20" fmla="*/ 180 w 361"/>
                  <a:gd name="T21" fmla="*/ 331 h 361"/>
                  <a:gd name="T22" fmla="*/ 136 w 361"/>
                  <a:gd name="T23" fmla="*/ 325 h 361"/>
                  <a:gd name="T24" fmla="*/ 96 w 361"/>
                  <a:gd name="T25" fmla="*/ 306 h 361"/>
                  <a:gd name="T26" fmla="*/ 64 w 361"/>
                  <a:gd name="T27" fmla="*/ 277 h 361"/>
                  <a:gd name="T28" fmla="*/ 42 w 361"/>
                  <a:gd name="T29" fmla="*/ 239 h 361"/>
                  <a:gd name="T30" fmla="*/ 31 w 361"/>
                  <a:gd name="T31" fmla="*/ 196 h 361"/>
                  <a:gd name="T32" fmla="*/ 33 w 361"/>
                  <a:gd name="T33" fmla="*/ 151 h 361"/>
                  <a:gd name="T34" fmla="*/ 48 w 361"/>
                  <a:gd name="T35" fmla="*/ 110 h 361"/>
                  <a:gd name="T36" fmla="*/ 74 w 361"/>
                  <a:gd name="T37" fmla="*/ 75 h 361"/>
                  <a:gd name="T38" fmla="*/ 108 w 361"/>
                  <a:gd name="T39" fmla="*/ 49 h 361"/>
                  <a:gd name="T40" fmla="*/ 150 w 361"/>
                  <a:gd name="T41" fmla="*/ 34 h 361"/>
                  <a:gd name="T42" fmla="*/ 180 w 361"/>
                  <a:gd name="T43" fmla="*/ 30 h 361"/>
                  <a:gd name="T44" fmla="*/ 216 w 361"/>
                  <a:gd name="T45" fmla="*/ 358 h 361"/>
                  <a:gd name="T46" fmla="*/ 267 w 361"/>
                  <a:gd name="T47" fmla="*/ 340 h 361"/>
                  <a:gd name="T48" fmla="*/ 307 w 361"/>
                  <a:gd name="T49" fmla="*/ 309 h 361"/>
                  <a:gd name="T50" fmla="*/ 339 w 361"/>
                  <a:gd name="T51" fmla="*/ 267 h 361"/>
                  <a:gd name="T52" fmla="*/ 357 w 361"/>
                  <a:gd name="T53" fmla="*/ 218 h 361"/>
                  <a:gd name="T54" fmla="*/ 360 w 361"/>
                  <a:gd name="T55" fmla="*/ 163 h 361"/>
                  <a:gd name="T56" fmla="*/ 346 w 361"/>
                  <a:gd name="T57" fmla="*/ 111 h 361"/>
                  <a:gd name="T58" fmla="*/ 319 w 361"/>
                  <a:gd name="T59" fmla="*/ 67 h 361"/>
                  <a:gd name="T60" fmla="*/ 281 w 361"/>
                  <a:gd name="T61" fmla="*/ 31 h 361"/>
                  <a:gd name="T62" fmla="*/ 234 w 361"/>
                  <a:gd name="T63" fmla="*/ 9 h 361"/>
                  <a:gd name="T64" fmla="*/ 180 w 361"/>
                  <a:gd name="T65" fmla="*/ 0 h 361"/>
                  <a:gd name="T66" fmla="*/ 126 w 361"/>
                  <a:gd name="T67" fmla="*/ 9 h 361"/>
                  <a:gd name="T68" fmla="*/ 79 w 361"/>
                  <a:gd name="T69" fmla="*/ 31 h 361"/>
                  <a:gd name="T70" fmla="*/ 41 w 361"/>
                  <a:gd name="T71" fmla="*/ 67 h 361"/>
                  <a:gd name="T72" fmla="*/ 14 w 361"/>
                  <a:gd name="T73" fmla="*/ 111 h 361"/>
                  <a:gd name="T74" fmla="*/ 1 w 361"/>
                  <a:gd name="T75" fmla="*/ 163 h 361"/>
                  <a:gd name="T76" fmla="*/ 3 w 361"/>
                  <a:gd name="T77" fmla="*/ 218 h 361"/>
                  <a:gd name="T78" fmla="*/ 21 w 361"/>
                  <a:gd name="T79" fmla="*/ 267 h 361"/>
                  <a:gd name="T80" fmla="*/ 53 w 361"/>
                  <a:gd name="T81" fmla="*/ 309 h 361"/>
                  <a:gd name="T82" fmla="*/ 94 w 361"/>
                  <a:gd name="T83" fmla="*/ 340 h 361"/>
                  <a:gd name="T84" fmla="*/ 144 w 361"/>
                  <a:gd name="T85" fmla="*/ 358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61" h="361">
                    <a:moveTo>
                      <a:pt x="180" y="30"/>
                    </a:moveTo>
                    <a:lnTo>
                      <a:pt x="196" y="31"/>
                    </a:lnTo>
                    <a:lnTo>
                      <a:pt x="211" y="34"/>
                    </a:lnTo>
                    <a:lnTo>
                      <a:pt x="225" y="38"/>
                    </a:lnTo>
                    <a:lnTo>
                      <a:pt x="239" y="42"/>
                    </a:lnTo>
                    <a:lnTo>
                      <a:pt x="252" y="49"/>
                    </a:lnTo>
                    <a:lnTo>
                      <a:pt x="265" y="56"/>
                    </a:lnTo>
                    <a:lnTo>
                      <a:pt x="276" y="65"/>
                    </a:lnTo>
                    <a:lnTo>
                      <a:pt x="286" y="75"/>
                    </a:lnTo>
                    <a:lnTo>
                      <a:pt x="297" y="85"/>
                    </a:lnTo>
                    <a:lnTo>
                      <a:pt x="305" y="97"/>
                    </a:lnTo>
                    <a:lnTo>
                      <a:pt x="313" y="110"/>
                    </a:lnTo>
                    <a:lnTo>
                      <a:pt x="319" y="122"/>
                    </a:lnTo>
                    <a:lnTo>
                      <a:pt x="324" y="136"/>
                    </a:lnTo>
                    <a:lnTo>
                      <a:pt x="328" y="151"/>
                    </a:lnTo>
                    <a:lnTo>
                      <a:pt x="330" y="165"/>
                    </a:lnTo>
                    <a:lnTo>
                      <a:pt x="331" y="181"/>
                    </a:lnTo>
                    <a:lnTo>
                      <a:pt x="330" y="196"/>
                    </a:lnTo>
                    <a:lnTo>
                      <a:pt x="328" y="211"/>
                    </a:lnTo>
                    <a:lnTo>
                      <a:pt x="324" y="225"/>
                    </a:lnTo>
                    <a:lnTo>
                      <a:pt x="319" y="239"/>
                    </a:lnTo>
                    <a:lnTo>
                      <a:pt x="313" y="253"/>
                    </a:lnTo>
                    <a:lnTo>
                      <a:pt x="305" y="265"/>
                    </a:lnTo>
                    <a:lnTo>
                      <a:pt x="297" y="277"/>
                    </a:lnTo>
                    <a:lnTo>
                      <a:pt x="286" y="287"/>
                    </a:lnTo>
                    <a:lnTo>
                      <a:pt x="276" y="297"/>
                    </a:lnTo>
                    <a:lnTo>
                      <a:pt x="265" y="306"/>
                    </a:lnTo>
                    <a:lnTo>
                      <a:pt x="252" y="313"/>
                    </a:lnTo>
                    <a:lnTo>
                      <a:pt x="239" y="320"/>
                    </a:lnTo>
                    <a:lnTo>
                      <a:pt x="225" y="325"/>
                    </a:lnTo>
                    <a:lnTo>
                      <a:pt x="211" y="328"/>
                    </a:lnTo>
                    <a:lnTo>
                      <a:pt x="196" y="330"/>
                    </a:lnTo>
                    <a:lnTo>
                      <a:pt x="180" y="331"/>
                    </a:lnTo>
                    <a:lnTo>
                      <a:pt x="165" y="330"/>
                    </a:lnTo>
                    <a:lnTo>
                      <a:pt x="150" y="328"/>
                    </a:lnTo>
                    <a:lnTo>
                      <a:pt x="136" y="325"/>
                    </a:lnTo>
                    <a:lnTo>
                      <a:pt x="122" y="320"/>
                    </a:lnTo>
                    <a:lnTo>
                      <a:pt x="108" y="313"/>
                    </a:lnTo>
                    <a:lnTo>
                      <a:pt x="96" y="306"/>
                    </a:lnTo>
                    <a:lnTo>
                      <a:pt x="85" y="297"/>
                    </a:lnTo>
                    <a:lnTo>
                      <a:pt x="74" y="287"/>
                    </a:lnTo>
                    <a:lnTo>
                      <a:pt x="64" y="277"/>
                    </a:lnTo>
                    <a:lnTo>
                      <a:pt x="56" y="265"/>
                    </a:lnTo>
                    <a:lnTo>
                      <a:pt x="48" y="253"/>
                    </a:lnTo>
                    <a:lnTo>
                      <a:pt x="42" y="239"/>
                    </a:lnTo>
                    <a:lnTo>
                      <a:pt x="36" y="225"/>
                    </a:lnTo>
                    <a:lnTo>
                      <a:pt x="33" y="211"/>
                    </a:lnTo>
                    <a:lnTo>
                      <a:pt x="31" y="196"/>
                    </a:lnTo>
                    <a:lnTo>
                      <a:pt x="30" y="181"/>
                    </a:lnTo>
                    <a:lnTo>
                      <a:pt x="31" y="165"/>
                    </a:lnTo>
                    <a:lnTo>
                      <a:pt x="33" y="151"/>
                    </a:lnTo>
                    <a:lnTo>
                      <a:pt x="36" y="136"/>
                    </a:lnTo>
                    <a:lnTo>
                      <a:pt x="42" y="122"/>
                    </a:lnTo>
                    <a:lnTo>
                      <a:pt x="48" y="110"/>
                    </a:lnTo>
                    <a:lnTo>
                      <a:pt x="56" y="97"/>
                    </a:lnTo>
                    <a:lnTo>
                      <a:pt x="64" y="86"/>
                    </a:lnTo>
                    <a:lnTo>
                      <a:pt x="74" y="75"/>
                    </a:lnTo>
                    <a:lnTo>
                      <a:pt x="85" y="65"/>
                    </a:lnTo>
                    <a:lnTo>
                      <a:pt x="96" y="56"/>
                    </a:lnTo>
                    <a:lnTo>
                      <a:pt x="108" y="49"/>
                    </a:lnTo>
                    <a:lnTo>
                      <a:pt x="122" y="42"/>
                    </a:lnTo>
                    <a:lnTo>
                      <a:pt x="136" y="38"/>
                    </a:lnTo>
                    <a:lnTo>
                      <a:pt x="150" y="34"/>
                    </a:lnTo>
                    <a:lnTo>
                      <a:pt x="165" y="31"/>
                    </a:lnTo>
                    <a:lnTo>
                      <a:pt x="180" y="30"/>
                    </a:lnTo>
                    <a:lnTo>
                      <a:pt x="180" y="30"/>
                    </a:lnTo>
                    <a:close/>
                    <a:moveTo>
                      <a:pt x="180" y="361"/>
                    </a:moveTo>
                    <a:lnTo>
                      <a:pt x="199" y="360"/>
                    </a:lnTo>
                    <a:lnTo>
                      <a:pt x="216" y="358"/>
                    </a:lnTo>
                    <a:lnTo>
                      <a:pt x="234" y="354"/>
                    </a:lnTo>
                    <a:lnTo>
                      <a:pt x="251" y="347"/>
                    </a:lnTo>
                    <a:lnTo>
                      <a:pt x="267" y="340"/>
                    </a:lnTo>
                    <a:lnTo>
                      <a:pt x="281" y="330"/>
                    </a:lnTo>
                    <a:lnTo>
                      <a:pt x="295" y="321"/>
                    </a:lnTo>
                    <a:lnTo>
                      <a:pt x="307" y="309"/>
                    </a:lnTo>
                    <a:lnTo>
                      <a:pt x="319" y="296"/>
                    </a:lnTo>
                    <a:lnTo>
                      <a:pt x="330" y="282"/>
                    </a:lnTo>
                    <a:lnTo>
                      <a:pt x="339" y="267"/>
                    </a:lnTo>
                    <a:lnTo>
                      <a:pt x="346" y="251"/>
                    </a:lnTo>
                    <a:lnTo>
                      <a:pt x="352" y="235"/>
                    </a:lnTo>
                    <a:lnTo>
                      <a:pt x="357" y="218"/>
                    </a:lnTo>
                    <a:lnTo>
                      <a:pt x="360" y="200"/>
                    </a:lnTo>
                    <a:lnTo>
                      <a:pt x="361" y="181"/>
                    </a:lnTo>
                    <a:lnTo>
                      <a:pt x="360" y="163"/>
                    </a:lnTo>
                    <a:lnTo>
                      <a:pt x="357" y="145"/>
                    </a:lnTo>
                    <a:lnTo>
                      <a:pt x="352" y="128"/>
                    </a:lnTo>
                    <a:lnTo>
                      <a:pt x="346" y="111"/>
                    </a:lnTo>
                    <a:lnTo>
                      <a:pt x="339" y="96"/>
                    </a:lnTo>
                    <a:lnTo>
                      <a:pt x="330" y="81"/>
                    </a:lnTo>
                    <a:lnTo>
                      <a:pt x="319" y="67"/>
                    </a:lnTo>
                    <a:lnTo>
                      <a:pt x="307" y="54"/>
                    </a:lnTo>
                    <a:lnTo>
                      <a:pt x="295" y="42"/>
                    </a:lnTo>
                    <a:lnTo>
                      <a:pt x="281" y="31"/>
                    </a:lnTo>
                    <a:lnTo>
                      <a:pt x="267" y="23"/>
                    </a:lnTo>
                    <a:lnTo>
                      <a:pt x="251" y="15"/>
                    </a:lnTo>
                    <a:lnTo>
                      <a:pt x="234" y="9"/>
                    </a:lnTo>
                    <a:lnTo>
                      <a:pt x="216" y="5"/>
                    </a:lnTo>
                    <a:lnTo>
                      <a:pt x="199" y="1"/>
                    </a:lnTo>
                    <a:lnTo>
                      <a:pt x="180" y="0"/>
                    </a:lnTo>
                    <a:lnTo>
                      <a:pt x="162" y="1"/>
                    </a:lnTo>
                    <a:lnTo>
                      <a:pt x="144" y="5"/>
                    </a:lnTo>
                    <a:lnTo>
                      <a:pt x="126" y="9"/>
                    </a:lnTo>
                    <a:lnTo>
                      <a:pt x="110" y="15"/>
                    </a:lnTo>
                    <a:lnTo>
                      <a:pt x="94" y="23"/>
                    </a:lnTo>
                    <a:lnTo>
                      <a:pt x="79" y="31"/>
                    </a:lnTo>
                    <a:lnTo>
                      <a:pt x="65" y="42"/>
                    </a:lnTo>
                    <a:lnTo>
                      <a:pt x="53" y="54"/>
                    </a:lnTo>
                    <a:lnTo>
                      <a:pt x="41" y="67"/>
                    </a:lnTo>
                    <a:lnTo>
                      <a:pt x="31" y="81"/>
                    </a:lnTo>
                    <a:lnTo>
                      <a:pt x="21" y="96"/>
                    </a:lnTo>
                    <a:lnTo>
                      <a:pt x="14" y="111"/>
                    </a:lnTo>
                    <a:lnTo>
                      <a:pt x="8" y="128"/>
                    </a:lnTo>
                    <a:lnTo>
                      <a:pt x="3" y="145"/>
                    </a:lnTo>
                    <a:lnTo>
                      <a:pt x="1" y="163"/>
                    </a:lnTo>
                    <a:lnTo>
                      <a:pt x="0" y="181"/>
                    </a:lnTo>
                    <a:lnTo>
                      <a:pt x="1" y="200"/>
                    </a:lnTo>
                    <a:lnTo>
                      <a:pt x="3" y="218"/>
                    </a:lnTo>
                    <a:lnTo>
                      <a:pt x="8" y="235"/>
                    </a:lnTo>
                    <a:lnTo>
                      <a:pt x="14" y="251"/>
                    </a:lnTo>
                    <a:lnTo>
                      <a:pt x="21" y="267"/>
                    </a:lnTo>
                    <a:lnTo>
                      <a:pt x="31" y="282"/>
                    </a:lnTo>
                    <a:lnTo>
                      <a:pt x="41" y="296"/>
                    </a:lnTo>
                    <a:lnTo>
                      <a:pt x="53" y="309"/>
                    </a:lnTo>
                    <a:lnTo>
                      <a:pt x="65" y="321"/>
                    </a:lnTo>
                    <a:lnTo>
                      <a:pt x="79" y="330"/>
                    </a:lnTo>
                    <a:lnTo>
                      <a:pt x="94" y="340"/>
                    </a:lnTo>
                    <a:lnTo>
                      <a:pt x="110" y="347"/>
                    </a:lnTo>
                    <a:lnTo>
                      <a:pt x="126" y="354"/>
                    </a:lnTo>
                    <a:lnTo>
                      <a:pt x="144" y="358"/>
                    </a:lnTo>
                    <a:lnTo>
                      <a:pt x="162" y="360"/>
                    </a:lnTo>
                    <a:lnTo>
                      <a:pt x="180" y="3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AE5A857-330C-BA38-4871-768065CF20ED}"/>
                </a:ext>
              </a:extLst>
            </p:cNvPr>
            <p:cNvGrpSpPr/>
            <p:nvPr/>
          </p:nvGrpSpPr>
          <p:grpSpPr>
            <a:xfrm>
              <a:off x="6520219" y="2392416"/>
              <a:ext cx="1071908" cy="827756"/>
              <a:chOff x="7018338" y="2565400"/>
              <a:chExt cx="285750" cy="220663"/>
            </a:xfrm>
            <a:solidFill>
              <a:schemeClr val="bg1"/>
            </a:solidFill>
          </p:grpSpPr>
          <p:sp>
            <p:nvSpPr>
              <p:cNvPr id="62" name="Freeform 225">
                <a:extLst>
                  <a:ext uri="{FF2B5EF4-FFF2-40B4-BE49-F238E27FC236}">
                    <a16:creationId xmlns:a16="http://schemas.microsoft.com/office/drawing/2014/main" id="{3CA37205-3981-DE88-2A5E-D834AD6939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18338" y="2565400"/>
                <a:ext cx="85725" cy="220663"/>
              </a:xfrm>
              <a:custGeom>
                <a:avLst/>
                <a:gdLst>
                  <a:gd name="T0" fmla="*/ 181 w 271"/>
                  <a:gd name="T1" fmla="*/ 60 h 691"/>
                  <a:gd name="T2" fmla="*/ 182 w 271"/>
                  <a:gd name="T3" fmla="*/ 46 h 691"/>
                  <a:gd name="T4" fmla="*/ 187 w 271"/>
                  <a:gd name="T5" fmla="*/ 37 h 691"/>
                  <a:gd name="T6" fmla="*/ 197 w 271"/>
                  <a:gd name="T7" fmla="*/ 31 h 691"/>
                  <a:gd name="T8" fmla="*/ 211 w 271"/>
                  <a:gd name="T9" fmla="*/ 30 h 691"/>
                  <a:gd name="T10" fmla="*/ 225 w 271"/>
                  <a:gd name="T11" fmla="*/ 31 h 691"/>
                  <a:gd name="T12" fmla="*/ 234 w 271"/>
                  <a:gd name="T13" fmla="*/ 37 h 691"/>
                  <a:gd name="T14" fmla="*/ 239 w 271"/>
                  <a:gd name="T15" fmla="*/ 46 h 691"/>
                  <a:gd name="T16" fmla="*/ 241 w 271"/>
                  <a:gd name="T17" fmla="*/ 60 h 691"/>
                  <a:gd name="T18" fmla="*/ 181 w 271"/>
                  <a:gd name="T19" fmla="*/ 661 h 691"/>
                  <a:gd name="T20" fmla="*/ 204 w 271"/>
                  <a:gd name="T21" fmla="*/ 0 h 691"/>
                  <a:gd name="T22" fmla="*/ 191 w 271"/>
                  <a:gd name="T23" fmla="*/ 3 h 691"/>
                  <a:gd name="T24" fmla="*/ 180 w 271"/>
                  <a:gd name="T25" fmla="*/ 6 h 691"/>
                  <a:gd name="T26" fmla="*/ 170 w 271"/>
                  <a:gd name="T27" fmla="*/ 12 h 691"/>
                  <a:gd name="T28" fmla="*/ 163 w 271"/>
                  <a:gd name="T29" fmla="*/ 20 h 691"/>
                  <a:gd name="T30" fmla="*/ 156 w 271"/>
                  <a:gd name="T31" fmla="*/ 29 h 691"/>
                  <a:gd name="T32" fmla="*/ 153 w 271"/>
                  <a:gd name="T33" fmla="*/ 40 h 691"/>
                  <a:gd name="T34" fmla="*/ 151 w 271"/>
                  <a:gd name="T35" fmla="*/ 53 h 691"/>
                  <a:gd name="T36" fmla="*/ 151 w 271"/>
                  <a:gd name="T37" fmla="*/ 481 h 691"/>
                  <a:gd name="T38" fmla="*/ 73 w 271"/>
                  <a:gd name="T39" fmla="*/ 481 h 691"/>
                  <a:gd name="T40" fmla="*/ 67 w 271"/>
                  <a:gd name="T41" fmla="*/ 484 h 691"/>
                  <a:gd name="T42" fmla="*/ 63 w 271"/>
                  <a:gd name="T43" fmla="*/ 488 h 691"/>
                  <a:gd name="T44" fmla="*/ 61 w 271"/>
                  <a:gd name="T45" fmla="*/ 493 h 691"/>
                  <a:gd name="T46" fmla="*/ 61 w 271"/>
                  <a:gd name="T47" fmla="*/ 500 h 691"/>
                  <a:gd name="T48" fmla="*/ 63 w 271"/>
                  <a:gd name="T49" fmla="*/ 505 h 691"/>
                  <a:gd name="T50" fmla="*/ 67 w 271"/>
                  <a:gd name="T51" fmla="*/ 508 h 691"/>
                  <a:gd name="T52" fmla="*/ 73 w 271"/>
                  <a:gd name="T53" fmla="*/ 510 h 691"/>
                  <a:gd name="T54" fmla="*/ 151 w 271"/>
                  <a:gd name="T55" fmla="*/ 511 h 691"/>
                  <a:gd name="T56" fmla="*/ 15 w 271"/>
                  <a:gd name="T57" fmla="*/ 661 h 691"/>
                  <a:gd name="T58" fmla="*/ 10 w 271"/>
                  <a:gd name="T59" fmla="*/ 662 h 691"/>
                  <a:gd name="T60" fmla="*/ 4 w 271"/>
                  <a:gd name="T61" fmla="*/ 666 h 691"/>
                  <a:gd name="T62" fmla="*/ 1 w 271"/>
                  <a:gd name="T63" fmla="*/ 671 h 691"/>
                  <a:gd name="T64" fmla="*/ 0 w 271"/>
                  <a:gd name="T65" fmla="*/ 676 h 691"/>
                  <a:gd name="T66" fmla="*/ 1 w 271"/>
                  <a:gd name="T67" fmla="*/ 683 h 691"/>
                  <a:gd name="T68" fmla="*/ 4 w 271"/>
                  <a:gd name="T69" fmla="*/ 687 h 691"/>
                  <a:gd name="T70" fmla="*/ 10 w 271"/>
                  <a:gd name="T71" fmla="*/ 690 h 691"/>
                  <a:gd name="T72" fmla="*/ 15 w 271"/>
                  <a:gd name="T73" fmla="*/ 691 h 691"/>
                  <a:gd name="T74" fmla="*/ 256 w 271"/>
                  <a:gd name="T75" fmla="*/ 691 h 691"/>
                  <a:gd name="T76" fmla="*/ 261 w 271"/>
                  <a:gd name="T77" fmla="*/ 690 h 691"/>
                  <a:gd name="T78" fmla="*/ 267 w 271"/>
                  <a:gd name="T79" fmla="*/ 687 h 691"/>
                  <a:gd name="T80" fmla="*/ 270 w 271"/>
                  <a:gd name="T81" fmla="*/ 683 h 691"/>
                  <a:gd name="T82" fmla="*/ 271 w 271"/>
                  <a:gd name="T83" fmla="*/ 676 h 691"/>
                  <a:gd name="T84" fmla="*/ 271 w 271"/>
                  <a:gd name="T85" fmla="*/ 53 h 691"/>
                  <a:gd name="T86" fmla="*/ 269 w 271"/>
                  <a:gd name="T87" fmla="*/ 40 h 691"/>
                  <a:gd name="T88" fmla="*/ 265 w 271"/>
                  <a:gd name="T89" fmla="*/ 29 h 691"/>
                  <a:gd name="T90" fmla="*/ 259 w 271"/>
                  <a:gd name="T91" fmla="*/ 20 h 691"/>
                  <a:gd name="T92" fmla="*/ 251 w 271"/>
                  <a:gd name="T93" fmla="*/ 12 h 691"/>
                  <a:gd name="T94" fmla="*/ 242 w 271"/>
                  <a:gd name="T95" fmla="*/ 6 h 691"/>
                  <a:gd name="T96" fmla="*/ 230 w 271"/>
                  <a:gd name="T97" fmla="*/ 3 h 691"/>
                  <a:gd name="T98" fmla="*/ 217 w 271"/>
                  <a:gd name="T99" fmla="*/ 0 h 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71" h="691">
                    <a:moveTo>
                      <a:pt x="181" y="661"/>
                    </a:moveTo>
                    <a:lnTo>
                      <a:pt x="181" y="60"/>
                    </a:lnTo>
                    <a:lnTo>
                      <a:pt x="181" y="53"/>
                    </a:lnTo>
                    <a:lnTo>
                      <a:pt x="182" y="46"/>
                    </a:lnTo>
                    <a:lnTo>
                      <a:pt x="184" y="41"/>
                    </a:lnTo>
                    <a:lnTo>
                      <a:pt x="187" y="37"/>
                    </a:lnTo>
                    <a:lnTo>
                      <a:pt x="192" y="34"/>
                    </a:lnTo>
                    <a:lnTo>
                      <a:pt x="197" y="31"/>
                    </a:lnTo>
                    <a:lnTo>
                      <a:pt x="204" y="30"/>
                    </a:lnTo>
                    <a:lnTo>
                      <a:pt x="211" y="30"/>
                    </a:lnTo>
                    <a:lnTo>
                      <a:pt x="219" y="30"/>
                    </a:lnTo>
                    <a:lnTo>
                      <a:pt x="225" y="31"/>
                    </a:lnTo>
                    <a:lnTo>
                      <a:pt x="229" y="34"/>
                    </a:lnTo>
                    <a:lnTo>
                      <a:pt x="234" y="37"/>
                    </a:lnTo>
                    <a:lnTo>
                      <a:pt x="237" y="41"/>
                    </a:lnTo>
                    <a:lnTo>
                      <a:pt x="239" y="46"/>
                    </a:lnTo>
                    <a:lnTo>
                      <a:pt x="240" y="53"/>
                    </a:lnTo>
                    <a:lnTo>
                      <a:pt x="241" y="60"/>
                    </a:lnTo>
                    <a:lnTo>
                      <a:pt x="241" y="661"/>
                    </a:lnTo>
                    <a:lnTo>
                      <a:pt x="181" y="661"/>
                    </a:lnTo>
                    <a:close/>
                    <a:moveTo>
                      <a:pt x="211" y="0"/>
                    </a:moveTo>
                    <a:lnTo>
                      <a:pt x="204" y="0"/>
                    </a:lnTo>
                    <a:lnTo>
                      <a:pt x="197" y="0"/>
                    </a:lnTo>
                    <a:lnTo>
                      <a:pt x="191" y="3"/>
                    </a:lnTo>
                    <a:lnTo>
                      <a:pt x="185" y="4"/>
                    </a:lnTo>
                    <a:lnTo>
                      <a:pt x="180" y="6"/>
                    </a:lnTo>
                    <a:lnTo>
                      <a:pt x="175" y="9"/>
                    </a:lnTo>
                    <a:lnTo>
                      <a:pt x="170" y="12"/>
                    </a:lnTo>
                    <a:lnTo>
                      <a:pt x="166" y="15"/>
                    </a:lnTo>
                    <a:lnTo>
                      <a:pt x="163" y="20"/>
                    </a:lnTo>
                    <a:lnTo>
                      <a:pt x="160" y="24"/>
                    </a:lnTo>
                    <a:lnTo>
                      <a:pt x="156" y="29"/>
                    </a:lnTo>
                    <a:lnTo>
                      <a:pt x="154" y="35"/>
                    </a:lnTo>
                    <a:lnTo>
                      <a:pt x="153" y="40"/>
                    </a:lnTo>
                    <a:lnTo>
                      <a:pt x="152" y="46"/>
                    </a:lnTo>
                    <a:lnTo>
                      <a:pt x="151" y="53"/>
                    </a:lnTo>
                    <a:lnTo>
                      <a:pt x="151" y="60"/>
                    </a:lnTo>
                    <a:lnTo>
                      <a:pt x="151" y="481"/>
                    </a:lnTo>
                    <a:lnTo>
                      <a:pt x="75" y="481"/>
                    </a:lnTo>
                    <a:lnTo>
                      <a:pt x="73" y="481"/>
                    </a:lnTo>
                    <a:lnTo>
                      <a:pt x="70" y="482"/>
                    </a:lnTo>
                    <a:lnTo>
                      <a:pt x="67" y="484"/>
                    </a:lnTo>
                    <a:lnTo>
                      <a:pt x="65" y="486"/>
                    </a:lnTo>
                    <a:lnTo>
                      <a:pt x="63" y="488"/>
                    </a:lnTo>
                    <a:lnTo>
                      <a:pt x="61" y="490"/>
                    </a:lnTo>
                    <a:lnTo>
                      <a:pt x="61" y="493"/>
                    </a:lnTo>
                    <a:lnTo>
                      <a:pt x="60" y="496"/>
                    </a:lnTo>
                    <a:lnTo>
                      <a:pt x="61" y="500"/>
                    </a:lnTo>
                    <a:lnTo>
                      <a:pt x="61" y="502"/>
                    </a:lnTo>
                    <a:lnTo>
                      <a:pt x="63" y="505"/>
                    </a:lnTo>
                    <a:lnTo>
                      <a:pt x="65" y="507"/>
                    </a:lnTo>
                    <a:lnTo>
                      <a:pt x="67" y="508"/>
                    </a:lnTo>
                    <a:lnTo>
                      <a:pt x="70" y="510"/>
                    </a:lnTo>
                    <a:lnTo>
                      <a:pt x="73" y="510"/>
                    </a:lnTo>
                    <a:lnTo>
                      <a:pt x="75" y="511"/>
                    </a:lnTo>
                    <a:lnTo>
                      <a:pt x="151" y="511"/>
                    </a:lnTo>
                    <a:lnTo>
                      <a:pt x="151" y="661"/>
                    </a:lnTo>
                    <a:lnTo>
                      <a:pt x="15" y="661"/>
                    </a:lnTo>
                    <a:lnTo>
                      <a:pt x="12" y="661"/>
                    </a:lnTo>
                    <a:lnTo>
                      <a:pt x="10" y="662"/>
                    </a:lnTo>
                    <a:lnTo>
                      <a:pt x="6" y="663"/>
                    </a:lnTo>
                    <a:lnTo>
                      <a:pt x="4" y="666"/>
                    </a:lnTo>
                    <a:lnTo>
                      <a:pt x="3" y="668"/>
                    </a:lnTo>
                    <a:lnTo>
                      <a:pt x="1" y="671"/>
                    </a:lnTo>
                    <a:lnTo>
                      <a:pt x="1" y="673"/>
                    </a:lnTo>
                    <a:lnTo>
                      <a:pt x="0" y="676"/>
                    </a:lnTo>
                    <a:lnTo>
                      <a:pt x="1" y="680"/>
                    </a:lnTo>
                    <a:lnTo>
                      <a:pt x="1" y="683"/>
                    </a:lnTo>
                    <a:lnTo>
                      <a:pt x="3" y="685"/>
                    </a:lnTo>
                    <a:lnTo>
                      <a:pt x="4" y="687"/>
                    </a:lnTo>
                    <a:lnTo>
                      <a:pt x="6" y="689"/>
                    </a:lnTo>
                    <a:lnTo>
                      <a:pt x="10" y="690"/>
                    </a:lnTo>
                    <a:lnTo>
                      <a:pt x="12" y="691"/>
                    </a:lnTo>
                    <a:lnTo>
                      <a:pt x="15" y="691"/>
                    </a:lnTo>
                    <a:lnTo>
                      <a:pt x="166" y="691"/>
                    </a:lnTo>
                    <a:lnTo>
                      <a:pt x="256" y="691"/>
                    </a:lnTo>
                    <a:lnTo>
                      <a:pt x="259" y="691"/>
                    </a:lnTo>
                    <a:lnTo>
                      <a:pt x="261" y="690"/>
                    </a:lnTo>
                    <a:lnTo>
                      <a:pt x="265" y="689"/>
                    </a:lnTo>
                    <a:lnTo>
                      <a:pt x="267" y="687"/>
                    </a:lnTo>
                    <a:lnTo>
                      <a:pt x="268" y="685"/>
                    </a:lnTo>
                    <a:lnTo>
                      <a:pt x="270" y="683"/>
                    </a:lnTo>
                    <a:lnTo>
                      <a:pt x="271" y="680"/>
                    </a:lnTo>
                    <a:lnTo>
                      <a:pt x="271" y="676"/>
                    </a:lnTo>
                    <a:lnTo>
                      <a:pt x="271" y="60"/>
                    </a:lnTo>
                    <a:lnTo>
                      <a:pt x="271" y="53"/>
                    </a:lnTo>
                    <a:lnTo>
                      <a:pt x="270" y="46"/>
                    </a:lnTo>
                    <a:lnTo>
                      <a:pt x="269" y="40"/>
                    </a:lnTo>
                    <a:lnTo>
                      <a:pt x="267" y="35"/>
                    </a:lnTo>
                    <a:lnTo>
                      <a:pt x="265" y="29"/>
                    </a:lnTo>
                    <a:lnTo>
                      <a:pt x="262" y="24"/>
                    </a:lnTo>
                    <a:lnTo>
                      <a:pt x="259" y="20"/>
                    </a:lnTo>
                    <a:lnTo>
                      <a:pt x="255" y="15"/>
                    </a:lnTo>
                    <a:lnTo>
                      <a:pt x="251" y="12"/>
                    </a:lnTo>
                    <a:lnTo>
                      <a:pt x="246" y="9"/>
                    </a:lnTo>
                    <a:lnTo>
                      <a:pt x="242" y="6"/>
                    </a:lnTo>
                    <a:lnTo>
                      <a:pt x="237" y="4"/>
                    </a:lnTo>
                    <a:lnTo>
                      <a:pt x="230" y="3"/>
                    </a:lnTo>
                    <a:lnTo>
                      <a:pt x="224" y="0"/>
                    </a:lnTo>
                    <a:lnTo>
                      <a:pt x="217" y="0"/>
                    </a:lnTo>
                    <a:lnTo>
                      <a:pt x="2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226">
                <a:extLst>
                  <a:ext uri="{FF2B5EF4-FFF2-40B4-BE49-F238E27FC236}">
                    <a16:creationId xmlns:a16="http://schemas.microsoft.com/office/drawing/2014/main" id="{1992B324-F299-1621-E720-74B3423EB5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13588" y="2584450"/>
                <a:ext cx="190500" cy="201613"/>
              </a:xfrm>
              <a:custGeom>
                <a:avLst/>
                <a:gdLst>
                  <a:gd name="T0" fmla="*/ 530 w 601"/>
                  <a:gd name="T1" fmla="*/ 499 h 631"/>
                  <a:gd name="T2" fmla="*/ 486 w 601"/>
                  <a:gd name="T3" fmla="*/ 458 h 631"/>
                  <a:gd name="T4" fmla="*/ 424 w 601"/>
                  <a:gd name="T5" fmla="*/ 456 h 631"/>
                  <a:gd name="T6" fmla="*/ 376 w 601"/>
                  <a:gd name="T7" fmla="*/ 491 h 631"/>
                  <a:gd name="T8" fmla="*/ 327 w 601"/>
                  <a:gd name="T9" fmla="*/ 541 h 631"/>
                  <a:gd name="T10" fmla="*/ 322 w 601"/>
                  <a:gd name="T11" fmla="*/ 466 h 631"/>
                  <a:gd name="T12" fmla="*/ 285 w 601"/>
                  <a:gd name="T13" fmla="*/ 417 h 631"/>
                  <a:gd name="T14" fmla="*/ 520 w 601"/>
                  <a:gd name="T15" fmla="*/ 330 h 631"/>
                  <a:gd name="T16" fmla="*/ 427 w 601"/>
                  <a:gd name="T17" fmla="*/ 597 h 631"/>
                  <a:gd name="T18" fmla="*/ 399 w 601"/>
                  <a:gd name="T19" fmla="*/ 570 h 631"/>
                  <a:gd name="T20" fmla="*/ 392 w 601"/>
                  <a:gd name="T21" fmla="*/ 530 h 631"/>
                  <a:gd name="T22" fmla="*/ 412 w 601"/>
                  <a:gd name="T23" fmla="*/ 495 h 631"/>
                  <a:gd name="T24" fmla="*/ 451 w 601"/>
                  <a:gd name="T25" fmla="*/ 481 h 631"/>
                  <a:gd name="T26" fmla="*/ 490 w 601"/>
                  <a:gd name="T27" fmla="*/ 495 h 631"/>
                  <a:gd name="T28" fmla="*/ 510 w 601"/>
                  <a:gd name="T29" fmla="*/ 530 h 631"/>
                  <a:gd name="T30" fmla="*/ 503 w 601"/>
                  <a:gd name="T31" fmla="*/ 570 h 631"/>
                  <a:gd name="T32" fmla="*/ 475 w 601"/>
                  <a:gd name="T33" fmla="*/ 597 h 631"/>
                  <a:gd name="T34" fmla="*/ 192 w 601"/>
                  <a:gd name="T35" fmla="*/ 599 h 631"/>
                  <a:gd name="T36" fmla="*/ 140 w 601"/>
                  <a:gd name="T37" fmla="*/ 568 h 631"/>
                  <a:gd name="T38" fmla="*/ 120 w 601"/>
                  <a:gd name="T39" fmla="*/ 511 h 631"/>
                  <a:gd name="T40" fmla="*/ 140 w 601"/>
                  <a:gd name="T41" fmla="*/ 454 h 631"/>
                  <a:gd name="T42" fmla="*/ 192 w 601"/>
                  <a:gd name="T43" fmla="*/ 422 h 631"/>
                  <a:gd name="T44" fmla="*/ 254 w 601"/>
                  <a:gd name="T45" fmla="*/ 432 h 631"/>
                  <a:gd name="T46" fmla="*/ 294 w 601"/>
                  <a:gd name="T47" fmla="*/ 476 h 631"/>
                  <a:gd name="T48" fmla="*/ 297 w 601"/>
                  <a:gd name="T49" fmla="*/ 538 h 631"/>
                  <a:gd name="T50" fmla="*/ 260 w 601"/>
                  <a:gd name="T51" fmla="*/ 586 h 631"/>
                  <a:gd name="T52" fmla="*/ 30 w 601"/>
                  <a:gd name="T53" fmla="*/ 541 h 631"/>
                  <a:gd name="T54" fmla="*/ 195 w 601"/>
                  <a:gd name="T55" fmla="*/ 285 h 631"/>
                  <a:gd name="T56" fmla="*/ 210 w 601"/>
                  <a:gd name="T57" fmla="*/ 268 h 631"/>
                  <a:gd name="T58" fmla="*/ 168 w 601"/>
                  <a:gd name="T59" fmla="*/ 223 h 631"/>
                  <a:gd name="T60" fmla="*/ 151 w 601"/>
                  <a:gd name="T61" fmla="*/ 232 h 631"/>
                  <a:gd name="T62" fmla="*/ 160 w 601"/>
                  <a:gd name="T63" fmla="*/ 254 h 631"/>
                  <a:gd name="T64" fmla="*/ 41 w 601"/>
                  <a:gd name="T65" fmla="*/ 279 h 631"/>
                  <a:gd name="T66" fmla="*/ 88 w 601"/>
                  <a:gd name="T67" fmla="*/ 177 h 631"/>
                  <a:gd name="T68" fmla="*/ 164 w 601"/>
                  <a:gd name="T69" fmla="*/ 97 h 631"/>
                  <a:gd name="T70" fmla="*/ 264 w 601"/>
                  <a:gd name="T71" fmla="*/ 45 h 631"/>
                  <a:gd name="T72" fmla="*/ 451 w 601"/>
                  <a:gd name="T73" fmla="*/ 30 h 631"/>
                  <a:gd name="T74" fmla="*/ 490 w 601"/>
                  <a:gd name="T75" fmla="*/ 43 h 631"/>
                  <a:gd name="T76" fmla="*/ 510 w 601"/>
                  <a:gd name="T77" fmla="*/ 78 h 631"/>
                  <a:gd name="T78" fmla="*/ 436 w 601"/>
                  <a:gd name="T79" fmla="*/ 148 h 631"/>
                  <a:gd name="T80" fmla="*/ 422 w 601"/>
                  <a:gd name="T81" fmla="*/ 135 h 631"/>
                  <a:gd name="T82" fmla="*/ 406 w 601"/>
                  <a:gd name="T83" fmla="*/ 146 h 631"/>
                  <a:gd name="T84" fmla="*/ 219 w 601"/>
                  <a:gd name="T85" fmla="*/ 391 h 631"/>
                  <a:gd name="T86" fmla="*/ 153 w 601"/>
                  <a:gd name="T87" fmla="*/ 405 h 631"/>
                  <a:gd name="T88" fmla="*/ 100 w 601"/>
                  <a:gd name="T89" fmla="*/ 464 h 631"/>
                  <a:gd name="T90" fmla="*/ 30 w 601"/>
                  <a:gd name="T91" fmla="*/ 541 h 631"/>
                  <a:gd name="T92" fmla="*/ 535 w 601"/>
                  <a:gd name="T93" fmla="*/ 55 h 631"/>
                  <a:gd name="T94" fmla="*/ 494 w 601"/>
                  <a:gd name="T95" fmla="*/ 11 h 631"/>
                  <a:gd name="T96" fmla="*/ 343 w 601"/>
                  <a:gd name="T97" fmla="*/ 0 h 631"/>
                  <a:gd name="T98" fmla="*/ 222 w 601"/>
                  <a:gd name="T99" fmla="*/ 29 h 631"/>
                  <a:gd name="T100" fmla="*/ 120 w 601"/>
                  <a:gd name="T101" fmla="*/ 95 h 631"/>
                  <a:gd name="T102" fmla="*/ 44 w 601"/>
                  <a:gd name="T103" fmla="*/ 190 h 631"/>
                  <a:gd name="T104" fmla="*/ 4 w 601"/>
                  <a:gd name="T105" fmla="*/ 307 h 631"/>
                  <a:gd name="T106" fmla="*/ 2 w 601"/>
                  <a:gd name="T107" fmla="*/ 565 h 631"/>
                  <a:gd name="T108" fmla="*/ 115 w 601"/>
                  <a:gd name="T109" fmla="*/ 584 h 631"/>
                  <a:gd name="T110" fmla="*/ 194 w 601"/>
                  <a:gd name="T111" fmla="*/ 630 h 631"/>
                  <a:gd name="T112" fmla="*/ 257 w 601"/>
                  <a:gd name="T113" fmla="*/ 622 h 631"/>
                  <a:gd name="T114" fmla="*/ 372 w 601"/>
                  <a:gd name="T115" fmla="*/ 584 h 631"/>
                  <a:gd name="T116" fmla="*/ 437 w 601"/>
                  <a:gd name="T117" fmla="*/ 630 h 631"/>
                  <a:gd name="T118" fmla="*/ 492 w 601"/>
                  <a:gd name="T119" fmla="*/ 622 h 631"/>
                  <a:gd name="T120" fmla="*/ 589 w 601"/>
                  <a:gd name="T121" fmla="*/ 571 h 631"/>
                  <a:gd name="T122" fmla="*/ 601 w 601"/>
                  <a:gd name="T123" fmla="*/ 556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" h="631">
                    <a:moveTo>
                      <a:pt x="571" y="541"/>
                    </a:moveTo>
                    <a:lnTo>
                      <a:pt x="541" y="541"/>
                    </a:lnTo>
                    <a:lnTo>
                      <a:pt x="541" y="532"/>
                    </a:lnTo>
                    <a:lnTo>
                      <a:pt x="539" y="523"/>
                    </a:lnTo>
                    <a:lnTo>
                      <a:pt x="537" y="515"/>
                    </a:lnTo>
                    <a:lnTo>
                      <a:pt x="535" y="506"/>
                    </a:lnTo>
                    <a:lnTo>
                      <a:pt x="530" y="499"/>
                    </a:lnTo>
                    <a:lnTo>
                      <a:pt x="526" y="491"/>
                    </a:lnTo>
                    <a:lnTo>
                      <a:pt x="521" y="484"/>
                    </a:lnTo>
                    <a:lnTo>
                      <a:pt x="515" y="477"/>
                    </a:lnTo>
                    <a:lnTo>
                      <a:pt x="509" y="472"/>
                    </a:lnTo>
                    <a:lnTo>
                      <a:pt x="501" y="466"/>
                    </a:lnTo>
                    <a:lnTo>
                      <a:pt x="494" y="462"/>
                    </a:lnTo>
                    <a:lnTo>
                      <a:pt x="486" y="458"/>
                    </a:lnTo>
                    <a:lnTo>
                      <a:pt x="478" y="456"/>
                    </a:lnTo>
                    <a:lnTo>
                      <a:pt x="469" y="452"/>
                    </a:lnTo>
                    <a:lnTo>
                      <a:pt x="461" y="451"/>
                    </a:lnTo>
                    <a:lnTo>
                      <a:pt x="451" y="451"/>
                    </a:lnTo>
                    <a:lnTo>
                      <a:pt x="441" y="451"/>
                    </a:lnTo>
                    <a:lnTo>
                      <a:pt x="433" y="452"/>
                    </a:lnTo>
                    <a:lnTo>
                      <a:pt x="424" y="456"/>
                    </a:lnTo>
                    <a:lnTo>
                      <a:pt x="416" y="458"/>
                    </a:lnTo>
                    <a:lnTo>
                      <a:pt x="408" y="462"/>
                    </a:lnTo>
                    <a:lnTo>
                      <a:pt x="401" y="466"/>
                    </a:lnTo>
                    <a:lnTo>
                      <a:pt x="393" y="472"/>
                    </a:lnTo>
                    <a:lnTo>
                      <a:pt x="387" y="477"/>
                    </a:lnTo>
                    <a:lnTo>
                      <a:pt x="381" y="484"/>
                    </a:lnTo>
                    <a:lnTo>
                      <a:pt x="376" y="491"/>
                    </a:lnTo>
                    <a:lnTo>
                      <a:pt x="372" y="499"/>
                    </a:lnTo>
                    <a:lnTo>
                      <a:pt x="367" y="506"/>
                    </a:lnTo>
                    <a:lnTo>
                      <a:pt x="365" y="515"/>
                    </a:lnTo>
                    <a:lnTo>
                      <a:pt x="362" y="523"/>
                    </a:lnTo>
                    <a:lnTo>
                      <a:pt x="361" y="532"/>
                    </a:lnTo>
                    <a:lnTo>
                      <a:pt x="361" y="541"/>
                    </a:lnTo>
                    <a:lnTo>
                      <a:pt x="327" y="541"/>
                    </a:lnTo>
                    <a:lnTo>
                      <a:pt x="330" y="526"/>
                    </a:lnTo>
                    <a:lnTo>
                      <a:pt x="331" y="511"/>
                    </a:lnTo>
                    <a:lnTo>
                      <a:pt x="330" y="502"/>
                    </a:lnTo>
                    <a:lnTo>
                      <a:pt x="329" y="492"/>
                    </a:lnTo>
                    <a:lnTo>
                      <a:pt x="328" y="484"/>
                    </a:lnTo>
                    <a:lnTo>
                      <a:pt x="325" y="475"/>
                    </a:lnTo>
                    <a:lnTo>
                      <a:pt x="322" y="466"/>
                    </a:lnTo>
                    <a:lnTo>
                      <a:pt x="318" y="458"/>
                    </a:lnTo>
                    <a:lnTo>
                      <a:pt x="314" y="450"/>
                    </a:lnTo>
                    <a:lnTo>
                      <a:pt x="310" y="443"/>
                    </a:lnTo>
                    <a:lnTo>
                      <a:pt x="303" y="435"/>
                    </a:lnTo>
                    <a:lnTo>
                      <a:pt x="298" y="429"/>
                    </a:lnTo>
                    <a:lnTo>
                      <a:pt x="291" y="422"/>
                    </a:lnTo>
                    <a:lnTo>
                      <a:pt x="285" y="417"/>
                    </a:lnTo>
                    <a:lnTo>
                      <a:pt x="277" y="412"/>
                    </a:lnTo>
                    <a:lnTo>
                      <a:pt x="270" y="406"/>
                    </a:lnTo>
                    <a:lnTo>
                      <a:pt x="261" y="403"/>
                    </a:lnTo>
                    <a:lnTo>
                      <a:pt x="254" y="399"/>
                    </a:lnTo>
                    <a:lnTo>
                      <a:pt x="321" y="330"/>
                    </a:lnTo>
                    <a:lnTo>
                      <a:pt x="376" y="330"/>
                    </a:lnTo>
                    <a:lnTo>
                      <a:pt x="520" y="330"/>
                    </a:lnTo>
                    <a:lnTo>
                      <a:pt x="571" y="382"/>
                    </a:lnTo>
                    <a:lnTo>
                      <a:pt x="571" y="541"/>
                    </a:lnTo>
                    <a:close/>
                    <a:moveTo>
                      <a:pt x="451" y="601"/>
                    </a:moveTo>
                    <a:lnTo>
                      <a:pt x="445" y="601"/>
                    </a:lnTo>
                    <a:lnTo>
                      <a:pt x="439" y="600"/>
                    </a:lnTo>
                    <a:lnTo>
                      <a:pt x="433" y="599"/>
                    </a:lnTo>
                    <a:lnTo>
                      <a:pt x="427" y="597"/>
                    </a:lnTo>
                    <a:lnTo>
                      <a:pt x="422" y="594"/>
                    </a:lnTo>
                    <a:lnTo>
                      <a:pt x="418" y="591"/>
                    </a:lnTo>
                    <a:lnTo>
                      <a:pt x="412" y="587"/>
                    </a:lnTo>
                    <a:lnTo>
                      <a:pt x="408" y="584"/>
                    </a:lnTo>
                    <a:lnTo>
                      <a:pt x="405" y="580"/>
                    </a:lnTo>
                    <a:lnTo>
                      <a:pt x="401" y="575"/>
                    </a:lnTo>
                    <a:lnTo>
                      <a:pt x="399" y="570"/>
                    </a:lnTo>
                    <a:lnTo>
                      <a:pt x="395" y="565"/>
                    </a:lnTo>
                    <a:lnTo>
                      <a:pt x="393" y="560"/>
                    </a:lnTo>
                    <a:lnTo>
                      <a:pt x="392" y="553"/>
                    </a:lnTo>
                    <a:lnTo>
                      <a:pt x="391" y="548"/>
                    </a:lnTo>
                    <a:lnTo>
                      <a:pt x="391" y="541"/>
                    </a:lnTo>
                    <a:lnTo>
                      <a:pt x="391" y="535"/>
                    </a:lnTo>
                    <a:lnTo>
                      <a:pt x="392" y="530"/>
                    </a:lnTo>
                    <a:lnTo>
                      <a:pt x="393" y="523"/>
                    </a:lnTo>
                    <a:lnTo>
                      <a:pt x="395" y="518"/>
                    </a:lnTo>
                    <a:lnTo>
                      <a:pt x="399" y="512"/>
                    </a:lnTo>
                    <a:lnTo>
                      <a:pt x="401" y="508"/>
                    </a:lnTo>
                    <a:lnTo>
                      <a:pt x="405" y="503"/>
                    </a:lnTo>
                    <a:lnTo>
                      <a:pt x="408" y="499"/>
                    </a:lnTo>
                    <a:lnTo>
                      <a:pt x="412" y="495"/>
                    </a:lnTo>
                    <a:lnTo>
                      <a:pt x="418" y="491"/>
                    </a:lnTo>
                    <a:lnTo>
                      <a:pt x="422" y="489"/>
                    </a:lnTo>
                    <a:lnTo>
                      <a:pt x="427" y="486"/>
                    </a:lnTo>
                    <a:lnTo>
                      <a:pt x="433" y="484"/>
                    </a:lnTo>
                    <a:lnTo>
                      <a:pt x="439" y="482"/>
                    </a:lnTo>
                    <a:lnTo>
                      <a:pt x="445" y="481"/>
                    </a:lnTo>
                    <a:lnTo>
                      <a:pt x="451" y="481"/>
                    </a:lnTo>
                    <a:lnTo>
                      <a:pt x="457" y="481"/>
                    </a:lnTo>
                    <a:lnTo>
                      <a:pt x="463" y="482"/>
                    </a:lnTo>
                    <a:lnTo>
                      <a:pt x="469" y="484"/>
                    </a:lnTo>
                    <a:lnTo>
                      <a:pt x="475" y="486"/>
                    </a:lnTo>
                    <a:lnTo>
                      <a:pt x="480" y="489"/>
                    </a:lnTo>
                    <a:lnTo>
                      <a:pt x="484" y="491"/>
                    </a:lnTo>
                    <a:lnTo>
                      <a:pt x="490" y="495"/>
                    </a:lnTo>
                    <a:lnTo>
                      <a:pt x="494" y="499"/>
                    </a:lnTo>
                    <a:lnTo>
                      <a:pt x="497" y="503"/>
                    </a:lnTo>
                    <a:lnTo>
                      <a:pt x="501" y="508"/>
                    </a:lnTo>
                    <a:lnTo>
                      <a:pt x="503" y="512"/>
                    </a:lnTo>
                    <a:lnTo>
                      <a:pt x="507" y="518"/>
                    </a:lnTo>
                    <a:lnTo>
                      <a:pt x="509" y="523"/>
                    </a:lnTo>
                    <a:lnTo>
                      <a:pt x="510" y="530"/>
                    </a:lnTo>
                    <a:lnTo>
                      <a:pt x="511" y="535"/>
                    </a:lnTo>
                    <a:lnTo>
                      <a:pt x="511" y="541"/>
                    </a:lnTo>
                    <a:lnTo>
                      <a:pt x="511" y="548"/>
                    </a:lnTo>
                    <a:lnTo>
                      <a:pt x="510" y="553"/>
                    </a:lnTo>
                    <a:lnTo>
                      <a:pt x="509" y="560"/>
                    </a:lnTo>
                    <a:lnTo>
                      <a:pt x="507" y="565"/>
                    </a:lnTo>
                    <a:lnTo>
                      <a:pt x="503" y="570"/>
                    </a:lnTo>
                    <a:lnTo>
                      <a:pt x="501" y="575"/>
                    </a:lnTo>
                    <a:lnTo>
                      <a:pt x="497" y="580"/>
                    </a:lnTo>
                    <a:lnTo>
                      <a:pt x="494" y="584"/>
                    </a:lnTo>
                    <a:lnTo>
                      <a:pt x="490" y="587"/>
                    </a:lnTo>
                    <a:lnTo>
                      <a:pt x="484" y="591"/>
                    </a:lnTo>
                    <a:lnTo>
                      <a:pt x="480" y="594"/>
                    </a:lnTo>
                    <a:lnTo>
                      <a:pt x="475" y="597"/>
                    </a:lnTo>
                    <a:lnTo>
                      <a:pt x="469" y="599"/>
                    </a:lnTo>
                    <a:lnTo>
                      <a:pt x="463" y="600"/>
                    </a:lnTo>
                    <a:lnTo>
                      <a:pt x="457" y="601"/>
                    </a:lnTo>
                    <a:lnTo>
                      <a:pt x="451" y="601"/>
                    </a:lnTo>
                    <a:close/>
                    <a:moveTo>
                      <a:pt x="210" y="601"/>
                    </a:moveTo>
                    <a:lnTo>
                      <a:pt x="201" y="601"/>
                    </a:lnTo>
                    <a:lnTo>
                      <a:pt x="192" y="599"/>
                    </a:lnTo>
                    <a:lnTo>
                      <a:pt x="183" y="597"/>
                    </a:lnTo>
                    <a:lnTo>
                      <a:pt x="176" y="594"/>
                    </a:lnTo>
                    <a:lnTo>
                      <a:pt x="167" y="591"/>
                    </a:lnTo>
                    <a:lnTo>
                      <a:pt x="160" y="586"/>
                    </a:lnTo>
                    <a:lnTo>
                      <a:pt x="153" y="581"/>
                    </a:lnTo>
                    <a:lnTo>
                      <a:pt x="147" y="575"/>
                    </a:lnTo>
                    <a:lnTo>
                      <a:pt x="140" y="568"/>
                    </a:lnTo>
                    <a:lnTo>
                      <a:pt x="136" y="562"/>
                    </a:lnTo>
                    <a:lnTo>
                      <a:pt x="131" y="554"/>
                    </a:lnTo>
                    <a:lnTo>
                      <a:pt x="127" y="547"/>
                    </a:lnTo>
                    <a:lnTo>
                      <a:pt x="124" y="538"/>
                    </a:lnTo>
                    <a:lnTo>
                      <a:pt x="122" y="530"/>
                    </a:lnTo>
                    <a:lnTo>
                      <a:pt x="121" y="520"/>
                    </a:lnTo>
                    <a:lnTo>
                      <a:pt x="120" y="511"/>
                    </a:lnTo>
                    <a:lnTo>
                      <a:pt x="121" y="502"/>
                    </a:lnTo>
                    <a:lnTo>
                      <a:pt x="122" y="493"/>
                    </a:lnTo>
                    <a:lnTo>
                      <a:pt x="124" y="485"/>
                    </a:lnTo>
                    <a:lnTo>
                      <a:pt x="127" y="476"/>
                    </a:lnTo>
                    <a:lnTo>
                      <a:pt x="131" y="469"/>
                    </a:lnTo>
                    <a:lnTo>
                      <a:pt x="136" y="461"/>
                    </a:lnTo>
                    <a:lnTo>
                      <a:pt x="140" y="454"/>
                    </a:lnTo>
                    <a:lnTo>
                      <a:pt x="147" y="447"/>
                    </a:lnTo>
                    <a:lnTo>
                      <a:pt x="153" y="442"/>
                    </a:lnTo>
                    <a:lnTo>
                      <a:pt x="160" y="436"/>
                    </a:lnTo>
                    <a:lnTo>
                      <a:pt x="167" y="432"/>
                    </a:lnTo>
                    <a:lnTo>
                      <a:pt x="176" y="428"/>
                    </a:lnTo>
                    <a:lnTo>
                      <a:pt x="183" y="425"/>
                    </a:lnTo>
                    <a:lnTo>
                      <a:pt x="192" y="422"/>
                    </a:lnTo>
                    <a:lnTo>
                      <a:pt x="201" y="421"/>
                    </a:lnTo>
                    <a:lnTo>
                      <a:pt x="210" y="421"/>
                    </a:lnTo>
                    <a:lnTo>
                      <a:pt x="220" y="421"/>
                    </a:lnTo>
                    <a:lnTo>
                      <a:pt x="228" y="422"/>
                    </a:lnTo>
                    <a:lnTo>
                      <a:pt x="237" y="425"/>
                    </a:lnTo>
                    <a:lnTo>
                      <a:pt x="245" y="428"/>
                    </a:lnTo>
                    <a:lnTo>
                      <a:pt x="254" y="432"/>
                    </a:lnTo>
                    <a:lnTo>
                      <a:pt x="260" y="436"/>
                    </a:lnTo>
                    <a:lnTo>
                      <a:pt x="268" y="442"/>
                    </a:lnTo>
                    <a:lnTo>
                      <a:pt x="274" y="447"/>
                    </a:lnTo>
                    <a:lnTo>
                      <a:pt x="280" y="454"/>
                    </a:lnTo>
                    <a:lnTo>
                      <a:pt x="285" y="461"/>
                    </a:lnTo>
                    <a:lnTo>
                      <a:pt x="289" y="469"/>
                    </a:lnTo>
                    <a:lnTo>
                      <a:pt x="294" y="476"/>
                    </a:lnTo>
                    <a:lnTo>
                      <a:pt x="297" y="485"/>
                    </a:lnTo>
                    <a:lnTo>
                      <a:pt x="299" y="493"/>
                    </a:lnTo>
                    <a:lnTo>
                      <a:pt x="300" y="502"/>
                    </a:lnTo>
                    <a:lnTo>
                      <a:pt x="301" y="511"/>
                    </a:lnTo>
                    <a:lnTo>
                      <a:pt x="300" y="520"/>
                    </a:lnTo>
                    <a:lnTo>
                      <a:pt x="299" y="530"/>
                    </a:lnTo>
                    <a:lnTo>
                      <a:pt x="297" y="538"/>
                    </a:lnTo>
                    <a:lnTo>
                      <a:pt x="294" y="547"/>
                    </a:lnTo>
                    <a:lnTo>
                      <a:pt x="289" y="554"/>
                    </a:lnTo>
                    <a:lnTo>
                      <a:pt x="285" y="562"/>
                    </a:lnTo>
                    <a:lnTo>
                      <a:pt x="280" y="568"/>
                    </a:lnTo>
                    <a:lnTo>
                      <a:pt x="274" y="575"/>
                    </a:lnTo>
                    <a:lnTo>
                      <a:pt x="268" y="581"/>
                    </a:lnTo>
                    <a:lnTo>
                      <a:pt x="260" y="586"/>
                    </a:lnTo>
                    <a:lnTo>
                      <a:pt x="254" y="591"/>
                    </a:lnTo>
                    <a:lnTo>
                      <a:pt x="245" y="594"/>
                    </a:lnTo>
                    <a:lnTo>
                      <a:pt x="237" y="597"/>
                    </a:lnTo>
                    <a:lnTo>
                      <a:pt x="228" y="599"/>
                    </a:lnTo>
                    <a:lnTo>
                      <a:pt x="220" y="601"/>
                    </a:lnTo>
                    <a:lnTo>
                      <a:pt x="210" y="601"/>
                    </a:lnTo>
                    <a:close/>
                    <a:moveTo>
                      <a:pt x="30" y="541"/>
                    </a:moveTo>
                    <a:lnTo>
                      <a:pt x="30" y="427"/>
                    </a:lnTo>
                    <a:lnTo>
                      <a:pt x="181" y="277"/>
                    </a:lnTo>
                    <a:lnTo>
                      <a:pt x="184" y="281"/>
                    </a:lnTo>
                    <a:lnTo>
                      <a:pt x="186" y="283"/>
                    </a:lnTo>
                    <a:lnTo>
                      <a:pt x="190" y="284"/>
                    </a:lnTo>
                    <a:lnTo>
                      <a:pt x="193" y="285"/>
                    </a:lnTo>
                    <a:lnTo>
                      <a:pt x="195" y="285"/>
                    </a:lnTo>
                    <a:lnTo>
                      <a:pt x="200" y="284"/>
                    </a:lnTo>
                    <a:lnTo>
                      <a:pt x="206" y="282"/>
                    </a:lnTo>
                    <a:lnTo>
                      <a:pt x="208" y="279"/>
                    </a:lnTo>
                    <a:lnTo>
                      <a:pt x="209" y="277"/>
                    </a:lnTo>
                    <a:lnTo>
                      <a:pt x="210" y="274"/>
                    </a:lnTo>
                    <a:lnTo>
                      <a:pt x="210" y="271"/>
                    </a:lnTo>
                    <a:lnTo>
                      <a:pt x="210" y="268"/>
                    </a:lnTo>
                    <a:lnTo>
                      <a:pt x="210" y="265"/>
                    </a:lnTo>
                    <a:lnTo>
                      <a:pt x="208" y="263"/>
                    </a:lnTo>
                    <a:lnTo>
                      <a:pt x="207" y="261"/>
                    </a:lnTo>
                    <a:lnTo>
                      <a:pt x="176" y="227"/>
                    </a:lnTo>
                    <a:lnTo>
                      <a:pt x="174" y="225"/>
                    </a:lnTo>
                    <a:lnTo>
                      <a:pt x="170" y="223"/>
                    </a:lnTo>
                    <a:lnTo>
                      <a:pt x="168" y="223"/>
                    </a:lnTo>
                    <a:lnTo>
                      <a:pt x="165" y="222"/>
                    </a:lnTo>
                    <a:lnTo>
                      <a:pt x="162" y="222"/>
                    </a:lnTo>
                    <a:lnTo>
                      <a:pt x="160" y="223"/>
                    </a:lnTo>
                    <a:lnTo>
                      <a:pt x="156" y="224"/>
                    </a:lnTo>
                    <a:lnTo>
                      <a:pt x="154" y="226"/>
                    </a:lnTo>
                    <a:lnTo>
                      <a:pt x="152" y="229"/>
                    </a:lnTo>
                    <a:lnTo>
                      <a:pt x="151" y="232"/>
                    </a:lnTo>
                    <a:lnTo>
                      <a:pt x="150" y="234"/>
                    </a:lnTo>
                    <a:lnTo>
                      <a:pt x="149" y="237"/>
                    </a:lnTo>
                    <a:lnTo>
                      <a:pt x="150" y="239"/>
                    </a:lnTo>
                    <a:lnTo>
                      <a:pt x="150" y="242"/>
                    </a:lnTo>
                    <a:lnTo>
                      <a:pt x="151" y="246"/>
                    </a:lnTo>
                    <a:lnTo>
                      <a:pt x="153" y="248"/>
                    </a:lnTo>
                    <a:lnTo>
                      <a:pt x="160" y="254"/>
                    </a:lnTo>
                    <a:lnTo>
                      <a:pt x="30" y="385"/>
                    </a:lnTo>
                    <a:lnTo>
                      <a:pt x="30" y="360"/>
                    </a:lnTo>
                    <a:lnTo>
                      <a:pt x="30" y="344"/>
                    </a:lnTo>
                    <a:lnTo>
                      <a:pt x="32" y="327"/>
                    </a:lnTo>
                    <a:lnTo>
                      <a:pt x="34" y="311"/>
                    </a:lnTo>
                    <a:lnTo>
                      <a:pt x="36" y="295"/>
                    </a:lnTo>
                    <a:lnTo>
                      <a:pt x="41" y="279"/>
                    </a:lnTo>
                    <a:lnTo>
                      <a:pt x="45" y="264"/>
                    </a:lnTo>
                    <a:lnTo>
                      <a:pt x="50" y="249"/>
                    </a:lnTo>
                    <a:lnTo>
                      <a:pt x="57" y="234"/>
                    </a:lnTo>
                    <a:lnTo>
                      <a:pt x="63" y="219"/>
                    </a:lnTo>
                    <a:lnTo>
                      <a:pt x="71" y="205"/>
                    </a:lnTo>
                    <a:lnTo>
                      <a:pt x="78" y="191"/>
                    </a:lnTo>
                    <a:lnTo>
                      <a:pt x="88" y="177"/>
                    </a:lnTo>
                    <a:lnTo>
                      <a:pt x="96" y="164"/>
                    </a:lnTo>
                    <a:lnTo>
                      <a:pt x="107" y="151"/>
                    </a:lnTo>
                    <a:lnTo>
                      <a:pt x="117" y="140"/>
                    </a:lnTo>
                    <a:lnTo>
                      <a:pt x="129" y="128"/>
                    </a:lnTo>
                    <a:lnTo>
                      <a:pt x="139" y="117"/>
                    </a:lnTo>
                    <a:lnTo>
                      <a:pt x="152" y="106"/>
                    </a:lnTo>
                    <a:lnTo>
                      <a:pt x="164" y="97"/>
                    </a:lnTo>
                    <a:lnTo>
                      <a:pt x="178" y="87"/>
                    </a:lnTo>
                    <a:lnTo>
                      <a:pt x="191" y="79"/>
                    </a:lnTo>
                    <a:lnTo>
                      <a:pt x="205" y="71"/>
                    </a:lnTo>
                    <a:lnTo>
                      <a:pt x="219" y="64"/>
                    </a:lnTo>
                    <a:lnTo>
                      <a:pt x="234" y="56"/>
                    </a:lnTo>
                    <a:lnTo>
                      <a:pt x="249" y="51"/>
                    </a:lnTo>
                    <a:lnTo>
                      <a:pt x="264" y="45"/>
                    </a:lnTo>
                    <a:lnTo>
                      <a:pt x="280" y="41"/>
                    </a:lnTo>
                    <a:lnTo>
                      <a:pt x="295" y="37"/>
                    </a:lnTo>
                    <a:lnTo>
                      <a:pt x="311" y="34"/>
                    </a:lnTo>
                    <a:lnTo>
                      <a:pt x="328" y="31"/>
                    </a:lnTo>
                    <a:lnTo>
                      <a:pt x="344" y="30"/>
                    </a:lnTo>
                    <a:lnTo>
                      <a:pt x="361" y="30"/>
                    </a:lnTo>
                    <a:lnTo>
                      <a:pt x="451" y="30"/>
                    </a:lnTo>
                    <a:lnTo>
                      <a:pt x="457" y="30"/>
                    </a:lnTo>
                    <a:lnTo>
                      <a:pt x="463" y="31"/>
                    </a:lnTo>
                    <a:lnTo>
                      <a:pt x="469" y="33"/>
                    </a:lnTo>
                    <a:lnTo>
                      <a:pt x="475" y="35"/>
                    </a:lnTo>
                    <a:lnTo>
                      <a:pt x="480" y="37"/>
                    </a:lnTo>
                    <a:lnTo>
                      <a:pt x="485" y="40"/>
                    </a:lnTo>
                    <a:lnTo>
                      <a:pt x="490" y="43"/>
                    </a:lnTo>
                    <a:lnTo>
                      <a:pt x="494" y="48"/>
                    </a:lnTo>
                    <a:lnTo>
                      <a:pt x="497" y="52"/>
                    </a:lnTo>
                    <a:lnTo>
                      <a:pt x="501" y="56"/>
                    </a:lnTo>
                    <a:lnTo>
                      <a:pt x="503" y="61"/>
                    </a:lnTo>
                    <a:lnTo>
                      <a:pt x="507" y="67"/>
                    </a:lnTo>
                    <a:lnTo>
                      <a:pt x="509" y="72"/>
                    </a:lnTo>
                    <a:lnTo>
                      <a:pt x="510" y="78"/>
                    </a:lnTo>
                    <a:lnTo>
                      <a:pt x="511" y="84"/>
                    </a:lnTo>
                    <a:lnTo>
                      <a:pt x="511" y="90"/>
                    </a:lnTo>
                    <a:lnTo>
                      <a:pt x="511" y="300"/>
                    </a:lnTo>
                    <a:lnTo>
                      <a:pt x="395" y="300"/>
                    </a:lnTo>
                    <a:lnTo>
                      <a:pt x="435" y="155"/>
                    </a:lnTo>
                    <a:lnTo>
                      <a:pt x="436" y="151"/>
                    </a:lnTo>
                    <a:lnTo>
                      <a:pt x="436" y="148"/>
                    </a:lnTo>
                    <a:lnTo>
                      <a:pt x="435" y="145"/>
                    </a:lnTo>
                    <a:lnTo>
                      <a:pt x="434" y="143"/>
                    </a:lnTo>
                    <a:lnTo>
                      <a:pt x="433" y="141"/>
                    </a:lnTo>
                    <a:lnTo>
                      <a:pt x="431" y="139"/>
                    </a:lnTo>
                    <a:lnTo>
                      <a:pt x="427" y="138"/>
                    </a:lnTo>
                    <a:lnTo>
                      <a:pt x="425" y="135"/>
                    </a:lnTo>
                    <a:lnTo>
                      <a:pt x="422" y="135"/>
                    </a:lnTo>
                    <a:lnTo>
                      <a:pt x="419" y="135"/>
                    </a:lnTo>
                    <a:lnTo>
                      <a:pt x="416" y="136"/>
                    </a:lnTo>
                    <a:lnTo>
                      <a:pt x="414" y="138"/>
                    </a:lnTo>
                    <a:lnTo>
                      <a:pt x="411" y="139"/>
                    </a:lnTo>
                    <a:lnTo>
                      <a:pt x="409" y="141"/>
                    </a:lnTo>
                    <a:lnTo>
                      <a:pt x="407" y="144"/>
                    </a:lnTo>
                    <a:lnTo>
                      <a:pt x="406" y="146"/>
                    </a:lnTo>
                    <a:lnTo>
                      <a:pt x="364" y="300"/>
                    </a:lnTo>
                    <a:lnTo>
                      <a:pt x="316" y="300"/>
                    </a:lnTo>
                    <a:lnTo>
                      <a:pt x="313" y="301"/>
                    </a:lnTo>
                    <a:lnTo>
                      <a:pt x="310" y="301"/>
                    </a:lnTo>
                    <a:lnTo>
                      <a:pt x="307" y="304"/>
                    </a:lnTo>
                    <a:lnTo>
                      <a:pt x="305" y="306"/>
                    </a:lnTo>
                    <a:lnTo>
                      <a:pt x="219" y="391"/>
                    </a:lnTo>
                    <a:lnTo>
                      <a:pt x="214" y="391"/>
                    </a:lnTo>
                    <a:lnTo>
                      <a:pt x="210" y="391"/>
                    </a:lnTo>
                    <a:lnTo>
                      <a:pt x="198" y="391"/>
                    </a:lnTo>
                    <a:lnTo>
                      <a:pt x="186" y="394"/>
                    </a:lnTo>
                    <a:lnTo>
                      <a:pt x="175" y="397"/>
                    </a:lnTo>
                    <a:lnTo>
                      <a:pt x="164" y="400"/>
                    </a:lnTo>
                    <a:lnTo>
                      <a:pt x="153" y="405"/>
                    </a:lnTo>
                    <a:lnTo>
                      <a:pt x="144" y="412"/>
                    </a:lnTo>
                    <a:lnTo>
                      <a:pt x="134" y="418"/>
                    </a:lnTo>
                    <a:lnTo>
                      <a:pt x="125" y="426"/>
                    </a:lnTo>
                    <a:lnTo>
                      <a:pt x="118" y="434"/>
                    </a:lnTo>
                    <a:lnTo>
                      <a:pt x="110" y="444"/>
                    </a:lnTo>
                    <a:lnTo>
                      <a:pt x="105" y="454"/>
                    </a:lnTo>
                    <a:lnTo>
                      <a:pt x="100" y="464"/>
                    </a:lnTo>
                    <a:lnTo>
                      <a:pt x="95" y="476"/>
                    </a:lnTo>
                    <a:lnTo>
                      <a:pt x="92" y="487"/>
                    </a:lnTo>
                    <a:lnTo>
                      <a:pt x="91" y="499"/>
                    </a:lnTo>
                    <a:lnTo>
                      <a:pt x="90" y="511"/>
                    </a:lnTo>
                    <a:lnTo>
                      <a:pt x="91" y="526"/>
                    </a:lnTo>
                    <a:lnTo>
                      <a:pt x="94" y="541"/>
                    </a:lnTo>
                    <a:lnTo>
                      <a:pt x="30" y="541"/>
                    </a:lnTo>
                    <a:close/>
                    <a:moveTo>
                      <a:pt x="597" y="366"/>
                    </a:moveTo>
                    <a:lnTo>
                      <a:pt x="541" y="310"/>
                    </a:lnTo>
                    <a:lnTo>
                      <a:pt x="541" y="90"/>
                    </a:lnTo>
                    <a:lnTo>
                      <a:pt x="541" y="81"/>
                    </a:lnTo>
                    <a:lnTo>
                      <a:pt x="540" y="72"/>
                    </a:lnTo>
                    <a:lnTo>
                      <a:pt x="537" y="64"/>
                    </a:lnTo>
                    <a:lnTo>
                      <a:pt x="535" y="55"/>
                    </a:lnTo>
                    <a:lnTo>
                      <a:pt x="530" y="46"/>
                    </a:lnTo>
                    <a:lnTo>
                      <a:pt x="526" y="39"/>
                    </a:lnTo>
                    <a:lnTo>
                      <a:pt x="521" y="33"/>
                    </a:lnTo>
                    <a:lnTo>
                      <a:pt x="515" y="26"/>
                    </a:lnTo>
                    <a:lnTo>
                      <a:pt x="509" y="21"/>
                    </a:lnTo>
                    <a:lnTo>
                      <a:pt x="501" y="15"/>
                    </a:lnTo>
                    <a:lnTo>
                      <a:pt x="494" y="11"/>
                    </a:lnTo>
                    <a:lnTo>
                      <a:pt x="486" y="7"/>
                    </a:lnTo>
                    <a:lnTo>
                      <a:pt x="478" y="4"/>
                    </a:lnTo>
                    <a:lnTo>
                      <a:pt x="469" y="1"/>
                    </a:lnTo>
                    <a:lnTo>
                      <a:pt x="461" y="0"/>
                    </a:lnTo>
                    <a:lnTo>
                      <a:pt x="451" y="0"/>
                    </a:lnTo>
                    <a:lnTo>
                      <a:pt x="361" y="0"/>
                    </a:lnTo>
                    <a:lnTo>
                      <a:pt x="343" y="0"/>
                    </a:lnTo>
                    <a:lnTo>
                      <a:pt x="325" y="1"/>
                    </a:lnTo>
                    <a:lnTo>
                      <a:pt x="306" y="5"/>
                    </a:lnTo>
                    <a:lnTo>
                      <a:pt x="289" y="8"/>
                    </a:lnTo>
                    <a:lnTo>
                      <a:pt x="272" y="11"/>
                    </a:lnTo>
                    <a:lnTo>
                      <a:pt x="255" y="16"/>
                    </a:lnTo>
                    <a:lnTo>
                      <a:pt x="238" y="22"/>
                    </a:lnTo>
                    <a:lnTo>
                      <a:pt x="222" y="29"/>
                    </a:lnTo>
                    <a:lnTo>
                      <a:pt x="206" y="36"/>
                    </a:lnTo>
                    <a:lnTo>
                      <a:pt x="191" y="44"/>
                    </a:lnTo>
                    <a:lnTo>
                      <a:pt x="176" y="53"/>
                    </a:lnTo>
                    <a:lnTo>
                      <a:pt x="161" y="63"/>
                    </a:lnTo>
                    <a:lnTo>
                      <a:pt x="147" y="73"/>
                    </a:lnTo>
                    <a:lnTo>
                      <a:pt x="133" y="84"/>
                    </a:lnTo>
                    <a:lnTo>
                      <a:pt x="120" y="95"/>
                    </a:lnTo>
                    <a:lnTo>
                      <a:pt x="107" y="108"/>
                    </a:lnTo>
                    <a:lnTo>
                      <a:pt x="95" y="119"/>
                    </a:lnTo>
                    <a:lnTo>
                      <a:pt x="84" y="133"/>
                    </a:lnTo>
                    <a:lnTo>
                      <a:pt x="73" y="146"/>
                    </a:lnTo>
                    <a:lnTo>
                      <a:pt x="62" y="161"/>
                    </a:lnTo>
                    <a:lnTo>
                      <a:pt x="54" y="175"/>
                    </a:lnTo>
                    <a:lnTo>
                      <a:pt x="44" y="190"/>
                    </a:lnTo>
                    <a:lnTo>
                      <a:pt x="36" y="206"/>
                    </a:lnTo>
                    <a:lnTo>
                      <a:pt x="29" y="222"/>
                    </a:lnTo>
                    <a:lnTo>
                      <a:pt x="23" y="238"/>
                    </a:lnTo>
                    <a:lnTo>
                      <a:pt x="16" y="255"/>
                    </a:lnTo>
                    <a:lnTo>
                      <a:pt x="12" y="272"/>
                    </a:lnTo>
                    <a:lnTo>
                      <a:pt x="8" y="290"/>
                    </a:lnTo>
                    <a:lnTo>
                      <a:pt x="4" y="307"/>
                    </a:lnTo>
                    <a:lnTo>
                      <a:pt x="2" y="325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556"/>
                    </a:lnTo>
                    <a:lnTo>
                      <a:pt x="0" y="560"/>
                    </a:lnTo>
                    <a:lnTo>
                      <a:pt x="1" y="562"/>
                    </a:lnTo>
                    <a:lnTo>
                      <a:pt x="2" y="565"/>
                    </a:lnTo>
                    <a:lnTo>
                      <a:pt x="4" y="567"/>
                    </a:lnTo>
                    <a:lnTo>
                      <a:pt x="6" y="569"/>
                    </a:lnTo>
                    <a:lnTo>
                      <a:pt x="10" y="570"/>
                    </a:lnTo>
                    <a:lnTo>
                      <a:pt x="12" y="571"/>
                    </a:lnTo>
                    <a:lnTo>
                      <a:pt x="15" y="571"/>
                    </a:lnTo>
                    <a:lnTo>
                      <a:pt x="106" y="571"/>
                    </a:lnTo>
                    <a:lnTo>
                      <a:pt x="115" y="584"/>
                    </a:lnTo>
                    <a:lnTo>
                      <a:pt x="125" y="596"/>
                    </a:lnTo>
                    <a:lnTo>
                      <a:pt x="137" y="606"/>
                    </a:lnTo>
                    <a:lnTo>
                      <a:pt x="150" y="615"/>
                    </a:lnTo>
                    <a:lnTo>
                      <a:pt x="164" y="622"/>
                    </a:lnTo>
                    <a:lnTo>
                      <a:pt x="179" y="627"/>
                    </a:lnTo>
                    <a:lnTo>
                      <a:pt x="186" y="629"/>
                    </a:lnTo>
                    <a:lnTo>
                      <a:pt x="194" y="630"/>
                    </a:lnTo>
                    <a:lnTo>
                      <a:pt x="202" y="631"/>
                    </a:lnTo>
                    <a:lnTo>
                      <a:pt x="210" y="631"/>
                    </a:lnTo>
                    <a:lnTo>
                      <a:pt x="219" y="631"/>
                    </a:lnTo>
                    <a:lnTo>
                      <a:pt x="227" y="630"/>
                    </a:lnTo>
                    <a:lnTo>
                      <a:pt x="235" y="629"/>
                    </a:lnTo>
                    <a:lnTo>
                      <a:pt x="242" y="627"/>
                    </a:lnTo>
                    <a:lnTo>
                      <a:pt x="257" y="622"/>
                    </a:lnTo>
                    <a:lnTo>
                      <a:pt x="271" y="615"/>
                    </a:lnTo>
                    <a:lnTo>
                      <a:pt x="284" y="607"/>
                    </a:lnTo>
                    <a:lnTo>
                      <a:pt x="296" y="596"/>
                    </a:lnTo>
                    <a:lnTo>
                      <a:pt x="305" y="584"/>
                    </a:lnTo>
                    <a:lnTo>
                      <a:pt x="315" y="571"/>
                    </a:lnTo>
                    <a:lnTo>
                      <a:pt x="366" y="571"/>
                    </a:lnTo>
                    <a:lnTo>
                      <a:pt x="372" y="584"/>
                    </a:lnTo>
                    <a:lnTo>
                      <a:pt x="379" y="596"/>
                    </a:lnTo>
                    <a:lnTo>
                      <a:pt x="388" y="606"/>
                    </a:lnTo>
                    <a:lnTo>
                      <a:pt x="399" y="614"/>
                    </a:lnTo>
                    <a:lnTo>
                      <a:pt x="410" y="622"/>
                    </a:lnTo>
                    <a:lnTo>
                      <a:pt x="423" y="627"/>
                    </a:lnTo>
                    <a:lnTo>
                      <a:pt x="430" y="629"/>
                    </a:lnTo>
                    <a:lnTo>
                      <a:pt x="437" y="630"/>
                    </a:lnTo>
                    <a:lnTo>
                      <a:pt x="444" y="631"/>
                    </a:lnTo>
                    <a:lnTo>
                      <a:pt x="451" y="631"/>
                    </a:lnTo>
                    <a:lnTo>
                      <a:pt x="459" y="631"/>
                    </a:lnTo>
                    <a:lnTo>
                      <a:pt x="465" y="630"/>
                    </a:lnTo>
                    <a:lnTo>
                      <a:pt x="472" y="629"/>
                    </a:lnTo>
                    <a:lnTo>
                      <a:pt x="479" y="627"/>
                    </a:lnTo>
                    <a:lnTo>
                      <a:pt x="492" y="622"/>
                    </a:lnTo>
                    <a:lnTo>
                      <a:pt x="503" y="614"/>
                    </a:lnTo>
                    <a:lnTo>
                      <a:pt x="514" y="606"/>
                    </a:lnTo>
                    <a:lnTo>
                      <a:pt x="523" y="596"/>
                    </a:lnTo>
                    <a:lnTo>
                      <a:pt x="530" y="584"/>
                    </a:lnTo>
                    <a:lnTo>
                      <a:pt x="536" y="571"/>
                    </a:lnTo>
                    <a:lnTo>
                      <a:pt x="586" y="571"/>
                    </a:lnTo>
                    <a:lnTo>
                      <a:pt x="589" y="571"/>
                    </a:lnTo>
                    <a:lnTo>
                      <a:pt x="592" y="570"/>
                    </a:lnTo>
                    <a:lnTo>
                      <a:pt x="595" y="569"/>
                    </a:lnTo>
                    <a:lnTo>
                      <a:pt x="597" y="567"/>
                    </a:lnTo>
                    <a:lnTo>
                      <a:pt x="599" y="565"/>
                    </a:lnTo>
                    <a:lnTo>
                      <a:pt x="600" y="562"/>
                    </a:lnTo>
                    <a:lnTo>
                      <a:pt x="601" y="560"/>
                    </a:lnTo>
                    <a:lnTo>
                      <a:pt x="601" y="556"/>
                    </a:lnTo>
                    <a:lnTo>
                      <a:pt x="601" y="376"/>
                    </a:lnTo>
                    <a:lnTo>
                      <a:pt x="601" y="373"/>
                    </a:lnTo>
                    <a:lnTo>
                      <a:pt x="600" y="370"/>
                    </a:lnTo>
                    <a:lnTo>
                      <a:pt x="599" y="368"/>
                    </a:lnTo>
                    <a:lnTo>
                      <a:pt x="597" y="366"/>
                    </a:lnTo>
                    <a:lnTo>
                      <a:pt x="597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E7B33C7-85BA-D6D7-A6F3-21525F8BA698}"/>
                </a:ext>
              </a:extLst>
            </p:cNvPr>
            <p:cNvGrpSpPr/>
            <p:nvPr/>
          </p:nvGrpSpPr>
          <p:grpSpPr>
            <a:xfrm>
              <a:off x="2810953" y="2309530"/>
              <a:ext cx="821802" cy="1077867"/>
              <a:chOff x="6445250" y="2498725"/>
              <a:chExt cx="219075" cy="287338"/>
            </a:xfrm>
            <a:solidFill>
              <a:schemeClr val="bg1"/>
            </a:solidFill>
          </p:grpSpPr>
          <p:sp>
            <p:nvSpPr>
              <p:cNvPr id="65" name="Freeform 227">
                <a:extLst>
                  <a:ext uri="{FF2B5EF4-FFF2-40B4-BE49-F238E27FC236}">
                    <a16:creationId xmlns:a16="http://schemas.microsoft.com/office/drawing/2014/main" id="{9522151B-38A4-87B3-429D-E33949D08E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5250" y="2498725"/>
                <a:ext cx="219075" cy="287338"/>
              </a:xfrm>
              <a:custGeom>
                <a:avLst/>
                <a:gdLst>
                  <a:gd name="T0" fmla="*/ 104 w 692"/>
                  <a:gd name="T1" fmla="*/ 868 h 902"/>
                  <a:gd name="T2" fmla="*/ 69 w 692"/>
                  <a:gd name="T3" fmla="*/ 849 h 902"/>
                  <a:gd name="T4" fmla="*/ 43 w 692"/>
                  <a:gd name="T5" fmla="*/ 818 h 902"/>
                  <a:gd name="T6" fmla="*/ 31 w 692"/>
                  <a:gd name="T7" fmla="*/ 778 h 902"/>
                  <a:gd name="T8" fmla="*/ 35 w 692"/>
                  <a:gd name="T9" fmla="*/ 736 h 902"/>
                  <a:gd name="T10" fmla="*/ 55 w 692"/>
                  <a:gd name="T11" fmla="*/ 700 h 902"/>
                  <a:gd name="T12" fmla="*/ 86 w 692"/>
                  <a:gd name="T13" fmla="*/ 674 h 902"/>
                  <a:gd name="T14" fmla="*/ 124 w 692"/>
                  <a:gd name="T15" fmla="*/ 662 h 902"/>
                  <a:gd name="T16" fmla="*/ 167 w 692"/>
                  <a:gd name="T17" fmla="*/ 667 h 902"/>
                  <a:gd name="T18" fmla="*/ 202 w 692"/>
                  <a:gd name="T19" fmla="*/ 686 h 902"/>
                  <a:gd name="T20" fmla="*/ 228 w 692"/>
                  <a:gd name="T21" fmla="*/ 717 h 902"/>
                  <a:gd name="T22" fmla="*/ 240 w 692"/>
                  <a:gd name="T23" fmla="*/ 757 h 902"/>
                  <a:gd name="T24" fmla="*/ 236 w 692"/>
                  <a:gd name="T25" fmla="*/ 798 h 902"/>
                  <a:gd name="T26" fmla="*/ 216 w 692"/>
                  <a:gd name="T27" fmla="*/ 834 h 902"/>
                  <a:gd name="T28" fmla="*/ 185 w 692"/>
                  <a:gd name="T29" fmla="*/ 859 h 902"/>
                  <a:gd name="T30" fmla="*/ 146 w 692"/>
                  <a:gd name="T31" fmla="*/ 872 h 902"/>
                  <a:gd name="T32" fmla="*/ 511 w 692"/>
                  <a:gd name="T33" fmla="*/ 361 h 902"/>
                  <a:gd name="T34" fmla="*/ 271 w 692"/>
                  <a:gd name="T35" fmla="*/ 722 h 902"/>
                  <a:gd name="T36" fmla="*/ 632 w 692"/>
                  <a:gd name="T37" fmla="*/ 722 h 902"/>
                  <a:gd name="T38" fmla="*/ 622 w 692"/>
                  <a:gd name="T39" fmla="*/ 813 h 902"/>
                  <a:gd name="T40" fmla="*/ 266 w 692"/>
                  <a:gd name="T41" fmla="*/ 802 h 902"/>
                  <a:gd name="T42" fmla="*/ 270 w 692"/>
                  <a:gd name="T43" fmla="*/ 760 h 902"/>
                  <a:gd name="T44" fmla="*/ 652 w 692"/>
                  <a:gd name="T45" fmla="*/ 751 h 902"/>
                  <a:gd name="T46" fmla="*/ 660 w 692"/>
                  <a:gd name="T47" fmla="*/ 743 h 902"/>
                  <a:gd name="T48" fmla="*/ 661 w 692"/>
                  <a:gd name="T49" fmla="*/ 373 h 902"/>
                  <a:gd name="T50" fmla="*/ 655 w 692"/>
                  <a:gd name="T51" fmla="*/ 364 h 902"/>
                  <a:gd name="T52" fmla="*/ 541 w 692"/>
                  <a:gd name="T53" fmla="*/ 361 h 902"/>
                  <a:gd name="T54" fmla="*/ 539 w 692"/>
                  <a:gd name="T55" fmla="*/ 158 h 902"/>
                  <a:gd name="T56" fmla="*/ 529 w 692"/>
                  <a:gd name="T57" fmla="*/ 151 h 902"/>
                  <a:gd name="T58" fmla="*/ 250 w 692"/>
                  <a:gd name="T59" fmla="*/ 151 h 902"/>
                  <a:gd name="T60" fmla="*/ 242 w 692"/>
                  <a:gd name="T61" fmla="*/ 160 h 902"/>
                  <a:gd name="T62" fmla="*/ 241 w 692"/>
                  <a:gd name="T63" fmla="*/ 683 h 902"/>
                  <a:gd name="T64" fmla="*/ 213 w 692"/>
                  <a:gd name="T65" fmla="*/ 657 h 902"/>
                  <a:gd name="T66" fmla="*/ 180 w 692"/>
                  <a:gd name="T67" fmla="*/ 640 h 902"/>
                  <a:gd name="T68" fmla="*/ 178 w 692"/>
                  <a:gd name="T69" fmla="*/ 7 h 902"/>
                  <a:gd name="T70" fmla="*/ 168 w 692"/>
                  <a:gd name="T71" fmla="*/ 0 h 902"/>
                  <a:gd name="T72" fmla="*/ 70 w 692"/>
                  <a:gd name="T73" fmla="*/ 1 h 902"/>
                  <a:gd name="T74" fmla="*/ 61 w 692"/>
                  <a:gd name="T75" fmla="*/ 10 h 902"/>
                  <a:gd name="T76" fmla="*/ 61 w 692"/>
                  <a:gd name="T77" fmla="*/ 22 h 902"/>
                  <a:gd name="T78" fmla="*/ 70 w 692"/>
                  <a:gd name="T79" fmla="*/ 29 h 902"/>
                  <a:gd name="T80" fmla="*/ 150 w 692"/>
                  <a:gd name="T81" fmla="*/ 632 h 902"/>
                  <a:gd name="T82" fmla="*/ 108 w 692"/>
                  <a:gd name="T83" fmla="*/ 635 h 902"/>
                  <a:gd name="T84" fmla="*/ 60 w 692"/>
                  <a:gd name="T85" fmla="*/ 655 h 902"/>
                  <a:gd name="T86" fmla="*/ 24 w 692"/>
                  <a:gd name="T87" fmla="*/ 691 h 902"/>
                  <a:gd name="T88" fmla="*/ 3 w 692"/>
                  <a:gd name="T89" fmla="*/ 740 h 902"/>
                  <a:gd name="T90" fmla="*/ 3 w 692"/>
                  <a:gd name="T91" fmla="*/ 794 h 902"/>
                  <a:gd name="T92" fmla="*/ 24 w 692"/>
                  <a:gd name="T93" fmla="*/ 842 h 902"/>
                  <a:gd name="T94" fmla="*/ 60 w 692"/>
                  <a:gd name="T95" fmla="*/ 880 h 902"/>
                  <a:gd name="T96" fmla="*/ 108 w 692"/>
                  <a:gd name="T97" fmla="*/ 900 h 902"/>
                  <a:gd name="T98" fmla="*/ 152 w 692"/>
                  <a:gd name="T99" fmla="*/ 901 h 902"/>
                  <a:gd name="T100" fmla="*/ 200 w 692"/>
                  <a:gd name="T101" fmla="*/ 886 h 902"/>
                  <a:gd name="T102" fmla="*/ 247 w 692"/>
                  <a:gd name="T103" fmla="*/ 842 h 902"/>
                  <a:gd name="T104" fmla="*/ 671 w 692"/>
                  <a:gd name="T105" fmla="*/ 901 h 902"/>
                  <a:gd name="T106" fmla="*/ 682 w 692"/>
                  <a:gd name="T107" fmla="*/ 901 h 902"/>
                  <a:gd name="T108" fmla="*/ 691 w 692"/>
                  <a:gd name="T109" fmla="*/ 893 h 902"/>
                  <a:gd name="T110" fmla="*/ 691 w 692"/>
                  <a:gd name="T111" fmla="*/ 882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" h="902">
                    <a:moveTo>
                      <a:pt x="135" y="872"/>
                    </a:moveTo>
                    <a:lnTo>
                      <a:pt x="124" y="872"/>
                    </a:lnTo>
                    <a:lnTo>
                      <a:pt x="115" y="870"/>
                    </a:lnTo>
                    <a:lnTo>
                      <a:pt x="104" y="868"/>
                    </a:lnTo>
                    <a:lnTo>
                      <a:pt x="94" y="864"/>
                    </a:lnTo>
                    <a:lnTo>
                      <a:pt x="86" y="859"/>
                    </a:lnTo>
                    <a:lnTo>
                      <a:pt x="76" y="854"/>
                    </a:lnTo>
                    <a:lnTo>
                      <a:pt x="69" y="849"/>
                    </a:lnTo>
                    <a:lnTo>
                      <a:pt x="61" y="841"/>
                    </a:lnTo>
                    <a:lnTo>
                      <a:pt x="55" y="834"/>
                    </a:lnTo>
                    <a:lnTo>
                      <a:pt x="48" y="826"/>
                    </a:lnTo>
                    <a:lnTo>
                      <a:pt x="43" y="818"/>
                    </a:lnTo>
                    <a:lnTo>
                      <a:pt x="39" y="808"/>
                    </a:lnTo>
                    <a:lnTo>
                      <a:pt x="35" y="798"/>
                    </a:lnTo>
                    <a:lnTo>
                      <a:pt x="32" y="789"/>
                    </a:lnTo>
                    <a:lnTo>
                      <a:pt x="31" y="778"/>
                    </a:lnTo>
                    <a:lnTo>
                      <a:pt x="30" y="767"/>
                    </a:lnTo>
                    <a:lnTo>
                      <a:pt x="31" y="757"/>
                    </a:lnTo>
                    <a:lnTo>
                      <a:pt x="32" y="746"/>
                    </a:lnTo>
                    <a:lnTo>
                      <a:pt x="35" y="736"/>
                    </a:lnTo>
                    <a:lnTo>
                      <a:pt x="39" y="727"/>
                    </a:lnTo>
                    <a:lnTo>
                      <a:pt x="43" y="717"/>
                    </a:lnTo>
                    <a:lnTo>
                      <a:pt x="48" y="708"/>
                    </a:lnTo>
                    <a:lnTo>
                      <a:pt x="55" y="700"/>
                    </a:lnTo>
                    <a:lnTo>
                      <a:pt x="61" y="692"/>
                    </a:lnTo>
                    <a:lnTo>
                      <a:pt x="69" y="686"/>
                    </a:lnTo>
                    <a:lnTo>
                      <a:pt x="76" y="680"/>
                    </a:lnTo>
                    <a:lnTo>
                      <a:pt x="86" y="674"/>
                    </a:lnTo>
                    <a:lnTo>
                      <a:pt x="94" y="670"/>
                    </a:lnTo>
                    <a:lnTo>
                      <a:pt x="104" y="667"/>
                    </a:lnTo>
                    <a:lnTo>
                      <a:pt x="115" y="665"/>
                    </a:lnTo>
                    <a:lnTo>
                      <a:pt x="124" y="662"/>
                    </a:lnTo>
                    <a:lnTo>
                      <a:pt x="135" y="662"/>
                    </a:lnTo>
                    <a:lnTo>
                      <a:pt x="146" y="662"/>
                    </a:lnTo>
                    <a:lnTo>
                      <a:pt x="156" y="665"/>
                    </a:lnTo>
                    <a:lnTo>
                      <a:pt x="167" y="667"/>
                    </a:lnTo>
                    <a:lnTo>
                      <a:pt x="177" y="670"/>
                    </a:lnTo>
                    <a:lnTo>
                      <a:pt x="185" y="674"/>
                    </a:lnTo>
                    <a:lnTo>
                      <a:pt x="194" y="680"/>
                    </a:lnTo>
                    <a:lnTo>
                      <a:pt x="202" y="686"/>
                    </a:lnTo>
                    <a:lnTo>
                      <a:pt x="210" y="692"/>
                    </a:lnTo>
                    <a:lnTo>
                      <a:pt x="216" y="700"/>
                    </a:lnTo>
                    <a:lnTo>
                      <a:pt x="223" y="708"/>
                    </a:lnTo>
                    <a:lnTo>
                      <a:pt x="228" y="717"/>
                    </a:lnTo>
                    <a:lnTo>
                      <a:pt x="232" y="727"/>
                    </a:lnTo>
                    <a:lnTo>
                      <a:pt x="236" y="736"/>
                    </a:lnTo>
                    <a:lnTo>
                      <a:pt x="239" y="746"/>
                    </a:lnTo>
                    <a:lnTo>
                      <a:pt x="240" y="757"/>
                    </a:lnTo>
                    <a:lnTo>
                      <a:pt x="241" y="767"/>
                    </a:lnTo>
                    <a:lnTo>
                      <a:pt x="240" y="778"/>
                    </a:lnTo>
                    <a:lnTo>
                      <a:pt x="239" y="789"/>
                    </a:lnTo>
                    <a:lnTo>
                      <a:pt x="236" y="798"/>
                    </a:lnTo>
                    <a:lnTo>
                      <a:pt x="232" y="808"/>
                    </a:lnTo>
                    <a:lnTo>
                      <a:pt x="228" y="818"/>
                    </a:lnTo>
                    <a:lnTo>
                      <a:pt x="223" y="826"/>
                    </a:lnTo>
                    <a:lnTo>
                      <a:pt x="216" y="834"/>
                    </a:lnTo>
                    <a:lnTo>
                      <a:pt x="210" y="841"/>
                    </a:lnTo>
                    <a:lnTo>
                      <a:pt x="202" y="849"/>
                    </a:lnTo>
                    <a:lnTo>
                      <a:pt x="194" y="854"/>
                    </a:lnTo>
                    <a:lnTo>
                      <a:pt x="185" y="859"/>
                    </a:lnTo>
                    <a:lnTo>
                      <a:pt x="177" y="864"/>
                    </a:lnTo>
                    <a:lnTo>
                      <a:pt x="167" y="868"/>
                    </a:lnTo>
                    <a:lnTo>
                      <a:pt x="156" y="870"/>
                    </a:lnTo>
                    <a:lnTo>
                      <a:pt x="146" y="872"/>
                    </a:lnTo>
                    <a:lnTo>
                      <a:pt x="135" y="872"/>
                    </a:lnTo>
                    <a:close/>
                    <a:moveTo>
                      <a:pt x="271" y="180"/>
                    </a:moveTo>
                    <a:lnTo>
                      <a:pt x="511" y="180"/>
                    </a:lnTo>
                    <a:lnTo>
                      <a:pt x="511" y="361"/>
                    </a:lnTo>
                    <a:lnTo>
                      <a:pt x="271" y="361"/>
                    </a:lnTo>
                    <a:lnTo>
                      <a:pt x="271" y="180"/>
                    </a:lnTo>
                    <a:close/>
                    <a:moveTo>
                      <a:pt x="632" y="722"/>
                    </a:moveTo>
                    <a:lnTo>
                      <a:pt x="271" y="722"/>
                    </a:lnTo>
                    <a:lnTo>
                      <a:pt x="271" y="391"/>
                    </a:lnTo>
                    <a:lnTo>
                      <a:pt x="526" y="391"/>
                    </a:lnTo>
                    <a:lnTo>
                      <a:pt x="632" y="391"/>
                    </a:lnTo>
                    <a:lnTo>
                      <a:pt x="632" y="722"/>
                    </a:lnTo>
                    <a:close/>
                    <a:moveTo>
                      <a:pt x="688" y="877"/>
                    </a:moveTo>
                    <a:lnTo>
                      <a:pt x="627" y="817"/>
                    </a:lnTo>
                    <a:lnTo>
                      <a:pt x="625" y="814"/>
                    </a:lnTo>
                    <a:lnTo>
                      <a:pt x="622" y="813"/>
                    </a:lnTo>
                    <a:lnTo>
                      <a:pt x="619" y="812"/>
                    </a:lnTo>
                    <a:lnTo>
                      <a:pt x="616" y="812"/>
                    </a:lnTo>
                    <a:lnTo>
                      <a:pt x="262" y="812"/>
                    </a:lnTo>
                    <a:lnTo>
                      <a:pt x="266" y="802"/>
                    </a:lnTo>
                    <a:lnTo>
                      <a:pt x="269" y="790"/>
                    </a:lnTo>
                    <a:lnTo>
                      <a:pt x="270" y="779"/>
                    </a:lnTo>
                    <a:lnTo>
                      <a:pt x="271" y="767"/>
                    </a:lnTo>
                    <a:lnTo>
                      <a:pt x="270" y="760"/>
                    </a:lnTo>
                    <a:lnTo>
                      <a:pt x="270" y="752"/>
                    </a:lnTo>
                    <a:lnTo>
                      <a:pt x="647" y="752"/>
                    </a:lnTo>
                    <a:lnTo>
                      <a:pt x="649" y="752"/>
                    </a:lnTo>
                    <a:lnTo>
                      <a:pt x="652" y="751"/>
                    </a:lnTo>
                    <a:lnTo>
                      <a:pt x="655" y="749"/>
                    </a:lnTo>
                    <a:lnTo>
                      <a:pt x="657" y="748"/>
                    </a:lnTo>
                    <a:lnTo>
                      <a:pt x="659" y="746"/>
                    </a:lnTo>
                    <a:lnTo>
                      <a:pt x="660" y="743"/>
                    </a:lnTo>
                    <a:lnTo>
                      <a:pt x="661" y="741"/>
                    </a:lnTo>
                    <a:lnTo>
                      <a:pt x="662" y="737"/>
                    </a:lnTo>
                    <a:lnTo>
                      <a:pt x="662" y="376"/>
                    </a:lnTo>
                    <a:lnTo>
                      <a:pt x="661" y="373"/>
                    </a:lnTo>
                    <a:lnTo>
                      <a:pt x="660" y="370"/>
                    </a:lnTo>
                    <a:lnTo>
                      <a:pt x="659" y="368"/>
                    </a:lnTo>
                    <a:lnTo>
                      <a:pt x="657" y="366"/>
                    </a:lnTo>
                    <a:lnTo>
                      <a:pt x="655" y="364"/>
                    </a:lnTo>
                    <a:lnTo>
                      <a:pt x="652" y="362"/>
                    </a:lnTo>
                    <a:lnTo>
                      <a:pt x="649" y="361"/>
                    </a:lnTo>
                    <a:lnTo>
                      <a:pt x="647" y="361"/>
                    </a:lnTo>
                    <a:lnTo>
                      <a:pt x="541" y="361"/>
                    </a:lnTo>
                    <a:lnTo>
                      <a:pt x="541" y="165"/>
                    </a:lnTo>
                    <a:lnTo>
                      <a:pt x="541" y="163"/>
                    </a:lnTo>
                    <a:lnTo>
                      <a:pt x="540" y="160"/>
                    </a:lnTo>
                    <a:lnTo>
                      <a:pt x="539" y="158"/>
                    </a:lnTo>
                    <a:lnTo>
                      <a:pt x="537" y="155"/>
                    </a:lnTo>
                    <a:lnTo>
                      <a:pt x="535" y="154"/>
                    </a:lnTo>
                    <a:lnTo>
                      <a:pt x="532" y="152"/>
                    </a:lnTo>
                    <a:lnTo>
                      <a:pt x="529" y="151"/>
                    </a:lnTo>
                    <a:lnTo>
                      <a:pt x="526" y="150"/>
                    </a:lnTo>
                    <a:lnTo>
                      <a:pt x="256" y="150"/>
                    </a:lnTo>
                    <a:lnTo>
                      <a:pt x="253" y="151"/>
                    </a:lnTo>
                    <a:lnTo>
                      <a:pt x="250" y="151"/>
                    </a:lnTo>
                    <a:lnTo>
                      <a:pt x="247" y="154"/>
                    </a:lnTo>
                    <a:lnTo>
                      <a:pt x="245" y="155"/>
                    </a:lnTo>
                    <a:lnTo>
                      <a:pt x="243" y="158"/>
                    </a:lnTo>
                    <a:lnTo>
                      <a:pt x="242" y="160"/>
                    </a:lnTo>
                    <a:lnTo>
                      <a:pt x="241" y="163"/>
                    </a:lnTo>
                    <a:lnTo>
                      <a:pt x="241" y="165"/>
                    </a:lnTo>
                    <a:lnTo>
                      <a:pt x="241" y="376"/>
                    </a:lnTo>
                    <a:lnTo>
                      <a:pt x="241" y="683"/>
                    </a:lnTo>
                    <a:lnTo>
                      <a:pt x="235" y="675"/>
                    </a:lnTo>
                    <a:lnTo>
                      <a:pt x="228" y="669"/>
                    </a:lnTo>
                    <a:lnTo>
                      <a:pt x="221" y="662"/>
                    </a:lnTo>
                    <a:lnTo>
                      <a:pt x="213" y="657"/>
                    </a:lnTo>
                    <a:lnTo>
                      <a:pt x="206" y="652"/>
                    </a:lnTo>
                    <a:lnTo>
                      <a:pt x="198" y="647"/>
                    </a:lnTo>
                    <a:lnTo>
                      <a:pt x="190" y="643"/>
                    </a:lnTo>
                    <a:lnTo>
                      <a:pt x="180" y="640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7"/>
                    </a:lnTo>
                    <a:lnTo>
                      <a:pt x="176" y="5"/>
                    </a:lnTo>
                    <a:lnTo>
                      <a:pt x="174" y="3"/>
                    </a:lnTo>
                    <a:lnTo>
                      <a:pt x="171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75" y="0"/>
                    </a:lnTo>
                    <a:lnTo>
                      <a:pt x="72" y="0"/>
                    </a:lnTo>
                    <a:lnTo>
                      <a:pt x="70" y="1"/>
                    </a:lnTo>
                    <a:lnTo>
                      <a:pt x="66" y="3"/>
                    </a:lnTo>
                    <a:lnTo>
                      <a:pt x="64" y="5"/>
                    </a:lnTo>
                    <a:lnTo>
                      <a:pt x="63" y="7"/>
                    </a:lnTo>
                    <a:lnTo>
                      <a:pt x="61" y="10"/>
                    </a:lnTo>
                    <a:lnTo>
                      <a:pt x="60" y="12"/>
                    </a:lnTo>
                    <a:lnTo>
                      <a:pt x="60" y="15"/>
                    </a:lnTo>
                    <a:lnTo>
                      <a:pt x="60" y="19"/>
                    </a:lnTo>
                    <a:lnTo>
                      <a:pt x="61" y="22"/>
                    </a:lnTo>
                    <a:lnTo>
                      <a:pt x="63" y="24"/>
                    </a:lnTo>
                    <a:lnTo>
                      <a:pt x="64" y="26"/>
                    </a:lnTo>
                    <a:lnTo>
                      <a:pt x="66" y="28"/>
                    </a:lnTo>
                    <a:lnTo>
                      <a:pt x="70" y="29"/>
                    </a:lnTo>
                    <a:lnTo>
                      <a:pt x="72" y="30"/>
                    </a:lnTo>
                    <a:lnTo>
                      <a:pt x="75" y="30"/>
                    </a:lnTo>
                    <a:lnTo>
                      <a:pt x="150" y="30"/>
                    </a:lnTo>
                    <a:lnTo>
                      <a:pt x="150" y="632"/>
                    </a:lnTo>
                    <a:lnTo>
                      <a:pt x="142" y="632"/>
                    </a:lnTo>
                    <a:lnTo>
                      <a:pt x="135" y="632"/>
                    </a:lnTo>
                    <a:lnTo>
                      <a:pt x="121" y="632"/>
                    </a:lnTo>
                    <a:lnTo>
                      <a:pt x="108" y="635"/>
                    </a:lnTo>
                    <a:lnTo>
                      <a:pt x="95" y="638"/>
                    </a:lnTo>
                    <a:lnTo>
                      <a:pt x="82" y="642"/>
                    </a:lnTo>
                    <a:lnTo>
                      <a:pt x="71" y="648"/>
                    </a:lnTo>
                    <a:lnTo>
                      <a:pt x="60" y="655"/>
                    </a:lnTo>
                    <a:lnTo>
                      <a:pt x="49" y="662"/>
                    </a:lnTo>
                    <a:lnTo>
                      <a:pt x="40" y="672"/>
                    </a:lnTo>
                    <a:lnTo>
                      <a:pt x="31" y="682"/>
                    </a:lnTo>
                    <a:lnTo>
                      <a:pt x="24" y="691"/>
                    </a:lnTo>
                    <a:lnTo>
                      <a:pt x="16" y="703"/>
                    </a:lnTo>
                    <a:lnTo>
                      <a:pt x="11" y="715"/>
                    </a:lnTo>
                    <a:lnTo>
                      <a:pt x="6" y="727"/>
                    </a:lnTo>
                    <a:lnTo>
                      <a:pt x="3" y="740"/>
                    </a:lnTo>
                    <a:lnTo>
                      <a:pt x="1" y="753"/>
                    </a:lnTo>
                    <a:lnTo>
                      <a:pt x="0" y="767"/>
                    </a:lnTo>
                    <a:lnTo>
                      <a:pt x="1" y="781"/>
                    </a:lnTo>
                    <a:lnTo>
                      <a:pt x="3" y="794"/>
                    </a:lnTo>
                    <a:lnTo>
                      <a:pt x="6" y="807"/>
                    </a:lnTo>
                    <a:lnTo>
                      <a:pt x="11" y="820"/>
                    </a:lnTo>
                    <a:lnTo>
                      <a:pt x="16" y="832"/>
                    </a:lnTo>
                    <a:lnTo>
                      <a:pt x="24" y="842"/>
                    </a:lnTo>
                    <a:lnTo>
                      <a:pt x="31" y="853"/>
                    </a:lnTo>
                    <a:lnTo>
                      <a:pt x="40" y="863"/>
                    </a:lnTo>
                    <a:lnTo>
                      <a:pt x="49" y="871"/>
                    </a:lnTo>
                    <a:lnTo>
                      <a:pt x="60" y="880"/>
                    </a:lnTo>
                    <a:lnTo>
                      <a:pt x="71" y="886"/>
                    </a:lnTo>
                    <a:lnTo>
                      <a:pt x="82" y="892"/>
                    </a:lnTo>
                    <a:lnTo>
                      <a:pt x="95" y="896"/>
                    </a:lnTo>
                    <a:lnTo>
                      <a:pt x="108" y="900"/>
                    </a:lnTo>
                    <a:lnTo>
                      <a:pt x="121" y="902"/>
                    </a:lnTo>
                    <a:lnTo>
                      <a:pt x="135" y="902"/>
                    </a:lnTo>
                    <a:lnTo>
                      <a:pt x="144" y="902"/>
                    </a:lnTo>
                    <a:lnTo>
                      <a:pt x="152" y="901"/>
                    </a:lnTo>
                    <a:lnTo>
                      <a:pt x="161" y="900"/>
                    </a:lnTo>
                    <a:lnTo>
                      <a:pt x="169" y="898"/>
                    </a:lnTo>
                    <a:lnTo>
                      <a:pt x="185" y="893"/>
                    </a:lnTo>
                    <a:lnTo>
                      <a:pt x="200" y="886"/>
                    </a:lnTo>
                    <a:lnTo>
                      <a:pt x="214" y="878"/>
                    </a:lnTo>
                    <a:lnTo>
                      <a:pt x="226" y="867"/>
                    </a:lnTo>
                    <a:lnTo>
                      <a:pt x="238" y="855"/>
                    </a:lnTo>
                    <a:lnTo>
                      <a:pt x="247" y="842"/>
                    </a:lnTo>
                    <a:lnTo>
                      <a:pt x="611" y="842"/>
                    </a:lnTo>
                    <a:lnTo>
                      <a:pt x="666" y="898"/>
                    </a:lnTo>
                    <a:lnTo>
                      <a:pt x="668" y="900"/>
                    </a:lnTo>
                    <a:lnTo>
                      <a:pt x="671" y="901"/>
                    </a:lnTo>
                    <a:lnTo>
                      <a:pt x="674" y="902"/>
                    </a:lnTo>
                    <a:lnTo>
                      <a:pt x="677" y="902"/>
                    </a:lnTo>
                    <a:lnTo>
                      <a:pt x="679" y="902"/>
                    </a:lnTo>
                    <a:lnTo>
                      <a:pt x="682" y="901"/>
                    </a:lnTo>
                    <a:lnTo>
                      <a:pt x="685" y="900"/>
                    </a:lnTo>
                    <a:lnTo>
                      <a:pt x="688" y="898"/>
                    </a:lnTo>
                    <a:lnTo>
                      <a:pt x="689" y="896"/>
                    </a:lnTo>
                    <a:lnTo>
                      <a:pt x="691" y="893"/>
                    </a:lnTo>
                    <a:lnTo>
                      <a:pt x="691" y="891"/>
                    </a:lnTo>
                    <a:lnTo>
                      <a:pt x="692" y="887"/>
                    </a:lnTo>
                    <a:lnTo>
                      <a:pt x="691" y="884"/>
                    </a:lnTo>
                    <a:lnTo>
                      <a:pt x="691" y="882"/>
                    </a:lnTo>
                    <a:lnTo>
                      <a:pt x="689" y="879"/>
                    </a:lnTo>
                    <a:lnTo>
                      <a:pt x="688" y="877"/>
                    </a:lnTo>
                    <a:lnTo>
                      <a:pt x="688" y="8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228">
                <a:extLst>
                  <a:ext uri="{FF2B5EF4-FFF2-40B4-BE49-F238E27FC236}">
                    <a16:creationId xmlns:a16="http://schemas.microsoft.com/office/drawing/2014/main" id="{3DD164D2-78F4-E6A7-87D3-BD16EC6B8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2888" y="2709863"/>
                <a:ext cx="42863" cy="9525"/>
              </a:xfrm>
              <a:custGeom>
                <a:avLst/>
                <a:gdLst>
                  <a:gd name="T0" fmla="*/ 0 w 135"/>
                  <a:gd name="T1" fmla="*/ 15 h 30"/>
                  <a:gd name="T2" fmla="*/ 0 w 135"/>
                  <a:gd name="T3" fmla="*/ 18 h 30"/>
                  <a:gd name="T4" fmla="*/ 1 w 135"/>
                  <a:gd name="T5" fmla="*/ 21 h 30"/>
                  <a:gd name="T6" fmla="*/ 3 w 135"/>
                  <a:gd name="T7" fmla="*/ 23 h 30"/>
                  <a:gd name="T8" fmla="*/ 4 w 135"/>
                  <a:gd name="T9" fmla="*/ 26 h 30"/>
                  <a:gd name="T10" fmla="*/ 6 w 135"/>
                  <a:gd name="T11" fmla="*/ 27 h 30"/>
                  <a:gd name="T12" fmla="*/ 10 w 135"/>
                  <a:gd name="T13" fmla="*/ 29 h 30"/>
                  <a:gd name="T14" fmla="*/ 12 w 135"/>
                  <a:gd name="T15" fmla="*/ 29 h 30"/>
                  <a:gd name="T16" fmla="*/ 15 w 135"/>
                  <a:gd name="T17" fmla="*/ 30 h 30"/>
                  <a:gd name="T18" fmla="*/ 120 w 135"/>
                  <a:gd name="T19" fmla="*/ 30 h 30"/>
                  <a:gd name="T20" fmla="*/ 123 w 135"/>
                  <a:gd name="T21" fmla="*/ 29 h 30"/>
                  <a:gd name="T22" fmla="*/ 126 w 135"/>
                  <a:gd name="T23" fmla="*/ 28 h 30"/>
                  <a:gd name="T24" fmla="*/ 129 w 135"/>
                  <a:gd name="T25" fmla="*/ 27 h 30"/>
                  <a:gd name="T26" fmla="*/ 131 w 135"/>
                  <a:gd name="T27" fmla="*/ 26 h 30"/>
                  <a:gd name="T28" fmla="*/ 133 w 135"/>
                  <a:gd name="T29" fmla="*/ 23 h 30"/>
                  <a:gd name="T30" fmla="*/ 134 w 135"/>
                  <a:gd name="T31" fmla="*/ 21 h 30"/>
                  <a:gd name="T32" fmla="*/ 135 w 135"/>
                  <a:gd name="T33" fmla="*/ 18 h 30"/>
                  <a:gd name="T34" fmla="*/ 135 w 135"/>
                  <a:gd name="T35" fmla="*/ 15 h 30"/>
                  <a:gd name="T36" fmla="*/ 135 w 135"/>
                  <a:gd name="T37" fmla="*/ 12 h 30"/>
                  <a:gd name="T38" fmla="*/ 134 w 135"/>
                  <a:gd name="T39" fmla="*/ 9 h 30"/>
                  <a:gd name="T40" fmla="*/ 133 w 135"/>
                  <a:gd name="T41" fmla="*/ 7 h 30"/>
                  <a:gd name="T42" fmla="*/ 131 w 135"/>
                  <a:gd name="T43" fmla="*/ 5 h 30"/>
                  <a:gd name="T44" fmla="*/ 129 w 135"/>
                  <a:gd name="T45" fmla="*/ 3 h 30"/>
                  <a:gd name="T46" fmla="*/ 126 w 135"/>
                  <a:gd name="T47" fmla="*/ 1 h 30"/>
                  <a:gd name="T48" fmla="*/ 123 w 135"/>
                  <a:gd name="T49" fmla="*/ 0 h 30"/>
                  <a:gd name="T50" fmla="*/ 120 w 135"/>
                  <a:gd name="T51" fmla="*/ 0 h 30"/>
                  <a:gd name="T52" fmla="*/ 15 w 135"/>
                  <a:gd name="T53" fmla="*/ 0 h 30"/>
                  <a:gd name="T54" fmla="*/ 12 w 135"/>
                  <a:gd name="T55" fmla="*/ 0 h 30"/>
                  <a:gd name="T56" fmla="*/ 10 w 135"/>
                  <a:gd name="T57" fmla="*/ 1 h 30"/>
                  <a:gd name="T58" fmla="*/ 6 w 135"/>
                  <a:gd name="T59" fmla="*/ 3 h 30"/>
                  <a:gd name="T60" fmla="*/ 4 w 135"/>
                  <a:gd name="T61" fmla="*/ 5 h 30"/>
                  <a:gd name="T62" fmla="*/ 3 w 135"/>
                  <a:gd name="T63" fmla="*/ 7 h 30"/>
                  <a:gd name="T64" fmla="*/ 1 w 135"/>
                  <a:gd name="T65" fmla="*/ 9 h 30"/>
                  <a:gd name="T66" fmla="*/ 0 w 135"/>
                  <a:gd name="T67" fmla="*/ 12 h 30"/>
                  <a:gd name="T68" fmla="*/ 0 w 135"/>
                  <a:gd name="T69" fmla="*/ 15 h 30"/>
                  <a:gd name="T70" fmla="*/ 0 w 135"/>
                  <a:gd name="T71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35" h="30">
                    <a:moveTo>
                      <a:pt x="0" y="15"/>
                    </a:move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20" y="30"/>
                    </a:lnTo>
                    <a:lnTo>
                      <a:pt x="123" y="29"/>
                    </a:lnTo>
                    <a:lnTo>
                      <a:pt x="126" y="28"/>
                    </a:lnTo>
                    <a:lnTo>
                      <a:pt x="129" y="27"/>
                    </a:lnTo>
                    <a:lnTo>
                      <a:pt x="131" y="26"/>
                    </a:lnTo>
                    <a:lnTo>
                      <a:pt x="133" y="23"/>
                    </a:lnTo>
                    <a:lnTo>
                      <a:pt x="134" y="21"/>
                    </a:lnTo>
                    <a:lnTo>
                      <a:pt x="135" y="18"/>
                    </a:lnTo>
                    <a:lnTo>
                      <a:pt x="135" y="15"/>
                    </a:lnTo>
                    <a:lnTo>
                      <a:pt x="135" y="12"/>
                    </a:lnTo>
                    <a:lnTo>
                      <a:pt x="134" y="9"/>
                    </a:lnTo>
                    <a:lnTo>
                      <a:pt x="133" y="7"/>
                    </a:lnTo>
                    <a:lnTo>
                      <a:pt x="131" y="5"/>
                    </a:lnTo>
                    <a:lnTo>
                      <a:pt x="129" y="3"/>
                    </a:lnTo>
                    <a:lnTo>
                      <a:pt x="126" y="1"/>
                    </a:lnTo>
                    <a:lnTo>
                      <a:pt x="123" y="0"/>
                    </a:lnTo>
                    <a:lnTo>
                      <a:pt x="120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229">
                <a:extLst>
                  <a:ext uri="{FF2B5EF4-FFF2-40B4-BE49-F238E27FC236}">
                    <a16:creationId xmlns:a16="http://schemas.microsoft.com/office/drawing/2014/main" id="{DCFBE421-2A86-737A-C5CE-F1CB9178C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0500" y="2593975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9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9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0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0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0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0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3240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8C57CD-869E-8BAC-AE95-2282CCB077FA}"/>
              </a:ext>
            </a:extLst>
          </p:cNvPr>
          <p:cNvGrpSpPr/>
          <p:nvPr/>
        </p:nvGrpSpPr>
        <p:grpSpPr>
          <a:xfrm>
            <a:off x="680564" y="2209801"/>
            <a:ext cx="10830871" cy="3325772"/>
            <a:chOff x="442525" y="1586697"/>
            <a:chExt cx="8244385" cy="2531555"/>
          </a:xfrm>
        </p:grpSpPr>
        <p:cxnSp>
          <p:nvCxnSpPr>
            <p:cNvPr id="3" name="Google Shape;1604;p39">
              <a:extLst>
                <a:ext uri="{FF2B5EF4-FFF2-40B4-BE49-F238E27FC236}">
                  <a16:creationId xmlns:a16="http://schemas.microsoft.com/office/drawing/2014/main" id="{C08D85E4-E454-5F88-427D-C9805160F594}"/>
                </a:ext>
              </a:extLst>
            </p:cNvPr>
            <p:cNvCxnSpPr/>
            <p:nvPr/>
          </p:nvCxnSpPr>
          <p:spPr>
            <a:xfrm>
              <a:off x="715967" y="3081752"/>
              <a:ext cx="0" cy="103650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" name="Google Shape;1605;p39">
              <a:extLst>
                <a:ext uri="{FF2B5EF4-FFF2-40B4-BE49-F238E27FC236}">
                  <a16:creationId xmlns:a16="http://schemas.microsoft.com/office/drawing/2014/main" id="{7FD0118F-A940-BCC1-7F3F-FAB5699615BB}"/>
                </a:ext>
              </a:extLst>
            </p:cNvPr>
            <p:cNvCxnSpPr/>
            <p:nvPr/>
          </p:nvCxnSpPr>
          <p:spPr>
            <a:xfrm rot="10800000">
              <a:off x="2352027" y="1586697"/>
              <a:ext cx="0" cy="101430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" name="Google Shape;1606;p39">
              <a:extLst>
                <a:ext uri="{FF2B5EF4-FFF2-40B4-BE49-F238E27FC236}">
                  <a16:creationId xmlns:a16="http://schemas.microsoft.com/office/drawing/2014/main" id="{EBD710A9-6C3C-94EC-3D5A-1ED2FE251F48}"/>
                </a:ext>
              </a:extLst>
            </p:cNvPr>
            <p:cNvCxnSpPr/>
            <p:nvPr/>
          </p:nvCxnSpPr>
          <p:spPr>
            <a:xfrm rot="10800000">
              <a:off x="5663013" y="1586697"/>
              <a:ext cx="0" cy="101430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" name="Google Shape;1607;p39">
              <a:extLst>
                <a:ext uri="{FF2B5EF4-FFF2-40B4-BE49-F238E27FC236}">
                  <a16:creationId xmlns:a16="http://schemas.microsoft.com/office/drawing/2014/main" id="{9139E9FF-A552-7742-B867-4665B4E434CA}"/>
                </a:ext>
              </a:extLst>
            </p:cNvPr>
            <p:cNvCxnSpPr/>
            <p:nvPr/>
          </p:nvCxnSpPr>
          <p:spPr>
            <a:xfrm>
              <a:off x="4002649" y="3081752"/>
              <a:ext cx="0" cy="103650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7" name="Google Shape;1608;p39">
              <a:extLst>
                <a:ext uri="{FF2B5EF4-FFF2-40B4-BE49-F238E27FC236}">
                  <a16:creationId xmlns:a16="http://schemas.microsoft.com/office/drawing/2014/main" id="{2051B78C-F2B6-6965-4DB6-BC946889EAC2}"/>
                </a:ext>
              </a:extLst>
            </p:cNvPr>
            <p:cNvCxnSpPr/>
            <p:nvPr/>
          </p:nvCxnSpPr>
          <p:spPr>
            <a:xfrm>
              <a:off x="7316522" y="3081752"/>
              <a:ext cx="0" cy="103650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8" name="Google Shape;1609;p39">
              <a:extLst>
                <a:ext uri="{FF2B5EF4-FFF2-40B4-BE49-F238E27FC236}">
                  <a16:creationId xmlns:a16="http://schemas.microsoft.com/office/drawing/2014/main" id="{01164EE0-31A2-3C36-8E5D-C416C780F757}"/>
                </a:ext>
              </a:extLst>
            </p:cNvPr>
            <p:cNvSpPr/>
            <p:nvPr/>
          </p:nvSpPr>
          <p:spPr>
            <a:xfrm>
              <a:off x="791758" y="2655454"/>
              <a:ext cx="1037339" cy="361636"/>
            </a:xfrm>
            <a:custGeom>
              <a:avLst/>
              <a:gdLst/>
              <a:ahLst/>
              <a:cxnLst/>
              <a:rect l="l" t="t" r="r" b="b"/>
              <a:pathLst>
                <a:path w="28567" h="9959" extrusionOk="0">
                  <a:moveTo>
                    <a:pt x="23591" y="1"/>
                  </a:moveTo>
                  <a:cubicBezTo>
                    <a:pt x="23573" y="1"/>
                    <a:pt x="23554" y="1"/>
                    <a:pt x="23535" y="2"/>
                  </a:cubicBezTo>
                  <a:lnTo>
                    <a:pt x="1" y="2"/>
                  </a:lnTo>
                  <a:lnTo>
                    <a:pt x="1" y="9958"/>
                  </a:lnTo>
                  <a:lnTo>
                    <a:pt x="23535" y="9958"/>
                  </a:lnTo>
                  <a:cubicBezTo>
                    <a:pt x="24017" y="9958"/>
                    <a:pt x="24499" y="9762"/>
                    <a:pt x="24838" y="9405"/>
                  </a:cubicBezTo>
                  <a:lnTo>
                    <a:pt x="27889" y="6229"/>
                  </a:lnTo>
                  <a:cubicBezTo>
                    <a:pt x="28567" y="5533"/>
                    <a:pt x="28567" y="4427"/>
                    <a:pt x="27889" y="3731"/>
                  </a:cubicBezTo>
                  <a:lnTo>
                    <a:pt x="24838" y="537"/>
                  </a:lnTo>
                  <a:cubicBezTo>
                    <a:pt x="24512" y="211"/>
                    <a:pt x="24054" y="1"/>
                    <a:pt x="23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9" name="Google Shape;1610;p39">
              <a:extLst>
                <a:ext uri="{FF2B5EF4-FFF2-40B4-BE49-F238E27FC236}">
                  <a16:creationId xmlns:a16="http://schemas.microsoft.com/office/drawing/2014/main" id="{189E6575-EC8A-653B-6D37-43D001D64158}"/>
                </a:ext>
              </a:extLst>
            </p:cNvPr>
            <p:cNvSpPr/>
            <p:nvPr/>
          </p:nvSpPr>
          <p:spPr>
            <a:xfrm>
              <a:off x="442525" y="2562853"/>
              <a:ext cx="546866" cy="546866"/>
            </a:xfrm>
            <a:custGeom>
              <a:avLst/>
              <a:gdLst/>
              <a:ahLst/>
              <a:cxnLst/>
              <a:rect l="l" t="t" r="r" b="b"/>
              <a:pathLst>
                <a:path w="15060" h="15060" extrusionOk="0">
                  <a:moveTo>
                    <a:pt x="7530" y="0"/>
                  </a:moveTo>
                  <a:cubicBezTo>
                    <a:pt x="3373" y="0"/>
                    <a:pt x="1" y="3373"/>
                    <a:pt x="1" y="7530"/>
                  </a:cubicBezTo>
                  <a:cubicBezTo>
                    <a:pt x="1" y="11687"/>
                    <a:pt x="3373" y="15060"/>
                    <a:pt x="7530" y="15060"/>
                  </a:cubicBezTo>
                  <a:cubicBezTo>
                    <a:pt x="11687" y="15060"/>
                    <a:pt x="15060" y="11687"/>
                    <a:pt x="15060" y="7530"/>
                  </a:cubicBezTo>
                  <a:cubicBezTo>
                    <a:pt x="15060" y="3373"/>
                    <a:pt x="11687" y="0"/>
                    <a:pt x="753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10" name="Google Shape;1611;p39">
              <a:extLst>
                <a:ext uri="{FF2B5EF4-FFF2-40B4-BE49-F238E27FC236}">
                  <a16:creationId xmlns:a16="http://schemas.microsoft.com/office/drawing/2014/main" id="{CD430998-8F10-B97B-B1A5-DDE27017060C}"/>
                </a:ext>
              </a:extLst>
            </p:cNvPr>
            <p:cNvSpPr/>
            <p:nvPr/>
          </p:nvSpPr>
          <p:spPr>
            <a:xfrm>
              <a:off x="508616" y="2629270"/>
              <a:ext cx="414689" cy="414035"/>
            </a:xfrm>
            <a:custGeom>
              <a:avLst/>
              <a:gdLst/>
              <a:ahLst/>
              <a:cxnLst/>
              <a:rect l="l" t="t" r="r" b="b"/>
              <a:pathLst>
                <a:path w="11420" h="11402" extrusionOk="0">
                  <a:moveTo>
                    <a:pt x="5710" y="0"/>
                  </a:moveTo>
                  <a:cubicBezTo>
                    <a:pt x="2552" y="0"/>
                    <a:pt x="0" y="2552"/>
                    <a:pt x="0" y="5710"/>
                  </a:cubicBezTo>
                  <a:cubicBezTo>
                    <a:pt x="0" y="8850"/>
                    <a:pt x="2552" y="11402"/>
                    <a:pt x="5710" y="11402"/>
                  </a:cubicBezTo>
                  <a:cubicBezTo>
                    <a:pt x="8868" y="11402"/>
                    <a:pt x="11420" y="8850"/>
                    <a:pt x="11420" y="5710"/>
                  </a:cubicBezTo>
                  <a:cubicBezTo>
                    <a:pt x="11420" y="2552"/>
                    <a:pt x="8868" y="0"/>
                    <a:pt x="5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1" name="Google Shape;1612;p39">
              <a:extLst>
                <a:ext uri="{FF2B5EF4-FFF2-40B4-BE49-F238E27FC236}">
                  <a16:creationId xmlns:a16="http://schemas.microsoft.com/office/drawing/2014/main" id="{2FAA3800-CF95-B175-5275-3A5D4819C811}"/>
                </a:ext>
              </a:extLst>
            </p:cNvPr>
            <p:cNvSpPr/>
            <p:nvPr/>
          </p:nvSpPr>
          <p:spPr>
            <a:xfrm>
              <a:off x="2433014" y="2655454"/>
              <a:ext cx="1037339" cy="361636"/>
            </a:xfrm>
            <a:custGeom>
              <a:avLst/>
              <a:gdLst/>
              <a:ahLst/>
              <a:cxnLst/>
              <a:rect l="l" t="t" r="r" b="b"/>
              <a:pathLst>
                <a:path w="28567" h="9959" extrusionOk="0">
                  <a:moveTo>
                    <a:pt x="23575" y="1"/>
                  </a:moveTo>
                  <a:cubicBezTo>
                    <a:pt x="23555" y="1"/>
                    <a:pt x="23536" y="1"/>
                    <a:pt x="23517" y="2"/>
                  </a:cubicBezTo>
                  <a:lnTo>
                    <a:pt x="0" y="2"/>
                  </a:lnTo>
                  <a:lnTo>
                    <a:pt x="0" y="9958"/>
                  </a:lnTo>
                  <a:lnTo>
                    <a:pt x="23517" y="9958"/>
                  </a:lnTo>
                  <a:cubicBezTo>
                    <a:pt x="24016" y="9958"/>
                    <a:pt x="24480" y="9762"/>
                    <a:pt x="24819" y="9405"/>
                  </a:cubicBezTo>
                  <a:lnTo>
                    <a:pt x="27888" y="6229"/>
                  </a:lnTo>
                  <a:cubicBezTo>
                    <a:pt x="28566" y="5533"/>
                    <a:pt x="28566" y="4427"/>
                    <a:pt x="27888" y="3731"/>
                  </a:cubicBezTo>
                  <a:lnTo>
                    <a:pt x="24819" y="537"/>
                  </a:lnTo>
                  <a:cubicBezTo>
                    <a:pt x="24493" y="211"/>
                    <a:pt x="24052" y="1"/>
                    <a:pt x="235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2" name="Google Shape;1613;p39">
              <a:extLst>
                <a:ext uri="{FF2B5EF4-FFF2-40B4-BE49-F238E27FC236}">
                  <a16:creationId xmlns:a16="http://schemas.microsoft.com/office/drawing/2014/main" id="{2E9258C3-6F1C-F2AB-710B-74111F36A918}"/>
                </a:ext>
              </a:extLst>
            </p:cNvPr>
            <p:cNvSpPr/>
            <p:nvPr/>
          </p:nvSpPr>
          <p:spPr>
            <a:xfrm>
              <a:off x="2083744" y="2562853"/>
              <a:ext cx="546249" cy="546866"/>
            </a:xfrm>
            <a:custGeom>
              <a:avLst/>
              <a:gdLst/>
              <a:ahLst/>
              <a:cxnLst/>
              <a:rect l="l" t="t" r="r" b="b"/>
              <a:pathLst>
                <a:path w="15043" h="15060" extrusionOk="0">
                  <a:moveTo>
                    <a:pt x="7531" y="0"/>
                  </a:moveTo>
                  <a:cubicBezTo>
                    <a:pt x="3373" y="0"/>
                    <a:pt x="1" y="3373"/>
                    <a:pt x="1" y="7530"/>
                  </a:cubicBezTo>
                  <a:cubicBezTo>
                    <a:pt x="1" y="11687"/>
                    <a:pt x="3373" y="15060"/>
                    <a:pt x="7531" y="15060"/>
                  </a:cubicBezTo>
                  <a:cubicBezTo>
                    <a:pt x="11670" y="15060"/>
                    <a:pt x="15042" y="11687"/>
                    <a:pt x="15042" y="7530"/>
                  </a:cubicBezTo>
                  <a:cubicBezTo>
                    <a:pt x="15042" y="3373"/>
                    <a:pt x="11670" y="0"/>
                    <a:pt x="7531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13" name="Google Shape;1614;p39">
              <a:extLst>
                <a:ext uri="{FF2B5EF4-FFF2-40B4-BE49-F238E27FC236}">
                  <a16:creationId xmlns:a16="http://schemas.microsoft.com/office/drawing/2014/main" id="{6147D566-45DE-49E1-B66E-062D98D3556E}"/>
                </a:ext>
              </a:extLst>
            </p:cNvPr>
            <p:cNvSpPr/>
            <p:nvPr/>
          </p:nvSpPr>
          <p:spPr>
            <a:xfrm>
              <a:off x="2149835" y="2629270"/>
              <a:ext cx="414071" cy="414035"/>
            </a:xfrm>
            <a:custGeom>
              <a:avLst/>
              <a:gdLst/>
              <a:ahLst/>
              <a:cxnLst/>
              <a:rect l="l" t="t" r="r" b="b"/>
              <a:pathLst>
                <a:path w="11403" h="11402" extrusionOk="0">
                  <a:moveTo>
                    <a:pt x="5711" y="0"/>
                  </a:moveTo>
                  <a:cubicBezTo>
                    <a:pt x="2552" y="0"/>
                    <a:pt x="1" y="2552"/>
                    <a:pt x="1" y="5710"/>
                  </a:cubicBezTo>
                  <a:cubicBezTo>
                    <a:pt x="1" y="8850"/>
                    <a:pt x="2552" y="11402"/>
                    <a:pt x="5711" y="11402"/>
                  </a:cubicBezTo>
                  <a:cubicBezTo>
                    <a:pt x="8851" y="11402"/>
                    <a:pt x="11402" y="8850"/>
                    <a:pt x="11402" y="5710"/>
                  </a:cubicBezTo>
                  <a:cubicBezTo>
                    <a:pt x="11402" y="2552"/>
                    <a:pt x="8851" y="0"/>
                    <a:pt x="57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4" name="Google Shape;1615;p39">
              <a:extLst>
                <a:ext uri="{FF2B5EF4-FFF2-40B4-BE49-F238E27FC236}">
                  <a16:creationId xmlns:a16="http://schemas.microsoft.com/office/drawing/2014/main" id="{9D82458F-31ED-9ACE-273D-12E059A11DEB}"/>
                </a:ext>
              </a:extLst>
            </p:cNvPr>
            <p:cNvSpPr/>
            <p:nvPr/>
          </p:nvSpPr>
          <p:spPr>
            <a:xfrm>
              <a:off x="5738802" y="2655454"/>
              <a:ext cx="1037339" cy="361636"/>
            </a:xfrm>
            <a:custGeom>
              <a:avLst/>
              <a:gdLst/>
              <a:ahLst/>
              <a:cxnLst/>
              <a:rect l="l" t="t" r="r" b="b"/>
              <a:pathLst>
                <a:path w="28567" h="9959" extrusionOk="0">
                  <a:moveTo>
                    <a:pt x="23591" y="1"/>
                  </a:moveTo>
                  <a:cubicBezTo>
                    <a:pt x="23572" y="1"/>
                    <a:pt x="23553" y="1"/>
                    <a:pt x="23535" y="2"/>
                  </a:cubicBezTo>
                  <a:lnTo>
                    <a:pt x="0" y="2"/>
                  </a:lnTo>
                  <a:lnTo>
                    <a:pt x="0" y="9958"/>
                  </a:lnTo>
                  <a:lnTo>
                    <a:pt x="23535" y="9958"/>
                  </a:lnTo>
                  <a:cubicBezTo>
                    <a:pt x="24017" y="9958"/>
                    <a:pt x="24498" y="9762"/>
                    <a:pt x="24837" y="9405"/>
                  </a:cubicBezTo>
                  <a:lnTo>
                    <a:pt x="27906" y="6229"/>
                  </a:lnTo>
                  <a:cubicBezTo>
                    <a:pt x="28566" y="5533"/>
                    <a:pt x="28566" y="4427"/>
                    <a:pt x="27906" y="3731"/>
                  </a:cubicBezTo>
                  <a:lnTo>
                    <a:pt x="24837" y="537"/>
                  </a:lnTo>
                  <a:cubicBezTo>
                    <a:pt x="24511" y="211"/>
                    <a:pt x="24054" y="1"/>
                    <a:pt x="23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5" name="Google Shape;1616;p39">
              <a:extLst>
                <a:ext uri="{FF2B5EF4-FFF2-40B4-BE49-F238E27FC236}">
                  <a16:creationId xmlns:a16="http://schemas.microsoft.com/office/drawing/2014/main" id="{609123FE-55AA-10C3-883B-E1414845A703}"/>
                </a:ext>
              </a:extLst>
            </p:cNvPr>
            <p:cNvSpPr/>
            <p:nvPr/>
          </p:nvSpPr>
          <p:spPr>
            <a:xfrm>
              <a:off x="5389569" y="2562853"/>
              <a:ext cx="546866" cy="546866"/>
            </a:xfrm>
            <a:custGeom>
              <a:avLst/>
              <a:gdLst/>
              <a:ahLst/>
              <a:cxnLst/>
              <a:rect l="l" t="t" r="r" b="b"/>
              <a:pathLst>
                <a:path w="15060" h="15060" extrusionOk="0">
                  <a:moveTo>
                    <a:pt x="7530" y="0"/>
                  </a:moveTo>
                  <a:cubicBezTo>
                    <a:pt x="3372" y="0"/>
                    <a:pt x="0" y="3373"/>
                    <a:pt x="0" y="7530"/>
                  </a:cubicBezTo>
                  <a:cubicBezTo>
                    <a:pt x="0" y="11687"/>
                    <a:pt x="3372" y="15060"/>
                    <a:pt x="7530" y="15060"/>
                  </a:cubicBezTo>
                  <a:cubicBezTo>
                    <a:pt x="11687" y="15060"/>
                    <a:pt x="15059" y="11687"/>
                    <a:pt x="15059" y="7530"/>
                  </a:cubicBezTo>
                  <a:cubicBezTo>
                    <a:pt x="15059" y="3373"/>
                    <a:pt x="11687" y="0"/>
                    <a:pt x="753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16" name="Google Shape;1617;p39">
              <a:extLst>
                <a:ext uri="{FF2B5EF4-FFF2-40B4-BE49-F238E27FC236}">
                  <a16:creationId xmlns:a16="http://schemas.microsoft.com/office/drawing/2014/main" id="{FC8EA8B2-4209-3650-5AA7-E5299B2F2414}"/>
                </a:ext>
              </a:extLst>
            </p:cNvPr>
            <p:cNvSpPr/>
            <p:nvPr/>
          </p:nvSpPr>
          <p:spPr>
            <a:xfrm>
              <a:off x="5455661" y="2628945"/>
              <a:ext cx="414689" cy="414035"/>
            </a:xfrm>
            <a:custGeom>
              <a:avLst/>
              <a:gdLst/>
              <a:ahLst/>
              <a:cxnLst/>
              <a:rect l="l" t="t" r="r" b="b"/>
              <a:pathLst>
                <a:path w="11420" h="11402" extrusionOk="0">
                  <a:moveTo>
                    <a:pt x="5710" y="0"/>
                  </a:moveTo>
                  <a:cubicBezTo>
                    <a:pt x="2569" y="0"/>
                    <a:pt x="0" y="2552"/>
                    <a:pt x="0" y="5710"/>
                  </a:cubicBezTo>
                  <a:cubicBezTo>
                    <a:pt x="0" y="8850"/>
                    <a:pt x="2569" y="11402"/>
                    <a:pt x="5710" y="11402"/>
                  </a:cubicBezTo>
                  <a:cubicBezTo>
                    <a:pt x="8868" y="11402"/>
                    <a:pt x="11419" y="8850"/>
                    <a:pt x="11419" y="5710"/>
                  </a:cubicBezTo>
                  <a:cubicBezTo>
                    <a:pt x="11419" y="2552"/>
                    <a:pt x="8868" y="0"/>
                    <a:pt x="5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7" name="Google Shape;1618;p39">
              <a:extLst>
                <a:ext uri="{FF2B5EF4-FFF2-40B4-BE49-F238E27FC236}">
                  <a16:creationId xmlns:a16="http://schemas.microsoft.com/office/drawing/2014/main" id="{F889AD4F-3242-2AB3-8816-908C30D2E59F}"/>
                </a:ext>
              </a:extLst>
            </p:cNvPr>
            <p:cNvSpPr/>
            <p:nvPr/>
          </p:nvSpPr>
          <p:spPr>
            <a:xfrm>
              <a:off x="4072926" y="2655454"/>
              <a:ext cx="1037993" cy="361636"/>
            </a:xfrm>
            <a:custGeom>
              <a:avLst/>
              <a:gdLst/>
              <a:ahLst/>
              <a:cxnLst/>
              <a:rect l="l" t="t" r="r" b="b"/>
              <a:pathLst>
                <a:path w="28585" h="9959" extrusionOk="0">
                  <a:moveTo>
                    <a:pt x="23609" y="1"/>
                  </a:moveTo>
                  <a:cubicBezTo>
                    <a:pt x="23591" y="1"/>
                    <a:pt x="23572" y="1"/>
                    <a:pt x="23553" y="2"/>
                  </a:cubicBezTo>
                  <a:lnTo>
                    <a:pt x="1" y="2"/>
                  </a:lnTo>
                  <a:lnTo>
                    <a:pt x="1" y="9958"/>
                  </a:lnTo>
                  <a:lnTo>
                    <a:pt x="23553" y="9958"/>
                  </a:lnTo>
                  <a:cubicBezTo>
                    <a:pt x="24035" y="9958"/>
                    <a:pt x="24499" y="9762"/>
                    <a:pt x="24856" y="9405"/>
                  </a:cubicBezTo>
                  <a:lnTo>
                    <a:pt x="27907" y="6229"/>
                  </a:lnTo>
                  <a:cubicBezTo>
                    <a:pt x="28585" y="5533"/>
                    <a:pt x="28585" y="4427"/>
                    <a:pt x="27907" y="3731"/>
                  </a:cubicBezTo>
                  <a:lnTo>
                    <a:pt x="24856" y="537"/>
                  </a:lnTo>
                  <a:cubicBezTo>
                    <a:pt x="24513" y="211"/>
                    <a:pt x="24071" y="1"/>
                    <a:pt x="23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8" name="Google Shape;1619;p39">
              <a:extLst>
                <a:ext uri="{FF2B5EF4-FFF2-40B4-BE49-F238E27FC236}">
                  <a16:creationId xmlns:a16="http://schemas.microsoft.com/office/drawing/2014/main" id="{DE0EED56-E71C-A2F4-1EF8-D0AB933A78C5}"/>
                </a:ext>
              </a:extLst>
            </p:cNvPr>
            <p:cNvSpPr/>
            <p:nvPr/>
          </p:nvSpPr>
          <p:spPr>
            <a:xfrm>
              <a:off x="3724346" y="2562853"/>
              <a:ext cx="546866" cy="546866"/>
            </a:xfrm>
            <a:custGeom>
              <a:avLst/>
              <a:gdLst/>
              <a:ahLst/>
              <a:cxnLst/>
              <a:rect l="l" t="t" r="r" b="b"/>
              <a:pathLst>
                <a:path w="15060" h="15060" extrusionOk="0">
                  <a:moveTo>
                    <a:pt x="7530" y="0"/>
                  </a:moveTo>
                  <a:cubicBezTo>
                    <a:pt x="3373" y="0"/>
                    <a:pt x="1" y="3373"/>
                    <a:pt x="1" y="7530"/>
                  </a:cubicBezTo>
                  <a:cubicBezTo>
                    <a:pt x="1" y="11687"/>
                    <a:pt x="3373" y="15060"/>
                    <a:pt x="7530" y="15060"/>
                  </a:cubicBezTo>
                  <a:cubicBezTo>
                    <a:pt x="11687" y="15060"/>
                    <a:pt x="15060" y="11687"/>
                    <a:pt x="15060" y="7530"/>
                  </a:cubicBezTo>
                  <a:cubicBezTo>
                    <a:pt x="15060" y="3373"/>
                    <a:pt x="11687" y="0"/>
                    <a:pt x="7530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19" name="Google Shape;1620;p39">
              <a:extLst>
                <a:ext uri="{FF2B5EF4-FFF2-40B4-BE49-F238E27FC236}">
                  <a16:creationId xmlns:a16="http://schemas.microsoft.com/office/drawing/2014/main" id="{B6345D61-9B93-26D2-545A-F4BD73AB4EBC}"/>
                </a:ext>
              </a:extLst>
            </p:cNvPr>
            <p:cNvSpPr/>
            <p:nvPr/>
          </p:nvSpPr>
          <p:spPr>
            <a:xfrm>
              <a:off x="3790764" y="2629270"/>
              <a:ext cx="414035" cy="414035"/>
            </a:xfrm>
            <a:custGeom>
              <a:avLst/>
              <a:gdLst/>
              <a:ahLst/>
              <a:cxnLst/>
              <a:rect l="l" t="t" r="r" b="b"/>
              <a:pathLst>
                <a:path w="11402" h="11402" extrusionOk="0">
                  <a:moveTo>
                    <a:pt x="5710" y="0"/>
                  </a:moveTo>
                  <a:cubicBezTo>
                    <a:pt x="2552" y="0"/>
                    <a:pt x="0" y="2552"/>
                    <a:pt x="0" y="5710"/>
                  </a:cubicBezTo>
                  <a:cubicBezTo>
                    <a:pt x="0" y="8850"/>
                    <a:pt x="2552" y="11402"/>
                    <a:pt x="5710" y="11402"/>
                  </a:cubicBezTo>
                  <a:cubicBezTo>
                    <a:pt x="8850" y="11402"/>
                    <a:pt x="11402" y="8850"/>
                    <a:pt x="11402" y="5710"/>
                  </a:cubicBezTo>
                  <a:cubicBezTo>
                    <a:pt x="11402" y="2552"/>
                    <a:pt x="8850" y="0"/>
                    <a:pt x="5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20" name="Google Shape;1621;p39">
              <a:extLst>
                <a:ext uri="{FF2B5EF4-FFF2-40B4-BE49-F238E27FC236}">
                  <a16:creationId xmlns:a16="http://schemas.microsoft.com/office/drawing/2014/main" id="{CE2EF30F-8BCB-F9C9-583D-8D4822F7589C}"/>
                </a:ext>
              </a:extLst>
            </p:cNvPr>
            <p:cNvSpPr/>
            <p:nvPr/>
          </p:nvSpPr>
          <p:spPr>
            <a:xfrm>
              <a:off x="7392332" y="2655454"/>
              <a:ext cx="1037339" cy="361636"/>
            </a:xfrm>
            <a:custGeom>
              <a:avLst/>
              <a:gdLst/>
              <a:ahLst/>
              <a:cxnLst/>
              <a:rect l="l" t="t" r="r" b="b"/>
              <a:pathLst>
                <a:path w="28567" h="9959" extrusionOk="0">
                  <a:moveTo>
                    <a:pt x="23591" y="1"/>
                  </a:moveTo>
                  <a:cubicBezTo>
                    <a:pt x="23573" y="1"/>
                    <a:pt x="23554" y="1"/>
                    <a:pt x="23535" y="2"/>
                  </a:cubicBezTo>
                  <a:lnTo>
                    <a:pt x="1" y="2"/>
                  </a:lnTo>
                  <a:lnTo>
                    <a:pt x="1" y="9958"/>
                  </a:lnTo>
                  <a:lnTo>
                    <a:pt x="23535" y="9958"/>
                  </a:lnTo>
                  <a:cubicBezTo>
                    <a:pt x="24017" y="9958"/>
                    <a:pt x="24499" y="9762"/>
                    <a:pt x="24838" y="9405"/>
                  </a:cubicBezTo>
                  <a:lnTo>
                    <a:pt x="27907" y="6229"/>
                  </a:lnTo>
                  <a:cubicBezTo>
                    <a:pt x="28567" y="5533"/>
                    <a:pt x="28567" y="4427"/>
                    <a:pt x="27907" y="3731"/>
                  </a:cubicBezTo>
                  <a:lnTo>
                    <a:pt x="24838" y="537"/>
                  </a:lnTo>
                  <a:cubicBezTo>
                    <a:pt x="24512" y="211"/>
                    <a:pt x="24054" y="1"/>
                    <a:pt x="235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1" name="Google Shape;1622;p39">
              <a:extLst>
                <a:ext uri="{FF2B5EF4-FFF2-40B4-BE49-F238E27FC236}">
                  <a16:creationId xmlns:a16="http://schemas.microsoft.com/office/drawing/2014/main" id="{ADC68D8A-6293-6F32-7A9E-FE6144A7F11D}"/>
                </a:ext>
              </a:extLst>
            </p:cNvPr>
            <p:cNvSpPr/>
            <p:nvPr/>
          </p:nvSpPr>
          <p:spPr>
            <a:xfrm>
              <a:off x="7043099" y="2562853"/>
              <a:ext cx="546866" cy="546866"/>
            </a:xfrm>
            <a:custGeom>
              <a:avLst/>
              <a:gdLst/>
              <a:ahLst/>
              <a:cxnLst/>
              <a:rect l="l" t="t" r="r" b="b"/>
              <a:pathLst>
                <a:path w="15060" h="15060" extrusionOk="0">
                  <a:moveTo>
                    <a:pt x="7530" y="0"/>
                  </a:moveTo>
                  <a:cubicBezTo>
                    <a:pt x="3373" y="0"/>
                    <a:pt x="1" y="3373"/>
                    <a:pt x="1" y="7530"/>
                  </a:cubicBezTo>
                  <a:cubicBezTo>
                    <a:pt x="1" y="11687"/>
                    <a:pt x="3373" y="15060"/>
                    <a:pt x="7530" y="15060"/>
                  </a:cubicBezTo>
                  <a:cubicBezTo>
                    <a:pt x="11688" y="15060"/>
                    <a:pt x="15060" y="11687"/>
                    <a:pt x="15060" y="7530"/>
                  </a:cubicBezTo>
                  <a:cubicBezTo>
                    <a:pt x="15060" y="3373"/>
                    <a:pt x="11688" y="0"/>
                    <a:pt x="7530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22" name="Google Shape;1623;p39">
              <a:extLst>
                <a:ext uri="{FF2B5EF4-FFF2-40B4-BE49-F238E27FC236}">
                  <a16:creationId xmlns:a16="http://schemas.microsoft.com/office/drawing/2014/main" id="{B7F55A5B-2F7D-4724-FFF6-DCA9051D088C}"/>
                </a:ext>
              </a:extLst>
            </p:cNvPr>
            <p:cNvSpPr/>
            <p:nvPr/>
          </p:nvSpPr>
          <p:spPr>
            <a:xfrm>
              <a:off x="7109844" y="2628945"/>
              <a:ext cx="414035" cy="414035"/>
            </a:xfrm>
            <a:custGeom>
              <a:avLst/>
              <a:gdLst/>
              <a:ahLst/>
              <a:cxnLst/>
              <a:rect l="l" t="t" r="r" b="b"/>
              <a:pathLst>
                <a:path w="11402" h="11402" extrusionOk="0">
                  <a:moveTo>
                    <a:pt x="5692" y="0"/>
                  </a:moveTo>
                  <a:cubicBezTo>
                    <a:pt x="2552" y="0"/>
                    <a:pt x="0" y="2552"/>
                    <a:pt x="0" y="5710"/>
                  </a:cubicBezTo>
                  <a:cubicBezTo>
                    <a:pt x="0" y="8850"/>
                    <a:pt x="2552" y="11402"/>
                    <a:pt x="5692" y="11402"/>
                  </a:cubicBezTo>
                  <a:cubicBezTo>
                    <a:pt x="8850" y="11402"/>
                    <a:pt x="11402" y="8850"/>
                    <a:pt x="11402" y="5710"/>
                  </a:cubicBezTo>
                  <a:cubicBezTo>
                    <a:pt x="11402" y="2552"/>
                    <a:pt x="8850" y="0"/>
                    <a:pt x="56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8" name="Google Shape;1630;p39">
              <a:extLst>
                <a:ext uri="{FF2B5EF4-FFF2-40B4-BE49-F238E27FC236}">
                  <a16:creationId xmlns:a16="http://schemas.microsoft.com/office/drawing/2014/main" id="{67F72B82-71DE-635C-BA79-E87FEA88AF0A}"/>
                </a:ext>
              </a:extLst>
            </p:cNvPr>
            <p:cNvSpPr txBox="1"/>
            <p:nvPr/>
          </p:nvSpPr>
          <p:spPr>
            <a:xfrm>
              <a:off x="4153445" y="3283324"/>
              <a:ext cx="11826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29" name="Google Shape;1631;p39">
              <a:extLst>
                <a:ext uri="{FF2B5EF4-FFF2-40B4-BE49-F238E27FC236}">
                  <a16:creationId xmlns:a16="http://schemas.microsoft.com/office/drawing/2014/main" id="{304A280D-B091-CEB0-72A3-D91B119373B2}"/>
                </a:ext>
              </a:extLst>
            </p:cNvPr>
            <p:cNvSpPr txBox="1"/>
            <p:nvPr/>
          </p:nvSpPr>
          <p:spPr>
            <a:xfrm>
              <a:off x="907996" y="3283324"/>
              <a:ext cx="1182600" cy="54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0" name="Google Shape;1632;p39">
              <a:extLst>
                <a:ext uri="{FF2B5EF4-FFF2-40B4-BE49-F238E27FC236}">
                  <a16:creationId xmlns:a16="http://schemas.microsoft.com/office/drawing/2014/main" id="{8665C2D3-F4F3-6157-C5F9-20E938E1ACF5}"/>
                </a:ext>
              </a:extLst>
            </p:cNvPr>
            <p:cNvSpPr txBox="1"/>
            <p:nvPr/>
          </p:nvSpPr>
          <p:spPr>
            <a:xfrm>
              <a:off x="5834739" y="1847063"/>
              <a:ext cx="12381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1" name="Google Shape;1633;p39">
              <a:extLst>
                <a:ext uri="{FF2B5EF4-FFF2-40B4-BE49-F238E27FC236}">
                  <a16:creationId xmlns:a16="http://schemas.microsoft.com/office/drawing/2014/main" id="{6E838FBC-46F6-F7AA-C200-9D70FFBCD531}"/>
                </a:ext>
              </a:extLst>
            </p:cNvPr>
            <p:cNvSpPr txBox="1"/>
            <p:nvPr/>
          </p:nvSpPr>
          <p:spPr>
            <a:xfrm>
              <a:off x="2537849" y="1847057"/>
              <a:ext cx="11775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2" name="Google Shape;1634;p39">
              <a:extLst>
                <a:ext uri="{FF2B5EF4-FFF2-40B4-BE49-F238E27FC236}">
                  <a16:creationId xmlns:a16="http://schemas.microsoft.com/office/drawing/2014/main" id="{7CE46795-3749-40D6-A30C-0E0249E4B6CC}"/>
                </a:ext>
              </a:extLst>
            </p:cNvPr>
            <p:cNvSpPr txBox="1"/>
            <p:nvPr/>
          </p:nvSpPr>
          <p:spPr>
            <a:xfrm>
              <a:off x="7504310" y="3283324"/>
              <a:ext cx="11826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3" name="Google Shape;1635;p39">
              <a:extLst>
                <a:ext uri="{FF2B5EF4-FFF2-40B4-BE49-F238E27FC236}">
                  <a16:creationId xmlns:a16="http://schemas.microsoft.com/office/drawing/2014/main" id="{F02E5710-265A-984F-5856-16E80345075D}"/>
                </a:ext>
              </a:extLst>
            </p:cNvPr>
            <p:cNvSpPr txBox="1"/>
            <p:nvPr/>
          </p:nvSpPr>
          <p:spPr>
            <a:xfrm>
              <a:off x="1071757" y="2707340"/>
              <a:ext cx="7437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Step 01</a:t>
              </a:r>
              <a:endParaRPr lang="en-IN" sz="1600" dirty="0">
                <a:solidFill>
                  <a:srgbClr val="FFFFFF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4" name="Google Shape;1636;p39">
              <a:extLst>
                <a:ext uri="{FF2B5EF4-FFF2-40B4-BE49-F238E27FC236}">
                  <a16:creationId xmlns:a16="http://schemas.microsoft.com/office/drawing/2014/main" id="{A29324AA-287F-CBF4-A5B8-A315228CAAD0}"/>
                </a:ext>
              </a:extLst>
            </p:cNvPr>
            <p:cNvSpPr txBox="1"/>
            <p:nvPr/>
          </p:nvSpPr>
          <p:spPr>
            <a:xfrm>
              <a:off x="2717284" y="2707340"/>
              <a:ext cx="7437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Step 02</a:t>
              </a:r>
              <a:endParaRPr lang="en-IN" sz="1600" dirty="0">
                <a:solidFill>
                  <a:srgbClr val="FFFFFF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" name="Google Shape;1637;p39">
              <a:extLst>
                <a:ext uri="{FF2B5EF4-FFF2-40B4-BE49-F238E27FC236}">
                  <a16:creationId xmlns:a16="http://schemas.microsoft.com/office/drawing/2014/main" id="{21B996A9-CC05-9BE2-A66E-637709434886}"/>
                </a:ext>
              </a:extLst>
            </p:cNvPr>
            <p:cNvSpPr txBox="1"/>
            <p:nvPr/>
          </p:nvSpPr>
          <p:spPr>
            <a:xfrm>
              <a:off x="7673986" y="2707340"/>
              <a:ext cx="7437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Step 05</a:t>
              </a:r>
              <a:endParaRPr lang="en-IN" sz="1600" dirty="0">
                <a:solidFill>
                  <a:srgbClr val="FFFFFF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6" name="Google Shape;1638;p39">
              <a:extLst>
                <a:ext uri="{FF2B5EF4-FFF2-40B4-BE49-F238E27FC236}">
                  <a16:creationId xmlns:a16="http://schemas.microsoft.com/office/drawing/2014/main" id="{E7FB1788-2533-13DF-DE61-7FAF663621F4}"/>
                </a:ext>
              </a:extLst>
            </p:cNvPr>
            <p:cNvSpPr txBox="1"/>
            <p:nvPr/>
          </p:nvSpPr>
          <p:spPr>
            <a:xfrm>
              <a:off x="5991816" y="2707340"/>
              <a:ext cx="7437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Step 04</a:t>
              </a:r>
              <a:endParaRPr lang="en-IN" sz="1600" dirty="0">
                <a:solidFill>
                  <a:srgbClr val="FFFFFF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7" name="Google Shape;1639;p39">
              <a:extLst>
                <a:ext uri="{FF2B5EF4-FFF2-40B4-BE49-F238E27FC236}">
                  <a16:creationId xmlns:a16="http://schemas.microsoft.com/office/drawing/2014/main" id="{1F51B0A9-A1DB-E23F-2FAD-C3D9178E876A}"/>
                </a:ext>
              </a:extLst>
            </p:cNvPr>
            <p:cNvSpPr txBox="1"/>
            <p:nvPr/>
          </p:nvSpPr>
          <p:spPr>
            <a:xfrm>
              <a:off x="4350906" y="2707340"/>
              <a:ext cx="7437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Step 03</a:t>
              </a:r>
              <a:endParaRPr lang="en-IN" sz="1600" dirty="0">
                <a:solidFill>
                  <a:srgbClr val="FFFFFF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38" name="Google Shape;1640;p39">
              <a:extLst>
                <a:ext uri="{FF2B5EF4-FFF2-40B4-BE49-F238E27FC236}">
                  <a16:creationId xmlns:a16="http://schemas.microsoft.com/office/drawing/2014/main" id="{C3239C02-1507-3027-7286-FF221C8ED0E8}"/>
                </a:ext>
              </a:extLst>
            </p:cNvPr>
            <p:cNvGrpSpPr/>
            <p:nvPr/>
          </p:nvGrpSpPr>
          <p:grpSpPr>
            <a:xfrm>
              <a:off x="7180767" y="2701098"/>
              <a:ext cx="272069" cy="270305"/>
              <a:chOff x="5049575" y="4993600"/>
              <a:chExt cx="482050" cy="478925"/>
            </a:xfrm>
          </p:grpSpPr>
          <p:sp>
            <p:nvSpPr>
              <p:cNvPr id="53" name="Google Shape;1641;p39">
                <a:extLst>
                  <a:ext uri="{FF2B5EF4-FFF2-40B4-BE49-F238E27FC236}">
                    <a16:creationId xmlns:a16="http://schemas.microsoft.com/office/drawing/2014/main" id="{26A6331A-5742-E629-3938-D6D7309A7D32}"/>
                  </a:ext>
                </a:extLst>
              </p:cNvPr>
              <p:cNvSpPr/>
              <p:nvPr/>
            </p:nvSpPr>
            <p:spPr>
              <a:xfrm>
                <a:off x="5063200" y="5058825"/>
                <a:ext cx="315450" cy="164750"/>
              </a:xfrm>
              <a:custGeom>
                <a:avLst/>
                <a:gdLst/>
                <a:ahLst/>
                <a:cxnLst/>
                <a:rect l="l" t="t" r="r" b="b"/>
                <a:pathLst>
                  <a:path w="12618" h="6590" extrusionOk="0">
                    <a:moveTo>
                      <a:pt x="3647" y="1"/>
                    </a:moveTo>
                    <a:lnTo>
                      <a:pt x="169" y="1846"/>
                    </a:lnTo>
                    <a:cubicBezTo>
                      <a:pt x="109" y="1877"/>
                      <a:pt x="51" y="1913"/>
                      <a:pt x="0" y="1952"/>
                    </a:cubicBezTo>
                    <a:lnTo>
                      <a:pt x="8892" y="6589"/>
                    </a:lnTo>
                    <a:lnTo>
                      <a:pt x="12617" y="4746"/>
                    </a:lnTo>
                    <a:lnTo>
                      <a:pt x="36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4" name="Google Shape;1642;p39">
                <a:extLst>
                  <a:ext uri="{FF2B5EF4-FFF2-40B4-BE49-F238E27FC236}">
                    <a16:creationId xmlns:a16="http://schemas.microsoft.com/office/drawing/2014/main" id="{351AB0D9-3545-AC08-FEFC-9392984EC9BC}"/>
                  </a:ext>
                </a:extLst>
              </p:cNvPr>
              <p:cNvSpPr/>
              <p:nvPr/>
            </p:nvSpPr>
            <p:spPr>
              <a:xfrm>
                <a:off x="5299425" y="5133350"/>
                <a:ext cx="232200" cy="339175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3567" extrusionOk="0">
                    <a:moveTo>
                      <a:pt x="9284" y="1"/>
                    </a:moveTo>
                    <a:lnTo>
                      <a:pt x="4837" y="2202"/>
                    </a:lnTo>
                    <a:lnTo>
                      <a:pt x="4837" y="4680"/>
                    </a:lnTo>
                    <a:cubicBezTo>
                      <a:pt x="4837" y="4993"/>
                      <a:pt x="4584" y="5246"/>
                      <a:pt x="4271" y="5246"/>
                    </a:cubicBezTo>
                    <a:cubicBezTo>
                      <a:pt x="3957" y="5246"/>
                      <a:pt x="3707" y="4993"/>
                      <a:pt x="3707" y="4680"/>
                    </a:cubicBezTo>
                    <a:lnTo>
                      <a:pt x="3707" y="2762"/>
                    </a:lnTo>
                    <a:lnTo>
                      <a:pt x="1" y="4593"/>
                    </a:lnTo>
                    <a:lnTo>
                      <a:pt x="1" y="13566"/>
                    </a:lnTo>
                    <a:cubicBezTo>
                      <a:pt x="13" y="13560"/>
                      <a:pt x="25" y="13557"/>
                      <a:pt x="37" y="13551"/>
                    </a:cubicBezTo>
                    <a:lnTo>
                      <a:pt x="8553" y="9236"/>
                    </a:lnTo>
                    <a:cubicBezTo>
                      <a:pt x="9004" y="9010"/>
                      <a:pt x="9287" y="8550"/>
                      <a:pt x="9287" y="8047"/>
                    </a:cubicBezTo>
                    <a:lnTo>
                      <a:pt x="9287" y="52"/>
                    </a:lnTo>
                    <a:cubicBezTo>
                      <a:pt x="9287" y="34"/>
                      <a:pt x="9287" y="19"/>
                      <a:pt x="92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5" name="Google Shape;1643;p39">
                <a:extLst>
                  <a:ext uri="{FF2B5EF4-FFF2-40B4-BE49-F238E27FC236}">
                    <a16:creationId xmlns:a16="http://schemas.microsoft.com/office/drawing/2014/main" id="{10460E39-C998-37B3-DFC0-537CAECDA8AA}"/>
                  </a:ext>
                </a:extLst>
              </p:cNvPr>
              <p:cNvSpPr/>
              <p:nvPr/>
            </p:nvSpPr>
            <p:spPr>
              <a:xfrm>
                <a:off x="5184475" y="4993600"/>
                <a:ext cx="334125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13365" h="6741" extrusionOk="0">
                    <a:moveTo>
                      <a:pt x="4040" y="0"/>
                    </a:moveTo>
                    <a:cubicBezTo>
                      <a:pt x="3830" y="0"/>
                      <a:pt x="3621" y="50"/>
                      <a:pt x="3430" y="149"/>
                    </a:cubicBezTo>
                    <a:lnTo>
                      <a:pt x="0" y="1971"/>
                    </a:lnTo>
                    <a:lnTo>
                      <a:pt x="9013" y="6741"/>
                    </a:lnTo>
                    <a:lnTo>
                      <a:pt x="13364" y="4588"/>
                    </a:lnTo>
                    <a:cubicBezTo>
                      <a:pt x="13298" y="4537"/>
                      <a:pt x="13226" y="4492"/>
                      <a:pt x="13151" y="4455"/>
                    </a:cubicBezTo>
                    <a:lnTo>
                      <a:pt x="4638" y="140"/>
                    </a:lnTo>
                    <a:lnTo>
                      <a:pt x="4635" y="140"/>
                    </a:lnTo>
                    <a:cubicBezTo>
                      <a:pt x="4446" y="47"/>
                      <a:pt x="4243" y="0"/>
                      <a:pt x="40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6" name="Google Shape;1644;p39">
                <a:extLst>
                  <a:ext uri="{FF2B5EF4-FFF2-40B4-BE49-F238E27FC236}">
                    <a16:creationId xmlns:a16="http://schemas.microsoft.com/office/drawing/2014/main" id="{93AF579C-A902-DDA8-E022-106F324BBF7B}"/>
                  </a:ext>
                </a:extLst>
              </p:cNvPr>
              <p:cNvSpPr/>
              <p:nvPr/>
            </p:nvSpPr>
            <p:spPr>
              <a:xfrm>
                <a:off x="5049575" y="5132450"/>
                <a:ext cx="221650" cy="339925"/>
              </a:xfrm>
              <a:custGeom>
                <a:avLst/>
                <a:gdLst/>
                <a:ahLst/>
                <a:cxnLst/>
                <a:rect l="l" t="t" r="r" b="b"/>
                <a:pathLst>
                  <a:path w="8866" h="13597" extrusionOk="0">
                    <a:moveTo>
                      <a:pt x="5803" y="5648"/>
                    </a:moveTo>
                    <a:cubicBezTo>
                      <a:pt x="5997" y="5648"/>
                      <a:pt x="6186" y="5748"/>
                      <a:pt x="6291" y="5927"/>
                    </a:cubicBezTo>
                    <a:cubicBezTo>
                      <a:pt x="6450" y="6195"/>
                      <a:pt x="6360" y="6541"/>
                      <a:pt x="6092" y="6701"/>
                    </a:cubicBezTo>
                    <a:lnTo>
                      <a:pt x="3843" y="8016"/>
                    </a:lnTo>
                    <a:lnTo>
                      <a:pt x="3834" y="8023"/>
                    </a:lnTo>
                    <a:lnTo>
                      <a:pt x="3831" y="8026"/>
                    </a:lnTo>
                    <a:lnTo>
                      <a:pt x="3818" y="8029"/>
                    </a:lnTo>
                    <a:cubicBezTo>
                      <a:pt x="3812" y="8032"/>
                      <a:pt x="3806" y="8035"/>
                      <a:pt x="3800" y="8038"/>
                    </a:cubicBezTo>
                    <a:lnTo>
                      <a:pt x="3785" y="8047"/>
                    </a:lnTo>
                    <a:lnTo>
                      <a:pt x="3767" y="8053"/>
                    </a:lnTo>
                    <a:lnTo>
                      <a:pt x="3752" y="8059"/>
                    </a:lnTo>
                    <a:lnTo>
                      <a:pt x="3734" y="8065"/>
                    </a:lnTo>
                    <a:lnTo>
                      <a:pt x="3716" y="8071"/>
                    </a:lnTo>
                    <a:lnTo>
                      <a:pt x="3698" y="8077"/>
                    </a:lnTo>
                    <a:cubicBezTo>
                      <a:pt x="3692" y="8077"/>
                      <a:pt x="3686" y="8080"/>
                      <a:pt x="3680" y="8080"/>
                    </a:cubicBezTo>
                    <a:cubicBezTo>
                      <a:pt x="3671" y="8083"/>
                      <a:pt x="3668" y="8083"/>
                      <a:pt x="3665" y="8083"/>
                    </a:cubicBezTo>
                    <a:lnTo>
                      <a:pt x="3641" y="8089"/>
                    </a:lnTo>
                    <a:lnTo>
                      <a:pt x="3629" y="8089"/>
                    </a:lnTo>
                    <a:cubicBezTo>
                      <a:pt x="3620" y="8089"/>
                      <a:pt x="3611" y="8092"/>
                      <a:pt x="3602" y="8092"/>
                    </a:cubicBezTo>
                    <a:lnTo>
                      <a:pt x="3484" y="8092"/>
                    </a:lnTo>
                    <a:lnTo>
                      <a:pt x="3466" y="8089"/>
                    </a:lnTo>
                    <a:cubicBezTo>
                      <a:pt x="3460" y="8089"/>
                      <a:pt x="3454" y="8086"/>
                      <a:pt x="3448" y="8086"/>
                    </a:cubicBezTo>
                    <a:cubicBezTo>
                      <a:pt x="3442" y="8083"/>
                      <a:pt x="3436" y="8083"/>
                      <a:pt x="3433" y="8080"/>
                    </a:cubicBezTo>
                    <a:lnTo>
                      <a:pt x="3412" y="8077"/>
                    </a:lnTo>
                    <a:cubicBezTo>
                      <a:pt x="3406" y="8077"/>
                      <a:pt x="3403" y="8074"/>
                      <a:pt x="3397" y="8071"/>
                    </a:cubicBezTo>
                    <a:lnTo>
                      <a:pt x="3376" y="8065"/>
                    </a:lnTo>
                    <a:lnTo>
                      <a:pt x="3361" y="8062"/>
                    </a:lnTo>
                    <a:lnTo>
                      <a:pt x="3343" y="8053"/>
                    </a:lnTo>
                    <a:lnTo>
                      <a:pt x="3328" y="8047"/>
                    </a:lnTo>
                    <a:lnTo>
                      <a:pt x="3310" y="8038"/>
                    </a:lnTo>
                    <a:lnTo>
                      <a:pt x="3295" y="8032"/>
                    </a:lnTo>
                    <a:cubicBezTo>
                      <a:pt x="3289" y="8029"/>
                      <a:pt x="3282" y="8026"/>
                      <a:pt x="3276" y="8019"/>
                    </a:cubicBezTo>
                    <a:lnTo>
                      <a:pt x="3261" y="8013"/>
                    </a:lnTo>
                    <a:lnTo>
                      <a:pt x="3246" y="8001"/>
                    </a:lnTo>
                    <a:cubicBezTo>
                      <a:pt x="3240" y="7998"/>
                      <a:pt x="3237" y="7995"/>
                      <a:pt x="3231" y="7992"/>
                    </a:cubicBezTo>
                    <a:lnTo>
                      <a:pt x="3216" y="7980"/>
                    </a:lnTo>
                    <a:cubicBezTo>
                      <a:pt x="3210" y="7977"/>
                      <a:pt x="3207" y="7974"/>
                      <a:pt x="3201" y="7968"/>
                    </a:cubicBezTo>
                    <a:cubicBezTo>
                      <a:pt x="3198" y="7965"/>
                      <a:pt x="3192" y="7962"/>
                      <a:pt x="3186" y="7956"/>
                    </a:cubicBezTo>
                    <a:lnTo>
                      <a:pt x="3174" y="7944"/>
                    </a:lnTo>
                    <a:lnTo>
                      <a:pt x="3159" y="7932"/>
                    </a:lnTo>
                    <a:lnTo>
                      <a:pt x="3147" y="7917"/>
                    </a:lnTo>
                    <a:cubicBezTo>
                      <a:pt x="3141" y="7914"/>
                      <a:pt x="3138" y="7908"/>
                      <a:pt x="3135" y="7905"/>
                    </a:cubicBezTo>
                    <a:lnTo>
                      <a:pt x="3120" y="7890"/>
                    </a:lnTo>
                    <a:lnTo>
                      <a:pt x="3111" y="7875"/>
                    </a:lnTo>
                    <a:cubicBezTo>
                      <a:pt x="3105" y="7869"/>
                      <a:pt x="3102" y="7863"/>
                      <a:pt x="3096" y="7857"/>
                    </a:cubicBezTo>
                    <a:lnTo>
                      <a:pt x="3087" y="7845"/>
                    </a:lnTo>
                    <a:lnTo>
                      <a:pt x="3075" y="7827"/>
                    </a:lnTo>
                    <a:lnTo>
                      <a:pt x="3069" y="7815"/>
                    </a:lnTo>
                    <a:lnTo>
                      <a:pt x="3069" y="7812"/>
                    </a:lnTo>
                    <a:lnTo>
                      <a:pt x="3063" y="7803"/>
                    </a:lnTo>
                    <a:lnTo>
                      <a:pt x="2415" y="6631"/>
                    </a:lnTo>
                    <a:cubicBezTo>
                      <a:pt x="2265" y="6357"/>
                      <a:pt x="2367" y="6014"/>
                      <a:pt x="2641" y="5863"/>
                    </a:cubicBezTo>
                    <a:lnTo>
                      <a:pt x="2635" y="5863"/>
                    </a:lnTo>
                    <a:cubicBezTo>
                      <a:pt x="2722" y="5816"/>
                      <a:pt x="2815" y="5793"/>
                      <a:pt x="2908" y="5793"/>
                    </a:cubicBezTo>
                    <a:cubicBezTo>
                      <a:pt x="3107" y="5793"/>
                      <a:pt x="3300" y="5899"/>
                      <a:pt x="3403" y="6086"/>
                    </a:cubicBezTo>
                    <a:lnTo>
                      <a:pt x="3770" y="6752"/>
                    </a:lnTo>
                    <a:lnTo>
                      <a:pt x="5520" y="5725"/>
                    </a:lnTo>
                    <a:cubicBezTo>
                      <a:pt x="5609" y="5673"/>
                      <a:pt x="5707" y="5648"/>
                      <a:pt x="5803" y="5648"/>
                    </a:cubicBezTo>
                    <a:close/>
                    <a:moveTo>
                      <a:pt x="6" y="1"/>
                    </a:moveTo>
                    <a:cubicBezTo>
                      <a:pt x="3" y="25"/>
                      <a:pt x="0" y="52"/>
                      <a:pt x="0" y="76"/>
                    </a:cubicBezTo>
                    <a:lnTo>
                      <a:pt x="0" y="8095"/>
                    </a:lnTo>
                    <a:cubicBezTo>
                      <a:pt x="0" y="8589"/>
                      <a:pt x="274" y="9043"/>
                      <a:pt x="714" y="9269"/>
                    </a:cubicBezTo>
                    <a:lnTo>
                      <a:pt x="8820" y="13572"/>
                    </a:lnTo>
                    <a:lnTo>
                      <a:pt x="8826" y="13575"/>
                    </a:lnTo>
                    <a:lnTo>
                      <a:pt x="8865" y="13596"/>
                    </a:lnTo>
                    <a:lnTo>
                      <a:pt x="8865" y="4620"/>
                    </a:ln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39" name="Google Shape;1645;p39">
              <a:extLst>
                <a:ext uri="{FF2B5EF4-FFF2-40B4-BE49-F238E27FC236}">
                  <a16:creationId xmlns:a16="http://schemas.microsoft.com/office/drawing/2014/main" id="{B8B6F98A-65B1-EDD5-294A-F5960F3989B5}"/>
                </a:ext>
              </a:extLst>
            </p:cNvPr>
            <p:cNvGrpSpPr/>
            <p:nvPr/>
          </p:nvGrpSpPr>
          <p:grpSpPr>
            <a:xfrm>
              <a:off x="2199096" y="2748753"/>
              <a:ext cx="315440" cy="174785"/>
              <a:chOff x="903075" y="2730000"/>
              <a:chExt cx="475275" cy="263350"/>
            </a:xfrm>
          </p:grpSpPr>
          <p:sp>
            <p:nvSpPr>
              <p:cNvPr id="50" name="Google Shape;1646;p39">
                <a:extLst>
                  <a:ext uri="{FF2B5EF4-FFF2-40B4-BE49-F238E27FC236}">
                    <a16:creationId xmlns:a16="http://schemas.microsoft.com/office/drawing/2014/main" id="{B16DA271-CBE8-1C30-C4B3-B0CE0A0474F1}"/>
                  </a:ext>
                </a:extLst>
              </p:cNvPr>
              <p:cNvSpPr/>
              <p:nvPr/>
            </p:nvSpPr>
            <p:spPr>
              <a:xfrm>
                <a:off x="986725" y="2807325"/>
                <a:ext cx="308000" cy="108800"/>
              </a:xfrm>
              <a:custGeom>
                <a:avLst/>
                <a:gdLst/>
                <a:ahLst/>
                <a:cxnLst/>
                <a:rect l="l" t="t" r="r" b="b"/>
                <a:pathLst>
                  <a:path w="12320" h="4352" extrusionOk="0">
                    <a:moveTo>
                      <a:pt x="6161" y="482"/>
                    </a:moveTo>
                    <a:cubicBezTo>
                      <a:pt x="6845" y="482"/>
                      <a:pt x="7462" y="894"/>
                      <a:pt x="7724" y="1527"/>
                    </a:cubicBezTo>
                    <a:cubicBezTo>
                      <a:pt x="7986" y="2159"/>
                      <a:pt x="7838" y="2888"/>
                      <a:pt x="7357" y="3370"/>
                    </a:cubicBezTo>
                    <a:cubicBezTo>
                      <a:pt x="7032" y="3694"/>
                      <a:pt x="6599" y="3866"/>
                      <a:pt x="6158" y="3866"/>
                    </a:cubicBezTo>
                    <a:cubicBezTo>
                      <a:pt x="5940" y="3866"/>
                      <a:pt x="5720" y="3824"/>
                      <a:pt x="5511" y="3737"/>
                    </a:cubicBezTo>
                    <a:cubicBezTo>
                      <a:pt x="4881" y="3475"/>
                      <a:pt x="4469" y="2858"/>
                      <a:pt x="4469" y="2174"/>
                    </a:cubicBezTo>
                    <a:cubicBezTo>
                      <a:pt x="4469" y="1241"/>
                      <a:pt x="5225" y="482"/>
                      <a:pt x="6161" y="482"/>
                    </a:cubicBezTo>
                    <a:close/>
                    <a:moveTo>
                      <a:pt x="1418" y="0"/>
                    </a:moveTo>
                    <a:cubicBezTo>
                      <a:pt x="1220" y="684"/>
                      <a:pt x="684" y="1220"/>
                      <a:pt x="0" y="1415"/>
                    </a:cubicBezTo>
                    <a:lnTo>
                      <a:pt x="0" y="2933"/>
                    </a:lnTo>
                    <a:cubicBezTo>
                      <a:pt x="684" y="3129"/>
                      <a:pt x="1220" y="3665"/>
                      <a:pt x="1418" y="4351"/>
                    </a:cubicBezTo>
                    <a:lnTo>
                      <a:pt x="10904" y="4351"/>
                    </a:lnTo>
                    <a:cubicBezTo>
                      <a:pt x="11100" y="3665"/>
                      <a:pt x="11636" y="3129"/>
                      <a:pt x="12319" y="2933"/>
                    </a:cubicBezTo>
                    <a:lnTo>
                      <a:pt x="12319" y="1415"/>
                    </a:lnTo>
                    <a:cubicBezTo>
                      <a:pt x="11636" y="1220"/>
                      <a:pt x="11100" y="684"/>
                      <a:pt x="109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1" name="Google Shape;1647;p39">
                <a:extLst>
                  <a:ext uri="{FF2B5EF4-FFF2-40B4-BE49-F238E27FC236}">
                    <a16:creationId xmlns:a16="http://schemas.microsoft.com/office/drawing/2014/main" id="{1FDA6783-EAFB-49FD-B349-DE773C2C3714}"/>
                  </a:ext>
                </a:extLst>
              </p:cNvPr>
              <p:cNvSpPr/>
              <p:nvPr/>
            </p:nvSpPr>
            <p:spPr>
              <a:xfrm>
                <a:off x="1126675" y="2847600"/>
                <a:ext cx="28100" cy="28175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1127" extrusionOk="0">
                    <a:moveTo>
                      <a:pt x="563" y="0"/>
                    </a:moveTo>
                    <a:cubicBezTo>
                      <a:pt x="250" y="0"/>
                      <a:pt x="0" y="253"/>
                      <a:pt x="0" y="563"/>
                    </a:cubicBezTo>
                    <a:cubicBezTo>
                      <a:pt x="0" y="873"/>
                      <a:pt x="250" y="1126"/>
                      <a:pt x="563" y="1126"/>
                    </a:cubicBezTo>
                    <a:cubicBezTo>
                      <a:pt x="873" y="1126"/>
                      <a:pt x="1123" y="873"/>
                      <a:pt x="1123" y="563"/>
                    </a:cubicBezTo>
                    <a:cubicBezTo>
                      <a:pt x="1123" y="253"/>
                      <a:pt x="873" y="0"/>
                      <a:pt x="5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2" name="Google Shape;1648;p39">
                <a:extLst>
                  <a:ext uri="{FF2B5EF4-FFF2-40B4-BE49-F238E27FC236}">
                    <a16:creationId xmlns:a16="http://schemas.microsoft.com/office/drawing/2014/main" id="{5C57FCD2-BE6D-8FC5-39D0-4EEC7D6F5D59}"/>
                  </a:ext>
                </a:extLst>
              </p:cNvPr>
              <p:cNvSpPr/>
              <p:nvPr/>
            </p:nvSpPr>
            <p:spPr>
              <a:xfrm>
                <a:off x="903075" y="2730000"/>
                <a:ext cx="475275" cy="263350"/>
              </a:xfrm>
              <a:custGeom>
                <a:avLst/>
                <a:gdLst/>
                <a:ahLst/>
                <a:cxnLst/>
                <a:rect l="l" t="t" r="r" b="b"/>
                <a:pathLst>
                  <a:path w="19011" h="10534" extrusionOk="0">
                    <a:moveTo>
                      <a:pt x="14735" y="1964"/>
                    </a:moveTo>
                    <a:cubicBezTo>
                      <a:pt x="15045" y="1964"/>
                      <a:pt x="15298" y="2217"/>
                      <a:pt x="15298" y="2530"/>
                    </a:cubicBezTo>
                    <a:cubicBezTo>
                      <a:pt x="15298" y="3042"/>
                      <a:pt x="15716" y="3460"/>
                      <a:pt x="16231" y="3460"/>
                    </a:cubicBezTo>
                    <a:cubicBezTo>
                      <a:pt x="16541" y="3460"/>
                      <a:pt x="16794" y="3713"/>
                      <a:pt x="16794" y="4026"/>
                    </a:cubicBezTo>
                    <a:lnTo>
                      <a:pt x="16794" y="6511"/>
                    </a:lnTo>
                    <a:cubicBezTo>
                      <a:pt x="16794" y="6821"/>
                      <a:pt x="16541" y="7074"/>
                      <a:pt x="16231" y="7074"/>
                    </a:cubicBezTo>
                    <a:cubicBezTo>
                      <a:pt x="15716" y="7074"/>
                      <a:pt x="15298" y="7492"/>
                      <a:pt x="15298" y="8007"/>
                    </a:cubicBezTo>
                    <a:cubicBezTo>
                      <a:pt x="15298" y="8318"/>
                      <a:pt x="15045" y="8570"/>
                      <a:pt x="14735" y="8570"/>
                    </a:cubicBezTo>
                    <a:lnTo>
                      <a:pt x="4277" y="8570"/>
                    </a:lnTo>
                    <a:cubicBezTo>
                      <a:pt x="3966" y="8570"/>
                      <a:pt x="3714" y="8318"/>
                      <a:pt x="3714" y="8007"/>
                    </a:cubicBezTo>
                    <a:cubicBezTo>
                      <a:pt x="3714" y="7492"/>
                      <a:pt x="3295" y="7074"/>
                      <a:pt x="2783" y="7074"/>
                    </a:cubicBezTo>
                    <a:cubicBezTo>
                      <a:pt x="2470" y="7074"/>
                      <a:pt x="2217" y="6821"/>
                      <a:pt x="2217" y="6511"/>
                    </a:cubicBezTo>
                    <a:lnTo>
                      <a:pt x="2217" y="4026"/>
                    </a:lnTo>
                    <a:cubicBezTo>
                      <a:pt x="2217" y="3713"/>
                      <a:pt x="2470" y="3460"/>
                      <a:pt x="2783" y="3460"/>
                    </a:cubicBezTo>
                    <a:cubicBezTo>
                      <a:pt x="3295" y="3460"/>
                      <a:pt x="3714" y="3042"/>
                      <a:pt x="3714" y="2530"/>
                    </a:cubicBezTo>
                    <a:cubicBezTo>
                      <a:pt x="3714" y="2217"/>
                      <a:pt x="3966" y="1964"/>
                      <a:pt x="4277" y="1964"/>
                    </a:cubicBezTo>
                    <a:close/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lnTo>
                      <a:pt x="1" y="9968"/>
                    </a:lnTo>
                    <a:cubicBezTo>
                      <a:pt x="1" y="10281"/>
                      <a:pt x="254" y="10534"/>
                      <a:pt x="567" y="10534"/>
                    </a:cubicBezTo>
                    <a:lnTo>
                      <a:pt x="18445" y="10534"/>
                    </a:lnTo>
                    <a:cubicBezTo>
                      <a:pt x="18758" y="10534"/>
                      <a:pt x="19011" y="10281"/>
                      <a:pt x="19011" y="9968"/>
                    </a:cubicBezTo>
                    <a:lnTo>
                      <a:pt x="19011" y="567"/>
                    </a:lnTo>
                    <a:cubicBezTo>
                      <a:pt x="19011" y="253"/>
                      <a:pt x="18758" y="0"/>
                      <a:pt x="184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</p:grpSp>
        <p:sp>
          <p:nvSpPr>
            <p:cNvPr id="40" name="Google Shape;1649;p39">
              <a:extLst>
                <a:ext uri="{FF2B5EF4-FFF2-40B4-BE49-F238E27FC236}">
                  <a16:creationId xmlns:a16="http://schemas.microsoft.com/office/drawing/2014/main" id="{221D7391-EF4A-7866-B515-EE8013EC6C3B}"/>
                </a:ext>
              </a:extLst>
            </p:cNvPr>
            <p:cNvSpPr/>
            <p:nvPr/>
          </p:nvSpPr>
          <p:spPr>
            <a:xfrm>
              <a:off x="3838607" y="2677101"/>
              <a:ext cx="318362" cy="318387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6427" y="3592"/>
                  </a:moveTo>
                  <a:cubicBezTo>
                    <a:pt x="7939" y="3592"/>
                    <a:pt x="9168" y="4821"/>
                    <a:pt x="9168" y="6365"/>
                  </a:cubicBezTo>
                  <a:cubicBezTo>
                    <a:pt x="9168" y="7846"/>
                    <a:pt x="7908" y="9106"/>
                    <a:pt x="6427" y="9106"/>
                  </a:cubicBezTo>
                  <a:cubicBezTo>
                    <a:pt x="4883" y="9106"/>
                    <a:pt x="3655" y="7877"/>
                    <a:pt x="3655" y="6365"/>
                  </a:cubicBezTo>
                  <a:cubicBezTo>
                    <a:pt x="3655" y="4821"/>
                    <a:pt x="4883" y="3592"/>
                    <a:pt x="6427" y="3592"/>
                  </a:cubicBez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52"/>
                  </a:cubicBezTo>
                  <a:lnTo>
                    <a:pt x="5009" y="1576"/>
                  </a:lnTo>
                  <a:cubicBezTo>
                    <a:pt x="4631" y="1702"/>
                    <a:pt x="4285" y="1828"/>
                    <a:pt x="3970" y="2017"/>
                  </a:cubicBezTo>
                  <a:lnTo>
                    <a:pt x="3466" y="1513"/>
                  </a:lnTo>
                  <a:cubicBezTo>
                    <a:pt x="3308" y="1356"/>
                    <a:pt x="3088" y="1277"/>
                    <a:pt x="2867" y="1277"/>
                  </a:cubicBezTo>
                  <a:cubicBezTo>
                    <a:pt x="2647" y="1277"/>
                    <a:pt x="2426" y="1356"/>
                    <a:pt x="2269" y="1513"/>
                  </a:cubicBezTo>
                  <a:lnTo>
                    <a:pt x="1481" y="2301"/>
                  </a:lnTo>
                  <a:cubicBezTo>
                    <a:pt x="1166" y="2616"/>
                    <a:pt x="1166" y="3151"/>
                    <a:pt x="1481" y="3466"/>
                  </a:cubicBezTo>
                  <a:lnTo>
                    <a:pt x="2017" y="4002"/>
                  </a:lnTo>
                  <a:cubicBezTo>
                    <a:pt x="1796" y="4317"/>
                    <a:pt x="1701" y="4664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7"/>
                    <a:pt x="0" y="5829"/>
                  </a:cubicBezTo>
                  <a:lnTo>
                    <a:pt x="0" y="6932"/>
                  </a:lnTo>
                  <a:cubicBezTo>
                    <a:pt x="0" y="7405"/>
                    <a:pt x="347" y="7783"/>
                    <a:pt x="819" y="7783"/>
                  </a:cubicBezTo>
                  <a:lnTo>
                    <a:pt x="1575" y="7783"/>
                  </a:lnTo>
                  <a:cubicBezTo>
                    <a:pt x="1701" y="8129"/>
                    <a:pt x="1796" y="8476"/>
                    <a:pt x="2017" y="8791"/>
                  </a:cubicBezTo>
                  <a:lnTo>
                    <a:pt x="1481" y="9295"/>
                  </a:lnTo>
                  <a:cubicBezTo>
                    <a:pt x="1166" y="9610"/>
                    <a:pt x="1166" y="10177"/>
                    <a:pt x="1481" y="10492"/>
                  </a:cubicBezTo>
                  <a:lnTo>
                    <a:pt x="2269" y="11280"/>
                  </a:lnTo>
                  <a:cubicBezTo>
                    <a:pt x="2426" y="11437"/>
                    <a:pt x="2647" y="11516"/>
                    <a:pt x="2867" y="11516"/>
                  </a:cubicBezTo>
                  <a:cubicBezTo>
                    <a:pt x="3088" y="11516"/>
                    <a:pt x="3308" y="11437"/>
                    <a:pt x="3466" y="11280"/>
                  </a:cubicBezTo>
                  <a:lnTo>
                    <a:pt x="3970" y="10776"/>
                  </a:lnTo>
                  <a:cubicBezTo>
                    <a:pt x="4285" y="10965"/>
                    <a:pt x="4631" y="11091"/>
                    <a:pt x="5009" y="11185"/>
                  </a:cubicBezTo>
                  <a:lnTo>
                    <a:pt x="5009" y="11941"/>
                  </a:lnTo>
                  <a:cubicBezTo>
                    <a:pt x="5009" y="12414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414"/>
                    <a:pt x="7750" y="11941"/>
                  </a:cubicBezTo>
                  <a:lnTo>
                    <a:pt x="7750" y="11185"/>
                  </a:lnTo>
                  <a:cubicBezTo>
                    <a:pt x="8097" y="11091"/>
                    <a:pt x="8475" y="10965"/>
                    <a:pt x="8790" y="10776"/>
                  </a:cubicBezTo>
                  <a:lnTo>
                    <a:pt x="9294" y="11280"/>
                  </a:lnTo>
                  <a:cubicBezTo>
                    <a:pt x="9452" y="11437"/>
                    <a:pt x="9664" y="11516"/>
                    <a:pt x="9877" y="11516"/>
                  </a:cubicBezTo>
                  <a:cubicBezTo>
                    <a:pt x="10090" y="11516"/>
                    <a:pt x="10302" y="11437"/>
                    <a:pt x="10460" y="11280"/>
                  </a:cubicBezTo>
                  <a:lnTo>
                    <a:pt x="11247" y="10492"/>
                  </a:lnTo>
                  <a:cubicBezTo>
                    <a:pt x="11563" y="10177"/>
                    <a:pt x="11563" y="9610"/>
                    <a:pt x="11247" y="9295"/>
                  </a:cubicBezTo>
                  <a:lnTo>
                    <a:pt x="10743" y="8791"/>
                  </a:lnTo>
                  <a:cubicBezTo>
                    <a:pt x="10932" y="8476"/>
                    <a:pt x="11058" y="8129"/>
                    <a:pt x="11184" y="7783"/>
                  </a:cubicBezTo>
                  <a:lnTo>
                    <a:pt x="11941" y="7783"/>
                  </a:lnTo>
                  <a:cubicBezTo>
                    <a:pt x="12413" y="7783"/>
                    <a:pt x="12760" y="7405"/>
                    <a:pt x="12760" y="6932"/>
                  </a:cubicBezTo>
                  <a:lnTo>
                    <a:pt x="12760" y="5829"/>
                  </a:lnTo>
                  <a:cubicBezTo>
                    <a:pt x="12760" y="5325"/>
                    <a:pt x="12350" y="4979"/>
                    <a:pt x="11941" y="4979"/>
                  </a:cubicBezTo>
                  <a:lnTo>
                    <a:pt x="11184" y="4979"/>
                  </a:lnTo>
                  <a:cubicBezTo>
                    <a:pt x="11058" y="4632"/>
                    <a:pt x="10932" y="4254"/>
                    <a:pt x="10743" y="3939"/>
                  </a:cubicBezTo>
                  <a:lnTo>
                    <a:pt x="11247" y="3435"/>
                  </a:lnTo>
                  <a:cubicBezTo>
                    <a:pt x="11563" y="3120"/>
                    <a:pt x="11563" y="2553"/>
                    <a:pt x="11247" y="2238"/>
                  </a:cubicBezTo>
                  <a:lnTo>
                    <a:pt x="10460" y="1450"/>
                  </a:lnTo>
                  <a:cubicBezTo>
                    <a:pt x="10302" y="1293"/>
                    <a:pt x="10090" y="1214"/>
                    <a:pt x="9877" y="1214"/>
                  </a:cubicBezTo>
                  <a:cubicBezTo>
                    <a:pt x="9664" y="1214"/>
                    <a:pt x="9452" y="1293"/>
                    <a:pt x="9294" y="1450"/>
                  </a:cubicBezTo>
                  <a:lnTo>
                    <a:pt x="8790" y="1986"/>
                  </a:lnTo>
                  <a:cubicBezTo>
                    <a:pt x="8475" y="1765"/>
                    <a:pt x="8097" y="1671"/>
                    <a:pt x="7750" y="1545"/>
                  </a:cubicBezTo>
                  <a:lnTo>
                    <a:pt x="7750" y="852"/>
                  </a:lnTo>
                  <a:cubicBezTo>
                    <a:pt x="7750" y="379"/>
                    <a:pt x="7404" y="1"/>
                    <a:pt x="6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41" name="Google Shape;1650;p39">
              <a:extLst>
                <a:ext uri="{FF2B5EF4-FFF2-40B4-BE49-F238E27FC236}">
                  <a16:creationId xmlns:a16="http://schemas.microsoft.com/office/drawing/2014/main" id="{B365F764-16B5-81D6-CFED-C0EB53DED43F}"/>
                </a:ext>
              </a:extLst>
            </p:cNvPr>
            <p:cNvGrpSpPr/>
            <p:nvPr/>
          </p:nvGrpSpPr>
          <p:grpSpPr>
            <a:xfrm>
              <a:off x="559931" y="2679206"/>
              <a:ext cx="314763" cy="314022"/>
              <a:chOff x="-62154300" y="3743950"/>
              <a:chExt cx="318200" cy="317450"/>
            </a:xfrm>
          </p:grpSpPr>
          <p:sp>
            <p:nvSpPr>
              <p:cNvPr id="48" name="Google Shape;1651;p39">
                <a:extLst>
                  <a:ext uri="{FF2B5EF4-FFF2-40B4-BE49-F238E27FC236}">
                    <a16:creationId xmlns:a16="http://schemas.microsoft.com/office/drawing/2014/main" id="{87D04DE2-B696-D6A3-8778-2B434CB24378}"/>
                  </a:ext>
                </a:extLst>
              </p:cNvPr>
              <p:cNvSpPr/>
              <p:nvPr/>
            </p:nvSpPr>
            <p:spPr>
              <a:xfrm>
                <a:off x="-61992850" y="3743950"/>
                <a:ext cx="63825" cy="69150"/>
              </a:xfrm>
              <a:custGeom>
                <a:avLst/>
                <a:gdLst/>
                <a:ahLst/>
                <a:cxnLst/>
                <a:rect l="l" t="t" r="r" b="b"/>
                <a:pathLst>
                  <a:path w="2553" h="2766" extrusionOk="0">
                    <a:moveTo>
                      <a:pt x="1261" y="1"/>
                    </a:moveTo>
                    <a:cubicBezTo>
                      <a:pt x="1009" y="1"/>
                      <a:pt x="851" y="221"/>
                      <a:pt x="851" y="410"/>
                    </a:cubicBezTo>
                    <a:lnTo>
                      <a:pt x="851" y="1355"/>
                    </a:lnTo>
                    <a:lnTo>
                      <a:pt x="725" y="1229"/>
                    </a:lnTo>
                    <a:cubicBezTo>
                      <a:pt x="646" y="1151"/>
                      <a:pt x="544" y="1111"/>
                      <a:pt x="442" y="1111"/>
                    </a:cubicBezTo>
                    <a:cubicBezTo>
                      <a:pt x="339" y="1111"/>
                      <a:pt x="237" y="1151"/>
                      <a:pt x="158" y="1229"/>
                    </a:cubicBezTo>
                    <a:cubicBezTo>
                      <a:pt x="1" y="1387"/>
                      <a:pt x="1" y="1670"/>
                      <a:pt x="158" y="1828"/>
                    </a:cubicBezTo>
                    <a:lnTo>
                      <a:pt x="977" y="2647"/>
                    </a:lnTo>
                    <a:cubicBezTo>
                      <a:pt x="1056" y="2726"/>
                      <a:pt x="1166" y="2765"/>
                      <a:pt x="1277" y="2765"/>
                    </a:cubicBezTo>
                    <a:cubicBezTo>
                      <a:pt x="1387" y="2765"/>
                      <a:pt x="1497" y="2726"/>
                      <a:pt x="1576" y="2647"/>
                    </a:cubicBezTo>
                    <a:lnTo>
                      <a:pt x="2395" y="1828"/>
                    </a:lnTo>
                    <a:cubicBezTo>
                      <a:pt x="2553" y="1670"/>
                      <a:pt x="2553" y="1387"/>
                      <a:pt x="2395" y="1229"/>
                    </a:cubicBezTo>
                    <a:cubicBezTo>
                      <a:pt x="2316" y="1151"/>
                      <a:pt x="2206" y="1111"/>
                      <a:pt x="2096" y="1111"/>
                    </a:cubicBezTo>
                    <a:cubicBezTo>
                      <a:pt x="1985" y="1111"/>
                      <a:pt x="1875" y="1151"/>
                      <a:pt x="1796" y="1229"/>
                    </a:cubicBezTo>
                    <a:lnTo>
                      <a:pt x="1670" y="1355"/>
                    </a:lnTo>
                    <a:lnTo>
                      <a:pt x="1670" y="410"/>
                    </a:lnTo>
                    <a:cubicBezTo>
                      <a:pt x="1670" y="221"/>
                      <a:pt x="1481" y="1"/>
                      <a:pt x="12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9" name="Google Shape;1652;p39">
                <a:extLst>
                  <a:ext uri="{FF2B5EF4-FFF2-40B4-BE49-F238E27FC236}">
                    <a16:creationId xmlns:a16="http://schemas.microsoft.com/office/drawing/2014/main" id="{C884C817-B9FD-F5F0-CDA3-9FE03232CDEE}"/>
                  </a:ext>
                </a:extLst>
              </p:cNvPr>
              <p:cNvSpPr/>
              <p:nvPr/>
            </p:nvSpPr>
            <p:spPr>
              <a:xfrm>
                <a:off x="-62154300" y="3785700"/>
                <a:ext cx="318200" cy="27570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1028" extrusionOk="0">
                    <a:moveTo>
                      <a:pt x="5261" y="3560"/>
                    </a:moveTo>
                    <a:cubicBezTo>
                      <a:pt x="5513" y="3560"/>
                      <a:pt x="5671" y="3781"/>
                      <a:pt x="5671" y="4002"/>
                    </a:cubicBezTo>
                    <a:lnTo>
                      <a:pt x="5671" y="5671"/>
                    </a:lnTo>
                    <a:cubicBezTo>
                      <a:pt x="5671" y="5892"/>
                      <a:pt x="5450" y="6112"/>
                      <a:pt x="5261" y="6112"/>
                    </a:cubicBezTo>
                    <a:cubicBezTo>
                      <a:pt x="5072" y="6112"/>
                      <a:pt x="4820" y="5892"/>
                      <a:pt x="4820" y="5671"/>
                    </a:cubicBezTo>
                    <a:lnTo>
                      <a:pt x="4820" y="4002"/>
                    </a:lnTo>
                    <a:cubicBezTo>
                      <a:pt x="4820" y="3781"/>
                      <a:pt x="5041" y="3560"/>
                      <a:pt x="5261" y="3560"/>
                    </a:cubicBezTo>
                    <a:close/>
                    <a:moveTo>
                      <a:pt x="7719" y="3560"/>
                    </a:moveTo>
                    <a:cubicBezTo>
                      <a:pt x="7908" y="3560"/>
                      <a:pt x="8128" y="3781"/>
                      <a:pt x="8128" y="4002"/>
                    </a:cubicBezTo>
                    <a:lnTo>
                      <a:pt x="8128" y="5671"/>
                    </a:lnTo>
                    <a:cubicBezTo>
                      <a:pt x="8128" y="5892"/>
                      <a:pt x="7939" y="6112"/>
                      <a:pt x="7719" y="6112"/>
                    </a:cubicBezTo>
                    <a:cubicBezTo>
                      <a:pt x="7467" y="6112"/>
                      <a:pt x="7309" y="5892"/>
                      <a:pt x="7309" y="5671"/>
                    </a:cubicBezTo>
                    <a:lnTo>
                      <a:pt x="7309" y="4002"/>
                    </a:lnTo>
                    <a:cubicBezTo>
                      <a:pt x="7309" y="3781"/>
                      <a:pt x="7498" y="3560"/>
                      <a:pt x="7719" y="3560"/>
                    </a:cubicBezTo>
                    <a:close/>
                    <a:moveTo>
                      <a:pt x="10239" y="3560"/>
                    </a:moveTo>
                    <a:cubicBezTo>
                      <a:pt x="10460" y="3560"/>
                      <a:pt x="10617" y="3781"/>
                      <a:pt x="10617" y="4002"/>
                    </a:cubicBezTo>
                    <a:lnTo>
                      <a:pt x="10617" y="5671"/>
                    </a:lnTo>
                    <a:cubicBezTo>
                      <a:pt x="10617" y="5892"/>
                      <a:pt x="10428" y="6112"/>
                      <a:pt x="10239" y="6112"/>
                    </a:cubicBezTo>
                    <a:cubicBezTo>
                      <a:pt x="9987" y="6112"/>
                      <a:pt x="9798" y="5892"/>
                      <a:pt x="9798" y="5671"/>
                    </a:cubicBezTo>
                    <a:lnTo>
                      <a:pt x="9798" y="4002"/>
                    </a:lnTo>
                    <a:cubicBezTo>
                      <a:pt x="9798" y="3781"/>
                      <a:pt x="9987" y="3560"/>
                      <a:pt x="10239" y="3560"/>
                    </a:cubicBezTo>
                    <a:close/>
                    <a:moveTo>
                      <a:pt x="5230" y="9357"/>
                    </a:moveTo>
                    <a:cubicBezTo>
                      <a:pt x="5450" y="9357"/>
                      <a:pt x="5608" y="9578"/>
                      <a:pt x="5608" y="9767"/>
                    </a:cubicBezTo>
                    <a:cubicBezTo>
                      <a:pt x="5608" y="9987"/>
                      <a:pt x="5419" y="10208"/>
                      <a:pt x="5230" y="10208"/>
                    </a:cubicBezTo>
                    <a:cubicBezTo>
                      <a:pt x="5041" y="10208"/>
                      <a:pt x="4789" y="9987"/>
                      <a:pt x="4789" y="9767"/>
                    </a:cubicBezTo>
                    <a:cubicBezTo>
                      <a:pt x="4820" y="9578"/>
                      <a:pt x="5041" y="9357"/>
                      <a:pt x="5230" y="9357"/>
                    </a:cubicBezTo>
                    <a:close/>
                    <a:moveTo>
                      <a:pt x="9924" y="9357"/>
                    </a:moveTo>
                    <a:cubicBezTo>
                      <a:pt x="10145" y="9357"/>
                      <a:pt x="10302" y="9578"/>
                      <a:pt x="10302" y="9767"/>
                    </a:cubicBezTo>
                    <a:cubicBezTo>
                      <a:pt x="10302" y="9987"/>
                      <a:pt x="10113" y="10208"/>
                      <a:pt x="9924" y="10208"/>
                    </a:cubicBezTo>
                    <a:cubicBezTo>
                      <a:pt x="9704" y="10208"/>
                      <a:pt x="9515" y="9987"/>
                      <a:pt x="9515" y="9767"/>
                    </a:cubicBezTo>
                    <a:cubicBezTo>
                      <a:pt x="9515" y="9578"/>
                      <a:pt x="9704" y="9357"/>
                      <a:pt x="9924" y="9357"/>
                    </a:cubicBezTo>
                    <a:close/>
                    <a:moveTo>
                      <a:pt x="441" y="0"/>
                    </a:moveTo>
                    <a:cubicBezTo>
                      <a:pt x="189" y="0"/>
                      <a:pt x="0" y="189"/>
                      <a:pt x="0" y="378"/>
                    </a:cubicBezTo>
                    <a:cubicBezTo>
                      <a:pt x="0" y="599"/>
                      <a:pt x="347" y="820"/>
                      <a:pt x="536" y="820"/>
                    </a:cubicBezTo>
                    <a:lnTo>
                      <a:pt x="2111" y="820"/>
                    </a:lnTo>
                    <a:cubicBezTo>
                      <a:pt x="2174" y="1103"/>
                      <a:pt x="3245" y="6711"/>
                      <a:pt x="3308" y="6994"/>
                    </a:cubicBezTo>
                    <a:cubicBezTo>
                      <a:pt x="2867" y="7184"/>
                      <a:pt x="2584" y="7625"/>
                      <a:pt x="2584" y="8097"/>
                    </a:cubicBezTo>
                    <a:cubicBezTo>
                      <a:pt x="2584" y="8759"/>
                      <a:pt x="3151" y="9326"/>
                      <a:pt x="3812" y="9326"/>
                    </a:cubicBezTo>
                    <a:lnTo>
                      <a:pt x="4001" y="9326"/>
                    </a:lnTo>
                    <a:cubicBezTo>
                      <a:pt x="3970" y="9452"/>
                      <a:pt x="3938" y="9609"/>
                      <a:pt x="3938" y="9767"/>
                    </a:cubicBezTo>
                    <a:cubicBezTo>
                      <a:pt x="3938" y="10429"/>
                      <a:pt x="4474" y="11027"/>
                      <a:pt x="5167" y="11027"/>
                    </a:cubicBezTo>
                    <a:cubicBezTo>
                      <a:pt x="5829" y="11027"/>
                      <a:pt x="6364" y="10460"/>
                      <a:pt x="6364" y="9767"/>
                    </a:cubicBezTo>
                    <a:cubicBezTo>
                      <a:pt x="6364" y="9609"/>
                      <a:pt x="6333" y="9483"/>
                      <a:pt x="6301" y="9326"/>
                    </a:cubicBezTo>
                    <a:lnTo>
                      <a:pt x="8664" y="9326"/>
                    </a:lnTo>
                    <a:cubicBezTo>
                      <a:pt x="8632" y="9452"/>
                      <a:pt x="8569" y="9609"/>
                      <a:pt x="8569" y="9767"/>
                    </a:cubicBezTo>
                    <a:cubicBezTo>
                      <a:pt x="8569" y="10429"/>
                      <a:pt x="9137" y="11027"/>
                      <a:pt x="9798" y="11027"/>
                    </a:cubicBezTo>
                    <a:cubicBezTo>
                      <a:pt x="10460" y="11027"/>
                      <a:pt x="11027" y="10460"/>
                      <a:pt x="11027" y="9767"/>
                    </a:cubicBezTo>
                    <a:cubicBezTo>
                      <a:pt x="11027" y="9609"/>
                      <a:pt x="10995" y="9483"/>
                      <a:pt x="10932" y="9357"/>
                    </a:cubicBezTo>
                    <a:lnTo>
                      <a:pt x="11562" y="9357"/>
                    </a:lnTo>
                    <a:cubicBezTo>
                      <a:pt x="11814" y="9357"/>
                      <a:pt x="12003" y="9168"/>
                      <a:pt x="12003" y="8979"/>
                    </a:cubicBezTo>
                    <a:cubicBezTo>
                      <a:pt x="12003" y="8727"/>
                      <a:pt x="11814" y="8538"/>
                      <a:pt x="11562" y="8538"/>
                    </a:cubicBezTo>
                    <a:lnTo>
                      <a:pt x="3749" y="8538"/>
                    </a:lnTo>
                    <a:cubicBezTo>
                      <a:pt x="3497" y="8538"/>
                      <a:pt x="3308" y="8349"/>
                      <a:pt x="3308" y="8160"/>
                    </a:cubicBezTo>
                    <a:cubicBezTo>
                      <a:pt x="3308" y="7940"/>
                      <a:pt x="3497" y="7719"/>
                      <a:pt x="3749" y="7719"/>
                    </a:cubicBezTo>
                    <a:lnTo>
                      <a:pt x="11468" y="7719"/>
                    </a:lnTo>
                    <a:cubicBezTo>
                      <a:pt x="11657" y="7719"/>
                      <a:pt x="11846" y="7562"/>
                      <a:pt x="11846" y="7373"/>
                    </a:cubicBezTo>
                    <a:lnTo>
                      <a:pt x="12665" y="2395"/>
                    </a:lnTo>
                    <a:cubicBezTo>
                      <a:pt x="12728" y="2143"/>
                      <a:pt x="12508" y="1922"/>
                      <a:pt x="12287" y="1922"/>
                    </a:cubicBezTo>
                    <a:lnTo>
                      <a:pt x="3056" y="1922"/>
                    </a:lnTo>
                    <a:lnTo>
                      <a:pt x="2741" y="347"/>
                    </a:lnTo>
                    <a:cubicBezTo>
                      <a:pt x="2710" y="158"/>
                      <a:pt x="2552" y="0"/>
                      <a:pt x="23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42" name="Google Shape;1653;p39">
              <a:extLst>
                <a:ext uri="{FF2B5EF4-FFF2-40B4-BE49-F238E27FC236}">
                  <a16:creationId xmlns:a16="http://schemas.microsoft.com/office/drawing/2014/main" id="{05F1543B-080C-C26C-A0AD-B81F69BFA25B}"/>
                </a:ext>
              </a:extLst>
            </p:cNvPr>
            <p:cNvGrpSpPr/>
            <p:nvPr/>
          </p:nvGrpSpPr>
          <p:grpSpPr>
            <a:xfrm>
              <a:off x="5515777" y="2701766"/>
              <a:ext cx="282763" cy="279295"/>
              <a:chOff x="3858100" y="1435075"/>
              <a:chExt cx="487775" cy="481875"/>
            </a:xfrm>
          </p:grpSpPr>
          <p:sp>
            <p:nvSpPr>
              <p:cNvPr id="43" name="Google Shape;1654;p39">
                <a:extLst>
                  <a:ext uri="{FF2B5EF4-FFF2-40B4-BE49-F238E27FC236}">
                    <a16:creationId xmlns:a16="http://schemas.microsoft.com/office/drawing/2014/main" id="{A4DCD380-F46C-6264-FD49-14447269F386}"/>
                  </a:ext>
                </a:extLst>
              </p:cNvPr>
              <p:cNvSpPr/>
              <p:nvPr/>
            </p:nvSpPr>
            <p:spPr>
              <a:xfrm>
                <a:off x="3858100" y="1868750"/>
                <a:ext cx="55575" cy="48200"/>
              </a:xfrm>
              <a:custGeom>
                <a:avLst/>
                <a:gdLst/>
                <a:ahLst/>
                <a:cxnLst/>
                <a:rect l="l" t="t" r="r" b="b"/>
                <a:pathLst>
                  <a:path w="2223" h="1928" extrusionOk="0">
                    <a:moveTo>
                      <a:pt x="1600" y="0"/>
                    </a:moveTo>
                    <a:cubicBezTo>
                      <a:pt x="1460" y="0"/>
                      <a:pt x="1319" y="53"/>
                      <a:pt x="1211" y="158"/>
                    </a:cubicBezTo>
                    <a:lnTo>
                      <a:pt x="413" y="959"/>
                    </a:lnTo>
                    <a:cubicBezTo>
                      <a:pt x="0" y="1369"/>
                      <a:pt x="388" y="1927"/>
                      <a:pt x="825" y="1927"/>
                    </a:cubicBezTo>
                    <a:cubicBezTo>
                      <a:pt x="956" y="1927"/>
                      <a:pt x="1091" y="1877"/>
                      <a:pt x="1211" y="1757"/>
                    </a:cubicBezTo>
                    <a:lnTo>
                      <a:pt x="2009" y="959"/>
                    </a:lnTo>
                    <a:cubicBezTo>
                      <a:pt x="2222" y="736"/>
                      <a:pt x="2219" y="384"/>
                      <a:pt x="2000" y="167"/>
                    </a:cubicBezTo>
                    <a:cubicBezTo>
                      <a:pt x="1890" y="56"/>
                      <a:pt x="1745" y="0"/>
                      <a:pt x="1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44" name="Google Shape;1655;p39">
                <a:extLst>
                  <a:ext uri="{FF2B5EF4-FFF2-40B4-BE49-F238E27FC236}">
                    <a16:creationId xmlns:a16="http://schemas.microsoft.com/office/drawing/2014/main" id="{313E5807-66D9-94B8-266C-4067501D2833}"/>
                  </a:ext>
                </a:extLst>
              </p:cNvPr>
              <p:cNvSpPr/>
              <p:nvPr/>
            </p:nvSpPr>
            <p:spPr>
              <a:xfrm>
                <a:off x="3917950" y="1808500"/>
                <a:ext cx="603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1941" extrusionOk="0">
                    <a:moveTo>
                      <a:pt x="1601" y="1"/>
                    </a:moveTo>
                    <a:cubicBezTo>
                      <a:pt x="1470" y="1"/>
                      <a:pt x="1333" y="52"/>
                      <a:pt x="1211" y="174"/>
                    </a:cubicBezTo>
                    <a:lnTo>
                      <a:pt x="413" y="972"/>
                    </a:lnTo>
                    <a:cubicBezTo>
                      <a:pt x="1" y="1384"/>
                      <a:pt x="388" y="1941"/>
                      <a:pt x="824" y="1941"/>
                    </a:cubicBezTo>
                    <a:cubicBezTo>
                      <a:pt x="955" y="1941"/>
                      <a:pt x="1091" y="1890"/>
                      <a:pt x="1211" y="1770"/>
                    </a:cubicBezTo>
                    <a:lnTo>
                      <a:pt x="2009" y="972"/>
                    </a:lnTo>
                    <a:cubicBezTo>
                      <a:pt x="2414" y="569"/>
                      <a:pt x="2037" y="1"/>
                      <a:pt x="16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45" name="Google Shape;1656;p39">
                <a:extLst>
                  <a:ext uri="{FF2B5EF4-FFF2-40B4-BE49-F238E27FC236}">
                    <a16:creationId xmlns:a16="http://schemas.microsoft.com/office/drawing/2014/main" id="{A2EE75C0-5A30-9A40-3EDE-870BF3F74233}"/>
                  </a:ext>
                </a:extLst>
              </p:cNvPr>
              <p:cNvSpPr/>
              <p:nvPr/>
            </p:nvSpPr>
            <p:spPr>
              <a:xfrm>
                <a:off x="3876450" y="1435075"/>
                <a:ext cx="450375" cy="251250"/>
              </a:xfrm>
              <a:custGeom>
                <a:avLst/>
                <a:gdLst/>
                <a:ahLst/>
                <a:cxnLst/>
                <a:rect l="l" t="t" r="r" b="b"/>
                <a:pathLst>
                  <a:path w="18015" h="10050" extrusionOk="0">
                    <a:moveTo>
                      <a:pt x="18014" y="1"/>
                    </a:moveTo>
                    <a:lnTo>
                      <a:pt x="561" y="4762"/>
                    </a:lnTo>
                    <a:cubicBezTo>
                      <a:pt x="121" y="4882"/>
                      <a:pt x="1" y="5448"/>
                      <a:pt x="350" y="5740"/>
                    </a:cubicBezTo>
                    <a:lnTo>
                      <a:pt x="5584" y="10049"/>
                    </a:lnTo>
                    <a:lnTo>
                      <a:pt x="1801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46" name="Google Shape;1657;p39">
                <a:extLst>
                  <a:ext uri="{FF2B5EF4-FFF2-40B4-BE49-F238E27FC236}">
                    <a16:creationId xmlns:a16="http://schemas.microsoft.com/office/drawing/2014/main" id="{1472EC29-477A-CE71-675E-5CE802B6490C}"/>
                  </a:ext>
                </a:extLst>
              </p:cNvPr>
              <p:cNvSpPr/>
              <p:nvPr/>
            </p:nvSpPr>
            <p:spPr>
              <a:xfrm>
                <a:off x="4094925" y="1456025"/>
                <a:ext cx="250950" cy="445250"/>
              </a:xfrm>
              <a:custGeom>
                <a:avLst/>
                <a:gdLst/>
                <a:ahLst/>
                <a:cxnLst/>
                <a:rect l="l" t="t" r="r" b="b"/>
                <a:pathLst>
                  <a:path w="10038" h="17810" extrusionOk="0">
                    <a:moveTo>
                      <a:pt x="10037" y="0"/>
                    </a:moveTo>
                    <a:cubicBezTo>
                      <a:pt x="9890" y="120"/>
                      <a:pt x="118" y="12226"/>
                      <a:pt x="1" y="12370"/>
                    </a:cubicBezTo>
                    <a:lnTo>
                      <a:pt x="4313" y="17604"/>
                    </a:lnTo>
                    <a:cubicBezTo>
                      <a:pt x="4428" y="17744"/>
                      <a:pt x="4587" y="17809"/>
                      <a:pt x="4745" y="17809"/>
                    </a:cubicBezTo>
                    <a:cubicBezTo>
                      <a:pt x="4985" y="17809"/>
                      <a:pt x="5222" y="17659"/>
                      <a:pt x="5294" y="17390"/>
                    </a:cubicBezTo>
                    <a:lnTo>
                      <a:pt x="100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47" name="Google Shape;1658;p39">
                <a:extLst>
                  <a:ext uri="{FF2B5EF4-FFF2-40B4-BE49-F238E27FC236}">
                    <a16:creationId xmlns:a16="http://schemas.microsoft.com/office/drawing/2014/main" id="{3CE0272C-5969-45BA-A0B8-C2C8D43FCC54}"/>
                  </a:ext>
                </a:extLst>
              </p:cNvPr>
              <p:cNvSpPr/>
              <p:nvPr/>
            </p:nvSpPr>
            <p:spPr>
              <a:xfrm>
                <a:off x="3993575" y="1542825"/>
                <a:ext cx="245025" cy="242525"/>
              </a:xfrm>
              <a:custGeom>
                <a:avLst/>
                <a:gdLst/>
                <a:ahLst/>
                <a:cxnLst/>
                <a:rect l="l" t="t" r="r" b="b"/>
                <a:pathLst>
                  <a:path w="9801" h="9701" extrusionOk="0">
                    <a:moveTo>
                      <a:pt x="9800" y="0"/>
                    </a:moveTo>
                    <a:lnTo>
                      <a:pt x="646" y="7399"/>
                    </a:lnTo>
                    <a:lnTo>
                      <a:pt x="125" y="8955"/>
                    </a:lnTo>
                    <a:cubicBezTo>
                      <a:pt x="1" y="9338"/>
                      <a:pt x="298" y="9700"/>
                      <a:pt x="659" y="9700"/>
                    </a:cubicBezTo>
                    <a:cubicBezTo>
                      <a:pt x="719" y="9700"/>
                      <a:pt x="780" y="9690"/>
                      <a:pt x="842" y="9669"/>
                    </a:cubicBezTo>
                    <a:lnTo>
                      <a:pt x="2398" y="915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7381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79A3978-5451-D09A-D5DA-E656BA1CE7BF}"/>
              </a:ext>
            </a:extLst>
          </p:cNvPr>
          <p:cNvGrpSpPr/>
          <p:nvPr/>
        </p:nvGrpSpPr>
        <p:grpSpPr>
          <a:xfrm>
            <a:off x="379735" y="1684319"/>
            <a:ext cx="11432530" cy="4452340"/>
            <a:chOff x="379735" y="1684319"/>
            <a:chExt cx="11432530" cy="445234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5646817-91E9-1A85-76B5-61B8A2DC1567}"/>
                </a:ext>
              </a:extLst>
            </p:cNvPr>
            <p:cNvGrpSpPr/>
            <p:nvPr/>
          </p:nvGrpSpPr>
          <p:grpSpPr>
            <a:xfrm>
              <a:off x="379735" y="1684319"/>
              <a:ext cx="11432530" cy="4452340"/>
              <a:chOff x="379735" y="1562399"/>
              <a:chExt cx="11432530" cy="4452340"/>
            </a:xfrm>
          </p:grpSpPr>
          <p:sp>
            <p:nvSpPr>
              <p:cNvPr id="3" name="Freeform 97">
                <a:extLst>
                  <a:ext uri="{FF2B5EF4-FFF2-40B4-BE49-F238E27FC236}">
                    <a16:creationId xmlns:a16="http://schemas.microsoft.com/office/drawing/2014/main" id="{3A907FCA-F051-542D-E6BF-DA7C487ECF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64226" y="2656795"/>
                <a:ext cx="2263548" cy="2263548"/>
              </a:xfrm>
              <a:custGeom>
                <a:avLst/>
                <a:gdLst>
                  <a:gd name="T0" fmla="*/ 677 w 714"/>
                  <a:gd name="T1" fmla="*/ 212 h 715"/>
                  <a:gd name="T2" fmla="*/ 626 w 714"/>
                  <a:gd name="T3" fmla="*/ 179 h 715"/>
                  <a:gd name="T4" fmla="*/ 573 w 714"/>
                  <a:gd name="T5" fmla="*/ 139 h 715"/>
                  <a:gd name="T6" fmla="*/ 553 w 714"/>
                  <a:gd name="T7" fmla="*/ 94 h 715"/>
                  <a:gd name="T8" fmla="*/ 516 w 714"/>
                  <a:gd name="T9" fmla="*/ 53 h 715"/>
                  <a:gd name="T10" fmla="*/ 421 w 714"/>
                  <a:gd name="T11" fmla="*/ 60 h 715"/>
                  <a:gd name="T12" fmla="*/ 429 w 714"/>
                  <a:gd name="T13" fmla="*/ 26 h 715"/>
                  <a:gd name="T14" fmla="*/ 22 w 714"/>
                  <a:gd name="T15" fmla="*/ 436 h 715"/>
                  <a:gd name="T16" fmla="*/ 39 w 714"/>
                  <a:gd name="T17" fmla="*/ 451 h 715"/>
                  <a:gd name="T18" fmla="*/ 60 w 714"/>
                  <a:gd name="T19" fmla="*/ 465 h 715"/>
                  <a:gd name="T20" fmla="*/ 108 w 714"/>
                  <a:gd name="T21" fmla="*/ 446 h 715"/>
                  <a:gd name="T22" fmla="*/ 102 w 714"/>
                  <a:gd name="T23" fmla="*/ 508 h 715"/>
                  <a:gd name="T24" fmla="*/ 146 w 714"/>
                  <a:gd name="T25" fmla="*/ 552 h 715"/>
                  <a:gd name="T26" fmla="*/ 190 w 714"/>
                  <a:gd name="T27" fmla="*/ 596 h 715"/>
                  <a:gd name="T28" fmla="*/ 214 w 714"/>
                  <a:gd name="T29" fmla="*/ 647 h 715"/>
                  <a:gd name="T30" fmla="*/ 296 w 714"/>
                  <a:gd name="T31" fmla="*/ 709 h 715"/>
                  <a:gd name="T32" fmla="*/ 684 w 714"/>
                  <a:gd name="T33" fmla="*/ 227 h 715"/>
                  <a:gd name="T34" fmla="*/ 434 w 714"/>
                  <a:gd name="T35" fmla="*/ 24 h 715"/>
                  <a:gd name="T36" fmla="*/ 9 w 714"/>
                  <a:gd name="T37" fmla="*/ 371 h 715"/>
                  <a:gd name="T38" fmla="*/ 37 w 714"/>
                  <a:gd name="T39" fmla="*/ 344 h 715"/>
                  <a:gd name="T40" fmla="*/ 45 w 714"/>
                  <a:gd name="T41" fmla="*/ 192 h 715"/>
                  <a:gd name="T42" fmla="*/ 64 w 714"/>
                  <a:gd name="T43" fmla="*/ 419 h 715"/>
                  <a:gd name="T44" fmla="*/ 84 w 714"/>
                  <a:gd name="T45" fmla="*/ 332 h 715"/>
                  <a:gd name="T46" fmla="*/ 87 w 714"/>
                  <a:gd name="T47" fmla="*/ 502 h 715"/>
                  <a:gd name="T48" fmla="*/ 234 w 714"/>
                  <a:gd name="T49" fmla="*/ 679 h 715"/>
                  <a:gd name="T50" fmla="*/ 287 w 714"/>
                  <a:gd name="T51" fmla="*/ 641 h 715"/>
                  <a:gd name="T52" fmla="*/ 303 w 714"/>
                  <a:gd name="T53" fmla="*/ 67 h 715"/>
                  <a:gd name="T54" fmla="*/ 270 w 714"/>
                  <a:gd name="T55" fmla="*/ 571 h 715"/>
                  <a:gd name="T56" fmla="*/ 246 w 714"/>
                  <a:gd name="T57" fmla="*/ 640 h 715"/>
                  <a:gd name="T58" fmla="*/ 249 w 714"/>
                  <a:gd name="T59" fmla="*/ 640 h 715"/>
                  <a:gd name="T60" fmla="*/ 227 w 714"/>
                  <a:gd name="T61" fmla="*/ 527 h 715"/>
                  <a:gd name="T62" fmla="*/ 209 w 714"/>
                  <a:gd name="T63" fmla="*/ 468 h 715"/>
                  <a:gd name="T64" fmla="*/ 178 w 714"/>
                  <a:gd name="T65" fmla="*/ 383 h 715"/>
                  <a:gd name="T66" fmla="*/ 165 w 714"/>
                  <a:gd name="T67" fmla="*/ 345 h 715"/>
                  <a:gd name="T68" fmla="*/ 156 w 714"/>
                  <a:gd name="T69" fmla="*/ 435 h 715"/>
                  <a:gd name="T70" fmla="*/ 132 w 714"/>
                  <a:gd name="T71" fmla="*/ 280 h 715"/>
                  <a:gd name="T72" fmla="*/ 123 w 714"/>
                  <a:gd name="T73" fmla="*/ 474 h 715"/>
                  <a:gd name="T74" fmla="*/ 154 w 714"/>
                  <a:gd name="T75" fmla="*/ 484 h 715"/>
                  <a:gd name="T76" fmla="*/ 189 w 714"/>
                  <a:gd name="T77" fmla="*/ 398 h 715"/>
                  <a:gd name="T78" fmla="*/ 235 w 714"/>
                  <a:gd name="T79" fmla="*/ 592 h 715"/>
                  <a:gd name="T80" fmla="*/ 277 w 714"/>
                  <a:gd name="T81" fmla="*/ 700 h 715"/>
                  <a:gd name="T82" fmla="*/ 335 w 714"/>
                  <a:gd name="T83" fmla="*/ 131 h 715"/>
                  <a:gd name="T84" fmla="*/ 522 w 714"/>
                  <a:gd name="T85" fmla="*/ 181 h 715"/>
                  <a:gd name="T86" fmla="*/ 480 w 714"/>
                  <a:gd name="T87" fmla="*/ 95 h 715"/>
                  <a:gd name="T88" fmla="*/ 502 w 714"/>
                  <a:gd name="T89" fmla="*/ 132 h 715"/>
                  <a:gd name="T90" fmla="*/ 509 w 714"/>
                  <a:gd name="T91" fmla="*/ 36 h 715"/>
                  <a:gd name="T92" fmla="*/ 462 w 714"/>
                  <a:gd name="T93" fmla="*/ 49 h 715"/>
                  <a:gd name="T94" fmla="*/ 406 w 714"/>
                  <a:gd name="T95" fmla="*/ 125 h 715"/>
                  <a:gd name="T96" fmla="*/ 372 w 714"/>
                  <a:gd name="T97" fmla="*/ 610 h 715"/>
                  <a:gd name="T98" fmla="*/ 398 w 714"/>
                  <a:gd name="T99" fmla="*/ 679 h 715"/>
                  <a:gd name="T100" fmla="*/ 454 w 714"/>
                  <a:gd name="T101" fmla="*/ 644 h 715"/>
                  <a:gd name="T102" fmla="*/ 469 w 714"/>
                  <a:gd name="T103" fmla="*/ 168 h 715"/>
                  <a:gd name="T104" fmla="*/ 522 w 714"/>
                  <a:gd name="T105" fmla="*/ 285 h 715"/>
                  <a:gd name="T106" fmla="*/ 585 w 714"/>
                  <a:gd name="T107" fmla="*/ 213 h 715"/>
                  <a:gd name="T108" fmla="*/ 544 w 714"/>
                  <a:gd name="T109" fmla="*/ 168 h 715"/>
                  <a:gd name="T110" fmla="*/ 573 w 714"/>
                  <a:gd name="T111" fmla="*/ 236 h 715"/>
                  <a:gd name="T112" fmla="*/ 595 w 714"/>
                  <a:gd name="T113" fmla="*/ 470 h 715"/>
                  <a:gd name="T114" fmla="*/ 651 w 714"/>
                  <a:gd name="T115" fmla="*/ 272 h 715"/>
                  <a:gd name="T116" fmla="*/ 630 w 714"/>
                  <a:gd name="T117" fmla="*/ 261 h 715"/>
                  <a:gd name="T118" fmla="*/ 615 w 714"/>
                  <a:gd name="T119" fmla="*/ 194 h 715"/>
                  <a:gd name="T120" fmla="*/ 625 w 714"/>
                  <a:gd name="T121" fmla="*/ 381 h 715"/>
                  <a:gd name="T122" fmla="*/ 658 w 714"/>
                  <a:gd name="T123" fmla="*/ 277 h 715"/>
                  <a:gd name="T124" fmla="*/ 686 w 714"/>
                  <a:gd name="T125" fmla="*/ 342 h 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4" h="715">
                    <a:moveTo>
                      <a:pt x="710" y="304"/>
                    </a:moveTo>
                    <a:cubicBezTo>
                      <a:pt x="710" y="305"/>
                      <a:pt x="710" y="305"/>
                      <a:pt x="709" y="305"/>
                    </a:cubicBezTo>
                    <a:cubicBezTo>
                      <a:pt x="709" y="304"/>
                      <a:pt x="710" y="303"/>
                      <a:pt x="710" y="303"/>
                    </a:cubicBezTo>
                    <a:cubicBezTo>
                      <a:pt x="710" y="303"/>
                      <a:pt x="710" y="303"/>
                      <a:pt x="710" y="303"/>
                    </a:cubicBezTo>
                    <a:cubicBezTo>
                      <a:pt x="709" y="297"/>
                      <a:pt x="708" y="292"/>
                      <a:pt x="707" y="286"/>
                    </a:cubicBezTo>
                    <a:cubicBezTo>
                      <a:pt x="707" y="287"/>
                      <a:pt x="707" y="288"/>
                      <a:pt x="706" y="290"/>
                    </a:cubicBezTo>
                    <a:cubicBezTo>
                      <a:pt x="706" y="289"/>
                      <a:pt x="707" y="289"/>
                      <a:pt x="707" y="289"/>
                    </a:cubicBezTo>
                    <a:cubicBezTo>
                      <a:pt x="707" y="290"/>
                      <a:pt x="706" y="290"/>
                      <a:pt x="706" y="290"/>
                    </a:cubicBezTo>
                    <a:cubicBezTo>
                      <a:pt x="706" y="292"/>
                      <a:pt x="706" y="294"/>
                      <a:pt x="705" y="295"/>
                    </a:cubicBezTo>
                    <a:cubicBezTo>
                      <a:pt x="703" y="298"/>
                      <a:pt x="703" y="301"/>
                      <a:pt x="703" y="301"/>
                    </a:cubicBezTo>
                    <a:cubicBezTo>
                      <a:pt x="702" y="302"/>
                      <a:pt x="700" y="300"/>
                      <a:pt x="699" y="300"/>
                    </a:cubicBezTo>
                    <a:cubicBezTo>
                      <a:pt x="697" y="301"/>
                      <a:pt x="697" y="303"/>
                      <a:pt x="696" y="300"/>
                    </a:cubicBezTo>
                    <a:cubicBezTo>
                      <a:pt x="696" y="299"/>
                      <a:pt x="696" y="301"/>
                      <a:pt x="695" y="298"/>
                    </a:cubicBezTo>
                    <a:cubicBezTo>
                      <a:pt x="695" y="297"/>
                      <a:pt x="697" y="291"/>
                      <a:pt x="700" y="292"/>
                    </a:cubicBezTo>
                    <a:cubicBezTo>
                      <a:pt x="701" y="293"/>
                      <a:pt x="702" y="295"/>
                      <a:pt x="703" y="292"/>
                    </a:cubicBezTo>
                    <a:cubicBezTo>
                      <a:pt x="703" y="291"/>
                      <a:pt x="703" y="290"/>
                      <a:pt x="703" y="289"/>
                    </a:cubicBezTo>
                    <a:cubicBezTo>
                      <a:pt x="703" y="287"/>
                      <a:pt x="705" y="284"/>
                      <a:pt x="706" y="282"/>
                    </a:cubicBezTo>
                    <a:cubicBezTo>
                      <a:pt x="705" y="276"/>
                      <a:pt x="704" y="270"/>
                      <a:pt x="702" y="264"/>
                    </a:cubicBezTo>
                    <a:cubicBezTo>
                      <a:pt x="701" y="268"/>
                      <a:pt x="695" y="273"/>
                      <a:pt x="691" y="270"/>
                    </a:cubicBezTo>
                    <a:cubicBezTo>
                      <a:pt x="691" y="271"/>
                      <a:pt x="691" y="270"/>
                      <a:pt x="690" y="270"/>
                    </a:cubicBezTo>
                    <a:cubicBezTo>
                      <a:pt x="690" y="270"/>
                      <a:pt x="690" y="270"/>
                      <a:pt x="690" y="270"/>
                    </a:cubicBezTo>
                    <a:cubicBezTo>
                      <a:pt x="690" y="271"/>
                      <a:pt x="690" y="270"/>
                      <a:pt x="690" y="270"/>
                    </a:cubicBezTo>
                    <a:cubicBezTo>
                      <a:pt x="690" y="270"/>
                      <a:pt x="690" y="270"/>
                      <a:pt x="690" y="269"/>
                    </a:cubicBezTo>
                    <a:cubicBezTo>
                      <a:pt x="689" y="270"/>
                      <a:pt x="688" y="271"/>
                      <a:pt x="688" y="271"/>
                    </a:cubicBezTo>
                    <a:cubicBezTo>
                      <a:pt x="686" y="270"/>
                      <a:pt x="686" y="273"/>
                      <a:pt x="685" y="274"/>
                    </a:cubicBezTo>
                    <a:cubicBezTo>
                      <a:pt x="684" y="274"/>
                      <a:pt x="682" y="273"/>
                      <a:pt x="682" y="275"/>
                    </a:cubicBezTo>
                    <a:cubicBezTo>
                      <a:pt x="681" y="270"/>
                      <a:pt x="674" y="279"/>
                      <a:pt x="674" y="281"/>
                    </a:cubicBezTo>
                    <a:cubicBezTo>
                      <a:pt x="675" y="280"/>
                      <a:pt x="681" y="280"/>
                      <a:pt x="680" y="280"/>
                    </a:cubicBezTo>
                    <a:cubicBezTo>
                      <a:pt x="680" y="280"/>
                      <a:pt x="681" y="280"/>
                      <a:pt x="681" y="280"/>
                    </a:cubicBezTo>
                    <a:cubicBezTo>
                      <a:pt x="681" y="280"/>
                      <a:pt x="681" y="280"/>
                      <a:pt x="681" y="280"/>
                    </a:cubicBezTo>
                    <a:cubicBezTo>
                      <a:pt x="681" y="279"/>
                      <a:pt x="682" y="278"/>
                      <a:pt x="682" y="279"/>
                    </a:cubicBezTo>
                    <a:cubicBezTo>
                      <a:pt x="684" y="280"/>
                      <a:pt x="681" y="280"/>
                      <a:pt x="681" y="281"/>
                    </a:cubicBezTo>
                    <a:cubicBezTo>
                      <a:pt x="681" y="282"/>
                      <a:pt x="681" y="282"/>
                      <a:pt x="681" y="282"/>
                    </a:cubicBezTo>
                    <a:cubicBezTo>
                      <a:pt x="682" y="282"/>
                      <a:pt x="683" y="282"/>
                      <a:pt x="683" y="284"/>
                    </a:cubicBezTo>
                    <a:cubicBezTo>
                      <a:pt x="683" y="284"/>
                      <a:pt x="683" y="284"/>
                      <a:pt x="683" y="284"/>
                    </a:cubicBezTo>
                    <a:cubicBezTo>
                      <a:pt x="683" y="284"/>
                      <a:pt x="684" y="285"/>
                      <a:pt x="684" y="286"/>
                    </a:cubicBezTo>
                    <a:cubicBezTo>
                      <a:pt x="684" y="286"/>
                      <a:pt x="681" y="289"/>
                      <a:pt x="681" y="290"/>
                    </a:cubicBezTo>
                    <a:cubicBezTo>
                      <a:pt x="680" y="290"/>
                      <a:pt x="679" y="295"/>
                      <a:pt x="678" y="295"/>
                    </a:cubicBezTo>
                    <a:cubicBezTo>
                      <a:pt x="676" y="295"/>
                      <a:pt x="679" y="293"/>
                      <a:pt x="677" y="292"/>
                    </a:cubicBezTo>
                    <a:cubicBezTo>
                      <a:pt x="677" y="291"/>
                      <a:pt x="675" y="293"/>
                      <a:pt x="674" y="293"/>
                    </a:cubicBezTo>
                    <a:cubicBezTo>
                      <a:pt x="673" y="292"/>
                      <a:pt x="674" y="291"/>
                      <a:pt x="673" y="290"/>
                    </a:cubicBezTo>
                    <a:cubicBezTo>
                      <a:pt x="673" y="290"/>
                      <a:pt x="671" y="292"/>
                      <a:pt x="670" y="290"/>
                    </a:cubicBezTo>
                    <a:cubicBezTo>
                      <a:pt x="669" y="288"/>
                      <a:pt x="672" y="289"/>
                      <a:pt x="672" y="288"/>
                    </a:cubicBezTo>
                    <a:cubicBezTo>
                      <a:pt x="672" y="287"/>
                      <a:pt x="671" y="287"/>
                      <a:pt x="671" y="287"/>
                    </a:cubicBezTo>
                    <a:cubicBezTo>
                      <a:pt x="671" y="286"/>
                      <a:pt x="672" y="285"/>
                      <a:pt x="672" y="283"/>
                    </a:cubicBezTo>
                    <a:cubicBezTo>
                      <a:pt x="672" y="283"/>
                      <a:pt x="672" y="282"/>
                      <a:pt x="672" y="282"/>
                    </a:cubicBezTo>
                    <a:cubicBezTo>
                      <a:pt x="673" y="279"/>
                      <a:pt x="678" y="276"/>
                      <a:pt x="677" y="271"/>
                    </a:cubicBezTo>
                    <a:cubicBezTo>
                      <a:pt x="676" y="270"/>
                      <a:pt x="675" y="271"/>
                      <a:pt x="674" y="272"/>
                    </a:cubicBezTo>
                    <a:cubicBezTo>
                      <a:pt x="675" y="269"/>
                      <a:pt x="676" y="260"/>
                      <a:pt x="681" y="259"/>
                    </a:cubicBezTo>
                    <a:cubicBezTo>
                      <a:pt x="681" y="259"/>
                      <a:pt x="684" y="259"/>
                      <a:pt x="685" y="259"/>
                    </a:cubicBezTo>
                    <a:cubicBezTo>
                      <a:pt x="685" y="259"/>
                      <a:pt x="686" y="260"/>
                      <a:pt x="687" y="261"/>
                    </a:cubicBezTo>
                    <a:cubicBezTo>
                      <a:pt x="687" y="261"/>
                      <a:pt x="687" y="261"/>
                      <a:pt x="688" y="261"/>
                    </a:cubicBezTo>
                    <a:cubicBezTo>
                      <a:pt x="688" y="261"/>
                      <a:pt x="688" y="261"/>
                      <a:pt x="688" y="261"/>
                    </a:cubicBezTo>
                    <a:cubicBezTo>
                      <a:pt x="688" y="262"/>
                      <a:pt x="688" y="262"/>
                      <a:pt x="689" y="262"/>
                    </a:cubicBezTo>
                    <a:cubicBezTo>
                      <a:pt x="690" y="261"/>
                      <a:pt x="691" y="259"/>
                      <a:pt x="692" y="258"/>
                    </a:cubicBezTo>
                    <a:cubicBezTo>
                      <a:pt x="691" y="257"/>
                      <a:pt x="690" y="258"/>
                      <a:pt x="689" y="259"/>
                    </a:cubicBezTo>
                    <a:cubicBezTo>
                      <a:pt x="689" y="258"/>
                      <a:pt x="689" y="258"/>
                      <a:pt x="689" y="258"/>
                    </a:cubicBezTo>
                    <a:cubicBezTo>
                      <a:pt x="688" y="258"/>
                      <a:pt x="687" y="258"/>
                      <a:pt x="687" y="257"/>
                    </a:cubicBezTo>
                    <a:cubicBezTo>
                      <a:pt x="686" y="256"/>
                      <a:pt x="688" y="256"/>
                      <a:pt x="688" y="256"/>
                    </a:cubicBezTo>
                    <a:cubicBezTo>
                      <a:pt x="689" y="254"/>
                      <a:pt x="687" y="255"/>
                      <a:pt x="688" y="253"/>
                    </a:cubicBezTo>
                    <a:cubicBezTo>
                      <a:pt x="689" y="252"/>
                      <a:pt x="692" y="252"/>
                      <a:pt x="692" y="251"/>
                    </a:cubicBezTo>
                    <a:cubicBezTo>
                      <a:pt x="692" y="251"/>
                      <a:pt x="692" y="250"/>
                      <a:pt x="692" y="250"/>
                    </a:cubicBezTo>
                    <a:cubicBezTo>
                      <a:pt x="692" y="250"/>
                      <a:pt x="691" y="249"/>
                      <a:pt x="691" y="249"/>
                    </a:cubicBezTo>
                    <a:cubicBezTo>
                      <a:pt x="691" y="249"/>
                      <a:pt x="692" y="247"/>
                      <a:pt x="691" y="246"/>
                    </a:cubicBezTo>
                    <a:cubicBezTo>
                      <a:pt x="690" y="245"/>
                      <a:pt x="690" y="246"/>
                      <a:pt x="690" y="246"/>
                    </a:cubicBezTo>
                    <a:cubicBezTo>
                      <a:pt x="689" y="246"/>
                      <a:pt x="688" y="242"/>
                      <a:pt x="688" y="242"/>
                    </a:cubicBezTo>
                    <a:cubicBezTo>
                      <a:pt x="689" y="240"/>
                      <a:pt x="691" y="242"/>
                      <a:pt x="693" y="241"/>
                    </a:cubicBezTo>
                    <a:cubicBezTo>
                      <a:pt x="692" y="241"/>
                      <a:pt x="693" y="239"/>
                      <a:pt x="694" y="239"/>
                    </a:cubicBezTo>
                    <a:cubicBezTo>
                      <a:pt x="693" y="235"/>
                      <a:pt x="691" y="231"/>
                      <a:pt x="690" y="227"/>
                    </a:cubicBezTo>
                    <a:cubicBezTo>
                      <a:pt x="690" y="227"/>
                      <a:pt x="689" y="227"/>
                      <a:pt x="689" y="227"/>
                    </a:cubicBezTo>
                    <a:cubicBezTo>
                      <a:pt x="688" y="227"/>
                      <a:pt x="689" y="225"/>
                      <a:pt x="688" y="224"/>
                    </a:cubicBezTo>
                    <a:cubicBezTo>
                      <a:pt x="688" y="223"/>
                      <a:pt x="688" y="223"/>
                      <a:pt x="688" y="223"/>
                    </a:cubicBezTo>
                    <a:cubicBezTo>
                      <a:pt x="688" y="222"/>
                      <a:pt x="688" y="222"/>
                      <a:pt x="688" y="221"/>
                    </a:cubicBezTo>
                    <a:cubicBezTo>
                      <a:pt x="685" y="222"/>
                      <a:pt x="682" y="222"/>
                      <a:pt x="681" y="222"/>
                    </a:cubicBezTo>
                    <a:cubicBezTo>
                      <a:pt x="679" y="222"/>
                      <a:pt x="680" y="219"/>
                      <a:pt x="678" y="220"/>
                    </a:cubicBezTo>
                    <a:cubicBezTo>
                      <a:pt x="680" y="218"/>
                      <a:pt x="676" y="218"/>
                      <a:pt x="676" y="216"/>
                    </a:cubicBezTo>
                    <a:cubicBezTo>
                      <a:pt x="675" y="215"/>
                      <a:pt x="677" y="215"/>
                      <a:pt x="677" y="215"/>
                    </a:cubicBezTo>
                    <a:cubicBezTo>
                      <a:pt x="678" y="214"/>
                      <a:pt x="676" y="213"/>
                      <a:pt x="677" y="212"/>
                    </a:cubicBezTo>
                    <a:cubicBezTo>
                      <a:pt x="677" y="212"/>
                      <a:pt x="677" y="212"/>
                      <a:pt x="677" y="212"/>
                    </a:cubicBezTo>
                    <a:cubicBezTo>
                      <a:pt x="676" y="212"/>
                      <a:pt x="675" y="210"/>
                      <a:pt x="675" y="209"/>
                    </a:cubicBezTo>
                    <a:cubicBezTo>
                      <a:pt x="674" y="209"/>
                      <a:pt x="674" y="209"/>
                      <a:pt x="673" y="209"/>
                    </a:cubicBezTo>
                    <a:cubicBezTo>
                      <a:pt x="674" y="210"/>
                      <a:pt x="674" y="210"/>
                      <a:pt x="674" y="211"/>
                    </a:cubicBezTo>
                    <a:cubicBezTo>
                      <a:pt x="674" y="212"/>
                      <a:pt x="674" y="212"/>
                      <a:pt x="673" y="213"/>
                    </a:cubicBezTo>
                    <a:cubicBezTo>
                      <a:pt x="673" y="214"/>
                      <a:pt x="673" y="214"/>
                      <a:pt x="673" y="215"/>
                    </a:cubicBezTo>
                    <a:cubicBezTo>
                      <a:pt x="673" y="215"/>
                      <a:pt x="673" y="215"/>
                      <a:pt x="673" y="215"/>
                    </a:cubicBezTo>
                    <a:cubicBezTo>
                      <a:pt x="673" y="215"/>
                      <a:pt x="672" y="216"/>
                      <a:pt x="672" y="216"/>
                    </a:cubicBezTo>
                    <a:cubicBezTo>
                      <a:pt x="671" y="217"/>
                      <a:pt x="669" y="218"/>
                      <a:pt x="669" y="220"/>
                    </a:cubicBezTo>
                    <a:cubicBezTo>
                      <a:pt x="670" y="217"/>
                      <a:pt x="666" y="218"/>
                      <a:pt x="666" y="218"/>
                    </a:cubicBezTo>
                    <a:cubicBezTo>
                      <a:pt x="666" y="218"/>
                      <a:pt x="666" y="218"/>
                      <a:pt x="666" y="218"/>
                    </a:cubicBezTo>
                    <a:cubicBezTo>
                      <a:pt x="666" y="218"/>
                      <a:pt x="666" y="218"/>
                      <a:pt x="666" y="218"/>
                    </a:cubicBezTo>
                    <a:cubicBezTo>
                      <a:pt x="666" y="218"/>
                      <a:pt x="666" y="218"/>
                      <a:pt x="667" y="219"/>
                    </a:cubicBezTo>
                    <a:cubicBezTo>
                      <a:pt x="668" y="220"/>
                      <a:pt x="668" y="224"/>
                      <a:pt x="667" y="225"/>
                    </a:cubicBezTo>
                    <a:cubicBezTo>
                      <a:pt x="667" y="225"/>
                      <a:pt x="667" y="224"/>
                      <a:pt x="666" y="224"/>
                    </a:cubicBezTo>
                    <a:cubicBezTo>
                      <a:pt x="665" y="225"/>
                      <a:pt x="663" y="228"/>
                      <a:pt x="660" y="228"/>
                    </a:cubicBezTo>
                    <a:cubicBezTo>
                      <a:pt x="661" y="226"/>
                      <a:pt x="663" y="226"/>
                      <a:pt x="663" y="225"/>
                    </a:cubicBezTo>
                    <a:cubicBezTo>
                      <a:pt x="663" y="224"/>
                      <a:pt x="662" y="225"/>
                      <a:pt x="661" y="224"/>
                    </a:cubicBezTo>
                    <a:cubicBezTo>
                      <a:pt x="660" y="223"/>
                      <a:pt x="662" y="219"/>
                      <a:pt x="665" y="218"/>
                    </a:cubicBezTo>
                    <a:cubicBezTo>
                      <a:pt x="665" y="217"/>
                      <a:pt x="665" y="216"/>
                      <a:pt x="665" y="216"/>
                    </a:cubicBezTo>
                    <a:cubicBezTo>
                      <a:pt x="665" y="215"/>
                      <a:pt x="664" y="215"/>
                      <a:pt x="664" y="215"/>
                    </a:cubicBezTo>
                    <a:cubicBezTo>
                      <a:pt x="663" y="217"/>
                      <a:pt x="661" y="218"/>
                      <a:pt x="660" y="220"/>
                    </a:cubicBezTo>
                    <a:cubicBezTo>
                      <a:pt x="660" y="221"/>
                      <a:pt x="661" y="222"/>
                      <a:pt x="660" y="223"/>
                    </a:cubicBezTo>
                    <a:cubicBezTo>
                      <a:pt x="660" y="223"/>
                      <a:pt x="659" y="224"/>
                      <a:pt x="659" y="225"/>
                    </a:cubicBezTo>
                    <a:cubicBezTo>
                      <a:pt x="659" y="226"/>
                      <a:pt x="661" y="225"/>
                      <a:pt x="660" y="226"/>
                    </a:cubicBezTo>
                    <a:cubicBezTo>
                      <a:pt x="660" y="227"/>
                      <a:pt x="659" y="228"/>
                      <a:pt x="659" y="227"/>
                    </a:cubicBezTo>
                    <a:cubicBezTo>
                      <a:pt x="658" y="227"/>
                      <a:pt x="658" y="225"/>
                      <a:pt x="657" y="224"/>
                    </a:cubicBezTo>
                    <a:cubicBezTo>
                      <a:pt x="657" y="223"/>
                      <a:pt x="656" y="224"/>
                      <a:pt x="655" y="223"/>
                    </a:cubicBezTo>
                    <a:cubicBezTo>
                      <a:pt x="653" y="223"/>
                      <a:pt x="653" y="221"/>
                      <a:pt x="650" y="224"/>
                    </a:cubicBezTo>
                    <a:cubicBezTo>
                      <a:pt x="653" y="220"/>
                      <a:pt x="649" y="222"/>
                      <a:pt x="648" y="221"/>
                    </a:cubicBezTo>
                    <a:cubicBezTo>
                      <a:pt x="648" y="222"/>
                      <a:pt x="647" y="215"/>
                      <a:pt x="647" y="215"/>
                    </a:cubicBezTo>
                    <a:cubicBezTo>
                      <a:pt x="647" y="214"/>
                      <a:pt x="648" y="211"/>
                      <a:pt x="648" y="209"/>
                    </a:cubicBezTo>
                    <a:cubicBezTo>
                      <a:pt x="648" y="210"/>
                      <a:pt x="648" y="210"/>
                      <a:pt x="647" y="210"/>
                    </a:cubicBezTo>
                    <a:cubicBezTo>
                      <a:pt x="647" y="210"/>
                      <a:pt x="647" y="209"/>
                      <a:pt x="648" y="208"/>
                    </a:cubicBezTo>
                    <a:cubicBezTo>
                      <a:pt x="648" y="208"/>
                      <a:pt x="648" y="208"/>
                      <a:pt x="648" y="208"/>
                    </a:cubicBezTo>
                    <a:cubicBezTo>
                      <a:pt x="647" y="208"/>
                      <a:pt x="647" y="209"/>
                      <a:pt x="647" y="209"/>
                    </a:cubicBezTo>
                    <a:cubicBezTo>
                      <a:pt x="647" y="209"/>
                      <a:pt x="647" y="209"/>
                      <a:pt x="646" y="209"/>
                    </a:cubicBezTo>
                    <a:cubicBezTo>
                      <a:pt x="646" y="209"/>
                      <a:pt x="646" y="209"/>
                      <a:pt x="646" y="209"/>
                    </a:cubicBezTo>
                    <a:cubicBezTo>
                      <a:pt x="646" y="209"/>
                      <a:pt x="646" y="209"/>
                      <a:pt x="646" y="209"/>
                    </a:cubicBezTo>
                    <a:cubicBezTo>
                      <a:pt x="644" y="211"/>
                      <a:pt x="639" y="212"/>
                      <a:pt x="635" y="212"/>
                    </a:cubicBezTo>
                    <a:cubicBezTo>
                      <a:pt x="635" y="213"/>
                      <a:pt x="635" y="214"/>
                      <a:pt x="635" y="214"/>
                    </a:cubicBezTo>
                    <a:cubicBezTo>
                      <a:pt x="634" y="214"/>
                      <a:pt x="634" y="213"/>
                      <a:pt x="634" y="212"/>
                    </a:cubicBezTo>
                    <a:cubicBezTo>
                      <a:pt x="633" y="212"/>
                      <a:pt x="633" y="212"/>
                      <a:pt x="633" y="212"/>
                    </a:cubicBezTo>
                    <a:cubicBezTo>
                      <a:pt x="633" y="211"/>
                      <a:pt x="633" y="210"/>
                      <a:pt x="635" y="210"/>
                    </a:cubicBezTo>
                    <a:cubicBezTo>
                      <a:pt x="634" y="210"/>
                      <a:pt x="634" y="209"/>
                      <a:pt x="634" y="209"/>
                    </a:cubicBezTo>
                    <a:cubicBezTo>
                      <a:pt x="633" y="208"/>
                      <a:pt x="634" y="207"/>
                      <a:pt x="635" y="206"/>
                    </a:cubicBezTo>
                    <a:cubicBezTo>
                      <a:pt x="634" y="205"/>
                      <a:pt x="634" y="204"/>
                      <a:pt x="635" y="203"/>
                    </a:cubicBezTo>
                    <a:cubicBezTo>
                      <a:pt x="636" y="203"/>
                      <a:pt x="636" y="203"/>
                      <a:pt x="637" y="203"/>
                    </a:cubicBezTo>
                    <a:cubicBezTo>
                      <a:pt x="637" y="202"/>
                      <a:pt x="636" y="202"/>
                      <a:pt x="635" y="203"/>
                    </a:cubicBezTo>
                    <a:cubicBezTo>
                      <a:pt x="634" y="203"/>
                      <a:pt x="632" y="206"/>
                      <a:pt x="632" y="206"/>
                    </a:cubicBezTo>
                    <a:cubicBezTo>
                      <a:pt x="632" y="207"/>
                      <a:pt x="632" y="207"/>
                      <a:pt x="633" y="207"/>
                    </a:cubicBezTo>
                    <a:cubicBezTo>
                      <a:pt x="629" y="209"/>
                      <a:pt x="629" y="201"/>
                      <a:pt x="631" y="201"/>
                    </a:cubicBezTo>
                    <a:cubicBezTo>
                      <a:pt x="631" y="201"/>
                      <a:pt x="632" y="203"/>
                      <a:pt x="632" y="203"/>
                    </a:cubicBezTo>
                    <a:cubicBezTo>
                      <a:pt x="633" y="203"/>
                      <a:pt x="636" y="199"/>
                      <a:pt x="638" y="198"/>
                    </a:cubicBezTo>
                    <a:cubicBezTo>
                      <a:pt x="638" y="198"/>
                      <a:pt x="638" y="197"/>
                      <a:pt x="639" y="197"/>
                    </a:cubicBezTo>
                    <a:cubicBezTo>
                      <a:pt x="639" y="196"/>
                      <a:pt x="637" y="195"/>
                      <a:pt x="637" y="194"/>
                    </a:cubicBezTo>
                    <a:cubicBezTo>
                      <a:pt x="637" y="193"/>
                      <a:pt x="639" y="193"/>
                      <a:pt x="639" y="193"/>
                    </a:cubicBezTo>
                    <a:cubicBezTo>
                      <a:pt x="639" y="192"/>
                      <a:pt x="640" y="189"/>
                      <a:pt x="639" y="189"/>
                    </a:cubicBezTo>
                    <a:cubicBezTo>
                      <a:pt x="639" y="188"/>
                      <a:pt x="637" y="189"/>
                      <a:pt x="638" y="190"/>
                    </a:cubicBezTo>
                    <a:cubicBezTo>
                      <a:pt x="638" y="190"/>
                      <a:pt x="636" y="188"/>
                      <a:pt x="637" y="187"/>
                    </a:cubicBezTo>
                    <a:cubicBezTo>
                      <a:pt x="637" y="187"/>
                      <a:pt x="637" y="187"/>
                      <a:pt x="637" y="187"/>
                    </a:cubicBezTo>
                    <a:cubicBezTo>
                      <a:pt x="637" y="186"/>
                      <a:pt x="637" y="186"/>
                      <a:pt x="636" y="186"/>
                    </a:cubicBezTo>
                    <a:cubicBezTo>
                      <a:pt x="636" y="187"/>
                      <a:pt x="636" y="188"/>
                      <a:pt x="636" y="188"/>
                    </a:cubicBezTo>
                    <a:cubicBezTo>
                      <a:pt x="636" y="188"/>
                      <a:pt x="636" y="188"/>
                      <a:pt x="637" y="188"/>
                    </a:cubicBezTo>
                    <a:cubicBezTo>
                      <a:pt x="637" y="189"/>
                      <a:pt x="637" y="189"/>
                      <a:pt x="636" y="189"/>
                    </a:cubicBezTo>
                    <a:cubicBezTo>
                      <a:pt x="637" y="190"/>
                      <a:pt x="636" y="191"/>
                      <a:pt x="635" y="190"/>
                    </a:cubicBezTo>
                    <a:cubicBezTo>
                      <a:pt x="635" y="190"/>
                      <a:pt x="635" y="190"/>
                      <a:pt x="635" y="189"/>
                    </a:cubicBezTo>
                    <a:cubicBezTo>
                      <a:pt x="635" y="189"/>
                      <a:pt x="635" y="189"/>
                      <a:pt x="635" y="189"/>
                    </a:cubicBezTo>
                    <a:cubicBezTo>
                      <a:pt x="635" y="189"/>
                      <a:pt x="635" y="189"/>
                      <a:pt x="635" y="189"/>
                    </a:cubicBezTo>
                    <a:cubicBezTo>
                      <a:pt x="635" y="189"/>
                      <a:pt x="635" y="189"/>
                      <a:pt x="635" y="189"/>
                    </a:cubicBezTo>
                    <a:cubicBezTo>
                      <a:pt x="634" y="190"/>
                      <a:pt x="633" y="190"/>
                      <a:pt x="632" y="189"/>
                    </a:cubicBezTo>
                    <a:cubicBezTo>
                      <a:pt x="631" y="188"/>
                      <a:pt x="631" y="186"/>
                      <a:pt x="632" y="185"/>
                    </a:cubicBezTo>
                    <a:cubicBezTo>
                      <a:pt x="632" y="185"/>
                      <a:pt x="632" y="185"/>
                      <a:pt x="631" y="185"/>
                    </a:cubicBezTo>
                    <a:cubicBezTo>
                      <a:pt x="630" y="186"/>
                      <a:pt x="632" y="185"/>
                      <a:pt x="631" y="184"/>
                    </a:cubicBezTo>
                    <a:cubicBezTo>
                      <a:pt x="630" y="184"/>
                      <a:pt x="630" y="185"/>
                      <a:pt x="630" y="185"/>
                    </a:cubicBezTo>
                    <a:cubicBezTo>
                      <a:pt x="629" y="185"/>
                      <a:pt x="630" y="185"/>
                      <a:pt x="630" y="185"/>
                    </a:cubicBezTo>
                    <a:cubicBezTo>
                      <a:pt x="629" y="185"/>
                      <a:pt x="629" y="186"/>
                      <a:pt x="628" y="185"/>
                    </a:cubicBezTo>
                    <a:cubicBezTo>
                      <a:pt x="625" y="185"/>
                      <a:pt x="628" y="181"/>
                      <a:pt x="626" y="179"/>
                    </a:cubicBezTo>
                    <a:cubicBezTo>
                      <a:pt x="625" y="180"/>
                      <a:pt x="624" y="180"/>
                      <a:pt x="624" y="180"/>
                    </a:cubicBezTo>
                    <a:cubicBezTo>
                      <a:pt x="623" y="181"/>
                      <a:pt x="623" y="182"/>
                      <a:pt x="623" y="183"/>
                    </a:cubicBezTo>
                    <a:cubicBezTo>
                      <a:pt x="624" y="184"/>
                      <a:pt x="625" y="185"/>
                      <a:pt x="624" y="186"/>
                    </a:cubicBezTo>
                    <a:cubicBezTo>
                      <a:pt x="624" y="191"/>
                      <a:pt x="618" y="190"/>
                      <a:pt x="617" y="188"/>
                    </a:cubicBezTo>
                    <a:cubicBezTo>
                      <a:pt x="616" y="188"/>
                      <a:pt x="615" y="188"/>
                      <a:pt x="615" y="189"/>
                    </a:cubicBezTo>
                    <a:cubicBezTo>
                      <a:pt x="615" y="189"/>
                      <a:pt x="616" y="188"/>
                      <a:pt x="615" y="188"/>
                    </a:cubicBezTo>
                    <a:cubicBezTo>
                      <a:pt x="614" y="189"/>
                      <a:pt x="612" y="190"/>
                      <a:pt x="610" y="190"/>
                    </a:cubicBezTo>
                    <a:cubicBezTo>
                      <a:pt x="609" y="191"/>
                      <a:pt x="607" y="191"/>
                      <a:pt x="607" y="191"/>
                    </a:cubicBezTo>
                    <a:cubicBezTo>
                      <a:pt x="607" y="190"/>
                      <a:pt x="608" y="190"/>
                      <a:pt x="609" y="189"/>
                    </a:cubicBezTo>
                    <a:cubicBezTo>
                      <a:pt x="609" y="189"/>
                      <a:pt x="608" y="189"/>
                      <a:pt x="608" y="189"/>
                    </a:cubicBezTo>
                    <a:cubicBezTo>
                      <a:pt x="608" y="188"/>
                      <a:pt x="607" y="187"/>
                      <a:pt x="607" y="186"/>
                    </a:cubicBezTo>
                    <a:cubicBezTo>
                      <a:pt x="606" y="186"/>
                      <a:pt x="604" y="186"/>
                      <a:pt x="605" y="183"/>
                    </a:cubicBezTo>
                    <a:cubicBezTo>
                      <a:pt x="606" y="181"/>
                      <a:pt x="605" y="180"/>
                      <a:pt x="605" y="179"/>
                    </a:cubicBezTo>
                    <a:cubicBezTo>
                      <a:pt x="605" y="179"/>
                      <a:pt x="606" y="178"/>
                      <a:pt x="605" y="177"/>
                    </a:cubicBezTo>
                    <a:cubicBezTo>
                      <a:pt x="604" y="179"/>
                      <a:pt x="603" y="181"/>
                      <a:pt x="601" y="183"/>
                    </a:cubicBezTo>
                    <a:cubicBezTo>
                      <a:pt x="604" y="184"/>
                      <a:pt x="606" y="186"/>
                      <a:pt x="602" y="189"/>
                    </a:cubicBezTo>
                    <a:cubicBezTo>
                      <a:pt x="602" y="189"/>
                      <a:pt x="601" y="189"/>
                      <a:pt x="600" y="190"/>
                    </a:cubicBezTo>
                    <a:cubicBezTo>
                      <a:pt x="602" y="190"/>
                      <a:pt x="602" y="194"/>
                      <a:pt x="599" y="193"/>
                    </a:cubicBezTo>
                    <a:cubicBezTo>
                      <a:pt x="598" y="192"/>
                      <a:pt x="599" y="191"/>
                      <a:pt x="599" y="191"/>
                    </a:cubicBezTo>
                    <a:cubicBezTo>
                      <a:pt x="600" y="190"/>
                      <a:pt x="600" y="190"/>
                      <a:pt x="600" y="190"/>
                    </a:cubicBezTo>
                    <a:cubicBezTo>
                      <a:pt x="598" y="190"/>
                      <a:pt x="596" y="191"/>
                      <a:pt x="595" y="192"/>
                    </a:cubicBezTo>
                    <a:cubicBezTo>
                      <a:pt x="593" y="194"/>
                      <a:pt x="594" y="195"/>
                      <a:pt x="592" y="194"/>
                    </a:cubicBezTo>
                    <a:cubicBezTo>
                      <a:pt x="592" y="193"/>
                      <a:pt x="591" y="192"/>
                      <a:pt x="590" y="193"/>
                    </a:cubicBezTo>
                    <a:cubicBezTo>
                      <a:pt x="590" y="193"/>
                      <a:pt x="587" y="198"/>
                      <a:pt x="587" y="195"/>
                    </a:cubicBezTo>
                    <a:cubicBezTo>
                      <a:pt x="587" y="194"/>
                      <a:pt x="588" y="194"/>
                      <a:pt x="588" y="194"/>
                    </a:cubicBezTo>
                    <a:cubicBezTo>
                      <a:pt x="587" y="193"/>
                      <a:pt x="584" y="194"/>
                      <a:pt x="583" y="193"/>
                    </a:cubicBezTo>
                    <a:cubicBezTo>
                      <a:pt x="583" y="192"/>
                      <a:pt x="587" y="190"/>
                      <a:pt x="584" y="189"/>
                    </a:cubicBezTo>
                    <a:cubicBezTo>
                      <a:pt x="583" y="188"/>
                      <a:pt x="583" y="188"/>
                      <a:pt x="583" y="188"/>
                    </a:cubicBezTo>
                    <a:cubicBezTo>
                      <a:pt x="583" y="188"/>
                      <a:pt x="583" y="188"/>
                      <a:pt x="583" y="187"/>
                    </a:cubicBezTo>
                    <a:cubicBezTo>
                      <a:pt x="584" y="186"/>
                      <a:pt x="584" y="185"/>
                      <a:pt x="583" y="185"/>
                    </a:cubicBezTo>
                    <a:cubicBezTo>
                      <a:pt x="582" y="186"/>
                      <a:pt x="581" y="186"/>
                      <a:pt x="580" y="185"/>
                    </a:cubicBezTo>
                    <a:cubicBezTo>
                      <a:pt x="580" y="184"/>
                      <a:pt x="581" y="184"/>
                      <a:pt x="581" y="183"/>
                    </a:cubicBezTo>
                    <a:cubicBezTo>
                      <a:pt x="582" y="183"/>
                      <a:pt x="582" y="183"/>
                      <a:pt x="582" y="183"/>
                    </a:cubicBezTo>
                    <a:cubicBezTo>
                      <a:pt x="581" y="182"/>
                      <a:pt x="580" y="182"/>
                      <a:pt x="579" y="182"/>
                    </a:cubicBezTo>
                    <a:cubicBezTo>
                      <a:pt x="578" y="181"/>
                      <a:pt x="580" y="179"/>
                      <a:pt x="580" y="178"/>
                    </a:cubicBezTo>
                    <a:cubicBezTo>
                      <a:pt x="578" y="176"/>
                      <a:pt x="577" y="179"/>
                      <a:pt x="574" y="179"/>
                    </a:cubicBezTo>
                    <a:cubicBezTo>
                      <a:pt x="574" y="179"/>
                      <a:pt x="572" y="177"/>
                      <a:pt x="570" y="179"/>
                    </a:cubicBezTo>
                    <a:cubicBezTo>
                      <a:pt x="569" y="180"/>
                      <a:pt x="571" y="182"/>
                      <a:pt x="568" y="184"/>
                    </a:cubicBezTo>
                    <a:cubicBezTo>
                      <a:pt x="567" y="184"/>
                      <a:pt x="562" y="186"/>
                      <a:pt x="562" y="185"/>
                    </a:cubicBezTo>
                    <a:cubicBezTo>
                      <a:pt x="561" y="184"/>
                      <a:pt x="563" y="184"/>
                      <a:pt x="563" y="184"/>
                    </a:cubicBezTo>
                    <a:cubicBezTo>
                      <a:pt x="564" y="182"/>
                      <a:pt x="562" y="180"/>
                      <a:pt x="562" y="181"/>
                    </a:cubicBezTo>
                    <a:cubicBezTo>
                      <a:pt x="563" y="179"/>
                      <a:pt x="565" y="179"/>
                      <a:pt x="565" y="178"/>
                    </a:cubicBezTo>
                    <a:cubicBezTo>
                      <a:pt x="565" y="178"/>
                      <a:pt x="565" y="178"/>
                      <a:pt x="564" y="178"/>
                    </a:cubicBezTo>
                    <a:cubicBezTo>
                      <a:pt x="564" y="177"/>
                      <a:pt x="565" y="177"/>
                      <a:pt x="565" y="177"/>
                    </a:cubicBezTo>
                    <a:cubicBezTo>
                      <a:pt x="565" y="176"/>
                      <a:pt x="564" y="174"/>
                      <a:pt x="565" y="173"/>
                    </a:cubicBezTo>
                    <a:cubicBezTo>
                      <a:pt x="565" y="173"/>
                      <a:pt x="565" y="173"/>
                      <a:pt x="565" y="173"/>
                    </a:cubicBezTo>
                    <a:cubicBezTo>
                      <a:pt x="565" y="173"/>
                      <a:pt x="565" y="172"/>
                      <a:pt x="565" y="172"/>
                    </a:cubicBezTo>
                    <a:cubicBezTo>
                      <a:pt x="564" y="172"/>
                      <a:pt x="564" y="171"/>
                      <a:pt x="566" y="170"/>
                    </a:cubicBezTo>
                    <a:cubicBezTo>
                      <a:pt x="566" y="170"/>
                      <a:pt x="566" y="170"/>
                      <a:pt x="566" y="170"/>
                    </a:cubicBezTo>
                    <a:cubicBezTo>
                      <a:pt x="566" y="170"/>
                      <a:pt x="565" y="170"/>
                      <a:pt x="565" y="170"/>
                    </a:cubicBezTo>
                    <a:cubicBezTo>
                      <a:pt x="564" y="170"/>
                      <a:pt x="563" y="170"/>
                      <a:pt x="563" y="169"/>
                    </a:cubicBezTo>
                    <a:cubicBezTo>
                      <a:pt x="562" y="169"/>
                      <a:pt x="562" y="169"/>
                      <a:pt x="562" y="169"/>
                    </a:cubicBezTo>
                    <a:cubicBezTo>
                      <a:pt x="562" y="169"/>
                      <a:pt x="562" y="168"/>
                      <a:pt x="563" y="167"/>
                    </a:cubicBezTo>
                    <a:cubicBezTo>
                      <a:pt x="563" y="167"/>
                      <a:pt x="563" y="166"/>
                      <a:pt x="562" y="166"/>
                    </a:cubicBezTo>
                    <a:cubicBezTo>
                      <a:pt x="563" y="165"/>
                      <a:pt x="566" y="165"/>
                      <a:pt x="568" y="164"/>
                    </a:cubicBezTo>
                    <a:cubicBezTo>
                      <a:pt x="567" y="165"/>
                      <a:pt x="568" y="167"/>
                      <a:pt x="569" y="165"/>
                    </a:cubicBezTo>
                    <a:cubicBezTo>
                      <a:pt x="571" y="164"/>
                      <a:pt x="569" y="164"/>
                      <a:pt x="569" y="164"/>
                    </a:cubicBezTo>
                    <a:cubicBezTo>
                      <a:pt x="569" y="164"/>
                      <a:pt x="570" y="163"/>
                      <a:pt x="569" y="162"/>
                    </a:cubicBezTo>
                    <a:cubicBezTo>
                      <a:pt x="569" y="162"/>
                      <a:pt x="569" y="162"/>
                      <a:pt x="569" y="162"/>
                    </a:cubicBezTo>
                    <a:cubicBezTo>
                      <a:pt x="567" y="163"/>
                      <a:pt x="565" y="164"/>
                      <a:pt x="563" y="163"/>
                    </a:cubicBezTo>
                    <a:cubicBezTo>
                      <a:pt x="563" y="163"/>
                      <a:pt x="563" y="163"/>
                      <a:pt x="563" y="164"/>
                    </a:cubicBezTo>
                    <a:cubicBezTo>
                      <a:pt x="563" y="164"/>
                      <a:pt x="564" y="164"/>
                      <a:pt x="564" y="164"/>
                    </a:cubicBezTo>
                    <a:cubicBezTo>
                      <a:pt x="563" y="165"/>
                      <a:pt x="563" y="164"/>
                      <a:pt x="563" y="163"/>
                    </a:cubicBezTo>
                    <a:cubicBezTo>
                      <a:pt x="562" y="163"/>
                      <a:pt x="562" y="162"/>
                      <a:pt x="562" y="161"/>
                    </a:cubicBezTo>
                    <a:cubicBezTo>
                      <a:pt x="562" y="160"/>
                      <a:pt x="564" y="158"/>
                      <a:pt x="567" y="158"/>
                    </a:cubicBezTo>
                    <a:cubicBezTo>
                      <a:pt x="566" y="157"/>
                      <a:pt x="565" y="156"/>
                      <a:pt x="566" y="155"/>
                    </a:cubicBezTo>
                    <a:cubicBezTo>
                      <a:pt x="566" y="153"/>
                      <a:pt x="570" y="153"/>
                      <a:pt x="569" y="152"/>
                    </a:cubicBezTo>
                    <a:cubicBezTo>
                      <a:pt x="570" y="152"/>
                      <a:pt x="572" y="151"/>
                      <a:pt x="574" y="151"/>
                    </a:cubicBezTo>
                    <a:cubicBezTo>
                      <a:pt x="576" y="153"/>
                      <a:pt x="575" y="153"/>
                      <a:pt x="579" y="152"/>
                    </a:cubicBezTo>
                    <a:cubicBezTo>
                      <a:pt x="579" y="152"/>
                      <a:pt x="580" y="151"/>
                      <a:pt x="581" y="151"/>
                    </a:cubicBezTo>
                    <a:cubicBezTo>
                      <a:pt x="584" y="150"/>
                      <a:pt x="583" y="150"/>
                      <a:pt x="582" y="148"/>
                    </a:cubicBezTo>
                    <a:cubicBezTo>
                      <a:pt x="584" y="150"/>
                      <a:pt x="583" y="148"/>
                      <a:pt x="581" y="147"/>
                    </a:cubicBezTo>
                    <a:cubicBezTo>
                      <a:pt x="581" y="147"/>
                      <a:pt x="581" y="147"/>
                      <a:pt x="581" y="147"/>
                    </a:cubicBezTo>
                    <a:cubicBezTo>
                      <a:pt x="581" y="147"/>
                      <a:pt x="581" y="147"/>
                      <a:pt x="581" y="147"/>
                    </a:cubicBezTo>
                    <a:cubicBezTo>
                      <a:pt x="581" y="147"/>
                      <a:pt x="580" y="147"/>
                      <a:pt x="580" y="147"/>
                    </a:cubicBezTo>
                    <a:cubicBezTo>
                      <a:pt x="580" y="147"/>
                      <a:pt x="579" y="149"/>
                      <a:pt x="578" y="148"/>
                    </a:cubicBezTo>
                    <a:cubicBezTo>
                      <a:pt x="577" y="147"/>
                      <a:pt x="581" y="144"/>
                      <a:pt x="577" y="144"/>
                    </a:cubicBezTo>
                    <a:cubicBezTo>
                      <a:pt x="583" y="142"/>
                      <a:pt x="575" y="140"/>
                      <a:pt x="573" y="139"/>
                    </a:cubicBezTo>
                    <a:cubicBezTo>
                      <a:pt x="572" y="138"/>
                      <a:pt x="571" y="137"/>
                      <a:pt x="570" y="135"/>
                    </a:cubicBezTo>
                    <a:cubicBezTo>
                      <a:pt x="570" y="135"/>
                      <a:pt x="569" y="134"/>
                      <a:pt x="569" y="134"/>
                    </a:cubicBezTo>
                    <a:cubicBezTo>
                      <a:pt x="569" y="134"/>
                      <a:pt x="569" y="134"/>
                      <a:pt x="569" y="133"/>
                    </a:cubicBezTo>
                    <a:cubicBezTo>
                      <a:pt x="569" y="133"/>
                      <a:pt x="568" y="132"/>
                      <a:pt x="568" y="132"/>
                    </a:cubicBezTo>
                    <a:cubicBezTo>
                      <a:pt x="567" y="132"/>
                      <a:pt x="567" y="132"/>
                      <a:pt x="567" y="132"/>
                    </a:cubicBezTo>
                    <a:cubicBezTo>
                      <a:pt x="567" y="132"/>
                      <a:pt x="566" y="133"/>
                      <a:pt x="566" y="133"/>
                    </a:cubicBezTo>
                    <a:cubicBezTo>
                      <a:pt x="566" y="134"/>
                      <a:pt x="564" y="135"/>
                      <a:pt x="563" y="135"/>
                    </a:cubicBezTo>
                    <a:cubicBezTo>
                      <a:pt x="562" y="135"/>
                      <a:pt x="561" y="134"/>
                      <a:pt x="561" y="133"/>
                    </a:cubicBezTo>
                    <a:cubicBezTo>
                      <a:pt x="560" y="134"/>
                      <a:pt x="559" y="134"/>
                      <a:pt x="558" y="134"/>
                    </a:cubicBezTo>
                    <a:cubicBezTo>
                      <a:pt x="557" y="134"/>
                      <a:pt x="559" y="133"/>
                      <a:pt x="560" y="133"/>
                    </a:cubicBezTo>
                    <a:cubicBezTo>
                      <a:pt x="560" y="132"/>
                      <a:pt x="560" y="131"/>
                      <a:pt x="561" y="131"/>
                    </a:cubicBezTo>
                    <a:cubicBezTo>
                      <a:pt x="560" y="131"/>
                      <a:pt x="558" y="131"/>
                      <a:pt x="557" y="131"/>
                    </a:cubicBezTo>
                    <a:cubicBezTo>
                      <a:pt x="557" y="131"/>
                      <a:pt x="557" y="131"/>
                      <a:pt x="557" y="131"/>
                    </a:cubicBezTo>
                    <a:cubicBezTo>
                      <a:pt x="558" y="131"/>
                      <a:pt x="559" y="131"/>
                      <a:pt x="559" y="132"/>
                    </a:cubicBezTo>
                    <a:cubicBezTo>
                      <a:pt x="558" y="132"/>
                      <a:pt x="557" y="132"/>
                      <a:pt x="556" y="132"/>
                    </a:cubicBezTo>
                    <a:cubicBezTo>
                      <a:pt x="555" y="132"/>
                      <a:pt x="555" y="132"/>
                      <a:pt x="555" y="133"/>
                    </a:cubicBezTo>
                    <a:cubicBezTo>
                      <a:pt x="556" y="133"/>
                      <a:pt x="555" y="135"/>
                      <a:pt x="554" y="134"/>
                    </a:cubicBezTo>
                    <a:cubicBezTo>
                      <a:pt x="553" y="135"/>
                      <a:pt x="552" y="135"/>
                      <a:pt x="552" y="135"/>
                    </a:cubicBezTo>
                    <a:cubicBezTo>
                      <a:pt x="552" y="134"/>
                      <a:pt x="552" y="134"/>
                      <a:pt x="553" y="133"/>
                    </a:cubicBezTo>
                    <a:cubicBezTo>
                      <a:pt x="552" y="133"/>
                      <a:pt x="551" y="131"/>
                      <a:pt x="553" y="132"/>
                    </a:cubicBezTo>
                    <a:cubicBezTo>
                      <a:pt x="553" y="132"/>
                      <a:pt x="553" y="132"/>
                      <a:pt x="553" y="132"/>
                    </a:cubicBezTo>
                    <a:cubicBezTo>
                      <a:pt x="553" y="133"/>
                      <a:pt x="553" y="133"/>
                      <a:pt x="553" y="133"/>
                    </a:cubicBezTo>
                    <a:cubicBezTo>
                      <a:pt x="554" y="133"/>
                      <a:pt x="554" y="132"/>
                      <a:pt x="554" y="132"/>
                    </a:cubicBezTo>
                    <a:cubicBezTo>
                      <a:pt x="553" y="132"/>
                      <a:pt x="552" y="131"/>
                      <a:pt x="552" y="131"/>
                    </a:cubicBezTo>
                    <a:cubicBezTo>
                      <a:pt x="552" y="131"/>
                      <a:pt x="553" y="131"/>
                      <a:pt x="555" y="131"/>
                    </a:cubicBezTo>
                    <a:cubicBezTo>
                      <a:pt x="554" y="130"/>
                      <a:pt x="554" y="130"/>
                      <a:pt x="554" y="130"/>
                    </a:cubicBezTo>
                    <a:cubicBezTo>
                      <a:pt x="553" y="130"/>
                      <a:pt x="552" y="131"/>
                      <a:pt x="552" y="131"/>
                    </a:cubicBezTo>
                    <a:cubicBezTo>
                      <a:pt x="551" y="130"/>
                      <a:pt x="550" y="127"/>
                      <a:pt x="548" y="129"/>
                    </a:cubicBezTo>
                    <a:cubicBezTo>
                      <a:pt x="548" y="130"/>
                      <a:pt x="549" y="131"/>
                      <a:pt x="549" y="130"/>
                    </a:cubicBezTo>
                    <a:cubicBezTo>
                      <a:pt x="549" y="131"/>
                      <a:pt x="549" y="131"/>
                      <a:pt x="549" y="131"/>
                    </a:cubicBezTo>
                    <a:cubicBezTo>
                      <a:pt x="549" y="131"/>
                      <a:pt x="549" y="131"/>
                      <a:pt x="550" y="131"/>
                    </a:cubicBezTo>
                    <a:cubicBezTo>
                      <a:pt x="551" y="131"/>
                      <a:pt x="549" y="133"/>
                      <a:pt x="549" y="132"/>
                    </a:cubicBezTo>
                    <a:cubicBezTo>
                      <a:pt x="549" y="132"/>
                      <a:pt x="549" y="132"/>
                      <a:pt x="549" y="132"/>
                    </a:cubicBezTo>
                    <a:cubicBezTo>
                      <a:pt x="548" y="133"/>
                      <a:pt x="544" y="131"/>
                      <a:pt x="543" y="131"/>
                    </a:cubicBezTo>
                    <a:cubicBezTo>
                      <a:pt x="545" y="130"/>
                      <a:pt x="543" y="130"/>
                      <a:pt x="542" y="129"/>
                    </a:cubicBezTo>
                    <a:cubicBezTo>
                      <a:pt x="540" y="130"/>
                      <a:pt x="539" y="131"/>
                      <a:pt x="537" y="132"/>
                    </a:cubicBezTo>
                    <a:cubicBezTo>
                      <a:pt x="538" y="130"/>
                      <a:pt x="540" y="129"/>
                      <a:pt x="542" y="129"/>
                    </a:cubicBezTo>
                    <a:cubicBezTo>
                      <a:pt x="541" y="128"/>
                      <a:pt x="541" y="127"/>
                      <a:pt x="541" y="127"/>
                    </a:cubicBezTo>
                    <a:cubicBezTo>
                      <a:pt x="542" y="125"/>
                      <a:pt x="546" y="126"/>
                      <a:pt x="546" y="124"/>
                    </a:cubicBezTo>
                    <a:cubicBezTo>
                      <a:pt x="547" y="123"/>
                      <a:pt x="545" y="124"/>
                      <a:pt x="545" y="124"/>
                    </a:cubicBezTo>
                    <a:cubicBezTo>
                      <a:pt x="546" y="122"/>
                      <a:pt x="547" y="121"/>
                      <a:pt x="545" y="120"/>
                    </a:cubicBezTo>
                    <a:cubicBezTo>
                      <a:pt x="545" y="120"/>
                      <a:pt x="540" y="120"/>
                      <a:pt x="538" y="120"/>
                    </a:cubicBezTo>
                    <a:cubicBezTo>
                      <a:pt x="536" y="120"/>
                      <a:pt x="534" y="121"/>
                      <a:pt x="531" y="119"/>
                    </a:cubicBezTo>
                    <a:cubicBezTo>
                      <a:pt x="534" y="119"/>
                      <a:pt x="535" y="117"/>
                      <a:pt x="537" y="117"/>
                    </a:cubicBezTo>
                    <a:cubicBezTo>
                      <a:pt x="537" y="117"/>
                      <a:pt x="537" y="116"/>
                      <a:pt x="537" y="116"/>
                    </a:cubicBezTo>
                    <a:cubicBezTo>
                      <a:pt x="537" y="116"/>
                      <a:pt x="537" y="117"/>
                      <a:pt x="537" y="117"/>
                    </a:cubicBezTo>
                    <a:cubicBezTo>
                      <a:pt x="538" y="116"/>
                      <a:pt x="538" y="116"/>
                      <a:pt x="539" y="116"/>
                    </a:cubicBezTo>
                    <a:cubicBezTo>
                      <a:pt x="542" y="115"/>
                      <a:pt x="545" y="118"/>
                      <a:pt x="548" y="117"/>
                    </a:cubicBezTo>
                    <a:cubicBezTo>
                      <a:pt x="548" y="117"/>
                      <a:pt x="551" y="114"/>
                      <a:pt x="552" y="114"/>
                    </a:cubicBezTo>
                    <a:cubicBezTo>
                      <a:pt x="553" y="114"/>
                      <a:pt x="554" y="115"/>
                      <a:pt x="554" y="114"/>
                    </a:cubicBezTo>
                    <a:cubicBezTo>
                      <a:pt x="553" y="114"/>
                      <a:pt x="553" y="113"/>
                      <a:pt x="553" y="113"/>
                    </a:cubicBezTo>
                    <a:cubicBezTo>
                      <a:pt x="553" y="113"/>
                      <a:pt x="552" y="113"/>
                      <a:pt x="552" y="113"/>
                    </a:cubicBezTo>
                    <a:cubicBezTo>
                      <a:pt x="552" y="114"/>
                      <a:pt x="551" y="114"/>
                      <a:pt x="549" y="114"/>
                    </a:cubicBezTo>
                    <a:cubicBezTo>
                      <a:pt x="549" y="114"/>
                      <a:pt x="549" y="114"/>
                      <a:pt x="549" y="114"/>
                    </a:cubicBezTo>
                    <a:cubicBezTo>
                      <a:pt x="549" y="114"/>
                      <a:pt x="549" y="114"/>
                      <a:pt x="549" y="114"/>
                    </a:cubicBezTo>
                    <a:cubicBezTo>
                      <a:pt x="548" y="114"/>
                      <a:pt x="547" y="114"/>
                      <a:pt x="547" y="114"/>
                    </a:cubicBezTo>
                    <a:cubicBezTo>
                      <a:pt x="547" y="114"/>
                      <a:pt x="547" y="113"/>
                      <a:pt x="547" y="113"/>
                    </a:cubicBezTo>
                    <a:cubicBezTo>
                      <a:pt x="547" y="112"/>
                      <a:pt x="548" y="111"/>
                      <a:pt x="549" y="110"/>
                    </a:cubicBezTo>
                    <a:cubicBezTo>
                      <a:pt x="550" y="110"/>
                      <a:pt x="552" y="111"/>
                      <a:pt x="552" y="112"/>
                    </a:cubicBezTo>
                    <a:cubicBezTo>
                      <a:pt x="552" y="112"/>
                      <a:pt x="552" y="112"/>
                      <a:pt x="553" y="112"/>
                    </a:cubicBezTo>
                    <a:cubicBezTo>
                      <a:pt x="552" y="111"/>
                      <a:pt x="554" y="110"/>
                      <a:pt x="555" y="111"/>
                    </a:cubicBezTo>
                    <a:cubicBezTo>
                      <a:pt x="555" y="110"/>
                      <a:pt x="555" y="110"/>
                      <a:pt x="554" y="109"/>
                    </a:cubicBezTo>
                    <a:cubicBezTo>
                      <a:pt x="554" y="110"/>
                      <a:pt x="554" y="110"/>
                      <a:pt x="554" y="110"/>
                    </a:cubicBezTo>
                    <a:cubicBezTo>
                      <a:pt x="554" y="110"/>
                      <a:pt x="554" y="109"/>
                      <a:pt x="554" y="109"/>
                    </a:cubicBezTo>
                    <a:cubicBezTo>
                      <a:pt x="553" y="108"/>
                      <a:pt x="550" y="108"/>
                      <a:pt x="549" y="107"/>
                    </a:cubicBezTo>
                    <a:cubicBezTo>
                      <a:pt x="550" y="106"/>
                      <a:pt x="551" y="106"/>
                      <a:pt x="550" y="105"/>
                    </a:cubicBezTo>
                    <a:cubicBezTo>
                      <a:pt x="549" y="106"/>
                      <a:pt x="546" y="106"/>
                      <a:pt x="548" y="104"/>
                    </a:cubicBezTo>
                    <a:cubicBezTo>
                      <a:pt x="548" y="104"/>
                      <a:pt x="548" y="104"/>
                      <a:pt x="548" y="104"/>
                    </a:cubicBezTo>
                    <a:cubicBezTo>
                      <a:pt x="548" y="104"/>
                      <a:pt x="547" y="103"/>
                      <a:pt x="547" y="103"/>
                    </a:cubicBezTo>
                    <a:cubicBezTo>
                      <a:pt x="545" y="104"/>
                      <a:pt x="543" y="105"/>
                      <a:pt x="541" y="106"/>
                    </a:cubicBezTo>
                    <a:cubicBezTo>
                      <a:pt x="537" y="107"/>
                      <a:pt x="541" y="104"/>
                      <a:pt x="543" y="103"/>
                    </a:cubicBezTo>
                    <a:cubicBezTo>
                      <a:pt x="544" y="103"/>
                      <a:pt x="546" y="102"/>
                      <a:pt x="548" y="101"/>
                    </a:cubicBezTo>
                    <a:cubicBezTo>
                      <a:pt x="548" y="101"/>
                      <a:pt x="548" y="101"/>
                      <a:pt x="548" y="100"/>
                    </a:cubicBezTo>
                    <a:cubicBezTo>
                      <a:pt x="549" y="100"/>
                      <a:pt x="549" y="100"/>
                      <a:pt x="550" y="100"/>
                    </a:cubicBezTo>
                    <a:cubicBezTo>
                      <a:pt x="552" y="99"/>
                      <a:pt x="553" y="99"/>
                      <a:pt x="554" y="98"/>
                    </a:cubicBezTo>
                    <a:cubicBezTo>
                      <a:pt x="555" y="97"/>
                      <a:pt x="555" y="95"/>
                      <a:pt x="555" y="94"/>
                    </a:cubicBezTo>
                    <a:cubicBezTo>
                      <a:pt x="554" y="95"/>
                      <a:pt x="554" y="94"/>
                      <a:pt x="553" y="94"/>
                    </a:cubicBezTo>
                    <a:cubicBezTo>
                      <a:pt x="553" y="94"/>
                      <a:pt x="553" y="94"/>
                      <a:pt x="553" y="94"/>
                    </a:cubicBezTo>
                    <a:cubicBezTo>
                      <a:pt x="553" y="94"/>
                      <a:pt x="553" y="94"/>
                      <a:pt x="552" y="94"/>
                    </a:cubicBezTo>
                    <a:cubicBezTo>
                      <a:pt x="552" y="94"/>
                      <a:pt x="550" y="93"/>
                      <a:pt x="550" y="93"/>
                    </a:cubicBezTo>
                    <a:cubicBezTo>
                      <a:pt x="550" y="93"/>
                      <a:pt x="550" y="93"/>
                      <a:pt x="550" y="92"/>
                    </a:cubicBezTo>
                    <a:cubicBezTo>
                      <a:pt x="549" y="91"/>
                      <a:pt x="551" y="90"/>
                      <a:pt x="552" y="90"/>
                    </a:cubicBezTo>
                    <a:cubicBezTo>
                      <a:pt x="552" y="89"/>
                      <a:pt x="552" y="89"/>
                      <a:pt x="553" y="88"/>
                    </a:cubicBezTo>
                    <a:cubicBezTo>
                      <a:pt x="553" y="88"/>
                      <a:pt x="553" y="88"/>
                      <a:pt x="553" y="88"/>
                    </a:cubicBezTo>
                    <a:cubicBezTo>
                      <a:pt x="552" y="87"/>
                      <a:pt x="550" y="87"/>
                      <a:pt x="549" y="87"/>
                    </a:cubicBezTo>
                    <a:cubicBezTo>
                      <a:pt x="548" y="87"/>
                      <a:pt x="546" y="87"/>
                      <a:pt x="546" y="86"/>
                    </a:cubicBezTo>
                    <a:cubicBezTo>
                      <a:pt x="545" y="86"/>
                      <a:pt x="544" y="85"/>
                      <a:pt x="544" y="84"/>
                    </a:cubicBezTo>
                    <a:cubicBezTo>
                      <a:pt x="543" y="85"/>
                      <a:pt x="542" y="85"/>
                      <a:pt x="542" y="84"/>
                    </a:cubicBezTo>
                    <a:cubicBezTo>
                      <a:pt x="541" y="84"/>
                      <a:pt x="540" y="82"/>
                      <a:pt x="542" y="81"/>
                    </a:cubicBezTo>
                    <a:cubicBezTo>
                      <a:pt x="542" y="81"/>
                      <a:pt x="542" y="81"/>
                      <a:pt x="542" y="81"/>
                    </a:cubicBezTo>
                    <a:cubicBezTo>
                      <a:pt x="541" y="80"/>
                      <a:pt x="542" y="80"/>
                      <a:pt x="542" y="79"/>
                    </a:cubicBezTo>
                    <a:cubicBezTo>
                      <a:pt x="541" y="80"/>
                      <a:pt x="540" y="80"/>
                      <a:pt x="539" y="80"/>
                    </a:cubicBezTo>
                    <a:cubicBezTo>
                      <a:pt x="539" y="80"/>
                      <a:pt x="538" y="81"/>
                      <a:pt x="539" y="82"/>
                    </a:cubicBezTo>
                    <a:cubicBezTo>
                      <a:pt x="538" y="82"/>
                      <a:pt x="536" y="83"/>
                      <a:pt x="535" y="84"/>
                    </a:cubicBezTo>
                    <a:cubicBezTo>
                      <a:pt x="534" y="85"/>
                      <a:pt x="533" y="85"/>
                      <a:pt x="532" y="86"/>
                    </a:cubicBezTo>
                    <a:cubicBezTo>
                      <a:pt x="532" y="86"/>
                      <a:pt x="532" y="87"/>
                      <a:pt x="532" y="87"/>
                    </a:cubicBezTo>
                    <a:cubicBezTo>
                      <a:pt x="531" y="87"/>
                      <a:pt x="530" y="86"/>
                      <a:pt x="529" y="87"/>
                    </a:cubicBezTo>
                    <a:cubicBezTo>
                      <a:pt x="529" y="87"/>
                      <a:pt x="529" y="87"/>
                      <a:pt x="529" y="87"/>
                    </a:cubicBezTo>
                    <a:cubicBezTo>
                      <a:pt x="529" y="87"/>
                      <a:pt x="529" y="87"/>
                      <a:pt x="529" y="87"/>
                    </a:cubicBezTo>
                    <a:cubicBezTo>
                      <a:pt x="529" y="87"/>
                      <a:pt x="529" y="87"/>
                      <a:pt x="528" y="87"/>
                    </a:cubicBezTo>
                    <a:cubicBezTo>
                      <a:pt x="527" y="87"/>
                      <a:pt x="527" y="88"/>
                      <a:pt x="526" y="88"/>
                    </a:cubicBezTo>
                    <a:cubicBezTo>
                      <a:pt x="526" y="88"/>
                      <a:pt x="526" y="87"/>
                      <a:pt x="526" y="87"/>
                    </a:cubicBezTo>
                    <a:cubicBezTo>
                      <a:pt x="525" y="85"/>
                      <a:pt x="521" y="83"/>
                      <a:pt x="520" y="81"/>
                    </a:cubicBezTo>
                    <a:cubicBezTo>
                      <a:pt x="520" y="79"/>
                      <a:pt x="524" y="78"/>
                      <a:pt x="525" y="76"/>
                    </a:cubicBezTo>
                    <a:cubicBezTo>
                      <a:pt x="526" y="76"/>
                      <a:pt x="524" y="74"/>
                      <a:pt x="525" y="74"/>
                    </a:cubicBezTo>
                    <a:cubicBezTo>
                      <a:pt x="526" y="73"/>
                      <a:pt x="526" y="75"/>
                      <a:pt x="527" y="75"/>
                    </a:cubicBezTo>
                    <a:cubicBezTo>
                      <a:pt x="528" y="76"/>
                      <a:pt x="533" y="76"/>
                      <a:pt x="535" y="76"/>
                    </a:cubicBezTo>
                    <a:cubicBezTo>
                      <a:pt x="536" y="76"/>
                      <a:pt x="537" y="76"/>
                      <a:pt x="538" y="77"/>
                    </a:cubicBezTo>
                    <a:cubicBezTo>
                      <a:pt x="539" y="75"/>
                      <a:pt x="543" y="75"/>
                      <a:pt x="543" y="74"/>
                    </a:cubicBezTo>
                    <a:cubicBezTo>
                      <a:pt x="544" y="74"/>
                      <a:pt x="542" y="74"/>
                      <a:pt x="542" y="73"/>
                    </a:cubicBezTo>
                    <a:cubicBezTo>
                      <a:pt x="543" y="73"/>
                      <a:pt x="544" y="73"/>
                      <a:pt x="545" y="74"/>
                    </a:cubicBezTo>
                    <a:cubicBezTo>
                      <a:pt x="547" y="73"/>
                      <a:pt x="550" y="72"/>
                      <a:pt x="553" y="72"/>
                    </a:cubicBezTo>
                    <a:cubicBezTo>
                      <a:pt x="552" y="71"/>
                      <a:pt x="552" y="70"/>
                      <a:pt x="551" y="70"/>
                    </a:cubicBezTo>
                    <a:cubicBezTo>
                      <a:pt x="551" y="70"/>
                      <a:pt x="550" y="71"/>
                      <a:pt x="550" y="71"/>
                    </a:cubicBezTo>
                    <a:cubicBezTo>
                      <a:pt x="550" y="71"/>
                      <a:pt x="547" y="70"/>
                      <a:pt x="545" y="69"/>
                    </a:cubicBezTo>
                    <a:cubicBezTo>
                      <a:pt x="544" y="69"/>
                      <a:pt x="543" y="69"/>
                      <a:pt x="543" y="68"/>
                    </a:cubicBezTo>
                    <a:cubicBezTo>
                      <a:pt x="543" y="68"/>
                      <a:pt x="543" y="68"/>
                      <a:pt x="543" y="68"/>
                    </a:cubicBezTo>
                    <a:cubicBezTo>
                      <a:pt x="543" y="68"/>
                      <a:pt x="543" y="68"/>
                      <a:pt x="543" y="68"/>
                    </a:cubicBezTo>
                    <a:cubicBezTo>
                      <a:pt x="542" y="67"/>
                      <a:pt x="543" y="66"/>
                      <a:pt x="542" y="66"/>
                    </a:cubicBezTo>
                    <a:cubicBezTo>
                      <a:pt x="540" y="64"/>
                      <a:pt x="537" y="66"/>
                      <a:pt x="535" y="66"/>
                    </a:cubicBezTo>
                    <a:cubicBezTo>
                      <a:pt x="535" y="66"/>
                      <a:pt x="534" y="65"/>
                      <a:pt x="534" y="65"/>
                    </a:cubicBezTo>
                    <a:cubicBezTo>
                      <a:pt x="534" y="65"/>
                      <a:pt x="534" y="65"/>
                      <a:pt x="534" y="65"/>
                    </a:cubicBezTo>
                    <a:cubicBezTo>
                      <a:pt x="534" y="67"/>
                      <a:pt x="529" y="69"/>
                      <a:pt x="528" y="68"/>
                    </a:cubicBezTo>
                    <a:cubicBezTo>
                      <a:pt x="527" y="66"/>
                      <a:pt x="528" y="64"/>
                      <a:pt x="529" y="63"/>
                    </a:cubicBezTo>
                    <a:cubicBezTo>
                      <a:pt x="529" y="63"/>
                      <a:pt x="529" y="63"/>
                      <a:pt x="529" y="63"/>
                    </a:cubicBezTo>
                    <a:cubicBezTo>
                      <a:pt x="529" y="63"/>
                      <a:pt x="529" y="63"/>
                      <a:pt x="529" y="63"/>
                    </a:cubicBezTo>
                    <a:cubicBezTo>
                      <a:pt x="529" y="63"/>
                      <a:pt x="529" y="62"/>
                      <a:pt x="529" y="62"/>
                    </a:cubicBezTo>
                    <a:cubicBezTo>
                      <a:pt x="529" y="62"/>
                      <a:pt x="529" y="62"/>
                      <a:pt x="529" y="62"/>
                    </a:cubicBezTo>
                    <a:cubicBezTo>
                      <a:pt x="528" y="62"/>
                      <a:pt x="527" y="63"/>
                      <a:pt x="526" y="63"/>
                    </a:cubicBezTo>
                    <a:cubicBezTo>
                      <a:pt x="526" y="63"/>
                      <a:pt x="526" y="63"/>
                      <a:pt x="526" y="63"/>
                    </a:cubicBezTo>
                    <a:cubicBezTo>
                      <a:pt x="526" y="64"/>
                      <a:pt x="526" y="64"/>
                      <a:pt x="526" y="65"/>
                    </a:cubicBezTo>
                    <a:cubicBezTo>
                      <a:pt x="525" y="66"/>
                      <a:pt x="522" y="66"/>
                      <a:pt x="520" y="68"/>
                    </a:cubicBezTo>
                    <a:cubicBezTo>
                      <a:pt x="519" y="69"/>
                      <a:pt x="517" y="72"/>
                      <a:pt x="515" y="72"/>
                    </a:cubicBezTo>
                    <a:cubicBezTo>
                      <a:pt x="514" y="71"/>
                      <a:pt x="514" y="70"/>
                      <a:pt x="513" y="70"/>
                    </a:cubicBezTo>
                    <a:cubicBezTo>
                      <a:pt x="513" y="69"/>
                      <a:pt x="513" y="70"/>
                      <a:pt x="512" y="70"/>
                    </a:cubicBezTo>
                    <a:cubicBezTo>
                      <a:pt x="511" y="71"/>
                      <a:pt x="510" y="70"/>
                      <a:pt x="510" y="69"/>
                    </a:cubicBezTo>
                    <a:cubicBezTo>
                      <a:pt x="509" y="69"/>
                      <a:pt x="508" y="69"/>
                      <a:pt x="508" y="68"/>
                    </a:cubicBezTo>
                    <a:cubicBezTo>
                      <a:pt x="508" y="68"/>
                      <a:pt x="509" y="67"/>
                      <a:pt x="510" y="66"/>
                    </a:cubicBezTo>
                    <a:cubicBezTo>
                      <a:pt x="510" y="65"/>
                      <a:pt x="511" y="65"/>
                      <a:pt x="512" y="66"/>
                    </a:cubicBezTo>
                    <a:cubicBezTo>
                      <a:pt x="513" y="67"/>
                      <a:pt x="513" y="66"/>
                      <a:pt x="513" y="65"/>
                    </a:cubicBezTo>
                    <a:cubicBezTo>
                      <a:pt x="512" y="64"/>
                      <a:pt x="511" y="64"/>
                      <a:pt x="511" y="63"/>
                    </a:cubicBezTo>
                    <a:cubicBezTo>
                      <a:pt x="511" y="63"/>
                      <a:pt x="511" y="62"/>
                      <a:pt x="513" y="61"/>
                    </a:cubicBezTo>
                    <a:cubicBezTo>
                      <a:pt x="511" y="61"/>
                      <a:pt x="510" y="60"/>
                      <a:pt x="509" y="59"/>
                    </a:cubicBezTo>
                    <a:cubicBezTo>
                      <a:pt x="509" y="59"/>
                      <a:pt x="510" y="56"/>
                      <a:pt x="511" y="55"/>
                    </a:cubicBezTo>
                    <a:cubicBezTo>
                      <a:pt x="512" y="54"/>
                      <a:pt x="515" y="54"/>
                      <a:pt x="515" y="53"/>
                    </a:cubicBezTo>
                    <a:cubicBezTo>
                      <a:pt x="515" y="53"/>
                      <a:pt x="514" y="53"/>
                      <a:pt x="514" y="53"/>
                    </a:cubicBezTo>
                    <a:cubicBezTo>
                      <a:pt x="514" y="53"/>
                      <a:pt x="513" y="54"/>
                      <a:pt x="513" y="54"/>
                    </a:cubicBezTo>
                    <a:cubicBezTo>
                      <a:pt x="513" y="54"/>
                      <a:pt x="513" y="54"/>
                      <a:pt x="513" y="54"/>
                    </a:cubicBezTo>
                    <a:cubicBezTo>
                      <a:pt x="513" y="54"/>
                      <a:pt x="513" y="54"/>
                      <a:pt x="513" y="54"/>
                    </a:cubicBezTo>
                    <a:cubicBezTo>
                      <a:pt x="512" y="54"/>
                      <a:pt x="511" y="55"/>
                      <a:pt x="510" y="54"/>
                    </a:cubicBezTo>
                    <a:cubicBezTo>
                      <a:pt x="510" y="54"/>
                      <a:pt x="510" y="53"/>
                      <a:pt x="510" y="53"/>
                    </a:cubicBezTo>
                    <a:cubicBezTo>
                      <a:pt x="510" y="53"/>
                      <a:pt x="510" y="53"/>
                      <a:pt x="510" y="53"/>
                    </a:cubicBezTo>
                    <a:cubicBezTo>
                      <a:pt x="510" y="53"/>
                      <a:pt x="510" y="52"/>
                      <a:pt x="510" y="52"/>
                    </a:cubicBezTo>
                    <a:cubicBezTo>
                      <a:pt x="510" y="52"/>
                      <a:pt x="510" y="52"/>
                      <a:pt x="510" y="52"/>
                    </a:cubicBezTo>
                    <a:cubicBezTo>
                      <a:pt x="511" y="51"/>
                      <a:pt x="513" y="51"/>
                      <a:pt x="513" y="52"/>
                    </a:cubicBezTo>
                    <a:cubicBezTo>
                      <a:pt x="515" y="52"/>
                      <a:pt x="517" y="52"/>
                      <a:pt x="516" y="53"/>
                    </a:cubicBezTo>
                    <a:cubicBezTo>
                      <a:pt x="516" y="53"/>
                      <a:pt x="515" y="54"/>
                      <a:pt x="515" y="54"/>
                    </a:cubicBezTo>
                    <a:cubicBezTo>
                      <a:pt x="516" y="54"/>
                      <a:pt x="517" y="54"/>
                      <a:pt x="517" y="54"/>
                    </a:cubicBezTo>
                    <a:cubicBezTo>
                      <a:pt x="518" y="54"/>
                      <a:pt x="519" y="55"/>
                      <a:pt x="520" y="55"/>
                    </a:cubicBezTo>
                    <a:cubicBezTo>
                      <a:pt x="521" y="55"/>
                      <a:pt x="522" y="55"/>
                      <a:pt x="522" y="56"/>
                    </a:cubicBezTo>
                    <a:cubicBezTo>
                      <a:pt x="522" y="57"/>
                      <a:pt x="522" y="57"/>
                      <a:pt x="521" y="57"/>
                    </a:cubicBezTo>
                    <a:cubicBezTo>
                      <a:pt x="521" y="57"/>
                      <a:pt x="521" y="58"/>
                      <a:pt x="521" y="58"/>
                    </a:cubicBezTo>
                    <a:cubicBezTo>
                      <a:pt x="522" y="57"/>
                      <a:pt x="523" y="57"/>
                      <a:pt x="525" y="58"/>
                    </a:cubicBezTo>
                    <a:cubicBezTo>
                      <a:pt x="525" y="59"/>
                      <a:pt x="524" y="59"/>
                      <a:pt x="524" y="59"/>
                    </a:cubicBezTo>
                    <a:cubicBezTo>
                      <a:pt x="525" y="59"/>
                      <a:pt x="526" y="58"/>
                      <a:pt x="528" y="58"/>
                    </a:cubicBezTo>
                    <a:cubicBezTo>
                      <a:pt x="528" y="58"/>
                      <a:pt x="528" y="57"/>
                      <a:pt x="528" y="57"/>
                    </a:cubicBezTo>
                    <a:cubicBezTo>
                      <a:pt x="528" y="57"/>
                      <a:pt x="527" y="57"/>
                      <a:pt x="527" y="56"/>
                    </a:cubicBezTo>
                    <a:cubicBezTo>
                      <a:pt x="527" y="54"/>
                      <a:pt x="532" y="55"/>
                      <a:pt x="530" y="57"/>
                    </a:cubicBezTo>
                    <a:cubicBezTo>
                      <a:pt x="530" y="57"/>
                      <a:pt x="530" y="57"/>
                      <a:pt x="530" y="57"/>
                    </a:cubicBezTo>
                    <a:cubicBezTo>
                      <a:pt x="531" y="56"/>
                      <a:pt x="533" y="55"/>
                      <a:pt x="533" y="55"/>
                    </a:cubicBezTo>
                    <a:cubicBezTo>
                      <a:pt x="532" y="54"/>
                      <a:pt x="530" y="55"/>
                      <a:pt x="529" y="54"/>
                    </a:cubicBezTo>
                    <a:cubicBezTo>
                      <a:pt x="529" y="53"/>
                      <a:pt x="532" y="51"/>
                      <a:pt x="532" y="51"/>
                    </a:cubicBezTo>
                    <a:cubicBezTo>
                      <a:pt x="532" y="51"/>
                      <a:pt x="532" y="50"/>
                      <a:pt x="532" y="50"/>
                    </a:cubicBezTo>
                    <a:cubicBezTo>
                      <a:pt x="530" y="52"/>
                      <a:pt x="527" y="52"/>
                      <a:pt x="525" y="52"/>
                    </a:cubicBezTo>
                    <a:cubicBezTo>
                      <a:pt x="523" y="51"/>
                      <a:pt x="522" y="48"/>
                      <a:pt x="521" y="48"/>
                    </a:cubicBezTo>
                    <a:cubicBezTo>
                      <a:pt x="520" y="48"/>
                      <a:pt x="518" y="48"/>
                      <a:pt x="516" y="49"/>
                    </a:cubicBezTo>
                    <a:cubicBezTo>
                      <a:pt x="517" y="48"/>
                      <a:pt x="518" y="48"/>
                      <a:pt x="519" y="47"/>
                    </a:cubicBezTo>
                    <a:cubicBezTo>
                      <a:pt x="519" y="47"/>
                      <a:pt x="520" y="47"/>
                      <a:pt x="520" y="47"/>
                    </a:cubicBezTo>
                    <a:cubicBezTo>
                      <a:pt x="521" y="46"/>
                      <a:pt x="521" y="46"/>
                      <a:pt x="521" y="45"/>
                    </a:cubicBezTo>
                    <a:cubicBezTo>
                      <a:pt x="520" y="45"/>
                      <a:pt x="520" y="45"/>
                      <a:pt x="519" y="45"/>
                    </a:cubicBezTo>
                    <a:cubicBezTo>
                      <a:pt x="519" y="44"/>
                      <a:pt x="520" y="44"/>
                      <a:pt x="521" y="44"/>
                    </a:cubicBezTo>
                    <a:cubicBezTo>
                      <a:pt x="521" y="44"/>
                      <a:pt x="521" y="44"/>
                      <a:pt x="521" y="44"/>
                    </a:cubicBezTo>
                    <a:cubicBezTo>
                      <a:pt x="521" y="43"/>
                      <a:pt x="521" y="41"/>
                      <a:pt x="521" y="40"/>
                    </a:cubicBezTo>
                    <a:cubicBezTo>
                      <a:pt x="521" y="40"/>
                      <a:pt x="520" y="40"/>
                      <a:pt x="520" y="40"/>
                    </a:cubicBezTo>
                    <a:cubicBezTo>
                      <a:pt x="520" y="40"/>
                      <a:pt x="520" y="40"/>
                      <a:pt x="520" y="40"/>
                    </a:cubicBezTo>
                    <a:cubicBezTo>
                      <a:pt x="520" y="40"/>
                      <a:pt x="520" y="40"/>
                      <a:pt x="520" y="39"/>
                    </a:cubicBezTo>
                    <a:cubicBezTo>
                      <a:pt x="520" y="39"/>
                      <a:pt x="520" y="39"/>
                      <a:pt x="520" y="39"/>
                    </a:cubicBezTo>
                    <a:cubicBezTo>
                      <a:pt x="510" y="34"/>
                      <a:pt x="501" y="30"/>
                      <a:pt x="491" y="26"/>
                    </a:cubicBezTo>
                    <a:cubicBezTo>
                      <a:pt x="491" y="26"/>
                      <a:pt x="489" y="27"/>
                      <a:pt x="489" y="27"/>
                    </a:cubicBezTo>
                    <a:cubicBezTo>
                      <a:pt x="489" y="26"/>
                      <a:pt x="489" y="26"/>
                      <a:pt x="490" y="26"/>
                    </a:cubicBezTo>
                    <a:cubicBezTo>
                      <a:pt x="487" y="24"/>
                      <a:pt x="483" y="23"/>
                      <a:pt x="480" y="22"/>
                    </a:cubicBezTo>
                    <a:cubicBezTo>
                      <a:pt x="480" y="22"/>
                      <a:pt x="480" y="22"/>
                      <a:pt x="480" y="22"/>
                    </a:cubicBezTo>
                    <a:cubicBezTo>
                      <a:pt x="478" y="22"/>
                      <a:pt x="476" y="25"/>
                      <a:pt x="474" y="25"/>
                    </a:cubicBezTo>
                    <a:cubicBezTo>
                      <a:pt x="472" y="25"/>
                      <a:pt x="473" y="25"/>
                      <a:pt x="471" y="25"/>
                    </a:cubicBezTo>
                    <a:cubicBezTo>
                      <a:pt x="471" y="25"/>
                      <a:pt x="469" y="26"/>
                      <a:pt x="468" y="27"/>
                    </a:cubicBezTo>
                    <a:cubicBezTo>
                      <a:pt x="467" y="27"/>
                      <a:pt x="464" y="29"/>
                      <a:pt x="464" y="29"/>
                    </a:cubicBezTo>
                    <a:cubicBezTo>
                      <a:pt x="462" y="30"/>
                      <a:pt x="464" y="30"/>
                      <a:pt x="462" y="30"/>
                    </a:cubicBezTo>
                    <a:cubicBezTo>
                      <a:pt x="461" y="30"/>
                      <a:pt x="461" y="30"/>
                      <a:pt x="460" y="30"/>
                    </a:cubicBezTo>
                    <a:cubicBezTo>
                      <a:pt x="461" y="30"/>
                      <a:pt x="461" y="30"/>
                      <a:pt x="461" y="30"/>
                    </a:cubicBezTo>
                    <a:cubicBezTo>
                      <a:pt x="462" y="31"/>
                      <a:pt x="459" y="32"/>
                      <a:pt x="459" y="31"/>
                    </a:cubicBezTo>
                    <a:cubicBezTo>
                      <a:pt x="459" y="31"/>
                      <a:pt x="458" y="32"/>
                      <a:pt x="458" y="32"/>
                    </a:cubicBezTo>
                    <a:cubicBezTo>
                      <a:pt x="458" y="32"/>
                      <a:pt x="458" y="33"/>
                      <a:pt x="458" y="33"/>
                    </a:cubicBezTo>
                    <a:cubicBezTo>
                      <a:pt x="461" y="34"/>
                      <a:pt x="463" y="32"/>
                      <a:pt x="461" y="36"/>
                    </a:cubicBezTo>
                    <a:cubicBezTo>
                      <a:pt x="461" y="37"/>
                      <a:pt x="462" y="37"/>
                      <a:pt x="461" y="37"/>
                    </a:cubicBezTo>
                    <a:cubicBezTo>
                      <a:pt x="460" y="39"/>
                      <a:pt x="459" y="37"/>
                      <a:pt x="459" y="36"/>
                    </a:cubicBezTo>
                    <a:cubicBezTo>
                      <a:pt x="458" y="37"/>
                      <a:pt x="458" y="38"/>
                      <a:pt x="460" y="39"/>
                    </a:cubicBezTo>
                    <a:cubicBezTo>
                      <a:pt x="460" y="39"/>
                      <a:pt x="457" y="39"/>
                      <a:pt x="456" y="39"/>
                    </a:cubicBezTo>
                    <a:cubicBezTo>
                      <a:pt x="456" y="39"/>
                      <a:pt x="454" y="36"/>
                      <a:pt x="453" y="35"/>
                    </a:cubicBezTo>
                    <a:cubicBezTo>
                      <a:pt x="452" y="35"/>
                      <a:pt x="451" y="36"/>
                      <a:pt x="451" y="36"/>
                    </a:cubicBezTo>
                    <a:cubicBezTo>
                      <a:pt x="449" y="37"/>
                      <a:pt x="446" y="38"/>
                      <a:pt x="444" y="39"/>
                    </a:cubicBezTo>
                    <a:cubicBezTo>
                      <a:pt x="443" y="40"/>
                      <a:pt x="443" y="40"/>
                      <a:pt x="442" y="40"/>
                    </a:cubicBezTo>
                    <a:cubicBezTo>
                      <a:pt x="441" y="40"/>
                      <a:pt x="440" y="41"/>
                      <a:pt x="439" y="41"/>
                    </a:cubicBezTo>
                    <a:cubicBezTo>
                      <a:pt x="437" y="42"/>
                      <a:pt x="435" y="43"/>
                      <a:pt x="432" y="44"/>
                    </a:cubicBezTo>
                    <a:cubicBezTo>
                      <a:pt x="433" y="44"/>
                      <a:pt x="433" y="44"/>
                      <a:pt x="433" y="44"/>
                    </a:cubicBezTo>
                    <a:cubicBezTo>
                      <a:pt x="433" y="44"/>
                      <a:pt x="433" y="44"/>
                      <a:pt x="432" y="44"/>
                    </a:cubicBezTo>
                    <a:cubicBezTo>
                      <a:pt x="432" y="44"/>
                      <a:pt x="431" y="44"/>
                      <a:pt x="431" y="44"/>
                    </a:cubicBezTo>
                    <a:cubicBezTo>
                      <a:pt x="430" y="44"/>
                      <a:pt x="427" y="45"/>
                      <a:pt x="427" y="46"/>
                    </a:cubicBezTo>
                    <a:cubicBezTo>
                      <a:pt x="427" y="46"/>
                      <a:pt x="433" y="44"/>
                      <a:pt x="432" y="48"/>
                    </a:cubicBezTo>
                    <a:cubicBezTo>
                      <a:pt x="432" y="49"/>
                      <a:pt x="431" y="49"/>
                      <a:pt x="431" y="49"/>
                    </a:cubicBezTo>
                    <a:cubicBezTo>
                      <a:pt x="435" y="49"/>
                      <a:pt x="440" y="49"/>
                      <a:pt x="444" y="50"/>
                    </a:cubicBezTo>
                    <a:cubicBezTo>
                      <a:pt x="444" y="47"/>
                      <a:pt x="436" y="48"/>
                      <a:pt x="436" y="45"/>
                    </a:cubicBezTo>
                    <a:cubicBezTo>
                      <a:pt x="436" y="42"/>
                      <a:pt x="442" y="45"/>
                      <a:pt x="444" y="43"/>
                    </a:cubicBezTo>
                    <a:cubicBezTo>
                      <a:pt x="445" y="43"/>
                      <a:pt x="444" y="42"/>
                      <a:pt x="445" y="42"/>
                    </a:cubicBezTo>
                    <a:cubicBezTo>
                      <a:pt x="446" y="42"/>
                      <a:pt x="449" y="43"/>
                      <a:pt x="448" y="41"/>
                    </a:cubicBezTo>
                    <a:cubicBezTo>
                      <a:pt x="448" y="38"/>
                      <a:pt x="459" y="43"/>
                      <a:pt x="460" y="46"/>
                    </a:cubicBezTo>
                    <a:cubicBezTo>
                      <a:pt x="460" y="48"/>
                      <a:pt x="459" y="52"/>
                      <a:pt x="458" y="52"/>
                    </a:cubicBezTo>
                    <a:cubicBezTo>
                      <a:pt x="458" y="53"/>
                      <a:pt x="452" y="54"/>
                      <a:pt x="452" y="54"/>
                    </a:cubicBezTo>
                    <a:cubicBezTo>
                      <a:pt x="451" y="53"/>
                      <a:pt x="449" y="53"/>
                      <a:pt x="448" y="53"/>
                    </a:cubicBezTo>
                    <a:cubicBezTo>
                      <a:pt x="449" y="53"/>
                      <a:pt x="449" y="53"/>
                      <a:pt x="449" y="54"/>
                    </a:cubicBezTo>
                    <a:cubicBezTo>
                      <a:pt x="450" y="55"/>
                      <a:pt x="450" y="57"/>
                      <a:pt x="450" y="58"/>
                    </a:cubicBezTo>
                    <a:cubicBezTo>
                      <a:pt x="447" y="62"/>
                      <a:pt x="436" y="61"/>
                      <a:pt x="432" y="59"/>
                    </a:cubicBezTo>
                    <a:cubicBezTo>
                      <a:pt x="432" y="60"/>
                      <a:pt x="432" y="61"/>
                      <a:pt x="432" y="62"/>
                    </a:cubicBezTo>
                    <a:cubicBezTo>
                      <a:pt x="431" y="65"/>
                      <a:pt x="423" y="63"/>
                      <a:pt x="423" y="60"/>
                    </a:cubicBezTo>
                    <a:cubicBezTo>
                      <a:pt x="423" y="61"/>
                      <a:pt x="421" y="60"/>
                      <a:pt x="421" y="60"/>
                    </a:cubicBezTo>
                    <a:cubicBezTo>
                      <a:pt x="421" y="59"/>
                      <a:pt x="423" y="59"/>
                      <a:pt x="423" y="60"/>
                    </a:cubicBezTo>
                    <a:cubicBezTo>
                      <a:pt x="424" y="58"/>
                      <a:pt x="427" y="58"/>
                      <a:pt x="429" y="58"/>
                    </a:cubicBezTo>
                    <a:cubicBezTo>
                      <a:pt x="430" y="58"/>
                      <a:pt x="431" y="57"/>
                      <a:pt x="432" y="55"/>
                    </a:cubicBezTo>
                    <a:cubicBezTo>
                      <a:pt x="432" y="55"/>
                      <a:pt x="432" y="53"/>
                      <a:pt x="432" y="54"/>
                    </a:cubicBezTo>
                    <a:cubicBezTo>
                      <a:pt x="432" y="53"/>
                      <a:pt x="434" y="52"/>
                      <a:pt x="435" y="52"/>
                    </a:cubicBezTo>
                    <a:cubicBezTo>
                      <a:pt x="435" y="50"/>
                      <a:pt x="431" y="50"/>
                      <a:pt x="429" y="50"/>
                    </a:cubicBezTo>
                    <a:cubicBezTo>
                      <a:pt x="427" y="50"/>
                      <a:pt x="423" y="49"/>
                      <a:pt x="422" y="48"/>
                    </a:cubicBezTo>
                    <a:cubicBezTo>
                      <a:pt x="422" y="48"/>
                      <a:pt x="422" y="47"/>
                      <a:pt x="422" y="47"/>
                    </a:cubicBezTo>
                    <a:cubicBezTo>
                      <a:pt x="422" y="47"/>
                      <a:pt x="421" y="47"/>
                      <a:pt x="421" y="48"/>
                    </a:cubicBezTo>
                    <a:cubicBezTo>
                      <a:pt x="420" y="48"/>
                      <a:pt x="419" y="49"/>
                      <a:pt x="417" y="50"/>
                    </a:cubicBezTo>
                    <a:cubicBezTo>
                      <a:pt x="417" y="50"/>
                      <a:pt x="416" y="50"/>
                      <a:pt x="416" y="51"/>
                    </a:cubicBezTo>
                    <a:cubicBezTo>
                      <a:pt x="418" y="53"/>
                      <a:pt x="416" y="54"/>
                      <a:pt x="414" y="54"/>
                    </a:cubicBezTo>
                    <a:cubicBezTo>
                      <a:pt x="413" y="54"/>
                      <a:pt x="412" y="54"/>
                      <a:pt x="412" y="54"/>
                    </a:cubicBezTo>
                    <a:cubicBezTo>
                      <a:pt x="412" y="54"/>
                      <a:pt x="412" y="54"/>
                      <a:pt x="412" y="53"/>
                    </a:cubicBezTo>
                    <a:cubicBezTo>
                      <a:pt x="411" y="53"/>
                      <a:pt x="411" y="53"/>
                      <a:pt x="411" y="53"/>
                    </a:cubicBezTo>
                    <a:cubicBezTo>
                      <a:pt x="410" y="53"/>
                      <a:pt x="410" y="53"/>
                      <a:pt x="410" y="53"/>
                    </a:cubicBezTo>
                    <a:cubicBezTo>
                      <a:pt x="409" y="53"/>
                      <a:pt x="409" y="54"/>
                      <a:pt x="409" y="54"/>
                    </a:cubicBezTo>
                    <a:cubicBezTo>
                      <a:pt x="408" y="55"/>
                      <a:pt x="407" y="54"/>
                      <a:pt x="407" y="55"/>
                    </a:cubicBezTo>
                    <a:cubicBezTo>
                      <a:pt x="406" y="55"/>
                      <a:pt x="405" y="56"/>
                      <a:pt x="404" y="57"/>
                    </a:cubicBezTo>
                    <a:cubicBezTo>
                      <a:pt x="404" y="57"/>
                      <a:pt x="404" y="58"/>
                      <a:pt x="402" y="58"/>
                    </a:cubicBezTo>
                    <a:cubicBezTo>
                      <a:pt x="401" y="59"/>
                      <a:pt x="401" y="59"/>
                      <a:pt x="400" y="60"/>
                    </a:cubicBezTo>
                    <a:cubicBezTo>
                      <a:pt x="396" y="62"/>
                      <a:pt x="392" y="63"/>
                      <a:pt x="388" y="64"/>
                    </a:cubicBezTo>
                    <a:cubicBezTo>
                      <a:pt x="387" y="65"/>
                      <a:pt x="387" y="65"/>
                      <a:pt x="387" y="65"/>
                    </a:cubicBezTo>
                    <a:cubicBezTo>
                      <a:pt x="387" y="65"/>
                      <a:pt x="388" y="65"/>
                      <a:pt x="388" y="65"/>
                    </a:cubicBezTo>
                    <a:cubicBezTo>
                      <a:pt x="389" y="65"/>
                      <a:pt x="391" y="66"/>
                      <a:pt x="392" y="67"/>
                    </a:cubicBezTo>
                    <a:cubicBezTo>
                      <a:pt x="392" y="67"/>
                      <a:pt x="393" y="68"/>
                      <a:pt x="392" y="68"/>
                    </a:cubicBezTo>
                    <a:cubicBezTo>
                      <a:pt x="393" y="69"/>
                      <a:pt x="394" y="70"/>
                      <a:pt x="393" y="71"/>
                    </a:cubicBezTo>
                    <a:cubicBezTo>
                      <a:pt x="393" y="78"/>
                      <a:pt x="380" y="78"/>
                      <a:pt x="374" y="76"/>
                    </a:cubicBezTo>
                    <a:cubicBezTo>
                      <a:pt x="373" y="75"/>
                      <a:pt x="371" y="73"/>
                      <a:pt x="370" y="72"/>
                    </a:cubicBezTo>
                    <a:cubicBezTo>
                      <a:pt x="368" y="73"/>
                      <a:pt x="366" y="74"/>
                      <a:pt x="366" y="73"/>
                    </a:cubicBezTo>
                    <a:cubicBezTo>
                      <a:pt x="365" y="72"/>
                      <a:pt x="367" y="71"/>
                      <a:pt x="369" y="70"/>
                    </a:cubicBezTo>
                    <a:cubicBezTo>
                      <a:pt x="369" y="70"/>
                      <a:pt x="369" y="70"/>
                      <a:pt x="369" y="70"/>
                    </a:cubicBezTo>
                    <a:cubicBezTo>
                      <a:pt x="368" y="69"/>
                      <a:pt x="366" y="69"/>
                      <a:pt x="366" y="69"/>
                    </a:cubicBezTo>
                    <a:cubicBezTo>
                      <a:pt x="366" y="67"/>
                      <a:pt x="370" y="65"/>
                      <a:pt x="374" y="64"/>
                    </a:cubicBezTo>
                    <a:cubicBezTo>
                      <a:pt x="369" y="65"/>
                      <a:pt x="362" y="65"/>
                      <a:pt x="358" y="66"/>
                    </a:cubicBezTo>
                    <a:cubicBezTo>
                      <a:pt x="358" y="66"/>
                      <a:pt x="351" y="68"/>
                      <a:pt x="351" y="67"/>
                    </a:cubicBezTo>
                    <a:cubicBezTo>
                      <a:pt x="350" y="66"/>
                      <a:pt x="356" y="66"/>
                      <a:pt x="357" y="65"/>
                    </a:cubicBezTo>
                    <a:cubicBezTo>
                      <a:pt x="363" y="65"/>
                      <a:pt x="372" y="62"/>
                      <a:pt x="379" y="62"/>
                    </a:cubicBezTo>
                    <a:cubicBezTo>
                      <a:pt x="379" y="62"/>
                      <a:pt x="379" y="62"/>
                      <a:pt x="379" y="62"/>
                    </a:cubicBezTo>
                    <a:cubicBezTo>
                      <a:pt x="379" y="62"/>
                      <a:pt x="380" y="62"/>
                      <a:pt x="379" y="62"/>
                    </a:cubicBezTo>
                    <a:cubicBezTo>
                      <a:pt x="379" y="63"/>
                      <a:pt x="379" y="63"/>
                      <a:pt x="378" y="63"/>
                    </a:cubicBezTo>
                    <a:cubicBezTo>
                      <a:pt x="379" y="63"/>
                      <a:pt x="381" y="63"/>
                      <a:pt x="382" y="63"/>
                    </a:cubicBezTo>
                    <a:cubicBezTo>
                      <a:pt x="382" y="62"/>
                      <a:pt x="383" y="61"/>
                      <a:pt x="383" y="61"/>
                    </a:cubicBezTo>
                    <a:cubicBezTo>
                      <a:pt x="384" y="61"/>
                      <a:pt x="384" y="62"/>
                      <a:pt x="384" y="62"/>
                    </a:cubicBezTo>
                    <a:cubicBezTo>
                      <a:pt x="385" y="61"/>
                      <a:pt x="385" y="60"/>
                      <a:pt x="386" y="60"/>
                    </a:cubicBezTo>
                    <a:cubicBezTo>
                      <a:pt x="387" y="59"/>
                      <a:pt x="389" y="59"/>
                      <a:pt x="390" y="59"/>
                    </a:cubicBezTo>
                    <a:cubicBezTo>
                      <a:pt x="392" y="58"/>
                      <a:pt x="393" y="57"/>
                      <a:pt x="395" y="56"/>
                    </a:cubicBezTo>
                    <a:cubicBezTo>
                      <a:pt x="396" y="56"/>
                      <a:pt x="396" y="56"/>
                      <a:pt x="396" y="56"/>
                    </a:cubicBezTo>
                    <a:cubicBezTo>
                      <a:pt x="398" y="55"/>
                      <a:pt x="399" y="53"/>
                      <a:pt x="400" y="52"/>
                    </a:cubicBezTo>
                    <a:cubicBezTo>
                      <a:pt x="401" y="52"/>
                      <a:pt x="402" y="53"/>
                      <a:pt x="402" y="52"/>
                    </a:cubicBezTo>
                    <a:cubicBezTo>
                      <a:pt x="404" y="52"/>
                      <a:pt x="405" y="51"/>
                      <a:pt x="407" y="50"/>
                    </a:cubicBezTo>
                    <a:cubicBezTo>
                      <a:pt x="409" y="50"/>
                      <a:pt x="411" y="48"/>
                      <a:pt x="411" y="48"/>
                    </a:cubicBezTo>
                    <a:cubicBezTo>
                      <a:pt x="412" y="48"/>
                      <a:pt x="412" y="49"/>
                      <a:pt x="412" y="49"/>
                    </a:cubicBezTo>
                    <a:cubicBezTo>
                      <a:pt x="413" y="48"/>
                      <a:pt x="413" y="48"/>
                      <a:pt x="413" y="47"/>
                    </a:cubicBezTo>
                    <a:cubicBezTo>
                      <a:pt x="414" y="47"/>
                      <a:pt x="414" y="48"/>
                      <a:pt x="415" y="48"/>
                    </a:cubicBezTo>
                    <a:cubicBezTo>
                      <a:pt x="415" y="47"/>
                      <a:pt x="415" y="47"/>
                      <a:pt x="416" y="46"/>
                    </a:cubicBezTo>
                    <a:cubicBezTo>
                      <a:pt x="416" y="46"/>
                      <a:pt x="416" y="47"/>
                      <a:pt x="417" y="47"/>
                    </a:cubicBezTo>
                    <a:cubicBezTo>
                      <a:pt x="417" y="47"/>
                      <a:pt x="417" y="46"/>
                      <a:pt x="418" y="45"/>
                    </a:cubicBezTo>
                    <a:cubicBezTo>
                      <a:pt x="419" y="45"/>
                      <a:pt x="419" y="46"/>
                      <a:pt x="420" y="45"/>
                    </a:cubicBezTo>
                    <a:cubicBezTo>
                      <a:pt x="420" y="45"/>
                      <a:pt x="420" y="44"/>
                      <a:pt x="421" y="44"/>
                    </a:cubicBezTo>
                    <a:cubicBezTo>
                      <a:pt x="422" y="43"/>
                      <a:pt x="424" y="43"/>
                      <a:pt x="425" y="42"/>
                    </a:cubicBezTo>
                    <a:cubicBezTo>
                      <a:pt x="427" y="40"/>
                      <a:pt x="432" y="39"/>
                      <a:pt x="435" y="36"/>
                    </a:cubicBezTo>
                    <a:cubicBezTo>
                      <a:pt x="438" y="35"/>
                      <a:pt x="441" y="33"/>
                      <a:pt x="444" y="32"/>
                    </a:cubicBezTo>
                    <a:cubicBezTo>
                      <a:pt x="444" y="32"/>
                      <a:pt x="443" y="32"/>
                      <a:pt x="443" y="32"/>
                    </a:cubicBezTo>
                    <a:cubicBezTo>
                      <a:pt x="440" y="31"/>
                      <a:pt x="439" y="28"/>
                      <a:pt x="438" y="28"/>
                    </a:cubicBezTo>
                    <a:cubicBezTo>
                      <a:pt x="437" y="28"/>
                      <a:pt x="437" y="28"/>
                      <a:pt x="436" y="29"/>
                    </a:cubicBezTo>
                    <a:cubicBezTo>
                      <a:pt x="436" y="29"/>
                      <a:pt x="436" y="29"/>
                      <a:pt x="436" y="29"/>
                    </a:cubicBezTo>
                    <a:cubicBezTo>
                      <a:pt x="436" y="29"/>
                      <a:pt x="436" y="29"/>
                      <a:pt x="436" y="29"/>
                    </a:cubicBezTo>
                    <a:cubicBezTo>
                      <a:pt x="435" y="30"/>
                      <a:pt x="434" y="30"/>
                      <a:pt x="433" y="31"/>
                    </a:cubicBezTo>
                    <a:cubicBezTo>
                      <a:pt x="432" y="31"/>
                      <a:pt x="431" y="31"/>
                      <a:pt x="431" y="30"/>
                    </a:cubicBezTo>
                    <a:cubicBezTo>
                      <a:pt x="431" y="30"/>
                      <a:pt x="431" y="30"/>
                      <a:pt x="431" y="30"/>
                    </a:cubicBezTo>
                    <a:cubicBezTo>
                      <a:pt x="430" y="30"/>
                      <a:pt x="430" y="31"/>
                      <a:pt x="429" y="31"/>
                    </a:cubicBezTo>
                    <a:cubicBezTo>
                      <a:pt x="428" y="32"/>
                      <a:pt x="425" y="32"/>
                      <a:pt x="424" y="31"/>
                    </a:cubicBezTo>
                    <a:cubicBezTo>
                      <a:pt x="424" y="31"/>
                      <a:pt x="425" y="30"/>
                      <a:pt x="426" y="30"/>
                    </a:cubicBezTo>
                    <a:cubicBezTo>
                      <a:pt x="426" y="30"/>
                      <a:pt x="425" y="29"/>
                      <a:pt x="425" y="29"/>
                    </a:cubicBezTo>
                    <a:cubicBezTo>
                      <a:pt x="424" y="30"/>
                      <a:pt x="423" y="30"/>
                      <a:pt x="423" y="30"/>
                    </a:cubicBezTo>
                    <a:cubicBezTo>
                      <a:pt x="418" y="29"/>
                      <a:pt x="416" y="25"/>
                      <a:pt x="419" y="23"/>
                    </a:cubicBezTo>
                    <a:cubicBezTo>
                      <a:pt x="421" y="21"/>
                      <a:pt x="429" y="22"/>
                      <a:pt x="429" y="26"/>
                    </a:cubicBezTo>
                    <a:cubicBezTo>
                      <a:pt x="429" y="29"/>
                      <a:pt x="428" y="27"/>
                      <a:pt x="431" y="27"/>
                    </a:cubicBezTo>
                    <a:cubicBezTo>
                      <a:pt x="434" y="26"/>
                      <a:pt x="435" y="27"/>
                      <a:pt x="436" y="25"/>
                    </a:cubicBezTo>
                    <a:cubicBezTo>
                      <a:pt x="439" y="21"/>
                      <a:pt x="442" y="21"/>
                      <a:pt x="446" y="22"/>
                    </a:cubicBezTo>
                    <a:cubicBezTo>
                      <a:pt x="446" y="21"/>
                      <a:pt x="448" y="21"/>
                      <a:pt x="449" y="22"/>
                    </a:cubicBezTo>
                    <a:cubicBezTo>
                      <a:pt x="450" y="22"/>
                      <a:pt x="450" y="21"/>
                      <a:pt x="451" y="21"/>
                    </a:cubicBezTo>
                    <a:cubicBezTo>
                      <a:pt x="452" y="22"/>
                      <a:pt x="451" y="23"/>
                      <a:pt x="450" y="24"/>
                    </a:cubicBezTo>
                    <a:cubicBezTo>
                      <a:pt x="451" y="25"/>
                      <a:pt x="452" y="26"/>
                      <a:pt x="452" y="28"/>
                    </a:cubicBezTo>
                    <a:cubicBezTo>
                      <a:pt x="451" y="28"/>
                      <a:pt x="451" y="29"/>
                      <a:pt x="451" y="30"/>
                    </a:cubicBezTo>
                    <a:cubicBezTo>
                      <a:pt x="451" y="29"/>
                      <a:pt x="451" y="29"/>
                      <a:pt x="452" y="29"/>
                    </a:cubicBezTo>
                    <a:cubicBezTo>
                      <a:pt x="453" y="29"/>
                      <a:pt x="455" y="29"/>
                      <a:pt x="457" y="29"/>
                    </a:cubicBezTo>
                    <a:cubicBezTo>
                      <a:pt x="458" y="28"/>
                      <a:pt x="458" y="27"/>
                      <a:pt x="460" y="27"/>
                    </a:cubicBezTo>
                    <a:cubicBezTo>
                      <a:pt x="461" y="26"/>
                      <a:pt x="463" y="26"/>
                      <a:pt x="465" y="26"/>
                    </a:cubicBezTo>
                    <a:cubicBezTo>
                      <a:pt x="463" y="25"/>
                      <a:pt x="462" y="25"/>
                      <a:pt x="460" y="25"/>
                    </a:cubicBezTo>
                    <a:cubicBezTo>
                      <a:pt x="462" y="25"/>
                      <a:pt x="462" y="23"/>
                      <a:pt x="461" y="23"/>
                    </a:cubicBezTo>
                    <a:cubicBezTo>
                      <a:pt x="461" y="23"/>
                      <a:pt x="462" y="21"/>
                      <a:pt x="463" y="20"/>
                    </a:cubicBezTo>
                    <a:cubicBezTo>
                      <a:pt x="464" y="20"/>
                      <a:pt x="465" y="20"/>
                      <a:pt x="466" y="20"/>
                    </a:cubicBezTo>
                    <a:cubicBezTo>
                      <a:pt x="466" y="20"/>
                      <a:pt x="467" y="20"/>
                      <a:pt x="468" y="20"/>
                    </a:cubicBezTo>
                    <a:cubicBezTo>
                      <a:pt x="468" y="21"/>
                      <a:pt x="467" y="21"/>
                      <a:pt x="466" y="21"/>
                    </a:cubicBezTo>
                    <a:cubicBezTo>
                      <a:pt x="468" y="22"/>
                      <a:pt x="468" y="23"/>
                      <a:pt x="468" y="24"/>
                    </a:cubicBezTo>
                    <a:cubicBezTo>
                      <a:pt x="469" y="23"/>
                      <a:pt x="470" y="23"/>
                      <a:pt x="471" y="22"/>
                    </a:cubicBezTo>
                    <a:cubicBezTo>
                      <a:pt x="471" y="22"/>
                      <a:pt x="470" y="22"/>
                      <a:pt x="470" y="21"/>
                    </a:cubicBezTo>
                    <a:cubicBezTo>
                      <a:pt x="469" y="20"/>
                      <a:pt x="471" y="19"/>
                      <a:pt x="473" y="19"/>
                    </a:cubicBezTo>
                    <a:cubicBezTo>
                      <a:pt x="473" y="19"/>
                      <a:pt x="473" y="19"/>
                      <a:pt x="473" y="19"/>
                    </a:cubicBezTo>
                    <a:cubicBezTo>
                      <a:pt x="456" y="13"/>
                      <a:pt x="438" y="9"/>
                      <a:pt x="419" y="5"/>
                    </a:cubicBezTo>
                    <a:cubicBezTo>
                      <a:pt x="427" y="10"/>
                      <a:pt x="416" y="16"/>
                      <a:pt x="410" y="12"/>
                    </a:cubicBezTo>
                    <a:cubicBezTo>
                      <a:pt x="408" y="10"/>
                      <a:pt x="409" y="9"/>
                      <a:pt x="407" y="7"/>
                    </a:cubicBezTo>
                    <a:cubicBezTo>
                      <a:pt x="408" y="6"/>
                      <a:pt x="410" y="5"/>
                      <a:pt x="412" y="4"/>
                    </a:cubicBezTo>
                    <a:cubicBezTo>
                      <a:pt x="408" y="4"/>
                      <a:pt x="405" y="3"/>
                      <a:pt x="401" y="3"/>
                    </a:cubicBezTo>
                    <a:cubicBezTo>
                      <a:pt x="401" y="3"/>
                      <a:pt x="401" y="3"/>
                      <a:pt x="401" y="3"/>
                    </a:cubicBezTo>
                    <a:cubicBezTo>
                      <a:pt x="398" y="2"/>
                      <a:pt x="396" y="2"/>
                      <a:pt x="393" y="2"/>
                    </a:cubicBezTo>
                    <a:cubicBezTo>
                      <a:pt x="392" y="6"/>
                      <a:pt x="385" y="4"/>
                      <a:pt x="382" y="1"/>
                    </a:cubicBezTo>
                    <a:cubicBezTo>
                      <a:pt x="374" y="0"/>
                      <a:pt x="366" y="0"/>
                      <a:pt x="357" y="0"/>
                    </a:cubicBezTo>
                    <a:cubicBezTo>
                      <a:pt x="343" y="0"/>
                      <a:pt x="328" y="1"/>
                      <a:pt x="314" y="3"/>
                    </a:cubicBezTo>
                    <a:cubicBezTo>
                      <a:pt x="314" y="3"/>
                      <a:pt x="314" y="3"/>
                      <a:pt x="315" y="3"/>
                    </a:cubicBezTo>
                    <a:cubicBezTo>
                      <a:pt x="315" y="3"/>
                      <a:pt x="315" y="3"/>
                      <a:pt x="315" y="3"/>
                    </a:cubicBezTo>
                    <a:cubicBezTo>
                      <a:pt x="315" y="4"/>
                      <a:pt x="314" y="3"/>
                      <a:pt x="314" y="3"/>
                    </a:cubicBezTo>
                    <a:cubicBezTo>
                      <a:pt x="138" y="24"/>
                      <a:pt x="1" y="173"/>
                      <a:pt x="0" y="354"/>
                    </a:cubicBezTo>
                    <a:cubicBezTo>
                      <a:pt x="0" y="354"/>
                      <a:pt x="0" y="353"/>
                      <a:pt x="1" y="353"/>
                    </a:cubicBezTo>
                    <a:cubicBezTo>
                      <a:pt x="1" y="353"/>
                      <a:pt x="2" y="356"/>
                      <a:pt x="1" y="356"/>
                    </a:cubicBezTo>
                    <a:cubicBezTo>
                      <a:pt x="0" y="357"/>
                      <a:pt x="0" y="356"/>
                      <a:pt x="0" y="356"/>
                    </a:cubicBezTo>
                    <a:cubicBezTo>
                      <a:pt x="0" y="356"/>
                      <a:pt x="0" y="357"/>
                      <a:pt x="0" y="357"/>
                    </a:cubicBezTo>
                    <a:cubicBezTo>
                      <a:pt x="0" y="375"/>
                      <a:pt x="1" y="392"/>
                      <a:pt x="4" y="409"/>
                    </a:cubicBezTo>
                    <a:cubicBezTo>
                      <a:pt x="4" y="409"/>
                      <a:pt x="4" y="409"/>
                      <a:pt x="4" y="409"/>
                    </a:cubicBezTo>
                    <a:cubicBezTo>
                      <a:pt x="5" y="409"/>
                      <a:pt x="5" y="412"/>
                      <a:pt x="5" y="412"/>
                    </a:cubicBezTo>
                    <a:cubicBezTo>
                      <a:pt x="4" y="413"/>
                      <a:pt x="4" y="413"/>
                      <a:pt x="4" y="413"/>
                    </a:cubicBezTo>
                    <a:cubicBezTo>
                      <a:pt x="5" y="418"/>
                      <a:pt x="6" y="424"/>
                      <a:pt x="7" y="429"/>
                    </a:cubicBezTo>
                    <a:cubicBezTo>
                      <a:pt x="8" y="429"/>
                      <a:pt x="8" y="429"/>
                      <a:pt x="8" y="429"/>
                    </a:cubicBezTo>
                    <a:cubicBezTo>
                      <a:pt x="9" y="430"/>
                      <a:pt x="8" y="430"/>
                      <a:pt x="7" y="431"/>
                    </a:cubicBezTo>
                    <a:cubicBezTo>
                      <a:pt x="8" y="433"/>
                      <a:pt x="8" y="435"/>
                      <a:pt x="9" y="438"/>
                    </a:cubicBezTo>
                    <a:cubicBezTo>
                      <a:pt x="9" y="438"/>
                      <a:pt x="9" y="438"/>
                      <a:pt x="9" y="438"/>
                    </a:cubicBezTo>
                    <a:cubicBezTo>
                      <a:pt x="9" y="440"/>
                      <a:pt x="10" y="441"/>
                      <a:pt x="10" y="443"/>
                    </a:cubicBezTo>
                    <a:cubicBezTo>
                      <a:pt x="10" y="443"/>
                      <a:pt x="10" y="443"/>
                      <a:pt x="10" y="442"/>
                    </a:cubicBezTo>
                    <a:cubicBezTo>
                      <a:pt x="10" y="442"/>
                      <a:pt x="10" y="442"/>
                      <a:pt x="10" y="441"/>
                    </a:cubicBezTo>
                    <a:cubicBezTo>
                      <a:pt x="10" y="441"/>
                      <a:pt x="11" y="441"/>
                      <a:pt x="11" y="441"/>
                    </a:cubicBezTo>
                    <a:cubicBezTo>
                      <a:pt x="11" y="441"/>
                      <a:pt x="11" y="441"/>
                      <a:pt x="11" y="441"/>
                    </a:cubicBezTo>
                    <a:cubicBezTo>
                      <a:pt x="11" y="441"/>
                      <a:pt x="11" y="441"/>
                      <a:pt x="11" y="441"/>
                    </a:cubicBezTo>
                    <a:cubicBezTo>
                      <a:pt x="11" y="441"/>
                      <a:pt x="11" y="441"/>
                      <a:pt x="11" y="441"/>
                    </a:cubicBezTo>
                    <a:cubicBezTo>
                      <a:pt x="12" y="441"/>
                      <a:pt x="13" y="440"/>
                      <a:pt x="14" y="440"/>
                    </a:cubicBezTo>
                    <a:cubicBezTo>
                      <a:pt x="14" y="439"/>
                      <a:pt x="15" y="438"/>
                      <a:pt x="16" y="439"/>
                    </a:cubicBezTo>
                    <a:cubicBezTo>
                      <a:pt x="17" y="439"/>
                      <a:pt x="17" y="439"/>
                      <a:pt x="18" y="440"/>
                    </a:cubicBezTo>
                    <a:cubicBezTo>
                      <a:pt x="20" y="443"/>
                      <a:pt x="19" y="438"/>
                      <a:pt x="18" y="438"/>
                    </a:cubicBezTo>
                    <a:cubicBezTo>
                      <a:pt x="18" y="438"/>
                      <a:pt x="18" y="438"/>
                      <a:pt x="17" y="437"/>
                    </a:cubicBezTo>
                    <a:cubicBezTo>
                      <a:pt x="17" y="437"/>
                      <a:pt x="17" y="437"/>
                      <a:pt x="17" y="436"/>
                    </a:cubicBezTo>
                    <a:cubicBezTo>
                      <a:pt x="17" y="435"/>
                      <a:pt x="17" y="432"/>
                      <a:pt x="17" y="431"/>
                    </a:cubicBezTo>
                    <a:cubicBezTo>
                      <a:pt x="17" y="433"/>
                      <a:pt x="18" y="434"/>
                      <a:pt x="19" y="435"/>
                    </a:cubicBezTo>
                    <a:cubicBezTo>
                      <a:pt x="19" y="435"/>
                      <a:pt x="19" y="435"/>
                      <a:pt x="19" y="435"/>
                    </a:cubicBezTo>
                    <a:cubicBezTo>
                      <a:pt x="20" y="435"/>
                      <a:pt x="19" y="436"/>
                      <a:pt x="19" y="436"/>
                    </a:cubicBezTo>
                    <a:cubicBezTo>
                      <a:pt x="19" y="437"/>
                      <a:pt x="19" y="437"/>
                      <a:pt x="19" y="438"/>
                    </a:cubicBezTo>
                    <a:cubicBezTo>
                      <a:pt x="20" y="437"/>
                      <a:pt x="19" y="435"/>
                      <a:pt x="21" y="434"/>
                    </a:cubicBezTo>
                    <a:cubicBezTo>
                      <a:pt x="20" y="436"/>
                      <a:pt x="20" y="437"/>
                      <a:pt x="21" y="438"/>
                    </a:cubicBezTo>
                    <a:cubicBezTo>
                      <a:pt x="21" y="438"/>
                      <a:pt x="22" y="438"/>
                      <a:pt x="22" y="438"/>
                    </a:cubicBezTo>
                    <a:cubicBezTo>
                      <a:pt x="22" y="438"/>
                      <a:pt x="22" y="438"/>
                      <a:pt x="22" y="438"/>
                    </a:cubicBezTo>
                    <a:cubicBezTo>
                      <a:pt x="23" y="438"/>
                      <a:pt x="23" y="438"/>
                      <a:pt x="23" y="437"/>
                    </a:cubicBezTo>
                    <a:cubicBezTo>
                      <a:pt x="23" y="437"/>
                      <a:pt x="23" y="437"/>
                      <a:pt x="23" y="437"/>
                    </a:cubicBezTo>
                    <a:cubicBezTo>
                      <a:pt x="23" y="437"/>
                      <a:pt x="23" y="437"/>
                      <a:pt x="23" y="437"/>
                    </a:cubicBezTo>
                    <a:cubicBezTo>
                      <a:pt x="22" y="437"/>
                      <a:pt x="22" y="437"/>
                      <a:pt x="22" y="437"/>
                    </a:cubicBezTo>
                    <a:cubicBezTo>
                      <a:pt x="22" y="437"/>
                      <a:pt x="22" y="437"/>
                      <a:pt x="22" y="437"/>
                    </a:cubicBezTo>
                    <a:cubicBezTo>
                      <a:pt x="22" y="437"/>
                      <a:pt x="22" y="437"/>
                      <a:pt x="22" y="436"/>
                    </a:cubicBezTo>
                    <a:cubicBezTo>
                      <a:pt x="22" y="436"/>
                      <a:pt x="22" y="436"/>
                      <a:pt x="22" y="436"/>
                    </a:cubicBezTo>
                    <a:cubicBezTo>
                      <a:pt x="22" y="436"/>
                      <a:pt x="22" y="436"/>
                      <a:pt x="22" y="436"/>
                    </a:cubicBezTo>
                    <a:cubicBezTo>
                      <a:pt x="23" y="435"/>
                      <a:pt x="23" y="434"/>
                      <a:pt x="23" y="434"/>
                    </a:cubicBezTo>
                    <a:cubicBezTo>
                      <a:pt x="23" y="433"/>
                      <a:pt x="22" y="433"/>
                      <a:pt x="21" y="434"/>
                    </a:cubicBezTo>
                    <a:cubicBezTo>
                      <a:pt x="20" y="434"/>
                      <a:pt x="20" y="435"/>
                      <a:pt x="19" y="434"/>
                    </a:cubicBezTo>
                    <a:cubicBezTo>
                      <a:pt x="19" y="434"/>
                      <a:pt x="19" y="434"/>
                      <a:pt x="19" y="433"/>
                    </a:cubicBezTo>
                    <a:cubicBezTo>
                      <a:pt x="19" y="433"/>
                      <a:pt x="19" y="433"/>
                      <a:pt x="19" y="433"/>
                    </a:cubicBezTo>
                    <a:cubicBezTo>
                      <a:pt x="18" y="433"/>
                      <a:pt x="19" y="431"/>
                      <a:pt x="18" y="429"/>
                    </a:cubicBezTo>
                    <a:cubicBezTo>
                      <a:pt x="17" y="430"/>
                      <a:pt x="16" y="429"/>
                      <a:pt x="16" y="426"/>
                    </a:cubicBezTo>
                    <a:cubicBezTo>
                      <a:pt x="16" y="426"/>
                      <a:pt x="16" y="426"/>
                      <a:pt x="16" y="426"/>
                    </a:cubicBezTo>
                    <a:cubicBezTo>
                      <a:pt x="16" y="427"/>
                      <a:pt x="14" y="432"/>
                      <a:pt x="15" y="433"/>
                    </a:cubicBezTo>
                    <a:cubicBezTo>
                      <a:pt x="15" y="433"/>
                      <a:pt x="16" y="437"/>
                      <a:pt x="14" y="435"/>
                    </a:cubicBezTo>
                    <a:cubicBezTo>
                      <a:pt x="12" y="434"/>
                      <a:pt x="15" y="429"/>
                      <a:pt x="15" y="426"/>
                    </a:cubicBezTo>
                    <a:cubicBezTo>
                      <a:pt x="14" y="426"/>
                      <a:pt x="14" y="426"/>
                      <a:pt x="14" y="425"/>
                    </a:cubicBezTo>
                    <a:cubicBezTo>
                      <a:pt x="13" y="424"/>
                      <a:pt x="14" y="424"/>
                      <a:pt x="14" y="423"/>
                    </a:cubicBezTo>
                    <a:cubicBezTo>
                      <a:pt x="14" y="423"/>
                      <a:pt x="14" y="422"/>
                      <a:pt x="15" y="422"/>
                    </a:cubicBezTo>
                    <a:cubicBezTo>
                      <a:pt x="14" y="421"/>
                      <a:pt x="13" y="422"/>
                      <a:pt x="12" y="421"/>
                    </a:cubicBezTo>
                    <a:cubicBezTo>
                      <a:pt x="13" y="421"/>
                      <a:pt x="11" y="419"/>
                      <a:pt x="11" y="420"/>
                    </a:cubicBezTo>
                    <a:cubicBezTo>
                      <a:pt x="11" y="417"/>
                      <a:pt x="14" y="417"/>
                      <a:pt x="15" y="419"/>
                    </a:cubicBezTo>
                    <a:cubicBezTo>
                      <a:pt x="14" y="418"/>
                      <a:pt x="16" y="419"/>
                      <a:pt x="17" y="418"/>
                    </a:cubicBezTo>
                    <a:cubicBezTo>
                      <a:pt x="16" y="418"/>
                      <a:pt x="17" y="413"/>
                      <a:pt x="19" y="413"/>
                    </a:cubicBezTo>
                    <a:cubicBezTo>
                      <a:pt x="19" y="413"/>
                      <a:pt x="18" y="416"/>
                      <a:pt x="19" y="417"/>
                    </a:cubicBezTo>
                    <a:cubicBezTo>
                      <a:pt x="19" y="417"/>
                      <a:pt x="19" y="417"/>
                      <a:pt x="19" y="417"/>
                    </a:cubicBezTo>
                    <a:cubicBezTo>
                      <a:pt x="19" y="417"/>
                      <a:pt x="19" y="416"/>
                      <a:pt x="20" y="417"/>
                    </a:cubicBezTo>
                    <a:cubicBezTo>
                      <a:pt x="20" y="417"/>
                      <a:pt x="21" y="418"/>
                      <a:pt x="20" y="419"/>
                    </a:cubicBezTo>
                    <a:cubicBezTo>
                      <a:pt x="20" y="419"/>
                      <a:pt x="20" y="419"/>
                      <a:pt x="20" y="419"/>
                    </a:cubicBezTo>
                    <a:cubicBezTo>
                      <a:pt x="21" y="419"/>
                      <a:pt x="20" y="420"/>
                      <a:pt x="19" y="420"/>
                    </a:cubicBezTo>
                    <a:cubicBezTo>
                      <a:pt x="17" y="421"/>
                      <a:pt x="19" y="421"/>
                      <a:pt x="20" y="422"/>
                    </a:cubicBezTo>
                    <a:cubicBezTo>
                      <a:pt x="20" y="422"/>
                      <a:pt x="20" y="422"/>
                      <a:pt x="21" y="422"/>
                    </a:cubicBezTo>
                    <a:cubicBezTo>
                      <a:pt x="21" y="422"/>
                      <a:pt x="21" y="422"/>
                      <a:pt x="21" y="422"/>
                    </a:cubicBezTo>
                    <a:cubicBezTo>
                      <a:pt x="22" y="423"/>
                      <a:pt x="22" y="423"/>
                      <a:pt x="22" y="424"/>
                    </a:cubicBezTo>
                    <a:cubicBezTo>
                      <a:pt x="22" y="424"/>
                      <a:pt x="23" y="423"/>
                      <a:pt x="24" y="423"/>
                    </a:cubicBezTo>
                    <a:cubicBezTo>
                      <a:pt x="25" y="423"/>
                      <a:pt x="24" y="425"/>
                      <a:pt x="26" y="425"/>
                    </a:cubicBezTo>
                    <a:cubicBezTo>
                      <a:pt x="26" y="425"/>
                      <a:pt x="26" y="425"/>
                      <a:pt x="26" y="425"/>
                    </a:cubicBezTo>
                    <a:cubicBezTo>
                      <a:pt x="27" y="422"/>
                      <a:pt x="30" y="417"/>
                      <a:pt x="26" y="418"/>
                    </a:cubicBezTo>
                    <a:cubicBezTo>
                      <a:pt x="29" y="416"/>
                      <a:pt x="25" y="414"/>
                      <a:pt x="24" y="414"/>
                    </a:cubicBezTo>
                    <a:cubicBezTo>
                      <a:pt x="23" y="412"/>
                      <a:pt x="25" y="415"/>
                      <a:pt x="25" y="414"/>
                    </a:cubicBezTo>
                    <a:cubicBezTo>
                      <a:pt x="27" y="413"/>
                      <a:pt x="24" y="411"/>
                      <a:pt x="24" y="408"/>
                    </a:cubicBezTo>
                    <a:cubicBezTo>
                      <a:pt x="24" y="408"/>
                      <a:pt x="26" y="406"/>
                      <a:pt x="26" y="406"/>
                    </a:cubicBezTo>
                    <a:cubicBezTo>
                      <a:pt x="27" y="404"/>
                      <a:pt x="24" y="405"/>
                      <a:pt x="27" y="404"/>
                    </a:cubicBezTo>
                    <a:cubicBezTo>
                      <a:pt x="29" y="404"/>
                      <a:pt x="29" y="400"/>
                      <a:pt x="30" y="399"/>
                    </a:cubicBezTo>
                    <a:cubicBezTo>
                      <a:pt x="30" y="399"/>
                      <a:pt x="34" y="398"/>
                      <a:pt x="34" y="396"/>
                    </a:cubicBezTo>
                    <a:cubicBezTo>
                      <a:pt x="30" y="400"/>
                      <a:pt x="28" y="395"/>
                      <a:pt x="29" y="394"/>
                    </a:cubicBezTo>
                    <a:cubicBezTo>
                      <a:pt x="29" y="394"/>
                      <a:pt x="28" y="391"/>
                      <a:pt x="31" y="391"/>
                    </a:cubicBezTo>
                    <a:cubicBezTo>
                      <a:pt x="33" y="390"/>
                      <a:pt x="32" y="391"/>
                      <a:pt x="34" y="389"/>
                    </a:cubicBezTo>
                    <a:cubicBezTo>
                      <a:pt x="35" y="388"/>
                      <a:pt x="34" y="396"/>
                      <a:pt x="35" y="396"/>
                    </a:cubicBezTo>
                    <a:cubicBezTo>
                      <a:pt x="36" y="398"/>
                      <a:pt x="36" y="395"/>
                      <a:pt x="37" y="398"/>
                    </a:cubicBezTo>
                    <a:cubicBezTo>
                      <a:pt x="38" y="404"/>
                      <a:pt x="42" y="414"/>
                      <a:pt x="34" y="417"/>
                    </a:cubicBezTo>
                    <a:cubicBezTo>
                      <a:pt x="32" y="418"/>
                      <a:pt x="31" y="417"/>
                      <a:pt x="30" y="418"/>
                    </a:cubicBezTo>
                    <a:cubicBezTo>
                      <a:pt x="28" y="420"/>
                      <a:pt x="28" y="422"/>
                      <a:pt x="27" y="425"/>
                    </a:cubicBezTo>
                    <a:cubicBezTo>
                      <a:pt x="27" y="425"/>
                      <a:pt x="27" y="425"/>
                      <a:pt x="27" y="425"/>
                    </a:cubicBezTo>
                    <a:cubicBezTo>
                      <a:pt x="28" y="425"/>
                      <a:pt x="27" y="426"/>
                      <a:pt x="28" y="427"/>
                    </a:cubicBezTo>
                    <a:cubicBezTo>
                      <a:pt x="28" y="427"/>
                      <a:pt x="29" y="427"/>
                      <a:pt x="30" y="427"/>
                    </a:cubicBezTo>
                    <a:cubicBezTo>
                      <a:pt x="30" y="426"/>
                      <a:pt x="30" y="426"/>
                      <a:pt x="31" y="426"/>
                    </a:cubicBezTo>
                    <a:cubicBezTo>
                      <a:pt x="31" y="426"/>
                      <a:pt x="31" y="426"/>
                      <a:pt x="31" y="427"/>
                    </a:cubicBezTo>
                    <a:cubicBezTo>
                      <a:pt x="31" y="427"/>
                      <a:pt x="32" y="427"/>
                      <a:pt x="32" y="427"/>
                    </a:cubicBezTo>
                    <a:cubicBezTo>
                      <a:pt x="32" y="428"/>
                      <a:pt x="31" y="430"/>
                      <a:pt x="33" y="429"/>
                    </a:cubicBezTo>
                    <a:cubicBezTo>
                      <a:pt x="33" y="430"/>
                      <a:pt x="33" y="432"/>
                      <a:pt x="33" y="433"/>
                    </a:cubicBezTo>
                    <a:cubicBezTo>
                      <a:pt x="33" y="433"/>
                      <a:pt x="33" y="433"/>
                      <a:pt x="33" y="433"/>
                    </a:cubicBezTo>
                    <a:cubicBezTo>
                      <a:pt x="34" y="433"/>
                      <a:pt x="36" y="432"/>
                      <a:pt x="35" y="432"/>
                    </a:cubicBezTo>
                    <a:cubicBezTo>
                      <a:pt x="36" y="432"/>
                      <a:pt x="35" y="435"/>
                      <a:pt x="34" y="436"/>
                    </a:cubicBezTo>
                    <a:cubicBezTo>
                      <a:pt x="34" y="437"/>
                      <a:pt x="34" y="437"/>
                      <a:pt x="35" y="437"/>
                    </a:cubicBezTo>
                    <a:cubicBezTo>
                      <a:pt x="34" y="437"/>
                      <a:pt x="38" y="431"/>
                      <a:pt x="39" y="435"/>
                    </a:cubicBezTo>
                    <a:cubicBezTo>
                      <a:pt x="39" y="434"/>
                      <a:pt x="39" y="434"/>
                      <a:pt x="39" y="434"/>
                    </a:cubicBezTo>
                    <a:cubicBezTo>
                      <a:pt x="39" y="434"/>
                      <a:pt x="41" y="432"/>
                      <a:pt x="41" y="432"/>
                    </a:cubicBezTo>
                    <a:cubicBezTo>
                      <a:pt x="43" y="433"/>
                      <a:pt x="41" y="437"/>
                      <a:pt x="40" y="439"/>
                    </a:cubicBezTo>
                    <a:cubicBezTo>
                      <a:pt x="42" y="439"/>
                      <a:pt x="43" y="440"/>
                      <a:pt x="42" y="441"/>
                    </a:cubicBezTo>
                    <a:cubicBezTo>
                      <a:pt x="42" y="441"/>
                      <a:pt x="42" y="442"/>
                      <a:pt x="42" y="442"/>
                    </a:cubicBezTo>
                    <a:cubicBezTo>
                      <a:pt x="42" y="442"/>
                      <a:pt x="42" y="443"/>
                      <a:pt x="41" y="443"/>
                    </a:cubicBezTo>
                    <a:cubicBezTo>
                      <a:pt x="41" y="443"/>
                      <a:pt x="40" y="444"/>
                      <a:pt x="40" y="444"/>
                    </a:cubicBezTo>
                    <a:cubicBezTo>
                      <a:pt x="39" y="443"/>
                      <a:pt x="39" y="443"/>
                      <a:pt x="39" y="443"/>
                    </a:cubicBezTo>
                    <a:cubicBezTo>
                      <a:pt x="39" y="443"/>
                      <a:pt x="39" y="443"/>
                      <a:pt x="39" y="443"/>
                    </a:cubicBezTo>
                    <a:cubicBezTo>
                      <a:pt x="39" y="445"/>
                      <a:pt x="39" y="447"/>
                      <a:pt x="38" y="448"/>
                    </a:cubicBezTo>
                    <a:cubicBezTo>
                      <a:pt x="38" y="449"/>
                      <a:pt x="38" y="449"/>
                      <a:pt x="38" y="450"/>
                    </a:cubicBezTo>
                    <a:cubicBezTo>
                      <a:pt x="38" y="450"/>
                      <a:pt x="38" y="450"/>
                      <a:pt x="39" y="450"/>
                    </a:cubicBezTo>
                    <a:cubicBezTo>
                      <a:pt x="39" y="449"/>
                      <a:pt x="40" y="448"/>
                      <a:pt x="41" y="447"/>
                    </a:cubicBezTo>
                    <a:cubicBezTo>
                      <a:pt x="41" y="448"/>
                      <a:pt x="40" y="450"/>
                      <a:pt x="39" y="451"/>
                    </a:cubicBezTo>
                    <a:cubicBezTo>
                      <a:pt x="39" y="451"/>
                      <a:pt x="39" y="451"/>
                      <a:pt x="39" y="451"/>
                    </a:cubicBezTo>
                    <a:cubicBezTo>
                      <a:pt x="39" y="451"/>
                      <a:pt x="40" y="451"/>
                      <a:pt x="40" y="451"/>
                    </a:cubicBezTo>
                    <a:cubicBezTo>
                      <a:pt x="40" y="451"/>
                      <a:pt x="39" y="452"/>
                      <a:pt x="39" y="451"/>
                    </a:cubicBezTo>
                    <a:cubicBezTo>
                      <a:pt x="38" y="453"/>
                      <a:pt x="35" y="455"/>
                      <a:pt x="35" y="457"/>
                    </a:cubicBezTo>
                    <a:cubicBezTo>
                      <a:pt x="35" y="456"/>
                      <a:pt x="35" y="456"/>
                      <a:pt x="35" y="456"/>
                    </a:cubicBezTo>
                    <a:cubicBezTo>
                      <a:pt x="36" y="456"/>
                      <a:pt x="36" y="458"/>
                      <a:pt x="36" y="459"/>
                    </a:cubicBezTo>
                    <a:cubicBezTo>
                      <a:pt x="36" y="459"/>
                      <a:pt x="37" y="459"/>
                      <a:pt x="37" y="460"/>
                    </a:cubicBezTo>
                    <a:cubicBezTo>
                      <a:pt x="37" y="461"/>
                      <a:pt x="35" y="463"/>
                      <a:pt x="34" y="463"/>
                    </a:cubicBezTo>
                    <a:cubicBezTo>
                      <a:pt x="34" y="463"/>
                      <a:pt x="34" y="462"/>
                      <a:pt x="34" y="462"/>
                    </a:cubicBezTo>
                    <a:cubicBezTo>
                      <a:pt x="34" y="462"/>
                      <a:pt x="34" y="462"/>
                      <a:pt x="34" y="462"/>
                    </a:cubicBezTo>
                    <a:cubicBezTo>
                      <a:pt x="34" y="462"/>
                      <a:pt x="33" y="463"/>
                      <a:pt x="33" y="463"/>
                    </a:cubicBezTo>
                    <a:cubicBezTo>
                      <a:pt x="31" y="462"/>
                      <a:pt x="33" y="461"/>
                      <a:pt x="34" y="461"/>
                    </a:cubicBezTo>
                    <a:cubicBezTo>
                      <a:pt x="34" y="461"/>
                      <a:pt x="34" y="460"/>
                      <a:pt x="33" y="460"/>
                    </a:cubicBezTo>
                    <a:cubicBezTo>
                      <a:pt x="33" y="460"/>
                      <a:pt x="33" y="460"/>
                      <a:pt x="33" y="461"/>
                    </a:cubicBezTo>
                    <a:cubicBezTo>
                      <a:pt x="32" y="462"/>
                      <a:pt x="31" y="461"/>
                      <a:pt x="32" y="460"/>
                    </a:cubicBezTo>
                    <a:cubicBezTo>
                      <a:pt x="29" y="460"/>
                      <a:pt x="23" y="461"/>
                      <a:pt x="24" y="461"/>
                    </a:cubicBezTo>
                    <a:cubicBezTo>
                      <a:pt x="23" y="461"/>
                      <a:pt x="21" y="469"/>
                      <a:pt x="21" y="464"/>
                    </a:cubicBezTo>
                    <a:cubicBezTo>
                      <a:pt x="21" y="464"/>
                      <a:pt x="21" y="465"/>
                      <a:pt x="20" y="465"/>
                    </a:cubicBezTo>
                    <a:cubicBezTo>
                      <a:pt x="20" y="465"/>
                      <a:pt x="20" y="465"/>
                      <a:pt x="20" y="465"/>
                    </a:cubicBezTo>
                    <a:cubicBezTo>
                      <a:pt x="20" y="465"/>
                      <a:pt x="20" y="466"/>
                      <a:pt x="19" y="465"/>
                    </a:cubicBezTo>
                    <a:cubicBezTo>
                      <a:pt x="19" y="465"/>
                      <a:pt x="19" y="466"/>
                      <a:pt x="19" y="466"/>
                    </a:cubicBezTo>
                    <a:cubicBezTo>
                      <a:pt x="19" y="467"/>
                      <a:pt x="18" y="465"/>
                      <a:pt x="18" y="465"/>
                    </a:cubicBezTo>
                    <a:cubicBezTo>
                      <a:pt x="17" y="464"/>
                      <a:pt x="17" y="464"/>
                      <a:pt x="16" y="464"/>
                    </a:cubicBezTo>
                    <a:cubicBezTo>
                      <a:pt x="16" y="464"/>
                      <a:pt x="16" y="463"/>
                      <a:pt x="16" y="463"/>
                    </a:cubicBezTo>
                    <a:cubicBezTo>
                      <a:pt x="17" y="466"/>
                      <a:pt x="17" y="468"/>
                      <a:pt x="18" y="470"/>
                    </a:cubicBezTo>
                    <a:cubicBezTo>
                      <a:pt x="18" y="471"/>
                      <a:pt x="19" y="471"/>
                      <a:pt x="18" y="471"/>
                    </a:cubicBezTo>
                    <a:cubicBezTo>
                      <a:pt x="18" y="472"/>
                      <a:pt x="19" y="472"/>
                      <a:pt x="19" y="472"/>
                    </a:cubicBezTo>
                    <a:cubicBezTo>
                      <a:pt x="19" y="472"/>
                      <a:pt x="19" y="472"/>
                      <a:pt x="19" y="471"/>
                    </a:cubicBezTo>
                    <a:cubicBezTo>
                      <a:pt x="20" y="470"/>
                      <a:pt x="21" y="470"/>
                      <a:pt x="22" y="469"/>
                    </a:cubicBezTo>
                    <a:cubicBezTo>
                      <a:pt x="21" y="468"/>
                      <a:pt x="22" y="466"/>
                      <a:pt x="23" y="467"/>
                    </a:cubicBezTo>
                    <a:cubicBezTo>
                      <a:pt x="24" y="467"/>
                      <a:pt x="24" y="468"/>
                      <a:pt x="23" y="469"/>
                    </a:cubicBezTo>
                    <a:cubicBezTo>
                      <a:pt x="23" y="469"/>
                      <a:pt x="23" y="469"/>
                      <a:pt x="24" y="469"/>
                    </a:cubicBezTo>
                    <a:cubicBezTo>
                      <a:pt x="24" y="469"/>
                      <a:pt x="24" y="469"/>
                      <a:pt x="24" y="469"/>
                    </a:cubicBezTo>
                    <a:cubicBezTo>
                      <a:pt x="26" y="468"/>
                      <a:pt x="28" y="469"/>
                      <a:pt x="29" y="470"/>
                    </a:cubicBezTo>
                    <a:cubicBezTo>
                      <a:pt x="29" y="470"/>
                      <a:pt x="30" y="470"/>
                      <a:pt x="30" y="470"/>
                    </a:cubicBezTo>
                    <a:cubicBezTo>
                      <a:pt x="30" y="470"/>
                      <a:pt x="30" y="470"/>
                      <a:pt x="30" y="470"/>
                    </a:cubicBezTo>
                    <a:cubicBezTo>
                      <a:pt x="30" y="470"/>
                      <a:pt x="31" y="471"/>
                      <a:pt x="30" y="471"/>
                    </a:cubicBezTo>
                    <a:cubicBezTo>
                      <a:pt x="32" y="472"/>
                      <a:pt x="33" y="475"/>
                      <a:pt x="33" y="477"/>
                    </a:cubicBezTo>
                    <a:cubicBezTo>
                      <a:pt x="33" y="477"/>
                      <a:pt x="32" y="480"/>
                      <a:pt x="31" y="480"/>
                    </a:cubicBezTo>
                    <a:cubicBezTo>
                      <a:pt x="31" y="480"/>
                      <a:pt x="30" y="479"/>
                      <a:pt x="30" y="480"/>
                    </a:cubicBezTo>
                    <a:cubicBezTo>
                      <a:pt x="30" y="480"/>
                      <a:pt x="30" y="480"/>
                      <a:pt x="30" y="480"/>
                    </a:cubicBezTo>
                    <a:cubicBezTo>
                      <a:pt x="29" y="480"/>
                      <a:pt x="29" y="481"/>
                      <a:pt x="29" y="481"/>
                    </a:cubicBezTo>
                    <a:cubicBezTo>
                      <a:pt x="29" y="481"/>
                      <a:pt x="30" y="481"/>
                      <a:pt x="30" y="482"/>
                    </a:cubicBezTo>
                    <a:cubicBezTo>
                      <a:pt x="30" y="482"/>
                      <a:pt x="29" y="483"/>
                      <a:pt x="28" y="482"/>
                    </a:cubicBezTo>
                    <a:cubicBezTo>
                      <a:pt x="28" y="482"/>
                      <a:pt x="28" y="482"/>
                      <a:pt x="28" y="482"/>
                    </a:cubicBezTo>
                    <a:cubicBezTo>
                      <a:pt x="28" y="483"/>
                      <a:pt x="28" y="484"/>
                      <a:pt x="28" y="485"/>
                    </a:cubicBezTo>
                    <a:cubicBezTo>
                      <a:pt x="29" y="485"/>
                      <a:pt x="31" y="483"/>
                      <a:pt x="32" y="485"/>
                    </a:cubicBezTo>
                    <a:cubicBezTo>
                      <a:pt x="29" y="485"/>
                      <a:pt x="31" y="486"/>
                      <a:pt x="31" y="489"/>
                    </a:cubicBezTo>
                    <a:cubicBezTo>
                      <a:pt x="31" y="493"/>
                      <a:pt x="30" y="491"/>
                      <a:pt x="32" y="488"/>
                    </a:cubicBezTo>
                    <a:cubicBezTo>
                      <a:pt x="33" y="487"/>
                      <a:pt x="33" y="489"/>
                      <a:pt x="35" y="487"/>
                    </a:cubicBezTo>
                    <a:cubicBezTo>
                      <a:pt x="35" y="486"/>
                      <a:pt x="35" y="484"/>
                      <a:pt x="35" y="482"/>
                    </a:cubicBezTo>
                    <a:cubicBezTo>
                      <a:pt x="35" y="482"/>
                      <a:pt x="35" y="482"/>
                      <a:pt x="35" y="482"/>
                    </a:cubicBezTo>
                    <a:cubicBezTo>
                      <a:pt x="35" y="481"/>
                      <a:pt x="35" y="481"/>
                      <a:pt x="35" y="480"/>
                    </a:cubicBezTo>
                    <a:cubicBezTo>
                      <a:pt x="35" y="482"/>
                      <a:pt x="31" y="480"/>
                      <a:pt x="33" y="479"/>
                    </a:cubicBezTo>
                    <a:cubicBezTo>
                      <a:pt x="33" y="479"/>
                      <a:pt x="33" y="479"/>
                      <a:pt x="34" y="478"/>
                    </a:cubicBezTo>
                    <a:cubicBezTo>
                      <a:pt x="34" y="477"/>
                      <a:pt x="35" y="474"/>
                      <a:pt x="36" y="473"/>
                    </a:cubicBezTo>
                    <a:cubicBezTo>
                      <a:pt x="36" y="470"/>
                      <a:pt x="37" y="470"/>
                      <a:pt x="36" y="473"/>
                    </a:cubicBezTo>
                    <a:cubicBezTo>
                      <a:pt x="36" y="475"/>
                      <a:pt x="36" y="477"/>
                      <a:pt x="35" y="478"/>
                    </a:cubicBezTo>
                    <a:cubicBezTo>
                      <a:pt x="37" y="477"/>
                      <a:pt x="35" y="476"/>
                      <a:pt x="36" y="475"/>
                    </a:cubicBezTo>
                    <a:cubicBezTo>
                      <a:pt x="36" y="474"/>
                      <a:pt x="38" y="473"/>
                      <a:pt x="39" y="472"/>
                    </a:cubicBezTo>
                    <a:cubicBezTo>
                      <a:pt x="39" y="472"/>
                      <a:pt x="39" y="471"/>
                      <a:pt x="40" y="471"/>
                    </a:cubicBezTo>
                    <a:cubicBezTo>
                      <a:pt x="40" y="471"/>
                      <a:pt x="40" y="471"/>
                      <a:pt x="40" y="471"/>
                    </a:cubicBezTo>
                    <a:cubicBezTo>
                      <a:pt x="40" y="471"/>
                      <a:pt x="40" y="471"/>
                      <a:pt x="40" y="471"/>
                    </a:cubicBezTo>
                    <a:cubicBezTo>
                      <a:pt x="39" y="469"/>
                      <a:pt x="43" y="469"/>
                      <a:pt x="42" y="470"/>
                    </a:cubicBezTo>
                    <a:cubicBezTo>
                      <a:pt x="43" y="470"/>
                      <a:pt x="43" y="470"/>
                      <a:pt x="43" y="470"/>
                    </a:cubicBezTo>
                    <a:cubicBezTo>
                      <a:pt x="43" y="470"/>
                      <a:pt x="44" y="470"/>
                      <a:pt x="44" y="471"/>
                    </a:cubicBezTo>
                    <a:cubicBezTo>
                      <a:pt x="44" y="471"/>
                      <a:pt x="44" y="471"/>
                      <a:pt x="44" y="471"/>
                    </a:cubicBezTo>
                    <a:cubicBezTo>
                      <a:pt x="44" y="471"/>
                      <a:pt x="45" y="473"/>
                      <a:pt x="46" y="474"/>
                    </a:cubicBezTo>
                    <a:cubicBezTo>
                      <a:pt x="46" y="474"/>
                      <a:pt x="47" y="474"/>
                      <a:pt x="47" y="474"/>
                    </a:cubicBezTo>
                    <a:cubicBezTo>
                      <a:pt x="47" y="474"/>
                      <a:pt x="47" y="475"/>
                      <a:pt x="47" y="475"/>
                    </a:cubicBezTo>
                    <a:cubicBezTo>
                      <a:pt x="47" y="475"/>
                      <a:pt x="48" y="475"/>
                      <a:pt x="48" y="474"/>
                    </a:cubicBezTo>
                    <a:cubicBezTo>
                      <a:pt x="48" y="474"/>
                      <a:pt x="48" y="473"/>
                      <a:pt x="48" y="473"/>
                    </a:cubicBezTo>
                    <a:cubicBezTo>
                      <a:pt x="49" y="473"/>
                      <a:pt x="56" y="472"/>
                      <a:pt x="53" y="470"/>
                    </a:cubicBezTo>
                    <a:cubicBezTo>
                      <a:pt x="52" y="470"/>
                      <a:pt x="52" y="471"/>
                      <a:pt x="52" y="471"/>
                    </a:cubicBezTo>
                    <a:cubicBezTo>
                      <a:pt x="52" y="471"/>
                      <a:pt x="52" y="470"/>
                      <a:pt x="51" y="470"/>
                    </a:cubicBezTo>
                    <a:cubicBezTo>
                      <a:pt x="50" y="470"/>
                      <a:pt x="49" y="472"/>
                      <a:pt x="48" y="472"/>
                    </a:cubicBezTo>
                    <a:cubicBezTo>
                      <a:pt x="50" y="471"/>
                      <a:pt x="48" y="468"/>
                      <a:pt x="49" y="467"/>
                    </a:cubicBezTo>
                    <a:cubicBezTo>
                      <a:pt x="51" y="467"/>
                      <a:pt x="53" y="470"/>
                      <a:pt x="55" y="470"/>
                    </a:cubicBezTo>
                    <a:cubicBezTo>
                      <a:pt x="58" y="469"/>
                      <a:pt x="59" y="467"/>
                      <a:pt x="60" y="465"/>
                    </a:cubicBezTo>
                    <a:cubicBezTo>
                      <a:pt x="59" y="466"/>
                      <a:pt x="57" y="466"/>
                      <a:pt x="56" y="465"/>
                    </a:cubicBezTo>
                    <a:cubicBezTo>
                      <a:pt x="55" y="466"/>
                      <a:pt x="54" y="467"/>
                      <a:pt x="53" y="465"/>
                    </a:cubicBezTo>
                    <a:cubicBezTo>
                      <a:pt x="52" y="463"/>
                      <a:pt x="48" y="460"/>
                      <a:pt x="50" y="458"/>
                    </a:cubicBezTo>
                    <a:cubicBezTo>
                      <a:pt x="53" y="455"/>
                      <a:pt x="58" y="451"/>
                      <a:pt x="59" y="445"/>
                    </a:cubicBezTo>
                    <a:cubicBezTo>
                      <a:pt x="55" y="450"/>
                      <a:pt x="54" y="444"/>
                      <a:pt x="59" y="443"/>
                    </a:cubicBezTo>
                    <a:cubicBezTo>
                      <a:pt x="58" y="445"/>
                      <a:pt x="60" y="444"/>
                      <a:pt x="61" y="445"/>
                    </a:cubicBezTo>
                    <a:cubicBezTo>
                      <a:pt x="61" y="445"/>
                      <a:pt x="61" y="446"/>
                      <a:pt x="61" y="446"/>
                    </a:cubicBezTo>
                    <a:cubicBezTo>
                      <a:pt x="61" y="446"/>
                      <a:pt x="61" y="446"/>
                      <a:pt x="61" y="446"/>
                    </a:cubicBezTo>
                    <a:cubicBezTo>
                      <a:pt x="63" y="446"/>
                      <a:pt x="60" y="450"/>
                      <a:pt x="60" y="447"/>
                    </a:cubicBezTo>
                    <a:cubicBezTo>
                      <a:pt x="60" y="447"/>
                      <a:pt x="60" y="447"/>
                      <a:pt x="60" y="447"/>
                    </a:cubicBezTo>
                    <a:cubicBezTo>
                      <a:pt x="60" y="448"/>
                      <a:pt x="59" y="448"/>
                      <a:pt x="59" y="449"/>
                    </a:cubicBezTo>
                    <a:cubicBezTo>
                      <a:pt x="59" y="452"/>
                      <a:pt x="59" y="456"/>
                      <a:pt x="60" y="459"/>
                    </a:cubicBezTo>
                    <a:cubicBezTo>
                      <a:pt x="61" y="459"/>
                      <a:pt x="61" y="459"/>
                      <a:pt x="62" y="460"/>
                    </a:cubicBezTo>
                    <a:cubicBezTo>
                      <a:pt x="62" y="460"/>
                      <a:pt x="62" y="460"/>
                      <a:pt x="62" y="461"/>
                    </a:cubicBezTo>
                    <a:cubicBezTo>
                      <a:pt x="63" y="462"/>
                      <a:pt x="64" y="461"/>
                      <a:pt x="66" y="457"/>
                    </a:cubicBezTo>
                    <a:cubicBezTo>
                      <a:pt x="67" y="464"/>
                      <a:pt x="71" y="455"/>
                      <a:pt x="70" y="453"/>
                    </a:cubicBezTo>
                    <a:cubicBezTo>
                      <a:pt x="70" y="453"/>
                      <a:pt x="68" y="453"/>
                      <a:pt x="68" y="452"/>
                    </a:cubicBezTo>
                    <a:cubicBezTo>
                      <a:pt x="67" y="452"/>
                      <a:pt x="68" y="449"/>
                      <a:pt x="68" y="447"/>
                    </a:cubicBezTo>
                    <a:cubicBezTo>
                      <a:pt x="69" y="446"/>
                      <a:pt x="73" y="440"/>
                      <a:pt x="72" y="445"/>
                    </a:cubicBezTo>
                    <a:cubicBezTo>
                      <a:pt x="71" y="446"/>
                      <a:pt x="71" y="448"/>
                      <a:pt x="71" y="449"/>
                    </a:cubicBezTo>
                    <a:cubicBezTo>
                      <a:pt x="72" y="449"/>
                      <a:pt x="72" y="449"/>
                      <a:pt x="71" y="449"/>
                    </a:cubicBezTo>
                    <a:cubicBezTo>
                      <a:pt x="71" y="449"/>
                      <a:pt x="71" y="449"/>
                      <a:pt x="71" y="449"/>
                    </a:cubicBezTo>
                    <a:cubicBezTo>
                      <a:pt x="71" y="450"/>
                      <a:pt x="71" y="452"/>
                      <a:pt x="71" y="453"/>
                    </a:cubicBezTo>
                    <a:cubicBezTo>
                      <a:pt x="71" y="455"/>
                      <a:pt x="70" y="457"/>
                      <a:pt x="70" y="458"/>
                    </a:cubicBezTo>
                    <a:cubicBezTo>
                      <a:pt x="70" y="458"/>
                      <a:pt x="70" y="458"/>
                      <a:pt x="71" y="459"/>
                    </a:cubicBezTo>
                    <a:cubicBezTo>
                      <a:pt x="71" y="459"/>
                      <a:pt x="72" y="459"/>
                      <a:pt x="72" y="460"/>
                    </a:cubicBezTo>
                    <a:cubicBezTo>
                      <a:pt x="71" y="460"/>
                      <a:pt x="71" y="460"/>
                      <a:pt x="71" y="460"/>
                    </a:cubicBezTo>
                    <a:cubicBezTo>
                      <a:pt x="71" y="461"/>
                      <a:pt x="72" y="461"/>
                      <a:pt x="72" y="461"/>
                    </a:cubicBezTo>
                    <a:cubicBezTo>
                      <a:pt x="74" y="461"/>
                      <a:pt x="74" y="453"/>
                      <a:pt x="73" y="450"/>
                    </a:cubicBezTo>
                    <a:cubicBezTo>
                      <a:pt x="73" y="450"/>
                      <a:pt x="73" y="451"/>
                      <a:pt x="73" y="450"/>
                    </a:cubicBezTo>
                    <a:cubicBezTo>
                      <a:pt x="72" y="450"/>
                      <a:pt x="73" y="449"/>
                      <a:pt x="73" y="449"/>
                    </a:cubicBezTo>
                    <a:cubicBezTo>
                      <a:pt x="73" y="449"/>
                      <a:pt x="73" y="449"/>
                      <a:pt x="73" y="449"/>
                    </a:cubicBezTo>
                    <a:cubicBezTo>
                      <a:pt x="73" y="449"/>
                      <a:pt x="74" y="448"/>
                      <a:pt x="74" y="447"/>
                    </a:cubicBezTo>
                    <a:cubicBezTo>
                      <a:pt x="74" y="447"/>
                      <a:pt x="74" y="447"/>
                      <a:pt x="74" y="447"/>
                    </a:cubicBezTo>
                    <a:cubicBezTo>
                      <a:pt x="74" y="447"/>
                      <a:pt x="74" y="447"/>
                      <a:pt x="74" y="447"/>
                    </a:cubicBezTo>
                    <a:cubicBezTo>
                      <a:pt x="74" y="445"/>
                      <a:pt x="74" y="442"/>
                      <a:pt x="75" y="442"/>
                    </a:cubicBezTo>
                    <a:cubicBezTo>
                      <a:pt x="78" y="440"/>
                      <a:pt x="73" y="455"/>
                      <a:pt x="78" y="450"/>
                    </a:cubicBezTo>
                    <a:cubicBezTo>
                      <a:pt x="79" y="450"/>
                      <a:pt x="83" y="445"/>
                      <a:pt x="83" y="445"/>
                    </a:cubicBezTo>
                    <a:cubicBezTo>
                      <a:pt x="82" y="444"/>
                      <a:pt x="81" y="445"/>
                      <a:pt x="80" y="445"/>
                    </a:cubicBezTo>
                    <a:cubicBezTo>
                      <a:pt x="78" y="444"/>
                      <a:pt x="79" y="441"/>
                      <a:pt x="80" y="441"/>
                    </a:cubicBezTo>
                    <a:cubicBezTo>
                      <a:pt x="82" y="440"/>
                      <a:pt x="82" y="442"/>
                      <a:pt x="83" y="442"/>
                    </a:cubicBezTo>
                    <a:cubicBezTo>
                      <a:pt x="85" y="441"/>
                      <a:pt x="85" y="439"/>
                      <a:pt x="86" y="437"/>
                    </a:cubicBezTo>
                    <a:cubicBezTo>
                      <a:pt x="86" y="438"/>
                      <a:pt x="85" y="438"/>
                      <a:pt x="85" y="438"/>
                    </a:cubicBezTo>
                    <a:cubicBezTo>
                      <a:pt x="85" y="437"/>
                      <a:pt x="86" y="437"/>
                      <a:pt x="86" y="437"/>
                    </a:cubicBezTo>
                    <a:cubicBezTo>
                      <a:pt x="86" y="435"/>
                      <a:pt x="87" y="434"/>
                      <a:pt x="88" y="432"/>
                    </a:cubicBezTo>
                    <a:cubicBezTo>
                      <a:pt x="90" y="430"/>
                      <a:pt x="91" y="426"/>
                      <a:pt x="91" y="426"/>
                    </a:cubicBezTo>
                    <a:cubicBezTo>
                      <a:pt x="91" y="426"/>
                      <a:pt x="93" y="428"/>
                      <a:pt x="95" y="428"/>
                    </a:cubicBezTo>
                    <a:cubicBezTo>
                      <a:pt x="97" y="428"/>
                      <a:pt x="96" y="426"/>
                      <a:pt x="97" y="428"/>
                    </a:cubicBezTo>
                    <a:cubicBezTo>
                      <a:pt x="97" y="430"/>
                      <a:pt x="98" y="428"/>
                      <a:pt x="98" y="430"/>
                    </a:cubicBezTo>
                    <a:cubicBezTo>
                      <a:pt x="98" y="432"/>
                      <a:pt x="95" y="437"/>
                      <a:pt x="92" y="435"/>
                    </a:cubicBezTo>
                    <a:cubicBezTo>
                      <a:pt x="91" y="435"/>
                      <a:pt x="91" y="433"/>
                      <a:pt x="89" y="435"/>
                    </a:cubicBezTo>
                    <a:cubicBezTo>
                      <a:pt x="89" y="436"/>
                      <a:pt x="90" y="437"/>
                      <a:pt x="89" y="439"/>
                    </a:cubicBezTo>
                    <a:cubicBezTo>
                      <a:pt x="88" y="441"/>
                      <a:pt x="84" y="445"/>
                      <a:pt x="83" y="448"/>
                    </a:cubicBezTo>
                    <a:cubicBezTo>
                      <a:pt x="82" y="450"/>
                      <a:pt x="83" y="453"/>
                      <a:pt x="81" y="456"/>
                    </a:cubicBezTo>
                    <a:cubicBezTo>
                      <a:pt x="80" y="458"/>
                      <a:pt x="75" y="461"/>
                      <a:pt x="75" y="463"/>
                    </a:cubicBezTo>
                    <a:cubicBezTo>
                      <a:pt x="75" y="463"/>
                      <a:pt x="76" y="464"/>
                      <a:pt x="76" y="464"/>
                    </a:cubicBezTo>
                    <a:cubicBezTo>
                      <a:pt x="77" y="464"/>
                      <a:pt x="77" y="464"/>
                      <a:pt x="77" y="464"/>
                    </a:cubicBezTo>
                    <a:cubicBezTo>
                      <a:pt x="77" y="465"/>
                      <a:pt x="77" y="465"/>
                      <a:pt x="77" y="465"/>
                    </a:cubicBezTo>
                    <a:cubicBezTo>
                      <a:pt x="79" y="466"/>
                      <a:pt x="83" y="467"/>
                      <a:pt x="86" y="467"/>
                    </a:cubicBezTo>
                    <a:cubicBezTo>
                      <a:pt x="86" y="467"/>
                      <a:pt x="86" y="466"/>
                      <a:pt x="86" y="466"/>
                    </a:cubicBezTo>
                    <a:cubicBezTo>
                      <a:pt x="86" y="465"/>
                      <a:pt x="86" y="465"/>
                      <a:pt x="86" y="464"/>
                    </a:cubicBezTo>
                    <a:cubicBezTo>
                      <a:pt x="87" y="460"/>
                      <a:pt x="94" y="456"/>
                      <a:pt x="98" y="458"/>
                    </a:cubicBezTo>
                    <a:cubicBezTo>
                      <a:pt x="98" y="458"/>
                      <a:pt x="98" y="459"/>
                      <a:pt x="99" y="459"/>
                    </a:cubicBezTo>
                    <a:cubicBezTo>
                      <a:pt x="99" y="459"/>
                      <a:pt x="99" y="459"/>
                      <a:pt x="99" y="459"/>
                    </a:cubicBezTo>
                    <a:cubicBezTo>
                      <a:pt x="100" y="458"/>
                      <a:pt x="99" y="459"/>
                      <a:pt x="99" y="459"/>
                    </a:cubicBezTo>
                    <a:cubicBezTo>
                      <a:pt x="99" y="459"/>
                      <a:pt x="99" y="459"/>
                      <a:pt x="99" y="460"/>
                    </a:cubicBezTo>
                    <a:cubicBezTo>
                      <a:pt x="100" y="459"/>
                      <a:pt x="101" y="459"/>
                      <a:pt x="101" y="458"/>
                    </a:cubicBezTo>
                    <a:cubicBezTo>
                      <a:pt x="103" y="459"/>
                      <a:pt x="103" y="456"/>
                      <a:pt x="105" y="456"/>
                    </a:cubicBezTo>
                    <a:cubicBezTo>
                      <a:pt x="106" y="455"/>
                      <a:pt x="108" y="458"/>
                      <a:pt x="108" y="455"/>
                    </a:cubicBezTo>
                    <a:cubicBezTo>
                      <a:pt x="108" y="460"/>
                      <a:pt x="116" y="452"/>
                      <a:pt x="116" y="451"/>
                    </a:cubicBezTo>
                    <a:cubicBezTo>
                      <a:pt x="116" y="451"/>
                      <a:pt x="110" y="450"/>
                      <a:pt x="110" y="450"/>
                    </a:cubicBezTo>
                    <a:cubicBezTo>
                      <a:pt x="110" y="450"/>
                      <a:pt x="110" y="450"/>
                      <a:pt x="110" y="450"/>
                    </a:cubicBezTo>
                    <a:cubicBezTo>
                      <a:pt x="110" y="451"/>
                      <a:pt x="110" y="451"/>
                      <a:pt x="110" y="451"/>
                    </a:cubicBezTo>
                    <a:cubicBezTo>
                      <a:pt x="109" y="451"/>
                      <a:pt x="109" y="452"/>
                      <a:pt x="108" y="451"/>
                    </a:cubicBezTo>
                    <a:cubicBezTo>
                      <a:pt x="107" y="450"/>
                      <a:pt x="109" y="450"/>
                      <a:pt x="110" y="449"/>
                    </a:cubicBezTo>
                    <a:cubicBezTo>
                      <a:pt x="110" y="449"/>
                      <a:pt x="110" y="449"/>
                      <a:pt x="109" y="449"/>
                    </a:cubicBezTo>
                    <a:cubicBezTo>
                      <a:pt x="109" y="449"/>
                      <a:pt x="108" y="448"/>
                      <a:pt x="108" y="447"/>
                    </a:cubicBezTo>
                    <a:cubicBezTo>
                      <a:pt x="108" y="447"/>
                      <a:pt x="108" y="446"/>
                      <a:pt x="108" y="446"/>
                    </a:cubicBezTo>
                    <a:cubicBezTo>
                      <a:pt x="108" y="446"/>
                      <a:pt x="108" y="445"/>
                      <a:pt x="108" y="444"/>
                    </a:cubicBezTo>
                    <a:cubicBezTo>
                      <a:pt x="108" y="444"/>
                      <a:pt x="110" y="441"/>
                      <a:pt x="111" y="441"/>
                    </a:cubicBezTo>
                    <a:cubicBezTo>
                      <a:pt x="112" y="440"/>
                      <a:pt x="114" y="435"/>
                      <a:pt x="115" y="436"/>
                    </a:cubicBezTo>
                    <a:cubicBezTo>
                      <a:pt x="116" y="436"/>
                      <a:pt x="114" y="438"/>
                      <a:pt x="115" y="439"/>
                    </a:cubicBezTo>
                    <a:cubicBezTo>
                      <a:pt x="115" y="440"/>
                      <a:pt x="117" y="439"/>
                      <a:pt x="118" y="439"/>
                    </a:cubicBezTo>
                    <a:cubicBezTo>
                      <a:pt x="119" y="439"/>
                      <a:pt x="118" y="441"/>
                      <a:pt x="119" y="442"/>
                    </a:cubicBezTo>
                    <a:cubicBezTo>
                      <a:pt x="119" y="441"/>
                      <a:pt x="121" y="440"/>
                      <a:pt x="122" y="442"/>
                    </a:cubicBezTo>
                    <a:cubicBezTo>
                      <a:pt x="122" y="444"/>
                      <a:pt x="120" y="443"/>
                      <a:pt x="120" y="444"/>
                    </a:cubicBezTo>
                    <a:cubicBezTo>
                      <a:pt x="119" y="444"/>
                      <a:pt x="120" y="445"/>
                      <a:pt x="120" y="445"/>
                    </a:cubicBezTo>
                    <a:cubicBezTo>
                      <a:pt x="121" y="446"/>
                      <a:pt x="119" y="447"/>
                      <a:pt x="118" y="448"/>
                    </a:cubicBezTo>
                    <a:cubicBezTo>
                      <a:pt x="118" y="449"/>
                      <a:pt x="119" y="450"/>
                      <a:pt x="119" y="450"/>
                    </a:cubicBezTo>
                    <a:cubicBezTo>
                      <a:pt x="117" y="453"/>
                      <a:pt x="112" y="455"/>
                      <a:pt x="113" y="460"/>
                    </a:cubicBezTo>
                    <a:cubicBezTo>
                      <a:pt x="113" y="461"/>
                      <a:pt x="114" y="460"/>
                      <a:pt x="115" y="460"/>
                    </a:cubicBezTo>
                    <a:cubicBezTo>
                      <a:pt x="114" y="463"/>
                      <a:pt x="112" y="471"/>
                      <a:pt x="107" y="472"/>
                    </a:cubicBezTo>
                    <a:cubicBezTo>
                      <a:pt x="106" y="472"/>
                      <a:pt x="104" y="471"/>
                      <a:pt x="103" y="471"/>
                    </a:cubicBezTo>
                    <a:cubicBezTo>
                      <a:pt x="102" y="471"/>
                      <a:pt x="102" y="470"/>
                      <a:pt x="101" y="469"/>
                    </a:cubicBezTo>
                    <a:cubicBezTo>
                      <a:pt x="101" y="469"/>
                      <a:pt x="100" y="469"/>
                      <a:pt x="100" y="468"/>
                    </a:cubicBezTo>
                    <a:cubicBezTo>
                      <a:pt x="100" y="468"/>
                      <a:pt x="100" y="468"/>
                      <a:pt x="100" y="468"/>
                    </a:cubicBezTo>
                    <a:cubicBezTo>
                      <a:pt x="100" y="468"/>
                      <a:pt x="100" y="467"/>
                      <a:pt x="99" y="467"/>
                    </a:cubicBezTo>
                    <a:cubicBezTo>
                      <a:pt x="98" y="468"/>
                      <a:pt x="96" y="470"/>
                      <a:pt x="95" y="470"/>
                    </a:cubicBezTo>
                    <a:cubicBezTo>
                      <a:pt x="96" y="472"/>
                      <a:pt x="98" y="470"/>
                      <a:pt x="99" y="470"/>
                    </a:cubicBezTo>
                    <a:cubicBezTo>
                      <a:pt x="98" y="471"/>
                      <a:pt x="98" y="471"/>
                      <a:pt x="98" y="472"/>
                    </a:cubicBezTo>
                    <a:cubicBezTo>
                      <a:pt x="99" y="472"/>
                      <a:pt x="100" y="472"/>
                      <a:pt x="100" y="472"/>
                    </a:cubicBezTo>
                    <a:cubicBezTo>
                      <a:pt x="101" y="473"/>
                      <a:pt x="99" y="473"/>
                      <a:pt x="99" y="473"/>
                    </a:cubicBezTo>
                    <a:cubicBezTo>
                      <a:pt x="98" y="475"/>
                      <a:pt x="100" y="474"/>
                      <a:pt x="99" y="476"/>
                    </a:cubicBezTo>
                    <a:cubicBezTo>
                      <a:pt x="98" y="478"/>
                      <a:pt x="95" y="477"/>
                      <a:pt x="94" y="478"/>
                    </a:cubicBezTo>
                    <a:cubicBezTo>
                      <a:pt x="94" y="478"/>
                      <a:pt x="94" y="478"/>
                      <a:pt x="94" y="479"/>
                    </a:cubicBezTo>
                    <a:cubicBezTo>
                      <a:pt x="95" y="479"/>
                      <a:pt x="95" y="479"/>
                      <a:pt x="96" y="479"/>
                    </a:cubicBezTo>
                    <a:cubicBezTo>
                      <a:pt x="96" y="480"/>
                      <a:pt x="94" y="481"/>
                      <a:pt x="95" y="483"/>
                    </a:cubicBezTo>
                    <a:cubicBezTo>
                      <a:pt x="95" y="483"/>
                      <a:pt x="96" y="483"/>
                      <a:pt x="96" y="483"/>
                    </a:cubicBezTo>
                    <a:cubicBezTo>
                      <a:pt x="96" y="483"/>
                      <a:pt x="97" y="487"/>
                      <a:pt x="97" y="487"/>
                    </a:cubicBezTo>
                    <a:cubicBezTo>
                      <a:pt x="96" y="489"/>
                      <a:pt x="94" y="487"/>
                      <a:pt x="92" y="488"/>
                    </a:cubicBezTo>
                    <a:cubicBezTo>
                      <a:pt x="93" y="488"/>
                      <a:pt x="90" y="490"/>
                      <a:pt x="90" y="490"/>
                    </a:cubicBezTo>
                    <a:cubicBezTo>
                      <a:pt x="90" y="491"/>
                      <a:pt x="91" y="491"/>
                      <a:pt x="91" y="492"/>
                    </a:cubicBezTo>
                    <a:cubicBezTo>
                      <a:pt x="90" y="495"/>
                      <a:pt x="89" y="494"/>
                      <a:pt x="89" y="497"/>
                    </a:cubicBezTo>
                    <a:cubicBezTo>
                      <a:pt x="89" y="498"/>
                      <a:pt x="86" y="502"/>
                      <a:pt x="84" y="502"/>
                    </a:cubicBezTo>
                    <a:cubicBezTo>
                      <a:pt x="80" y="502"/>
                      <a:pt x="82" y="494"/>
                      <a:pt x="76" y="496"/>
                    </a:cubicBezTo>
                    <a:cubicBezTo>
                      <a:pt x="75" y="491"/>
                      <a:pt x="70" y="501"/>
                      <a:pt x="69" y="501"/>
                    </a:cubicBezTo>
                    <a:cubicBezTo>
                      <a:pt x="69" y="501"/>
                      <a:pt x="69" y="501"/>
                      <a:pt x="69" y="501"/>
                    </a:cubicBezTo>
                    <a:cubicBezTo>
                      <a:pt x="69" y="501"/>
                      <a:pt x="69" y="502"/>
                      <a:pt x="68" y="501"/>
                    </a:cubicBezTo>
                    <a:cubicBezTo>
                      <a:pt x="68" y="501"/>
                      <a:pt x="68" y="501"/>
                      <a:pt x="68" y="501"/>
                    </a:cubicBezTo>
                    <a:cubicBezTo>
                      <a:pt x="68" y="500"/>
                      <a:pt x="69" y="500"/>
                      <a:pt x="69" y="501"/>
                    </a:cubicBezTo>
                    <a:cubicBezTo>
                      <a:pt x="69" y="499"/>
                      <a:pt x="73" y="494"/>
                      <a:pt x="68" y="496"/>
                    </a:cubicBezTo>
                    <a:cubicBezTo>
                      <a:pt x="67" y="497"/>
                      <a:pt x="69" y="499"/>
                      <a:pt x="68" y="500"/>
                    </a:cubicBezTo>
                    <a:cubicBezTo>
                      <a:pt x="67" y="501"/>
                      <a:pt x="64" y="500"/>
                      <a:pt x="62" y="500"/>
                    </a:cubicBezTo>
                    <a:cubicBezTo>
                      <a:pt x="62" y="500"/>
                      <a:pt x="61" y="504"/>
                      <a:pt x="61" y="505"/>
                    </a:cubicBezTo>
                    <a:cubicBezTo>
                      <a:pt x="62" y="506"/>
                      <a:pt x="63" y="506"/>
                      <a:pt x="62" y="508"/>
                    </a:cubicBezTo>
                    <a:cubicBezTo>
                      <a:pt x="62" y="508"/>
                      <a:pt x="62" y="507"/>
                      <a:pt x="63" y="507"/>
                    </a:cubicBezTo>
                    <a:cubicBezTo>
                      <a:pt x="62" y="508"/>
                      <a:pt x="62" y="509"/>
                      <a:pt x="65" y="508"/>
                    </a:cubicBezTo>
                    <a:cubicBezTo>
                      <a:pt x="63" y="511"/>
                      <a:pt x="60" y="511"/>
                      <a:pt x="61" y="514"/>
                    </a:cubicBezTo>
                    <a:cubicBezTo>
                      <a:pt x="61" y="514"/>
                      <a:pt x="67" y="516"/>
                      <a:pt x="66" y="517"/>
                    </a:cubicBezTo>
                    <a:cubicBezTo>
                      <a:pt x="70" y="515"/>
                      <a:pt x="64" y="513"/>
                      <a:pt x="65" y="510"/>
                    </a:cubicBezTo>
                    <a:cubicBezTo>
                      <a:pt x="66" y="507"/>
                      <a:pt x="68" y="514"/>
                      <a:pt x="69" y="514"/>
                    </a:cubicBezTo>
                    <a:cubicBezTo>
                      <a:pt x="70" y="515"/>
                      <a:pt x="69" y="514"/>
                      <a:pt x="70" y="514"/>
                    </a:cubicBezTo>
                    <a:cubicBezTo>
                      <a:pt x="72" y="513"/>
                      <a:pt x="73" y="516"/>
                      <a:pt x="74" y="514"/>
                    </a:cubicBezTo>
                    <a:cubicBezTo>
                      <a:pt x="74" y="514"/>
                      <a:pt x="71" y="514"/>
                      <a:pt x="72" y="512"/>
                    </a:cubicBezTo>
                    <a:cubicBezTo>
                      <a:pt x="73" y="511"/>
                      <a:pt x="75" y="513"/>
                      <a:pt x="75" y="513"/>
                    </a:cubicBezTo>
                    <a:cubicBezTo>
                      <a:pt x="76" y="513"/>
                      <a:pt x="77" y="513"/>
                      <a:pt x="78" y="514"/>
                    </a:cubicBezTo>
                    <a:cubicBezTo>
                      <a:pt x="78" y="513"/>
                      <a:pt x="78" y="513"/>
                      <a:pt x="78" y="513"/>
                    </a:cubicBezTo>
                    <a:cubicBezTo>
                      <a:pt x="78" y="513"/>
                      <a:pt x="78" y="514"/>
                      <a:pt x="78" y="515"/>
                    </a:cubicBezTo>
                    <a:cubicBezTo>
                      <a:pt x="78" y="517"/>
                      <a:pt x="78" y="519"/>
                      <a:pt x="78" y="520"/>
                    </a:cubicBezTo>
                    <a:cubicBezTo>
                      <a:pt x="78" y="520"/>
                      <a:pt x="78" y="520"/>
                      <a:pt x="78" y="520"/>
                    </a:cubicBezTo>
                    <a:cubicBezTo>
                      <a:pt x="79" y="520"/>
                      <a:pt x="78" y="519"/>
                      <a:pt x="79" y="519"/>
                    </a:cubicBezTo>
                    <a:cubicBezTo>
                      <a:pt x="80" y="520"/>
                      <a:pt x="80" y="520"/>
                      <a:pt x="81" y="520"/>
                    </a:cubicBezTo>
                    <a:cubicBezTo>
                      <a:pt x="81" y="518"/>
                      <a:pt x="82" y="515"/>
                      <a:pt x="82" y="515"/>
                    </a:cubicBezTo>
                    <a:cubicBezTo>
                      <a:pt x="84" y="514"/>
                      <a:pt x="85" y="516"/>
                      <a:pt x="86" y="514"/>
                    </a:cubicBezTo>
                    <a:cubicBezTo>
                      <a:pt x="86" y="513"/>
                      <a:pt x="84" y="512"/>
                      <a:pt x="84" y="511"/>
                    </a:cubicBezTo>
                    <a:cubicBezTo>
                      <a:pt x="84" y="511"/>
                      <a:pt x="83" y="509"/>
                      <a:pt x="84" y="509"/>
                    </a:cubicBezTo>
                    <a:cubicBezTo>
                      <a:pt x="82" y="509"/>
                      <a:pt x="80" y="511"/>
                      <a:pt x="80" y="510"/>
                    </a:cubicBezTo>
                    <a:cubicBezTo>
                      <a:pt x="79" y="510"/>
                      <a:pt x="80" y="508"/>
                      <a:pt x="81" y="507"/>
                    </a:cubicBezTo>
                    <a:cubicBezTo>
                      <a:pt x="82" y="510"/>
                      <a:pt x="84" y="506"/>
                      <a:pt x="85" y="505"/>
                    </a:cubicBezTo>
                    <a:cubicBezTo>
                      <a:pt x="86" y="504"/>
                      <a:pt x="89" y="504"/>
                      <a:pt x="89" y="504"/>
                    </a:cubicBezTo>
                    <a:cubicBezTo>
                      <a:pt x="90" y="503"/>
                      <a:pt x="88" y="501"/>
                      <a:pt x="90" y="501"/>
                    </a:cubicBezTo>
                    <a:cubicBezTo>
                      <a:pt x="91" y="501"/>
                      <a:pt x="90" y="502"/>
                      <a:pt x="90" y="502"/>
                    </a:cubicBezTo>
                    <a:cubicBezTo>
                      <a:pt x="91" y="503"/>
                      <a:pt x="93" y="501"/>
                      <a:pt x="94" y="502"/>
                    </a:cubicBezTo>
                    <a:cubicBezTo>
                      <a:pt x="95" y="502"/>
                      <a:pt x="94" y="504"/>
                      <a:pt x="94" y="505"/>
                    </a:cubicBezTo>
                    <a:cubicBezTo>
                      <a:pt x="94" y="506"/>
                      <a:pt x="94" y="507"/>
                      <a:pt x="94" y="508"/>
                    </a:cubicBezTo>
                    <a:cubicBezTo>
                      <a:pt x="97" y="507"/>
                      <a:pt x="101" y="507"/>
                      <a:pt x="102" y="508"/>
                    </a:cubicBezTo>
                    <a:cubicBezTo>
                      <a:pt x="103" y="509"/>
                      <a:pt x="101" y="511"/>
                      <a:pt x="104" y="510"/>
                    </a:cubicBezTo>
                    <a:cubicBezTo>
                      <a:pt x="102" y="512"/>
                      <a:pt x="106" y="513"/>
                      <a:pt x="106" y="514"/>
                    </a:cubicBezTo>
                    <a:cubicBezTo>
                      <a:pt x="106" y="515"/>
                      <a:pt x="104" y="516"/>
                      <a:pt x="104" y="516"/>
                    </a:cubicBezTo>
                    <a:cubicBezTo>
                      <a:pt x="104" y="516"/>
                      <a:pt x="105" y="517"/>
                      <a:pt x="104" y="518"/>
                    </a:cubicBezTo>
                    <a:cubicBezTo>
                      <a:pt x="104" y="518"/>
                      <a:pt x="104" y="518"/>
                      <a:pt x="104" y="518"/>
                    </a:cubicBezTo>
                    <a:cubicBezTo>
                      <a:pt x="105" y="519"/>
                      <a:pt x="106" y="520"/>
                      <a:pt x="106" y="522"/>
                    </a:cubicBezTo>
                    <a:cubicBezTo>
                      <a:pt x="106" y="522"/>
                      <a:pt x="107" y="522"/>
                      <a:pt x="107" y="522"/>
                    </a:cubicBezTo>
                    <a:cubicBezTo>
                      <a:pt x="107" y="521"/>
                      <a:pt x="106" y="521"/>
                      <a:pt x="106" y="520"/>
                    </a:cubicBezTo>
                    <a:cubicBezTo>
                      <a:pt x="106" y="519"/>
                      <a:pt x="107" y="518"/>
                      <a:pt x="108" y="518"/>
                    </a:cubicBezTo>
                    <a:cubicBezTo>
                      <a:pt x="108" y="517"/>
                      <a:pt x="108" y="517"/>
                      <a:pt x="109" y="516"/>
                    </a:cubicBezTo>
                    <a:cubicBezTo>
                      <a:pt x="109" y="516"/>
                      <a:pt x="108" y="516"/>
                      <a:pt x="108" y="516"/>
                    </a:cubicBezTo>
                    <a:cubicBezTo>
                      <a:pt x="108" y="515"/>
                      <a:pt x="109" y="515"/>
                      <a:pt x="109" y="515"/>
                    </a:cubicBezTo>
                    <a:cubicBezTo>
                      <a:pt x="111" y="514"/>
                      <a:pt x="112" y="513"/>
                      <a:pt x="113" y="512"/>
                    </a:cubicBezTo>
                    <a:cubicBezTo>
                      <a:pt x="112" y="514"/>
                      <a:pt x="115" y="514"/>
                      <a:pt x="115" y="514"/>
                    </a:cubicBezTo>
                    <a:cubicBezTo>
                      <a:pt x="115" y="514"/>
                      <a:pt x="116" y="514"/>
                      <a:pt x="116" y="514"/>
                    </a:cubicBezTo>
                    <a:cubicBezTo>
                      <a:pt x="116" y="514"/>
                      <a:pt x="116" y="514"/>
                      <a:pt x="116" y="514"/>
                    </a:cubicBezTo>
                    <a:cubicBezTo>
                      <a:pt x="115" y="514"/>
                      <a:pt x="115" y="513"/>
                      <a:pt x="115" y="513"/>
                    </a:cubicBezTo>
                    <a:cubicBezTo>
                      <a:pt x="114" y="512"/>
                      <a:pt x="115" y="508"/>
                      <a:pt x="115" y="507"/>
                    </a:cubicBezTo>
                    <a:cubicBezTo>
                      <a:pt x="116" y="507"/>
                      <a:pt x="116" y="508"/>
                      <a:pt x="117" y="508"/>
                    </a:cubicBezTo>
                    <a:cubicBezTo>
                      <a:pt x="118" y="507"/>
                      <a:pt x="120" y="504"/>
                      <a:pt x="123" y="505"/>
                    </a:cubicBezTo>
                    <a:cubicBezTo>
                      <a:pt x="122" y="507"/>
                      <a:pt x="120" y="506"/>
                      <a:pt x="120" y="507"/>
                    </a:cubicBezTo>
                    <a:cubicBezTo>
                      <a:pt x="119" y="508"/>
                      <a:pt x="121" y="508"/>
                      <a:pt x="121" y="508"/>
                    </a:cubicBezTo>
                    <a:cubicBezTo>
                      <a:pt x="122" y="510"/>
                      <a:pt x="120" y="514"/>
                      <a:pt x="117" y="514"/>
                    </a:cubicBezTo>
                    <a:cubicBezTo>
                      <a:pt x="117" y="515"/>
                      <a:pt x="117" y="516"/>
                      <a:pt x="116" y="517"/>
                    </a:cubicBezTo>
                    <a:cubicBezTo>
                      <a:pt x="117" y="517"/>
                      <a:pt x="117" y="517"/>
                      <a:pt x="117" y="517"/>
                    </a:cubicBezTo>
                    <a:cubicBezTo>
                      <a:pt x="118" y="515"/>
                      <a:pt x="121" y="515"/>
                      <a:pt x="122" y="513"/>
                    </a:cubicBezTo>
                    <a:cubicBezTo>
                      <a:pt x="122" y="512"/>
                      <a:pt x="122" y="511"/>
                      <a:pt x="122" y="510"/>
                    </a:cubicBezTo>
                    <a:cubicBezTo>
                      <a:pt x="122" y="510"/>
                      <a:pt x="123" y="509"/>
                      <a:pt x="123" y="508"/>
                    </a:cubicBezTo>
                    <a:cubicBezTo>
                      <a:pt x="123" y="507"/>
                      <a:pt x="122" y="508"/>
                      <a:pt x="122" y="507"/>
                    </a:cubicBezTo>
                    <a:cubicBezTo>
                      <a:pt x="123" y="506"/>
                      <a:pt x="124" y="505"/>
                      <a:pt x="124" y="506"/>
                    </a:cubicBezTo>
                    <a:cubicBezTo>
                      <a:pt x="125" y="506"/>
                      <a:pt x="124" y="508"/>
                      <a:pt x="125" y="510"/>
                    </a:cubicBezTo>
                    <a:cubicBezTo>
                      <a:pt x="125" y="510"/>
                      <a:pt x="127" y="510"/>
                      <a:pt x="128" y="510"/>
                    </a:cubicBezTo>
                    <a:cubicBezTo>
                      <a:pt x="129" y="511"/>
                      <a:pt x="129" y="513"/>
                      <a:pt x="132" y="511"/>
                    </a:cubicBezTo>
                    <a:cubicBezTo>
                      <a:pt x="129" y="514"/>
                      <a:pt x="133" y="512"/>
                      <a:pt x="134" y="513"/>
                    </a:cubicBezTo>
                    <a:cubicBezTo>
                      <a:pt x="133" y="513"/>
                      <a:pt x="134" y="519"/>
                      <a:pt x="134" y="520"/>
                    </a:cubicBezTo>
                    <a:cubicBezTo>
                      <a:pt x="134" y="521"/>
                      <a:pt x="132" y="523"/>
                      <a:pt x="132" y="525"/>
                    </a:cubicBezTo>
                    <a:cubicBezTo>
                      <a:pt x="132" y="525"/>
                      <a:pt x="133" y="524"/>
                      <a:pt x="133" y="524"/>
                    </a:cubicBezTo>
                    <a:cubicBezTo>
                      <a:pt x="133" y="525"/>
                      <a:pt x="133" y="525"/>
                      <a:pt x="132" y="526"/>
                    </a:cubicBezTo>
                    <a:cubicBezTo>
                      <a:pt x="132" y="526"/>
                      <a:pt x="132" y="526"/>
                      <a:pt x="132" y="527"/>
                    </a:cubicBezTo>
                    <a:cubicBezTo>
                      <a:pt x="133" y="526"/>
                      <a:pt x="133" y="526"/>
                      <a:pt x="133" y="526"/>
                    </a:cubicBezTo>
                    <a:cubicBezTo>
                      <a:pt x="133" y="525"/>
                      <a:pt x="134" y="525"/>
                      <a:pt x="134" y="525"/>
                    </a:cubicBezTo>
                    <a:cubicBezTo>
                      <a:pt x="134" y="525"/>
                      <a:pt x="134" y="525"/>
                      <a:pt x="134" y="525"/>
                    </a:cubicBezTo>
                    <a:cubicBezTo>
                      <a:pt x="134" y="525"/>
                      <a:pt x="134" y="525"/>
                      <a:pt x="134" y="525"/>
                    </a:cubicBezTo>
                    <a:cubicBezTo>
                      <a:pt x="136" y="524"/>
                      <a:pt x="142" y="524"/>
                      <a:pt x="145" y="524"/>
                    </a:cubicBezTo>
                    <a:cubicBezTo>
                      <a:pt x="145" y="523"/>
                      <a:pt x="146" y="522"/>
                      <a:pt x="146" y="522"/>
                    </a:cubicBezTo>
                    <a:cubicBezTo>
                      <a:pt x="147" y="522"/>
                      <a:pt x="147" y="523"/>
                      <a:pt x="147" y="524"/>
                    </a:cubicBezTo>
                    <a:cubicBezTo>
                      <a:pt x="147" y="524"/>
                      <a:pt x="148" y="524"/>
                      <a:pt x="148" y="525"/>
                    </a:cubicBezTo>
                    <a:cubicBezTo>
                      <a:pt x="148" y="526"/>
                      <a:pt x="147" y="526"/>
                      <a:pt x="145" y="527"/>
                    </a:cubicBezTo>
                    <a:cubicBezTo>
                      <a:pt x="146" y="527"/>
                      <a:pt x="146" y="527"/>
                      <a:pt x="146" y="527"/>
                    </a:cubicBezTo>
                    <a:cubicBezTo>
                      <a:pt x="146" y="529"/>
                      <a:pt x="146" y="530"/>
                      <a:pt x="145" y="530"/>
                    </a:cubicBezTo>
                    <a:cubicBezTo>
                      <a:pt x="145" y="531"/>
                      <a:pt x="145" y="532"/>
                      <a:pt x="144" y="533"/>
                    </a:cubicBezTo>
                    <a:cubicBezTo>
                      <a:pt x="144" y="533"/>
                      <a:pt x="143" y="533"/>
                      <a:pt x="142" y="533"/>
                    </a:cubicBezTo>
                    <a:cubicBezTo>
                      <a:pt x="142" y="534"/>
                      <a:pt x="143" y="534"/>
                      <a:pt x="144" y="533"/>
                    </a:cubicBezTo>
                    <a:cubicBezTo>
                      <a:pt x="145" y="533"/>
                      <a:pt x="147" y="530"/>
                      <a:pt x="147" y="530"/>
                    </a:cubicBezTo>
                    <a:cubicBezTo>
                      <a:pt x="148" y="530"/>
                      <a:pt x="148" y="529"/>
                      <a:pt x="147" y="529"/>
                    </a:cubicBezTo>
                    <a:cubicBezTo>
                      <a:pt x="151" y="528"/>
                      <a:pt x="150" y="537"/>
                      <a:pt x="148" y="535"/>
                    </a:cubicBezTo>
                    <a:cubicBezTo>
                      <a:pt x="148" y="535"/>
                      <a:pt x="147" y="533"/>
                      <a:pt x="147" y="533"/>
                    </a:cubicBezTo>
                    <a:cubicBezTo>
                      <a:pt x="146" y="533"/>
                      <a:pt x="143" y="537"/>
                      <a:pt x="141" y="538"/>
                    </a:cubicBezTo>
                    <a:cubicBezTo>
                      <a:pt x="140" y="538"/>
                      <a:pt x="140" y="538"/>
                      <a:pt x="139" y="539"/>
                    </a:cubicBezTo>
                    <a:cubicBezTo>
                      <a:pt x="140" y="540"/>
                      <a:pt x="141" y="541"/>
                      <a:pt x="140" y="542"/>
                    </a:cubicBezTo>
                    <a:cubicBezTo>
                      <a:pt x="140" y="542"/>
                      <a:pt x="139" y="543"/>
                      <a:pt x="139" y="543"/>
                    </a:cubicBezTo>
                    <a:cubicBezTo>
                      <a:pt x="139" y="543"/>
                      <a:pt x="138" y="546"/>
                      <a:pt x="138" y="547"/>
                    </a:cubicBezTo>
                    <a:cubicBezTo>
                      <a:pt x="138" y="547"/>
                      <a:pt x="140" y="546"/>
                      <a:pt x="139" y="546"/>
                    </a:cubicBezTo>
                    <a:cubicBezTo>
                      <a:pt x="139" y="546"/>
                      <a:pt x="141" y="548"/>
                      <a:pt x="140" y="549"/>
                    </a:cubicBezTo>
                    <a:cubicBezTo>
                      <a:pt x="140" y="549"/>
                      <a:pt x="140" y="549"/>
                      <a:pt x="139" y="549"/>
                    </a:cubicBezTo>
                    <a:cubicBezTo>
                      <a:pt x="140" y="549"/>
                      <a:pt x="140" y="550"/>
                      <a:pt x="141" y="550"/>
                    </a:cubicBezTo>
                    <a:cubicBezTo>
                      <a:pt x="141" y="549"/>
                      <a:pt x="141" y="548"/>
                      <a:pt x="142" y="548"/>
                    </a:cubicBezTo>
                    <a:cubicBezTo>
                      <a:pt x="141" y="548"/>
                      <a:pt x="141" y="548"/>
                      <a:pt x="140" y="548"/>
                    </a:cubicBezTo>
                    <a:cubicBezTo>
                      <a:pt x="140" y="547"/>
                      <a:pt x="140" y="547"/>
                      <a:pt x="141" y="547"/>
                    </a:cubicBezTo>
                    <a:cubicBezTo>
                      <a:pt x="141" y="546"/>
                      <a:pt x="142" y="544"/>
                      <a:pt x="142" y="546"/>
                    </a:cubicBezTo>
                    <a:cubicBezTo>
                      <a:pt x="143" y="546"/>
                      <a:pt x="142" y="546"/>
                      <a:pt x="142" y="547"/>
                    </a:cubicBezTo>
                    <a:cubicBezTo>
                      <a:pt x="142" y="547"/>
                      <a:pt x="142" y="547"/>
                      <a:pt x="142" y="547"/>
                    </a:cubicBezTo>
                    <a:cubicBezTo>
                      <a:pt x="142" y="547"/>
                      <a:pt x="142" y="547"/>
                      <a:pt x="142" y="547"/>
                    </a:cubicBezTo>
                    <a:cubicBezTo>
                      <a:pt x="142" y="547"/>
                      <a:pt x="142" y="547"/>
                      <a:pt x="142" y="547"/>
                    </a:cubicBezTo>
                    <a:cubicBezTo>
                      <a:pt x="143" y="546"/>
                      <a:pt x="144" y="546"/>
                      <a:pt x="145" y="548"/>
                    </a:cubicBezTo>
                    <a:cubicBezTo>
                      <a:pt x="146" y="549"/>
                      <a:pt x="145" y="550"/>
                      <a:pt x="145" y="551"/>
                    </a:cubicBezTo>
                    <a:cubicBezTo>
                      <a:pt x="145" y="551"/>
                      <a:pt x="145" y="551"/>
                      <a:pt x="145" y="551"/>
                    </a:cubicBezTo>
                    <a:cubicBezTo>
                      <a:pt x="147" y="551"/>
                      <a:pt x="145" y="551"/>
                      <a:pt x="146" y="552"/>
                    </a:cubicBezTo>
                    <a:cubicBezTo>
                      <a:pt x="146" y="552"/>
                      <a:pt x="146" y="552"/>
                      <a:pt x="147" y="552"/>
                    </a:cubicBezTo>
                    <a:cubicBezTo>
                      <a:pt x="147" y="552"/>
                      <a:pt x="147" y="552"/>
                      <a:pt x="147" y="552"/>
                    </a:cubicBezTo>
                    <a:cubicBezTo>
                      <a:pt x="147" y="551"/>
                      <a:pt x="148" y="551"/>
                      <a:pt x="148" y="551"/>
                    </a:cubicBezTo>
                    <a:cubicBezTo>
                      <a:pt x="151" y="552"/>
                      <a:pt x="148" y="556"/>
                      <a:pt x="149" y="558"/>
                    </a:cubicBezTo>
                    <a:cubicBezTo>
                      <a:pt x="150" y="558"/>
                      <a:pt x="152" y="558"/>
                      <a:pt x="152" y="557"/>
                    </a:cubicBezTo>
                    <a:cubicBezTo>
                      <a:pt x="153" y="557"/>
                      <a:pt x="153" y="556"/>
                      <a:pt x="154" y="555"/>
                    </a:cubicBezTo>
                    <a:cubicBezTo>
                      <a:pt x="152" y="554"/>
                      <a:pt x="152" y="553"/>
                      <a:pt x="152" y="551"/>
                    </a:cubicBezTo>
                    <a:cubicBezTo>
                      <a:pt x="154" y="547"/>
                      <a:pt x="159" y="548"/>
                      <a:pt x="160" y="551"/>
                    </a:cubicBezTo>
                    <a:cubicBezTo>
                      <a:pt x="161" y="551"/>
                      <a:pt x="161" y="551"/>
                      <a:pt x="162" y="550"/>
                    </a:cubicBezTo>
                    <a:cubicBezTo>
                      <a:pt x="161" y="550"/>
                      <a:pt x="161" y="551"/>
                      <a:pt x="161" y="551"/>
                    </a:cubicBezTo>
                    <a:cubicBezTo>
                      <a:pt x="163" y="550"/>
                      <a:pt x="165" y="549"/>
                      <a:pt x="167" y="550"/>
                    </a:cubicBezTo>
                    <a:cubicBezTo>
                      <a:pt x="169" y="549"/>
                      <a:pt x="170" y="549"/>
                      <a:pt x="170" y="549"/>
                    </a:cubicBezTo>
                    <a:cubicBezTo>
                      <a:pt x="171" y="550"/>
                      <a:pt x="170" y="550"/>
                      <a:pt x="168" y="551"/>
                    </a:cubicBezTo>
                    <a:cubicBezTo>
                      <a:pt x="168" y="551"/>
                      <a:pt x="169" y="551"/>
                      <a:pt x="169" y="551"/>
                    </a:cubicBezTo>
                    <a:cubicBezTo>
                      <a:pt x="169" y="552"/>
                      <a:pt x="169" y="553"/>
                      <a:pt x="169" y="554"/>
                    </a:cubicBezTo>
                    <a:cubicBezTo>
                      <a:pt x="171" y="554"/>
                      <a:pt x="172" y="555"/>
                      <a:pt x="171" y="557"/>
                    </a:cubicBezTo>
                    <a:cubicBezTo>
                      <a:pt x="170" y="559"/>
                      <a:pt x="171" y="560"/>
                      <a:pt x="171" y="561"/>
                    </a:cubicBezTo>
                    <a:cubicBezTo>
                      <a:pt x="171" y="561"/>
                      <a:pt x="170" y="562"/>
                      <a:pt x="170" y="563"/>
                    </a:cubicBezTo>
                    <a:cubicBezTo>
                      <a:pt x="172" y="561"/>
                      <a:pt x="173" y="559"/>
                      <a:pt x="175" y="558"/>
                    </a:cubicBezTo>
                    <a:cubicBezTo>
                      <a:pt x="173" y="556"/>
                      <a:pt x="171" y="554"/>
                      <a:pt x="175" y="552"/>
                    </a:cubicBezTo>
                    <a:cubicBezTo>
                      <a:pt x="175" y="551"/>
                      <a:pt x="176" y="551"/>
                      <a:pt x="177" y="551"/>
                    </a:cubicBezTo>
                    <a:cubicBezTo>
                      <a:pt x="175" y="551"/>
                      <a:pt x="176" y="547"/>
                      <a:pt x="178" y="548"/>
                    </a:cubicBezTo>
                    <a:cubicBezTo>
                      <a:pt x="179" y="549"/>
                      <a:pt x="178" y="550"/>
                      <a:pt x="178" y="550"/>
                    </a:cubicBezTo>
                    <a:cubicBezTo>
                      <a:pt x="177" y="551"/>
                      <a:pt x="177" y="551"/>
                      <a:pt x="177" y="551"/>
                    </a:cubicBezTo>
                    <a:cubicBezTo>
                      <a:pt x="179" y="551"/>
                      <a:pt x="181" y="550"/>
                      <a:pt x="182" y="550"/>
                    </a:cubicBezTo>
                    <a:cubicBezTo>
                      <a:pt x="184" y="548"/>
                      <a:pt x="183" y="547"/>
                      <a:pt x="185" y="549"/>
                    </a:cubicBezTo>
                    <a:cubicBezTo>
                      <a:pt x="186" y="549"/>
                      <a:pt x="186" y="550"/>
                      <a:pt x="188" y="549"/>
                    </a:cubicBezTo>
                    <a:cubicBezTo>
                      <a:pt x="188" y="549"/>
                      <a:pt x="191" y="545"/>
                      <a:pt x="191" y="548"/>
                    </a:cubicBezTo>
                    <a:cubicBezTo>
                      <a:pt x="191" y="549"/>
                      <a:pt x="189" y="549"/>
                      <a:pt x="189" y="549"/>
                    </a:cubicBezTo>
                    <a:cubicBezTo>
                      <a:pt x="190" y="550"/>
                      <a:pt x="194" y="550"/>
                      <a:pt x="194" y="550"/>
                    </a:cubicBezTo>
                    <a:cubicBezTo>
                      <a:pt x="194" y="551"/>
                      <a:pt x="190" y="553"/>
                      <a:pt x="192" y="555"/>
                    </a:cubicBezTo>
                    <a:cubicBezTo>
                      <a:pt x="193" y="555"/>
                      <a:pt x="194" y="555"/>
                      <a:pt x="194" y="555"/>
                    </a:cubicBezTo>
                    <a:cubicBezTo>
                      <a:pt x="194" y="555"/>
                      <a:pt x="193" y="556"/>
                      <a:pt x="193" y="556"/>
                    </a:cubicBezTo>
                    <a:cubicBezTo>
                      <a:pt x="192" y="558"/>
                      <a:pt x="192" y="558"/>
                      <a:pt x="193" y="558"/>
                    </a:cubicBezTo>
                    <a:cubicBezTo>
                      <a:pt x="194" y="558"/>
                      <a:pt x="195" y="558"/>
                      <a:pt x="196" y="559"/>
                    </a:cubicBezTo>
                    <a:cubicBezTo>
                      <a:pt x="196" y="560"/>
                      <a:pt x="195" y="560"/>
                      <a:pt x="194" y="560"/>
                    </a:cubicBezTo>
                    <a:cubicBezTo>
                      <a:pt x="194" y="561"/>
                      <a:pt x="194" y="561"/>
                      <a:pt x="194" y="561"/>
                    </a:cubicBezTo>
                    <a:cubicBezTo>
                      <a:pt x="194" y="562"/>
                      <a:pt x="196" y="561"/>
                      <a:pt x="196" y="562"/>
                    </a:cubicBezTo>
                    <a:cubicBezTo>
                      <a:pt x="197" y="563"/>
                      <a:pt x="195" y="565"/>
                      <a:pt x="195" y="566"/>
                    </a:cubicBezTo>
                    <a:cubicBezTo>
                      <a:pt x="197" y="568"/>
                      <a:pt x="199" y="565"/>
                      <a:pt x="201" y="566"/>
                    </a:cubicBezTo>
                    <a:cubicBezTo>
                      <a:pt x="201" y="566"/>
                      <a:pt x="203" y="568"/>
                      <a:pt x="205" y="566"/>
                    </a:cubicBezTo>
                    <a:cubicBezTo>
                      <a:pt x="206" y="565"/>
                      <a:pt x="204" y="563"/>
                      <a:pt x="208" y="562"/>
                    </a:cubicBezTo>
                    <a:cubicBezTo>
                      <a:pt x="209" y="561"/>
                      <a:pt x="214" y="560"/>
                      <a:pt x="214" y="562"/>
                    </a:cubicBezTo>
                    <a:cubicBezTo>
                      <a:pt x="214" y="563"/>
                      <a:pt x="213" y="562"/>
                      <a:pt x="212" y="563"/>
                    </a:cubicBezTo>
                    <a:cubicBezTo>
                      <a:pt x="211" y="563"/>
                      <a:pt x="213" y="566"/>
                      <a:pt x="213" y="566"/>
                    </a:cubicBezTo>
                    <a:cubicBezTo>
                      <a:pt x="212" y="567"/>
                      <a:pt x="210" y="567"/>
                      <a:pt x="210" y="568"/>
                    </a:cubicBezTo>
                    <a:cubicBezTo>
                      <a:pt x="210" y="568"/>
                      <a:pt x="210" y="568"/>
                      <a:pt x="210" y="568"/>
                    </a:cubicBezTo>
                    <a:cubicBezTo>
                      <a:pt x="210" y="569"/>
                      <a:pt x="210" y="569"/>
                      <a:pt x="210" y="569"/>
                    </a:cubicBezTo>
                    <a:cubicBezTo>
                      <a:pt x="210" y="570"/>
                      <a:pt x="211" y="572"/>
                      <a:pt x="209" y="573"/>
                    </a:cubicBezTo>
                    <a:cubicBezTo>
                      <a:pt x="209" y="573"/>
                      <a:pt x="209" y="573"/>
                      <a:pt x="209" y="573"/>
                    </a:cubicBezTo>
                    <a:cubicBezTo>
                      <a:pt x="209" y="573"/>
                      <a:pt x="209" y="573"/>
                      <a:pt x="209" y="573"/>
                    </a:cubicBezTo>
                    <a:cubicBezTo>
                      <a:pt x="210" y="574"/>
                      <a:pt x="210" y="575"/>
                      <a:pt x="208" y="576"/>
                    </a:cubicBezTo>
                    <a:cubicBezTo>
                      <a:pt x="208" y="576"/>
                      <a:pt x="208" y="576"/>
                      <a:pt x="208" y="576"/>
                    </a:cubicBezTo>
                    <a:cubicBezTo>
                      <a:pt x="208" y="576"/>
                      <a:pt x="209" y="576"/>
                      <a:pt x="209" y="576"/>
                    </a:cubicBezTo>
                    <a:cubicBezTo>
                      <a:pt x="210" y="576"/>
                      <a:pt x="210" y="576"/>
                      <a:pt x="211" y="577"/>
                    </a:cubicBezTo>
                    <a:cubicBezTo>
                      <a:pt x="211" y="577"/>
                      <a:pt x="212" y="577"/>
                      <a:pt x="212" y="577"/>
                    </a:cubicBezTo>
                    <a:cubicBezTo>
                      <a:pt x="212" y="578"/>
                      <a:pt x="211" y="578"/>
                      <a:pt x="211" y="579"/>
                    </a:cubicBezTo>
                    <a:cubicBezTo>
                      <a:pt x="211" y="579"/>
                      <a:pt x="211" y="580"/>
                      <a:pt x="211" y="580"/>
                    </a:cubicBezTo>
                    <a:cubicBezTo>
                      <a:pt x="210" y="581"/>
                      <a:pt x="207" y="580"/>
                      <a:pt x="205" y="581"/>
                    </a:cubicBezTo>
                    <a:cubicBezTo>
                      <a:pt x="206" y="580"/>
                      <a:pt x="206" y="578"/>
                      <a:pt x="204" y="580"/>
                    </a:cubicBezTo>
                    <a:cubicBezTo>
                      <a:pt x="202" y="581"/>
                      <a:pt x="204" y="581"/>
                      <a:pt x="204" y="582"/>
                    </a:cubicBezTo>
                    <a:cubicBezTo>
                      <a:pt x="204" y="582"/>
                      <a:pt x="203" y="582"/>
                      <a:pt x="204" y="583"/>
                    </a:cubicBezTo>
                    <a:cubicBezTo>
                      <a:pt x="204" y="583"/>
                      <a:pt x="204" y="583"/>
                      <a:pt x="204" y="583"/>
                    </a:cubicBezTo>
                    <a:cubicBezTo>
                      <a:pt x="206" y="582"/>
                      <a:pt x="208" y="582"/>
                      <a:pt x="210" y="583"/>
                    </a:cubicBezTo>
                    <a:cubicBezTo>
                      <a:pt x="209" y="583"/>
                      <a:pt x="209" y="582"/>
                      <a:pt x="209" y="582"/>
                    </a:cubicBezTo>
                    <a:cubicBezTo>
                      <a:pt x="209" y="582"/>
                      <a:pt x="209" y="582"/>
                      <a:pt x="209" y="582"/>
                    </a:cubicBezTo>
                    <a:cubicBezTo>
                      <a:pt x="210" y="581"/>
                      <a:pt x="210" y="582"/>
                      <a:pt x="210" y="583"/>
                    </a:cubicBezTo>
                    <a:cubicBezTo>
                      <a:pt x="210" y="583"/>
                      <a:pt x="211" y="584"/>
                      <a:pt x="210" y="585"/>
                    </a:cubicBezTo>
                    <a:cubicBezTo>
                      <a:pt x="210" y="586"/>
                      <a:pt x="208" y="588"/>
                      <a:pt x="205" y="588"/>
                    </a:cubicBezTo>
                    <a:cubicBezTo>
                      <a:pt x="206" y="588"/>
                      <a:pt x="206" y="590"/>
                      <a:pt x="206" y="591"/>
                    </a:cubicBezTo>
                    <a:cubicBezTo>
                      <a:pt x="205" y="592"/>
                      <a:pt x="201" y="592"/>
                      <a:pt x="202" y="593"/>
                    </a:cubicBezTo>
                    <a:cubicBezTo>
                      <a:pt x="201" y="593"/>
                      <a:pt x="199" y="594"/>
                      <a:pt x="198" y="593"/>
                    </a:cubicBezTo>
                    <a:cubicBezTo>
                      <a:pt x="195" y="591"/>
                      <a:pt x="196" y="591"/>
                      <a:pt x="192" y="592"/>
                    </a:cubicBezTo>
                    <a:cubicBezTo>
                      <a:pt x="192" y="592"/>
                      <a:pt x="191" y="592"/>
                      <a:pt x="190" y="592"/>
                    </a:cubicBezTo>
                    <a:cubicBezTo>
                      <a:pt x="188" y="592"/>
                      <a:pt x="189" y="593"/>
                      <a:pt x="189" y="595"/>
                    </a:cubicBezTo>
                    <a:cubicBezTo>
                      <a:pt x="187" y="593"/>
                      <a:pt x="188" y="595"/>
                      <a:pt x="189" y="596"/>
                    </a:cubicBezTo>
                    <a:cubicBezTo>
                      <a:pt x="190" y="596"/>
                      <a:pt x="190" y="596"/>
                      <a:pt x="190" y="596"/>
                    </a:cubicBezTo>
                    <a:cubicBezTo>
                      <a:pt x="190" y="596"/>
                      <a:pt x="190" y="596"/>
                      <a:pt x="190" y="596"/>
                    </a:cubicBezTo>
                    <a:cubicBezTo>
                      <a:pt x="190" y="596"/>
                      <a:pt x="191" y="597"/>
                      <a:pt x="191" y="596"/>
                    </a:cubicBezTo>
                    <a:cubicBezTo>
                      <a:pt x="190" y="597"/>
                      <a:pt x="192" y="594"/>
                      <a:pt x="193" y="596"/>
                    </a:cubicBezTo>
                    <a:cubicBezTo>
                      <a:pt x="193" y="596"/>
                      <a:pt x="190" y="600"/>
                      <a:pt x="193" y="600"/>
                    </a:cubicBezTo>
                    <a:cubicBezTo>
                      <a:pt x="187" y="601"/>
                      <a:pt x="195" y="604"/>
                      <a:pt x="197" y="605"/>
                    </a:cubicBezTo>
                    <a:cubicBezTo>
                      <a:pt x="198" y="606"/>
                      <a:pt x="198" y="608"/>
                      <a:pt x="198" y="609"/>
                    </a:cubicBezTo>
                    <a:cubicBezTo>
                      <a:pt x="199" y="610"/>
                      <a:pt x="200" y="610"/>
                      <a:pt x="199" y="611"/>
                    </a:cubicBezTo>
                    <a:cubicBezTo>
                      <a:pt x="199" y="611"/>
                      <a:pt x="199" y="611"/>
                      <a:pt x="199" y="611"/>
                    </a:cubicBezTo>
                    <a:cubicBezTo>
                      <a:pt x="200" y="612"/>
                      <a:pt x="200" y="613"/>
                      <a:pt x="201" y="613"/>
                    </a:cubicBezTo>
                    <a:cubicBezTo>
                      <a:pt x="201" y="613"/>
                      <a:pt x="201" y="613"/>
                      <a:pt x="202" y="613"/>
                    </a:cubicBezTo>
                    <a:cubicBezTo>
                      <a:pt x="202" y="613"/>
                      <a:pt x="202" y="613"/>
                      <a:pt x="202" y="612"/>
                    </a:cubicBezTo>
                    <a:cubicBezTo>
                      <a:pt x="203" y="611"/>
                      <a:pt x="204" y="611"/>
                      <a:pt x="206" y="611"/>
                    </a:cubicBezTo>
                    <a:cubicBezTo>
                      <a:pt x="207" y="611"/>
                      <a:pt x="208" y="612"/>
                      <a:pt x="208" y="613"/>
                    </a:cubicBezTo>
                    <a:cubicBezTo>
                      <a:pt x="209" y="613"/>
                      <a:pt x="209" y="612"/>
                      <a:pt x="211" y="612"/>
                    </a:cubicBezTo>
                    <a:cubicBezTo>
                      <a:pt x="211" y="613"/>
                      <a:pt x="210" y="613"/>
                      <a:pt x="208" y="613"/>
                    </a:cubicBezTo>
                    <a:cubicBezTo>
                      <a:pt x="208" y="614"/>
                      <a:pt x="208" y="615"/>
                      <a:pt x="207" y="615"/>
                    </a:cubicBezTo>
                    <a:cubicBezTo>
                      <a:pt x="209" y="616"/>
                      <a:pt x="211" y="616"/>
                      <a:pt x="211" y="616"/>
                    </a:cubicBezTo>
                    <a:cubicBezTo>
                      <a:pt x="211" y="616"/>
                      <a:pt x="211" y="616"/>
                      <a:pt x="212" y="616"/>
                    </a:cubicBezTo>
                    <a:cubicBezTo>
                      <a:pt x="211" y="615"/>
                      <a:pt x="210" y="615"/>
                      <a:pt x="209" y="615"/>
                    </a:cubicBezTo>
                    <a:cubicBezTo>
                      <a:pt x="210" y="614"/>
                      <a:pt x="211" y="614"/>
                      <a:pt x="213" y="615"/>
                    </a:cubicBezTo>
                    <a:cubicBezTo>
                      <a:pt x="213" y="614"/>
                      <a:pt x="213" y="614"/>
                      <a:pt x="213" y="614"/>
                    </a:cubicBezTo>
                    <a:cubicBezTo>
                      <a:pt x="213" y="614"/>
                      <a:pt x="214" y="612"/>
                      <a:pt x="215" y="613"/>
                    </a:cubicBezTo>
                    <a:cubicBezTo>
                      <a:pt x="216" y="612"/>
                      <a:pt x="216" y="612"/>
                      <a:pt x="217" y="613"/>
                    </a:cubicBezTo>
                    <a:cubicBezTo>
                      <a:pt x="217" y="613"/>
                      <a:pt x="216" y="613"/>
                      <a:pt x="216" y="614"/>
                    </a:cubicBezTo>
                    <a:cubicBezTo>
                      <a:pt x="216" y="614"/>
                      <a:pt x="217" y="616"/>
                      <a:pt x="216" y="615"/>
                    </a:cubicBezTo>
                    <a:cubicBezTo>
                      <a:pt x="216" y="615"/>
                      <a:pt x="215" y="615"/>
                      <a:pt x="215" y="615"/>
                    </a:cubicBezTo>
                    <a:cubicBezTo>
                      <a:pt x="215" y="614"/>
                      <a:pt x="215" y="614"/>
                      <a:pt x="215" y="614"/>
                    </a:cubicBezTo>
                    <a:cubicBezTo>
                      <a:pt x="215" y="614"/>
                      <a:pt x="214" y="615"/>
                      <a:pt x="214" y="615"/>
                    </a:cubicBezTo>
                    <a:cubicBezTo>
                      <a:pt x="215" y="615"/>
                      <a:pt x="216" y="616"/>
                      <a:pt x="216" y="616"/>
                    </a:cubicBezTo>
                    <a:cubicBezTo>
                      <a:pt x="216" y="617"/>
                      <a:pt x="215" y="616"/>
                      <a:pt x="214" y="616"/>
                    </a:cubicBezTo>
                    <a:cubicBezTo>
                      <a:pt x="214" y="616"/>
                      <a:pt x="214" y="617"/>
                      <a:pt x="214" y="617"/>
                    </a:cubicBezTo>
                    <a:cubicBezTo>
                      <a:pt x="215" y="617"/>
                      <a:pt x="216" y="616"/>
                      <a:pt x="216" y="616"/>
                    </a:cubicBezTo>
                    <a:cubicBezTo>
                      <a:pt x="217" y="617"/>
                      <a:pt x="218" y="620"/>
                      <a:pt x="220" y="618"/>
                    </a:cubicBezTo>
                    <a:cubicBezTo>
                      <a:pt x="220" y="618"/>
                      <a:pt x="219" y="617"/>
                      <a:pt x="219" y="617"/>
                    </a:cubicBezTo>
                    <a:cubicBezTo>
                      <a:pt x="219" y="617"/>
                      <a:pt x="219" y="617"/>
                      <a:pt x="219" y="617"/>
                    </a:cubicBezTo>
                    <a:cubicBezTo>
                      <a:pt x="219" y="617"/>
                      <a:pt x="219" y="617"/>
                      <a:pt x="218" y="617"/>
                    </a:cubicBezTo>
                    <a:cubicBezTo>
                      <a:pt x="218" y="616"/>
                      <a:pt x="219" y="615"/>
                      <a:pt x="220" y="616"/>
                    </a:cubicBezTo>
                    <a:cubicBezTo>
                      <a:pt x="220" y="616"/>
                      <a:pt x="220" y="616"/>
                      <a:pt x="220" y="616"/>
                    </a:cubicBezTo>
                    <a:cubicBezTo>
                      <a:pt x="221" y="615"/>
                      <a:pt x="224" y="617"/>
                      <a:pt x="225" y="617"/>
                    </a:cubicBezTo>
                    <a:cubicBezTo>
                      <a:pt x="223" y="618"/>
                      <a:pt x="225" y="619"/>
                      <a:pt x="226" y="620"/>
                    </a:cubicBezTo>
                    <a:cubicBezTo>
                      <a:pt x="227" y="619"/>
                      <a:pt x="229" y="618"/>
                      <a:pt x="231" y="618"/>
                    </a:cubicBezTo>
                    <a:cubicBezTo>
                      <a:pt x="230" y="619"/>
                      <a:pt x="228" y="620"/>
                      <a:pt x="226" y="620"/>
                    </a:cubicBezTo>
                    <a:cubicBezTo>
                      <a:pt x="227" y="621"/>
                      <a:pt x="227" y="621"/>
                      <a:pt x="226" y="622"/>
                    </a:cubicBezTo>
                    <a:cubicBezTo>
                      <a:pt x="225" y="624"/>
                      <a:pt x="222" y="622"/>
                      <a:pt x="221" y="624"/>
                    </a:cubicBezTo>
                    <a:cubicBezTo>
                      <a:pt x="220" y="624"/>
                      <a:pt x="222" y="624"/>
                      <a:pt x="222" y="624"/>
                    </a:cubicBezTo>
                    <a:cubicBezTo>
                      <a:pt x="221" y="626"/>
                      <a:pt x="219" y="627"/>
                      <a:pt x="222" y="628"/>
                    </a:cubicBezTo>
                    <a:cubicBezTo>
                      <a:pt x="222" y="628"/>
                      <a:pt x="227" y="629"/>
                      <a:pt x="228" y="629"/>
                    </a:cubicBezTo>
                    <a:cubicBezTo>
                      <a:pt x="231" y="629"/>
                      <a:pt x="233" y="629"/>
                      <a:pt x="235" y="631"/>
                    </a:cubicBezTo>
                    <a:cubicBezTo>
                      <a:pt x="232" y="631"/>
                      <a:pt x="231" y="632"/>
                      <a:pt x="228" y="633"/>
                    </a:cubicBezTo>
                    <a:cubicBezTo>
                      <a:pt x="228" y="633"/>
                      <a:pt x="229" y="633"/>
                      <a:pt x="229" y="633"/>
                    </a:cubicBezTo>
                    <a:cubicBezTo>
                      <a:pt x="229" y="633"/>
                      <a:pt x="228" y="633"/>
                      <a:pt x="228" y="633"/>
                    </a:cubicBezTo>
                    <a:cubicBezTo>
                      <a:pt x="228" y="633"/>
                      <a:pt x="228" y="633"/>
                      <a:pt x="227" y="633"/>
                    </a:cubicBezTo>
                    <a:cubicBezTo>
                      <a:pt x="224" y="633"/>
                      <a:pt x="221" y="630"/>
                      <a:pt x="218" y="630"/>
                    </a:cubicBezTo>
                    <a:cubicBezTo>
                      <a:pt x="218" y="630"/>
                      <a:pt x="215" y="633"/>
                      <a:pt x="214" y="633"/>
                    </a:cubicBezTo>
                    <a:cubicBezTo>
                      <a:pt x="213" y="633"/>
                      <a:pt x="212" y="632"/>
                      <a:pt x="212" y="633"/>
                    </a:cubicBezTo>
                    <a:cubicBezTo>
                      <a:pt x="212" y="633"/>
                      <a:pt x="213" y="633"/>
                      <a:pt x="213" y="634"/>
                    </a:cubicBezTo>
                    <a:cubicBezTo>
                      <a:pt x="213" y="634"/>
                      <a:pt x="213" y="634"/>
                      <a:pt x="214" y="634"/>
                    </a:cubicBezTo>
                    <a:cubicBezTo>
                      <a:pt x="214" y="633"/>
                      <a:pt x="215" y="633"/>
                      <a:pt x="216" y="633"/>
                    </a:cubicBezTo>
                    <a:cubicBezTo>
                      <a:pt x="216" y="633"/>
                      <a:pt x="217" y="633"/>
                      <a:pt x="217" y="633"/>
                    </a:cubicBezTo>
                    <a:cubicBezTo>
                      <a:pt x="217" y="633"/>
                      <a:pt x="217" y="633"/>
                      <a:pt x="217" y="633"/>
                    </a:cubicBezTo>
                    <a:cubicBezTo>
                      <a:pt x="218" y="633"/>
                      <a:pt x="219" y="633"/>
                      <a:pt x="219" y="634"/>
                    </a:cubicBezTo>
                    <a:cubicBezTo>
                      <a:pt x="219" y="634"/>
                      <a:pt x="219" y="635"/>
                      <a:pt x="218" y="635"/>
                    </a:cubicBezTo>
                    <a:cubicBezTo>
                      <a:pt x="218" y="636"/>
                      <a:pt x="217" y="637"/>
                      <a:pt x="216" y="637"/>
                    </a:cubicBezTo>
                    <a:cubicBezTo>
                      <a:pt x="215" y="637"/>
                      <a:pt x="213" y="636"/>
                      <a:pt x="213" y="635"/>
                    </a:cubicBezTo>
                    <a:cubicBezTo>
                      <a:pt x="213" y="635"/>
                      <a:pt x="213" y="635"/>
                      <a:pt x="213" y="635"/>
                    </a:cubicBezTo>
                    <a:cubicBezTo>
                      <a:pt x="213" y="636"/>
                      <a:pt x="211" y="636"/>
                      <a:pt x="210" y="636"/>
                    </a:cubicBezTo>
                    <a:cubicBezTo>
                      <a:pt x="210" y="636"/>
                      <a:pt x="210" y="637"/>
                      <a:pt x="211" y="637"/>
                    </a:cubicBezTo>
                    <a:cubicBezTo>
                      <a:pt x="211" y="637"/>
                      <a:pt x="211" y="637"/>
                      <a:pt x="211" y="637"/>
                    </a:cubicBezTo>
                    <a:cubicBezTo>
                      <a:pt x="212" y="637"/>
                      <a:pt x="211" y="637"/>
                      <a:pt x="211" y="637"/>
                    </a:cubicBezTo>
                    <a:cubicBezTo>
                      <a:pt x="212" y="639"/>
                      <a:pt x="215" y="640"/>
                      <a:pt x="216" y="641"/>
                    </a:cubicBezTo>
                    <a:cubicBezTo>
                      <a:pt x="214" y="641"/>
                      <a:pt x="214" y="642"/>
                      <a:pt x="214" y="642"/>
                    </a:cubicBezTo>
                    <a:cubicBezTo>
                      <a:pt x="216" y="641"/>
                      <a:pt x="219" y="642"/>
                      <a:pt x="216" y="643"/>
                    </a:cubicBezTo>
                    <a:cubicBezTo>
                      <a:pt x="216" y="643"/>
                      <a:pt x="216" y="644"/>
                      <a:pt x="216" y="644"/>
                    </a:cubicBezTo>
                    <a:cubicBezTo>
                      <a:pt x="216" y="644"/>
                      <a:pt x="217" y="644"/>
                      <a:pt x="217" y="645"/>
                    </a:cubicBezTo>
                    <a:cubicBezTo>
                      <a:pt x="219" y="644"/>
                      <a:pt x="222" y="643"/>
                      <a:pt x="224" y="643"/>
                    </a:cubicBezTo>
                    <a:cubicBezTo>
                      <a:pt x="228" y="642"/>
                      <a:pt x="223" y="645"/>
                      <a:pt x="221" y="645"/>
                    </a:cubicBezTo>
                    <a:cubicBezTo>
                      <a:pt x="220" y="645"/>
                      <a:pt x="218" y="646"/>
                      <a:pt x="216" y="646"/>
                    </a:cubicBezTo>
                    <a:cubicBezTo>
                      <a:pt x="216" y="647"/>
                      <a:pt x="216" y="647"/>
                      <a:pt x="215" y="647"/>
                    </a:cubicBezTo>
                    <a:cubicBezTo>
                      <a:pt x="215" y="647"/>
                      <a:pt x="214" y="647"/>
                      <a:pt x="214" y="647"/>
                    </a:cubicBezTo>
                    <a:cubicBezTo>
                      <a:pt x="212" y="648"/>
                      <a:pt x="211" y="648"/>
                      <a:pt x="210" y="649"/>
                    </a:cubicBezTo>
                    <a:cubicBezTo>
                      <a:pt x="209" y="650"/>
                      <a:pt x="208" y="651"/>
                      <a:pt x="208" y="652"/>
                    </a:cubicBezTo>
                    <a:cubicBezTo>
                      <a:pt x="209" y="652"/>
                      <a:pt x="209" y="652"/>
                      <a:pt x="210" y="653"/>
                    </a:cubicBezTo>
                    <a:cubicBezTo>
                      <a:pt x="210" y="653"/>
                      <a:pt x="210" y="653"/>
                      <a:pt x="210" y="653"/>
                    </a:cubicBezTo>
                    <a:cubicBezTo>
                      <a:pt x="210" y="653"/>
                      <a:pt x="210" y="653"/>
                      <a:pt x="211" y="653"/>
                    </a:cubicBezTo>
                    <a:cubicBezTo>
                      <a:pt x="211" y="653"/>
                      <a:pt x="213" y="654"/>
                      <a:pt x="213" y="654"/>
                    </a:cubicBezTo>
                    <a:cubicBezTo>
                      <a:pt x="213" y="654"/>
                      <a:pt x="213" y="655"/>
                      <a:pt x="213" y="655"/>
                    </a:cubicBezTo>
                    <a:cubicBezTo>
                      <a:pt x="213" y="656"/>
                      <a:pt x="212" y="657"/>
                      <a:pt x="210" y="657"/>
                    </a:cubicBezTo>
                    <a:cubicBezTo>
                      <a:pt x="210" y="658"/>
                      <a:pt x="210" y="658"/>
                      <a:pt x="209" y="659"/>
                    </a:cubicBezTo>
                    <a:cubicBezTo>
                      <a:pt x="209" y="659"/>
                      <a:pt x="209" y="659"/>
                      <a:pt x="209" y="659"/>
                    </a:cubicBezTo>
                    <a:cubicBezTo>
                      <a:pt x="210" y="660"/>
                      <a:pt x="212" y="660"/>
                      <a:pt x="213" y="660"/>
                    </a:cubicBezTo>
                    <a:cubicBezTo>
                      <a:pt x="214" y="660"/>
                      <a:pt x="216" y="660"/>
                      <a:pt x="216" y="661"/>
                    </a:cubicBezTo>
                    <a:cubicBezTo>
                      <a:pt x="217" y="662"/>
                      <a:pt x="218" y="663"/>
                      <a:pt x="218" y="663"/>
                    </a:cubicBezTo>
                    <a:cubicBezTo>
                      <a:pt x="218" y="663"/>
                      <a:pt x="219" y="663"/>
                      <a:pt x="220" y="664"/>
                    </a:cubicBezTo>
                    <a:cubicBezTo>
                      <a:pt x="221" y="665"/>
                      <a:pt x="221" y="667"/>
                      <a:pt x="219" y="667"/>
                    </a:cubicBezTo>
                    <a:cubicBezTo>
                      <a:pt x="219" y="667"/>
                      <a:pt x="219" y="667"/>
                      <a:pt x="219" y="667"/>
                    </a:cubicBezTo>
                    <a:cubicBezTo>
                      <a:pt x="219" y="668"/>
                      <a:pt x="219" y="668"/>
                      <a:pt x="219" y="669"/>
                    </a:cubicBezTo>
                    <a:cubicBezTo>
                      <a:pt x="220" y="669"/>
                      <a:pt x="221" y="668"/>
                      <a:pt x="222" y="669"/>
                    </a:cubicBezTo>
                    <a:cubicBezTo>
                      <a:pt x="222" y="668"/>
                      <a:pt x="223" y="667"/>
                      <a:pt x="223" y="667"/>
                    </a:cubicBezTo>
                    <a:cubicBezTo>
                      <a:pt x="223" y="667"/>
                      <a:pt x="225" y="666"/>
                      <a:pt x="226" y="666"/>
                    </a:cubicBezTo>
                    <a:cubicBezTo>
                      <a:pt x="227" y="664"/>
                      <a:pt x="228" y="664"/>
                      <a:pt x="229" y="664"/>
                    </a:cubicBezTo>
                    <a:cubicBezTo>
                      <a:pt x="230" y="664"/>
                      <a:pt x="229" y="663"/>
                      <a:pt x="230" y="663"/>
                    </a:cubicBezTo>
                    <a:cubicBezTo>
                      <a:pt x="231" y="662"/>
                      <a:pt x="232" y="664"/>
                      <a:pt x="232" y="663"/>
                    </a:cubicBezTo>
                    <a:cubicBezTo>
                      <a:pt x="233" y="663"/>
                      <a:pt x="233" y="663"/>
                      <a:pt x="233" y="663"/>
                    </a:cubicBezTo>
                    <a:cubicBezTo>
                      <a:pt x="233" y="663"/>
                      <a:pt x="233" y="663"/>
                      <a:pt x="233" y="663"/>
                    </a:cubicBezTo>
                    <a:cubicBezTo>
                      <a:pt x="233" y="663"/>
                      <a:pt x="233" y="663"/>
                      <a:pt x="234" y="663"/>
                    </a:cubicBezTo>
                    <a:cubicBezTo>
                      <a:pt x="235" y="664"/>
                      <a:pt x="235" y="662"/>
                      <a:pt x="236" y="663"/>
                    </a:cubicBezTo>
                    <a:cubicBezTo>
                      <a:pt x="236" y="663"/>
                      <a:pt x="235" y="664"/>
                      <a:pt x="235" y="664"/>
                    </a:cubicBezTo>
                    <a:cubicBezTo>
                      <a:pt x="236" y="665"/>
                      <a:pt x="241" y="668"/>
                      <a:pt x="241" y="670"/>
                    </a:cubicBezTo>
                    <a:cubicBezTo>
                      <a:pt x="241" y="672"/>
                      <a:pt x="236" y="672"/>
                      <a:pt x="235" y="674"/>
                    </a:cubicBezTo>
                    <a:cubicBezTo>
                      <a:pt x="235" y="675"/>
                      <a:pt x="236" y="676"/>
                      <a:pt x="235" y="677"/>
                    </a:cubicBezTo>
                    <a:cubicBezTo>
                      <a:pt x="233" y="677"/>
                      <a:pt x="234" y="675"/>
                      <a:pt x="233" y="675"/>
                    </a:cubicBezTo>
                    <a:cubicBezTo>
                      <a:pt x="232" y="674"/>
                      <a:pt x="227" y="674"/>
                      <a:pt x="225" y="673"/>
                    </a:cubicBezTo>
                    <a:cubicBezTo>
                      <a:pt x="225" y="673"/>
                      <a:pt x="224" y="672"/>
                      <a:pt x="223" y="672"/>
                    </a:cubicBezTo>
                    <a:cubicBezTo>
                      <a:pt x="221" y="673"/>
                      <a:pt x="217" y="673"/>
                      <a:pt x="217" y="674"/>
                    </a:cubicBezTo>
                    <a:cubicBezTo>
                      <a:pt x="216" y="674"/>
                      <a:pt x="218" y="674"/>
                      <a:pt x="218" y="675"/>
                    </a:cubicBezTo>
                    <a:cubicBezTo>
                      <a:pt x="217" y="675"/>
                      <a:pt x="216" y="674"/>
                      <a:pt x="215" y="674"/>
                    </a:cubicBezTo>
                    <a:cubicBezTo>
                      <a:pt x="213" y="674"/>
                      <a:pt x="210" y="675"/>
                      <a:pt x="207" y="675"/>
                    </a:cubicBezTo>
                    <a:cubicBezTo>
                      <a:pt x="208" y="676"/>
                      <a:pt x="208" y="677"/>
                      <a:pt x="208" y="677"/>
                    </a:cubicBezTo>
                    <a:cubicBezTo>
                      <a:pt x="209" y="677"/>
                      <a:pt x="209" y="676"/>
                      <a:pt x="209" y="676"/>
                    </a:cubicBezTo>
                    <a:cubicBezTo>
                      <a:pt x="210" y="676"/>
                      <a:pt x="212" y="677"/>
                      <a:pt x="214" y="679"/>
                    </a:cubicBezTo>
                    <a:cubicBezTo>
                      <a:pt x="215" y="679"/>
                      <a:pt x="216" y="679"/>
                      <a:pt x="216" y="679"/>
                    </a:cubicBezTo>
                    <a:cubicBezTo>
                      <a:pt x="216" y="680"/>
                      <a:pt x="216" y="680"/>
                      <a:pt x="216" y="680"/>
                    </a:cubicBezTo>
                    <a:cubicBezTo>
                      <a:pt x="216" y="680"/>
                      <a:pt x="216" y="680"/>
                      <a:pt x="216" y="680"/>
                    </a:cubicBezTo>
                    <a:cubicBezTo>
                      <a:pt x="217" y="681"/>
                      <a:pt x="216" y="682"/>
                      <a:pt x="216" y="682"/>
                    </a:cubicBezTo>
                    <a:cubicBezTo>
                      <a:pt x="218" y="684"/>
                      <a:pt x="222" y="683"/>
                      <a:pt x="224" y="683"/>
                    </a:cubicBezTo>
                    <a:cubicBezTo>
                      <a:pt x="224" y="683"/>
                      <a:pt x="224" y="684"/>
                      <a:pt x="225" y="684"/>
                    </a:cubicBezTo>
                    <a:cubicBezTo>
                      <a:pt x="225" y="684"/>
                      <a:pt x="225" y="684"/>
                      <a:pt x="225" y="684"/>
                    </a:cubicBezTo>
                    <a:cubicBezTo>
                      <a:pt x="225" y="683"/>
                      <a:pt x="230" y="681"/>
                      <a:pt x="231" y="682"/>
                    </a:cubicBezTo>
                    <a:cubicBezTo>
                      <a:pt x="232" y="684"/>
                      <a:pt x="231" y="686"/>
                      <a:pt x="229" y="686"/>
                    </a:cubicBezTo>
                    <a:cubicBezTo>
                      <a:pt x="229" y="686"/>
                      <a:pt x="229" y="687"/>
                      <a:pt x="229" y="687"/>
                    </a:cubicBezTo>
                    <a:cubicBezTo>
                      <a:pt x="229" y="687"/>
                      <a:pt x="229" y="687"/>
                      <a:pt x="229" y="687"/>
                    </a:cubicBezTo>
                    <a:cubicBezTo>
                      <a:pt x="229" y="687"/>
                      <a:pt x="229" y="687"/>
                      <a:pt x="229" y="687"/>
                    </a:cubicBezTo>
                    <a:cubicBezTo>
                      <a:pt x="229" y="687"/>
                      <a:pt x="229" y="687"/>
                      <a:pt x="229" y="687"/>
                    </a:cubicBezTo>
                    <a:cubicBezTo>
                      <a:pt x="230" y="688"/>
                      <a:pt x="231" y="688"/>
                      <a:pt x="232" y="687"/>
                    </a:cubicBezTo>
                    <a:cubicBezTo>
                      <a:pt x="232" y="687"/>
                      <a:pt x="232" y="687"/>
                      <a:pt x="232" y="687"/>
                    </a:cubicBezTo>
                    <a:cubicBezTo>
                      <a:pt x="232" y="687"/>
                      <a:pt x="233" y="686"/>
                      <a:pt x="233" y="686"/>
                    </a:cubicBezTo>
                    <a:cubicBezTo>
                      <a:pt x="234" y="685"/>
                      <a:pt x="237" y="685"/>
                      <a:pt x="239" y="683"/>
                    </a:cubicBezTo>
                    <a:cubicBezTo>
                      <a:pt x="240" y="682"/>
                      <a:pt x="243" y="680"/>
                      <a:pt x="244" y="680"/>
                    </a:cubicBezTo>
                    <a:cubicBezTo>
                      <a:pt x="245" y="681"/>
                      <a:pt x="245" y="682"/>
                      <a:pt x="246" y="683"/>
                    </a:cubicBezTo>
                    <a:cubicBezTo>
                      <a:pt x="246" y="683"/>
                      <a:pt x="246" y="682"/>
                      <a:pt x="247" y="682"/>
                    </a:cubicBezTo>
                    <a:cubicBezTo>
                      <a:pt x="248" y="682"/>
                      <a:pt x="249" y="683"/>
                      <a:pt x="249" y="684"/>
                    </a:cubicBezTo>
                    <a:cubicBezTo>
                      <a:pt x="250" y="684"/>
                      <a:pt x="251" y="684"/>
                      <a:pt x="251" y="685"/>
                    </a:cubicBezTo>
                    <a:cubicBezTo>
                      <a:pt x="251" y="685"/>
                      <a:pt x="250" y="686"/>
                      <a:pt x="249" y="686"/>
                    </a:cubicBezTo>
                    <a:cubicBezTo>
                      <a:pt x="248" y="687"/>
                      <a:pt x="247" y="688"/>
                      <a:pt x="246" y="686"/>
                    </a:cubicBezTo>
                    <a:cubicBezTo>
                      <a:pt x="246" y="685"/>
                      <a:pt x="246" y="686"/>
                      <a:pt x="246" y="687"/>
                    </a:cubicBezTo>
                    <a:cubicBezTo>
                      <a:pt x="247" y="688"/>
                      <a:pt x="248" y="688"/>
                      <a:pt x="248" y="689"/>
                    </a:cubicBezTo>
                    <a:cubicBezTo>
                      <a:pt x="248" y="690"/>
                      <a:pt x="247" y="690"/>
                      <a:pt x="245" y="691"/>
                    </a:cubicBezTo>
                    <a:cubicBezTo>
                      <a:pt x="247" y="692"/>
                      <a:pt x="248" y="693"/>
                      <a:pt x="248" y="694"/>
                    </a:cubicBezTo>
                    <a:cubicBezTo>
                      <a:pt x="248" y="694"/>
                      <a:pt x="247" y="696"/>
                      <a:pt x="246" y="697"/>
                    </a:cubicBezTo>
                    <a:cubicBezTo>
                      <a:pt x="252" y="699"/>
                      <a:pt x="257" y="700"/>
                      <a:pt x="263" y="702"/>
                    </a:cubicBezTo>
                    <a:cubicBezTo>
                      <a:pt x="263" y="702"/>
                      <a:pt x="263" y="702"/>
                      <a:pt x="264" y="701"/>
                    </a:cubicBezTo>
                    <a:cubicBezTo>
                      <a:pt x="264" y="701"/>
                      <a:pt x="265" y="702"/>
                      <a:pt x="266" y="702"/>
                    </a:cubicBezTo>
                    <a:cubicBezTo>
                      <a:pt x="267" y="702"/>
                      <a:pt x="267" y="701"/>
                      <a:pt x="268" y="701"/>
                    </a:cubicBezTo>
                    <a:cubicBezTo>
                      <a:pt x="269" y="701"/>
                      <a:pt x="271" y="702"/>
                      <a:pt x="273" y="702"/>
                    </a:cubicBezTo>
                    <a:cubicBezTo>
                      <a:pt x="274" y="703"/>
                      <a:pt x="274" y="702"/>
                      <a:pt x="274" y="703"/>
                    </a:cubicBezTo>
                    <a:cubicBezTo>
                      <a:pt x="275" y="703"/>
                      <a:pt x="274" y="704"/>
                      <a:pt x="274" y="705"/>
                    </a:cubicBezTo>
                    <a:cubicBezTo>
                      <a:pt x="281" y="707"/>
                      <a:pt x="289" y="708"/>
                      <a:pt x="296" y="709"/>
                    </a:cubicBezTo>
                    <a:cubicBezTo>
                      <a:pt x="297" y="708"/>
                      <a:pt x="297" y="708"/>
                      <a:pt x="298" y="707"/>
                    </a:cubicBezTo>
                    <a:cubicBezTo>
                      <a:pt x="298" y="707"/>
                      <a:pt x="304" y="707"/>
                      <a:pt x="305" y="707"/>
                    </a:cubicBezTo>
                    <a:cubicBezTo>
                      <a:pt x="306" y="707"/>
                      <a:pt x="307" y="708"/>
                      <a:pt x="308" y="708"/>
                    </a:cubicBezTo>
                    <a:cubicBezTo>
                      <a:pt x="307" y="708"/>
                      <a:pt x="307" y="708"/>
                      <a:pt x="307" y="707"/>
                    </a:cubicBezTo>
                    <a:cubicBezTo>
                      <a:pt x="306" y="706"/>
                      <a:pt x="306" y="704"/>
                      <a:pt x="307" y="703"/>
                    </a:cubicBezTo>
                    <a:cubicBezTo>
                      <a:pt x="311" y="699"/>
                      <a:pt x="321" y="702"/>
                      <a:pt x="325" y="704"/>
                    </a:cubicBezTo>
                    <a:cubicBezTo>
                      <a:pt x="325" y="703"/>
                      <a:pt x="325" y="703"/>
                      <a:pt x="325" y="702"/>
                    </a:cubicBezTo>
                    <a:cubicBezTo>
                      <a:pt x="326" y="699"/>
                      <a:pt x="334" y="701"/>
                      <a:pt x="334" y="704"/>
                    </a:cubicBezTo>
                    <a:cubicBezTo>
                      <a:pt x="334" y="704"/>
                      <a:pt x="336" y="705"/>
                      <a:pt x="336" y="705"/>
                    </a:cubicBezTo>
                    <a:cubicBezTo>
                      <a:pt x="336" y="706"/>
                      <a:pt x="334" y="706"/>
                      <a:pt x="334" y="705"/>
                    </a:cubicBezTo>
                    <a:cubicBezTo>
                      <a:pt x="333" y="706"/>
                      <a:pt x="330" y="707"/>
                      <a:pt x="328" y="706"/>
                    </a:cubicBezTo>
                    <a:cubicBezTo>
                      <a:pt x="327" y="706"/>
                      <a:pt x="325" y="706"/>
                      <a:pt x="324" y="708"/>
                    </a:cubicBezTo>
                    <a:cubicBezTo>
                      <a:pt x="324" y="708"/>
                      <a:pt x="324" y="710"/>
                      <a:pt x="324" y="710"/>
                    </a:cubicBezTo>
                    <a:cubicBezTo>
                      <a:pt x="323" y="711"/>
                      <a:pt x="321" y="711"/>
                      <a:pt x="321" y="711"/>
                    </a:cubicBezTo>
                    <a:cubicBezTo>
                      <a:pt x="321" y="712"/>
                      <a:pt x="322" y="713"/>
                      <a:pt x="323" y="713"/>
                    </a:cubicBezTo>
                    <a:cubicBezTo>
                      <a:pt x="328" y="713"/>
                      <a:pt x="334" y="714"/>
                      <a:pt x="339" y="714"/>
                    </a:cubicBezTo>
                    <a:cubicBezTo>
                      <a:pt x="338" y="712"/>
                      <a:pt x="340" y="712"/>
                      <a:pt x="342" y="712"/>
                    </a:cubicBezTo>
                    <a:cubicBezTo>
                      <a:pt x="342" y="712"/>
                      <a:pt x="343" y="712"/>
                      <a:pt x="344" y="712"/>
                    </a:cubicBezTo>
                    <a:cubicBezTo>
                      <a:pt x="344" y="712"/>
                      <a:pt x="344" y="713"/>
                      <a:pt x="344" y="713"/>
                    </a:cubicBezTo>
                    <a:cubicBezTo>
                      <a:pt x="344" y="713"/>
                      <a:pt x="345" y="713"/>
                      <a:pt x="345" y="714"/>
                    </a:cubicBezTo>
                    <a:cubicBezTo>
                      <a:pt x="345" y="714"/>
                      <a:pt x="346" y="714"/>
                      <a:pt x="346" y="714"/>
                    </a:cubicBezTo>
                    <a:cubicBezTo>
                      <a:pt x="346" y="713"/>
                      <a:pt x="347" y="712"/>
                      <a:pt x="347" y="712"/>
                    </a:cubicBezTo>
                    <a:cubicBezTo>
                      <a:pt x="348" y="712"/>
                      <a:pt x="349" y="712"/>
                      <a:pt x="349" y="712"/>
                    </a:cubicBezTo>
                    <a:cubicBezTo>
                      <a:pt x="350" y="712"/>
                      <a:pt x="351" y="711"/>
                      <a:pt x="352" y="711"/>
                    </a:cubicBezTo>
                    <a:cubicBezTo>
                      <a:pt x="352" y="710"/>
                      <a:pt x="352" y="710"/>
                      <a:pt x="354" y="709"/>
                    </a:cubicBezTo>
                    <a:cubicBezTo>
                      <a:pt x="355" y="709"/>
                      <a:pt x="355" y="708"/>
                      <a:pt x="357" y="708"/>
                    </a:cubicBezTo>
                    <a:cubicBezTo>
                      <a:pt x="360" y="707"/>
                      <a:pt x="365" y="706"/>
                      <a:pt x="369" y="705"/>
                    </a:cubicBezTo>
                    <a:cubicBezTo>
                      <a:pt x="370" y="705"/>
                      <a:pt x="370" y="705"/>
                      <a:pt x="370" y="705"/>
                    </a:cubicBezTo>
                    <a:cubicBezTo>
                      <a:pt x="370" y="705"/>
                      <a:pt x="369" y="705"/>
                      <a:pt x="369" y="705"/>
                    </a:cubicBezTo>
                    <a:cubicBezTo>
                      <a:pt x="368" y="705"/>
                      <a:pt x="367" y="704"/>
                      <a:pt x="366" y="702"/>
                    </a:cubicBezTo>
                    <a:cubicBezTo>
                      <a:pt x="365" y="702"/>
                      <a:pt x="365" y="702"/>
                      <a:pt x="365" y="701"/>
                    </a:cubicBezTo>
                    <a:cubicBezTo>
                      <a:pt x="365" y="700"/>
                      <a:pt x="364" y="699"/>
                      <a:pt x="365" y="698"/>
                    </a:cubicBezTo>
                    <a:cubicBezTo>
                      <a:pt x="366" y="692"/>
                      <a:pt x="379" y="693"/>
                      <a:pt x="384" y="696"/>
                    </a:cubicBezTo>
                    <a:cubicBezTo>
                      <a:pt x="386" y="697"/>
                      <a:pt x="387" y="699"/>
                      <a:pt x="388" y="701"/>
                    </a:cubicBezTo>
                    <a:cubicBezTo>
                      <a:pt x="390" y="700"/>
                      <a:pt x="392" y="699"/>
                      <a:pt x="392" y="700"/>
                    </a:cubicBezTo>
                    <a:cubicBezTo>
                      <a:pt x="393" y="701"/>
                      <a:pt x="391" y="702"/>
                      <a:pt x="389" y="702"/>
                    </a:cubicBezTo>
                    <a:cubicBezTo>
                      <a:pt x="389" y="702"/>
                      <a:pt x="389" y="702"/>
                      <a:pt x="389" y="702"/>
                    </a:cubicBezTo>
                    <a:cubicBezTo>
                      <a:pt x="390" y="703"/>
                      <a:pt x="391" y="704"/>
                      <a:pt x="391" y="704"/>
                    </a:cubicBezTo>
                    <a:cubicBezTo>
                      <a:pt x="391" y="706"/>
                      <a:pt x="387" y="707"/>
                      <a:pt x="383" y="708"/>
                    </a:cubicBezTo>
                    <a:cubicBezTo>
                      <a:pt x="388" y="708"/>
                      <a:pt x="395" y="708"/>
                      <a:pt x="399" y="708"/>
                    </a:cubicBezTo>
                    <a:cubicBezTo>
                      <a:pt x="399" y="708"/>
                      <a:pt x="406" y="707"/>
                      <a:pt x="406" y="708"/>
                    </a:cubicBezTo>
                    <a:cubicBezTo>
                      <a:pt x="407" y="710"/>
                      <a:pt x="401" y="709"/>
                      <a:pt x="400" y="709"/>
                    </a:cubicBezTo>
                    <a:cubicBezTo>
                      <a:pt x="394" y="709"/>
                      <a:pt x="384" y="709"/>
                      <a:pt x="378" y="709"/>
                    </a:cubicBezTo>
                    <a:cubicBezTo>
                      <a:pt x="378" y="709"/>
                      <a:pt x="377" y="709"/>
                      <a:pt x="377" y="709"/>
                    </a:cubicBezTo>
                    <a:cubicBezTo>
                      <a:pt x="377" y="709"/>
                      <a:pt x="377" y="709"/>
                      <a:pt x="377" y="708"/>
                    </a:cubicBezTo>
                    <a:cubicBezTo>
                      <a:pt x="378" y="708"/>
                      <a:pt x="378" y="708"/>
                      <a:pt x="379" y="708"/>
                    </a:cubicBezTo>
                    <a:cubicBezTo>
                      <a:pt x="377" y="708"/>
                      <a:pt x="376" y="708"/>
                      <a:pt x="375" y="708"/>
                    </a:cubicBezTo>
                    <a:cubicBezTo>
                      <a:pt x="374" y="708"/>
                      <a:pt x="374" y="709"/>
                      <a:pt x="373" y="709"/>
                    </a:cubicBezTo>
                    <a:cubicBezTo>
                      <a:pt x="373" y="709"/>
                      <a:pt x="372" y="709"/>
                      <a:pt x="372" y="709"/>
                    </a:cubicBezTo>
                    <a:cubicBezTo>
                      <a:pt x="372" y="709"/>
                      <a:pt x="371" y="710"/>
                      <a:pt x="370" y="710"/>
                    </a:cubicBezTo>
                    <a:cubicBezTo>
                      <a:pt x="369" y="710"/>
                      <a:pt x="367" y="710"/>
                      <a:pt x="366" y="711"/>
                    </a:cubicBezTo>
                    <a:cubicBezTo>
                      <a:pt x="364" y="711"/>
                      <a:pt x="363" y="712"/>
                      <a:pt x="361" y="713"/>
                    </a:cubicBezTo>
                    <a:cubicBezTo>
                      <a:pt x="360" y="713"/>
                      <a:pt x="360" y="713"/>
                      <a:pt x="360" y="713"/>
                    </a:cubicBezTo>
                    <a:cubicBezTo>
                      <a:pt x="359" y="713"/>
                      <a:pt x="358" y="714"/>
                      <a:pt x="357" y="715"/>
                    </a:cubicBezTo>
                    <a:cubicBezTo>
                      <a:pt x="357" y="715"/>
                      <a:pt x="357" y="715"/>
                      <a:pt x="357" y="715"/>
                    </a:cubicBezTo>
                    <a:cubicBezTo>
                      <a:pt x="554" y="715"/>
                      <a:pt x="714" y="555"/>
                      <a:pt x="714" y="357"/>
                    </a:cubicBezTo>
                    <a:cubicBezTo>
                      <a:pt x="714" y="339"/>
                      <a:pt x="713" y="322"/>
                      <a:pt x="710" y="304"/>
                    </a:cubicBezTo>
                    <a:close/>
                    <a:moveTo>
                      <a:pt x="703" y="277"/>
                    </a:moveTo>
                    <a:cubicBezTo>
                      <a:pt x="704" y="277"/>
                      <a:pt x="703" y="279"/>
                      <a:pt x="702" y="279"/>
                    </a:cubicBezTo>
                    <a:cubicBezTo>
                      <a:pt x="702" y="278"/>
                      <a:pt x="703" y="278"/>
                      <a:pt x="703" y="277"/>
                    </a:cubicBezTo>
                    <a:close/>
                    <a:moveTo>
                      <a:pt x="702" y="292"/>
                    </a:moveTo>
                    <a:cubicBezTo>
                      <a:pt x="702" y="292"/>
                      <a:pt x="702" y="292"/>
                      <a:pt x="702" y="292"/>
                    </a:cubicBezTo>
                    <a:cubicBezTo>
                      <a:pt x="702" y="292"/>
                      <a:pt x="701" y="293"/>
                      <a:pt x="701" y="293"/>
                    </a:cubicBezTo>
                    <a:cubicBezTo>
                      <a:pt x="701" y="293"/>
                      <a:pt x="701" y="292"/>
                      <a:pt x="702" y="292"/>
                    </a:cubicBezTo>
                    <a:close/>
                    <a:moveTo>
                      <a:pt x="699" y="271"/>
                    </a:moveTo>
                    <a:cubicBezTo>
                      <a:pt x="697" y="274"/>
                      <a:pt x="700" y="270"/>
                      <a:pt x="699" y="271"/>
                    </a:cubicBezTo>
                    <a:close/>
                    <a:moveTo>
                      <a:pt x="681" y="279"/>
                    </a:moveTo>
                    <a:cubicBezTo>
                      <a:pt x="681" y="277"/>
                      <a:pt x="683" y="278"/>
                      <a:pt x="681" y="279"/>
                    </a:cubicBezTo>
                    <a:close/>
                    <a:moveTo>
                      <a:pt x="682" y="275"/>
                    </a:moveTo>
                    <a:cubicBezTo>
                      <a:pt x="683" y="276"/>
                      <a:pt x="681" y="277"/>
                      <a:pt x="682" y="275"/>
                    </a:cubicBezTo>
                    <a:close/>
                    <a:moveTo>
                      <a:pt x="686" y="247"/>
                    </a:moveTo>
                    <a:cubicBezTo>
                      <a:pt x="687" y="248"/>
                      <a:pt x="687" y="250"/>
                      <a:pt x="687" y="252"/>
                    </a:cubicBezTo>
                    <a:cubicBezTo>
                      <a:pt x="686" y="251"/>
                      <a:pt x="686" y="249"/>
                      <a:pt x="686" y="247"/>
                    </a:cubicBezTo>
                    <a:close/>
                    <a:moveTo>
                      <a:pt x="680" y="254"/>
                    </a:moveTo>
                    <a:cubicBezTo>
                      <a:pt x="680" y="255"/>
                      <a:pt x="681" y="252"/>
                      <a:pt x="680" y="254"/>
                    </a:cubicBezTo>
                    <a:close/>
                    <a:moveTo>
                      <a:pt x="684" y="227"/>
                    </a:moveTo>
                    <a:cubicBezTo>
                      <a:pt x="687" y="230"/>
                      <a:pt x="682" y="233"/>
                      <a:pt x="680" y="234"/>
                    </a:cubicBezTo>
                    <a:cubicBezTo>
                      <a:pt x="678" y="231"/>
                      <a:pt x="681" y="225"/>
                      <a:pt x="684" y="227"/>
                    </a:cubicBezTo>
                    <a:close/>
                    <a:moveTo>
                      <a:pt x="634" y="190"/>
                    </a:moveTo>
                    <a:cubicBezTo>
                      <a:pt x="634" y="190"/>
                      <a:pt x="634" y="191"/>
                      <a:pt x="634" y="191"/>
                    </a:cubicBezTo>
                    <a:cubicBezTo>
                      <a:pt x="635" y="194"/>
                      <a:pt x="630" y="192"/>
                      <a:pt x="634" y="190"/>
                    </a:cubicBezTo>
                    <a:close/>
                    <a:moveTo>
                      <a:pt x="574" y="146"/>
                    </a:moveTo>
                    <a:cubicBezTo>
                      <a:pt x="575" y="147"/>
                      <a:pt x="573" y="147"/>
                      <a:pt x="573" y="146"/>
                    </a:cubicBezTo>
                    <a:cubicBezTo>
                      <a:pt x="572" y="146"/>
                      <a:pt x="574" y="145"/>
                      <a:pt x="574" y="146"/>
                    </a:cubicBezTo>
                    <a:close/>
                    <a:moveTo>
                      <a:pt x="571" y="138"/>
                    </a:moveTo>
                    <a:cubicBezTo>
                      <a:pt x="571" y="138"/>
                      <a:pt x="571" y="138"/>
                      <a:pt x="571" y="138"/>
                    </a:cubicBezTo>
                    <a:cubicBezTo>
                      <a:pt x="572" y="140"/>
                      <a:pt x="569" y="137"/>
                      <a:pt x="571" y="138"/>
                    </a:cubicBezTo>
                    <a:close/>
                    <a:moveTo>
                      <a:pt x="566" y="136"/>
                    </a:moveTo>
                    <a:cubicBezTo>
                      <a:pt x="566" y="137"/>
                      <a:pt x="564" y="137"/>
                      <a:pt x="564" y="137"/>
                    </a:cubicBezTo>
                    <a:cubicBezTo>
                      <a:pt x="564" y="136"/>
                      <a:pt x="566" y="135"/>
                      <a:pt x="566" y="136"/>
                    </a:cubicBezTo>
                    <a:close/>
                    <a:moveTo>
                      <a:pt x="562" y="145"/>
                    </a:moveTo>
                    <a:cubicBezTo>
                      <a:pt x="563" y="146"/>
                      <a:pt x="562" y="146"/>
                      <a:pt x="562" y="146"/>
                    </a:cubicBezTo>
                    <a:cubicBezTo>
                      <a:pt x="561" y="145"/>
                      <a:pt x="562" y="145"/>
                      <a:pt x="562" y="145"/>
                    </a:cubicBezTo>
                    <a:close/>
                    <a:moveTo>
                      <a:pt x="549" y="88"/>
                    </a:moveTo>
                    <a:cubicBezTo>
                      <a:pt x="549" y="88"/>
                      <a:pt x="549" y="88"/>
                      <a:pt x="549" y="88"/>
                    </a:cubicBezTo>
                    <a:cubicBezTo>
                      <a:pt x="549" y="88"/>
                      <a:pt x="549" y="88"/>
                      <a:pt x="549" y="88"/>
                    </a:cubicBezTo>
                    <a:close/>
                    <a:moveTo>
                      <a:pt x="549" y="88"/>
                    </a:moveTo>
                    <a:cubicBezTo>
                      <a:pt x="549" y="88"/>
                      <a:pt x="548" y="88"/>
                      <a:pt x="549" y="88"/>
                    </a:cubicBezTo>
                    <a:close/>
                    <a:moveTo>
                      <a:pt x="549" y="90"/>
                    </a:moveTo>
                    <a:cubicBezTo>
                      <a:pt x="549" y="91"/>
                      <a:pt x="548" y="91"/>
                      <a:pt x="548" y="91"/>
                    </a:cubicBezTo>
                    <a:cubicBezTo>
                      <a:pt x="548" y="91"/>
                      <a:pt x="549" y="90"/>
                      <a:pt x="549" y="90"/>
                    </a:cubicBezTo>
                    <a:close/>
                    <a:moveTo>
                      <a:pt x="547" y="89"/>
                    </a:moveTo>
                    <a:cubicBezTo>
                      <a:pt x="546" y="89"/>
                      <a:pt x="546" y="90"/>
                      <a:pt x="545" y="90"/>
                    </a:cubicBezTo>
                    <a:cubicBezTo>
                      <a:pt x="546" y="90"/>
                      <a:pt x="544" y="88"/>
                      <a:pt x="544" y="88"/>
                    </a:cubicBezTo>
                    <a:cubicBezTo>
                      <a:pt x="545" y="87"/>
                      <a:pt x="547" y="87"/>
                      <a:pt x="547" y="89"/>
                    </a:cubicBezTo>
                    <a:close/>
                    <a:moveTo>
                      <a:pt x="540" y="94"/>
                    </a:moveTo>
                    <a:cubicBezTo>
                      <a:pt x="541" y="94"/>
                      <a:pt x="539" y="94"/>
                      <a:pt x="539" y="94"/>
                    </a:cubicBezTo>
                    <a:cubicBezTo>
                      <a:pt x="539" y="93"/>
                      <a:pt x="540" y="93"/>
                      <a:pt x="540" y="94"/>
                    </a:cubicBezTo>
                    <a:close/>
                    <a:moveTo>
                      <a:pt x="540" y="97"/>
                    </a:moveTo>
                    <a:cubicBezTo>
                      <a:pt x="540" y="96"/>
                      <a:pt x="538" y="98"/>
                      <a:pt x="539" y="97"/>
                    </a:cubicBezTo>
                    <a:cubicBezTo>
                      <a:pt x="539" y="96"/>
                      <a:pt x="542" y="93"/>
                      <a:pt x="544" y="93"/>
                    </a:cubicBezTo>
                    <a:cubicBezTo>
                      <a:pt x="546" y="93"/>
                      <a:pt x="549" y="94"/>
                      <a:pt x="548" y="96"/>
                    </a:cubicBezTo>
                    <a:cubicBezTo>
                      <a:pt x="548" y="98"/>
                      <a:pt x="544" y="100"/>
                      <a:pt x="542" y="100"/>
                    </a:cubicBezTo>
                    <a:cubicBezTo>
                      <a:pt x="541" y="100"/>
                      <a:pt x="540" y="99"/>
                      <a:pt x="540" y="99"/>
                    </a:cubicBezTo>
                    <a:cubicBezTo>
                      <a:pt x="539" y="99"/>
                      <a:pt x="538" y="101"/>
                      <a:pt x="538" y="99"/>
                    </a:cubicBezTo>
                    <a:cubicBezTo>
                      <a:pt x="538" y="99"/>
                      <a:pt x="540" y="97"/>
                      <a:pt x="540" y="97"/>
                    </a:cubicBezTo>
                    <a:close/>
                    <a:moveTo>
                      <a:pt x="535" y="95"/>
                    </a:moveTo>
                    <a:cubicBezTo>
                      <a:pt x="536" y="96"/>
                      <a:pt x="533" y="95"/>
                      <a:pt x="535" y="95"/>
                    </a:cubicBezTo>
                    <a:close/>
                    <a:moveTo>
                      <a:pt x="535" y="97"/>
                    </a:moveTo>
                    <a:cubicBezTo>
                      <a:pt x="535" y="97"/>
                      <a:pt x="535" y="96"/>
                      <a:pt x="535" y="96"/>
                    </a:cubicBezTo>
                    <a:cubicBezTo>
                      <a:pt x="535" y="97"/>
                      <a:pt x="536" y="97"/>
                      <a:pt x="535" y="97"/>
                    </a:cubicBezTo>
                    <a:close/>
                    <a:moveTo>
                      <a:pt x="534" y="111"/>
                    </a:moveTo>
                    <a:cubicBezTo>
                      <a:pt x="534" y="110"/>
                      <a:pt x="535" y="109"/>
                      <a:pt x="536" y="110"/>
                    </a:cubicBezTo>
                    <a:cubicBezTo>
                      <a:pt x="537" y="111"/>
                      <a:pt x="535" y="111"/>
                      <a:pt x="534" y="111"/>
                    </a:cubicBezTo>
                    <a:close/>
                    <a:moveTo>
                      <a:pt x="535" y="84"/>
                    </a:moveTo>
                    <a:cubicBezTo>
                      <a:pt x="538" y="83"/>
                      <a:pt x="536" y="88"/>
                      <a:pt x="534" y="87"/>
                    </a:cubicBezTo>
                    <a:cubicBezTo>
                      <a:pt x="532" y="86"/>
                      <a:pt x="534" y="85"/>
                      <a:pt x="535" y="84"/>
                    </a:cubicBezTo>
                    <a:close/>
                    <a:moveTo>
                      <a:pt x="545" y="73"/>
                    </a:moveTo>
                    <a:cubicBezTo>
                      <a:pt x="544" y="74"/>
                      <a:pt x="544" y="72"/>
                      <a:pt x="545" y="73"/>
                    </a:cubicBezTo>
                    <a:close/>
                    <a:moveTo>
                      <a:pt x="541" y="72"/>
                    </a:moveTo>
                    <a:cubicBezTo>
                      <a:pt x="540" y="73"/>
                      <a:pt x="539" y="73"/>
                      <a:pt x="537" y="73"/>
                    </a:cubicBezTo>
                    <a:cubicBezTo>
                      <a:pt x="539" y="73"/>
                      <a:pt x="539" y="71"/>
                      <a:pt x="541" y="72"/>
                    </a:cubicBezTo>
                    <a:close/>
                    <a:moveTo>
                      <a:pt x="534" y="73"/>
                    </a:moveTo>
                    <a:cubicBezTo>
                      <a:pt x="534" y="74"/>
                      <a:pt x="532" y="75"/>
                      <a:pt x="532" y="74"/>
                    </a:cubicBezTo>
                    <a:cubicBezTo>
                      <a:pt x="531" y="74"/>
                      <a:pt x="534" y="73"/>
                      <a:pt x="534" y="73"/>
                    </a:cubicBezTo>
                    <a:close/>
                    <a:moveTo>
                      <a:pt x="531" y="74"/>
                    </a:moveTo>
                    <a:cubicBezTo>
                      <a:pt x="532" y="75"/>
                      <a:pt x="530" y="74"/>
                      <a:pt x="530" y="74"/>
                    </a:cubicBezTo>
                    <a:cubicBezTo>
                      <a:pt x="529" y="73"/>
                      <a:pt x="531" y="73"/>
                      <a:pt x="531" y="74"/>
                    </a:cubicBezTo>
                    <a:close/>
                    <a:moveTo>
                      <a:pt x="458" y="41"/>
                    </a:moveTo>
                    <a:cubicBezTo>
                      <a:pt x="458" y="42"/>
                      <a:pt x="458" y="42"/>
                      <a:pt x="458" y="42"/>
                    </a:cubicBezTo>
                    <a:cubicBezTo>
                      <a:pt x="458" y="41"/>
                      <a:pt x="457" y="40"/>
                      <a:pt x="458" y="41"/>
                    </a:cubicBezTo>
                    <a:close/>
                    <a:moveTo>
                      <a:pt x="421" y="34"/>
                    </a:moveTo>
                    <a:cubicBezTo>
                      <a:pt x="420" y="34"/>
                      <a:pt x="420" y="33"/>
                      <a:pt x="421" y="34"/>
                    </a:cubicBezTo>
                    <a:close/>
                    <a:moveTo>
                      <a:pt x="421" y="29"/>
                    </a:moveTo>
                    <a:cubicBezTo>
                      <a:pt x="422" y="30"/>
                      <a:pt x="420" y="30"/>
                      <a:pt x="420" y="30"/>
                    </a:cubicBezTo>
                    <a:cubicBezTo>
                      <a:pt x="419" y="29"/>
                      <a:pt x="421" y="29"/>
                      <a:pt x="421" y="29"/>
                    </a:cubicBezTo>
                    <a:close/>
                    <a:moveTo>
                      <a:pt x="461" y="19"/>
                    </a:moveTo>
                    <a:cubicBezTo>
                      <a:pt x="461" y="20"/>
                      <a:pt x="458" y="20"/>
                      <a:pt x="458" y="19"/>
                    </a:cubicBezTo>
                    <a:cubicBezTo>
                      <a:pt x="457" y="18"/>
                      <a:pt x="461" y="17"/>
                      <a:pt x="461" y="19"/>
                    </a:cubicBezTo>
                    <a:close/>
                    <a:moveTo>
                      <a:pt x="456" y="20"/>
                    </a:moveTo>
                    <a:cubicBezTo>
                      <a:pt x="457" y="21"/>
                      <a:pt x="454" y="22"/>
                      <a:pt x="454" y="20"/>
                    </a:cubicBezTo>
                    <a:cubicBezTo>
                      <a:pt x="454" y="20"/>
                      <a:pt x="456" y="20"/>
                      <a:pt x="456" y="20"/>
                    </a:cubicBezTo>
                    <a:close/>
                    <a:moveTo>
                      <a:pt x="455" y="23"/>
                    </a:moveTo>
                    <a:cubicBezTo>
                      <a:pt x="456" y="24"/>
                      <a:pt x="453" y="23"/>
                      <a:pt x="453" y="23"/>
                    </a:cubicBezTo>
                    <a:cubicBezTo>
                      <a:pt x="453" y="22"/>
                      <a:pt x="455" y="22"/>
                      <a:pt x="455" y="23"/>
                    </a:cubicBezTo>
                    <a:close/>
                    <a:moveTo>
                      <a:pt x="434" y="24"/>
                    </a:moveTo>
                    <a:cubicBezTo>
                      <a:pt x="434" y="25"/>
                      <a:pt x="430" y="24"/>
                      <a:pt x="430" y="23"/>
                    </a:cubicBezTo>
                    <a:cubicBezTo>
                      <a:pt x="430" y="22"/>
                      <a:pt x="433" y="22"/>
                      <a:pt x="434" y="24"/>
                    </a:cubicBezTo>
                    <a:close/>
                    <a:moveTo>
                      <a:pt x="427" y="20"/>
                    </a:moveTo>
                    <a:cubicBezTo>
                      <a:pt x="427" y="21"/>
                      <a:pt x="425" y="20"/>
                      <a:pt x="425" y="20"/>
                    </a:cubicBezTo>
                    <a:cubicBezTo>
                      <a:pt x="425" y="20"/>
                      <a:pt x="427" y="19"/>
                      <a:pt x="427" y="20"/>
                    </a:cubicBezTo>
                    <a:close/>
                    <a:moveTo>
                      <a:pt x="418" y="41"/>
                    </a:moveTo>
                    <a:cubicBezTo>
                      <a:pt x="418" y="41"/>
                      <a:pt x="418" y="40"/>
                      <a:pt x="418" y="40"/>
                    </a:cubicBezTo>
                    <a:cubicBezTo>
                      <a:pt x="416" y="39"/>
                      <a:pt x="420" y="40"/>
                      <a:pt x="418" y="41"/>
                    </a:cubicBezTo>
                    <a:close/>
                    <a:moveTo>
                      <a:pt x="415" y="43"/>
                    </a:moveTo>
                    <a:cubicBezTo>
                      <a:pt x="416" y="44"/>
                      <a:pt x="414" y="44"/>
                      <a:pt x="414" y="44"/>
                    </a:cubicBezTo>
                    <a:cubicBezTo>
                      <a:pt x="414" y="44"/>
                      <a:pt x="414" y="43"/>
                      <a:pt x="415" y="43"/>
                    </a:cubicBezTo>
                    <a:close/>
                    <a:moveTo>
                      <a:pt x="388" y="45"/>
                    </a:moveTo>
                    <a:cubicBezTo>
                      <a:pt x="388" y="43"/>
                      <a:pt x="393" y="43"/>
                      <a:pt x="393" y="45"/>
                    </a:cubicBezTo>
                    <a:cubicBezTo>
                      <a:pt x="393" y="48"/>
                      <a:pt x="388" y="46"/>
                      <a:pt x="388" y="45"/>
                    </a:cubicBezTo>
                    <a:close/>
                    <a:moveTo>
                      <a:pt x="394" y="10"/>
                    </a:moveTo>
                    <a:cubicBezTo>
                      <a:pt x="394" y="11"/>
                      <a:pt x="393" y="11"/>
                      <a:pt x="392" y="11"/>
                    </a:cubicBezTo>
                    <a:cubicBezTo>
                      <a:pt x="393" y="10"/>
                      <a:pt x="394" y="10"/>
                      <a:pt x="394" y="10"/>
                    </a:cubicBezTo>
                    <a:close/>
                    <a:moveTo>
                      <a:pt x="389" y="10"/>
                    </a:moveTo>
                    <a:cubicBezTo>
                      <a:pt x="391" y="9"/>
                      <a:pt x="391" y="12"/>
                      <a:pt x="389" y="10"/>
                    </a:cubicBezTo>
                    <a:close/>
                    <a:moveTo>
                      <a:pt x="387" y="32"/>
                    </a:moveTo>
                    <a:cubicBezTo>
                      <a:pt x="393" y="30"/>
                      <a:pt x="399" y="30"/>
                      <a:pt x="404" y="30"/>
                    </a:cubicBezTo>
                    <a:cubicBezTo>
                      <a:pt x="399" y="31"/>
                      <a:pt x="391" y="32"/>
                      <a:pt x="384" y="33"/>
                    </a:cubicBezTo>
                    <a:cubicBezTo>
                      <a:pt x="379" y="35"/>
                      <a:pt x="386" y="32"/>
                      <a:pt x="387" y="32"/>
                    </a:cubicBezTo>
                    <a:close/>
                    <a:moveTo>
                      <a:pt x="380" y="25"/>
                    </a:moveTo>
                    <a:cubicBezTo>
                      <a:pt x="381" y="24"/>
                      <a:pt x="382" y="26"/>
                      <a:pt x="380" y="25"/>
                    </a:cubicBezTo>
                    <a:close/>
                    <a:moveTo>
                      <a:pt x="355" y="52"/>
                    </a:moveTo>
                    <a:cubicBezTo>
                      <a:pt x="355" y="51"/>
                      <a:pt x="357" y="50"/>
                      <a:pt x="357" y="51"/>
                    </a:cubicBezTo>
                    <a:cubicBezTo>
                      <a:pt x="358" y="53"/>
                      <a:pt x="356" y="52"/>
                      <a:pt x="355" y="52"/>
                    </a:cubicBezTo>
                    <a:close/>
                    <a:moveTo>
                      <a:pt x="375" y="42"/>
                    </a:moveTo>
                    <a:cubicBezTo>
                      <a:pt x="375" y="42"/>
                      <a:pt x="375" y="42"/>
                      <a:pt x="375" y="42"/>
                    </a:cubicBezTo>
                    <a:cubicBezTo>
                      <a:pt x="375" y="42"/>
                      <a:pt x="375" y="42"/>
                      <a:pt x="375" y="42"/>
                    </a:cubicBezTo>
                    <a:cubicBezTo>
                      <a:pt x="375" y="42"/>
                      <a:pt x="375" y="42"/>
                      <a:pt x="375" y="42"/>
                    </a:cubicBezTo>
                    <a:close/>
                    <a:moveTo>
                      <a:pt x="371" y="6"/>
                    </a:moveTo>
                    <a:cubicBezTo>
                      <a:pt x="372" y="5"/>
                      <a:pt x="373" y="7"/>
                      <a:pt x="371" y="6"/>
                    </a:cubicBezTo>
                    <a:close/>
                    <a:moveTo>
                      <a:pt x="367" y="52"/>
                    </a:moveTo>
                    <a:cubicBezTo>
                      <a:pt x="366" y="53"/>
                      <a:pt x="365" y="53"/>
                      <a:pt x="364" y="53"/>
                    </a:cubicBezTo>
                    <a:cubicBezTo>
                      <a:pt x="365" y="52"/>
                      <a:pt x="366" y="52"/>
                      <a:pt x="367" y="52"/>
                    </a:cubicBezTo>
                    <a:close/>
                    <a:moveTo>
                      <a:pt x="360" y="41"/>
                    </a:moveTo>
                    <a:cubicBezTo>
                      <a:pt x="358" y="42"/>
                      <a:pt x="354" y="43"/>
                      <a:pt x="351" y="41"/>
                    </a:cubicBezTo>
                    <a:cubicBezTo>
                      <a:pt x="351" y="40"/>
                      <a:pt x="360" y="41"/>
                      <a:pt x="360" y="41"/>
                    </a:cubicBezTo>
                    <a:close/>
                    <a:moveTo>
                      <a:pt x="2" y="391"/>
                    </a:moveTo>
                    <a:cubicBezTo>
                      <a:pt x="2" y="392"/>
                      <a:pt x="2" y="389"/>
                      <a:pt x="2" y="391"/>
                    </a:cubicBezTo>
                    <a:close/>
                    <a:moveTo>
                      <a:pt x="2" y="338"/>
                    </a:moveTo>
                    <a:cubicBezTo>
                      <a:pt x="1" y="339"/>
                      <a:pt x="1" y="336"/>
                      <a:pt x="2" y="337"/>
                    </a:cubicBezTo>
                    <a:cubicBezTo>
                      <a:pt x="2" y="337"/>
                      <a:pt x="2" y="337"/>
                      <a:pt x="2" y="338"/>
                    </a:cubicBezTo>
                    <a:close/>
                    <a:moveTo>
                      <a:pt x="6" y="411"/>
                    </a:moveTo>
                    <a:cubicBezTo>
                      <a:pt x="7" y="410"/>
                      <a:pt x="8" y="410"/>
                      <a:pt x="6" y="411"/>
                    </a:cubicBezTo>
                    <a:close/>
                    <a:moveTo>
                      <a:pt x="7" y="377"/>
                    </a:moveTo>
                    <a:cubicBezTo>
                      <a:pt x="8" y="377"/>
                      <a:pt x="8" y="378"/>
                      <a:pt x="7" y="379"/>
                    </a:cubicBezTo>
                    <a:cubicBezTo>
                      <a:pt x="6" y="380"/>
                      <a:pt x="7" y="377"/>
                      <a:pt x="7" y="377"/>
                    </a:cubicBezTo>
                    <a:close/>
                    <a:moveTo>
                      <a:pt x="7" y="415"/>
                    </a:moveTo>
                    <a:cubicBezTo>
                      <a:pt x="7" y="416"/>
                      <a:pt x="7" y="413"/>
                      <a:pt x="8" y="414"/>
                    </a:cubicBezTo>
                    <a:cubicBezTo>
                      <a:pt x="9" y="414"/>
                      <a:pt x="8" y="415"/>
                      <a:pt x="7" y="415"/>
                    </a:cubicBezTo>
                    <a:close/>
                    <a:moveTo>
                      <a:pt x="7" y="368"/>
                    </a:moveTo>
                    <a:cubicBezTo>
                      <a:pt x="6" y="367"/>
                      <a:pt x="7" y="364"/>
                      <a:pt x="8" y="363"/>
                    </a:cubicBezTo>
                    <a:cubicBezTo>
                      <a:pt x="8" y="365"/>
                      <a:pt x="7" y="366"/>
                      <a:pt x="7" y="368"/>
                    </a:cubicBezTo>
                    <a:close/>
                    <a:moveTo>
                      <a:pt x="13" y="438"/>
                    </a:moveTo>
                    <a:cubicBezTo>
                      <a:pt x="13" y="438"/>
                      <a:pt x="13" y="439"/>
                      <a:pt x="13" y="439"/>
                    </a:cubicBezTo>
                    <a:cubicBezTo>
                      <a:pt x="13" y="441"/>
                      <a:pt x="12" y="437"/>
                      <a:pt x="13" y="438"/>
                    </a:cubicBezTo>
                    <a:close/>
                    <a:moveTo>
                      <a:pt x="12" y="423"/>
                    </a:moveTo>
                    <a:cubicBezTo>
                      <a:pt x="13" y="423"/>
                      <a:pt x="11" y="425"/>
                      <a:pt x="12" y="423"/>
                    </a:cubicBezTo>
                    <a:close/>
                    <a:moveTo>
                      <a:pt x="15" y="295"/>
                    </a:moveTo>
                    <a:cubicBezTo>
                      <a:pt x="15" y="298"/>
                      <a:pt x="13" y="296"/>
                      <a:pt x="15" y="295"/>
                    </a:cubicBezTo>
                    <a:close/>
                    <a:moveTo>
                      <a:pt x="13" y="368"/>
                    </a:moveTo>
                    <a:cubicBezTo>
                      <a:pt x="14" y="368"/>
                      <a:pt x="13" y="369"/>
                      <a:pt x="13" y="369"/>
                    </a:cubicBezTo>
                    <a:cubicBezTo>
                      <a:pt x="12" y="370"/>
                      <a:pt x="12" y="367"/>
                      <a:pt x="13" y="368"/>
                    </a:cubicBezTo>
                    <a:close/>
                    <a:moveTo>
                      <a:pt x="12" y="352"/>
                    </a:moveTo>
                    <a:cubicBezTo>
                      <a:pt x="11" y="353"/>
                      <a:pt x="11" y="350"/>
                      <a:pt x="12" y="351"/>
                    </a:cubicBezTo>
                    <a:cubicBezTo>
                      <a:pt x="13" y="351"/>
                      <a:pt x="12" y="352"/>
                      <a:pt x="12" y="352"/>
                    </a:cubicBezTo>
                    <a:close/>
                    <a:moveTo>
                      <a:pt x="10" y="333"/>
                    </a:moveTo>
                    <a:cubicBezTo>
                      <a:pt x="12" y="332"/>
                      <a:pt x="14" y="337"/>
                      <a:pt x="12" y="338"/>
                    </a:cubicBezTo>
                    <a:cubicBezTo>
                      <a:pt x="9" y="339"/>
                      <a:pt x="9" y="334"/>
                      <a:pt x="10" y="333"/>
                    </a:cubicBezTo>
                    <a:close/>
                    <a:moveTo>
                      <a:pt x="10" y="355"/>
                    </a:moveTo>
                    <a:cubicBezTo>
                      <a:pt x="9" y="356"/>
                      <a:pt x="10" y="353"/>
                      <a:pt x="10" y="353"/>
                    </a:cubicBezTo>
                    <a:cubicBezTo>
                      <a:pt x="11" y="354"/>
                      <a:pt x="10" y="355"/>
                      <a:pt x="10" y="355"/>
                    </a:cubicBezTo>
                    <a:close/>
                    <a:moveTo>
                      <a:pt x="9" y="371"/>
                    </a:moveTo>
                    <a:cubicBezTo>
                      <a:pt x="8" y="372"/>
                      <a:pt x="8" y="369"/>
                      <a:pt x="9" y="370"/>
                    </a:cubicBezTo>
                    <a:cubicBezTo>
                      <a:pt x="9" y="370"/>
                      <a:pt x="9" y="371"/>
                      <a:pt x="9" y="371"/>
                    </a:cubicBezTo>
                    <a:close/>
                    <a:moveTo>
                      <a:pt x="9" y="359"/>
                    </a:moveTo>
                    <a:cubicBezTo>
                      <a:pt x="8" y="359"/>
                      <a:pt x="9" y="357"/>
                      <a:pt x="10" y="357"/>
                    </a:cubicBezTo>
                    <a:cubicBezTo>
                      <a:pt x="9" y="358"/>
                      <a:pt x="9" y="358"/>
                      <a:pt x="9" y="359"/>
                    </a:cubicBezTo>
                    <a:close/>
                    <a:moveTo>
                      <a:pt x="10" y="438"/>
                    </a:moveTo>
                    <a:cubicBezTo>
                      <a:pt x="9" y="439"/>
                      <a:pt x="10" y="436"/>
                      <a:pt x="11" y="436"/>
                    </a:cubicBezTo>
                    <a:cubicBezTo>
                      <a:pt x="12" y="437"/>
                      <a:pt x="11" y="437"/>
                      <a:pt x="10" y="438"/>
                    </a:cubicBezTo>
                    <a:close/>
                    <a:moveTo>
                      <a:pt x="10" y="424"/>
                    </a:moveTo>
                    <a:cubicBezTo>
                      <a:pt x="9" y="425"/>
                      <a:pt x="10" y="422"/>
                      <a:pt x="11" y="423"/>
                    </a:cubicBezTo>
                    <a:cubicBezTo>
                      <a:pt x="12" y="424"/>
                      <a:pt x="11" y="424"/>
                      <a:pt x="10" y="424"/>
                    </a:cubicBezTo>
                    <a:close/>
                    <a:moveTo>
                      <a:pt x="11" y="386"/>
                    </a:moveTo>
                    <a:cubicBezTo>
                      <a:pt x="10" y="386"/>
                      <a:pt x="10" y="387"/>
                      <a:pt x="10" y="385"/>
                    </a:cubicBezTo>
                    <a:cubicBezTo>
                      <a:pt x="10" y="383"/>
                      <a:pt x="14" y="374"/>
                      <a:pt x="14" y="374"/>
                    </a:cubicBezTo>
                    <a:cubicBezTo>
                      <a:pt x="16" y="374"/>
                      <a:pt x="13" y="377"/>
                      <a:pt x="13" y="378"/>
                    </a:cubicBezTo>
                    <a:cubicBezTo>
                      <a:pt x="12" y="381"/>
                      <a:pt x="14" y="385"/>
                      <a:pt x="11" y="386"/>
                    </a:cubicBezTo>
                    <a:close/>
                    <a:moveTo>
                      <a:pt x="14" y="394"/>
                    </a:moveTo>
                    <a:cubicBezTo>
                      <a:pt x="13" y="396"/>
                      <a:pt x="14" y="393"/>
                      <a:pt x="14" y="393"/>
                    </a:cubicBezTo>
                    <a:cubicBezTo>
                      <a:pt x="15" y="393"/>
                      <a:pt x="15" y="394"/>
                      <a:pt x="14" y="394"/>
                    </a:cubicBezTo>
                    <a:close/>
                    <a:moveTo>
                      <a:pt x="15" y="388"/>
                    </a:moveTo>
                    <a:cubicBezTo>
                      <a:pt x="14" y="388"/>
                      <a:pt x="15" y="387"/>
                      <a:pt x="15" y="387"/>
                    </a:cubicBezTo>
                    <a:cubicBezTo>
                      <a:pt x="15" y="387"/>
                      <a:pt x="15" y="388"/>
                      <a:pt x="15" y="388"/>
                    </a:cubicBezTo>
                    <a:close/>
                    <a:moveTo>
                      <a:pt x="15" y="300"/>
                    </a:moveTo>
                    <a:cubicBezTo>
                      <a:pt x="16" y="302"/>
                      <a:pt x="14" y="301"/>
                      <a:pt x="15" y="300"/>
                    </a:cubicBezTo>
                    <a:close/>
                    <a:moveTo>
                      <a:pt x="16" y="366"/>
                    </a:moveTo>
                    <a:cubicBezTo>
                      <a:pt x="15" y="367"/>
                      <a:pt x="17" y="364"/>
                      <a:pt x="16" y="366"/>
                    </a:cubicBezTo>
                    <a:close/>
                    <a:moveTo>
                      <a:pt x="17" y="380"/>
                    </a:moveTo>
                    <a:cubicBezTo>
                      <a:pt x="16" y="381"/>
                      <a:pt x="16" y="379"/>
                      <a:pt x="17" y="379"/>
                    </a:cubicBezTo>
                    <a:cubicBezTo>
                      <a:pt x="17" y="378"/>
                      <a:pt x="17" y="380"/>
                      <a:pt x="17" y="380"/>
                    </a:cubicBezTo>
                    <a:close/>
                    <a:moveTo>
                      <a:pt x="27" y="420"/>
                    </a:moveTo>
                    <a:cubicBezTo>
                      <a:pt x="27" y="420"/>
                      <a:pt x="27" y="420"/>
                      <a:pt x="27" y="420"/>
                    </a:cubicBezTo>
                    <a:cubicBezTo>
                      <a:pt x="27" y="420"/>
                      <a:pt x="27" y="420"/>
                      <a:pt x="27" y="420"/>
                    </a:cubicBezTo>
                    <a:cubicBezTo>
                      <a:pt x="27" y="420"/>
                      <a:pt x="27" y="420"/>
                      <a:pt x="27" y="420"/>
                    </a:cubicBezTo>
                    <a:close/>
                    <a:moveTo>
                      <a:pt x="23" y="346"/>
                    </a:moveTo>
                    <a:cubicBezTo>
                      <a:pt x="23" y="346"/>
                      <a:pt x="23" y="347"/>
                      <a:pt x="23" y="347"/>
                    </a:cubicBezTo>
                    <a:cubicBezTo>
                      <a:pt x="22" y="347"/>
                      <a:pt x="22" y="346"/>
                      <a:pt x="23" y="346"/>
                    </a:cubicBezTo>
                    <a:close/>
                    <a:moveTo>
                      <a:pt x="19" y="405"/>
                    </a:moveTo>
                    <a:cubicBezTo>
                      <a:pt x="19" y="405"/>
                      <a:pt x="18" y="404"/>
                      <a:pt x="18" y="404"/>
                    </a:cubicBezTo>
                    <a:cubicBezTo>
                      <a:pt x="18" y="404"/>
                      <a:pt x="20" y="404"/>
                      <a:pt x="19" y="405"/>
                    </a:cubicBezTo>
                    <a:close/>
                    <a:moveTo>
                      <a:pt x="20" y="406"/>
                    </a:moveTo>
                    <a:cubicBezTo>
                      <a:pt x="19" y="406"/>
                      <a:pt x="20" y="405"/>
                      <a:pt x="20" y="404"/>
                    </a:cubicBezTo>
                    <a:cubicBezTo>
                      <a:pt x="21" y="404"/>
                      <a:pt x="20" y="405"/>
                      <a:pt x="20" y="406"/>
                    </a:cubicBezTo>
                    <a:close/>
                    <a:moveTo>
                      <a:pt x="20" y="360"/>
                    </a:moveTo>
                    <a:cubicBezTo>
                      <a:pt x="19" y="359"/>
                      <a:pt x="21" y="359"/>
                      <a:pt x="20" y="360"/>
                    </a:cubicBezTo>
                    <a:close/>
                    <a:moveTo>
                      <a:pt x="22" y="268"/>
                    </a:moveTo>
                    <a:cubicBezTo>
                      <a:pt x="23" y="268"/>
                      <a:pt x="22" y="270"/>
                      <a:pt x="22" y="271"/>
                    </a:cubicBezTo>
                    <a:cubicBezTo>
                      <a:pt x="19" y="273"/>
                      <a:pt x="19" y="267"/>
                      <a:pt x="22" y="268"/>
                    </a:cubicBezTo>
                    <a:close/>
                    <a:moveTo>
                      <a:pt x="21" y="397"/>
                    </a:moveTo>
                    <a:cubicBezTo>
                      <a:pt x="21" y="396"/>
                      <a:pt x="22" y="397"/>
                      <a:pt x="22" y="398"/>
                    </a:cubicBezTo>
                    <a:cubicBezTo>
                      <a:pt x="21" y="399"/>
                      <a:pt x="20" y="397"/>
                      <a:pt x="21" y="397"/>
                    </a:cubicBezTo>
                    <a:close/>
                    <a:moveTo>
                      <a:pt x="21" y="415"/>
                    </a:moveTo>
                    <a:cubicBezTo>
                      <a:pt x="22" y="416"/>
                      <a:pt x="21" y="417"/>
                      <a:pt x="21" y="415"/>
                    </a:cubicBezTo>
                    <a:close/>
                    <a:moveTo>
                      <a:pt x="21" y="413"/>
                    </a:moveTo>
                    <a:cubicBezTo>
                      <a:pt x="21" y="413"/>
                      <a:pt x="23" y="413"/>
                      <a:pt x="23" y="413"/>
                    </a:cubicBezTo>
                    <a:cubicBezTo>
                      <a:pt x="23" y="414"/>
                      <a:pt x="20" y="414"/>
                      <a:pt x="21" y="413"/>
                    </a:cubicBezTo>
                    <a:close/>
                    <a:moveTo>
                      <a:pt x="24" y="367"/>
                    </a:moveTo>
                    <a:cubicBezTo>
                      <a:pt x="25" y="368"/>
                      <a:pt x="23" y="369"/>
                      <a:pt x="24" y="367"/>
                    </a:cubicBezTo>
                    <a:close/>
                    <a:moveTo>
                      <a:pt x="24" y="412"/>
                    </a:moveTo>
                    <a:cubicBezTo>
                      <a:pt x="24" y="413"/>
                      <a:pt x="24" y="410"/>
                      <a:pt x="24" y="412"/>
                    </a:cubicBezTo>
                    <a:close/>
                    <a:moveTo>
                      <a:pt x="25" y="401"/>
                    </a:moveTo>
                    <a:cubicBezTo>
                      <a:pt x="24" y="402"/>
                      <a:pt x="24" y="400"/>
                      <a:pt x="24" y="399"/>
                    </a:cubicBezTo>
                    <a:cubicBezTo>
                      <a:pt x="25" y="399"/>
                      <a:pt x="25" y="401"/>
                      <a:pt x="25" y="401"/>
                    </a:cubicBezTo>
                    <a:close/>
                    <a:moveTo>
                      <a:pt x="27" y="397"/>
                    </a:moveTo>
                    <a:cubicBezTo>
                      <a:pt x="27" y="398"/>
                      <a:pt x="28" y="396"/>
                      <a:pt x="27" y="397"/>
                    </a:cubicBezTo>
                    <a:close/>
                    <a:moveTo>
                      <a:pt x="25" y="343"/>
                    </a:moveTo>
                    <a:cubicBezTo>
                      <a:pt x="23" y="342"/>
                      <a:pt x="25" y="340"/>
                      <a:pt x="25" y="338"/>
                    </a:cubicBezTo>
                    <a:cubicBezTo>
                      <a:pt x="25" y="340"/>
                      <a:pt x="26" y="339"/>
                      <a:pt x="27" y="340"/>
                    </a:cubicBezTo>
                    <a:cubicBezTo>
                      <a:pt x="29" y="342"/>
                      <a:pt x="26" y="345"/>
                      <a:pt x="25" y="343"/>
                    </a:cubicBezTo>
                    <a:close/>
                    <a:moveTo>
                      <a:pt x="31" y="233"/>
                    </a:moveTo>
                    <a:cubicBezTo>
                      <a:pt x="30" y="234"/>
                      <a:pt x="30" y="231"/>
                      <a:pt x="30" y="231"/>
                    </a:cubicBezTo>
                    <a:cubicBezTo>
                      <a:pt x="32" y="231"/>
                      <a:pt x="31" y="233"/>
                      <a:pt x="31" y="233"/>
                    </a:cubicBezTo>
                    <a:close/>
                    <a:moveTo>
                      <a:pt x="33" y="290"/>
                    </a:moveTo>
                    <a:cubicBezTo>
                      <a:pt x="32" y="291"/>
                      <a:pt x="32" y="288"/>
                      <a:pt x="33" y="289"/>
                    </a:cubicBezTo>
                    <a:cubicBezTo>
                      <a:pt x="34" y="289"/>
                      <a:pt x="33" y="290"/>
                      <a:pt x="33" y="290"/>
                    </a:cubicBezTo>
                    <a:close/>
                    <a:moveTo>
                      <a:pt x="34" y="385"/>
                    </a:moveTo>
                    <a:cubicBezTo>
                      <a:pt x="33" y="386"/>
                      <a:pt x="34" y="383"/>
                      <a:pt x="35" y="383"/>
                    </a:cubicBezTo>
                    <a:cubicBezTo>
                      <a:pt x="35" y="384"/>
                      <a:pt x="34" y="385"/>
                      <a:pt x="34" y="385"/>
                    </a:cubicBezTo>
                    <a:close/>
                    <a:moveTo>
                      <a:pt x="36" y="305"/>
                    </a:moveTo>
                    <a:cubicBezTo>
                      <a:pt x="35" y="307"/>
                      <a:pt x="37" y="303"/>
                      <a:pt x="36" y="305"/>
                    </a:cubicBezTo>
                    <a:close/>
                    <a:moveTo>
                      <a:pt x="37" y="344"/>
                    </a:moveTo>
                    <a:cubicBezTo>
                      <a:pt x="37" y="344"/>
                      <a:pt x="38" y="344"/>
                      <a:pt x="38" y="344"/>
                    </a:cubicBezTo>
                    <a:cubicBezTo>
                      <a:pt x="38" y="345"/>
                      <a:pt x="37" y="345"/>
                      <a:pt x="37" y="344"/>
                    </a:cubicBezTo>
                    <a:close/>
                    <a:moveTo>
                      <a:pt x="29" y="469"/>
                    </a:moveTo>
                    <a:cubicBezTo>
                      <a:pt x="25" y="471"/>
                      <a:pt x="25" y="463"/>
                      <a:pt x="29" y="464"/>
                    </a:cubicBezTo>
                    <a:cubicBezTo>
                      <a:pt x="31" y="464"/>
                      <a:pt x="31" y="468"/>
                      <a:pt x="29" y="469"/>
                    </a:cubicBezTo>
                    <a:close/>
                    <a:moveTo>
                      <a:pt x="34" y="484"/>
                    </a:moveTo>
                    <a:cubicBezTo>
                      <a:pt x="34" y="485"/>
                      <a:pt x="34" y="485"/>
                      <a:pt x="33" y="485"/>
                    </a:cubicBezTo>
                    <a:cubicBezTo>
                      <a:pt x="32" y="486"/>
                      <a:pt x="33" y="483"/>
                      <a:pt x="34" y="484"/>
                    </a:cubicBezTo>
                    <a:close/>
                    <a:moveTo>
                      <a:pt x="36" y="466"/>
                    </a:moveTo>
                    <a:cubicBezTo>
                      <a:pt x="34" y="467"/>
                      <a:pt x="34" y="464"/>
                      <a:pt x="35" y="463"/>
                    </a:cubicBezTo>
                    <a:cubicBezTo>
                      <a:pt x="36" y="463"/>
                      <a:pt x="37" y="465"/>
                      <a:pt x="36" y="466"/>
                    </a:cubicBezTo>
                    <a:close/>
                    <a:moveTo>
                      <a:pt x="38" y="455"/>
                    </a:moveTo>
                    <a:cubicBezTo>
                      <a:pt x="38" y="455"/>
                      <a:pt x="38" y="456"/>
                      <a:pt x="38" y="456"/>
                    </a:cubicBezTo>
                    <a:cubicBezTo>
                      <a:pt x="37" y="458"/>
                      <a:pt x="36" y="454"/>
                      <a:pt x="38" y="455"/>
                    </a:cubicBezTo>
                    <a:close/>
                    <a:moveTo>
                      <a:pt x="38" y="461"/>
                    </a:moveTo>
                    <a:cubicBezTo>
                      <a:pt x="36" y="462"/>
                      <a:pt x="38" y="459"/>
                      <a:pt x="39" y="459"/>
                    </a:cubicBezTo>
                    <a:cubicBezTo>
                      <a:pt x="39" y="460"/>
                      <a:pt x="38" y="461"/>
                      <a:pt x="38" y="461"/>
                    </a:cubicBezTo>
                    <a:close/>
                    <a:moveTo>
                      <a:pt x="66" y="337"/>
                    </a:moveTo>
                    <a:cubicBezTo>
                      <a:pt x="66" y="337"/>
                      <a:pt x="66" y="338"/>
                      <a:pt x="66" y="338"/>
                    </a:cubicBezTo>
                    <a:cubicBezTo>
                      <a:pt x="65" y="339"/>
                      <a:pt x="65" y="336"/>
                      <a:pt x="66" y="337"/>
                    </a:cubicBezTo>
                    <a:close/>
                    <a:moveTo>
                      <a:pt x="66" y="380"/>
                    </a:moveTo>
                    <a:cubicBezTo>
                      <a:pt x="67" y="380"/>
                      <a:pt x="67" y="382"/>
                      <a:pt x="66" y="382"/>
                    </a:cubicBezTo>
                    <a:cubicBezTo>
                      <a:pt x="65" y="384"/>
                      <a:pt x="65" y="379"/>
                      <a:pt x="66" y="380"/>
                    </a:cubicBezTo>
                    <a:close/>
                    <a:moveTo>
                      <a:pt x="63" y="330"/>
                    </a:moveTo>
                    <a:cubicBezTo>
                      <a:pt x="62" y="331"/>
                      <a:pt x="64" y="329"/>
                      <a:pt x="63" y="330"/>
                    </a:cubicBezTo>
                    <a:close/>
                    <a:moveTo>
                      <a:pt x="64" y="346"/>
                    </a:moveTo>
                    <a:cubicBezTo>
                      <a:pt x="66" y="346"/>
                      <a:pt x="65" y="351"/>
                      <a:pt x="62" y="351"/>
                    </a:cubicBezTo>
                    <a:cubicBezTo>
                      <a:pt x="62" y="351"/>
                      <a:pt x="62" y="345"/>
                      <a:pt x="64" y="346"/>
                    </a:cubicBezTo>
                    <a:close/>
                    <a:moveTo>
                      <a:pt x="64" y="393"/>
                    </a:moveTo>
                    <a:cubicBezTo>
                      <a:pt x="64" y="392"/>
                      <a:pt x="65" y="394"/>
                      <a:pt x="64" y="393"/>
                    </a:cubicBezTo>
                    <a:close/>
                    <a:moveTo>
                      <a:pt x="61" y="364"/>
                    </a:moveTo>
                    <a:cubicBezTo>
                      <a:pt x="61" y="362"/>
                      <a:pt x="62" y="363"/>
                      <a:pt x="61" y="364"/>
                    </a:cubicBezTo>
                    <a:close/>
                    <a:moveTo>
                      <a:pt x="61" y="403"/>
                    </a:moveTo>
                    <a:cubicBezTo>
                      <a:pt x="61" y="403"/>
                      <a:pt x="61" y="403"/>
                      <a:pt x="62" y="403"/>
                    </a:cubicBezTo>
                    <a:cubicBezTo>
                      <a:pt x="63" y="402"/>
                      <a:pt x="61" y="403"/>
                      <a:pt x="61" y="403"/>
                    </a:cubicBezTo>
                    <a:close/>
                    <a:moveTo>
                      <a:pt x="61" y="365"/>
                    </a:moveTo>
                    <a:cubicBezTo>
                      <a:pt x="61" y="366"/>
                      <a:pt x="59" y="365"/>
                      <a:pt x="61" y="365"/>
                    </a:cubicBezTo>
                    <a:close/>
                    <a:moveTo>
                      <a:pt x="58" y="357"/>
                    </a:moveTo>
                    <a:cubicBezTo>
                      <a:pt x="59" y="357"/>
                      <a:pt x="58" y="359"/>
                      <a:pt x="58" y="359"/>
                    </a:cubicBezTo>
                    <a:cubicBezTo>
                      <a:pt x="56" y="361"/>
                      <a:pt x="55" y="356"/>
                      <a:pt x="58" y="357"/>
                    </a:cubicBezTo>
                    <a:close/>
                    <a:moveTo>
                      <a:pt x="56" y="405"/>
                    </a:moveTo>
                    <a:cubicBezTo>
                      <a:pt x="56" y="405"/>
                      <a:pt x="56" y="406"/>
                      <a:pt x="56" y="406"/>
                    </a:cubicBezTo>
                    <a:cubicBezTo>
                      <a:pt x="55" y="407"/>
                      <a:pt x="55" y="405"/>
                      <a:pt x="56" y="405"/>
                    </a:cubicBezTo>
                    <a:close/>
                    <a:moveTo>
                      <a:pt x="54" y="374"/>
                    </a:moveTo>
                    <a:cubicBezTo>
                      <a:pt x="55" y="374"/>
                      <a:pt x="55" y="375"/>
                      <a:pt x="54" y="375"/>
                    </a:cubicBezTo>
                    <a:cubicBezTo>
                      <a:pt x="53" y="376"/>
                      <a:pt x="53" y="374"/>
                      <a:pt x="54" y="374"/>
                    </a:cubicBezTo>
                    <a:close/>
                    <a:moveTo>
                      <a:pt x="49" y="398"/>
                    </a:moveTo>
                    <a:cubicBezTo>
                      <a:pt x="51" y="396"/>
                      <a:pt x="52" y="393"/>
                      <a:pt x="54" y="390"/>
                    </a:cubicBezTo>
                    <a:cubicBezTo>
                      <a:pt x="53" y="393"/>
                      <a:pt x="51" y="396"/>
                      <a:pt x="49" y="398"/>
                    </a:cubicBezTo>
                    <a:close/>
                    <a:moveTo>
                      <a:pt x="51" y="408"/>
                    </a:moveTo>
                    <a:cubicBezTo>
                      <a:pt x="50" y="407"/>
                      <a:pt x="52" y="406"/>
                      <a:pt x="52" y="407"/>
                    </a:cubicBezTo>
                    <a:cubicBezTo>
                      <a:pt x="54" y="408"/>
                      <a:pt x="52" y="410"/>
                      <a:pt x="51" y="408"/>
                    </a:cubicBezTo>
                    <a:close/>
                    <a:moveTo>
                      <a:pt x="46" y="404"/>
                    </a:moveTo>
                    <a:cubicBezTo>
                      <a:pt x="46" y="404"/>
                      <a:pt x="47" y="400"/>
                      <a:pt x="48" y="399"/>
                    </a:cubicBezTo>
                    <a:cubicBezTo>
                      <a:pt x="48" y="400"/>
                      <a:pt x="47" y="404"/>
                      <a:pt x="46" y="404"/>
                    </a:cubicBezTo>
                    <a:close/>
                    <a:moveTo>
                      <a:pt x="47" y="409"/>
                    </a:moveTo>
                    <a:cubicBezTo>
                      <a:pt x="48" y="408"/>
                      <a:pt x="47" y="410"/>
                      <a:pt x="47" y="409"/>
                    </a:cubicBezTo>
                    <a:close/>
                    <a:moveTo>
                      <a:pt x="48" y="392"/>
                    </a:moveTo>
                    <a:cubicBezTo>
                      <a:pt x="46" y="393"/>
                      <a:pt x="46" y="388"/>
                      <a:pt x="49" y="389"/>
                    </a:cubicBezTo>
                    <a:cubicBezTo>
                      <a:pt x="50" y="389"/>
                      <a:pt x="49" y="392"/>
                      <a:pt x="48" y="392"/>
                    </a:cubicBezTo>
                    <a:close/>
                    <a:moveTo>
                      <a:pt x="53" y="323"/>
                    </a:moveTo>
                    <a:cubicBezTo>
                      <a:pt x="54" y="323"/>
                      <a:pt x="54" y="325"/>
                      <a:pt x="53" y="325"/>
                    </a:cubicBezTo>
                    <a:cubicBezTo>
                      <a:pt x="52" y="326"/>
                      <a:pt x="52" y="323"/>
                      <a:pt x="53" y="323"/>
                    </a:cubicBezTo>
                    <a:close/>
                    <a:moveTo>
                      <a:pt x="50" y="354"/>
                    </a:moveTo>
                    <a:cubicBezTo>
                      <a:pt x="53" y="355"/>
                      <a:pt x="51" y="360"/>
                      <a:pt x="50" y="360"/>
                    </a:cubicBezTo>
                    <a:cubicBezTo>
                      <a:pt x="45" y="362"/>
                      <a:pt x="47" y="352"/>
                      <a:pt x="50" y="354"/>
                    </a:cubicBezTo>
                    <a:close/>
                    <a:moveTo>
                      <a:pt x="47" y="328"/>
                    </a:moveTo>
                    <a:cubicBezTo>
                      <a:pt x="47" y="328"/>
                      <a:pt x="48" y="328"/>
                      <a:pt x="48" y="327"/>
                    </a:cubicBezTo>
                    <a:cubicBezTo>
                      <a:pt x="49" y="327"/>
                      <a:pt x="49" y="328"/>
                      <a:pt x="47" y="328"/>
                    </a:cubicBezTo>
                    <a:close/>
                    <a:moveTo>
                      <a:pt x="48" y="267"/>
                    </a:moveTo>
                    <a:cubicBezTo>
                      <a:pt x="47" y="267"/>
                      <a:pt x="47" y="267"/>
                      <a:pt x="47" y="266"/>
                    </a:cubicBezTo>
                    <a:cubicBezTo>
                      <a:pt x="47" y="266"/>
                      <a:pt x="49" y="266"/>
                      <a:pt x="48" y="267"/>
                    </a:cubicBezTo>
                    <a:close/>
                    <a:moveTo>
                      <a:pt x="46" y="377"/>
                    </a:moveTo>
                    <a:cubicBezTo>
                      <a:pt x="45" y="378"/>
                      <a:pt x="45" y="376"/>
                      <a:pt x="46" y="376"/>
                    </a:cubicBezTo>
                    <a:cubicBezTo>
                      <a:pt x="47" y="376"/>
                      <a:pt x="46" y="377"/>
                      <a:pt x="46" y="377"/>
                    </a:cubicBezTo>
                    <a:close/>
                    <a:moveTo>
                      <a:pt x="45" y="192"/>
                    </a:moveTo>
                    <a:cubicBezTo>
                      <a:pt x="46" y="192"/>
                      <a:pt x="46" y="193"/>
                      <a:pt x="46" y="193"/>
                    </a:cubicBezTo>
                    <a:cubicBezTo>
                      <a:pt x="44" y="195"/>
                      <a:pt x="44" y="191"/>
                      <a:pt x="45" y="192"/>
                    </a:cubicBezTo>
                    <a:close/>
                    <a:moveTo>
                      <a:pt x="45" y="207"/>
                    </a:moveTo>
                    <a:cubicBezTo>
                      <a:pt x="46" y="207"/>
                      <a:pt x="45" y="208"/>
                      <a:pt x="45" y="209"/>
                    </a:cubicBezTo>
                    <a:cubicBezTo>
                      <a:pt x="44" y="210"/>
                      <a:pt x="44" y="207"/>
                      <a:pt x="45" y="207"/>
                    </a:cubicBezTo>
                    <a:close/>
                    <a:moveTo>
                      <a:pt x="44" y="360"/>
                    </a:moveTo>
                    <a:cubicBezTo>
                      <a:pt x="45" y="361"/>
                      <a:pt x="44" y="363"/>
                      <a:pt x="44" y="363"/>
                    </a:cubicBezTo>
                    <a:cubicBezTo>
                      <a:pt x="42" y="364"/>
                      <a:pt x="43" y="360"/>
                      <a:pt x="44" y="360"/>
                    </a:cubicBezTo>
                    <a:close/>
                    <a:moveTo>
                      <a:pt x="43" y="227"/>
                    </a:moveTo>
                    <a:cubicBezTo>
                      <a:pt x="43" y="227"/>
                      <a:pt x="43" y="228"/>
                      <a:pt x="43" y="228"/>
                    </a:cubicBezTo>
                    <a:cubicBezTo>
                      <a:pt x="42" y="229"/>
                      <a:pt x="43" y="226"/>
                      <a:pt x="43" y="227"/>
                    </a:cubicBezTo>
                    <a:close/>
                    <a:moveTo>
                      <a:pt x="40" y="322"/>
                    </a:moveTo>
                    <a:cubicBezTo>
                      <a:pt x="41" y="320"/>
                      <a:pt x="39" y="322"/>
                      <a:pt x="40" y="322"/>
                    </a:cubicBezTo>
                    <a:close/>
                    <a:moveTo>
                      <a:pt x="36" y="429"/>
                    </a:moveTo>
                    <a:cubicBezTo>
                      <a:pt x="35" y="431"/>
                      <a:pt x="35" y="428"/>
                      <a:pt x="36" y="428"/>
                    </a:cubicBezTo>
                    <a:cubicBezTo>
                      <a:pt x="36" y="429"/>
                      <a:pt x="36" y="429"/>
                      <a:pt x="36" y="429"/>
                    </a:cubicBezTo>
                    <a:close/>
                    <a:moveTo>
                      <a:pt x="35" y="428"/>
                    </a:moveTo>
                    <a:cubicBezTo>
                      <a:pt x="34" y="427"/>
                      <a:pt x="36" y="425"/>
                      <a:pt x="36" y="426"/>
                    </a:cubicBezTo>
                    <a:cubicBezTo>
                      <a:pt x="37" y="428"/>
                      <a:pt x="35" y="429"/>
                      <a:pt x="35" y="428"/>
                    </a:cubicBezTo>
                    <a:close/>
                    <a:moveTo>
                      <a:pt x="38" y="424"/>
                    </a:moveTo>
                    <a:cubicBezTo>
                      <a:pt x="35" y="427"/>
                      <a:pt x="33" y="418"/>
                      <a:pt x="37" y="417"/>
                    </a:cubicBezTo>
                    <a:cubicBezTo>
                      <a:pt x="35" y="420"/>
                      <a:pt x="39" y="419"/>
                      <a:pt x="39" y="420"/>
                    </a:cubicBezTo>
                    <a:cubicBezTo>
                      <a:pt x="39" y="421"/>
                      <a:pt x="39" y="423"/>
                      <a:pt x="38" y="424"/>
                    </a:cubicBezTo>
                    <a:close/>
                    <a:moveTo>
                      <a:pt x="40" y="358"/>
                    </a:moveTo>
                    <a:cubicBezTo>
                      <a:pt x="38" y="358"/>
                      <a:pt x="41" y="356"/>
                      <a:pt x="40" y="357"/>
                    </a:cubicBezTo>
                    <a:cubicBezTo>
                      <a:pt x="40" y="357"/>
                      <a:pt x="40" y="358"/>
                      <a:pt x="40" y="358"/>
                    </a:cubicBezTo>
                    <a:close/>
                    <a:moveTo>
                      <a:pt x="41" y="431"/>
                    </a:moveTo>
                    <a:cubicBezTo>
                      <a:pt x="42" y="430"/>
                      <a:pt x="43" y="432"/>
                      <a:pt x="41" y="431"/>
                    </a:cubicBezTo>
                    <a:close/>
                    <a:moveTo>
                      <a:pt x="42" y="382"/>
                    </a:moveTo>
                    <a:cubicBezTo>
                      <a:pt x="42" y="380"/>
                      <a:pt x="43" y="381"/>
                      <a:pt x="44" y="380"/>
                    </a:cubicBezTo>
                    <a:cubicBezTo>
                      <a:pt x="44" y="379"/>
                      <a:pt x="44" y="378"/>
                      <a:pt x="46" y="378"/>
                    </a:cubicBezTo>
                    <a:cubicBezTo>
                      <a:pt x="50" y="378"/>
                      <a:pt x="48" y="384"/>
                      <a:pt x="45" y="385"/>
                    </a:cubicBezTo>
                    <a:cubicBezTo>
                      <a:pt x="43" y="385"/>
                      <a:pt x="41" y="385"/>
                      <a:pt x="42" y="382"/>
                    </a:cubicBezTo>
                    <a:close/>
                    <a:moveTo>
                      <a:pt x="44" y="391"/>
                    </a:moveTo>
                    <a:cubicBezTo>
                      <a:pt x="43" y="392"/>
                      <a:pt x="45" y="389"/>
                      <a:pt x="44" y="391"/>
                    </a:cubicBezTo>
                    <a:close/>
                    <a:moveTo>
                      <a:pt x="42" y="449"/>
                    </a:moveTo>
                    <a:cubicBezTo>
                      <a:pt x="42" y="450"/>
                      <a:pt x="43" y="447"/>
                      <a:pt x="42" y="449"/>
                    </a:cubicBezTo>
                    <a:close/>
                    <a:moveTo>
                      <a:pt x="44" y="465"/>
                    </a:moveTo>
                    <a:cubicBezTo>
                      <a:pt x="45" y="464"/>
                      <a:pt x="43" y="466"/>
                      <a:pt x="44" y="465"/>
                    </a:cubicBezTo>
                    <a:close/>
                    <a:moveTo>
                      <a:pt x="45" y="462"/>
                    </a:moveTo>
                    <a:cubicBezTo>
                      <a:pt x="45" y="462"/>
                      <a:pt x="45" y="462"/>
                      <a:pt x="46" y="462"/>
                    </a:cubicBezTo>
                    <a:cubicBezTo>
                      <a:pt x="46" y="462"/>
                      <a:pt x="46" y="462"/>
                      <a:pt x="46" y="462"/>
                    </a:cubicBezTo>
                    <a:cubicBezTo>
                      <a:pt x="46" y="462"/>
                      <a:pt x="45" y="462"/>
                      <a:pt x="45" y="462"/>
                    </a:cubicBezTo>
                    <a:close/>
                    <a:moveTo>
                      <a:pt x="43" y="445"/>
                    </a:moveTo>
                    <a:cubicBezTo>
                      <a:pt x="43" y="443"/>
                      <a:pt x="45" y="441"/>
                      <a:pt x="47" y="439"/>
                    </a:cubicBezTo>
                    <a:cubicBezTo>
                      <a:pt x="47" y="442"/>
                      <a:pt x="44" y="443"/>
                      <a:pt x="43" y="445"/>
                    </a:cubicBezTo>
                    <a:close/>
                    <a:moveTo>
                      <a:pt x="46" y="434"/>
                    </a:moveTo>
                    <a:cubicBezTo>
                      <a:pt x="46" y="434"/>
                      <a:pt x="47" y="433"/>
                      <a:pt x="46" y="434"/>
                    </a:cubicBezTo>
                    <a:cubicBezTo>
                      <a:pt x="46" y="434"/>
                      <a:pt x="46" y="434"/>
                      <a:pt x="46" y="434"/>
                    </a:cubicBezTo>
                    <a:close/>
                    <a:moveTo>
                      <a:pt x="47" y="432"/>
                    </a:moveTo>
                    <a:cubicBezTo>
                      <a:pt x="48" y="430"/>
                      <a:pt x="50" y="431"/>
                      <a:pt x="47" y="432"/>
                    </a:cubicBezTo>
                    <a:close/>
                    <a:moveTo>
                      <a:pt x="50" y="418"/>
                    </a:moveTo>
                    <a:cubicBezTo>
                      <a:pt x="50" y="419"/>
                      <a:pt x="52" y="419"/>
                      <a:pt x="51" y="420"/>
                    </a:cubicBezTo>
                    <a:cubicBezTo>
                      <a:pt x="52" y="419"/>
                      <a:pt x="48" y="420"/>
                      <a:pt x="49" y="421"/>
                    </a:cubicBezTo>
                    <a:cubicBezTo>
                      <a:pt x="48" y="420"/>
                      <a:pt x="48" y="419"/>
                      <a:pt x="49" y="418"/>
                    </a:cubicBezTo>
                    <a:cubicBezTo>
                      <a:pt x="47" y="418"/>
                      <a:pt x="45" y="417"/>
                      <a:pt x="45" y="416"/>
                    </a:cubicBezTo>
                    <a:cubicBezTo>
                      <a:pt x="44" y="413"/>
                      <a:pt x="47" y="411"/>
                      <a:pt x="49" y="410"/>
                    </a:cubicBezTo>
                    <a:cubicBezTo>
                      <a:pt x="49" y="410"/>
                      <a:pt x="49" y="409"/>
                      <a:pt x="49" y="409"/>
                    </a:cubicBezTo>
                    <a:cubicBezTo>
                      <a:pt x="50" y="409"/>
                      <a:pt x="51" y="411"/>
                      <a:pt x="51" y="411"/>
                    </a:cubicBezTo>
                    <a:cubicBezTo>
                      <a:pt x="53" y="412"/>
                      <a:pt x="52" y="407"/>
                      <a:pt x="54" y="407"/>
                    </a:cubicBezTo>
                    <a:cubicBezTo>
                      <a:pt x="56" y="408"/>
                      <a:pt x="54" y="410"/>
                      <a:pt x="54" y="411"/>
                    </a:cubicBezTo>
                    <a:cubicBezTo>
                      <a:pt x="54" y="413"/>
                      <a:pt x="55" y="413"/>
                      <a:pt x="53" y="414"/>
                    </a:cubicBezTo>
                    <a:cubicBezTo>
                      <a:pt x="52" y="415"/>
                      <a:pt x="51" y="418"/>
                      <a:pt x="50" y="418"/>
                    </a:cubicBezTo>
                    <a:close/>
                    <a:moveTo>
                      <a:pt x="58" y="443"/>
                    </a:moveTo>
                    <a:cubicBezTo>
                      <a:pt x="57" y="444"/>
                      <a:pt x="57" y="442"/>
                      <a:pt x="58" y="441"/>
                    </a:cubicBezTo>
                    <a:cubicBezTo>
                      <a:pt x="59" y="441"/>
                      <a:pt x="58" y="442"/>
                      <a:pt x="58" y="443"/>
                    </a:cubicBezTo>
                    <a:close/>
                    <a:moveTo>
                      <a:pt x="59" y="440"/>
                    </a:moveTo>
                    <a:cubicBezTo>
                      <a:pt x="57" y="441"/>
                      <a:pt x="59" y="437"/>
                      <a:pt x="60" y="439"/>
                    </a:cubicBezTo>
                    <a:cubicBezTo>
                      <a:pt x="60" y="439"/>
                      <a:pt x="59" y="440"/>
                      <a:pt x="59" y="440"/>
                    </a:cubicBezTo>
                    <a:close/>
                    <a:moveTo>
                      <a:pt x="63" y="454"/>
                    </a:moveTo>
                    <a:cubicBezTo>
                      <a:pt x="64" y="455"/>
                      <a:pt x="62" y="456"/>
                      <a:pt x="63" y="454"/>
                    </a:cubicBezTo>
                    <a:close/>
                    <a:moveTo>
                      <a:pt x="60" y="436"/>
                    </a:moveTo>
                    <a:cubicBezTo>
                      <a:pt x="60" y="435"/>
                      <a:pt x="64" y="434"/>
                      <a:pt x="64" y="437"/>
                    </a:cubicBezTo>
                    <a:cubicBezTo>
                      <a:pt x="64" y="439"/>
                      <a:pt x="58" y="440"/>
                      <a:pt x="60" y="436"/>
                    </a:cubicBezTo>
                    <a:close/>
                    <a:moveTo>
                      <a:pt x="63" y="432"/>
                    </a:moveTo>
                    <a:cubicBezTo>
                      <a:pt x="62" y="431"/>
                      <a:pt x="64" y="430"/>
                      <a:pt x="63" y="432"/>
                    </a:cubicBezTo>
                    <a:close/>
                    <a:moveTo>
                      <a:pt x="64" y="427"/>
                    </a:moveTo>
                    <a:cubicBezTo>
                      <a:pt x="64" y="427"/>
                      <a:pt x="64" y="428"/>
                      <a:pt x="64" y="428"/>
                    </a:cubicBezTo>
                    <a:cubicBezTo>
                      <a:pt x="63" y="429"/>
                      <a:pt x="63" y="426"/>
                      <a:pt x="64" y="427"/>
                    </a:cubicBezTo>
                    <a:close/>
                    <a:moveTo>
                      <a:pt x="64" y="419"/>
                    </a:moveTo>
                    <a:cubicBezTo>
                      <a:pt x="62" y="420"/>
                      <a:pt x="59" y="423"/>
                      <a:pt x="58" y="424"/>
                    </a:cubicBezTo>
                    <a:cubicBezTo>
                      <a:pt x="57" y="426"/>
                      <a:pt x="56" y="428"/>
                      <a:pt x="54" y="429"/>
                    </a:cubicBezTo>
                    <a:cubicBezTo>
                      <a:pt x="57" y="423"/>
                      <a:pt x="63" y="418"/>
                      <a:pt x="66" y="413"/>
                    </a:cubicBezTo>
                    <a:cubicBezTo>
                      <a:pt x="69" y="409"/>
                      <a:pt x="65" y="417"/>
                      <a:pt x="64" y="419"/>
                    </a:cubicBezTo>
                    <a:close/>
                    <a:moveTo>
                      <a:pt x="66" y="423"/>
                    </a:moveTo>
                    <a:cubicBezTo>
                      <a:pt x="66" y="423"/>
                      <a:pt x="65" y="423"/>
                      <a:pt x="65" y="423"/>
                    </a:cubicBezTo>
                    <a:cubicBezTo>
                      <a:pt x="64" y="423"/>
                      <a:pt x="66" y="422"/>
                      <a:pt x="66" y="423"/>
                    </a:cubicBezTo>
                    <a:close/>
                    <a:moveTo>
                      <a:pt x="67" y="443"/>
                    </a:moveTo>
                    <a:cubicBezTo>
                      <a:pt x="67" y="443"/>
                      <a:pt x="67" y="443"/>
                      <a:pt x="67" y="443"/>
                    </a:cubicBezTo>
                    <a:cubicBezTo>
                      <a:pt x="67" y="441"/>
                      <a:pt x="69" y="445"/>
                      <a:pt x="67" y="443"/>
                    </a:cubicBezTo>
                    <a:close/>
                    <a:moveTo>
                      <a:pt x="67" y="430"/>
                    </a:moveTo>
                    <a:cubicBezTo>
                      <a:pt x="67" y="431"/>
                      <a:pt x="66" y="432"/>
                      <a:pt x="66" y="431"/>
                    </a:cubicBezTo>
                    <a:cubicBezTo>
                      <a:pt x="62" y="428"/>
                      <a:pt x="71" y="428"/>
                      <a:pt x="67" y="430"/>
                    </a:cubicBezTo>
                    <a:close/>
                    <a:moveTo>
                      <a:pt x="68" y="358"/>
                    </a:moveTo>
                    <a:cubicBezTo>
                      <a:pt x="65" y="360"/>
                      <a:pt x="65" y="354"/>
                      <a:pt x="67" y="355"/>
                    </a:cubicBezTo>
                    <a:cubicBezTo>
                      <a:pt x="69" y="355"/>
                      <a:pt x="68" y="357"/>
                      <a:pt x="68" y="358"/>
                    </a:cubicBezTo>
                    <a:close/>
                    <a:moveTo>
                      <a:pt x="80" y="396"/>
                    </a:moveTo>
                    <a:cubicBezTo>
                      <a:pt x="79" y="397"/>
                      <a:pt x="80" y="395"/>
                      <a:pt x="80" y="396"/>
                    </a:cubicBezTo>
                    <a:close/>
                    <a:moveTo>
                      <a:pt x="76" y="428"/>
                    </a:moveTo>
                    <a:cubicBezTo>
                      <a:pt x="76" y="428"/>
                      <a:pt x="76" y="428"/>
                      <a:pt x="76" y="428"/>
                    </a:cubicBezTo>
                    <a:cubicBezTo>
                      <a:pt x="77" y="427"/>
                      <a:pt x="76" y="428"/>
                      <a:pt x="76" y="428"/>
                    </a:cubicBezTo>
                    <a:close/>
                    <a:moveTo>
                      <a:pt x="76" y="353"/>
                    </a:moveTo>
                    <a:cubicBezTo>
                      <a:pt x="76" y="355"/>
                      <a:pt x="75" y="355"/>
                      <a:pt x="75" y="356"/>
                    </a:cubicBezTo>
                    <a:cubicBezTo>
                      <a:pt x="74" y="355"/>
                      <a:pt x="76" y="354"/>
                      <a:pt x="76" y="353"/>
                    </a:cubicBezTo>
                    <a:close/>
                    <a:moveTo>
                      <a:pt x="75" y="387"/>
                    </a:moveTo>
                    <a:cubicBezTo>
                      <a:pt x="74" y="387"/>
                      <a:pt x="77" y="386"/>
                      <a:pt x="75" y="387"/>
                    </a:cubicBezTo>
                    <a:close/>
                    <a:moveTo>
                      <a:pt x="73" y="290"/>
                    </a:moveTo>
                    <a:cubicBezTo>
                      <a:pt x="73" y="291"/>
                      <a:pt x="73" y="292"/>
                      <a:pt x="72" y="293"/>
                    </a:cubicBezTo>
                    <a:cubicBezTo>
                      <a:pt x="72" y="292"/>
                      <a:pt x="73" y="290"/>
                      <a:pt x="73" y="290"/>
                    </a:cubicBezTo>
                    <a:close/>
                    <a:moveTo>
                      <a:pt x="69" y="327"/>
                    </a:moveTo>
                    <a:cubicBezTo>
                      <a:pt x="69" y="326"/>
                      <a:pt x="71" y="325"/>
                      <a:pt x="72" y="324"/>
                    </a:cubicBezTo>
                    <a:cubicBezTo>
                      <a:pt x="72" y="326"/>
                      <a:pt x="70" y="326"/>
                      <a:pt x="69" y="327"/>
                    </a:cubicBezTo>
                    <a:close/>
                    <a:moveTo>
                      <a:pt x="72" y="428"/>
                    </a:moveTo>
                    <a:cubicBezTo>
                      <a:pt x="70" y="430"/>
                      <a:pt x="71" y="426"/>
                      <a:pt x="72" y="427"/>
                    </a:cubicBezTo>
                    <a:cubicBezTo>
                      <a:pt x="73" y="427"/>
                      <a:pt x="73" y="428"/>
                      <a:pt x="72" y="428"/>
                    </a:cubicBezTo>
                    <a:close/>
                    <a:moveTo>
                      <a:pt x="72" y="367"/>
                    </a:moveTo>
                    <a:cubicBezTo>
                      <a:pt x="72" y="367"/>
                      <a:pt x="72" y="368"/>
                      <a:pt x="72" y="368"/>
                    </a:cubicBezTo>
                    <a:cubicBezTo>
                      <a:pt x="71" y="369"/>
                      <a:pt x="71" y="366"/>
                      <a:pt x="72" y="367"/>
                    </a:cubicBezTo>
                    <a:close/>
                    <a:moveTo>
                      <a:pt x="73" y="356"/>
                    </a:moveTo>
                    <a:cubicBezTo>
                      <a:pt x="70" y="358"/>
                      <a:pt x="71" y="351"/>
                      <a:pt x="73" y="352"/>
                    </a:cubicBezTo>
                    <a:cubicBezTo>
                      <a:pt x="75" y="353"/>
                      <a:pt x="73" y="356"/>
                      <a:pt x="73" y="356"/>
                    </a:cubicBezTo>
                    <a:close/>
                    <a:moveTo>
                      <a:pt x="75" y="401"/>
                    </a:moveTo>
                    <a:cubicBezTo>
                      <a:pt x="73" y="402"/>
                      <a:pt x="73" y="397"/>
                      <a:pt x="75" y="398"/>
                    </a:cubicBezTo>
                    <a:cubicBezTo>
                      <a:pt x="76" y="399"/>
                      <a:pt x="76" y="400"/>
                      <a:pt x="75" y="401"/>
                    </a:cubicBezTo>
                    <a:close/>
                    <a:moveTo>
                      <a:pt x="76" y="434"/>
                    </a:moveTo>
                    <a:cubicBezTo>
                      <a:pt x="77" y="432"/>
                      <a:pt x="79" y="430"/>
                      <a:pt x="80" y="429"/>
                    </a:cubicBezTo>
                    <a:cubicBezTo>
                      <a:pt x="79" y="431"/>
                      <a:pt x="78" y="432"/>
                      <a:pt x="76" y="434"/>
                    </a:cubicBezTo>
                    <a:close/>
                    <a:moveTo>
                      <a:pt x="81" y="418"/>
                    </a:moveTo>
                    <a:cubicBezTo>
                      <a:pt x="80" y="418"/>
                      <a:pt x="82" y="417"/>
                      <a:pt x="81" y="418"/>
                    </a:cubicBezTo>
                    <a:close/>
                    <a:moveTo>
                      <a:pt x="81" y="339"/>
                    </a:moveTo>
                    <a:cubicBezTo>
                      <a:pt x="80" y="339"/>
                      <a:pt x="81" y="337"/>
                      <a:pt x="82" y="337"/>
                    </a:cubicBezTo>
                    <a:cubicBezTo>
                      <a:pt x="82" y="338"/>
                      <a:pt x="81" y="338"/>
                      <a:pt x="81" y="339"/>
                    </a:cubicBezTo>
                    <a:close/>
                    <a:moveTo>
                      <a:pt x="87" y="450"/>
                    </a:moveTo>
                    <a:cubicBezTo>
                      <a:pt x="87" y="450"/>
                      <a:pt x="88" y="449"/>
                      <a:pt x="89" y="449"/>
                    </a:cubicBezTo>
                    <a:cubicBezTo>
                      <a:pt x="89" y="449"/>
                      <a:pt x="88" y="450"/>
                      <a:pt x="87" y="450"/>
                    </a:cubicBezTo>
                    <a:close/>
                    <a:moveTo>
                      <a:pt x="90" y="457"/>
                    </a:moveTo>
                    <a:cubicBezTo>
                      <a:pt x="90" y="457"/>
                      <a:pt x="90" y="457"/>
                      <a:pt x="90" y="456"/>
                    </a:cubicBezTo>
                    <a:cubicBezTo>
                      <a:pt x="92" y="455"/>
                      <a:pt x="91" y="456"/>
                      <a:pt x="90" y="457"/>
                    </a:cubicBezTo>
                    <a:close/>
                    <a:moveTo>
                      <a:pt x="91" y="435"/>
                    </a:moveTo>
                    <a:cubicBezTo>
                      <a:pt x="89" y="437"/>
                      <a:pt x="92" y="434"/>
                      <a:pt x="91" y="435"/>
                    </a:cubicBezTo>
                    <a:close/>
                    <a:moveTo>
                      <a:pt x="109" y="452"/>
                    </a:moveTo>
                    <a:cubicBezTo>
                      <a:pt x="109" y="453"/>
                      <a:pt x="108" y="452"/>
                      <a:pt x="109" y="452"/>
                    </a:cubicBezTo>
                    <a:close/>
                    <a:moveTo>
                      <a:pt x="104" y="235"/>
                    </a:moveTo>
                    <a:cubicBezTo>
                      <a:pt x="103" y="236"/>
                      <a:pt x="105" y="234"/>
                      <a:pt x="104" y="235"/>
                    </a:cubicBezTo>
                    <a:close/>
                    <a:moveTo>
                      <a:pt x="100" y="336"/>
                    </a:moveTo>
                    <a:cubicBezTo>
                      <a:pt x="101" y="335"/>
                      <a:pt x="101" y="335"/>
                      <a:pt x="100" y="336"/>
                    </a:cubicBezTo>
                    <a:close/>
                    <a:moveTo>
                      <a:pt x="98" y="332"/>
                    </a:moveTo>
                    <a:cubicBezTo>
                      <a:pt x="97" y="331"/>
                      <a:pt x="100" y="331"/>
                      <a:pt x="98" y="332"/>
                    </a:cubicBezTo>
                    <a:close/>
                    <a:moveTo>
                      <a:pt x="96" y="215"/>
                    </a:moveTo>
                    <a:cubicBezTo>
                      <a:pt x="97" y="215"/>
                      <a:pt x="97" y="216"/>
                      <a:pt x="96" y="217"/>
                    </a:cubicBezTo>
                    <a:cubicBezTo>
                      <a:pt x="95" y="219"/>
                      <a:pt x="95" y="214"/>
                      <a:pt x="96" y="215"/>
                    </a:cubicBezTo>
                    <a:close/>
                    <a:moveTo>
                      <a:pt x="87" y="329"/>
                    </a:moveTo>
                    <a:cubicBezTo>
                      <a:pt x="87" y="330"/>
                      <a:pt x="86" y="330"/>
                      <a:pt x="86" y="331"/>
                    </a:cubicBezTo>
                    <a:cubicBezTo>
                      <a:pt x="85" y="331"/>
                      <a:pt x="86" y="329"/>
                      <a:pt x="87" y="329"/>
                    </a:cubicBezTo>
                    <a:close/>
                    <a:moveTo>
                      <a:pt x="85" y="293"/>
                    </a:moveTo>
                    <a:cubicBezTo>
                      <a:pt x="85" y="293"/>
                      <a:pt x="85" y="294"/>
                      <a:pt x="85" y="294"/>
                    </a:cubicBezTo>
                    <a:cubicBezTo>
                      <a:pt x="83" y="296"/>
                      <a:pt x="83" y="291"/>
                      <a:pt x="85" y="293"/>
                    </a:cubicBezTo>
                    <a:close/>
                    <a:moveTo>
                      <a:pt x="84" y="332"/>
                    </a:moveTo>
                    <a:cubicBezTo>
                      <a:pt x="86" y="333"/>
                      <a:pt x="84" y="335"/>
                      <a:pt x="82" y="336"/>
                    </a:cubicBezTo>
                    <a:cubicBezTo>
                      <a:pt x="83" y="334"/>
                      <a:pt x="85" y="333"/>
                      <a:pt x="84" y="332"/>
                    </a:cubicBezTo>
                    <a:close/>
                    <a:moveTo>
                      <a:pt x="83" y="441"/>
                    </a:moveTo>
                    <a:cubicBezTo>
                      <a:pt x="82" y="442"/>
                      <a:pt x="84" y="440"/>
                      <a:pt x="83" y="441"/>
                    </a:cubicBezTo>
                    <a:close/>
                    <a:moveTo>
                      <a:pt x="84" y="423"/>
                    </a:moveTo>
                    <a:cubicBezTo>
                      <a:pt x="83" y="424"/>
                      <a:pt x="84" y="421"/>
                      <a:pt x="85" y="422"/>
                    </a:cubicBezTo>
                    <a:cubicBezTo>
                      <a:pt x="86" y="422"/>
                      <a:pt x="85" y="423"/>
                      <a:pt x="84" y="423"/>
                    </a:cubicBezTo>
                    <a:close/>
                    <a:moveTo>
                      <a:pt x="88" y="356"/>
                    </a:moveTo>
                    <a:cubicBezTo>
                      <a:pt x="86" y="358"/>
                      <a:pt x="87" y="353"/>
                      <a:pt x="88" y="354"/>
                    </a:cubicBezTo>
                    <a:cubicBezTo>
                      <a:pt x="89" y="355"/>
                      <a:pt x="88" y="356"/>
                      <a:pt x="88" y="356"/>
                    </a:cubicBezTo>
                    <a:close/>
                    <a:moveTo>
                      <a:pt x="96" y="325"/>
                    </a:moveTo>
                    <a:cubicBezTo>
                      <a:pt x="96" y="326"/>
                      <a:pt x="95" y="326"/>
                      <a:pt x="94" y="328"/>
                    </a:cubicBezTo>
                    <a:cubicBezTo>
                      <a:pt x="92" y="330"/>
                      <a:pt x="89" y="335"/>
                      <a:pt x="87" y="340"/>
                    </a:cubicBezTo>
                    <a:cubicBezTo>
                      <a:pt x="85" y="344"/>
                      <a:pt x="85" y="347"/>
                      <a:pt x="83" y="350"/>
                    </a:cubicBezTo>
                    <a:cubicBezTo>
                      <a:pt x="83" y="350"/>
                      <a:pt x="82" y="350"/>
                      <a:pt x="82" y="350"/>
                    </a:cubicBezTo>
                    <a:cubicBezTo>
                      <a:pt x="81" y="350"/>
                      <a:pt x="84" y="344"/>
                      <a:pt x="85" y="342"/>
                    </a:cubicBezTo>
                    <a:cubicBezTo>
                      <a:pt x="86" y="339"/>
                      <a:pt x="87" y="337"/>
                      <a:pt x="89" y="334"/>
                    </a:cubicBezTo>
                    <a:cubicBezTo>
                      <a:pt x="90" y="332"/>
                      <a:pt x="93" y="329"/>
                      <a:pt x="93" y="326"/>
                    </a:cubicBezTo>
                    <a:cubicBezTo>
                      <a:pt x="93" y="326"/>
                      <a:pt x="92" y="325"/>
                      <a:pt x="92" y="324"/>
                    </a:cubicBezTo>
                    <a:cubicBezTo>
                      <a:pt x="92" y="320"/>
                      <a:pt x="99" y="320"/>
                      <a:pt x="96" y="325"/>
                    </a:cubicBezTo>
                    <a:close/>
                    <a:moveTo>
                      <a:pt x="96" y="227"/>
                    </a:moveTo>
                    <a:cubicBezTo>
                      <a:pt x="97" y="227"/>
                      <a:pt x="97" y="228"/>
                      <a:pt x="97" y="229"/>
                    </a:cubicBezTo>
                    <a:cubicBezTo>
                      <a:pt x="96" y="230"/>
                      <a:pt x="96" y="227"/>
                      <a:pt x="96" y="227"/>
                    </a:cubicBezTo>
                    <a:close/>
                    <a:moveTo>
                      <a:pt x="98" y="402"/>
                    </a:moveTo>
                    <a:cubicBezTo>
                      <a:pt x="98" y="402"/>
                      <a:pt x="98" y="402"/>
                      <a:pt x="97" y="402"/>
                    </a:cubicBezTo>
                    <a:cubicBezTo>
                      <a:pt x="95" y="401"/>
                      <a:pt x="100" y="400"/>
                      <a:pt x="98" y="402"/>
                    </a:cubicBezTo>
                    <a:close/>
                    <a:moveTo>
                      <a:pt x="99" y="416"/>
                    </a:moveTo>
                    <a:cubicBezTo>
                      <a:pt x="101" y="416"/>
                      <a:pt x="100" y="421"/>
                      <a:pt x="99" y="422"/>
                    </a:cubicBezTo>
                    <a:cubicBezTo>
                      <a:pt x="94" y="424"/>
                      <a:pt x="98" y="416"/>
                      <a:pt x="99" y="416"/>
                    </a:cubicBezTo>
                    <a:close/>
                    <a:moveTo>
                      <a:pt x="101" y="433"/>
                    </a:moveTo>
                    <a:cubicBezTo>
                      <a:pt x="103" y="434"/>
                      <a:pt x="100" y="438"/>
                      <a:pt x="100" y="439"/>
                    </a:cubicBezTo>
                    <a:cubicBezTo>
                      <a:pt x="94" y="441"/>
                      <a:pt x="98" y="431"/>
                      <a:pt x="101" y="433"/>
                    </a:cubicBezTo>
                    <a:close/>
                    <a:moveTo>
                      <a:pt x="100" y="444"/>
                    </a:moveTo>
                    <a:cubicBezTo>
                      <a:pt x="101" y="443"/>
                      <a:pt x="99" y="445"/>
                      <a:pt x="100" y="444"/>
                    </a:cubicBezTo>
                    <a:close/>
                    <a:moveTo>
                      <a:pt x="102" y="444"/>
                    </a:moveTo>
                    <a:cubicBezTo>
                      <a:pt x="102" y="445"/>
                      <a:pt x="101" y="445"/>
                      <a:pt x="101" y="445"/>
                    </a:cubicBezTo>
                    <a:cubicBezTo>
                      <a:pt x="99" y="443"/>
                      <a:pt x="104" y="442"/>
                      <a:pt x="102" y="444"/>
                    </a:cubicBezTo>
                    <a:close/>
                    <a:moveTo>
                      <a:pt x="102" y="431"/>
                    </a:moveTo>
                    <a:cubicBezTo>
                      <a:pt x="100" y="432"/>
                      <a:pt x="100" y="428"/>
                      <a:pt x="102" y="429"/>
                    </a:cubicBezTo>
                    <a:cubicBezTo>
                      <a:pt x="103" y="429"/>
                      <a:pt x="103" y="430"/>
                      <a:pt x="102" y="431"/>
                    </a:cubicBezTo>
                    <a:close/>
                    <a:moveTo>
                      <a:pt x="103" y="445"/>
                    </a:moveTo>
                    <a:cubicBezTo>
                      <a:pt x="102" y="447"/>
                      <a:pt x="105" y="444"/>
                      <a:pt x="103" y="445"/>
                    </a:cubicBezTo>
                    <a:close/>
                    <a:moveTo>
                      <a:pt x="104" y="399"/>
                    </a:moveTo>
                    <a:cubicBezTo>
                      <a:pt x="103" y="399"/>
                      <a:pt x="103" y="397"/>
                      <a:pt x="104" y="398"/>
                    </a:cubicBezTo>
                    <a:cubicBezTo>
                      <a:pt x="104" y="398"/>
                      <a:pt x="104" y="399"/>
                      <a:pt x="104" y="399"/>
                    </a:cubicBezTo>
                    <a:close/>
                    <a:moveTo>
                      <a:pt x="104" y="288"/>
                    </a:moveTo>
                    <a:cubicBezTo>
                      <a:pt x="103" y="290"/>
                      <a:pt x="105" y="287"/>
                      <a:pt x="104" y="288"/>
                    </a:cubicBezTo>
                    <a:close/>
                    <a:moveTo>
                      <a:pt x="105" y="307"/>
                    </a:moveTo>
                    <a:cubicBezTo>
                      <a:pt x="104" y="306"/>
                      <a:pt x="106" y="303"/>
                      <a:pt x="107" y="302"/>
                    </a:cubicBezTo>
                    <a:cubicBezTo>
                      <a:pt x="107" y="304"/>
                      <a:pt x="106" y="306"/>
                      <a:pt x="105" y="307"/>
                    </a:cubicBezTo>
                    <a:close/>
                    <a:moveTo>
                      <a:pt x="106" y="414"/>
                    </a:moveTo>
                    <a:cubicBezTo>
                      <a:pt x="106" y="413"/>
                      <a:pt x="108" y="413"/>
                      <a:pt x="106" y="414"/>
                    </a:cubicBezTo>
                    <a:close/>
                    <a:moveTo>
                      <a:pt x="108" y="455"/>
                    </a:moveTo>
                    <a:cubicBezTo>
                      <a:pt x="107" y="454"/>
                      <a:pt x="109" y="454"/>
                      <a:pt x="108" y="455"/>
                    </a:cubicBezTo>
                    <a:close/>
                    <a:moveTo>
                      <a:pt x="107" y="441"/>
                    </a:moveTo>
                    <a:cubicBezTo>
                      <a:pt x="106" y="441"/>
                      <a:pt x="108" y="440"/>
                      <a:pt x="108" y="440"/>
                    </a:cubicBezTo>
                    <a:cubicBezTo>
                      <a:pt x="108" y="440"/>
                      <a:pt x="107" y="440"/>
                      <a:pt x="107" y="441"/>
                    </a:cubicBezTo>
                    <a:close/>
                    <a:moveTo>
                      <a:pt x="108" y="388"/>
                    </a:moveTo>
                    <a:cubicBezTo>
                      <a:pt x="107" y="390"/>
                      <a:pt x="107" y="386"/>
                      <a:pt x="108" y="387"/>
                    </a:cubicBezTo>
                    <a:cubicBezTo>
                      <a:pt x="109" y="387"/>
                      <a:pt x="108" y="388"/>
                      <a:pt x="108" y="388"/>
                    </a:cubicBezTo>
                    <a:close/>
                    <a:moveTo>
                      <a:pt x="109" y="420"/>
                    </a:moveTo>
                    <a:cubicBezTo>
                      <a:pt x="109" y="421"/>
                      <a:pt x="109" y="418"/>
                      <a:pt x="109" y="420"/>
                    </a:cubicBezTo>
                    <a:close/>
                    <a:moveTo>
                      <a:pt x="108" y="301"/>
                    </a:moveTo>
                    <a:cubicBezTo>
                      <a:pt x="107" y="300"/>
                      <a:pt x="108" y="298"/>
                      <a:pt x="110" y="298"/>
                    </a:cubicBezTo>
                    <a:cubicBezTo>
                      <a:pt x="110" y="299"/>
                      <a:pt x="108" y="300"/>
                      <a:pt x="108" y="301"/>
                    </a:cubicBezTo>
                    <a:close/>
                    <a:moveTo>
                      <a:pt x="110" y="401"/>
                    </a:moveTo>
                    <a:cubicBezTo>
                      <a:pt x="110" y="401"/>
                      <a:pt x="110" y="401"/>
                      <a:pt x="110" y="401"/>
                    </a:cubicBezTo>
                    <a:cubicBezTo>
                      <a:pt x="110" y="401"/>
                      <a:pt x="110" y="400"/>
                      <a:pt x="110" y="401"/>
                    </a:cubicBezTo>
                    <a:close/>
                    <a:moveTo>
                      <a:pt x="69" y="513"/>
                    </a:moveTo>
                    <a:cubicBezTo>
                      <a:pt x="69" y="513"/>
                      <a:pt x="70" y="512"/>
                      <a:pt x="70" y="512"/>
                    </a:cubicBezTo>
                    <a:cubicBezTo>
                      <a:pt x="70" y="513"/>
                      <a:pt x="69" y="513"/>
                      <a:pt x="69" y="513"/>
                    </a:cubicBezTo>
                    <a:close/>
                    <a:moveTo>
                      <a:pt x="73" y="498"/>
                    </a:moveTo>
                    <a:cubicBezTo>
                      <a:pt x="73" y="497"/>
                      <a:pt x="74" y="496"/>
                      <a:pt x="75" y="496"/>
                    </a:cubicBezTo>
                    <a:cubicBezTo>
                      <a:pt x="75" y="497"/>
                      <a:pt x="74" y="498"/>
                      <a:pt x="73" y="498"/>
                    </a:cubicBezTo>
                    <a:close/>
                    <a:moveTo>
                      <a:pt x="76" y="499"/>
                    </a:moveTo>
                    <a:cubicBezTo>
                      <a:pt x="76" y="500"/>
                      <a:pt x="77" y="498"/>
                      <a:pt x="76" y="499"/>
                    </a:cubicBezTo>
                    <a:close/>
                    <a:moveTo>
                      <a:pt x="87" y="502"/>
                    </a:moveTo>
                    <a:cubicBezTo>
                      <a:pt x="86" y="500"/>
                      <a:pt x="89" y="499"/>
                      <a:pt x="87" y="502"/>
                    </a:cubicBezTo>
                    <a:close/>
                    <a:moveTo>
                      <a:pt x="100" y="477"/>
                    </a:moveTo>
                    <a:cubicBezTo>
                      <a:pt x="101" y="479"/>
                      <a:pt x="100" y="481"/>
                      <a:pt x="100" y="483"/>
                    </a:cubicBezTo>
                    <a:cubicBezTo>
                      <a:pt x="99" y="481"/>
                      <a:pt x="99" y="479"/>
                      <a:pt x="100" y="477"/>
                    </a:cubicBezTo>
                    <a:close/>
                    <a:moveTo>
                      <a:pt x="100" y="502"/>
                    </a:moveTo>
                    <a:cubicBezTo>
                      <a:pt x="97" y="499"/>
                      <a:pt x="102" y="497"/>
                      <a:pt x="104" y="496"/>
                    </a:cubicBezTo>
                    <a:cubicBezTo>
                      <a:pt x="105" y="499"/>
                      <a:pt x="102" y="505"/>
                      <a:pt x="100" y="502"/>
                    </a:cubicBezTo>
                    <a:close/>
                    <a:moveTo>
                      <a:pt x="144" y="546"/>
                    </a:moveTo>
                    <a:cubicBezTo>
                      <a:pt x="143" y="546"/>
                      <a:pt x="144" y="546"/>
                      <a:pt x="144" y="545"/>
                    </a:cubicBezTo>
                    <a:cubicBezTo>
                      <a:pt x="143" y="542"/>
                      <a:pt x="147" y="545"/>
                      <a:pt x="144" y="546"/>
                    </a:cubicBezTo>
                    <a:close/>
                    <a:moveTo>
                      <a:pt x="196" y="598"/>
                    </a:moveTo>
                    <a:cubicBezTo>
                      <a:pt x="196" y="598"/>
                      <a:pt x="198" y="597"/>
                      <a:pt x="198" y="598"/>
                    </a:cubicBezTo>
                    <a:cubicBezTo>
                      <a:pt x="198" y="599"/>
                      <a:pt x="197" y="599"/>
                      <a:pt x="196" y="598"/>
                    </a:cubicBezTo>
                    <a:close/>
                    <a:moveTo>
                      <a:pt x="199" y="607"/>
                    </a:moveTo>
                    <a:cubicBezTo>
                      <a:pt x="198" y="607"/>
                      <a:pt x="198" y="607"/>
                      <a:pt x="198" y="607"/>
                    </a:cubicBezTo>
                    <a:cubicBezTo>
                      <a:pt x="198" y="605"/>
                      <a:pt x="200" y="608"/>
                      <a:pt x="199" y="607"/>
                    </a:cubicBezTo>
                    <a:close/>
                    <a:moveTo>
                      <a:pt x="203" y="609"/>
                    </a:moveTo>
                    <a:cubicBezTo>
                      <a:pt x="203" y="608"/>
                      <a:pt x="205" y="608"/>
                      <a:pt x="205" y="609"/>
                    </a:cubicBezTo>
                    <a:cubicBezTo>
                      <a:pt x="205" y="609"/>
                      <a:pt x="203" y="610"/>
                      <a:pt x="203" y="609"/>
                    </a:cubicBezTo>
                    <a:close/>
                    <a:moveTo>
                      <a:pt x="208" y="600"/>
                    </a:moveTo>
                    <a:cubicBezTo>
                      <a:pt x="207" y="600"/>
                      <a:pt x="209" y="600"/>
                      <a:pt x="209" y="600"/>
                    </a:cubicBezTo>
                    <a:cubicBezTo>
                      <a:pt x="209" y="601"/>
                      <a:pt x="208" y="601"/>
                      <a:pt x="208" y="600"/>
                    </a:cubicBezTo>
                    <a:close/>
                    <a:moveTo>
                      <a:pt x="226" y="627"/>
                    </a:moveTo>
                    <a:cubicBezTo>
                      <a:pt x="225" y="627"/>
                      <a:pt x="223" y="627"/>
                      <a:pt x="224" y="625"/>
                    </a:cubicBezTo>
                    <a:cubicBezTo>
                      <a:pt x="225" y="624"/>
                      <a:pt x="229" y="624"/>
                      <a:pt x="229" y="625"/>
                    </a:cubicBezTo>
                    <a:cubicBezTo>
                      <a:pt x="229" y="626"/>
                      <a:pt x="229" y="626"/>
                      <a:pt x="228" y="627"/>
                    </a:cubicBezTo>
                    <a:cubicBezTo>
                      <a:pt x="229" y="627"/>
                      <a:pt x="229" y="627"/>
                      <a:pt x="229" y="627"/>
                    </a:cubicBezTo>
                    <a:cubicBezTo>
                      <a:pt x="228" y="628"/>
                      <a:pt x="227" y="628"/>
                      <a:pt x="226" y="627"/>
                    </a:cubicBezTo>
                    <a:close/>
                    <a:moveTo>
                      <a:pt x="229" y="628"/>
                    </a:moveTo>
                    <a:cubicBezTo>
                      <a:pt x="229" y="628"/>
                      <a:pt x="231" y="628"/>
                      <a:pt x="231" y="628"/>
                    </a:cubicBezTo>
                    <a:cubicBezTo>
                      <a:pt x="231" y="629"/>
                      <a:pt x="229" y="628"/>
                      <a:pt x="229" y="628"/>
                    </a:cubicBezTo>
                    <a:close/>
                    <a:moveTo>
                      <a:pt x="228" y="653"/>
                    </a:moveTo>
                    <a:cubicBezTo>
                      <a:pt x="228" y="653"/>
                      <a:pt x="228" y="653"/>
                      <a:pt x="228" y="653"/>
                    </a:cubicBezTo>
                    <a:cubicBezTo>
                      <a:pt x="228" y="653"/>
                      <a:pt x="228" y="652"/>
                      <a:pt x="228" y="653"/>
                    </a:cubicBezTo>
                    <a:close/>
                    <a:moveTo>
                      <a:pt x="213" y="659"/>
                    </a:moveTo>
                    <a:cubicBezTo>
                      <a:pt x="213" y="659"/>
                      <a:pt x="213" y="659"/>
                      <a:pt x="213" y="659"/>
                    </a:cubicBezTo>
                    <a:cubicBezTo>
                      <a:pt x="213" y="659"/>
                      <a:pt x="213" y="659"/>
                      <a:pt x="213" y="659"/>
                    </a:cubicBezTo>
                    <a:close/>
                    <a:moveTo>
                      <a:pt x="213" y="659"/>
                    </a:moveTo>
                    <a:cubicBezTo>
                      <a:pt x="214" y="659"/>
                      <a:pt x="213" y="659"/>
                      <a:pt x="213" y="659"/>
                    </a:cubicBezTo>
                    <a:close/>
                    <a:moveTo>
                      <a:pt x="213" y="657"/>
                    </a:moveTo>
                    <a:cubicBezTo>
                      <a:pt x="213" y="656"/>
                      <a:pt x="214" y="656"/>
                      <a:pt x="214" y="656"/>
                    </a:cubicBezTo>
                    <a:cubicBezTo>
                      <a:pt x="215" y="657"/>
                      <a:pt x="214" y="657"/>
                      <a:pt x="213" y="657"/>
                    </a:cubicBezTo>
                    <a:close/>
                    <a:moveTo>
                      <a:pt x="216" y="659"/>
                    </a:moveTo>
                    <a:cubicBezTo>
                      <a:pt x="216" y="658"/>
                      <a:pt x="216" y="657"/>
                      <a:pt x="217" y="658"/>
                    </a:cubicBezTo>
                    <a:cubicBezTo>
                      <a:pt x="216" y="658"/>
                      <a:pt x="218" y="660"/>
                      <a:pt x="218" y="660"/>
                    </a:cubicBezTo>
                    <a:cubicBezTo>
                      <a:pt x="217" y="661"/>
                      <a:pt x="215" y="661"/>
                      <a:pt x="216" y="659"/>
                    </a:cubicBezTo>
                    <a:close/>
                    <a:moveTo>
                      <a:pt x="223" y="655"/>
                    </a:moveTo>
                    <a:cubicBezTo>
                      <a:pt x="222" y="654"/>
                      <a:pt x="224" y="654"/>
                      <a:pt x="224" y="655"/>
                    </a:cubicBezTo>
                    <a:cubicBezTo>
                      <a:pt x="224" y="655"/>
                      <a:pt x="223" y="655"/>
                      <a:pt x="223" y="655"/>
                    </a:cubicBezTo>
                    <a:close/>
                    <a:moveTo>
                      <a:pt x="218" y="655"/>
                    </a:moveTo>
                    <a:cubicBezTo>
                      <a:pt x="217" y="655"/>
                      <a:pt x="214" y="653"/>
                      <a:pt x="215" y="651"/>
                    </a:cubicBezTo>
                    <a:cubicBezTo>
                      <a:pt x="216" y="650"/>
                      <a:pt x="220" y="648"/>
                      <a:pt x="222" y="648"/>
                    </a:cubicBezTo>
                    <a:cubicBezTo>
                      <a:pt x="223" y="649"/>
                      <a:pt x="224" y="649"/>
                      <a:pt x="224" y="650"/>
                    </a:cubicBezTo>
                    <a:cubicBezTo>
                      <a:pt x="224" y="650"/>
                      <a:pt x="226" y="648"/>
                      <a:pt x="225" y="650"/>
                    </a:cubicBezTo>
                    <a:cubicBezTo>
                      <a:pt x="225" y="650"/>
                      <a:pt x="223" y="651"/>
                      <a:pt x="223" y="652"/>
                    </a:cubicBezTo>
                    <a:cubicBezTo>
                      <a:pt x="224" y="652"/>
                      <a:pt x="225" y="651"/>
                      <a:pt x="225" y="652"/>
                    </a:cubicBezTo>
                    <a:cubicBezTo>
                      <a:pt x="224" y="652"/>
                      <a:pt x="221" y="655"/>
                      <a:pt x="218" y="655"/>
                    </a:cubicBezTo>
                    <a:close/>
                    <a:moveTo>
                      <a:pt x="227" y="665"/>
                    </a:moveTo>
                    <a:cubicBezTo>
                      <a:pt x="223" y="666"/>
                      <a:pt x="226" y="661"/>
                      <a:pt x="228" y="662"/>
                    </a:cubicBezTo>
                    <a:cubicBezTo>
                      <a:pt x="229" y="664"/>
                      <a:pt x="228" y="664"/>
                      <a:pt x="227" y="665"/>
                    </a:cubicBezTo>
                    <a:close/>
                    <a:moveTo>
                      <a:pt x="228" y="654"/>
                    </a:moveTo>
                    <a:cubicBezTo>
                      <a:pt x="227" y="653"/>
                      <a:pt x="230" y="655"/>
                      <a:pt x="228" y="654"/>
                    </a:cubicBezTo>
                    <a:close/>
                    <a:moveTo>
                      <a:pt x="229" y="639"/>
                    </a:moveTo>
                    <a:cubicBezTo>
                      <a:pt x="228" y="638"/>
                      <a:pt x="231" y="638"/>
                      <a:pt x="231" y="639"/>
                    </a:cubicBezTo>
                    <a:cubicBezTo>
                      <a:pt x="231" y="639"/>
                      <a:pt x="230" y="640"/>
                      <a:pt x="229" y="639"/>
                    </a:cubicBezTo>
                    <a:close/>
                    <a:moveTo>
                      <a:pt x="215" y="675"/>
                    </a:moveTo>
                    <a:cubicBezTo>
                      <a:pt x="216" y="673"/>
                      <a:pt x="216" y="675"/>
                      <a:pt x="215" y="675"/>
                    </a:cubicBezTo>
                    <a:close/>
                    <a:moveTo>
                      <a:pt x="219" y="676"/>
                    </a:moveTo>
                    <a:cubicBezTo>
                      <a:pt x="220" y="675"/>
                      <a:pt x="221" y="676"/>
                      <a:pt x="223" y="676"/>
                    </a:cubicBezTo>
                    <a:cubicBezTo>
                      <a:pt x="221" y="676"/>
                      <a:pt x="220" y="677"/>
                      <a:pt x="219" y="676"/>
                    </a:cubicBezTo>
                    <a:close/>
                    <a:moveTo>
                      <a:pt x="226" y="676"/>
                    </a:moveTo>
                    <a:cubicBezTo>
                      <a:pt x="226" y="675"/>
                      <a:pt x="228" y="675"/>
                      <a:pt x="228" y="675"/>
                    </a:cubicBezTo>
                    <a:cubicBezTo>
                      <a:pt x="228" y="676"/>
                      <a:pt x="226" y="676"/>
                      <a:pt x="226" y="676"/>
                    </a:cubicBezTo>
                    <a:close/>
                    <a:moveTo>
                      <a:pt x="229" y="676"/>
                    </a:moveTo>
                    <a:cubicBezTo>
                      <a:pt x="229" y="675"/>
                      <a:pt x="230" y="676"/>
                      <a:pt x="230" y="676"/>
                    </a:cubicBezTo>
                    <a:cubicBezTo>
                      <a:pt x="230" y="676"/>
                      <a:pt x="229" y="677"/>
                      <a:pt x="229" y="676"/>
                    </a:cubicBezTo>
                    <a:close/>
                    <a:moveTo>
                      <a:pt x="234" y="679"/>
                    </a:moveTo>
                    <a:cubicBezTo>
                      <a:pt x="234" y="678"/>
                      <a:pt x="235" y="678"/>
                      <a:pt x="235" y="678"/>
                    </a:cubicBezTo>
                    <a:cubicBezTo>
                      <a:pt x="236" y="679"/>
                      <a:pt x="234" y="679"/>
                      <a:pt x="234" y="679"/>
                    </a:cubicBezTo>
                    <a:close/>
                    <a:moveTo>
                      <a:pt x="248" y="692"/>
                    </a:moveTo>
                    <a:cubicBezTo>
                      <a:pt x="248" y="691"/>
                      <a:pt x="250" y="691"/>
                      <a:pt x="250" y="691"/>
                    </a:cubicBezTo>
                    <a:cubicBezTo>
                      <a:pt x="251" y="692"/>
                      <a:pt x="249" y="692"/>
                      <a:pt x="248" y="692"/>
                    </a:cubicBezTo>
                    <a:close/>
                    <a:moveTo>
                      <a:pt x="349" y="41"/>
                    </a:moveTo>
                    <a:cubicBezTo>
                      <a:pt x="348" y="41"/>
                      <a:pt x="345" y="42"/>
                      <a:pt x="344" y="41"/>
                    </a:cubicBezTo>
                    <a:cubicBezTo>
                      <a:pt x="344" y="40"/>
                      <a:pt x="348" y="40"/>
                      <a:pt x="349" y="41"/>
                    </a:cubicBezTo>
                    <a:close/>
                    <a:moveTo>
                      <a:pt x="343" y="7"/>
                    </a:moveTo>
                    <a:cubicBezTo>
                      <a:pt x="344" y="6"/>
                      <a:pt x="345" y="8"/>
                      <a:pt x="343" y="7"/>
                    </a:cubicBezTo>
                    <a:close/>
                    <a:moveTo>
                      <a:pt x="342" y="38"/>
                    </a:moveTo>
                    <a:cubicBezTo>
                      <a:pt x="341" y="38"/>
                      <a:pt x="340" y="37"/>
                      <a:pt x="339" y="38"/>
                    </a:cubicBezTo>
                    <a:cubicBezTo>
                      <a:pt x="339" y="37"/>
                      <a:pt x="341" y="37"/>
                      <a:pt x="342" y="38"/>
                    </a:cubicBezTo>
                    <a:close/>
                    <a:moveTo>
                      <a:pt x="335" y="37"/>
                    </a:moveTo>
                    <a:cubicBezTo>
                      <a:pt x="336" y="36"/>
                      <a:pt x="337" y="39"/>
                      <a:pt x="335" y="37"/>
                    </a:cubicBezTo>
                    <a:close/>
                    <a:moveTo>
                      <a:pt x="336" y="97"/>
                    </a:moveTo>
                    <a:cubicBezTo>
                      <a:pt x="336" y="97"/>
                      <a:pt x="336" y="97"/>
                      <a:pt x="336" y="97"/>
                    </a:cubicBezTo>
                    <a:cubicBezTo>
                      <a:pt x="336" y="97"/>
                      <a:pt x="335" y="96"/>
                      <a:pt x="336" y="97"/>
                    </a:cubicBezTo>
                    <a:cubicBezTo>
                      <a:pt x="336" y="97"/>
                      <a:pt x="336" y="97"/>
                      <a:pt x="336" y="97"/>
                    </a:cubicBezTo>
                    <a:cubicBezTo>
                      <a:pt x="336" y="97"/>
                      <a:pt x="336" y="97"/>
                      <a:pt x="336" y="97"/>
                    </a:cubicBezTo>
                    <a:close/>
                    <a:moveTo>
                      <a:pt x="316" y="49"/>
                    </a:moveTo>
                    <a:cubicBezTo>
                      <a:pt x="316" y="49"/>
                      <a:pt x="313" y="50"/>
                      <a:pt x="313" y="49"/>
                    </a:cubicBezTo>
                    <a:cubicBezTo>
                      <a:pt x="312" y="49"/>
                      <a:pt x="315" y="48"/>
                      <a:pt x="316" y="49"/>
                    </a:cubicBezTo>
                    <a:close/>
                    <a:moveTo>
                      <a:pt x="321" y="108"/>
                    </a:moveTo>
                    <a:cubicBezTo>
                      <a:pt x="319" y="109"/>
                      <a:pt x="315" y="112"/>
                      <a:pt x="311" y="111"/>
                    </a:cubicBezTo>
                    <a:cubicBezTo>
                      <a:pt x="314" y="109"/>
                      <a:pt x="317" y="109"/>
                      <a:pt x="321" y="108"/>
                    </a:cubicBezTo>
                    <a:close/>
                    <a:moveTo>
                      <a:pt x="320" y="636"/>
                    </a:moveTo>
                    <a:cubicBezTo>
                      <a:pt x="319" y="636"/>
                      <a:pt x="320" y="635"/>
                      <a:pt x="320" y="635"/>
                    </a:cubicBezTo>
                    <a:cubicBezTo>
                      <a:pt x="321" y="635"/>
                      <a:pt x="320" y="636"/>
                      <a:pt x="320" y="636"/>
                    </a:cubicBezTo>
                    <a:close/>
                    <a:moveTo>
                      <a:pt x="319" y="620"/>
                    </a:moveTo>
                    <a:cubicBezTo>
                      <a:pt x="319" y="620"/>
                      <a:pt x="318" y="620"/>
                      <a:pt x="317" y="620"/>
                    </a:cubicBezTo>
                    <a:cubicBezTo>
                      <a:pt x="318" y="620"/>
                      <a:pt x="319" y="619"/>
                      <a:pt x="319" y="620"/>
                    </a:cubicBezTo>
                    <a:close/>
                    <a:moveTo>
                      <a:pt x="318" y="614"/>
                    </a:moveTo>
                    <a:cubicBezTo>
                      <a:pt x="317" y="613"/>
                      <a:pt x="319" y="615"/>
                      <a:pt x="318" y="614"/>
                    </a:cubicBezTo>
                    <a:close/>
                    <a:moveTo>
                      <a:pt x="313" y="137"/>
                    </a:moveTo>
                    <a:cubicBezTo>
                      <a:pt x="312" y="140"/>
                      <a:pt x="312" y="135"/>
                      <a:pt x="312" y="137"/>
                    </a:cubicBezTo>
                    <a:cubicBezTo>
                      <a:pt x="312" y="137"/>
                      <a:pt x="313" y="137"/>
                      <a:pt x="313" y="137"/>
                    </a:cubicBezTo>
                    <a:close/>
                    <a:moveTo>
                      <a:pt x="311" y="41"/>
                    </a:moveTo>
                    <a:cubicBezTo>
                      <a:pt x="310" y="42"/>
                      <a:pt x="309" y="40"/>
                      <a:pt x="311" y="41"/>
                    </a:cubicBezTo>
                    <a:close/>
                    <a:moveTo>
                      <a:pt x="309" y="527"/>
                    </a:moveTo>
                    <a:cubicBezTo>
                      <a:pt x="309" y="528"/>
                      <a:pt x="306" y="529"/>
                      <a:pt x="306" y="527"/>
                    </a:cubicBezTo>
                    <a:cubicBezTo>
                      <a:pt x="306" y="525"/>
                      <a:pt x="309" y="526"/>
                      <a:pt x="309" y="527"/>
                    </a:cubicBezTo>
                    <a:close/>
                    <a:moveTo>
                      <a:pt x="307" y="61"/>
                    </a:moveTo>
                    <a:cubicBezTo>
                      <a:pt x="306" y="60"/>
                      <a:pt x="308" y="61"/>
                      <a:pt x="307" y="61"/>
                    </a:cubicBezTo>
                    <a:close/>
                    <a:moveTo>
                      <a:pt x="293" y="53"/>
                    </a:moveTo>
                    <a:cubicBezTo>
                      <a:pt x="298" y="52"/>
                      <a:pt x="304" y="52"/>
                      <a:pt x="309" y="51"/>
                    </a:cubicBezTo>
                    <a:cubicBezTo>
                      <a:pt x="304" y="53"/>
                      <a:pt x="299" y="53"/>
                      <a:pt x="293" y="53"/>
                    </a:cubicBezTo>
                    <a:close/>
                    <a:moveTo>
                      <a:pt x="282" y="662"/>
                    </a:moveTo>
                    <a:cubicBezTo>
                      <a:pt x="281" y="662"/>
                      <a:pt x="279" y="663"/>
                      <a:pt x="277" y="663"/>
                    </a:cubicBezTo>
                    <a:cubicBezTo>
                      <a:pt x="279" y="662"/>
                      <a:pt x="281" y="661"/>
                      <a:pt x="282" y="662"/>
                    </a:cubicBezTo>
                    <a:close/>
                    <a:moveTo>
                      <a:pt x="278" y="582"/>
                    </a:moveTo>
                    <a:cubicBezTo>
                      <a:pt x="278" y="581"/>
                      <a:pt x="280" y="581"/>
                      <a:pt x="279" y="582"/>
                    </a:cubicBezTo>
                    <a:cubicBezTo>
                      <a:pt x="279" y="582"/>
                      <a:pt x="279" y="582"/>
                      <a:pt x="278" y="582"/>
                    </a:cubicBezTo>
                    <a:close/>
                    <a:moveTo>
                      <a:pt x="282" y="582"/>
                    </a:moveTo>
                    <a:cubicBezTo>
                      <a:pt x="282" y="582"/>
                      <a:pt x="280" y="583"/>
                      <a:pt x="280" y="581"/>
                    </a:cubicBezTo>
                    <a:cubicBezTo>
                      <a:pt x="280" y="580"/>
                      <a:pt x="282" y="581"/>
                      <a:pt x="282" y="582"/>
                    </a:cubicBezTo>
                    <a:close/>
                    <a:moveTo>
                      <a:pt x="281" y="574"/>
                    </a:moveTo>
                    <a:cubicBezTo>
                      <a:pt x="281" y="575"/>
                      <a:pt x="280" y="575"/>
                      <a:pt x="280" y="574"/>
                    </a:cubicBezTo>
                    <a:cubicBezTo>
                      <a:pt x="279" y="574"/>
                      <a:pt x="281" y="573"/>
                      <a:pt x="281" y="574"/>
                    </a:cubicBezTo>
                    <a:close/>
                    <a:moveTo>
                      <a:pt x="294" y="551"/>
                    </a:moveTo>
                    <a:cubicBezTo>
                      <a:pt x="291" y="553"/>
                      <a:pt x="287" y="555"/>
                      <a:pt x="285" y="556"/>
                    </a:cubicBezTo>
                    <a:cubicBezTo>
                      <a:pt x="285" y="556"/>
                      <a:pt x="283" y="557"/>
                      <a:pt x="284" y="556"/>
                    </a:cubicBezTo>
                    <a:cubicBezTo>
                      <a:pt x="286" y="553"/>
                      <a:pt x="291" y="553"/>
                      <a:pt x="294" y="551"/>
                    </a:cubicBezTo>
                    <a:close/>
                    <a:moveTo>
                      <a:pt x="286" y="536"/>
                    </a:moveTo>
                    <a:cubicBezTo>
                      <a:pt x="286" y="535"/>
                      <a:pt x="286" y="536"/>
                      <a:pt x="286" y="536"/>
                    </a:cubicBezTo>
                    <a:cubicBezTo>
                      <a:pt x="285" y="536"/>
                      <a:pt x="286" y="535"/>
                      <a:pt x="286" y="536"/>
                    </a:cubicBezTo>
                    <a:close/>
                    <a:moveTo>
                      <a:pt x="287" y="536"/>
                    </a:moveTo>
                    <a:cubicBezTo>
                      <a:pt x="287" y="534"/>
                      <a:pt x="289" y="534"/>
                      <a:pt x="289" y="536"/>
                    </a:cubicBezTo>
                    <a:cubicBezTo>
                      <a:pt x="289" y="537"/>
                      <a:pt x="287" y="536"/>
                      <a:pt x="287" y="536"/>
                    </a:cubicBezTo>
                    <a:close/>
                    <a:moveTo>
                      <a:pt x="290" y="512"/>
                    </a:moveTo>
                    <a:cubicBezTo>
                      <a:pt x="291" y="510"/>
                      <a:pt x="293" y="509"/>
                      <a:pt x="294" y="508"/>
                    </a:cubicBezTo>
                    <a:cubicBezTo>
                      <a:pt x="294" y="509"/>
                      <a:pt x="292" y="510"/>
                      <a:pt x="290" y="512"/>
                    </a:cubicBezTo>
                    <a:close/>
                    <a:moveTo>
                      <a:pt x="290" y="550"/>
                    </a:moveTo>
                    <a:cubicBezTo>
                      <a:pt x="290" y="549"/>
                      <a:pt x="291" y="548"/>
                      <a:pt x="292" y="549"/>
                    </a:cubicBezTo>
                    <a:cubicBezTo>
                      <a:pt x="292" y="550"/>
                      <a:pt x="290" y="551"/>
                      <a:pt x="290" y="550"/>
                    </a:cubicBezTo>
                    <a:close/>
                    <a:moveTo>
                      <a:pt x="287" y="638"/>
                    </a:moveTo>
                    <a:cubicBezTo>
                      <a:pt x="288" y="637"/>
                      <a:pt x="289" y="637"/>
                      <a:pt x="290" y="637"/>
                    </a:cubicBezTo>
                    <a:cubicBezTo>
                      <a:pt x="289" y="637"/>
                      <a:pt x="288" y="638"/>
                      <a:pt x="287" y="638"/>
                    </a:cubicBezTo>
                    <a:close/>
                    <a:moveTo>
                      <a:pt x="290" y="640"/>
                    </a:moveTo>
                    <a:cubicBezTo>
                      <a:pt x="289" y="641"/>
                      <a:pt x="288" y="640"/>
                      <a:pt x="287" y="641"/>
                    </a:cubicBezTo>
                    <a:cubicBezTo>
                      <a:pt x="287" y="640"/>
                      <a:pt x="289" y="639"/>
                      <a:pt x="290" y="640"/>
                    </a:cubicBezTo>
                    <a:close/>
                    <a:moveTo>
                      <a:pt x="292" y="594"/>
                    </a:moveTo>
                    <a:cubicBezTo>
                      <a:pt x="292" y="595"/>
                      <a:pt x="288" y="596"/>
                      <a:pt x="288" y="593"/>
                    </a:cubicBezTo>
                    <a:cubicBezTo>
                      <a:pt x="288" y="591"/>
                      <a:pt x="292" y="592"/>
                      <a:pt x="292" y="594"/>
                    </a:cubicBezTo>
                    <a:close/>
                    <a:moveTo>
                      <a:pt x="288" y="573"/>
                    </a:moveTo>
                    <a:cubicBezTo>
                      <a:pt x="288" y="572"/>
                      <a:pt x="290" y="571"/>
                      <a:pt x="291" y="571"/>
                    </a:cubicBezTo>
                    <a:cubicBezTo>
                      <a:pt x="290" y="572"/>
                      <a:pt x="289" y="572"/>
                      <a:pt x="288" y="573"/>
                    </a:cubicBezTo>
                    <a:close/>
                    <a:moveTo>
                      <a:pt x="292" y="571"/>
                    </a:moveTo>
                    <a:cubicBezTo>
                      <a:pt x="292" y="570"/>
                      <a:pt x="293" y="569"/>
                      <a:pt x="294" y="570"/>
                    </a:cubicBezTo>
                    <a:cubicBezTo>
                      <a:pt x="294" y="571"/>
                      <a:pt x="292" y="571"/>
                      <a:pt x="292" y="571"/>
                    </a:cubicBezTo>
                    <a:close/>
                    <a:moveTo>
                      <a:pt x="293" y="594"/>
                    </a:moveTo>
                    <a:cubicBezTo>
                      <a:pt x="293" y="596"/>
                      <a:pt x="291" y="595"/>
                      <a:pt x="293" y="594"/>
                    </a:cubicBezTo>
                    <a:close/>
                    <a:moveTo>
                      <a:pt x="291" y="595"/>
                    </a:moveTo>
                    <a:cubicBezTo>
                      <a:pt x="290" y="597"/>
                      <a:pt x="288" y="596"/>
                      <a:pt x="291" y="595"/>
                    </a:cubicBezTo>
                    <a:close/>
                    <a:moveTo>
                      <a:pt x="290" y="625"/>
                    </a:moveTo>
                    <a:cubicBezTo>
                      <a:pt x="291" y="626"/>
                      <a:pt x="290" y="625"/>
                      <a:pt x="290" y="625"/>
                    </a:cubicBezTo>
                    <a:cubicBezTo>
                      <a:pt x="290" y="625"/>
                      <a:pt x="290" y="625"/>
                      <a:pt x="290" y="625"/>
                    </a:cubicBezTo>
                    <a:close/>
                    <a:moveTo>
                      <a:pt x="289" y="602"/>
                    </a:moveTo>
                    <a:cubicBezTo>
                      <a:pt x="289" y="601"/>
                      <a:pt x="292" y="601"/>
                      <a:pt x="293" y="601"/>
                    </a:cubicBezTo>
                    <a:cubicBezTo>
                      <a:pt x="292" y="602"/>
                      <a:pt x="290" y="602"/>
                      <a:pt x="289" y="602"/>
                    </a:cubicBezTo>
                    <a:close/>
                    <a:moveTo>
                      <a:pt x="291" y="634"/>
                    </a:moveTo>
                    <a:cubicBezTo>
                      <a:pt x="292" y="634"/>
                      <a:pt x="293" y="634"/>
                      <a:pt x="292" y="635"/>
                    </a:cubicBezTo>
                    <a:cubicBezTo>
                      <a:pt x="292" y="636"/>
                      <a:pt x="291" y="635"/>
                      <a:pt x="291" y="634"/>
                    </a:cubicBezTo>
                    <a:close/>
                    <a:moveTo>
                      <a:pt x="295" y="635"/>
                    </a:moveTo>
                    <a:cubicBezTo>
                      <a:pt x="294" y="636"/>
                      <a:pt x="293" y="637"/>
                      <a:pt x="291" y="636"/>
                    </a:cubicBezTo>
                    <a:cubicBezTo>
                      <a:pt x="292" y="636"/>
                      <a:pt x="294" y="636"/>
                      <a:pt x="295" y="635"/>
                    </a:cubicBezTo>
                    <a:close/>
                    <a:moveTo>
                      <a:pt x="293" y="583"/>
                    </a:moveTo>
                    <a:cubicBezTo>
                      <a:pt x="293" y="583"/>
                      <a:pt x="294" y="583"/>
                      <a:pt x="294" y="583"/>
                    </a:cubicBezTo>
                    <a:cubicBezTo>
                      <a:pt x="295" y="584"/>
                      <a:pt x="293" y="585"/>
                      <a:pt x="293" y="583"/>
                    </a:cubicBezTo>
                    <a:close/>
                    <a:moveTo>
                      <a:pt x="285" y="657"/>
                    </a:moveTo>
                    <a:cubicBezTo>
                      <a:pt x="285" y="657"/>
                      <a:pt x="285" y="657"/>
                      <a:pt x="285" y="657"/>
                    </a:cubicBezTo>
                    <a:cubicBezTo>
                      <a:pt x="285" y="657"/>
                      <a:pt x="285" y="657"/>
                      <a:pt x="285" y="657"/>
                    </a:cubicBezTo>
                    <a:cubicBezTo>
                      <a:pt x="285" y="657"/>
                      <a:pt x="285" y="657"/>
                      <a:pt x="285" y="657"/>
                    </a:cubicBezTo>
                    <a:close/>
                    <a:moveTo>
                      <a:pt x="284" y="538"/>
                    </a:moveTo>
                    <a:cubicBezTo>
                      <a:pt x="283" y="538"/>
                      <a:pt x="284" y="537"/>
                      <a:pt x="284" y="537"/>
                    </a:cubicBezTo>
                    <a:cubicBezTo>
                      <a:pt x="285" y="537"/>
                      <a:pt x="284" y="538"/>
                      <a:pt x="284" y="538"/>
                    </a:cubicBezTo>
                    <a:close/>
                    <a:moveTo>
                      <a:pt x="285" y="588"/>
                    </a:moveTo>
                    <a:cubicBezTo>
                      <a:pt x="284" y="589"/>
                      <a:pt x="283" y="589"/>
                      <a:pt x="282" y="590"/>
                    </a:cubicBezTo>
                    <a:cubicBezTo>
                      <a:pt x="282" y="590"/>
                      <a:pt x="284" y="588"/>
                      <a:pt x="285" y="588"/>
                    </a:cubicBezTo>
                    <a:close/>
                    <a:moveTo>
                      <a:pt x="285" y="657"/>
                    </a:moveTo>
                    <a:cubicBezTo>
                      <a:pt x="285" y="657"/>
                      <a:pt x="285" y="657"/>
                      <a:pt x="285" y="657"/>
                    </a:cubicBezTo>
                    <a:cubicBezTo>
                      <a:pt x="285" y="657"/>
                      <a:pt x="285" y="657"/>
                      <a:pt x="285" y="657"/>
                    </a:cubicBezTo>
                    <a:close/>
                    <a:moveTo>
                      <a:pt x="284" y="612"/>
                    </a:moveTo>
                    <a:cubicBezTo>
                      <a:pt x="281" y="614"/>
                      <a:pt x="281" y="612"/>
                      <a:pt x="284" y="612"/>
                    </a:cubicBezTo>
                    <a:close/>
                    <a:moveTo>
                      <a:pt x="283" y="648"/>
                    </a:moveTo>
                    <a:cubicBezTo>
                      <a:pt x="284" y="645"/>
                      <a:pt x="286" y="647"/>
                      <a:pt x="283" y="648"/>
                    </a:cubicBezTo>
                    <a:close/>
                    <a:moveTo>
                      <a:pt x="287" y="661"/>
                    </a:moveTo>
                    <a:cubicBezTo>
                      <a:pt x="287" y="661"/>
                      <a:pt x="285" y="662"/>
                      <a:pt x="284" y="662"/>
                    </a:cubicBezTo>
                    <a:cubicBezTo>
                      <a:pt x="284" y="661"/>
                      <a:pt x="287" y="660"/>
                      <a:pt x="287" y="661"/>
                    </a:cubicBezTo>
                    <a:close/>
                    <a:moveTo>
                      <a:pt x="288" y="667"/>
                    </a:moveTo>
                    <a:cubicBezTo>
                      <a:pt x="288" y="668"/>
                      <a:pt x="286" y="668"/>
                      <a:pt x="286" y="667"/>
                    </a:cubicBezTo>
                    <a:cubicBezTo>
                      <a:pt x="285" y="666"/>
                      <a:pt x="288" y="666"/>
                      <a:pt x="288" y="667"/>
                    </a:cubicBezTo>
                    <a:close/>
                    <a:moveTo>
                      <a:pt x="287" y="650"/>
                    </a:moveTo>
                    <a:cubicBezTo>
                      <a:pt x="287" y="648"/>
                      <a:pt x="290" y="647"/>
                      <a:pt x="291" y="649"/>
                    </a:cubicBezTo>
                    <a:cubicBezTo>
                      <a:pt x="295" y="653"/>
                      <a:pt x="286" y="654"/>
                      <a:pt x="287" y="650"/>
                    </a:cubicBezTo>
                    <a:close/>
                    <a:moveTo>
                      <a:pt x="292" y="691"/>
                    </a:moveTo>
                    <a:cubicBezTo>
                      <a:pt x="292" y="691"/>
                      <a:pt x="292" y="691"/>
                      <a:pt x="292" y="691"/>
                    </a:cubicBezTo>
                    <a:cubicBezTo>
                      <a:pt x="292" y="689"/>
                      <a:pt x="294" y="692"/>
                      <a:pt x="292" y="691"/>
                    </a:cubicBezTo>
                    <a:close/>
                    <a:moveTo>
                      <a:pt x="292" y="646"/>
                    </a:moveTo>
                    <a:cubicBezTo>
                      <a:pt x="290" y="644"/>
                      <a:pt x="297" y="643"/>
                      <a:pt x="294" y="646"/>
                    </a:cubicBezTo>
                    <a:cubicBezTo>
                      <a:pt x="294" y="646"/>
                      <a:pt x="293" y="646"/>
                      <a:pt x="292" y="646"/>
                    </a:cubicBezTo>
                    <a:close/>
                    <a:moveTo>
                      <a:pt x="294" y="600"/>
                    </a:moveTo>
                    <a:cubicBezTo>
                      <a:pt x="294" y="600"/>
                      <a:pt x="296" y="599"/>
                      <a:pt x="297" y="599"/>
                    </a:cubicBezTo>
                    <a:cubicBezTo>
                      <a:pt x="296" y="600"/>
                      <a:pt x="295" y="600"/>
                      <a:pt x="294" y="600"/>
                    </a:cubicBezTo>
                    <a:close/>
                    <a:moveTo>
                      <a:pt x="293" y="530"/>
                    </a:moveTo>
                    <a:cubicBezTo>
                      <a:pt x="294" y="529"/>
                      <a:pt x="296" y="528"/>
                      <a:pt x="297" y="530"/>
                    </a:cubicBezTo>
                    <a:cubicBezTo>
                      <a:pt x="298" y="532"/>
                      <a:pt x="293" y="534"/>
                      <a:pt x="293" y="530"/>
                    </a:cubicBezTo>
                    <a:close/>
                    <a:moveTo>
                      <a:pt x="303" y="581"/>
                    </a:moveTo>
                    <a:cubicBezTo>
                      <a:pt x="303" y="584"/>
                      <a:pt x="298" y="584"/>
                      <a:pt x="297" y="581"/>
                    </a:cubicBezTo>
                    <a:cubicBezTo>
                      <a:pt x="297" y="578"/>
                      <a:pt x="303" y="579"/>
                      <a:pt x="303" y="581"/>
                    </a:cubicBezTo>
                    <a:close/>
                    <a:moveTo>
                      <a:pt x="298" y="504"/>
                    </a:moveTo>
                    <a:cubicBezTo>
                      <a:pt x="298" y="503"/>
                      <a:pt x="300" y="504"/>
                      <a:pt x="298" y="504"/>
                    </a:cubicBezTo>
                    <a:close/>
                    <a:moveTo>
                      <a:pt x="300" y="102"/>
                    </a:moveTo>
                    <a:cubicBezTo>
                      <a:pt x="298" y="103"/>
                      <a:pt x="297" y="101"/>
                      <a:pt x="300" y="102"/>
                    </a:cubicBezTo>
                    <a:close/>
                    <a:moveTo>
                      <a:pt x="299" y="578"/>
                    </a:moveTo>
                    <a:cubicBezTo>
                      <a:pt x="299" y="578"/>
                      <a:pt x="298" y="579"/>
                      <a:pt x="298" y="578"/>
                    </a:cubicBezTo>
                    <a:cubicBezTo>
                      <a:pt x="297" y="577"/>
                      <a:pt x="300" y="577"/>
                      <a:pt x="299" y="578"/>
                    </a:cubicBezTo>
                    <a:close/>
                    <a:moveTo>
                      <a:pt x="303" y="67"/>
                    </a:moveTo>
                    <a:cubicBezTo>
                      <a:pt x="302" y="69"/>
                      <a:pt x="302" y="67"/>
                      <a:pt x="303" y="67"/>
                    </a:cubicBezTo>
                    <a:close/>
                    <a:moveTo>
                      <a:pt x="304" y="592"/>
                    </a:moveTo>
                    <a:cubicBezTo>
                      <a:pt x="304" y="593"/>
                      <a:pt x="301" y="593"/>
                      <a:pt x="300" y="594"/>
                    </a:cubicBezTo>
                    <a:cubicBezTo>
                      <a:pt x="301" y="593"/>
                      <a:pt x="303" y="592"/>
                      <a:pt x="304" y="592"/>
                    </a:cubicBezTo>
                    <a:close/>
                    <a:moveTo>
                      <a:pt x="304" y="660"/>
                    </a:moveTo>
                    <a:cubicBezTo>
                      <a:pt x="304" y="661"/>
                      <a:pt x="304" y="662"/>
                      <a:pt x="304" y="662"/>
                    </a:cubicBezTo>
                    <a:cubicBezTo>
                      <a:pt x="302" y="664"/>
                      <a:pt x="301" y="659"/>
                      <a:pt x="304" y="660"/>
                    </a:cubicBezTo>
                    <a:close/>
                    <a:moveTo>
                      <a:pt x="308" y="41"/>
                    </a:moveTo>
                    <a:cubicBezTo>
                      <a:pt x="308" y="41"/>
                      <a:pt x="307" y="42"/>
                      <a:pt x="307" y="42"/>
                    </a:cubicBezTo>
                    <a:cubicBezTo>
                      <a:pt x="306" y="42"/>
                      <a:pt x="307" y="41"/>
                      <a:pt x="308" y="41"/>
                    </a:cubicBezTo>
                    <a:close/>
                    <a:moveTo>
                      <a:pt x="298" y="26"/>
                    </a:moveTo>
                    <a:cubicBezTo>
                      <a:pt x="300" y="25"/>
                      <a:pt x="300" y="27"/>
                      <a:pt x="298" y="26"/>
                    </a:cubicBezTo>
                    <a:close/>
                    <a:moveTo>
                      <a:pt x="299" y="30"/>
                    </a:moveTo>
                    <a:cubicBezTo>
                      <a:pt x="297" y="31"/>
                      <a:pt x="295" y="30"/>
                      <a:pt x="293" y="30"/>
                    </a:cubicBezTo>
                    <a:cubicBezTo>
                      <a:pt x="295" y="29"/>
                      <a:pt x="297" y="29"/>
                      <a:pt x="299" y="30"/>
                    </a:cubicBezTo>
                    <a:close/>
                    <a:moveTo>
                      <a:pt x="291" y="53"/>
                    </a:moveTo>
                    <a:cubicBezTo>
                      <a:pt x="287" y="54"/>
                      <a:pt x="283" y="55"/>
                      <a:pt x="279" y="55"/>
                    </a:cubicBezTo>
                    <a:cubicBezTo>
                      <a:pt x="283" y="54"/>
                      <a:pt x="287" y="53"/>
                      <a:pt x="291" y="53"/>
                    </a:cubicBezTo>
                    <a:close/>
                    <a:moveTo>
                      <a:pt x="288" y="513"/>
                    </a:moveTo>
                    <a:cubicBezTo>
                      <a:pt x="287" y="513"/>
                      <a:pt x="290" y="512"/>
                      <a:pt x="289" y="512"/>
                    </a:cubicBezTo>
                    <a:cubicBezTo>
                      <a:pt x="290" y="512"/>
                      <a:pt x="289" y="514"/>
                      <a:pt x="288" y="513"/>
                    </a:cubicBezTo>
                    <a:close/>
                    <a:moveTo>
                      <a:pt x="282" y="526"/>
                    </a:moveTo>
                    <a:cubicBezTo>
                      <a:pt x="282" y="526"/>
                      <a:pt x="281" y="527"/>
                      <a:pt x="280" y="526"/>
                    </a:cubicBezTo>
                    <a:cubicBezTo>
                      <a:pt x="280" y="526"/>
                      <a:pt x="282" y="525"/>
                      <a:pt x="282" y="526"/>
                    </a:cubicBezTo>
                    <a:close/>
                    <a:moveTo>
                      <a:pt x="286" y="526"/>
                    </a:moveTo>
                    <a:cubicBezTo>
                      <a:pt x="286" y="526"/>
                      <a:pt x="291" y="524"/>
                      <a:pt x="290" y="526"/>
                    </a:cubicBezTo>
                    <a:cubicBezTo>
                      <a:pt x="290" y="527"/>
                      <a:pt x="285" y="527"/>
                      <a:pt x="284" y="527"/>
                    </a:cubicBezTo>
                    <a:cubicBezTo>
                      <a:pt x="281" y="527"/>
                      <a:pt x="278" y="530"/>
                      <a:pt x="275" y="529"/>
                    </a:cubicBezTo>
                    <a:cubicBezTo>
                      <a:pt x="276" y="527"/>
                      <a:pt x="284" y="527"/>
                      <a:pt x="286" y="526"/>
                    </a:cubicBezTo>
                    <a:close/>
                    <a:moveTo>
                      <a:pt x="277" y="694"/>
                    </a:moveTo>
                    <a:cubicBezTo>
                      <a:pt x="277" y="695"/>
                      <a:pt x="275" y="695"/>
                      <a:pt x="275" y="694"/>
                    </a:cubicBezTo>
                    <a:cubicBezTo>
                      <a:pt x="275" y="693"/>
                      <a:pt x="277" y="694"/>
                      <a:pt x="277" y="694"/>
                    </a:cubicBezTo>
                    <a:close/>
                    <a:moveTo>
                      <a:pt x="266" y="653"/>
                    </a:moveTo>
                    <a:cubicBezTo>
                      <a:pt x="266" y="653"/>
                      <a:pt x="266" y="652"/>
                      <a:pt x="266" y="651"/>
                    </a:cubicBezTo>
                    <a:cubicBezTo>
                      <a:pt x="267" y="648"/>
                      <a:pt x="270" y="649"/>
                      <a:pt x="271" y="650"/>
                    </a:cubicBezTo>
                    <a:cubicBezTo>
                      <a:pt x="271" y="650"/>
                      <a:pt x="271" y="650"/>
                      <a:pt x="271" y="650"/>
                    </a:cubicBezTo>
                    <a:cubicBezTo>
                      <a:pt x="271" y="650"/>
                      <a:pt x="271" y="650"/>
                      <a:pt x="272" y="650"/>
                    </a:cubicBezTo>
                    <a:cubicBezTo>
                      <a:pt x="275" y="651"/>
                      <a:pt x="270" y="659"/>
                      <a:pt x="266" y="653"/>
                    </a:cubicBezTo>
                    <a:close/>
                    <a:moveTo>
                      <a:pt x="268" y="657"/>
                    </a:moveTo>
                    <a:cubicBezTo>
                      <a:pt x="267" y="656"/>
                      <a:pt x="269" y="657"/>
                      <a:pt x="268" y="657"/>
                    </a:cubicBezTo>
                    <a:close/>
                    <a:moveTo>
                      <a:pt x="264" y="633"/>
                    </a:moveTo>
                    <a:cubicBezTo>
                      <a:pt x="263" y="633"/>
                      <a:pt x="264" y="632"/>
                      <a:pt x="265" y="632"/>
                    </a:cubicBezTo>
                    <a:cubicBezTo>
                      <a:pt x="265" y="633"/>
                      <a:pt x="264" y="632"/>
                      <a:pt x="264" y="633"/>
                    </a:cubicBezTo>
                    <a:close/>
                    <a:moveTo>
                      <a:pt x="263" y="663"/>
                    </a:moveTo>
                    <a:cubicBezTo>
                      <a:pt x="265" y="662"/>
                      <a:pt x="265" y="664"/>
                      <a:pt x="263" y="663"/>
                    </a:cubicBezTo>
                    <a:close/>
                    <a:moveTo>
                      <a:pt x="265" y="623"/>
                    </a:moveTo>
                    <a:cubicBezTo>
                      <a:pt x="267" y="623"/>
                      <a:pt x="269" y="624"/>
                      <a:pt x="269" y="627"/>
                    </a:cubicBezTo>
                    <a:cubicBezTo>
                      <a:pt x="268" y="625"/>
                      <a:pt x="267" y="628"/>
                      <a:pt x="265" y="629"/>
                    </a:cubicBezTo>
                    <a:cubicBezTo>
                      <a:pt x="258" y="631"/>
                      <a:pt x="258" y="621"/>
                      <a:pt x="265" y="623"/>
                    </a:cubicBezTo>
                    <a:close/>
                    <a:moveTo>
                      <a:pt x="271" y="560"/>
                    </a:moveTo>
                    <a:cubicBezTo>
                      <a:pt x="272" y="561"/>
                      <a:pt x="269" y="562"/>
                      <a:pt x="269" y="561"/>
                    </a:cubicBezTo>
                    <a:cubicBezTo>
                      <a:pt x="269" y="560"/>
                      <a:pt x="271" y="559"/>
                      <a:pt x="271" y="560"/>
                    </a:cubicBezTo>
                    <a:close/>
                    <a:moveTo>
                      <a:pt x="271" y="507"/>
                    </a:moveTo>
                    <a:cubicBezTo>
                      <a:pt x="271" y="505"/>
                      <a:pt x="271" y="509"/>
                      <a:pt x="271" y="507"/>
                    </a:cubicBezTo>
                    <a:close/>
                    <a:moveTo>
                      <a:pt x="273" y="532"/>
                    </a:moveTo>
                    <a:cubicBezTo>
                      <a:pt x="273" y="532"/>
                      <a:pt x="273" y="533"/>
                      <a:pt x="273" y="533"/>
                    </a:cubicBezTo>
                    <a:cubicBezTo>
                      <a:pt x="270" y="531"/>
                      <a:pt x="277" y="530"/>
                      <a:pt x="273" y="532"/>
                    </a:cubicBezTo>
                    <a:close/>
                    <a:moveTo>
                      <a:pt x="273" y="556"/>
                    </a:moveTo>
                    <a:cubicBezTo>
                      <a:pt x="273" y="555"/>
                      <a:pt x="274" y="555"/>
                      <a:pt x="274" y="555"/>
                    </a:cubicBezTo>
                    <a:cubicBezTo>
                      <a:pt x="277" y="555"/>
                      <a:pt x="274" y="558"/>
                      <a:pt x="273" y="556"/>
                    </a:cubicBezTo>
                    <a:close/>
                    <a:moveTo>
                      <a:pt x="270" y="624"/>
                    </a:moveTo>
                    <a:cubicBezTo>
                      <a:pt x="270" y="624"/>
                      <a:pt x="269" y="624"/>
                      <a:pt x="269" y="624"/>
                    </a:cubicBezTo>
                    <a:cubicBezTo>
                      <a:pt x="269" y="623"/>
                      <a:pt x="271" y="623"/>
                      <a:pt x="270" y="624"/>
                    </a:cubicBezTo>
                    <a:close/>
                    <a:moveTo>
                      <a:pt x="266" y="617"/>
                    </a:moveTo>
                    <a:cubicBezTo>
                      <a:pt x="266" y="615"/>
                      <a:pt x="269" y="616"/>
                      <a:pt x="269" y="617"/>
                    </a:cubicBezTo>
                    <a:cubicBezTo>
                      <a:pt x="269" y="618"/>
                      <a:pt x="267" y="618"/>
                      <a:pt x="266" y="617"/>
                    </a:cubicBezTo>
                    <a:close/>
                    <a:moveTo>
                      <a:pt x="271" y="647"/>
                    </a:moveTo>
                    <a:cubicBezTo>
                      <a:pt x="271" y="648"/>
                      <a:pt x="269" y="648"/>
                      <a:pt x="269" y="647"/>
                    </a:cubicBezTo>
                    <a:cubicBezTo>
                      <a:pt x="269" y="647"/>
                      <a:pt x="270" y="646"/>
                      <a:pt x="271" y="647"/>
                    </a:cubicBezTo>
                    <a:close/>
                    <a:moveTo>
                      <a:pt x="270" y="628"/>
                    </a:moveTo>
                    <a:cubicBezTo>
                      <a:pt x="270" y="627"/>
                      <a:pt x="273" y="626"/>
                      <a:pt x="273" y="628"/>
                    </a:cubicBezTo>
                    <a:cubicBezTo>
                      <a:pt x="273" y="628"/>
                      <a:pt x="270" y="630"/>
                      <a:pt x="270" y="628"/>
                    </a:cubicBezTo>
                    <a:close/>
                    <a:moveTo>
                      <a:pt x="273" y="613"/>
                    </a:moveTo>
                    <a:cubicBezTo>
                      <a:pt x="273" y="614"/>
                      <a:pt x="271" y="614"/>
                      <a:pt x="271" y="614"/>
                    </a:cubicBezTo>
                    <a:cubicBezTo>
                      <a:pt x="270" y="613"/>
                      <a:pt x="272" y="613"/>
                      <a:pt x="273" y="613"/>
                    </a:cubicBezTo>
                    <a:close/>
                    <a:moveTo>
                      <a:pt x="270" y="571"/>
                    </a:moveTo>
                    <a:cubicBezTo>
                      <a:pt x="270" y="571"/>
                      <a:pt x="270" y="571"/>
                      <a:pt x="270" y="571"/>
                    </a:cubicBezTo>
                    <a:cubicBezTo>
                      <a:pt x="270" y="569"/>
                      <a:pt x="272" y="572"/>
                      <a:pt x="270" y="571"/>
                    </a:cubicBezTo>
                    <a:close/>
                    <a:moveTo>
                      <a:pt x="271" y="564"/>
                    </a:moveTo>
                    <a:cubicBezTo>
                      <a:pt x="269" y="565"/>
                      <a:pt x="268" y="566"/>
                      <a:pt x="267" y="566"/>
                    </a:cubicBezTo>
                    <a:cubicBezTo>
                      <a:pt x="268" y="565"/>
                      <a:pt x="269" y="564"/>
                      <a:pt x="271" y="564"/>
                    </a:cubicBezTo>
                    <a:close/>
                    <a:moveTo>
                      <a:pt x="271" y="572"/>
                    </a:moveTo>
                    <a:cubicBezTo>
                      <a:pt x="269" y="573"/>
                      <a:pt x="269" y="574"/>
                      <a:pt x="271" y="574"/>
                    </a:cubicBezTo>
                    <a:cubicBezTo>
                      <a:pt x="270" y="576"/>
                      <a:pt x="266" y="579"/>
                      <a:pt x="263" y="577"/>
                    </a:cubicBezTo>
                    <a:cubicBezTo>
                      <a:pt x="258" y="573"/>
                      <a:pt x="266" y="568"/>
                      <a:pt x="271" y="572"/>
                    </a:cubicBezTo>
                    <a:close/>
                    <a:moveTo>
                      <a:pt x="264" y="612"/>
                    </a:moveTo>
                    <a:cubicBezTo>
                      <a:pt x="265" y="612"/>
                      <a:pt x="263" y="612"/>
                      <a:pt x="263" y="612"/>
                    </a:cubicBezTo>
                    <a:cubicBezTo>
                      <a:pt x="263" y="611"/>
                      <a:pt x="264" y="611"/>
                      <a:pt x="264" y="612"/>
                    </a:cubicBezTo>
                    <a:close/>
                    <a:moveTo>
                      <a:pt x="266" y="632"/>
                    </a:moveTo>
                    <a:cubicBezTo>
                      <a:pt x="266" y="632"/>
                      <a:pt x="266" y="632"/>
                      <a:pt x="266" y="632"/>
                    </a:cubicBezTo>
                    <a:cubicBezTo>
                      <a:pt x="265" y="630"/>
                      <a:pt x="268" y="633"/>
                      <a:pt x="266" y="632"/>
                    </a:cubicBezTo>
                    <a:close/>
                    <a:moveTo>
                      <a:pt x="276" y="663"/>
                    </a:moveTo>
                    <a:cubicBezTo>
                      <a:pt x="274" y="664"/>
                      <a:pt x="273" y="665"/>
                      <a:pt x="271" y="665"/>
                    </a:cubicBezTo>
                    <a:cubicBezTo>
                      <a:pt x="272" y="663"/>
                      <a:pt x="274" y="663"/>
                      <a:pt x="276" y="663"/>
                    </a:cubicBezTo>
                    <a:close/>
                    <a:moveTo>
                      <a:pt x="270" y="486"/>
                    </a:moveTo>
                    <a:cubicBezTo>
                      <a:pt x="270" y="486"/>
                      <a:pt x="270" y="486"/>
                      <a:pt x="270" y="485"/>
                    </a:cubicBezTo>
                    <a:cubicBezTo>
                      <a:pt x="271" y="485"/>
                      <a:pt x="271" y="485"/>
                      <a:pt x="271" y="485"/>
                    </a:cubicBezTo>
                    <a:cubicBezTo>
                      <a:pt x="271" y="485"/>
                      <a:pt x="271" y="485"/>
                      <a:pt x="271" y="485"/>
                    </a:cubicBezTo>
                    <a:cubicBezTo>
                      <a:pt x="271" y="485"/>
                      <a:pt x="271" y="485"/>
                      <a:pt x="270" y="485"/>
                    </a:cubicBezTo>
                    <a:cubicBezTo>
                      <a:pt x="270" y="486"/>
                      <a:pt x="270" y="486"/>
                      <a:pt x="270" y="486"/>
                    </a:cubicBezTo>
                    <a:cubicBezTo>
                      <a:pt x="270" y="486"/>
                      <a:pt x="270" y="486"/>
                      <a:pt x="270" y="486"/>
                    </a:cubicBezTo>
                    <a:cubicBezTo>
                      <a:pt x="270" y="486"/>
                      <a:pt x="270" y="486"/>
                      <a:pt x="270" y="486"/>
                    </a:cubicBezTo>
                    <a:close/>
                    <a:moveTo>
                      <a:pt x="274" y="496"/>
                    </a:moveTo>
                    <a:cubicBezTo>
                      <a:pt x="274" y="499"/>
                      <a:pt x="269" y="498"/>
                      <a:pt x="269" y="496"/>
                    </a:cubicBezTo>
                    <a:cubicBezTo>
                      <a:pt x="269" y="496"/>
                      <a:pt x="274" y="494"/>
                      <a:pt x="274" y="496"/>
                    </a:cubicBezTo>
                    <a:close/>
                    <a:moveTo>
                      <a:pt x="276" y="504"/>
                    </a:moveTo>
                    <a:cubicBezTo>
                      <a:pt x="274" y="506"/>
                      <a:pt x="271" y="506"/>
                      <a:pt x="269" y="507"/>
                    </a:cubicBezTo>
                    <a:cubicBezTo>
                      <a:pt x="270" y="506"/>
                      <a:pt x="274" y="504"/>
                      <a:pt x="276" y="504"/>
                    </a:cubicBezTo>
                    <a:close/>
                    <a:moveTo>
                      <a:pt x="268" y="467"/>
                    </a:moveTo>
                    <a:cubicBezTo>
                      <a:pt x="268" y="468"/>
                      <a:pt x="268" y="468"/>
                      <a:pt x="267" y="468"/>
                    </a:cubicBezTo>
                    <a:cubicBezTo>
                      <a:pt x="267" y="468"/>
                      <a:pt x="268" y="467"/>
                      <a:pt x="268" y="467"/>
                    </a:cubicBezTo>
                    <a:close/>
                    <a:moveTo>
                      <a:pt x="267" y="506"/>
                    </a:moveTo>
                    <a:cubicBezTo>
                      <a:pt x="268" y="506"/>
                      <a:pt x="267" y="507"/>
                      <a:pt x="267" y="507"/>
                    </a:cubicBezTo>
                    <a:cubicBezTo>
                      <a:pt x="266" y="506"/>
                      <a:pt x="267" y="506"/>
                      <a:pt x="267" y="506"/>
                    </a:cubicBezTo>
                    <a:close/>
                    <a:moveTo>
                      <a:pt x="264" y="562"/>
                    </a:moveTo>
                    <a:cubicBezTo>
                      <a:pt x="265" y="562"/>
                      <a:pt x="262" y="562"/>
                      <a:pt x="262" y="562"/>
                    </a:cubicBezTo>
                    <a:cubicBezTo>
                      <a:pt x="262" y="562"/>
                      <a:pt x="264" y="561"/>
                      <a:pt x="264" y="562"/>
                    </a:cubicBezTo>
                    <a:close/>
                    <a:moveTo>
                      <a:pt x="262" y="562"/>
                    </a:moveTo>
                    <a:cubicBezTo>
                      <a:pt x="261" y="563"/>
                      <a:pt x="260" y="561"/>
                      <a:pt x="262" y="562"/>
                    </a:cubicBezTo>
                    <a:close/>
                    <a:moveTo>
                      <a:pt x="260" y="440"/>
                    </a:moveTo>
                    <a:cubicBezTo>
                      <a:pt x="261" y="440"/>
                      <a:pt x="260" y="441"/>
                      <a:pt x="260" y="441"/>
                    </a:cubicBezTo>
                    <a:cubicBezTo>
                      <a:pt x="257" y="443"/>
                      <a:pt x="259" y="439"/>
                      <a:pt x="260" y="440"/>
                    </a:cubicBezTo>
                    <a:close/>
                    <a:moveTo>
                      <a:pt x="257" y="484"/>
                    </a:moveTo>
                    <a:cubicBezTo>
                      <a:pt x="257" y="484"/>
                      <a:pt x="257" y="483"/>
                      <a:pt x="257" y="483"/>
                    </a:cubicBezTo>
                    <a:cubicBezTo>
                      <a:pt x="257" y="484"/>
                      <a:pt x="257" y="484"/>
                      <a:pt x="257" y="484"/>
                    </a:cubicBezTo>
                    <a:cubicBezTo>
                      <a:pt x="257" y="484"/>
                      <a:pt x="257" y="484"/>
                      <a:pt x="257" y="484"/>
                    </a:cubicBezTo>
                    <a:close/>
                    <a:moveTo>
                      <a:pt x="256" y="495"/>
                    </a:moveTo>
                    <a:cubicBezTo>
                      <a:pt x="255" y="496"/>
                      <a:pt x="255" y="496"/>
                      <a:pt x="254" y="495"/>
                    </a:cubicBezTo>
                    <a:cubicBezTo>
                      <a:pt x="254" y="494"/>
                      <a:pt x="257" y="494"/>
                      <a:pt x="256" y="495"/>
                    </a:cubicBezTo>
                    <a:close/>
                    <a:moveTo>
                      <a:pt x="252" y="519"/>
                    </a:moveTo>
                    <a:cubicBezTo>
                      <a:pt x="252" y="519"/>
                      <a:pt x="252" y="520"/>
                      <a:pt x="252" y="520"/>
                    </a:cubicBezTo>
                    <a:cubicBezTo>
                      <a:pt x="251" y="519"/>
                      <a:pt x="252" y="518"/>
                      <a:pt x="252" y="519"/>
                    </a:cubicBezTo>
                    <a:close/>
                    <a:moveTo>
                      <a:pt x="250" y="460"/>
                    </a:moveTo>
                    <a:cubicBezTo>
                      <a:pt x="251" y="459"/>
                      <a:pt x="251" y="460"/>
                      <a:pt x="251" y="461"/>
                    </a:cubicBezTo>
                    <a:cubicBezTo>
                      <a:pt x="250" y="462"/>
                      <a:pt x="249" y="460"/>
                      <a:pt x="250" y="460"/>
                    </a:cubicBezTo>
                    <a:close/>
                    <a:moveTo>
                      <a:pt x="253" y="530"/>
                    </a:moveTo>
                    <a:cubicBezTo>
                      <a:pt x="254" y="528"/>
                      <a:pt x="259" y="522"/>
                      <a:pt x="261" y="522"/>
                    </a:cubicBezTo>
                    <a:cubicBezTo>
                      <a:pt x="264" y="521"/>
                      <a:pt x="260" y="524"/>
                      <a:pt x="259" y="524"/>
                    </a:cubicBezTo>
                    <a:cubicBezTo>
                      <a:pt x="257" y="526"/>
                      <a:pt x="255" y="529"/>
                      <a:pt x="253" y="531"/>
                    </a:cubicBezTo>
                    <a:cubicBezTo>
                      <a:pt x="253" y="531"/>
                      <a:pt x="253" y="531"/>
                      <a:pt x="253" y="531"/>
                    </a:cubicBezTo>
                    <a:cubicBezTo>
                      <a:pt x="253" y="531"/>
                      <a:pt x="253" y="532"/>
                      <a:pt x="252" y="532"/>
                    </a:cubicBezTo>
                    <a:cubicBezTo>
                      <a:pt x="252" y="532"/>
                      <a:pt x="252" y="532"/>
                      <a:pt x="252" y="532"/>
                    </a:cubicBezTo>
                    <a:cubicBezTo>
                      <a:pt x="251" y="533"/>
                      <a:pt x="251" y="533"/>
                      <a:pt x="250" y="534"/>
                    </a:cubicBezTo>
                    <a:cubicBezTo>
                      <a:pt x="250" y="534"/>
                      <a:pt x="249" y="533"/>
                      <a:pt x="249" y="533"/>
                    </a:cubicBezTo>
                    <a:cubicBezTo>
                      <a:pt x="249" y="533"/>
                      <a:pt x="251" y="531"/>
                      <a:pt x="253" y="530"/>
                    </a:cubicBezTo>
                    <a:close/>
                    <a:moveTo>
                      <a:pt x="253" y="640"/>
                    </a:moveTo>
                    <a:cubicBezTo>
                      <a:pt x="253" y="638"/>
                      <a:pt x="257" y="638"/>
                      <a:pt x="258" y="639"/>
                    </a:cubicBezTo>
                    <a:cubicBezTo>
                      <a:pt x="259" y="641"/>
                      <a:pt x="254" y="642"/>
                      <a:pt x="253" y="640"/>
                    </a:cubicBezTo>
                    <a:close/>
                    <a:moveTo>
                      <a:pt x="255" y="652"/>
                    </a:moveTo>
                    <a:cubicBezTo>
                      <a:pt x="256" y="653"/>
                      <a:pt x="254" y="653"/>
                      <a:pt x="254" y="652"/>
                    </a:cubicBezTo>
                    <a:cubicBezTo>
                      <a:pt x="253" y="651"/>
                      <a:pt x="255" y="651"/>
                      <a:pt x="255" y="652"/>
                    </a:cubicBezTo>
                    <a:close/>
                    <a:moveTo>
                      <a:pt x="240" y="645"/>
                    </a:moveTo>
                    <a:cubicBezTo>
                      <a:pt x="238" y="644"/>
                      <a:pt x="237" y="642"/>
                      <a:pt x="239" y="640"/>
                    </a:cubicBezTo>
                    <a:cubicBezTo>
                      <a:pt x="240" y="639"/>
                      <a:pt x="242" y="639"/>
                      <a:pt x="244" y="639"/>
                    </a:cubicBezTo>
                    <a:cubicBezTo>
                      <a:pt x="245" y="639"/>
                      <a:pt x="247" y="639"/>
                      <a:pt x="247" y="640"/>
                    </a:cubicBezTo>
                    <a:cubicBezTo>
                      <a:pt x="247" y="640"/>
                      <a:pt x="247" y="640"/>
                      <a:pt x="246" y="640"/>
                    </a:cubicBezTo>
                    <a:cubicBezTo>
                      <a:pt x="246" y="640"/>
                      <a:pt x="247" y="640"/>
                      <a:pt x="247" y="640"/>
                    </a:cubicBezTo>
                    <a:cubicBezTo>
                      <a:pt x="247" y="640"/>
                      <a:pt x="247" y="641"/>
                      <a:pt x="247" y="641"/>
                    </a:cubicBezTo>
                    <a:cubicBezTo>
                      <a:pt x="248" y="642"/>
                      <a:pt x="242" y="646"/>
                      <a:pt x="240" y="645"/>
                    </a:cubicBezTo>
                    <a:close/>
                    <a:moveTo>
                      <a:pt x="241" y="660"/>
                    </a:moveTo>
                    <a:cubicBezTo>
                      <a:pt x="240" y="661"/>
                      <a:pt x="239" y="660"/>
                      <a:pt x="240" y="659"/>
                    </a:cubicBezTo>
                    <a:cubicBezTo>
                      <a:pt x="240" y="659"/>
                      <a:pt x="242" y="659"/>
                      <a:pt x="241" y="660"/>
                    </a:cubicBezTo>
                    <a:close/>
                    <a:moveTo>
                      <a:pt x="250" y="593"/>
                    </a:moveTo>
                    <a:cubicBezTo>
                      <a:pt x="247" y="595"/>
                      <a:pt x="244" y="594"/>
                      <a:pt x="240" y="596"/>
                    </a:cubicBezTo>
                    <a:cubicBezTo>
                      <a:pt x="243" y="594"/>
                      <a:pt x="247" y="594"/>
                      <a:pt x="250" y="593"/>
                    </a:cubicBezTo>
                    <a:close/>
                    <a:moveTo>
                      <a:pt x="245" y="578"/>
                    </a:moveTo>
                    <a:cubicBezTo>
                      <a:pt x="246" y="579"/>
                      <a:pt x="245" y="579"/>
                      <a:pt x="245" y="579"/>
                    </a:cubicBezTo>
                    <a:cubicBezTo>
                      <a:pt x="243" y="581"/>
                      <a:pt x="244" y="577"/>
                      <a:pt x="245" y="578"/>
                    </a:cubicBezTo>
                    <a:close/>
                    <a:moveTo>
                      <a:pt x="253" y="551"/>
                    </a:moveTo>
                    <a:cubicBezTo>
                      <a:pt x="254" y="550"/>
                      <a:pt x="255" y="549"/>
                      <a:pt x="257" y="549"/>
                    </a:cubicBezTo>
                    <a:cubicBezTo>
                      <a:pt x="256" y="550"/>
                      <a:pt x="254" y="551"/>
                      <a:pt x="253" y="551"/>
                    </a:cubicBezTo>
                    <a:close/>
                    <a:moveTo>
                      <a:pt x="255" y="555"/>
                    </a:moveTo>
                    <a:cubicBezTo>
                      <a:pt x="253" y="557"/>
                      <a:pt x="254" y="552"/>
                      <a:pt x="256" y="554"/>
                    </a:cubicBezTo>
                    <a:cubicBezTo>
                      <a:pt x="257" y="554"/>
                      <a:pt x="256" y="555"/>
                      <a:pt x="255" y="555"/>
                    </a:cubicBezTo>
                    <a:close/>
                    <a:moveTo>
                      <a:pt x="258" y="564"/>
                    </a:moveTo>
                    <a:cubicBezTo>
                      <a:pt x="258" y="566"/>
                      <a:pt x="252" y="567"/>
                      <a:pt x="252" y="564"/>
                    </a:cubicBezTo>
                    <a:cubicBezTo>
                      <a:pt x="252" y="561"/>
                      <a:pt x="258" y="562"/>
                      <a:pt x="258" y="564"/>
                    </a:cubicBezTo>
                    <a:close/>
                    <a:moveTo>
                      <a:pt x="257" y="589"/>
                    </a:moveTo>
                    <a:cubicBezTo>
                      <a:pt x="256" y="590"/>
                      <a:pt x="258" y="588"/>
                      <a:pt x="257" y="589"/>
                    </a:cubicBezTo>
                    <a:close/>
                    <a:moveTo>
                      <a:pt x="254" y="619"/>
                    </a:moveTo>
                    <a:cubicBezTo>
                      <a:pt x="254" y="619"/>
                      <a:pt x="253" y="619"/>
                      <a:pt x="254" y="619"/>
                    </a:cubicBezTo>
                    <a:close/>
                    <a:moveTo>
                      <a:pt x="254" y="612"/>
                    </a:moveTo>
                    <a:cubicBezTo>
                      <a:pt x="254" y="612"/>
                      <a:pt x="254" y="613"/>
                      <a:pt x="254" y="613"/>
                    </a:cubicBezTo>
                    <a:cubicBezTo>
                      <a:pt x="253" y="613"/>
                      <a:pt x="254" y="612"/>
                      <a:pt x="254" y="612"/>
                    </a:cubicBezTo>
                    <a:close/>
                    <a:moveTo>
                      <a:pt x="254" y="619"/>
                    </a:moveTo>
                    <a:cubicBezTo>
                      <a:pt x="257" y="616"/>
                      <a:pt x="255" y="621"/>
                      <a:pt x="254" y="620"/>
                    </a:cubicBezTo>
                    <a:cubicBezTo>
                      <a:pt x="254" y="620"/>
                      <a:pt x="254" y="619"/>
                      <a:pt x="254" y="619"/>
                    </a:cubicBezTo>
                    <a:close/>
                    <a:moveTo>
                      <a:pt x="253" y="608"/>
                    </a:moveTo>
                    <a:cubicBezTo>
                      <a:pt x="250" y="609"/>
                      <a:pt x="255" y="604"/>
                      <a:pt x="257" y="605"/>
                    </a:cubicBezTo>
                    <a:cubicBezTo>
                      <a:pt x="256" y="605"/>
                      <a:pt x="254" y="607"/>
                      <a:pt x="253" y="608"/>
                    </a:cubicBezTo>
                    <a:close/>
                    <a:moveTo>
                      <a:pt x="255" y="600"/>
                    </a:moveTo>
                    <a:cubicBezTo>
                      <a:pt x="254" y="602"/>
                      <a:pt x="252" y="601"/>
                      <a:pt x="255" y="600"/>
                    </a:cubicBezTo>
                    <a:close/>
                    <a:moveTo>
                      <a:pt x="256" y="599"/>
                    </a:moveTo>
                    <a:cubicBezTo>
                      <a:pt x="255" y="599"/>
                      <a:pt x="256" y="598"/>
                      <a:pt x="256" y="599"/>
                    </a:cubicBezTo>
                    <a:cubicBezTo>
                      <a:pt x="256" y="599"/>
                      <a:pt x="256" y="599"/>
                      <a:pt x="256" y="599"/>
                    </a:cubicBezTo>
                    <a:close/>
                    <a:moveTo>
                      <a:pt x="253" y="571"/>
                    </a:moveTo>
                    <a:cubicBezTo>
                      <a:pt x="253" y="571"/>
                      <a:pt x="252" y="572"/>
                      <a:pt x="252" y="571"/>
                    </a:cubicBezTo>
                    <a:cubicBezTo>
                      <a:pt x="251" y="570"/>
                      <a:pt x="253" y="570"/>
                      <a:pt x="253" y="571"/>
                    </a:cubicBezTo>
                    <a:close/>
                    <a:moveTo>
                      <a:pt x="251" y="558"/>
                    </a:moveTo>
                    <a:cubicBezTo>
                      <a:pt x="251" y="557"/>
                      <a:pt x="253" y="556"/>
                      <a:pt x="253" y="557"/>
                    </a:cubicBezTo>
                    <a:cubicBezTo>
                      <a:pt x="253" y="558"/>
                      <a:pt x="252" y="558"/>
                      <a:pt x="251" y="558"/>
                    </a:cubicBezTo>
                    <a:close/>
                    <a:moveTo>
                      <a:pt x="246" y="555"/>
                    </a:moveTo>
                    <a:cubicBezTo>
                      <a:pt x="247" y="553"/>
                      <a:pt x="251" y="552"/>
                      <a:pt x="253" y="551"/>
                    </a:cubicBezTo>
                    <a:cubicBezTo>
                      <a:pt x="251" y="553"/>
                      <a:pt x="248" y="554"/>
                      <a:pt x="246" y="555"/>
                    </a:cubicBezTo>
                    <a:close/>
                    <a:moveTo>
                      <a:pt x="245" y="613"/>
                    </a:moveTo>
                    <a:cubicBezTo>
                      <a:pt x="244" y="615"/>
                      <a:pt x="242" y="615"/>
                      <a:pt x="240" y="615"/>
                    </a:cubicBezTo>
                    <a:cubicBezTo>
                      <a:pt x="241" y="614"/>
                      <a:pt x="243" y="613"/>
                      <a:pt x="244" y="613"/>
                    </a:cubicBezTo>
                    <a:cubicBezTo>
                      <a:pt x="244" y="613"/>
                      <a:pt x="243" y="613"/>
                      <a:pt x="244" y="612"/>
                    </a:cubicBezTo>
                    <a:cubicBezTo>
                      <a:pt x="244" y="611"/>
                      <a:pt x="247" y="612"/>
                      <a:pt x="247" y="612"/>
                    </a:cubicBezTo>
                    <a:cubicBezTo>
                      <a:pt x="247" y="613"/>
                      <a:pt x="246" y="613"/>
                      <a:pt x="245" y="613"/>
                    </a:cubicBezTo>
                    <a:cubicBezTo>
                      <a:pt x="245" y="613"/>
                      <a:pt x="245" y="613"/>
                      <a:pt x="245" y="613"/>
                    </a:cubicBezTo>
                    <a:close/>
                    <a:moveTo>
                      <a:pt x="241" y="634"/>
                    </a:moveTo>
                    <a:cubicBezTo>
                      <a:pt x="241" y="634"/>
                      <a:pt x="241" y="634"/>
                      <a:pt x="242" y="634"/>
                    </a:cubicBezTo>
                    <a:cubicBezTo>
                      <a:pt x="242" y="634"/>
                      <a:pt x="242" y="635"/>
                      <a:pt x="241" y="634"/>
                    </a:cubicBezTo>
                    <a:close/>
                    <a:moveTo>
                      <a:pt x="240" y="485"/>
                    </a:moveTo>
                    <a:cubicBezTo>
                      <a:pt x="240" y="485"/>
                      <a:pt x="241" y="484"/>
                      <a:pt x="241" y="484"/>
                    </a:cubicBezTo>
                    <a:cubicBezTo>
                      <a:pt x="241" y="485"/>
                      <a:pt x="240" y="485"/>
                      <a:pt x="240" y="485"/>
                    </a:cubicBezTo>
                    <a:close/>
                    <a:moveTo>
                      <a:pt x="240" y="535"/>
                    </a:moveTo>
                    <a:cubicBezTo>
                      <a:pt x="240" y="535"/>
                      <a:pt x="240" y="535"/>
                      <a:pt x="239" y="535"/>
                    </a:cubicBezTo>
                    <a:cubicBezTo>
                      <a:pt x="239" y="535"/>
                      <a:pt x="240" y="534"/>
                      <a:pt x="240" y="535"/>
                    </a:cubicBezTo>
                    <a:close/>
                    <a:moveTo>
                      <a:pt x="243" y="647"/>
                    </a:moveTo>
                    <a:cubicBezTo>
                      <a:pt x="243" y="646"/>
                      <a:pt x="244" y="647"/>
                      <a:pt x="243" y="647"/>
                    </a:cubicBezTo>
                    <a:close/>
                    <a:moveTo>
                      <a:pt x="243" y="664"/>
                    </a:moveTo>
                    <a:cubicBezTo>
                      <a:pt x="242" y="665"/>
                      <a:pt x="242" y="663"/>
                      <a:pt x="243" y="664"/>
                    </a:cubicBezTo>
                    <a:close/>
                    <a:moveTo>
                      <a:pt x="244" y="665"/>
                    </a:moveTo>
                    <a:cubicBezTo>
                      <a:pt x="244" y="666"/>
                      <a:pt x="243" y="666"/>
                      <a:pt x="243" y="666"/>
                    </a:cubicBezTo>
                    <a:cubicBezTo>
                      <a:pt x="242" y="665"/>
                      <a:pt x="244" y="665"/>
                      <a:pt x="244" y="665"/>
                    </a:cubicBezTo>
                    <a:close/>
                    <a:moveTo>
                      <a:pt x="244" y="658"/>
                    </a:moveTo>
                    <a:cubicBezTo>
                      <a:pt x="244" y="656"/>
                      <a:pt x="249" y="657"/>
                      <a:pt x="247" y="659"/>
                    </a:cubicBezTo>
                    <a:cubicBezTo>
                      <a:pt x="247" y="660"/>
                      <a:pt x="244" y="659"/>
                      <a:pt x="244" y="658"/>
                    </a:cubicBezTo>
                    <a:close/>
                    <a:moveTo>
                      <a:pt x="248" y="619"/>
                    </a:moveTo>
                    <a:cubicBezTo>
                      <a:pt x="246" y="620"/>
                      <a:pt x="246" y="618"/>
                      <a:pt x="248" y="619"/>
                    </a:cubicBezTo>
                    <a:close/>
                    <a:moveTo>
                      <a:pt x="249" y="639"/>
                    </a:moveTo>
                    <a:cubicBezTo>
                      <a:pt x="250" y="640"/>
                      <a:pt x="249" y="640"/>
                      <a:pt x="249" y="640"/>
                    </a:cubicBezTo>
                    <a:cubicBezTo>
                      <a:pt x="247" y="642"/>
                      <a:pt x="248" y="638"/>
                      <a:pt x="249" y="639"/>
                    </a:cubicBezTo>
                    <a:close/>
                    <a:moveTo>
                      <a:pt x="249" y="606"/>
                    </a:moveTo>
                    <a:cubicBezTo>
                      <a:pt x="248" y="605"/>
                      <a:pt x="251" y="605"/>
                      <a:pt x="251" y="605"/>
                    </a:cubicBezTo>
                    <a:cubicBezTo>
                      <a:pt x="251" y="606"/>
                      <a:pt x="249" y="606"/>
                      <a:pt x="249" y="606"/>
                    </a:cubicBezTo>
                    <a:close/>
                    <a:moveTo>
                      <a:pt x="247" y="598"/>
                    </a:moveTo>
                    <a:cubicBezTo>
                      <a:pt x="247" y="598"/>
                      <a:pt x="248" y="596"/>
                      <a:pt x="248" y="596"/>
                    </a:cubicBezTo>
                    <a:cubicBezTo>
                      <a:pt x="249" y="595"/>
                      <a:pt x="250" y="594"/>
                      <a:pt x="251" y="596"/>
                    </a:cubicBezTo>
                    <a:cubicBezTo>
                      <a:pt x="251" y="596"/>
                      <a:pt x="251" y="596"/>
                      <a:pt x="250" y="597"/>
                    </a:cubicBezTo>
                    <a:cubicBezTo>
                      <a:pt x="251" y="597"/>
                      <a:pt x="253" y="598"/>
                      <a:pt x="253" y="598"/>
                    </a:cubicBezTo>
                    <a:cubicBezTo>
                      <a:pt x="254" y="602"/>
                      <a:pt x="247" y="599"/>
                      <a:pt x="247" y="598"/>
                    </a:cubicBezTo>
                    <a:close/>
                    <a:moveTo>
                      <a:pt x="253" y="601"/>
                    </a:moveTo>
                    <a:cubicBezTo>
                      <a:pt x="253" y="602"/>
                      <a:pt x="252" y="602"/>
                      <a:pt x="251" y="602"/>
                    </a:cubicBezTo>
                    <a:cubicBezTo>
                      <a:pt x="251" y="602"/>
                      <a:pt x="252" y="601"/>
                      <a:pt x="253" y="601"/>
                    </a:cubicBezTo>
                    <a:close/>
                    <a:moveTo>
                      <a:pt x="253" y="609"/>
                    </a:moveTo>
                    <a:cubicBezTo>
                      <a:pt x="254" y="609"/>
                      <a:pt x="252" y="610"/>
                      <a:pt x="252" y="610"/>
                    </a:cubicBezTo>
                    <a:cubicBezTo>
                      <a:pt x="251" y="609"/>
                      <a:pt x="253" y="608"/>
                      <a:pt x="253" y="609"/>
                    </a:cubicBezTo>
                    <a:close/>
                    <a:moveTo>
                      <a:pt x="254" y="650"/>
                    </a:moveTo>
                    <a:cubicBezTo>
                      <a:pt x="253" y="652"/>
                      <a:pt x="252" y="649"/>
                      <a:pt x="254" y="650"/>
                    </a:cubicBezTo>
                    <a:close/>
                    <a:moveTo>
                      <a:pt x="256" y="592"/>
                    </a:moveTo>
                    <a:cubicBezTo>
                      <a:pt x="255" y="590"/>
                      <a:pt x="259" y="590"/>
                      <a:pt x="260" y="591"/>
                    </a:cubicBezTo>
                    <a:cubicBezTo>
                      <a:pt x="260" y="592"/>
                      <a:pt x="256" y="594"/>
                      <a:pt x="256" y="592"/>
                    </a:cubicBezTo>
                    <a:close/>
                    <a:moveTo>
                      <a:pt x="249" y="520"/>
                    </a:moveTo>
                    <a:cubicBezTo>
                      <a:pt x="249" y="520"/>
                      <a:pt x="249" y="521"/>
                      <a:pt x="249" y="521"/>
                    </a:cubicBezTo>
                    <a:cubicBezTo>
                      <a:pt x="248" y="522"/>
                      <a:pt x="248" y="519"/>
                      <a:pt x="249" y="520"/>
                    </a:cubicBezTo>
                    <a:close/>
                    <a:moveTo>
                      <a:pt x="249" y="536"/>
                    </a:moveTo>
                    <a:cubicBezTo>
                      <a:pt x="249" y="538"/>
                      <a:pt x="244" y="540"/>
                      <a:pt x="244" y="536"/>
                    </a:cubicBezTo>
                    <a:cubicBezTo>
                      <a:pt x="244" y="535"/>
                      <a:pt x="249" y="534"/>
                      <a:pt x="249" y="536"/>
                    </a:cubicBezTo>
                    <a:close/>
                    <a:moveTo>
                      <a:pt x="244" y="450"/>
                    </a:moveTo>
                    <a:cubicBezTo>
                      <a:pt x="244" y="450"/>
                      <a:pt x="244" y="450"/>
                      <a:pt x="244" y="450"/>
                    </a:cubicBezTo>
                    <a:cubicBezTo>
                      <a:pt x="243" y="450"/>
                      <a:pt x="244" y="449"/>
                      <a:pt x="244" y="450"/>
                    </a:cubicBezTo>
                    <a:close/>
                    <a:moveTo>
                      <a:pt x="243" y="420"/>
                    </a:moveTo>
                    <a:cubicBezTo>
                      <a:pt x="243" y="420"/>
                      <a:pt x="243" y="420"/>
                      <a:pt x="243" y="420"/>
                    </a:cubicBezTo>
                    <a:cubicBezTo>
                      <a:pt x="244" y="420"/>
                      <a:pt x="244" y="420"/>
                      <a:pt x="243" y="420"/>
                    </a:cubicBezTo>
                    <a:close/>
                    <a:moveTo>
                      <a:pt x="241" y="504"/>
                    </a:moveTo>
                    <a:cubicBezTo>
                      <a:pt x="240" y="502"/>
                      <a:pt x="243" y="504"/>
                      <a:pt x="241" y="504"/>
                    </a:cubicBezTo>
                    <a:close/>
                    <a:moveTo>
                      <a:pt x="235" y="479"/>
                    </a:moveTo>
                    <a:cubicBezTo>
                      <a:pt x="236" y="477"/>
                      <a:pt x="240" y="471"/>
                      <a:pt x="242" y="470"/>
                    </a:cubicBezTo>
                    <a:cubicBezTo>
                      <a:pt x="240" y="473"/>
                      <a:pt x="238" y="476"/>
                      <a:pt x="235" y="479"/>
                    </a:cubicBezTo>
                    <a:close/>
                    <a:moveTo>
                      <a:pt x="236" y="507"/>
                    </a:moveTo>
                    <a:cubicBezTo>
                      <a:pt x="236" y="508"/>
                      <a:pt x="235" y="508"/>
                      <a:pt x="235" y="507"/>
                    </a:cubicBezTo>
                    <a:cubicBezTo>
                      <a:pt x="235" y="506"/>
                      <a:pt x="236" y="507"/>
                      <a:pt x="236" y="507"/>
                    </a:cubicBezTo>
                    <a:close/>
                    <a:moveTo>
                      <a:pt x="242" y="337"/>
                    </a:moveTo>
                    <a:cubicBezTo>
                      <a:pt x="240" y="339"/>
                      <a:pt x="238" y="341"/>
                      <a:pt x="235" y="343"/>
                    </a:cubicBezTo>
                    <a:cubicBezTo>
                      <a:pt x="237" y="341"/>
                      <a:pt x="240" y="338"/>
                      <a:pt x="242" y="337"/>
                    </a:cubicBezTo>
                    <a:close/>
                    <a:moveTo>
                      <a:pt x="235" y="428"/>
                    </a:moveTo>
                    <a:cubicBezTo>
                      <a:pt x="235" y="427"/>
                      <a:pt x="234" y="429"/>
                      <a:pt x="235" y="428"/>
                    </a:cubicBezTo>
                    <a:close/>
                    <a:moveTo>
                      <a:pt x="236" y="488"/>
                    </a:moveTo>
                    <a:cubicBezTo>
                      <a:pt x="233" y="491"/>
                      <a:pt x="233" y="494"/>
                      <a:pt x="230" y="496"/>
                    </a:cubicBezTo>
                    <a:cubicBezTo>
                      <a:pt x="231" y="494"/>
                      <a:pt x="233" y="489"/>
                      <a:pt x="236" y="488"/>
                    </a:cubicBezTo>
                    <a:close/>
                    <a:moveTo>
                      <a:pt x="235" y="529"/>
                    </a:moveTo>
                    <a:cubicBezTo>
                      <a:pt x="235" y="529"/>
                      <a:pt x="234" y="529"/>
                      <a:pt x="234" y="529"/>
                    </a:cubicBezTo>
                    <a:cubicBezTo>
                      <a:pt x="234" y="528"/>
                      <a:pt x="235" y="529"/>
                      <a:pt x="235" y="529"/>
                    </a:cubicBezTo>
                    <a:close/>
                    <a:moveTo>
                      <a:pt x="232" y="503"/>
                    </a:moveTo>
                    <a:cubicBezTo>
                      <a:pt x="232" y="504"/>
                      <a:pt x="231" y="504"/>
                      <a:pt x="231" y="504"/>
                    </a:cubicBezTo>
                    <a:cubicBezTo>
                      <a:pt x="231" y="503"/>
                      <a:pt x="232" y="502"/>
                      <a:pt x="232" y="503"/>
                    </a:cubicBezTo>
                    <a:close/>
                    <a:moveTo>
                      <a:pt x="233" y="322"/>
                    </a:moveTo>
                    <a:cubicBezTo>
                      <a:pt x="234" y="320"/>
                      <a:pt x="232" y="323"/>
                      <a:pt x="233" y="322"/>
                    </a:cubicBezTo>
                    <a:close/>
                    <a:moveTo>
                      <a:pt x="233" y="463"/>
                    </a:moveTo>
                    <a:cubicBezTo>
                      <a:pt x="232" y="465"/>
                      <a:pt x="234" y="462"/>
                      <a:pt x="233" y="463"/>
                    </a:cubicBezTo>
                    <a:close/>
                    <a:moveTo>
                      <a:pt x="232" y="465"/>
                    </a:moveTo>
                    <a:cubicBezTo>
                      <a:pt x="233" y="467"/>
                      <a:pt x="229" y="469"/>
                      <a:pt x="228" y="466"/>
                    </a:cubicBezTo>
                    <a:cubicBezTo>
                      <a:pt x="228" y="464"/>
                      <a:pt x="231" y="463"/>
                      <a:pt x="232" y="465"/>
                    </a:cubicBezTo>
                    <a:close/>
                    <a:moveTo>
                      <a:pt x="231" y="364"/>
                    </a:moveTo>
                    <a:cubicBezTo>
                      <a:pt x="232" y="365"/>
                      <a:pt x="230" y="367"/>
                      <a:pt x="230" y="367"/>
                    </a:cubicBezTo>
                    <a:cubicBezTo>
                      <a:pt x="226" y="369"/>
                      <a:pt x="229" y="363"/>
                      <a:pt x="231" y="364"/>
                    </a:cubicBezTo>
                    <a:close/>
                    <a:moveTo>
                      <a:pt x="227" y="421"/>
                    </a:moveTo>
                    <a:cubicBezTo>
                      <a:pt x="228" y="421"/>
                      <a:pt x="227" y="422"/>
                      <a:pt x="227" y="422"/>
                    </a:cubicBezTo>
                    <a:cubicBezTo>
                      <a:pt x="225" y="423"/>
                      <a:pt x="226" y="420"/>
                      <a:pt x="227" y="421"/>
                    </a:cubicBezTo>
                    <a:close/>
                    <a:moveTo>
                      <a:pt x="227" y="484"/>
                    </a:moveTo>
                    <a:cubicBezTo>
                      <a:pt x="225" y="484"/>
                      <a:pt x="228" y="482"/>
                      <a:pt x="227" y="483"/>
                    </a:cubicBezTo>
                    <a:cubicBezTo>
                      <a:pt x="227" y="483"/>
                      <a:pt x="227" y="484"/>
                      <a:pt x="227" y="484"/>
                    </a:cubicBezTo>
                    <a:close/>
                    <a:moveTo>
                      <a:pt x="227" y="436"/>
                    </a:moveTo>
                    <a:cubicBezTo>
                      <a:pt x="226" y="435"/>
                      <a:pt x="228" y="435"/>
                      <a:pt x="227" y="436"/>
                    </a:cubicBezTo>
                    <a:close/>
                    <a:moveTo>
                      <a:pt x="227" y="526"/>
                    </a:moveTo>
                    <a:cubicBezTo>
                      <a:pt x="226" y="527"/>
                      <a:pt x="225" y="526"/>
                      <a:pt x="227" y="526"/>
                    </a:cubicBezTo>
                    <a:close/>
                    <a:moveTo>
                      <a:pt x="227" y="527"/>
                    </a:moveTo>
                    <a:cubicBezTo>
                      <a:pt x="228" y="528"/>
                      <a:pt x="226" y="529"/>
                      <a:pt x="226" y="529"/>
                    </a:cubicBezTo>
                    <a:cubicBezTo>
                      <a:pt x="225" y="529"/>
                      <a:pt x="227" y="527"/>
                      <a:pt x="227" y="527"/>
                    </a:cubicBezTo>
                    <a:close/>
                    <a:moveTo>
                      <a:pt x="225" y="375"/>
                    </a:moveTo>
                    <a:cubicBezTo>
                      <a:pt x="227" y="376"/>
                      <a:pt x="225" y="376"/>
                      <a:pt x="225" y="375"/>
                    </a:cubicBezTo>
                    <a:close/>
                    <a:moveTo>
                      <a:pt x="224" y="359"/>
                    </a:moveTo>
                    <a:cubicBezTo>
                      <a:pt x="224" y="360"/>
                      <a:pt x="223" y="360"/>
                      <a:pt x="223" y="361"/>
                    </a:cubicBezTo>
                    <a:cubicBezTo>
                      <a:pt x="222" y="360"/>
                      <a:pt x="224" y="360"/>
                      <a:pt x="224" y="359"/>
                    </a:cubicBezTo>
                    <a:close/>
                    <a:moveTo>
                      <a:pt x="222" y="500"/>
                    </a:moveTo>
                    <a:cubicBezTo>
                      <a:pt x="222" y="499"/>
                      <a:pt x="223" y="499"/>
                      <a:pt x="224" y="499"/>
                    </a:cubicBezTo>
                    <a:cubicBezTo>
                      <a:pt x="224" y="500"/>
                      <a:pt x="222" y="501"/>
                      <a:pt x="222" y="500"/>
                    </a:cubicBezTo>
                    <a:close/>
                    <a:moveTo>
                      <a:pt x="222" y="564"/>
                    </a:moveTo>
                    <a:cubicBezTo>
                      <a:pt x="222" y="565"/>
                      <a:pt x="219" y="565"/>
                      <a:pt x="219" y="564"/>
                    </a:cubicBezTo>
                    <a:cubicBezTo>
                      <a:pt x="219" y="562"/>
                      <a:pt x="222" y="563"/>
                      <a:pt x="222" y="564"/>
                    </a:cubicBezTo>
                    <a:close/>
                    <a:moveTo>
                      <a:pt x="224" y="489"/>
                    </a:moveTo>
                    <a:cubicBezTo>
                      <a:pt x="224" y="489"/>
                      <a:pt x="223" y="490"/>
                      <a:pt x="223" y="490"/>
                    </a:cubicBezTo>
                    <a:cubicBezTo>
                      <a:pt x="222" y="489"/>
                      <a:pt x="225" y="488"/>
                      <a:pt x="224" y="489"/>
                    </a:cubicBezTo>
                    <a:close/>
                    <a:moveTo>
                      <a:pt x="224" y="467"/>
                    </a:moveTo>
                    <a:cubicBezTo>
                      <a:pt x="224" y="470"/>
                      <a:pt x="222" y="469"/>
                      <a:pt x="224" y="467"/>
                    </a:cubicBezTo>
                    <a:close/>
                    <a:moveTo>
                      <a:pt x="223" y="272"/>
                    </a:moveTo>
                    <a:cubicBezTo>
                      <a:pt x="223" y="273"/>
                      <a:pt x="222" y="274"/>
                      <a:pt x="221" y="275"/>
                    </a:cubicBezTo>
                    <a:cubicBezTo>
                      <a:pt x="221" y="273"/>
                      <a:pt x="222" y="273"/>
                      <a:pt x="223" y="272"/>
                    </a:cubicBezTo>
                    <a:close/>
                    <a:moveTo>
                      <a:pt x="222" y="308"/>
                    </a:moveTo>
                    <a:cubicBezTo>
                      <a:pt x="222" y="310"/>
                      <a:pt x="220" y="312"/>
                      <a:pt x="218" y="313"/>
                    </a:cubicBezTo>
                    <a:cubicBezTo>
                      <a:pt x="220" y="312"/>
                      <a:pt x="220" y="310"/>
                      <a:pt x="222" y="308"/>
                    </a:cubicBezTo>
                    <a:close/>
                    <a:moveTo>
                      <a:pt x="218" y="378"/>
                    </a:moveTo>
                    <a:cubicBezTo>
                      <a:pt x="218" y="376"/>
                      <a:pt x="220" y="378"/>
                      <a:pt x="218" y="378"/>
                    </a:cubicBezTo>
                    <a:close/>
                    <a:moveTo>
                      <a:pt x="218" y="467"/>
                    </a:moveTo>
                    <a:cubicBezTo>
                      <a:pt x="218" y="467"/>
                      <a:pt x="217" y="467"/>
                      <a:pt x="217" y="466"/>
                    </a:cubicBezTo>
                    <a:cubicBezTo>
                      <a:pt x="217" y="466"/>
                      <a:pt x="218" y="466"/>
                      <a:pt x="218" y="467"/>
                    </a:cubicBezTo>
                    <a:close/>
                    <a:moveTo>
                      <a:pt x="217" y="315"/>
                    </a:moveTo>
                    <a:cubicBezTo>
                      <a:pt x="217" y="315"/>
                      <a:pt x="217" y="315"/>
                      <a:pt x="217" y="315"/>
                    </a:cubicBezTo>
                    <a:cubicBezTo>
                      <a:pt x="217" y="315"/>
                      <a:pt x="217" y="315"/>
                      <a:pt x="217" y="315"/>
                    </a:cubicBezTo>
                    <a:cubicBezTo>
                      <a:pt x="217" y="315"/>
                      <a:pt x="217" y="315"/>
                      <a:pt x="217" y="315"/>
                    </a:cubicBezTo>
                    <a:close/>
                    <a:moveTo>
                      <a:pt x="218" y="382"/>
                    </a:moveTo>
                    <a:cubicBezTo>
                      <a:pt x="217" y="382"/>
                      <a:pt x="217" y="382"/>
                      <a:pt x="217" y="382"/>
                    </a:cubicBezTo>
                    <a:cubicBezTo>
                      <a:pt x="216" y="381"/>
                      <a:pt x="219" y="380"/>
                      <a:pt x="218" y="382"/>
                    </a:cubicBezTo>
                    <a:close/>
                    <a:moveTo>
                      <a:pt x="212" y="322"/>
                    </a:moveTo>
                    <a:cubicBezTo>
                      <a:pt x="212" y="321"/>
                      <a:pt x="215" y="318"/>
                      <a:pt x="216" y="316"/>
                    </a:cubicBezTo>
                    <a:cubicBezTo>
                      <a:pt x="216" y="319"/>
                      <a:pt x="210" y="325"/>
                      <a:pt x="212" y="322"/>
                    </a:cubicBezTo>
                    <a:close/>
                    <a:moveTo>
                      <a:pt x="215" y="450"/>
                    </a:moveTo>
                    <a:cubicBezTo>
                      <a:pt x="215" y="450"/>
                      <a:pt x="215" y="450"/>
                      <a:pt x="215" y="450"/>
                    </a:cubicBezTo>
                    <a:cubicBezTo>
                      <a:pt x="215" y="450"/>
                      <a:pt x="215" y="450"/>
                      <a:pt x="215" y="450"/>
                    </a:cubicBezTo>
                    <a:close/>
                    <a:moveTo>
                      <a:pt x="214" y="449"/>
                    </a:moveTo>
                    <a:cubicBezTo>
                      <a:pt x="214" y="449"/>
                      <a:pt x="214" y="448"/>
                      <a:pt x="214" y="448"/>
                    </a:cubicBezTo>
                    <a:cubicBezTo>
                      <a:pt x="214" y="446"/>
                      <a:pt x="216" y="448"/>
                      <a:pt x="214" y="449"/>
                    </a:cubicBezTo>
                    <a:close/>
                    <a:moveTo>
                      <a:pt x="214" y="524"/>
                    </a:moveTo>
                    <a:cubicBezTo>
                      <a:pt x="213" y="523"/>
                      <a:pt x="214" y="523"/>
                      <a:pt x="215" y="522"/>
                    </a:cubicBezTo>
                    <a:cubicBezTo>
                      <a:pt x="215" y="523"/>
                      <a:pt x="214" y="523"/>
                      <a:pt x="214" y="524"/>
                    </a:cubicBezTo>
                    <a:close/>
                    <a:moveTo>
                      <a:pt x="212" y="508"/>
                    </a:moveTo>
                    <a:cubicBezTo>
                      <a:pt x="210" y="509"/>
                      <a:pt x="214" y="507"/>
                      <a:pt x="212" y="508"/>
                    </a:cubicBezTo>
                    <a:close/>
                    <a:moveTo>
                      <a:pt x="202" y="518"/>
                    </a:moveTo>
                    <a:cubicBezTo>
                      <a:pt x="210" y="516"/>
                      <a:pt x="209" y="525"/>
                      <a:pt x="203" y="526"/>
                    </a:cubicBezTo>
                    <a:cubicBezTo>
                      <a:pt x="198" y="527"/>
                      <a:pt x="197" y="520"/>
                      <a:pt x="202" y="518"/>
                    </a:cubicBezTo>
                    <a:close/>
                    <a:moveTo>
                      <a:pt x="201" y="548"/>
                    </a:moveTo>
                    <a:cubicBezTo>
                      <a:pt x="201" y="548"/>
                      <a:pt x="201" y="548"/>
                      <a:pt x="201" y="548"/>
                    </a:cubicBezTo>
                    <a:cubicBezTo>
                      <a:pt x="201" y="546"/>
                      <a:pt x="203" y="550"/>
                      <a:pt x="201" y="548"/>
                    </a:cubicBezTo>
                    <a:close/>
                    <a:moveTo>
                      <a:pt x="199" y="549"/>
                    </a:moveTo>
                    <a:cubicBezTo>
                      <a:pt x="199" y="551"/>
                      <a:pt x="197" y="549"/>
                      <a:pt x="199" y="549"/>
                    </a:cubicBezTo>
                    <a:close/>
                    <a:moveTo>
                      <a:pt x="200" y="494"/>
                    </a:moveTo>
                    <a:cubicBezTo>
                      <a:pt x="199" y="495"/>
                      <a:pt x="198" y="496"/>
                      <a:pt x="196" y="496"/>
                    </a:cubicBezTo>
                    <a:cubicBezTo>
                      <a:pt x="197" y="495"/>
                      <a:pt x="199" y="495"/>
                      <a:pt x="200" y="494"/>
                    </a:cubicBezTo>
                    <a:close/>
                    <a:moveTo>
                      <a:pt x="202" y="420"/>
                    </a:moveTo>
                    <a:cubicBezTo>
                      <a:pt x="201" y="421"/>
                      <a:pt x="201" y="421"/>
                      <a:pt x="200" y="421"/>
                    </a:cubicBezTo>
                    <a:cubicBezTo>
                      <a:pt x="199" y="420"/>
                      <a:pt x="203" y="418"/>
                      <a:pt x="202" y="420"/>
                    </a:cubicBezTo>
                    <a:close/>
                    <a:moveTo>
                      <a:pt x="203" y="493"/>
                    </a:moveTo>
                    <a:cubicBezTo>
                      <a:pt x="204" y="493"/>
                      <a:pt x="204" y="493"/>
                      <a:pt x="204" y="493"/>
                    </a:cubicBezTo>
                    <a:cubicBezTo>
                      <a:pt x="204" y="493"/>
                      <a:pt x="200" y="494"/>
                      <a:pt x="203" y="493"/>
                    </a:cubicBezTo>
                    <a:close/>
                    <a:moveTo>
                      <a:pt x="206" y="456"/>
                    </a:moveTo>
                    <a:cubicBezTo>
                      <a:pt x="206" y="456"/>
                      <a:pt x="205" y="456"/>
                      <a:pt x="205" y="456"/>
                    </a:cubicBezTo>
                    <a:cubicBezTo>
                      <a:pt x="204" y="456"/>
                      <a:pt x="206" y="455"/>
                      <a:pt x="206" y="456"/>
                    </a:cubicBezTo>
                    <a:close/>
                    <a:moveTo>
                      <a:pt x="206" y="475"/>
                    </a:moveTo>
                    <a:cubicBezTo>
                      <a:pt x="206" y="473"/>
                      <a:pt x="210" y="475"/>
                      <a:pt x="210" y="477"/>
                    </a:cubicBezTo>
                    <a:cubicBezTo>
                      <a:pt x="209" y="479"/>
                      <a:pt x="204" y="479"/>
                      <a:pt x="206" y="475"/>
                    </a:cubicBezTo>
                    <a:close/>
                    <a:moveTo>
                      <a:pt x="208" y="439"/>
                    </a:moveTo>
                    <a:cubicBezTo>
                      <a:pt x="208" y="440"/>
                      <a:pt x="207" y="440"/>
                      <a:pt x="207" y="440"/>
                    </a:cubicBezTo>
                    <a:cubicBezTo>
                      <a:pt x="207" y="439"/>
                      <a:pt x="208" y="439"/>
                      <a:pt x="208" y="439"/>
                    </a:cubicBezTo>
                    <a:close/>
                    <a:moveTo>
                      <a:pt x="208" y="405"/>
                    </a:moveTo>
                    <a:cubicBezTo>
                      <a:pt x="207" y="406"/>
                      <a:pt x="208" y="404"/>
                      <a:pt x="208" y="405"/>
                    </a:cubicBezTo>
                    <a:close/>
                    <a:moveTo>
                      <a:pt x="209" y="467"/>
                    </a:moveTo>
                    <a:cubicBezTo>
                      <a:pt x="209" y="467"/>
                      <a:pt x="209" y="468"/>
                      <a:pt x="209" y="468"/>
                    </a:cubicBezTo>
                    <a:cubicBezTo>
                      <a:pt x="208" y="467"/>
                      <a:pt x="210" y="466"/>
                      <a:pt x="209" y="467"/>
                    </a:cubicBezTo>
                    <a:close/>
                    <a:moveTo>
                      <a:pt x="210" y="509"/>
                    </a:moveTo>
                    <a:cubicBezTo>
                      <a:pt x="208" y="511"/>
                      <a:pt x="211" y="508"/>
                      <a:pt x="210" y="509"/>
                    </a:cubicBezTo>
                    <a:close/>
                    <a:moveTo>
                      <a:pt x="210" y="444"/>
                    </a:moveTo>
                    <a:cubicBezTo>
                      <a:pt x="207" y="445"/>
                      <a:pt x="209" y="441"/>
                      <a:pt x="210" y="443"/>
                    </a:cubicBezTo>
                    <a:cubicBezTo>
                      <a:pt x="211" y="443"/>
                      <a:pt x="210" y="443"/>
                      <a:pt x="210" y="444"/>
                    </a:cubicBezTo>
                    <a:close/>
                    <a:moveTo>
                      <a:pt x="210" y="185"/>
                    </a:moveTo>
                    <a:cubicBezTo>
                      <a:pt x="210" y="185"/>
                      <a:pt x="210" y="185"/>
                      <a:pt x="210" y="185"/>
                    </a:cubicBezTo>
                    <a:cubicBezTo>
                      <a:pt x="209" y="185"/>
                      <a:pt x="211" y="184"/>
                      <a:pt x="210" y="185"/>
                    </a:cubicBezTo>
                    <a:close/>
                    <a:moveTo>
                      <a:pt x="210" y="203"/>
                    </a:moveTo>
                    <a:cubicBezTo>
                      <a:pt x="211" y="203"/>
                      <a:pt x="209" y="205"/>
                      <a:pt x="209" y="205"/>
                    </a:cubicBezTo>
                    <a:cubicBezTo>
                      <a:pt x="209" y="204"/>
                      <a:pt x="209" y="204"/>
                      <a:pt x="210" y="203"/>
                    </a:cubicBezTo>
                    <a:close/>
                    <a:moveTo>
                      <a:pt x="210" y="371"/>
                    </a:moveTo>
                    <a:cubicBezTo>
                      <a:pt x="209" y="372"/>
                      <a:pt x="209" y="372"/>
                      <a:pt x="208" y="372"/>
                    </a:cubicBezTo>
                    <a:cubicBezTo>
                      <a:pt x="208" y="372"/>
                      <a:pt x="208" y="371"/>
                      <a:pt x="210" y="371"/>
                    </a:cubicBezTo>
                    <a:close/>
                    <a:moveTo>
                      <a:pt x="208" y="181"/>
                    </a:moveTo>
                    <a:cubicBezTo>
                      <a:pt x="209" y="181"/>
                      <a:pt x="207" y="184"/>
                      <a:pt x="207" y="184"/>
                    </a:cubicBezTo>
                    <a:cubicBezTo>
                      <a:pt x="204" y="186"/>
                      <a:pt x="206" y="180"/>
                      <a:pt x="208" y="181"/>
                    </a:cubicBezTo>
                    <a:close/>
                    <a:moveTo>
                      <a:pt x="207" y="374"/>
                    </a:moveTo>
                    <a:cubicBezTo>
                      <a:pt x="206" y="373"/>
                      <a:pt x="208" y="373"/>
                      <a:pt x="207" y="374"/>
                    </a:cubicBezTo>
                    <a:close/>
                    <a:moveTo>
                      <a:pt x="207" y="387"/>
                    </a:moveTo>
                    <a:cubicBezTo>
                      <a:pt x="206" y="387"/>
                      <a:pt x="206" y="388"/>
                      <a:pt x="206" y="387"/>
                    </a:cubicBezTo>
                    <a:cubicBezTo>
                      <a:pt x="205" y="386"/>
                      <a:pt x="209" y="385"/>
                      <a:pt x="207" y="387"/>
                    </a:cubicBezTo>
                    <a:close/>
                    <a:moveTo>
                      <a:pt x="204" y="211"/>
                    </a:moveTo>
                    <a:cubicBezTo>
                      <a:pt x="204" y="213"/>
                      <a:pt x="202" y="214"/>
                      <a:pt x="201" y="216"/>
                    </a:cubicBezTo>
                    <a:cubicBezTo>
                      <a:pt x="201" y="214"/>
                      <a:pt x="203" y="213"/>
                      <a:pt x="204" y="211"/>
                    </a:cubicBezTo>
                    <a:close/>
                    <a:moveTo>
                      <a:pt x="202" y="326"/>
                    </a:moveTo>
                    <a:cubicBezTo>
                      <a:pt x="202" y="327"/>
                      <a:pt x="202" y="328"/>
                      <a:pt x="201" y="328"/>
                    </a:cubicBezTo>
                    <a:cubicBezTo>
                      <a:pt x="201" y="327"/>
                      <a:pt x="202" y="327"/>
                      <a:pt x="202" y="326"/>
                    </a:cubicBezTo>
                    <a:close/>
                    <a:moveTo>
                      <a:pt x="205" y="387"/>
                    </a:moveTo>
                    <a:cubicBezTo>
                      <a:pt x="205" y="388"/>
                      <a:pt x="203" y="389"/>
                      <a:pt x="201" y="390"/>
                    </a:cubicBezTo>
                    <a:cubicBezTo>
                      <a:pt x="202" y="388"/>
                      <a:pt x="204" y="388"/>
                      <a:pt x="205" y="387"/>
                    </a:cubicBezTo>
                    <a:close/>
                    <a:moveTo>
                      <a:pt x="196" y="218"/>
                    </a:moveTo>
                    <a:cubicBezTo>
                      <a:pt x="198" y="219"/>
                      <a:pt x="196" y="220"/>
                      <a:pt x="196" y="218"/>
                    </a:cubicBezTo>
                    <a:close/>
                    <a:moveTo>
                      <a:pt x="196" y="249"/>
                    </a:moveTo>
                    <a:cubicBezTo>
                      <a:pt x="195" y="251"/>
                      <a:pt x="197" y="248"/>
                      <a:pt x="196" y="249"/>
                    </a:cubicBezTo>
                    <a:close/>
                    <a:moveTo>
                      <a:pt x="198" y="349"/>
                    </a:moveTo>
                    <a:cubicBezTo>
                      <a:pt x="198" y="350"/>
                      <a:pt x="196" y="351"/>
                      <a:pt x="196" y="352"/>
                    </a:cubicBezTo>
                    <a:cubicBezTo>
                      <a:pt x="195" y="351"/>
                      <a:pt x="197" y="350"/>
                      <a:pt x="198" y="349"/>
                    </a:cubicBezTo>
                    <a:close/>
                    <a:moveTo>
                      <a:pt x="196" y="296"/>
                    </a:moveTo>
                    <a:cubicBezTo>
                      <a:pt x="196" y="296"/>
                      <a:pt x="195" y="298"/>
                      <a:pt x="195" y="298"/>
                    </a:cubicBezTo>
                    <a:cubicBezTo>
                      <a:pt x="193" y="300"/>
                      <a:pt x="194" y="295"/>
                      <a:pt x="196" y="296"/>
                    </a:cubicBezTo>
                    <a:close/>
                    <a:moveTo>
                      <a:pt x="194" y="353"/>
                    </a:moveTo>
                    <a:cubicBezTo>
                      <a:pt x="195" y="354"/>
                      <a:pt x="193" y="354"/>
                      <a:pt x="194" y="353"/>
                    </a:cubicBezTo>
                    <a:close/>
                    <a:moveTo>
                      <a:pt x="192" y="213"/>
                    </a:moveTo>
                    <a:cubicBezTo>
                      <a:pt x="192" y="212"/>
                      <a:pt x="194" y="211"/>
                      <a:pt x="192" y="213"/>
                    </a:cubicBezTo>
                    <a:close/>
                    <a:moveTo>
                      <a:pt x="193" y="252"/>
                    </a:moveTo>
                    <a:cubicBezTo>
                      <a:pt x="194" y="253"/>
                      <a:pt x="193" y="254"/>
                      <a:pt x="192" y="254"/>
                    </a:cubicBezTo>
                    <a:cubicBezTo>
                      <a:pt x="192" y="253"/>
                      <a:pt x="193" y="253"/>
                      <a:pt x="193" y="252"/>
                    </a:cubicBezTo>
                    <a:close/>
                    <a:moveTo>
                      <a:pt x="193" y="354"/>
                    </a:moveTo>
                    <a:cubicBezTo>
                      <a:pt x="193" y="355"/>
                      <a:pt x="193" y="356"/>
                      <a:pt x="192" y="356"/>
                    </a:cubicBezTo>
                    <a:cubicBezTo>
                      <a:pt x="192" y="355"/>
                      <a:pt x="193" y="355"/>
                      <a:pt x="193" y="354"/>
                    </a:cubicBezTo>
                    <a:close/>
                    <a:moveTo>
                      <a:pt x="192" y="305"/>
                    </a:moveTo>
                    <a:cubicBezTo>
                      <a:pt x="190" y="307"/>
                      <a:pt x="193" y="304"/>
                      <a:pt x="192" y="305"/>
                    </a:cubicBezTo>
                    <a:close/>
                    <a:moveTo>
                      <a:pt x="188" y="397"/>
                    </a:moveTo>
                    <a:cubicBezTo>
                      <a:pt x="187" y="398"/>
                      <a:pt x="185" y="400"/>
                      <a:pt x="183" y="401"/>
                    </a:cubicBezTo>
                    <a:cubicBezTo>
                      <a:pt x="184" y="399"/>
                      <a:pt x="186" y="398"/>
                      <a:pt x="188" y="397"/>
                    </a:cubicBezTo>
                    <a:close/>
                    <a:moveTo>
                      <a:pt x="184" y="384"/>
                    </a:moveTo>
                    <a:cubicBezTo>
                      <a:pt x="185" y="384"/>
                      <a:pt x="185" y="383"/>
                      <a:pt x="186" y="383"/>
                    </a:cubicBezTo>
                    <a:cubicBezTo>
                      <a:pt x="185" y="384"/>
                      <a:pt x="185" y="384"/>
                      <a:pt x="184" y="384"/>
                    </a:cubicBezTo>
                    <a:close/>
                    <a:moveTo>
                      <a:pt x="184" y="243"/>
                    </a:moveTo>
                    <a:cubicBezTo>
                      <a:pt x="185" y="242"/>
                      <a:pt x="183" y="244"/>
                      <a:pt x="184" y="243"/>
                    </a:cubicBezTo>
                    <a:close/>
                    <a:moveTo>
                      <a:pt x="182" y="186"/>
                    </a:moveTo>
                    <a:cubicBezTo>
                      <a:pt x="182" y="185"/>
                      <a:pt x="181" y="187"/>
                      <a:pt x="182" y="186"/>
                    </a:cubicBezTo>
                    <a:close/>
                    <a:moveTo>
                      <a:pt x="184" y="243"/>
                    </a:moveTo>
                    <a:cubicBezTo>
                      <a:pt x="185" y="244"/>
                      <a:pt x="183" y="249"/>
                      <a:pt x="182" y="249"/>
                    </a:cubicBezTo>
                    <a:cubicBezTo>
                      <a:pt x="180" y="249"/>
                      <a:pt x="182" y="243"/>
                      <a:pt x="184" y="243"/>
                    </a:cubicBezTo>
                    <a:close/>
                    <a:moveTo>
                      <a:pt x="177" y="208"/>
                    </a:moveTo>
                    <a:cubicBezTo>
                      <a:pt x="178" y="209"/>
                      <a:pt x="177" y="209"/>
                      <a:pt x="177" y="210"/>
                    </a:cubicBezTo>
                    <a:cubicBezTo>
                      <a:pt x="176" y="210"/>
                      <a:pt x="177" y="209"/>
                      <a:pt x="177" y="208"/>
                    </a:cubicBezTo>
                    <a:close/>
                    <a:moveTo>
                      <a:pt x="182" y="322"/>
                    </a:moveTo>
                    <a:cubicBezTo>
                      <a:pt x="179" y="324"/>
                      <a:pt x="177" y="329"/>
                      <a:pt x="175" y="329"/>
                    </a:cubicBezTo>
                    <a:cubicBezTo>
                      <a:pt x="175" y="329"/>
                      <a:pt x="179" y="322"/>
                      <a:pt x="182" y="322"/>
                    </a:cubicBezTo>
                    <a:close/>
                    <a:moveTo>
                      <a:pt x="180" y="403"/>
                    </a:moveTo>
                    <a:cubicBezTo>
                      <a:pt x="179" y="404"/>
                      <a:pt x="178" y="406"/>
                      <a:pt x="176" y="406"/>
                    </a:cubicBezTo>
                    <a:cubicBezTo>
                      <a:pt x="177" y="405"/>
                      <a:pt x="179" y="404"/>
                      <a:pt x="180" y="403"/>
                    </a:cubicBezTo>
                    <a:close/>
                    <a:moveTo>
                      <a:pt x="178" y="383"/>
                    </a:moveTo>
                    <a:cubicBezTo>
                      <a:pt x="178" y="383"/>
                      <a:pt x="178" y="383"/>
                      <a:pt x="178" y="383"/>
                    </a:cubicBezTo>
                    <a:cubicBezTo>
                      <a:pt x="178" y="383"/>
                      <a:pt x="178" y="382"/>
                      <a:pt x="178" y="382"/>
                    </a:cubicBezTo>
                    <a:cubicBezTo>
                      <a:pt x="178" y="382"/>
                      <a:pt x="178" y="382"/>
                      <a:pt x="178" y="383"/>
                    </a:cubicBezTo>
                    <a:cubicBezTo>
                      <a:pt x="178" y="383"/>
                      <a:pt x="178" y="383"/>
                      <a:pt x="178" y="383"/>
                    </a:cubicBezTo>
                    <a:cubicBezTo>
                      <a:pt x="178" y="383"/>
                      <a:pt x="178" y="383"/>
                      <a:pt x="178" y="383"/>
                    </a:cubicBezTo>
                    <a:close/>
                    <a:moveTo>
                      <a:pt x="181" y="393"/>
                    </a:moveTo>
                    <a:cubicBezTo>
                      <a:pt x="181" y="393"/>
                      <a:pt x="180" y="395"/>
                      <a:pt x="180" y="395"/>
                    </a:cubicBezTo>
                    <a:cubicBezTo>
                      <a:pt x="178" y="397"/>
                      <a:pt x="179" y="392"/>
                      <a:pt x="181" y="393"/>
                    </a:cubicBezTo>
                    <a:close/>
                    <a:moveTo>
                      <a:pt x="179" y="358"/>
                    </a:moveTo>
                    <a:cubicBezTo>
                      <a:pt x="179" y="358"/>
                      <a:pt x="180" y="359"/>
                      <a:pt x="180" y="359"/>
                    </a:cubicBezTo>
                    <a:cubicBezTo>
                      <a:pt x="180" y="360"/>
                      <a:pt x="178" y="359"/>
                      <a:pt x="179" y="358"/>
                    </a:cubicBezTo>
                    <a:close/>
                    <a:moveTo>
                      <a:pt x="182" y="418"/>
                    </a:moveTo>
                    <a:cubicBezTo>
                      <a:pt x="183" y="416"/>
                      <a:pt x="187" y="412"/>
                      <a:pt x="190" y="410"/>
                    </a:cubicBezTo>
                    <a:cubicBezTo>
                      <a:pt x="190" y="410"/>
                      <a:pt x="190" y="408"/>
                      <a:pt x="191" y="409"/>
                    </a:cubicBezTo>
                    <a:cubicBezTo>
                      <a:pt x="192" y="410"/>
                      <a:pt x="189" y="414"/>
                      <a:pt x="189" y="414"/>
                    </a:cubicBezTo>
                    <a:cubicBezTo>
                      <a:pt x="188" y="415"/>
                      <a:pt x="186" y="415"/>
                      <a:pt x="184" y="417"/>
                    </a:cubicBezTo>
                    <a:cubicBezTo>
                      <a:pt x="180" y="419"/>
                      <a:pt x="178" y="424"/>
                      <a:pt x="174" y="426"/>
                    </a:cubicBezTo>
                    <a:cubicBezTo>
                      <a:pt x="174" y="422"/>
                      <a:pt x="180" y="421"/>
                      <a:pt x="182" y="418"/>
                    </a:cubicBezTo>
                    <a:close/>
                    <a:moveTo>
                      <a:pt x="193" y="479"/>
                    </a:moveTo>
                    <a:cubicBezTo>
                      <a:pt x="192" y="481"/>
                      <a:pt x="192" y="479"/>
                      <a:pt x="193" y="479"/>
                    </a:cubicBezTo>
                    <a:close/>
                    <a:moveTo>
                      <a:pt x="193" y="432"/>
                    </a:moveTo>
                    <a:cubicBezTo>
                      <a:pt x="194" y="432"/>
                      <a:pt x="193" y="433"/>
                      <a:pt x="193" y="432"/>
                    </a:cubicBezTo>
                    <a:cubicBezTo>
                      <a:pt x="192" y="432"/>
                      <a:pt x="193" y="432"/>
                      <a:pt x="193" y="432"/>
                    </a:cubicBezTo>
                    <a:close/>
                    <a:moveTo>
                      <a:pt x="191" y="460"/>
                    </a:moveTo>
                    <a:cubicBezTo>
                      <a:pt x="192" y="458"/>
                      <a:pt x="193" y="460"/>
                      <a:pt x="191" y="460"/>
                    </a:cubicBezTo>
                    <a:close/>
                    <a:moveTo>
                      <a:pt x="193" y="489"/>
                    </a:moveTo>
                    <a:cubicBezTo>
                      <a:pt x="193" y="490"/>
                      <a:pt x="192" y="491"/>
                      <a:pt x="191" y="491"/>
                    </a:cubicBezTo>
                    <a:cubicBezTo>
                      <a:pt x="189" y="492"/>
                      <a:pt x="191" y="487"/>
                      <a:pt x="193" y="489"/>
                    </a:cubicBezTo>
                    <a:close/>
                    <a:moveTo>
                      <a:pt x="190" y="440"/>
                    </a:moveTo>
                    <a:cubicBezTo>
                      <a:pt x="189" y="439"/>
                      <a:pt x="191" y="438"/>
                      <a:pt x="191" y="439"/>
                    </a:cubicBezTo>
                    <a:cubicBezTo>
                      <a:pt x="191" y="439"/>
                      <a:pt x="190" y="440"/>
                      <a:pt x="190" y="440"/>
                    </a:cubicBezTo>
                    <a:close/>
                    <a:moveTo>
                      <a:pt x="189" y="511"/>
                    </a:moveTo>
                    <a:cubicBezTo>
                      <a:pt x="189" y="511"/>
                      <a:pt x="189" y="512"/>
                      <a:pt x="188" y="511"/>
                    </a:cubicBezTo>
                    <a:cubicBezTo>
                      <a:pt x="188" y="511"/>
                      <a:pt x="189" y="510"/>
                      <a:pt x="189" y="511"/>
                    </a:cubicBezTo>
                    <a:close/>
                    <a:moveTo>
                      <a:pt x="186" y="470"/>
                    </a:moveTo>
                    <a:cubicBezTo>
                      <a:pt x="185" y="469"/>
                      <a:pt x="188" y="469"/>
                      <a:pt x="188" y="470"/>
                    </a:cubicBezTo>
                    <a:cubicBezTo>
                      <a:pt x="189" y="471"/>
                      <a:pt x="186" y="472"/>
                      <a:pt x="186" y="470"/>
                    </a:cubicBezTo>
                    <a:close/>
                    <a:moveTo>
                      <a:pt x="184" y="470"/>
                    </a:moveTo>
                    <a:cubicBezTo>
                      <a:pt x="185" y="471"/>
                      <a:pt x="184" y="472"/>
                      <a:pt x="183" y="472"/>
                    </a:cubicBezTo>
                    <a:cubicBezTo>
                      <a:pt x="180" y="474"/>
                      <a:pt x="182" y="469"/>
                      <a:pt x="184" y="470"/>
                    </a:cubicBezTo>
                    <a:close/>
                    <a:moveTo>
                      <a:pt x="183" y="435"/>
                    </a:moveTo>
                    <a:cubicBezTo>
                      <a:pt x="183" y="434"/>
                      <a:pt x="182" y="436"/>
                      <a:pt x="183" y="435"/>
                    </a:cubicBezTo>
                    <a:close/>
                    <a:moveTo>
                      <a:pt x="180" y="443"/>
                    </a:moveTo>
                    <a:cubicBezTo>
                      <a:pt x="180" y="443"/>
                      <a:pt x="179" y="443"/>
                      <a:pt x="179" y="443"/>
                    </a:cubicBezTo>
                    <a:cubicBezTo>
                      <a:pt x="178" y="445"/>
                      <a:pt x="180" y="440"/>
                      <a:pt x="180" y="443"/>
                    </a:cubicBezTo>
                    <a:close/>
                    <a:moveTo>
                      <a:pt x="174" y="445"/>
                    </a:moveTo>
                    <a:cubicBezTo>
                      <a:pt x="173" y="446"/>
                      <a:pt x="174" y="444"/>
                      <a:pt x="174" y="445"/>
                    </a:cubicBezTo>
                    <a:close/>
                    <a:moveTo>
                      <a:pt x="173" y="182"/>
                    </a:moveTo>
                    <a:cubicBezTo>
                      <a:pt x="172" y="182"/>
                      <a:pt x="174" y="180"/>
                      <a:pt x="173" y="182"/>
                    </a:cubicBezTo>
                    <a:close/>
                    <a:moveTo>
                      <a:pt x="173" y="438"/>
                    </a:moveTo>
                    <a:cubicBezTo>
                      <a:pt x="174" y="437"/>
                      <a:pt x="172" y="440"/>
                      <a:pt x="173" y="438"/>
                    </a:cubicBezTo>
                    <a:close/>
                    <a:moveTo>
                      <a:pt x="173" y="477"/>
                    </a:moveTo>
                    <a:cubicBezTo>
                      <a:pt x="172" y="478"/>
                      <a:pt x="172" y="478"/>
                      <a:pt x="170" y="478"/>
                    </a:cubicBezTo>
                    <a:cubicBezTo>
                      <a:pt x="171" y="478"/>
                      <a:pt x="171" y="477"/>
                      <a:pt x="173" y="477"/>
                    </a:cubicBezTo>
                    <a:close/>
                    <a:moveTo>
                      <a:pt x="173" y="314"/>
                    </a:moveTo>
                    <a:cubicBezTo>
                      <a:pt x="173" y="314"/>
                      <a:pt x="173" y="314"/>
                      <a:pt x="173" y="314"/>
                    </a:cubicBezTo>
                    <a:cubicBezTo>
                      <a:pt x="173" y="314"/>
                      <a:pt x="173" y="314"/>
                      <a:pt x="173" y="314"/>
                    </a:cubicBezTo>
                    <a:cubicBezTo>
                      <a:pt x="173" y="314"/>
                      <a:pt x="173" y="314"/>
                      <a:pt x="173" y="314"/>
                    </a:cubicBezTo>
                    <a:cubicBezTo>
                      <a:pt x="173" y="314"/>
                      <a:pt x="173" y="314"/>
                      <a:pt x="173" y="314"/>
                    </a:cubicBezTo>
                    <a:cubicBezTo>
                      <a:pt x="173" y="314"/>
                      <a:pt x="173" y="314"/>
                      <a:pt x="173" y="314"/>
                    </a:cubicBezTo>
                    <a:close/>
                    <a:moveTo>
                      <a:pt x="171" y="307"/>
                    </a:moveTo>
                    <a:cubicBezTo>
                      <a:pt x="171" y="308"/>
                      <a:pt x="171" y="309"/>
                      <a:pt x="169" y="310"/>
                    </a:cubicBezTo>
                    <a:cubicBezTo>
                      <a:pt x="168" y="310"/>
                      <a:pt x="167" y="310"/>
                      <a:pt x="166" y="309"/>
                    </a:cubicBezTo>
                    <a:cubicBezTo>
                      <a:pt x="164" y="305"/>
                      <a:pt x="171" y="303"/>
                      <a:pt x="171" y="307"/>
                    </a:cubicBezTo>
                    <a:close/>
                    <a:moveTo>
                      <a:pt x="168" y="501"/>
                    </a:moveTo>
                    <a:cubicBezTo>
                      <a:pt x="168" y="501"/>
                      <a:pt x="168" y="501"/>
                      <a:pt x="169" y="501"/>
                    </a:cubicBezTo>
                    <a:cubicBezTo>
                      <a:pt x="169" y="501"/>
                      <a:pt x="168" y="502"/>
                      <a:pt x="168" y="501"/>
                    </a:cubicBezTo>
                    <a:close/>
                    <a:moveTo>
                      <a:pt x="166" y="342"/>
                    </a:moveTo>
                    <a:cubicBezTo>
                      <a:pt x="166" y="342"/>
                      <a:pt x="166" y="342"/>
                      <a:pt x="166" y="342"/>
                    </a:cubicBezTo>
                    <a:cubicBezTo>
                      <a:pt x="166" y="342"/>
                      <a:pt x="166" y="343"/>
                      <a:pt x="165" y="343"/>
                    </a:cubicBezTo>
                    <a:cubicBezTo>
                      <a:pt x="165" y="343"/>
                      <a:pt x="165" y="343"/>
                      <a:pt x="165" y="343"/>
                    </a:cubicBezTo>
                    <a:cubicBezTo>
                      <a:pt x="165" y="343"/>
                      <a:pt x="166" y="342"/>
                      <a:pt x="166" y="342"/>
                    </a:cubicBezTo>
                    <a:close/>
                    <a:moveTo>
                      <a:pt x="165" y="307"/>
                    </a:moveTo>
                    <a:cubicBezTo>
                      <a:pt x="163" y="308"/>
                      <a:pt x="167" y="306"/>
                      <a:pt x="165" y="307"/>
                    </a:cubicBezTo>
                    <a:close/>
                    <a:moveTo>
                      <a:pt x="164" y="344"/>
                    </a:moveTo>
                    <a:cubicBezTo>
                      <a:pt x="163" y="344"/>
                      <a:pt x="166" y="342"/>
                      <a:pt x="164" y="344"/>
                    </a:cubicBezTo>
                    <a:close/>
                    <a:moveTo>
                      <a:pt x="165" y="345"/>
                    </a:moveTo>
                    <a:cubicBezTo>
                      <a:pt x="164" y="346"/>
                      <a:pt x="164" y="347"/>
                      <a:pt x="162" y="347"/>
                    </a:cubicBezTo>
                    <a:cubicBezTo>
                      <a:pt x="163" y="347"/>
                      <a:pt x="163" y="346"/>
                      <a:pt x="165" y="345"/>
                    </a:cubicBezTo>
                    <a:close/>
                    <a:moveTo>
                      <a:pt x="161" y="347"/>
                    </a:moveTo>
                    <a:cubicBezTo>
                      <a:pt x="160" y="348"/>
                      <a:pt x="162" y="346"/>
                      <a:pt x="161" y="347"/>
                    </a:cubicBezTo>
                    <a:close/>
                    <a:moveTo>
                      <a:pt x="160" y="350"/>
                    </a:moveTo>
                    <a:cubicBezTo>
                      <a:pt x="161" y="348"/>
                      <a:pt x="162" y="349"/>
                      <a:pt x="160" y="350"/>
                    </a:cubicBezTo>
                    <a:close/>
                    <a:moveTo>
                      <a:pt x="168" y="370"/>
                    </a:moveTo>
                    <a:cubicBezTo>
                      <a:pt x="165" y="373"/>
                      <a:pt x="163" y="376"/>
                      <a:pt x="158" y="378"/>
                    </a:cubicBezTo>
                    <a:cubicBezTo>
                      <a:pt x="161" y="375"/>
                      <a:pt x="164" y="372"/>
                      <a:pt x="168" y="370"/>
                    </a:cubicBezTo>
                    <a:close/>
                    <a:moveTo>
                      <a:pt x="167" y="392"/>
                    </a:moveTo>
                    <a:cubicBezTo>
                      <a:pt x="166" y="393"/>
                      <a:pt x="168" y="390"/>
                      <a:pt x="167" y="391"/>
                    </a:cubicBezTo>
                    <a:cubicBezTo>
                      <a:pt x="167" y="391"/>
                      <a:pt x="167" y="392"/>
                      <a:pt x="167" y="392"/>
                    </a:cubicBezTo>
                    <a:close/>
                    <a:moveTo>
                      <a:pt x="168" y="424"/>
                    </a:moveTo>
                    <a:cubicBezTo>
                      <a:pt x="168" y="424"/>
                      <a:pt x="167" y="424"/>
                      <a:pt x="167" y="424"/>
                    </a:cubicBezTo>
                    <a:cubicBezTo>
                      <a:pt x="166" y="423"/>
                      <a:pt x="168" y="423"/>
                      <a:pt x="168" y="424"/>
                    </a:cubicBezTo>
                    <a:close/>
                    <a:moveTo>
                      <a:pt x="161" y="457"/>
                    </a:moveTo>
                    <a:cubicBezTo>
                      <a:pt x="161" y="458"/>
                      <a:pt x="158" y="461"/>
                      <a:pt x="157" y="460"/>
                    </a:cubicBezTo>
                    <a:cubicBezTo>
                      <a:pt x="156" y="458"/>
                      <a:pt x="159" y="456"/>
                      <a:pt x="161" y="457"/>
                    </a:cubicBezTo>
                    <a:close/>
                    <a:moveTo>
                      <a:pt x="157" y="477"/>
                    </a:moveTo>
                    <a:cubicBezTo>
                      <a:pt x="157" y="477"/>
                      <a:pt x="157" y="477"/>
                      <a:pt x="157" y="477"/>
                    </a:cubicBezTo>
                    <a:cubicBezTo>
                      <a:pt x="157" y="477"/>
                      <a:pt x="157" y="477"/>
                      <a:pt x="157" y="477"/>
                    </a:cubicBezTo>
                    <a:cubicBezTo>
                      <a:pt x="157" y="477"/>
                      <a:pt x="157" y="477"/>
                      <a:pt x="157" y="477"/>
                    </a:cubicBezTo>
                    <a:close/>
                    <a:moveTo>
                      <a:pt x="161" y="502"/>
                    </a:moveTo>
                    <a:cubicBezTo>
                      <a:pt x="161" y="503"/>
                      <a:pt x="159" y="504"/>
                      <a:pt x="159" y="503"/>
                    </a:cubicBezTo>
                    <a:cubicBezTo>
                      <a:pt x="159" y="502"/>
                      <a:pt x="160" y="501"/>
                      <a:pt x="161" y="502"/>
                    </a:cubicBezTo>
                    <a:close/>
                    <a:moveTo>
                      <a:pt x="159" y="482"/>
                    </a:moveTo>
                    <a:cubicBezTo>
                      <a:pt x="158" y="483"/>
                      <a:pt x="160" y="481"/>
                      <a:pt x="159" y="482"/>
                    </a:cubicBezTo>
                    <a:close/>
                    <a:moveTo>
                      <a:pt x="162" y="484"/>
                    </a:moveTo>
                    <a:cubicBezTo>
                      <a:pt x="163" y="484"/>
                      <a:pt x="162" y="485"/>
                      <a:pt x="161" y="485"/>
                    </a:cubicBezTo>
                    <a:cubicBezTo>
                      <a:pt x="160" y="486"/>
                      <a:pt x="161" y="483"/>
                      <a:pt x="162" y="484"/>
                    </a:cubicBezTo>
                    <a:close/>
                    <a:moveTo>
                      <a:pt x="161" y="428"/>
                    </a:moveTo>
                    <a:cubicBezTo>
                      <a:pt x="162" y="429"/>
                      <a:pt x="160" y="432"/>
                      <a:pt x="160" y="432"/>
                    </a:cubicBezTo>
                    <a:cubicBezTo>
                      <a:pt x="155" y="435"/>
                      <a:pt x="158" y="426"/>
                      <a:pt x="161" y="428"/>
                    </a:cubicBezTo>
                    <a:close/>
                    <a:moveTo>
                      <a:pt x="164" y="506"/>
                    </a:moveTo>
                    <a:cubicBezTo>
                      <a:pt x="165" y="507"/>
                      <a:pt x="160" y="510"/>
                      <a:pt x="159" y="510"/>
                    </a:cubicBezTo>
                    <a:cubicBezTo>
                      <a:pt x="154" y="511"/>
                      <a:pt x="163" y="505"/>
                      <a:pt x="164" y="506"/>
                    </a:cubicBezTo>
                    <a:close/>
                    <a:moveTo>
                      <a:pt x="163" y="443"/>
                    </a:moveTo>
                    <a:cubicBezTo>
                      <a:pt x="163" y="443"/>
                      <a:pt x="163" y="444"/>
                      <a:pt x="162" y="444"/>
                    </a:cubicBezTo>
                    <a:cubicBezTo>
                      <a:pt x="162" y="443"/>
                      <a:pt x="163" y="443"/>
                      <a:pt x="163" y="443"/>
                    </a:cubicBezTo>
                    <a:close/>
                    <a:moveTo>
                      <a:pt x="159" y="351"/>
                    </a:moveTo>
                    <a:cubicBezTo>
                      <a:pt x="159" y="351"/>
                      <a:pt x="159" y="350"/>
                      <a:pt x="160" y="350"/>
                    </a:cubicBezTo>
                    <a:cubicBezTo>
                      <a:pt x="160" y="350"/>
                      <a:pt x="160" y="351"/>
                      <a:pt x="159" y="351"/>
                    </a:cubicBezTo>
                    <a:close/>
                    <a:moveTo>
                      <a:pt x="160" y="259"/>
                    </a:moveTo>
                    <a:cubicBezTo>
                      <a:pt x="160" y="259"/>
                      <a:pt x="160" y="260"/>
                      <a:pt x="160" y="260"/>
                    </a:cubicBezTo>
                    <a:cubicBezTo>
                      <a:pt x="159" y="261"/>
                      <a:pt x="158" y="258"/>
                      <a:pt x="160" y="259"/>
                    </a:cubicBezTo>
                    <a:close/>
                    <a:moveTo>
                      <a:pt x="160" y="349"/>
                    </a:moveTo>
                    <a:cubicBezTo>
                      <a:pt x="159" y="350"/>
                      <a:pt x="159" y="350"/>
                      <a:pt x="158" y="351"/>
                    </a:cubicBezTo>
                    <a:cubicBezTo>
                      <a:pt x="158" y="350"/>
                      <a:pt x="159" y="349"/>
                      <a:pt x="160" y="349"/>
                    </a:cubicBezTo>
                    <a:close/>
                    <a:moveTo>
                      <a:pt x="159" y="352"/>
                    </a:moveTo>
                    <a:cubicBezTo>
                      <a:pt x="158" y="352"/>
                      <a:pt x="158" y="353"/>
                      <a:pt x="157" y="353"/>
                    </a:cubicBezTo>
                    <a:cubicBezTo>
                      <a:pt x="157" y="352"/>
                      <a:pt x="158" y="352"/>
                      <a:pt x="159" y="352"/>
                    </a:cubicBezTo>
                    <a:close/>
                    <a:moveTo>
                      <a:pt x="156" y="354"/>
                    </a:moveTo>
                    <a:cubicBezTo>
                      <a:pt x="155" y="355"/>
                      <a:pt x="158" y="353"/>
                      <a:pt x="156" y="354"/>
                    </a:cubicBezTo>
                    <a:close/>
                    <a:moveTo>
                      <a:pt x="157" y="415"/>
                    </a:moveTo>
                    <a:cubicBezTo>
                      <a:pt x="158" y="416"/>
                      <a:pt x="157" y="417"/>
                      <a:pt x="156" y="417"/>
                    </a:cubicBezTo>
                    <a:cubicBezTo>
                      <a:pt x="156" y="416"/>
                      <a:pt x="157" y="416"/>
                      <a:pt x="157" y="415"/>
                    </a:cubicBezTo>
                    <a:close/>
                    <a:moveTo>
                      <a:pt x="133" y="461"/>
                    </a:moveTo>
                    <a:cubicBezTo>
                      <a:pt x="137" y="457"/>
                      <a:pt x="142" y="453"/>
                      <a:pt x="148" y="450"/>
                    </a:cubicBezTo>
                    <a:cubicBezTo>
                      <a:pt x="143" y="454"/>
                      <a:pt x="138" y="457"/>
                      <a:pt x="133" y="461"/>
                    </a:cubicBezTo>
                    <a:close/>
                    <a:moveTo>
                      <a:pt x="138" y="463"/>
                    </a:moveTo>
                    <a:cubicBezTo>
                      <a:pt x="138" y="464"/>
                      <a:pt x="137" y="464"/>
                      <a:pt x="137" y="463"/>
                    </a:cubicBezTo>
                    <a:cubicBezTo>
                      <a:pt x="136" y="462"/>
                      <a:pt x="138" y="463"/>
                      <a:pt x="138" y="463"/>
                    </a:cubicBezTo>
                    <a:close/>
                    <a:moveTo>
                      <a:pt x="147" y="446"/>
                    </a:moveTo>
                    <a:cubicBezTo>
                      <a:pt x="146" y="446"/>
                      <a:pt x="145" y="447"/>
                      <a:pt x="145" y="447"/>
                    </a:cubicBezTo>
                    <a:cubicBezTo>
                      <a:pt x="144" y="446"/>
                      <a:pt x="152" y="439"/>
                      <a:pt x="153" y="440"/>
                    </a:cubicBezTo>
                    <a:cubicBezTo>
                      <a:pt x="154" y="440"/>
                      <a:pt x="147" y="446"/>
                      <a:pt x="147" y="446"/>
                    </a:cubicBezTo>
                    <a:close/>
                    <a:moveTo>
                      <a:pt x="148" y="401"/>
                    </a:moveTo>
                    <a:cubicBezTo>
                      <a:pt x="151" y="399"/>
                      <a:pt x="146" y="402"/>
                      <a:pt x="148" y="401"/>
                    </a:cubicBezTo>
                    <a:close/>
                    <a:moveTo>
                      <a:pt x="150" y="439"/>
                    </a:moveTo>
                    <a:cubicBezTo>
                      <a:pt x="150" y="440"/>
                      <a:pt x="149" y="440"/>
                      <a:pt x="148" y="440"/>
                    </a:cubicBezTo>
                    <a:cubicBezTo>
                      <a:pt x="148" y="439"/>
                      <a:pt x="149" y="439"/>
                      <a:pt x="150" y="439"/>
                    </a:cubicBezTo>
                    <a:close/>
                    <a:moveTo>
                      <a:pt x="151" y="379"/>
                    </a:moveTo>
                    <a:cubicBezTo>
                      <a:pt x="150" y="380"/>
                      <a:pt x="151" y="378"/>
                      <a:pt x="151" y="379"/>
                    </a:cubicBezTo>
                    <a:close/>
                    <a:moveTo>
                      <a:pt x="153" y="447"/>
                    </a:moveTo>
                    <a:cubicBezTo>
                      <a:pt x="153" y="449"/>
                      <a:pt x="150" y="449"/>
                      <a:pt x="149" y="450"/>
                    </a:cubicBezTo>
                    <a:cubicBezTo>
                      <a:pt x="149" y="449"/>
                      <a:pt x="152" y="448"/>
                      <a:pt x="153" y="447"/>
                    </a:cubicBezTo>
                    <a:close/>
                    <a:moveTo>
                      <a:pt x="156" y="472"/>
                    </a:moveTo>
                    <a:cubicBezTo>
                      <a:pt x="155" y="473"/>
                      <a:pt x="152" y="475"/>
                      <a:pt x="151" y="475"/>
                    </a:cubicBezTo>
                    <a:cubicBezTo>
                      <a:pt x="151" y="475"/>
                      <a:pt x="154" y="471"/>
                      <a:pt x="156" y="472"/>
                    </a:cubicBezTo>
                    <a:close/>
                    <a:moveTo>
                      <a:pt x="156" y="435"/>
                    </a:moveTo>
                    <a:cubicBezTo>
                      <a:pt x="156" y="435"/>
                      <a:pt x="156" y="435"/>
                      <a:pt x="157" y="435"/>
                    </a:cubicBezTo>
                    <a:cubicBezTo>
                      <a:pt x="156" y="435"/>
                      <a:pt x="156" y="435"/>
                      <a:pt x="156" y="435"/>
                    </a:cubicBezTo>
                    <a:cubicBezTo>
                      <a:pt x="156" y="435"/>
                      <a:pt x="156" y="435"/>
                      <a:pt x="156" y="435"/>
                    </a:cubicBezTo>
                    <a:close/>
                    <a:moveTo>
                      <a:pt x="155" y="447"/>
                    </a:moveTo>
                    <a:cubicBezTo>
                      <a:pt x="155" y="447"/>
                      <a:pt x="154" y="448"/>
                      <a:pt x="154" y="447"/>
                    </a:cubicBezTo>
                    <a:cubicBezTo>
                      <a:pt x="153" y="446"/>
                      <a:pt x="156" y="445"/>
                      <a:pt x="155" y="447"/>
                    </a:cubicBezTo>
                    <a:close/>
                    <a:moveTo>
                      <a:pt x="155" y="434"/>
                    </a:moveTo>
                    <a:cubicBezTo>
                      <a:pt x="155" y="434"/>
                      <a:pt x="154" y="435"/>
                      <a:pt x="154" y="435"/>
                    </a:cubicBezTo>
                    <a:cubicBezTo>
                      <a:pt x="152" y="437"/>
                      <a:pt x="153" y="432"/>
                      <a:pt x="155" y="434"/>
                    </a:cubicBezTo>
                    <a:close/>
                    <a:moveTo>
                      <a:pt x="152" y="391"/>
                    </a:moveTo>
                    <a:cubicBezTo>
                      <a:pt x="153" y="391"/>
                      <a:pt x="152" y="392"/>
                      <a:pt x="152" y="392"/>
                    </a:cubicBezTo>
                    <a:cubicBezTo>
                      <a:pt x="151" y="393"/>
                      <a:pt x="151" y="390"/>
                      <a:pt x="152" y="391"/>
                    </a:cubicBezTo>
                    <a:close/>
                    <a:moveTo>
                      <a:pt x="151" y="438"/>
                    </a:moveTo>
                    <a:cubicBezTo>
                      <a:pt x="152" y="436"/>
                      <a:pt x="154" y="438"/>
                      <a:pt x="151" y="438"/>
                    </a:cubicBezTo>
                    <a:close/>
                    <a:moveTo>
                      <a:pt x="151" y="253"/>
                    </a:moveTo>
                    <a:cubicBezTo>
                      <a:pt x="151" y="253"/>
                      <a:pt x="151" y="254"/>
                      <a:pt x="150" y="254"/>
                    </a:cubicBezTo>
                    <a:cubicBezTo>
                      <a:pt x="150" y="253"/>
                      <a:pt x="151" y="252"/>
                      <a:pt x="151" y="253"/>
                    </a:cubicBezTo>
                    <a:close/>
                    <a:moveTo>
                      <a:pt x="150" y="436"/>
                    </a:moveTo>
                    <a:cubicBezTo>
                      <a:pt x="151" y="436"/>
                      <a:pt x="150" y="437"/>
                      <a:pt x="150" y="437"/>
                    </a:cubicBezTo>
                    <a:cubicBezTo>
                      <a:pt x="149" y="439"/>
                      <a:pt x="149" y="435"/>
                      <a:pt x="150" y="436"/>
                    </a:cubicBezTo>
                    <a:close/>
                    <a:moveTo>
                      <a:pt x="149" y="322"/>
                    </a:moveTo>
                    <a:cubicBezTo>
                      <a:pt x="149" y="323"/>
                      <a:pt x="148" y="322"/>
                      <a:pt x="149" y="322"/>
                    </a:cubicBezTo>
                    <a:close/>
                    <a:moveTo>
                      <a:pt x="149" y="365"/>
                    </a:moveTo>
                    <a:cubicBezTo>
                      <a:pt x="149" y="366"/>
                      <a:pt x="147" y="366"/>
                      <a:pt x="148" y="365"/>
                    </a:cubicBezTo>
                    <a:cubicBezTo>
                      <a:pt x="148" y="365"/>
                      <a:pt x="149" y="365"/>
                      <a:pt x="149" y="365"/>
                    </a:cubicBezTo>
                    <a:close/>
                    <a:moveTo>
                      <a:pt x="147" y="197"/>
                    </a:moveTo>
                    <a:cubicBezTo>
                      <a:pt x="146" y="198"/>
                      <a:pt x="146" y="198"/>
                      <a:pt x="145" y="197"/>
                    </a:cubicBezTo>
                    <a:cubicBezTo>
                      <a:pt x="142" y="194"/>
                      <a:pt x="150" y="194"/>
                      <a:pt x="147" y="197"/>
                    </a:cubicBezTo>
                    <a:close/>
                    <a:moveTo>
                      <a:pt x="145" y="359"/>
                    </a:moveTo>
                    <a:cubicBezTo>
                      <a:pt x="147" y="359"/>
                      <a:pt x="145" y="362"/>
                      <a:pt x="145" y="362"/>
                    </a:cubicBezTo>
                    <a:cubicBezTo>
                      <a:pt x="143" y="363"/>
                      <a:pt x="143" y="358"/>
                      <a:pt x="145" y="359"/>
                    </a:cubicBezTo>
                    <a:close/>
                    <a:moveTo>
                      <a:pt x="145" y="402"/>
                    </a:moveTo>
                    <a:cubicBezTo>
                      <a:pt x="145" y="404"/>
                      <a:pt x="144" y="404"/>
                      <a:pt x="143" y="405"/>
                    </a:cubicBezTo>
                    <a:cubicBezTo>
                      <a:pt x="143" y="404"/>
                      <a:pt x="144" y="403"/>
                      <a:pt x="145" y="402"/>
                    </a:cubicBezTo>
                    <a:close/>
                    <a:moveTo>
                      <a:pt x="132" y="456"/>
                    </a:moveTo>
                    <a:cubicBezTo>
                      <a:pt x="134" y="453"/>
                      <a:pt x="139" y="450"/>
                      <a:pt x="143" y="448"/>
                    </a:cubicBezTo>
                    <a:cubicBezTo>
                      <a:pt x="139" y="451"/>
                      <a:pt x="137" y="455"/>
                      <a:pt x="132" y="456"/>
                    </a:cubicBezTo>
                    <a:close/>
                    <a:moveTo>
                      <a:pt x="131" y="395"/>
                    </a:moveTo>
                    <a:cubicBezTo>
                      <a:pt x="132" y="394"/>
                      <a:pt x="132" y="393"/>
                      <a:pt x="134" y="393"/>
                    </a:cubicBezTo>
                    <a:cubicBezTo>
                      <a:pt x="134" y="393"/>
                      <a:pt x="132" y="395"/>
                      <a:pt x="131" y="395"/>
                    </a:cubicBezTo>
                    <a:close/>
                    <a:moveTo>
                      <a:pt x="134" y="448"/>
                    </a:moveTo>
                    <a:cubicBezTo>
                      <a:pt x="134" y="448"/>
                      <a:pt x="133" y="449"/>
                      <a:pt x="133" y="448"/>
                    </a:cubicBezTo>
                    <a:cubicBezTo>
                      <a:pt x="132" y="447"/>
                      <a:pt x="135" y="447"/>
                      <a:pt x="134" y="448"/>
                    </a:cubicBezTo>
                    <a:close/>
                    <a:moveTo>
                      <a:pt x="132" y="422"/>
                    </a:moveTo>
                    <a:cubicBezTo>
                      <a:pt x="131" y="421"/>
                      <a:pt x="131" y="420"/>
                      <a:pt x="132" y="420"/>
                    </a:cubicBezTo>
                    <a:cubicBezTo>
                      <a:pt x="133" y="420"/>
                      <a:pt x="134" y="421"/>
                      <a:pt x="133" y="422"/>
                    </a:cubicBezTo>
                    <a:cubicBezTo>
                      <a:pt x="133" y="422"/>
                      <a:pt x="133" y="422"/>
                      <a:pt x="133" y="422"/>
                    </a:cubicBezTo>
                    <a:cubicBezTo>
                      <a:pt x="133" y="422"/>
                      <a:pt x="133" y="422"/>
                      <a:pt x="133" y="422"/>
                    </a:cubicBezTo>
                    <a:cubicBezTo>
                      <a:pt x="135" y="424"/>
                      <a:pt x="130" y="426"/>
                      <a:pt x="130" y="423"/>
                    </a:cubicBezTo>
                    <a:cubicBezTo>
                      <a:pt x="130" y="422"/>
                      <a:pt x="131" y="422"/>
                      <a:pt x="132" y="422"/>
                    </a:cubicBezTo>
                    <a:close/>
                    <a:moveTo>
                      <a:pt x="138" y="416"/>
                    </a:moveTo>
                    <a:cubicBezTo>
                      <a:pt x="137" y="417"/>
                      <a:pt x="139" y="415"/>
                      <a:pt x="138" y="416"/>
                    </a:cubicBezTo>
                    <a:close/>
                    <a:moveTo>
                      <a:pt x="139" y="433"/>
                    </a:moveTo>
                    <a:cubicBezTo>
                      <a:pt x="139" y="432"/>
                      <a:pt x="139" y="432"/>
                      <a:pt x="139" y="432"/>
                    </a:cubicBezTo>
                    <a:cubicBezTo>
                      <a:pt x="139" y="430"/>
                      <a:pt x="141" y="433"/>
                      <a:pt x="139" y="433"/>
                    </a:cubicBezTo>
                    <a:close/>
                    <a:moveTo>
                      <a:pt x="140" y="443"/>
                    </a:moveTo>
                    <a:cubicBezTo>
                      <a:pt x="140" y="443"/>
                      <a:pt x="141" y="443"/>
                      <a:pt x="141" y="444"/>
                    </a:cubicBezTo>
                    <a:cubicBezTo>
                      <a:pt x="141" y="444"/>
                      <a:pt x="140" y="444"/>
                      <a:pt x="140" y="443"/>
                    </a:cubicBezTo>
                    <a:close/>
                    <a:moveTo>
                      <a:pt x="142" y="387"/>
                    </a:moveTo>
                    <a:cubicBezTo>
                      <a:pt x="141" y="387"/>
                      <a:pt x="144" y="386"/>
                      <a:pt x="142" y="387"/>
                    </a:cubicBezTo>
                    <a:close/>
                    <a:moveTo>
                      <a:pt x="142" y="436"/>
                    </a:moveTo>
                    <a:cubicBezTo>
                      <a:pt x="143" y="436"/>
                      <a:pt x="142" y="439"/>
                      <a:pt x="141" y="437"/>
                    </a:cubicBezTo>
                    <a:cubicBezTo>
                      <a:pt x="141" y="436"/>
                      <a:pt x="142" y="436"/>
                      <a:pt x="142" y="436"/>
                    </a:cubicBezTo>
                    <a:close/>
                    <a:moveTo>
                      <a:pt x="142" y="387"/>
                    </a:moveTo>
                    <a:cubicBezTo>
                      <a:pt x="141" y="389"/>
                      <a:pt x="139" y="391"/>
                      <a:pt x="137" y="392"/>
                    </a:cubicBezTo>
                    <a:cubicBezTo>
                      <a:pt x="137" y="392"/>
                      <a:pt x="139" y="388"/>
                      <a:pt x="142" y="387"/>
                    </a:cubicBezTo>
                    <a:close/>
                    <a:moveTo>
                      <a:pt x="136" y="246"/>
                    </a:moveTo>
                    <a:cubicBezTo>
                      <a:pt x="135" y="246"/>
                      <a:pt x="137" y="245"/>
                      <a:pt x="136" y="246"/>
                    </a:cubicBezTo>
                    <a:close/>
                    <a:moveTo>
                      <a:pt x="134" y="301"/>
                    </a:moveTo>
                    <a:cubicBezTo>
                      <a:pt x="134" y="298"/>
                      <a:pt x="136" y="300"/>
                      <a:pt x="134" y="301"/>
                    </a:cubicBezTo>
                    <a:close/>
                    <a:moveTo>
                      <a:pt x="135" y="342"/>
                    </a:moveTo>
                    <a:cubicBezTo>
                      <a:pt x="135" y="343"/>
                      <a:pt x="134" y="344"/>
                      <a:pt x="134" y="345"/>
                    </a:cubicBezTo>
                    <a:cubicBezTo>
                      <a:pt x="133" y="344"/>
                      <a:pt x="134" y="342"/>
                      <a:pt x="135" y="342"/>
                    </a:cubicBezTo>
                    <a:close/>
                    <a:moveTo>
                      <a:pt x="129" y="351"/>
                    </a:moveTo>
                    <a:cubicBezTo>
                      <a:pt x="129" y="350"/>
                      <a:pt x="132" y="348"/>
                      <a:pt x="132" y="346"/>
                    </a:cubicBezTo>
                    <a:cubicBezTo>
                      <a:pt x="133" y="347"/>
                      <a:pt x="130" y="349"/>
                      <a:pt x="129" y="351"/>
                    </a:cubicBezTo>
                    <a:close/>
                    <a:moveTo>
                      <a:pt x="132" y="280"/>
                    </a:moveTo>
                    <a:cubicBezTo>
                      <a:pt x="132" y="282"/>
                      <a:pt x="130" y="281"/>
                      <a:pt x="132" y="280"/>
                    </a:cubicBezTo>
                    <a:close/>
                    <a:moveTo>
                      <a:pt x="129" y="305"/>
                    </a:moveTo>
                    <a:cubicBezTo>
                      <a:pt x="131" y="306"/>
                      <a:pt x="130" y="307"/>
                      <a:pt x="129" y="307"/>
                    </a:cubicBezTo>
                    <a:cubicBezTo>
                      <a:pt x="127" y="309"/>
                      <a:pt x="128" y="305"/>
                      <a:pt x="129" y="305"/>
                    </a:cubicBezTo>
                    <a:close/>
                    <a:moveTo>
                      <a:pt x="118" y="327"/>
                    </a:moveTo>
                    <a:cubicBezTo>
                      <a:pt x="118" y="327"/>
                      <a:pt x="117" y="327"/>
                      <a:pt x="117" y="326"/>
                    </a:cubicBezTo>
                    <a:cubicBezTo>
                      <a:pt x="117" y="326"/>
                      <a:pt x="119" y="326"/>
                      <a:pt x="118" y="327"/>
                    </a:cubicBezTo>
                    <a:close/>
                    <a:moveTo>
                      <a:pt x="118" y="336"/>
                    </a:moveTo>
                    <a:cubicBezTo>
                      <a:pt x="118" y="336"/>
                      <a:pt x="118" y="337"/>
                      <a:pt x="117" y="336"/>
                    </a:cubicBezTo>
                    <a:cubicBezTo>
                      <a:pt x="117" y="336"/>
                      <a:pt x="119" y="334"/>
                      <a:pt x="118" y="336"/>
                    </a:cubicBezTo>
                    <a:close/>
                    <a:moveTo>
                      <a:pt x="115" y="336"/>
                    </a:moveTo>
                    <a:cubicBezTo>
                      <a:pt x="116" y="335"/>
                      <a:pt x="114" y="337"/>
                      <a:pt x="115" y="336"/>
                    </a:cubicBezTo>
                    <a:close/>
                    <a:moveTo>
                      <a:pt x="115" y="386"/>
                    </a:moveTo>
                    <a:cubicBezTo>
                      <a:pt x="116" y="387"/>
                      <a:pt x="115" y="387"/>
                      <a:pt x="114" y="387"/>
                    </a:cubicBezTo>
                    <a:cubicBezTo>
                      <a:pt x="114" y="388"/>
                      <a:pt x="115" y="386"/>
                      <a:pt x="115" y="386"/>
                    </a:cubicBezTo>
                    <a:close/>
                    <a:moveTo>
                      <a:pt x="114" y="388"/>
                    </a:moveTo>
                    <a:cubicBezTo>
                      <a:pt x="114" y="389"/>
                      <a:pt x="113" y="389"/>
                      <a:pt x="113" y="390"/>
                    </a:cubicBezTo>
                    <a:cubicBezTo>
                      <a:pt x="112" y="390"/>
                      <a:pt x="113" y="388"/>
                      <a:pt x="114" y="388"/>
                    </a:cubicBezTo>
                    <a:close/>
                    <a:moveTo>
                      <a:pt x="111" y="394"/>
                    </a:moveTo>
                    <a:cubicBezTo>
                      <a:pt x="110" y="393"/>
                      <a:pt x="112" y="392"/>
                      <a:pt x="112" y="391"/>
                    </a:cubicBezTo>
                    <a:cubicBezTo>
                      <a:pt x="113" y="392"/>
                      <a:pt x="111" y="393"/>
                      <a:pt x="111" y="394"/>
                    </a:cubicBezTo>
                    <a:close/>
                    <a:moveTo>
                      <a:pt x="112" y="243"/>
                    </a:moveTo>
                    <a:cubicBezTo>
                      <a:pt x="111" y="245"/>
                      <a:pt x="111" y="241"/>
                      <a:pt x="112" y="242"/>
                    </a:cubicBezTo>
                    <a:cubicBezTo>
                      <a:pt x="113" y="242"/>
                      <a:pt x="112" y="243"/>
                      <a:pt x="112" y="243"/>
                    </a:cubicBezTo>
                    <a:close/>
                    <a:moveTo>
                      <a:pt x="115" y="433"/>
                    </a:moveTo>
                    <a:cubicBezTo>
                      <a:pt x="111" y="434"/>
                      <a:pt x="116" y="429"/>
                      <a:pt x="116" y="432"/>
                    </a:cubicBezTo>
                    <a:cubicBezTo>
                      <a:pt x="116" y="432"/>
                      <a:pt x="115" y="433"/>
                      <a:pt x="115" y="433"/>
                    </a:cubicBezTo>
                    <a:close/>
                    <a:moveTo>
                      <a:pt x="116" y="435"/>
                    </a:moveTo>
                    <a:cubicBezTo>
                      <a:pt x="115" y="436"/>
                      <a:pt x="117" y="434"/>
                      <a:pt x="116" y="435"/>
                    </a:cubicBezTo>
                    <a:close/>
                    <a:moveTo>
                      <a:pt x="113" y="417"/>
                    </a:moveTo>
                    <a:cubicBezTo>
                      <a:pt x="115" y="413"/>
                      <a:pt x="118" y="409"/>
                      <a:pt x="121" y="406"/>
                    </a:cubicBezTo>
                    <a:cubicBezTo>
                      <a:pt x="119" y="410"/>
                      <a:pt x="117" y="414"/>
                      <a:pt x="113" y="417"/>
                    </a:cubicBezTo>
                    <a:close/>
                    <a:moveTo>
                      <a:pt x="121" y="276"/>
                    </a:moveTo>
                    <a:cubicBezTo>
                      <a:pt x="121" y="276"/>
                      <a:pt x="121" y="277"/>
                      <a:pt x="121" y="277"/>
                    </a:cubicBezTo>
                    <a:cubicBezTo>
                      <a:pt x="120" y="276"/>
                      <a:pt x="122" y="275"/>
                      <a:pt x="121" y="276"/>
                    </a:cubicBezTo>
                    <a:close/>
                    <a:moveTo>
                      <a:pt x="122" y="193"/>
                    </a:moveTo>
                    <a:cubicBezTo>
                      <a:pt x="123" y="193"/>
                      <a:pt x="123" y="195"/>
                      <a:pt x="122" y="195"/>
                    </a:cubicBezTo>
                    <a:cubicBezTo>
                      <a:pt x="121" y="197"/>
                      <a:pt x="121" y="192"/>
                      <a:pt x="122" y="193"/>
                    </a:cubicBezTo>
                    <a:close/>
                    <a:moveTo>
                      <a:pt x="122" y="472"/>
                    </a:moveTo>
                    <a:cubicBezTo>
                      <a:pt x="122" y="473"/>
                      <a:pt x="121" y="474"/>
                      <a:pt x="120" y="475"/>
                    </a:cubicBezTo>
                    <a:cubicBezTo>
                      <a:pt x="120" y="474"/>
                      <a:pt x="121" y="472"/>
                      <a:pt x="122" y="472"/>
                    </a:cubicBezTo>
                    <a:close/>
                    <a:moveTo>
                      <a:pt x="120" y="461"/>
                    </a:moveTo>
                    <a:cubicBezTo>
                      <a:pt x="121" y="463"/>
                      <a:pt x="118" y="467"/>
                      <a:pt x="116" y="466"/>
                    </a:cubicBezTo>
                    <a:cubicBezTo>
                      <a:pt x="115" y="464"/>
                      <a:pt x="119" y="462"/>
                      <a:pt x="120" y="461"/>
                    </a:cubicBezTo>
                    <a:close/>
                    <a:moveTo>
                      <a:pt x="111" y="479"/>
                    </a:moveTo>
                    <a:cubicBezTo>
                      <a:pt x="110" y="481"/>
                      <a:pt x="109" y="480"/>
                      <a:pt x="111" y="479"/>
                    </a:cubicBezTo>
                    <a:close/>
                    <a:moveTo>
                      <a:pt x="110" y="496"/>
                    </a:moveTo>
                    <a:cubicBezTo>
                      <a:pt x="111" y="495"/>
                      <a:pt x="109" y="497"/>
                      <a:pt x="110" y="496"/>
                    </a:cubicBezTo>
                    <a:close/>
                    <a:moveTo>
                      <a:pt x="107" y="477"/>
                    </a:moveTo>
                    <a:cubicBezTo>
                      <a:pt x="107" y="476"/>
                      <a:pt x="106" y="478"/>
                      <a:pt x="107" y="477"/>
                    </a:cubicBezTo>
                    <a:close/>
                    <a:moveTo>
                      <a:pt x="109" y="509"/>
                    </a:moveTo>
                    <a:cubicBezTo>
                      <a:pt x="108" y="510"/>
                      <a:pt x="107" y="509"/>
                      <a:pt x="106" y="508"/>
                    </a:cubicBezTo>
                    <a:cubicBezTo>
                      <a:pt x="104" y="505"/>
                      <a:pt x="110" y="501"/>
                      <a:pt x="111" y="503"/>
                    </a:cubicBezTo>
                    <a:cubicBezTo>
                      <a:pt x="114" y="504"/>
                      <a:pt x="111" y="509"/>
                      <a:pt x="109" y="509"/>
                    </a:cubicBezTo>
                    <a:close/>
                    <a:moveTo>
                      <a:pt x="115" y="501"/>
                    </a:moveTo>
                    <a:cubicBezTo>
                      <a:pt x="115" y="499"/>
                      <a:pt x="117" y="501"/>
                      <a:pt x="115" y="501"/>
                    </a:cubicBezTo>
                    <a:close/>
                    <a:moveTo>
                      <a:pt x="115" y="498"/>
                    </a:moveTo>
                    <a:cubicBezTo>
                      <a:pt x="115" y="498"/>
                      <a:pt x="115" y="498"/>
                      <a:pt x="115" y="498"/>
                    </a:cubicBezTo>
                    <a:cubicBezTo>
                      <a:pt x="115" y="499"/>
                      <a:pt x="115" y="499"/>
                      <a:pt x="115" y="499"/>
                    </a:cubicBezTo>
                    <a:cubicBezTo>
                      <a:pt x="114" y="500"/>
                      <a:pt x="114" y="500"/>
                      <a:pt x="114" y="501"/>
                    </a:cubicBezTo>
                    <a:cubicBezTo>
                      <a:pt x="114" y="501"/>
                      <a:pt x="114" y="502"/>
                      <a:pt x="113" y="502"/>
                    </a:cubicBezTo>
                    <a:cubicBezTo>
                      <a:pt x="113" y="502"/>
                      <a:pt x="113" y="502"/>
                      <a:pt x="113" y="502"/>
                    </a:cubicBezTo>
                    <a:cubicBezTo>
                      <a:pt x="113" y="502"/>
                      <a:pt x="113" y="502"/>
                      <a:pt x="113" y="502"/>
                    </a:cubicBezTo>
                    <a:cubicBezTo>
                      <a:pt x="113" y="502"/>
                      <a:pt x="113" y="502"/>
                      <a:pt x="113" y="502"/>
                    </a:cubicBezTo>
                    <a:cubicBezTo>
                      <a:pt x="113" y="502"/>
                      <a:pt x="113" y="501"/>
                      <a:pt x="113" y="501"/>
                    </a:cubicBezTo>
                    <a:cubicBezTo>
                      <a:pt x="114" y="499"/>
                      <a:pt x="115" y="496"/>
                      <a:pt x="116" y="494"/>
                    </a:cubicBezTo>
                    <a:cubicBezTo>
                      <a:pt x="116" y="495"/>
                      <a:pt x="116" y="497"/>
                      <a:pt x="115" y="498"/>
                    </a:cubicBezTo>
                    <a:close/>
                    <a:moveTo>
                      <a:pt x="115" y="482"/>
                    </a:moveTo>
                    <a:cubicBezTo>
                      <a:pt x="116" y="481"/>
                      <a:pt x="118" y="481"/>
                      <a:pt x="120" y="480"/>
                    </a:cubicBezTo>
                    <a:cubicBezTo>
                      <a:pt x="119" y="482"/>
                      <a:pt x="117" y="482"/>
                      <a:pt x="115" y="482"/>
                    </a:cubicBezTo>
                    <a:close/>
                    <a:moveTo>
                      <a:pt x="121" y="500"/>
                    </a:moveTo>
                    <a:cubicBezTo>
                      <a:pt x="122" y="501"/>
                      <a:pt x="121" y="503"/>
                      <a:pt x="119" y="503"/>
                    </a:cubicBezTo>
                    <a:cubicBezTo>
                      <a:pt x="117" y="502"/>
                      <a:pt x="119" y="499"/>
                      <a:pt x="121" y="500"/>
                    </a:cubicBezTo>
                    <a:cubicBezTo>
                      <a:pt x="119" y="498"/>
                      <a:pt x="121" y="493"/>
                      <a:pt x="124" y="494"/>
                    </a:cubicBezTo>
                    <a:cubicBezTo>
                      <a:pt x="128" y="495"/>
                      <a:pt x="124" y="503"/>
                      <a:pt x="121" y="500"/>
                    </a:cubicBezTo>
                    <a:close/>
                    <a:moveTo>
                      <a:pt x="123" y="425"/>
                    </a:moveTo>
                    <a:cubicBezTo>
                      <a:pt x="123" y="425"/>
                      <a:pt x="123" y="424"/>
                      <a:pt x="124" y="424"/>
                    </a:cubicBezTo>
                    <a:cubicBezTo>
                      <a:pt x="124" y="424"/>
                      <a:pt x="123" y="425"/>
                      <a:pt x="123" y="425"/>
                    </a:cubicBezTo>
                    <a:close/>
                    <a:moveTo>
                      <a:pt x="123" y="474"/>
                    </a:moveTo>
                    <a:cubicBezTo>
                      <a:pt x="123" y="472"/>
                      <a:pt x="125" y="474"/>
                      <a:pt x="123" y="474"/>
                    </a:cubicBezTo>
                    <a:close/>
                    <a:moveTo>
                      <a:pt x="123" y="471"/>
                    </a:moveTo>
                    <a:cubicBezTo>
                      <a:pt x="125" y="469"/>
                      <a:pt x="122" y="472"/>
                      <a:pt x="123" y="471"/>
                    </a:cubicBezTo>
                    <a:close/>
                    <a:moveTo>
                      <a:pt x="126" y="472"/>
                    </a:moveTo>
                    <a:cubicBezTo>
                      <a:pt x="126" y="472"/>
                      <a:pt x="126" y="472"/>
                      <a:pt x="126" y="472"/>
                    </a:cubicBezTo>
                    <a:cubicBezTo>
                      <a:pt x="125" y="472"/>
                      <a:pt x="125" y="473"/>
                      <a:pt x="126" y="472"/>
                    </a:cubicBezTo>
                    <a:cubicBezTo>
                      <a:pt x="126" y="472"/>
                      <a:pt x="126" y="472"/>
                      <a:pt x="126" y="472"/>
                    </a:cubicBezTo>
                    <a:cubicBezTo>
                      <a:pt x="126" y="472"/>
                      <a:pt x="126" y="472"/>
                      <a:pt x="126" y="472"/>
                    </a:cubicBezTo>
                    <a:close/>
                    <a:moveTo>
                      <a:pt x="127" y="431"/>
                    </a:moveTo>
                    <a:cubicBezTo>
                      <a:pt x="127" y="431"/>
                      <a:pt x="128" y="431"/>
                      <a:pt x="127" y="432"/>
                    </a:cubicBezTo>
                    <a:cubicBezTo>
                      <a:pt x="127" y="433"/>
                      <a:pt x="126" y="431"/>
                      <a:pt x="127" y="431"/>
                    </a:cubicBezTo>
                    <a:close/>
                    <a:moveTo>
                      <a:pt x="127" y="501"/>
                    </a:moveTo>
                    <a:cubicBezTo>
                      <a:pt x="127" y="500"/>
                      <a:pt x="127" y="500"/>
                      <a:pt x="127" y="500"/>
                    </a:cubicBezTo>
                    <a:cubicBezTo>
                      <a:pt x="127" y="498"/>
                      <a:pt x="129" y="501"/>
                      <a:pt x="127" y="501"/>
                    </a:cubicBezTo>
                    <a:close/>
                    <a:moveTo>
                      <a:pt x="128" y="501"/>
                    </a:moveTo>
                    <a:cubicBezTo>
                      <a:pt x="127" y="502"/>
                      <a:pt x="128" y="499"/>
                      <a:pt x="129" y="500"/>
                    </a:cubicBezTo>
                    <a:cubicBezTo>
                      <a:pt x="130" y="501"/>
                      <a:pt x="129" y="501"/>
                      <a:pt x="128" y="501"/>
                    </a:cubicBezTo>
                    <a:close/>
                    <a:moveTo>
                      <a:pt x="128" y="456"/>
                    </a:moveTo>
                    <a:cubicBezTo>
                      <a:pt x="129" y="455"/>
                      <a:pt x="127" y="457"/>
                      <a:pt x="128" y="456"/>
                    </a:cubicBezTo>
                    <a:close/>
                    <a:moveTo>
                      <a:pt x="125" y="401"/>
                    </a:moveTo>
                    <a:cubicBezTo>
                      <a:pt x="125" y="401"/>
                      <a:pt x="122" y="406"/>
                      <a:pt x="123" y="403"/>
                    </a:cubicBezTo>
                    <a:cubicBezTo>
                      <a:pt x="123" y="401"/>
                      <a:pt x="128" y="398"/>
                      <a:pt x="130" y="396"/>
                    </a:cubicBezTo>
                    <a:cubicBezTo>
                      <a:pt x="129" y="398"/>
                      <a:pt x="127" y="399"/>
                      <a:pt x="125" y="401"/>
                    </a:cubicBezTo>
                    <a:close/>
                    <a:moveTo>
                      <a:pt x="131" y="424"/>
                    </a:moveTo>
                    <a:cubicBezTo>
                      <a:pt x="131" y="424"/>
                      <a:pt x="131" y="425"/>
                      <a:pt x="130" y="426"/>
                    </a:cubicBezTo>
                    <a:cubicBezTo>
                      <a:pt x="130" y="426"/>
                      <a:pt x="130" y="424"/>
                      <a:pt x="131" y="424"/>
                    </a:cubicBezTo>
                    <a:close/>
                    <a:moveTo>
                      <a:pt x="131" y="503"/>
                    </a:moveTo>
                    <a:cubicBezTo>
                      <a:pt x="129" y="502"/>
                      <a:pt x="134" y="500"/>
                      <a:pt x="132" y="503"/>
                    </a:cubicBezTo>
                    <a:cubicBezTo>
                      <a:pt x="132" y="503"/>
                      <a:pt x="131" y="504"/>
                      <a:pt x="131" y="503"/>
                    </a:cubicBezTo>
                    <a:close/>
                    <a:moveTo>
                      <a:pt x="132" y="505"/>
                    </a:moveTo>
                    <a:cubicBezTo>
                      <a:pt x="132" y="506"/>
                      <a:pt x="133" y="504"/>
                      <a:pt x="132" y="505"/>
                    </a:cubicBezTo>
                    <a:close/>
                    <a:moveTo>
                      <a:pt x="132" y="478"/>
                    </a:moveTo>
                    <a:cubicBezTo>
                      <a:pt x="130" y="480"/>
                      <a:pt x="130" y="474"/>
                      <a:pt x="132" y="475"/>
                    </a:cubicBezTo>
                    <a:cubicBezTo>
                      <a:pt x="134" y="476"/>
                      <a:pt x="133" y="478"/>
                      <a:pt x="132" y="478"/>
                    </a:cubicBezTo>
                    <a:close/>
                    <a:moveTo>
                      <a:pt x="138" y="496"/>
                    </a:moveTo>
                    <a:cubicBezTo>
                      <a:pt x="136" y="498"/>
                      <a:pt x="135" y="493"/>
                      <a:pt x="137" y="494"/>
                    </a:cubicBezTo>
                    <a:cubicBezTo>
                      <a:pt x="138" y="494"/>
                      <a:pt x="138" y="496"/>
                      <a:pt x="138" y="496"/>
                    </a:cubicBezTo>
                    <a:close/>
                    <a:moveTo>
                      <a:pt x="140" y="501"/>
                    </a:moveTo>
                    <a:cubicBezTo>
                      <a:pt x="141" y="500"/>
                      <a:pt x="141" y="502"/>
                      <a:pt x="140" y="501"/>
                    </a:cubicBezTo>
                    <a:close/>
                    <a:moveTo>
                      <a:pt x="139" y="469"/>
                    </a:moveTo>
                    <a:cubicBezTo>
                      <a:pt x="138" y="471"/>
                      <a:pt x="136" y="474"/>
                      <a:pt x="135" y="475"/>
                    </a:cubicBezTo>
                    <a:cubicBezTo>
                      <a:pt x="130" y="476"/>
                      <a:pt x="139" y="468"/>
                      <a:pt x="141" y="467"/>
                    </a:cubicBezTo>
                    <a:cubicBezTo>
                      <a:pt x="138" y="469"/>
                      <a:pt x="141" y="465"/>
                      <a:pt x="142" y="466"/>
                    </a:cubicBezTo>
                    <a:cubicBezTo>
                      <a:pt x="143" y="467"/>
                      <a:pt x="140" y="469"/>
                      <a:pt x="139" y="469"/>
                    </a:cubicBezTo>
                    <a:close/>
                    <a:moveTo>
                      <a:pt x="143" y="510"/>
                    </a:moveTo>
                    <a:cubicBezTo>
                      <a:pt x="142" y="510"/>
                      <a:pt x="142" y="511"/>
                      <a:pt x="142" y="511"/>
                    </a:cubicBezTo>
                    <a:cubicBezTo>
                      <a:pt x="143" y="510"/>
                      <a:pt x="143" y="509"/>
                      <a:pt x="143" y="510"/>
                    </a:cubicBezTo>
                    <a:close/>
                    <a:moveTo>
                      <a:pt x="143" y="484"/>
                    </a:moveTo>
                    <a:cubicBezTo>
                      <a:pt x="143" y="484"/>
                      <a:pt x="144" y="483"/>
                      <a:pt x="144" y="483"/>
                    </a:cubicBezTo>
                    <a:cubicBezTo>
                      <a:pt x="144" y="483"/>
                      <a:pt x="144" y="484"/>
                      <a:pt x="143" y="484"/>
                    </a:cubicBezTo>
                    <a:close/>
                    <a:moveTo>
                      <a:pt x="144" y="494"/>
                    </a:moveTo>
                    <a:cubicBezTo>
                      <a:pt x="144" y="493"/>
                      <a:pt x="147" y="493"/>
                      <a:pt x="147" y="494"/>
                    </a:cubicBezTo>
                    <a:cubicBezTo>
                      <a:pt x="147" y="495"/>
                      <a:pt x="144" y="497"/>
                      <a:pt x="144" y="494"/>
                    </a:cubicBezTo>
                    <a:close/>
                    <a:moveTo>
                      <a:pt x="145" y="517"/>
                    </a:moveTo>
                    <a:cubicBezTo>
                      <a:pt x="144" y="515"/>
                      <a:pt x="148" y="516"/>
                      <a:pt x="148" y="517"/>
                    </a:cubicBezTo>
                    <a:cubicBezTo>
                      <a:pt x="147" y="518"/>
                      <a:pt x="145" y="519"/>
                      <a:pt x="145" y="517"/>
                    </a:cubicBezTo>
                    <a:close/>
                    <a:moveTo>
                      <a:pt x="142" y="481"/>
                    </a:moveTo>
                    <a:cubicBezTo>
                      <a:pt x="144" y="479"/>
                      <a:pt x="146" y="477"/>
                      <a:pt x="149" y="476"/>
                    </a:cubicBezTo>
                    <a:cubicBezTo>
                      <a:pt x="147" y="478"/>
                      <a:pt x="145" y="480"/>
                      <a:pt x="142" y="481"/>
                    </a:cubicBezTo>
                    <a:close/>
                    <a:moveTo>
                      <a:pt x="149" y="515"/>
                    </a:moveTo>
                    <a:cubicBezTo>
                      <a:pt x="149" y="515"/>
                      <a:pt x="147" y="515"/>
                      <a:pt x="148" y="514"/>
                    </a:cubicBezTo>
                    <a:cubicBezTo>
                      <a:pt x="148" y="514"/>
                      <a:pt x="150" y="515"/>
                      <a:pt x="149" y="515"/>
                    </a:cubicBezTo>
                    <a:close/>
                    <a:moveTo>
                      <a:pt x="150" y="472"/>
                    </a:moveTo>
                    <a:cubicBezTo>
                      <a:pt x="149" y="472"/>
                      <a:pt x="150" y="470"/>
                      <a:pt x="150" y="470"/>
                    </a:cubicBezTo>
                    <a:cubicBezTo>
                      <a:pt x="151" y="471"/>
                      <a:pt x="149" y="472"/>
                      <a:pt x="150" y="472"/>
                    </a:cubicBezTo>
                    <a:close/>
                    <a:moveTo>
                      <a:pt x="150" y="468"/>
                    </a:moveTo>
                    <a:cubicBezTo>
                      <a:pt x="150" y="468"/>
                      <a:pt x="150" y="468"/>
                      <a:pt x="151" y="468"/>
                    </a:cubicBezTo>
                    <a:cubicBezTo>
                      <a:pt x="151" y="468"/>
                      <a:pt x="151" y="467"/>
                      <a:pt x="151" y="467"/>
                    </a:cubicBezTo>
                    <a:cubicBezTo>
                      <a:pt x="151" y="467"/>
                      <a:pt x="151" y="467"/>
                      <a:pt x="151" y="467"/>
                    </a:cubicBezTo>
                    <a:cubicBezTo>
                      <a:pt x="151" y="468"/>
                      <a:pt x="151" y="468"/>
                      <a:pt x="151" y="468"/>
                    </a:cubicBezTo>
                    <a:cubicBezTo>
                      <a:pt x="150" y="468"/>
                      <a:pt x="150" y="468"/>
                      <a:pt x="150" y="468"/>
                    </a:cubicBezTo>
                    <a:close/>
                    <a:moveTo>
                      <a:pt x="152" y="551"/>
                    </a:moveTo>
                    <a:cubicBezTo>
                      <a:pt x="151" y="551"/>
                      <a:pt x="151" y="551"/>
                      <a:pt x="151" y="551"/>
                    </a:cubicBezTo>
                    <a:cubicBezTo>
                      <a:pt x="150" y="550"/>
                      <a:pt x="153" y="549"/>
                      <a:pt x="152" y="551"/>
                    </a:cubicBezTo>
                    <a:close/>
                    <a:moveTo>
                      <a:pt x="152" y="540"/>
                    </a:moveTo>
                    <a:cubicBezTo>
                      <a:pt x="150" y="541"/>
                      <a:pt x="150" y="536"/>
                      <a:pt x="153" y="537"/>
                    </a:cubicBezTo>
                    <a:cubicBezTo>
                      <a:pt x="154" y="537"/>
                      <a:pt x="153" y="539"/>
                      <a:pt x="152" y="540"/>
                    </a:cubicBezTo>
                    <a:close/>
                    <a:moveTo>
                      <a:pt x="154" y="484"/>
                    </a:moveTo>
                    <a:cubicBezTo>
                      <a:pt x="153" y="483"/>
                      <a:pt x="155" y="483"/>
                      <a:pt x="155" y="484"/>
                    </a:cubicBezTo>
                    <a:cubicBezTo>
                      <a:pt x="155" y="484"/>
                      <a:pt x="154" y="485"/>
                      <a:pt x="154" y="484"/>
                    </a:cubicBezTo>
                    <a:close/>
                    <a:moveTo>
                      <a:pt x="158" y="546"/>
                    </a:moveTo>
                    <a:cubicBezTo>
                      <a:pt x="158" y="546"/>
                      <a:pt x="158" y="547"/>
                      <a:pt x="158" y="547"/>
                    </a:cubicBezTo>
                    <a:cubicBezTo>
                      <a:pt x="158" y="547"/>
                      <a:pt x="158" y="547"/>
                      <a:pt x="158" y="547"/>
                    </a:cubicBezTo>
                    <a:cubicBezTo>
                      <a:pt x="157" y="547"/>
                      <a:pt x="155" y="548"/>
                      <a:pt x="154" y="548"/>
                    </a:cubicBezTo>
                    <a:cubicBezTo>
                      <a:pt x="155" y="546"/>
                      <a:pt x="158" y="546"/>
                      <a:pt x="160" y="545"/>
                    </a:cubicBezTo>
                    <a:cubicBezTo>
                      <a:pt x="160" y="545"/>
                      <a:pt x="159" y="546"/>
                      <a:pt x="158" y="546"/>
                    </a:cubicBezTo>
                    <a:close/>
                    <a:moveTo>
                      <a:pt x="155" y="544"/>
                    </a:moveTo>
                    <a:cubicBezTo>
                      <a:pt x="155" y="544"/>
                      <a:pt x="156" y="543"/>
                      <a:pt x="156" y="544"/>
                    </a:cubicBezTo>
                    <a:cubicBezTo>
                      <a:pt x="156" y="544"/>
                      <a:pt x="155" y="546"/>
                      <a:pt x="155" y="544"/>
                    </a:cubicBezTo>
                    <a:close/>
                    <a:moveTo>
                      <a:pt x="160" y="521"/>
                    </a:moveTo>
                    <a:cubicBezTo>
                      <a:pt x="151" y="525"/>
                      <a:pt x="154" y="511"/>
                      <a:pt x="161" y="512"/>
                    </a:cubicBezTo>
                    <a:cubicBezTo>
                      <a:pt x="165" y="513"/>
                      <a:pt x="162" y="520"/>
                      <a:pt x="160" y="521"/>
                    </a:cubicBezTo>
                    <a:close/>
                    <a:moveTo>
                      <a:pt x="162" y="544"/>
                    </a:moveTo>
                    <a:cubicBezTo>
                      <a:pt x="162" y="545"/>
                      <a:pt x="161" y="545"/>
                      <a:pt x="161" y="545"/>
                    </a:cubicBezTo>
                    <a:cubicBezTo>
                      <a:pt x="160" y="544"/>
                      <a:pt x="165" y="543"/>
                      <a:pt x="162" y="544"/>
                    </a:cubicBezTo>
                    <a:close/>
                    <a:moveTo>
                      <a:pt x="168" y="525"/>
                    </a:moveTo>
                    <a:cubicBezTo>
                      <a:pt x="168" y="525"/>
                      <a:pt x="169" y="525"/>
                      <a:pt x="169" y="525"/>
                    </a:cubicBezTo>
                    <a:cubicBezTo>
                      <a:pt x="169" y="526"/>
                      <a:pt x="168" y="526"/>
                      <a:pt x="168" y="525"/>
                    </a:cubicBezTo>
                    <a:close/>
                    <a:moveTo>
                      <a:pt x="170" y="537"/>
                    </a:moveTo>
                    <a:cubicBezTo>
                      <a:pt x="168" y="538"/>
                      <a:pt x="168" y="535"/>
                      <a:pt x="170" y="535"/>
                    </a:cubicBezTo>
                    <a:cubicBezTo>
                      <a:pt x="171" y="536"/>
                      <a:pt x="170" y="536"/>
                      <a:pt x="170" y="537"/>
                    </a:cubicBezTo>
                    <a:close/>
                    <a:moveTo>
                      <a:pt x="172" y="521"/>
                    </a:moveTo>
                    <a:cubicBezTo>
                      <a:pt x="170" y="522"/>
                      <a:pt x="165" y="524"/>
                      <a:pt x="161" y="525"/>
                    </a:cubicBezTo>
                    <a:cubicBezTo>
                      <a:pt x="164" y="523"/>
                      <a:pt x="170" y="520"/>
                      <a:pt x="173" y="519"/>
                    </a:cubicBezTo>
                    <a:cubicBezTo>
                      <a:pt x="172" y="519"/>
                      <a:pt x="175" y="519"/>
                      <a:pt x="175" y="519"/>
                    </a:cubicBezTo>
                    <a:cubicBezTo>
                      <a:pt x="175" y="520"/>
                      <a:pt x="173" y="520"/>
                      <a:pt x="172" y="521"/>
                    </a:cubicBezTo>
                    <a:close/>
                    <a:moveTo>
                      <a:pt x="176" y="546"/>
                    </a:moveTo>
                    <a:cubicBezTo>
                      <a:pt x="175" y="547"/>
                      <a:pt x="175" y="547"/>
                      <a:pt x="175" y="546"/>
                    </a:cubicBezTo>
                    <a:cubicBezTo>
                      <a:pt x="174" y="545"/>
                      <a:pt x="177" y="545"/>
                      <a:pt x="176" y="546"/>
                    </a:cubicBezTo>
                    <a:close/>
                    <a:moveTo>
                      <a:pt x="174" y="497"/>
                    </a:moveTo>
                    <a:cubicBezTo>
                      <a:pt x="174" y="496"/>
                      <a:pt x="176" y="497"/>
                      <a:pt x="176" y="497"/>
                    </a:cubicBezTo>
                    <a:cubicBezTo>
                      <a:pt x="176" y="498"/>
                      <a:pt x="174" y="499"/>
                      <a:pt x="174" y="497"/>
                    </a:cubicBezTo>
                    <a:close/>
                    <a:moveTo>
                      <a:pt x="176" y="431"/>
                    </a:moveTo>
                    <a:cubicBezTo>
                      <a:pt x="176" y="431"/>
                      <a:pt x="176" y="431"/>
                      <a:pt x="176" y="431"/>
                    </a:cubicBezTo>
                    <a:cubicBezTo>
                      <a:pt x="175" y="433"/>
                      <a:pt x="176" y="429"/>
                      <a:pt x="176" y="431"/>
                    </a:cubicBezTo>
                    <a:close/>
                    <a:moveTo>
                      <a:pt x="176" y="487"/>
                    </a:moveTo>
                    <a:cubicBezTo>
                      <a:pt x="176" y="485"/>
                      <a:pt x="181" y="484"/>
                      <a:pt x="181" y="486"/>
                    </a:cubicBezTo>
                    <a:cubicBezTo>
                      <a:pt x="182" y="489"/>
                      <a:pt x="176" y="491"/>
                      <a:pt x="176" y="487"/>
                    </a:cubicBezTo>
                    <a:close/>
                    <a:moveTo>
                      <a:pt x="180" y="543"/>
                    </a:moveTo>
                    <a:cubicBezTo>
                      <a:pt x="180" y="543"/>
                      <a:pt x="181" y="542"/>
                      <a:pt x="182" y="543"/>
                    </a:cubicBezTo>
                    <a:cubicBezTo>
                      <a:pt x="182" y="544"/>
                      <a:pt x="180" y="544"/>
                      <a:pt x="180" y="543"/>
                    </a:cubicBezTo>
                    <a:close/>
                    <a:moveTo>
                      <a:pt x="182" y="538"/>
                    </a:moveTo>
                    <a:cubicBezTo>
                      <a:pt x="181" y="539"/>
                      <a:pt x="182" y="536"/>
                      <a:pt x="183" y="537"/>
                    </a:cubicBezTo>
                    <a:cubicBezTo>
                      <a:pt x="183" y="537"/>
                      <a:pt x="183" y="538"/>
                      <a:pt x="182" y="538"/>
                    </a:cubicBezTo>
                    <a:close/>
                    <a:moveTo>
                      <a:pt x="183" y="485"/>
                    </a:moveTo>
                    <a:cubicBezTo>
                      <a:pt x="183" y="484"/>
                      <a:pt x="181" y="483"/>
                      <a:pt x="181" y="482"/>
                    </a:cubicBezTo>
                    <a:cubicBezTo>
                      <a:pt x="182" y="480"/>
                      <a:pt x="183" y="482"/>
                      <a:pt x="184" y="481"/>
                    </a:cubicBezTo>
                    <a:cubicBezTo>
                      <a:pt x="186" y="479"/>
                      <a:pt x="186" y="475"/>
                      <a:pt x="189" y="472"/>
                    </a:cubicBezTo>
                    <a:cubicBezTo>
                      <a:pt x="188" y="476"/>
                      <a:pt x="185" y="481"/>
                      <a:pt x="183" y="485"/>
                    </a:cubicBezTo>
                    <a:close/>
                    <a:moveTo>
                      <a:pt x="186" y="544"/>
                    </a:moveTo>
                    <a:cubicBezTo>
                      <a:pt x="184" y="546"/>
                      <a:pt x="184" y="543"/>
                      <a:pt x="186" y="544"/>
                    </a:cubicBezTo>
                    <a:close/>
                    <a:moveTo>
                      <a:pt x="185" y="507"/>
                    </a:moveTo>
                    <a:cubicBezTo>
                      <a:pt x="183" y="504"/>
                      <a:pt x="190" y="504"/>
                      <a:pt x="187" y="507"/>
                    </a:cubicBezTo>
                    <a:cubicBezTo>
                      <a:pt x="187" y="507"/>
                      <a:pt x="186" y="507"/>
                      <a:pt x="185" y="507"/>
                    </a:cubicBezTo>
                    <a:close/>
                    <a:moveTo>
                      <a:pt x="189" y="542"/>
                    </a:moveTo>
                    <a:cubicBezTo>
                      <a:pt x="189" y="542"/>
                      <a:pt x="190" y="541"/>
                      <a:pt x="190" y="541"/>
                    </a:cubicBezTo>
                    <a:cubicBezTo>
                      <a:pt x="191" y="541"/>
                      <a:pt x="190" y="541"/>
                      <a:pt x="189" y="542"/>
                    </a:cubicBezTo>
                    <a:close/>
                    <a:moveTo>
                      <a:pt x="193" y="537"/>
                    </a:moveTo>
                    <a:cubicBezTo>
                      <a:pt x="193" y="537"/>
                      <a:pt x="193" y="538"/>
                      <a:pt x="193" y="538"/>
                    </a:cubicBezTo>
                    <a:cubicBezTo>
                      <a:pt x="191" y="539"/>
                      <a:pt x="193" y="535"/>
                      <a:pt x="193" y="537"/>
                    </a:cubicBezTo>
                    <a:close/>
                    <a:moveTo>
                      <a:pt x="188" y="542"/>
                    </a:moveTo>
                    <a:cubicBezTo>
                      <a:pt x="188" y="540"/>
                      <a:pt x="191" y="536"/>
                      <a:pt x="193" y="535"/>
                    </a:cubicBezTo>
                    <a:cubicBezTo>
                      <a:pt x="191" y="537"/>
                      <a:pt x="190" y="540"/>
                      <a:pt x="188" y="542"/>
                    </a:cubicBezTo>
                    <a:close/>
                    <a:moveTo>
                      <a:pt x="190" y="499"/>
                    </a:moveTo>
                    <a:cubicBezTo>
                      <a:pt x="191" y="498"/>
                      <a:pt x="192" y="497"/>
                      <a:pt x="194" y="497"/>
                    </a:cubicBezTo>
                    <a:cubicBezTo>
                      <a:pt x="193" y="498"/>
                      <a:pt x="192" y="499"/>
                      <a:pt x="190" y="499"/>
                    </a:cubicBezTo>
                    <a:close/>
                    <a:moveTo>
                      <a:pt x="194" y="533"/>
                    </a:moveTo>
                    <a:cubicBezTo>
                      <a:pt x="193" y="533"/>
                      <a:pt x="195" y="531"/>
                      <a:pt x="195" y="531"/>
                    </a:cubicBezTo>
                    <a:cubicBezTo>
                      <a:pt x="196" y="531"/>
                      <a:pt x="194" y="533"/>
                      <a:pt x="194" y="533"/>
                    </a:cubicBezTo>
                    <a:close/>
                    <a:moveTo>
                      <a:pt x="194" y="497"/>
                    </a:moveTo>
                    <a:cubicBezTo>
                      <a:pt x="194" y="497"/>
                      <a:pt x="194" y="497"/>
                      <a:pt x="194" y="497"/>
                    </a:cubicBezTo>
                    <a:close/>
                    <a:moveTo>
                      <a:pt x="195" y="497"/>
                    </a:moveTo>
                    <a:cubicBezTo>
                      <a:pt x="195" y="496"/>
                      <a:pt x="195" y="496"/>
                      <a:pt x="195" y="496"/>
                    </a:cubicBezTo>
                    <a:cubicBezTo>
                      <a:pt x="195" y="496"/>
                      <a:pt x="195" y="496"/>
                      <a:pt x="195" y="496"/>
                    </a:cubicBezTo>
                    <a:cubicBezTo>
                      <a:pt x="195" y="496"/>
                      <a:pt x="195" y="496"/>
                      <a:pt x="195" y="497"/>
                    </a:cubicBezTo>
                    <a:close/>
                    <a:moveTo>
                      <a:pt x="189" y="398"/>
                    </a:moveTo>
                    <a:cubicBezTo>
                      <a:pt x="192" y="394"/>
                      <a:pt x="196" y="392"/>
                      <a:pt x="201" y="389"/>
                    </a:cubicBezTo>
                    <a:cubicBezTo>
                      <a:pt x="198" y="392"/>
                      <a:pt x="192" y="395"/>
                      <a:pt x="189" y="398"/>
                    </a:cubicBezTo>
                    <a:close/>
                    <a:moveTo>
                      <a:pt x="196" y="530"/>
                    </a:moveTo>
                    <a:cubicBezTo>
                      <a:pt x="196" y="531"/>
                      <a:pt x="195" y="529"/>
                      <a:pt x="196" y="530"/>
                    </a:cubicBezTo>
                    <a:close/>
                    <a:moveTo>
                      <a:pt x="198" y="514"/>
                    </a:moveTo>
                    <a:cubicBezTo>
                      <a:pt x="198" y="514"/>
                      <a:pt x="198" y="515"/>
                      <a:pt x="197" y="515"/>
                    </a:cubicBezTo>
                    <a:cubicBezTo>
                      <a:pt x="196" y="516"/>
                      <a:pt x="197" y="513"/>
                      <a:pt x="198" y="514"/>
                    </a:cubicBezTo>
                    <a:close/>
                    <a:moveTo>
                      <a:pt x="198" y="558"/>
                    </a:moveTo>
                    <a:cubicBezTo>
                      <a:pt x="198" y="556"/>
                      <a:pt x="204" y="555"/>
                      <a:pt x="204" y="558"/>
                    </a:cubicBezTo>
                    <a:cubicBezTo>
                      <a:pt x="205" y="561"/>
                      <a:pt x="197" y="562"/>
                      <a:pt x="198" y="558"/>
                    </a:cubicBezTo>
                    <a:close/>
                    <a:moveTo>
                      <a:pt x="204" y="554"/>
                    </a:moveTo>
                    <a:cubicBezTo>
                      <a:pt x="205" y="554"/>
                      <a:pt x="206" y="553"/>
                      <a:pt x="207" y="553"/>
                    </a:cubicBezTo>
                    <a:cubicBezTo>
                      <a:pt x="207" y="554"/>
                      <a:pt x="204" y="555"/>
                      <a:pt x="204" y="554"/>
                    </a:cubicBezTo>
                    <a:close/>
                    <a:moveTo>
                      <a:pt x="203" y="542"/>
                    </a:moveTo>
                    <a:cubicBezTo>
                      <a:pt x="200" y="539"/>
                      <a:pt x="203" y="534"/>
                      <a:pt x="205" y="533"/>
                    </a:cubicBezTo>
                    <a:cubicBezTo>
                      <a:pt x="207" y="532"/>
                      <a:pt x="210" y="533"/>
                      <a:pt x="211" y="532"/>
                    </a:cubicBezTo>
                    <a:cubicBezTo>
                      <a:pt x="215" y="532"/>
                      <a:pt x="213" y="532"/>
                      <a:pt x="215" y="534"/>
                    </a:cubicBezTo>
                    <a:cubicBezTo>
                      <a:pt x="217" y="537"/>
                      <a:pt x="216" y="541"/>
                      <a:pt x="213" y="540"/>
                    </a:cubicBezTo>
                    <a:cubicBezTo>
                      <a:pt x="214" y="535"/>
                      <a:pt x="211" y="542"/>
                      <a:pt x="210" y="543"/>
                    </a:cubicBezTo>
                    <a:cubicBezTo>
                      <a:pt x="209" y="543"/>
                      <a:pt x="204" y="543"/>
                      <a:pt x="203" y="542"/>
                    </a:cubicBezTo>
                    <a:close/>
                    <a:moveTo>
                      <a:pt x="213" y="545"/>
                    </a:moveTo>
                    <a:cubicBezTo>
                      <a:pt x="213" y="544"/>
                      <a:pt x="216" y="545"/>
                      <a:pt x="215" y="546"/>
                    </a:cubicBezTo>
                    <a:cubicBezTo>
                      <a:pt x="215" y="546"/>
                      <a:pt x="214" y="546"/>
                      <a:pt x="213" y="545"/>
                    </a:cubicBezTo>
                    <a:close/>
                    <a:moveTo>
                      <a:pt x="215" y="609"/>
                    </a:moveTo>
                    <a:cubicBezTo>
                      <a:pt x="215" y="609"/>
                      <a:pt x="215" y="609"/>
                      <a:pt x="215" y="609"/>
                    </a:cubicBezTo>
                    <a:cubicBezTo>
                      <a:pt x="214" y="607"/>
                      <a:pt x="217" y="611"/>
                      <a:pt x="215" y="609"/>
                    </a:cubicBezTo>
                    <a:close/>
                    <a:moveTo>
                      <a:pt x="214" y="557"/>
                    </a:moveTo>
                    <a:cubicBezTo>
                      <a:pt x="214" y="556"/>
                      <a:pt x="216" y="555"/>
                      <a:pt x="217" y="556"/>
                    </a:cubicBezTo>
                    <a:cubicBezTo>
                      <a:pt x="217" y="558"/>
                      <a:pt x="214" y="557"/>
                      <a:pt x="214" y="557"/>
                    </a:cubicBezTo>
                    <a:close/>
                    <a:moveTo>
                      <a:pt x="209" y="544"/>
                    </a:moveTo>
                    <a:cubicBezTo>
                      <a:pt x="210" y="544"/>
                      <a:pt x="217" y="540"/>
                      <a:pt x="217" y="542"/>
                    </a:cubicBezTo>
                    <a:cubicBezTo>
                      <a:pt x="217" y="543"/>
                      <a:pt x="211" y="545"/>
                      <a:pt x="209" y="544"/>
                    </a:cubicBezTo>
                    <a:close/>
                    <a:moveTo>
                      <a:pt x="216" y="527"/>
                    </a:moveTo>
                    <a:cubicBezTo>
                      <a:pt x="216" y="526"/>
                      <a:pt x="216" y="526"/>
                      <a:pt x="216" y="526"/>
                    </a:cubicBezTo>
                    <a:cubicBezTo>
                      <a:pt x="217" y="525"/>
                      <a:pt x="217" y="527"/>
                      <a:pt x="216" y="527"/>
                    </a:cubicBezTo>
                    <a:close/>
                    <a:moveTo>
                      <a:pt x="217" y="615"/>
                    </a:moveTo>
                    <a:cubicBezTo>
                      <a:pt x="216" y="614"/>
                      <a:pt x="218" y="613"/>
                      <a:pt x="218" y="614"/>
                    </a:cubicBezTo>
                    <a:cubicBezTo>
                      <a:pt x="218" y="614"/>
                      <a:pt x="217" y="614"/>
                      <a:pt x="217" y="615"/>
                    </a:cubicBezTo>
                    <a:close/>
                    <a:moveTo>
                      <a:pt x="219" y="542"/>
                    </a:moveTo>
                    <a:cubicBezTo>
                      <a:pt x="216" y="544"/>
                      <a:pt x="217" y="538"/>
                      <a:pt x="219" y="539"/>
                    </a:cubicBezTo>
                    <a:cubicBezTo>
                      <a:pt x="221" y="540"/>
                      <a:pt x="219" y="542"/>
                      <a:pt x="219" y="542"/>
                    </a:cubicBezTo>
                    <a:close/>
                    <a:moveTo>
                      <a:pt x="219" y="567"/>
                    </a:moveTo>
                    <a:cubicBezTo>
                      <a:pt x="219" y="566"/>
                      <a:pt x="220" y="566"/>
                      <a:pt x="221" y="566"/>
                    </a:cubicBezTo>
                    <a:cubicBezTo>
                      <a:pt x="220" y="567"/>
                      <a:pt x="220" y="567"/>
                      <a:pt x="219" y="567"/>
                    </a:cubicBezTo>
                    <a:close/>
                    <a:moveTo>
                      <a:pt x="222" y="589"/>
                    </a:moveTo>
                    <a:cubicBezTo>
                      <a:pt x="222" y="589"/>
                      <a:pt x="221" y="589"/>
                      <a:pt x="220" y="589"/>
                    </a:cubicBezTo>
                    <a:cubicBezTo>
                      <a:pt x="220" y="589"/>
                      <a:pt x="222" y="588"/>
                      <a:pt x="222" y="589"/>
                    </a:cubicBezTo>
                    <a:close/>
                    <a:moveTo>
                      <a:pt x="221" y="615"/>
                    </a:moveTo>
                    <a:cubicBezTo>
                      <a:pt x="221" y="614"/>
                      <a:pt x="222" y="614"/>
                      <a:pt x="223" y="614"/>
                    </a:cubicBezTo>
                    <a:cubicBezTo>
                      <a:pt x="222" y="615"/>
                      <a:pt x="221" y="614"/>
                      <a:pt x="221" y="615"/>
                    </a:cubicBezTo>
                    <a:close/>
                    <a:moveTo>
                      <a:pt x="223" y="565"/>
                    </a:moveTo>
                    <a:cubicBezTo>
                      <a:pt x="223" y="565"/>
                      <a:pt x="223" y="565"/>
                      <a:pt x="223" y="566"/>
                    </a:cubicBezTo>
                    <a:cubicBezTo>
                      <a:pt x="223" y="566"/>
                      <a:pt x="223" y="566"/>
                      <a:pt x="223" y="566"/>
                    </a:cubicBezTo>
                    <a:cubicBezTo>
                      <a:pt x="223" y="567"/>
                      <a:pt x="223" y="566"/>
                      <a:pt x="223" y="566"/>
                    </a:cubicBezTo>
                    <a:cubicBezTo>
                      <a:pt x="223" y="565"/>
                      <a:pt x="223" y="565"/>
                      <a:pt x="223" y="565"/>
                    </a:cubicBezTo>
                    <a:close/>
                    <a:moveTo>
                      <a:pt x="223" y="571"/>
                    </a:moveTo>
                    <a:cubicBezTo>
                      <a:pt x="223" y="569"/>
                      <a:pt x="227" y="570"/>
                      <a:pt x="226" y="571"/>
                    </a:cubicBezTo>
                    <a:cubicBezTo>
                      <a:pt x="226" y="572"/>
                      <a:pt x="223" y="572"/>
                      <a:pt x="223" y="571"/>
                    </a:cubicBezTo>
                    <a:close/>
                    <a:moveTo>
                      <a:pt x="226" y="582"/>
                    </a:moveTo>
                    <a:cubicBezTo>
                      <a:pt x="226" y="581"/>
                      <a:pt x="226" y="583"/>
                      <a:pt x="226" y="582"/>
                    </a:cubicBezTo>
                    <a:close/>
                    <a:moveTo>
                      <a:pt x="227" y="608"/>
                    </a:moveTo>
                    <a:cubicBezTo>
                      <a:pt x="227" y="608"/>
                      <a:pt x="225" y="608"/>
                      <a:pt x="224" y="607"/>
                    </a:cubicBezTo>
                    <a:cubicBezTo>
                      <a:pt x="224" y="606"/>
                      <a:pt x="228" y="607"/>
                      <a:pt x="227" y="608"/>
                    </a:cubicBezTo>
                    <a:close/>
                    <a:moveTo>
                      <a:pt x="226" y="578"/>
                    </a:moveTo>
                    <a:cubicBezTo>
                      <a:pt x="226" y="578"/>
                      <a:pt x="227" y="577"/>
                      <a:pt x="227" y="578"/>
                    </a:cubicBezTo>
                    <a:cubicBezTo>
                      <a:pt x="227" y="578"/>
                      <a:pt x="226" y="578"/>
                      <a:pt x="226" y="578"/>
                    </a:cubicBezTo>
                    <a:close/>
                    <a:moveTo>
                      <a:pt x="236" y="538"/>
                    </a:moveTo>
                    <a:cubicBezTo>
                      <a:pt x="237" y="537"/>
                      <a:pt x="238" y="536"/>
                      <a:pt x="239" y="537"/>
                    </a:cubicBezTo>
                    <a:cubicBezTo>
                      <a:pt x="239" y="538"/>
                      <a:pt x="239" y="538"/>
                      <a:pt x="239" y="538"/>
                    </a:cubicBezTo>
                    <a:cubicBezTo>
                      <a:pt x="239" y="538"/>
                      <a:pt x="239" y="538"/>
                      <a:pt x="239" y="538"/>
                    </a:cubicBezTo>
                    <a:cubicBezTo>
                      <a:pt x="240" y="538"/>
                      <a:pt x="239" y="539"/>
                      <a:pt x="239" y="539"/>
                    </a:cubicBezTo>
                    <a:cubicBezTo>
                      <a:pt x="238" y="540"/>
                      <a:pt x="237" y="539"/>
                      <a:pt x="237" y="539"/>
                    </a:cubicBezTo>
                    <a:cubicBezTo>
                      <a:pt x="236" y="539"/>
                      <a:pt x="236" y="538"/>
                      <a:pt x="235" y="539"/>
                    </a:cubicBezTo>
                    <a:cubicBezTo>
                      <a:pt x="234" y="539"/>
                      <a:pt x="228" y="544"/>
                      <a:pt x="227" y="543"/>
                    </a:cubicBezTo>
                    <a:cubicBezTo>
                      <a:pt x="226" y="541"/>
                      <a:pt x="235" y="538"/>
                      <a:pt x="236" y="538"/>
                    </a:cubicBezTo>
                    <a:close/>
                    <a:moveTo>
                      <a:pt x="235" y="592"/>
                    </a:moveTo>
                    <a:cubicBezTo>
                      <a:pt x="235" y="592"/>
                      <a:pt x="234" y="593"/>
                      <a:pt x="234" y="592"/>
                    </a:cubicBezTo>
                    <a:cubicBezTo>
                      <a:pt x="233" y="592"/>
                      <a:pt x="235" y="591"/>
                      <a:pt x="235" y="592"/>
                    </a:cubicBezTo>
                    <a:close/>
                    <a:moveTo>
                      <a:pt x="233" y="585"/>
                    </a:moveTo>
                    <a:cubicBezTo>
                      <a:pt x="233" y="585"/>
                      <a:pt x="234" y="583"/>
                      <a:pt x="235" y="584"/>
                    </a:cubicBezTo>
                    <a:cubicBezTo>
                      <a:pt x="235" y="585"/>
                      <a:pt x="233" y="586"/>
                      <a:pt x="233" y="585"/>
                    </a:cubicBezTo>
                    <a:close/>
                    <a:moveTo>
                      <a:pt x="228" y="573"/>
                    </a:moveTo>
                    <a:cubicBezTo>
                      <a:pt x="228" y="571"/>
                      <a:pt x="230" y="572"/>
                      <a:pt x="228" y="573"/>
                    </a:cubicBezTo>
                    <a:close/>
                    <a:moveTo>
                      <a:pt x="229" y="580"/>
                    </a:moveTo>
                    <a:cubicBezTo>
                      <a:pt x="229" y="581"/>
                      <a:pt x="228" y="581"/>
                      <a:pt x="228" y="581"/>
                    </a:cubicBezTo>
                    <a:cubicBezTo>
                      <a:pt x="227" y="579"/>
                      <a:pt x="230" y="579"/>
                      <a:pt x="229" y="580"/>
                    </a:cubicBezTo>
                    <a:close/>
                    <a:moveTo>
                      <a:pt x="231" y="599"/>
                    </a:moveTo>
                    <a:cubicBezTo>
                      <a:pt x="231" y="599"/>
                      <a:pt x="233" y="598"/>
                      <a:pt x="233" y="599"/>
                    </a:cubicBezTo>
                    <a:cubicBezTo>
                      <a:pt x="233" y="600"/>
                      <a:pt x="231" y="601"/>
                      <a:pt x="231" y="599"/>
                    </a:cubicBezTo>
                    <a:close/>
                    <a:moveTo>
                      <a:pt x="236" y="624"/>
                    </a:moveTo>
                    <a:cubicBezTo>
                      <a:pt x="236" y="624"/>
                      <a:pt x="237" y="623"/>
                      <a:pt x="237" y="623"/>
                    </a:cubicBezTo>
                    <a:cubicBezTo>
                      <a:pt x="237" y="623"/>
                      <a:pt x="237" y="624"/>
                      <a:pt x="236" y="624"/>
                    </a:cubicBezTo>
                    <a:close/>
                    <a:moveTo>
                      <a:pt x="232" y="618"/>
                    </a:moveTo>
                    <a:cubicBezTo>
                      <a:pt x="233" y="616"/>
                      <a:pt x="237" y="616"/>
                      <a:pt x="239" y="615"/>
                    </a:cubicBezTo>
                    <a:cubicBezTo>
                      <a:pt x="237" y="617"/>
                      <a:pt x="234" y="617"/>
                      <a:pt x="232" y="618"/>
                    </a:cubicBezTo>
                    <a:close/>
                    <a:moveTo>
                      <a:pt x="238" y="665"/>
                    </a:moveTo>
                    <a:cubicBezTo>
                      <a:pt x="238" y="664"/>
                      <a:pt x="239" y="665"/>
                      <a:pt x="240" y="665"/>
                    </a:cubicBezTo>
                    <a:cubicBezTo>
                      <a:pt x="240" y="666"/>
                      <a:pt x="239" y="665"/>
                      <a:pt x="238" y="665"/>
                    </a:cubicBezTo>
                    <a:close/>
                    <a:moveTo>
                      <a:pt x="240" y="664"/>
                    </a:moveTo>
                    <a:cubicBezTo>
                      <a:pt x="240" y="664"/>
                      <a:pt x="239" y="663"/>
                      <a:pt x="239" y="663"/>
                    </a:cubicBezTo>
                    <a:cubicBezTo>
                      <a:pt x="239" y="662"/>
                      <a:pt x="241" y="663"/>
                      <a:pt x="240" y="664"/>
                    </a:cubicBezTo>
                    <a:close/>
                    <a:moveTo>
                      <a:pt x="251" y="679"/>
                    </a:moveTo>
                    <a:cubicBezTo>
                      <a:pt x="249" y="681"/>
                      <a:pt x="247" y="678"/>
                      <a:pt x="244" y="678"/>
                    </a:cubicBezTo>
                    <a:cubicBezTo>
                      <a:pt x="242" y="678"/>
                      <a:pt x="238" y="679"/>
                      <a:pt x="237" y="677"/>
                    </a:cubicBezTo>
                    <a:cubicBezTo>
                      <a:pt x="237" y="676"/>
                      <a:pt x="243" y="677"/>
                      <a:pt x="243" y="677"/>
                    </a:cubicBezTo>
                    <a:cubicBezTo>
                      <a:pt x="243" y="676"/>
                      <a:pt x="241" y="672"/>
                      <a:pt x="241" y="672"/>
                    </a:cubicBezTo>
                    <a:cubicBezTo>
                      <a:pt x="240" y="664"/>
                      <a:pt x="252" y="669"/>
                      <a:pt x="255" y="671"/>
                    </a:cubicBezTo>
                    <a:cubicBezTo>
                      <a:pt x="259" y="674"/>
                      <a:pt x="250" y="671"/>
                      <a:pt x="253" y="676"/>
                    </a:cubicBezTo>
                    <a:cubicBezTo>
                      <a:pt x="250" y="674"/>
                      <a:pt x="251" y="679"/>
                      <a:pt x="251" y="679"/>
                    </a:cubicBezTo>
                    <a:close/>
                    <a:moveTo>
                      <a:pt x="254" y="687"/>
                    </a:moveTo>
                    <a:cubicBezTo>
                      <a:pt x="254" y="686"/>
                      <a:pt x="254" y="685"/>
                      <a:pt x="255" y="686"/>
                    </a:cubicBezTo>
                    <a:cubicBezTo>
                      <a:pt x="257" y="686"/>
                      <a:pt x="254" y="689"/>
                      <a:pt x="254" y="687"/>
                    </a:cubicBezTo>
                    <a:close/>
                    <a:moveTo>
                      <a:pt x="254" y="690"/>
                    </a:moveTo>
                    <a:cubicBezTo>
                      <a:pt x="255" y="689"/>
                      <a:pt x="256" y="689"/>
                      <a:pt x="258" y="689"/>
                    </a:cubicBezTo>
                    <a:cubicBezTo>
                      <a:pt x="257" y="690"/>
                      <a:pt x="255" y="690"/>
                      <a:pt x="254" y="690"/>
                    </a:cubicBezTo>
                    <a:close/>
                    <a:moveTo>
                      <a:pt x="257" y="690"/>
                    </a:moveTo>
                    <a:cubicBezTo>
                      <a:pt x="257" y="689"/>
                      <a:pt x="258" y="689"/>
                      <a:pt x="258" y="690"/>
                    </a:cubicBezTo>
                    <a:cubicBezTo>
                      <a:pt x="258" y="689"/>
                      <a:pt x="258" y="691"/>
                      <a:pt x="257" y="690"/>
                    </a:cubicBezTo>
                    <a:close/>
                    <a:moveTo>
                      <a:pt x="259" y="689"/>
                    </a:moveTo>
                    <a:cubicBezTo>
                      <a:pt x="258" y="689"/>
                      <a:pt x="261" y="689"/>
                      <a:pt x="259" y="689"/>
                    </a:cubicBezTo>
                    <a:close/>
                    <a:moveTo>
                      <a:pt x="260" y="660"/>
                    </a:moveTo>
                    <a:cubicBezTo>
                      <a:pt x="259" y="660"/>
                      <a:pt x="259" y="659"/>
                      <a:pt x="260" y="660"/>
                    </a:cubicBezTo>
                    <a:close/>
                    <a:moveTo>
                      <a:pt x="261" y="631"/>
                    </a:moveTo>
                    <a:cubicBezTo>
                      <a:pt x="260" y="631"/>
                      <a:pt x="261" y="630"/>
                      <a:pt x="261" y="630"/>
                    </a:cubicBezTo>
                    <a:cubicBezTo>
                      <a:pt x="262" y="630"/>
                      <a:pt x="261" y="631"/>
                      <a:pt x="261" y="631"/>
                    </a:cubicBezTo>
                    <a:close/>
                    <a:moveTo>
                      <a:pt x="263" y="682"/>
                    </a:moveTo>
                    <a:cubicBezTo>
                      <a:pt x="263" y="681"/>
                      <a:pt x="265" y="681"/>
                      <a:pt x="265" y="682"/>
                    </a:cubicBezTo>
                    <a:cubicBezTo>
                      <a:pt x="266" y="682"/>
                      <a:pt x="263" y="683"/>
                      <a:pt x="263" y="682"/>
                    </a:cubicBezTo>
                    <a:close/>
                    <a:moveTo>
                      <a:pt x="264" y="690"/>
                    </a:moveTo>
                    <a:cubicBezTo>
                      <a:pt x="263" y="689"/>
                      <a:pt x="265" y="690"/>
                      <a:pt x="265" y="690"/>
                    </a:cubicBezTo>
                    <a:cubicBezTo>
                      <a:pt x="265" y="691"/>
                      <a:pt x="264" y="691"/>
                      <a:pt x="264" y="690"/>
                    </a:cubicBezTo>
                    <a:close/>
                    <a:moveTo>
                      <a:pt x="265" y="694"/>
                    </a:moveTo>
                    <a:cubicBezTo>
                      <a:pt x="266" y="694"/>
                      <a:pt x="266" y="694"/>
                      <a:pt x="267" y="694"/>
                    </a:cubicBezTo>
                    <a:cubicBezTo>
                      <a:pt x="266" y="695"/>
                      <a:pt x="266" y="695"/>
                      <a:pt x="265" y="694"/>
                    </a:cubicBezTo>
                    <a:close/>
                    <a:moveTo>
                      <a:pt x="263" y="667"/>
                    </a:moveTo>
                    <a:cubicBezTo>
                      <a:pt x="264" y="666"/>
                      <a:pt x="273" y="668"/>
                      <a:pt x="273" y="668"/>
                    </a:cubicBezTo>
                    <a:cubicBezTo>
                      <a:pt x="272" y="669"/>
                      <a:pt x="265" y="667"/>
                      <a:pt x="263" y="667"/>
                    </a:cubicBezTo>
                    <a:close/>
                    <a:moveTo>
                      <a:pt x="270" y="681"/>
                    </a:moveTo>
                    <a:cubicBezTo>
                      <a:pt x="269" y="683"/>
                      <a:pt x="268" y="680"/>
                      <a:pt x="270" y="681"/>
                    </a:cubicBezTo>
                    <a:close/>
                    <a:moveTo>
                      <a:pt x="268" y="696"/>
                    </a:moveTo>
                    <a:cubicBezTo>
                      <a:pt x="268" y="695"/>
                      <a:pt x="269" y="695"/>
                      <a:pt x="269" y="695"/>
                    </a:cubicBezTo>
                    <a:cubicBezTo>
                      <a:pt x="270" y="695"/>
                      <a:pt x="269" y="696"/>
                      <a:pt x="268" y="696"/>
                    </a:cubicBezTo>
                    <a:close/>
                    <a:moveTo>
                      <a:pt x="269" y="689"/>
                    </a:moveTo>
                    <a:cubicBezTo>
                      <a:pt x="268" y="688"/>
                      <a:pt x="270" y="688"/>
                      <a:pt x="270" y="688"/>
                    </a:cubicBezTo>
                    <a:cubicBezTo>
                      <a:pt x="270" y="689"/>
                      <a:pt x="269" y="689"/>
                      <a:pt x="269" y="689"/>
                    </a:cubicBezTo>
                    <a:close/>
                    <a:moveTo>
                      <a:pt x="269" y="673"/>
                    </a:moveTo>
                    <a:cubicBezTo>
                      <a:pt x="269" y="671"/>
                      <a:pt x="274" y="673"/>
                      <a:pt x="273" y="674"/>
                    </a:cubicBezTo>
                    <a:cubicBezTo>
                      <a:pt x="273" y="676"/>
                      <a:pt x="268" y="676"/>
                      <a:pt x="269" y="673"/>
                    </a:cubicBezTo>
                    <a:close/>
                    <a:moveTo>
                      <a:pt x="272" y="683"/>
                    </a:moveTo>
                    <a:cubicBezTo>
                      <a:pt x="271" y="681"/>
                      <a:pt x="276" y="682"/>
                      <a:pt x="276" y="683"/>
                    </a:cubicBezTo>
                    <a:cubicBezTo>
                      <a:pt x="277" y="685"/>
                      <a:pt x="272" y="686"/>
                      <a:pt x="272" y="683"/>
                    </a:cubicBezTo>
                    <a:close/>
                    <a:moveTo>
                      <a:pt x="275" y="696"/>
                    </a:moveTo>
                    <a:cubicBezTo>
                      <a:pt x="275" y="696"/>
                      <a:pt x="274" y="696"/>
                      <a:pt x="274" y="696"/>
                    </a:cubicBezTo>
                    <a:cubicBezTo>
                      <a:pt x="274" y="694"/>
                      <a:pt x="277" y="698"/>
                      <a:pt x="275" y="696"/>
                    </a:cubicBezTo>
                    <a:close/>
                    <a:moveTo>
                      <a:pt x="274" y="701"/>
                    </a:moveTo>
                    <a:cubicBezTo>
                      <a:pt x="274" y="699"/>
                      <a:pt x="277" y="699"/>
                      <a:pt x="277" y="700"/>
                    </a:cubicBezTo>
                    <a:cubicBezTo>
                      <a:pt x="278" y="701"/>
                      <a:pt x="274" y="701"/>
                      <a:pt x="274" y="701"/>
                    </a:cubicBezTo>
                    <a:close/>
                    <a:moveTo>
                      <a:pt x="282" y="681"/>
                    </a:moveTo>
                    <a:cubicBezTo>
                      <a:pt x="284" y="680"/>
                      <a:pt x="289" y="680"/>
                      <a:pt x="291" y="681"/>
                    </a:cubicBezTo>
                    <a:cubicBezTo>
                      <a:pt x="292" y="682"/>
                      <a:pt x="291" y="684"/>
                      <a:pt x="290" y="683"/>
                    </a:cubicBezTo>
                    <a:cubicBezTo>
                      <a:pt x="289" y="683"/>
                      <a:pt x="289" y="682"/>
                      <a:pt x="289" y="682"/>
                    </a:cubicBezTo>
                    <a:cubicBezTo>
                      <a:pt x="288" y="681"/>
                      <a:pt x="287" y="683"/>
                      <a:pt x="287" y="683"/>
                    </a:cubicBezTo>
                    <a:cubicBezTo>
                      <a:pt x="287" y="684"/>
                      <a:pt x="288" y="684"/>
                      <a:pt x="288" y="685"/>
                    </a:cubicBezTo>
                    <a:cubicBezTo>
                      <a:pt x="289" y="684"/>
                      <a:pt x="289" y="685"/>
                      <a:pt x="288" y="685"/>
                    </a:cubicBezTo>
                    <a:cubicBezTo>
                      <a:pt x="287" y="686"/>
                      <a:pt x="286" y="685"/>
                      <a:pt x="286" y="685"/>
                    </a:cubicBezTo>
                    <a:cubicBezTo>
                      <a:pt x="285" y="685"/>
                      <a:pt x="284" y="686"/>
                      <a:pt x="283" y="685"/>
                    </a:cubicBezTo>
                    <a:cubicBezTo>
                      <a:pt x="282" y="685"/>
                      <a:pt x="278" y="682"/>
                      <a:pt x="282" y="681"/>
                    </a:cubicBezTo>
                    <a:close/>
                    <a:moveTo>
                      <a:pt x="291" y="693"/>
                    </a:moveTo>
                    <a:cubicBezTo>
                      <a:pt x="290" y="694"/>
                      <a:pt x="288" y="696"/>
                      <a:pt x="287" y="694"/>
                    </a:cubicBezTo>
                    <a:cubicBezTo>
                      <a:pt x="285" y="693"/>
                      <a:pt x="290" y="692"/>
                      <a:pt x="291" y="693"/>
                    </a:cubicBezTo>
                    <a:close/>
                    <a:moveTo>
                      <a:pt x="289" y="706"/>
                    </a:moveTo>
                    <a:cubicBezTo>
                      <a:pt x="290" y="707"/>
                      <a:pt x="288" y="706"/>
                      <a:pt x="289" y="706"/>
                    </a:cubicBezTo>
                    <a:close/>
                    <a:moveTo>
                      <a:pt x="292" y="708"/>
                    </a:moveTo>
                    <a:cubicBezTo>
                      <a:pt x="291" y="707"/>
                      <a:pt x="292" y="708"/>
                      <a:pt x="293" y="708"/>
                    </a:cubicBezTo>
                    <a:cubicBezTo>
                      <a:pt x="293" y="708"/>
                      <a:pt x="292" y="708"/>
                      <a:pt x="292" y="708"/>
                    </a:cubicBezTo>
                    <a:close/>
                    <a:moveTo>
                      <a:pt x="304" y="701"/>
                    </a:moveTo>
                    <a:cubicBezTo>
                      <a:pt x="299" y="701"/>
                      <a:pt x="295" y="701"/>
                      <a:pt x="290" y="702"/>
                    </a:cubicBezTo>
                    <a:cubicBezTo>
                      <a:pt x="289" y="702"/>
                      <a:pt x="282" y="702"/>
                      <a:pt x="282" y="700"/>
                    </a:cubicBezTo>
                    <a:cubicBezTo>
                      <a:pt x="281" y="699"/>
                      <a:pt x="290" y="699"/>
                      <a:pt x="292" y="700"/>
                    </a:cubicBezTo>
                    <a:cubicBezTo>
                      <a:pt x="296" y="700"/>
                      <a:pt x="299" y="700"/>
                      <a:pt x="301" y="699"/>
                    </a:cubicBezTo>
                    <a:cubicBezTo>
                      <a:pt x="299" y="699"/>
                      <a:pt x="297" y="697"/>
                      <a:pt x="297" y="695"/>
                    </a:cubicBezTo>
                    <a:cubicBezTo>
                      <a:pt x="299" y="690"/>
                      <a:pt x="306" y="693"/>
                      <a:pt x="309" y="695"/>
                    </a:cubicBezTo>
                    <a:cubicBezTo>
                      <a:pt x="309" y="695"/>
                      <a:pt x="309" y="696"/>
                      <a:pt x="310" y="696"/>
                    </a:cubicBezTo>
                    <a:cubicBezTo>
                      <a:pt x="310" y="697"/>
                      <a:pt x="307" y="699"/>
                      <a:pt x="305" y="699"/>
                    </a:cubicBezTo>
                    <a:cubicBezTo>
                      <a:pt x="306" y="699"/>
                      <a:pt x="307" y="699"/>
                      <a:pt x="309" y="700"/>
                    </a:cubicBezTo>
                    <a:cubicBezTo>
                      <a:pt x="313" y="700"/>
                      <a:pt x="305" y="701"/>
                      <a:pt x="304" y="701"/>
                    </a:cubicBezTo>
                    <a:close/>
                    <a:moveTo>
                      <a:pt x="308" y="684"/>
                    </a:moveTo>
                    <a:cubicBezTo>
                      <a:pt x="309" y="683"/>
                      <a:pt x="312" y="683"/>
                      <a:pt x="314" y="683"/>
                    </a:cubicBezTo>
                    <a:cubicBezTo>
                      <a:pt x="312" y="684"/>
                      <a:pt x="310" y="684"/>
                      <a:pt x="308" y="684"/>
                    </a:cubicBezTo>
                    <a:close/>
                    <a:moveTo>
                      <a:pt x="313" y="612"/>
                    </a:moveTo>
                    <a:cubicBezTo>
                      <a:pt x="314" y="612"/>
                      <a:pt x="309" y="616"/>
                      <a:pt x="308" y="614"/>
                    </a:cubicBezTo>
                    <a:cubicBezTo>
                      <a:pt x="307" y="612"/>
                      <a:pt x="313" y="611"/>
                      <a:pt x="313" y="612"/>
                    </a:cubicBezTo>
                    <a:close/>
                    <a:moveTo>
                      <a:pt x="313" y="683"/>
                    </a:moveTo>
                    <a:cubicBezTo>
                      <a:pt x="312" y="682"/>
                      <a:pt x="314" y="681"/>
                      <a:pt x="314" y="682"/>
                    </a:cubicBezTo>
                    <a:cubicBezTo>
                      <a:pt x="314" y="682"/>
                      <a:pt x="313" y="683"/>
                      <a:pt x="313" y="683"/>
                    </a:cubicBezTo>
                    <a:close/>
                    <a:moveTo>
                      <a:pt x="313" y="589"/>
                    </a:moveTo>
                    <a:cubicBezTo>
                      <a:pt x="311" y="590"/>
                      <a:pt x="308" y="592"/>
                      <a:pt x="307" y="592"/>
                    </a:cubicBezTo>
                    <a:cubicBezTo>
                      <a:pt x="304" y="593"/>
                      <a:pt x="309" y="590"/>
                      <a:pt x="309" y="590"/>
                    </a:cubicBezTo>
                    <a:cubicBezTo>
                      <a:pt x="310" y="590"/>
                      <a:pt x="312" y="589"/>
                      <a:pt x="313" y="589"/>
                    </a:cubicBezTo>
                    <a:cubicBezTo>
                      <a:pt x="314" y="589"/>
                      <a:pt x="314" y="589"/>
                      <a:pt x="315" y="589"/>
                    </a:cubicBezTo>
                    <a:cubicBezTo>
                      <a:pt x="314" y="589"/>
                      <a:pt x="314" y="589"/>
                      <a:pt x="313" y="589"/>
                    </a:cubicBezTo>
                    <a:close/>
                    <a:moveTo>
                      <a:pt x="315" y="519"/>
                    </a:moveTo>
                    <a:cubicBezTo>
                      <a:pt x="315" y="517"/>
                      <a:pt x="318" y="518"/>
                      <a:pt x="315" y="519"/>
                    </a:cubicBezTo>
                    <a:close/>
                    <a:moveTo>
                      <a:pt x="317" y="683"/>
                    </a:moveTo>
                    <a:cubicBezTo>
                      <a:pt x="315" y="684"/>
                      <a:pt x="315" y="682"/>
                      <a:pt x="317" y="683"/>
                    </a:cubicBezTo>
                    <a:close/>
                    <a:moveTo>
                      <a:pt x="317" y="683"/>
                    </a:moveTo>
                    <a:cubicBezTo>
                      <a:pt x="318" y="682"/>
                      <a:pt x="319" y="682"/>
                      <a:pt x="321" y="682"/>
                    </a:cubicBezTo>
                    <a:cubicBezTo>
                      <a:pt x="321" y="683"/>
                      <a:pt x="318" y="683"/>
                      <a:pt x="317" y="683"/>
                    </a:cubicBezTo>
                    <a:close/>
                    <a:moveTo>
                      <a:pt x="333" y="104"/>
                    </a:moveTo>
                    <a:cubicBezTo>
                      <a:pt x="333" y="104"/>
                      <a:pt x="336" y="103"/>
                      <a:pt x="334" y="104"/>
                    </a:cubicBezTo>
                    <a:cubicBezTo>
                      <a:pt x="331" y="106"/>
                      <a:pt x="326" y="107"/>
                      <a:pt x="322" y="108"/>
                    </a:cubicBezTo>
                    <a:cubicBezTo>
                      <a:pt x="325" y="106"/>
                      <a:pt x="329" y="104"/>
                      <a:pt x="333" y="104"/>
                    </a:cubicBezTo>
                    <a:close/>
                    <a:moveTo>
                      <a:pt x="323" y="170"/>
                    </a:moveTo>
                    <a:cubicBezTo>
                      <a:pt x="324" y="170"/>
                      <a:pt x="324" y="170"/>
                      <a:pt x="325" y="170"/>
                    </a:cubicBezTo>
                    <a:cubicBezTo>
                      <a:pt x="325" y="171"/>
                      <a:pt x="324" y="171"/>
                      <a:pt x="323" y="170"/>
                    </a:cubicBezTo>
                    <a:close/>
                    <a:moveTo>
                      <a:pt x="322" y="617"/>
                    </a:moveTo>
                    <a:cubicBezTo>
                      <a:pt x="323" y="616"/>
                      <a:pt x="324" y="618"/>
                      <a:pt x="322" y="617"/>
                    </a:cubicBezTo>
                    <a:close/>
                    <a:moveTo>
                      <a:pt x="322" y="627"/>
                    </a:moveTo>
                    <a:cubicBezTo>
                      <a:pt x="323" y="627"/>
                      <a:pt x="327" y="626"/>
                      <a:pt x="327" y="627"/>
                    </a:cubicBezTo>
                    <a:cubicBezTo>
                      <a:pt x="326" y="626"/>
                      <a:pt x="324" y="628"/>
                      <a:pt x="322" y="627"/>
                    </a:cubicBezTo>
                    <a:close/>
                    <a:moveTo>
                      <a:pt x="327" y="574"/>
                    </a:moveTo>
                    <a:cubicBezTo>
                      <a:pt x="327" y="572"/>
                      <a:pt x="330" y="573"/>
                      <a:pt x="329" y="574"/>
                    </a:cubicBezTo>
                    <a:cubicBezTo>
                      <a:pt x="329" y="575"/>
                      <a:pt x="328" y="574"/>
                      <a:pt x="327" y="574"/>
                    </a:cubicBezTo>
                    <a:close/>
                    <a:moveTo>
                      <a:pt x="329" y="627"/>
                    </a:moveTo>
                    <a:cubicBezTo>
                      <a:pt x="329" y="626"/>
                      <a:pt x="331" y="626"/>
                      <a:pt x="331" y="626"/>
                    </a:cubicBezTo>
                    <a:cubicBezTo>
                      <a:pt x="331" y="626"/>
                      <a:pt x="330" y="627"/>
                      <a:pt x="329" y="627"/>
                    </a:cubicBezTo>
                    <a:close/>
                    <a:moveTo>
                      <a:pt x="329" y="589"/>
                    </a:moveTo>
                    <a:cubicBezTo>
                      <a:pt x="328" y="587"/>
                      <a:pt x="332" y="588"/>
                      <a:pt x="332" y="589"/>
                    </a:cubicBezTo>
                    <a:cubicBezTo>
                      <a:pt x="332" y="590"/>
                      <a:pt x="329" y="590"/>
                      <a:pt x="329" y="589"/>
                    </a:cubicBezTo>
                    <a:close/>
                    <a:moveTo>
                      <a:pt x="328" y="583"/>
                    </a:moveTo>
                    <a:cubicBezTo>
                      <a:pt x="329" y="579"/>
                      <a:pt x="336" y="581"/>
                      <a:pt x="336" y="583"/>
                    </a:cubicBezTo>
                    <a:cubicBezTo>
                      <a:pt x="335" y="586"/>
                      <a:pt x="328" y="587"/>
                      <a:pt x="328" y="583"/>
                    </a:cubicBezTo>
                    <a:close/>
                    <a:moveTo>
                      <a:pt x="335" y="131"/>
                    </a:moveTo>
                    <a:cubicBezTo>
                      <a:pt x="334" y="130"/>
                      <a:pt x="336" y="131"/>
                      <a:pt x="335" y="131"/>
                    </a:cubicBezTo>
                    <a:close/>
                    <a:moveTo>
                      <a:pt x="336" y="659"/>
                    </a:moveTo>
                    <a:cubicBezTo>
                      <a:pt x="337" y="661"/>
                      <a:pt x="335" y="659"/>
                      <a:pt x="336" y="659"/>
                    </a:cubicBezTo>
                    <a:close/>
                    <a:moveTo>
                      <a:pt x="336" y="131"/>
                    </a:moveTo>
                    <a:cubicBezTo>
                      <a:pt x="336" y="130"/>
                      <a:pt x="338" y="130"/>
                      <a:pt x="338" y="130"/>
                    </a:cubicBezTo>
                    <a:cubicBezTo>
                      <a:pt x="338" y="131"/>
                      <a:pt x="337" y="130"/>
                      <a:pt x="336" y="131"/>
                    </a:cubicBezTo>
                    <a:close/>
                    <a:moveTo>
                      <a:pt x="337" y="711"/>
                    </a:moveTo>
                    <a:cubicBezTo>
                      <a:pt x="336" y="711"/>
                      <a:pt x="337" y="710"/>
                      <a:pt x="337" y="710"/>
                    </a:cubicBezTo>
                    <a:cubicBezTo>
                      <a:pt x="338" y="711"/>
                      <a:pt x="338" y="712"/>
                      <a:pt x="337" y="711"/>
                    </a:cubicBezTo>
                    <a:close/>
                    <a:moveTo>
                      <a:pt x="337" y="685"/>
                    </a:moveTo>
                    <a:cubicBezTo>
                      <a:pt x="337" y="684"/>
                      <a:pt x="339" y="684"/>
                      <a:pt x="339" y="685"/>
                    </a:cubicBezTo>
                    <a:cubicBezTo>
                      <a:pt x="340" y="685"/>
                      <a:pt x="338" y="686"/>
                      <a:pt x="337" y="685"/>
                    </a:cubicBezTo>
                    <a:close/>
                    <a:moveTo>
                      <a:pt x="338" y="705"/>
                    </a:moveTo>
                    <a:cubicBezTo>
                      <a:pt x="338" y="704"/>
                      <a:pt x="340" y="704"/>
                      <a:pt x="340" y="705"/>
                    </a:cubicBezTo>
                    <a:cubicBezTo>
                      <a:pt x="340" y="705"/>
                      <a:pt x="339" y="706"/>
                      <a:pt x="338" y="705"/>
                    </a:cubicBezTo>
                    <a:close/>
                    <a:moveTo>
                      <a:pt x="338" y="680"/>
                    </a:moveTo>
                    <a:cubicBezTo>
                      <a:pt x="338" y="680"/>
                      <a:pt x="341" y="680"/>
                      <a:pt x="341" y="680"/>
                    </a:cubicBezTo>
                    <a:cubicBezTo>
                      <a:pt x="341" y="681"/>
                      <a:pt x="337" y="682"/>
                      <a:pt x="338" y="680"/>
                    </a:cubicBezTo>
                    <a:close/>
                    <a:moveTo>
                      <a:pt x="342" y="110"/>
                    </a:moveTo>
                    <a:cubicBezTo>
                      <a:pt x="341" y="111"/>
                      <a:pt x="341" y="109"/>
                      <a:pt x="342" y="110"/>
                    </a:cubicBezTo>
                    <a:close/>
                    <a:moveTo>
                      <a:pt x="328" y="108"/>
                    </a:moveTo>
                    <a:cubicBezTo>
                      <a:pt x="326" y="108"/>
                      <a:pt x="329" y="107"/>
                      <a:pt x="331" y="106"/>
                    </a:cubicBezTo>
                    <a:cubicBezTo>
                      <a:pt x="334" y="106"/>
                      <a:pt x="339" y="104"/>
                      <a:pt x="342" y="104"/>
                    </a:cubicBezTo>
                    <a:cubicBezTo>
                      <a:pt x="343" y="104"/>
                      <a:pt x="344" y="105"/>
                      <a:pt x="344" y="105"/>
                    </a:cubicBezTo>
                    <a:cubicBezTo>
                      <a:pt x="344" y="105"/>
                      <a:pt x="330" y="108"/>
                      <a:pt x="328" y="108"/>
                    </a:cubicBezTo>
                    <a:close/>
                    <a:moveTo>
                      <a:pt x="345" y="576"/>
                    </a:moveTo>
                    <a:cubicBezTo>
                      <a:pt x="345" y="576"/>
                      <a:pt x="345" y="576"/>
                      <a:pt x="345" y="576"/>
                    </a:cubicBezTo>
                    <a:cubicBezTo>
                      <a:pt x="346" y="576"/>
                      <a:pt x="346" y="576"/>
                      <a:pt x="346" y="576"/>
                    </a:cubicBezTo>
                    <a:cubicBezTo>
                      <a:pt x="346" y="576"/>
                      <a:pt x="345" y="576"/>
                      <a:pt x="345" y="576"/>
                    </a:cubicBezTo>
                    <a:close/>
                    <a:moveTo>
                      <a:pt x="346" y="704"/>
                    </a:moveTo>
                    <a:cubicBezTo>
                      <a:pt x="346" y="703"/>
                      <a:pt x="347" y="703"/>
                      <a:pt x="347" y="703"/>
                    </a:cubicBezTo>
                    <a:cubicBezTo>
                      <a:pt x="348" y="704"/>
                      <a:pt x="346" y="704"/>
                      <a:pt x="346" y="704"/>
                    </a:cubicBezTo>
                    <a:close/>
                    <a:moveTo>
                      <a:pt x="344" y="537"/>
                    </a:moveTo>
                    <a:cubicBezTo>
                      <a:pt x="345" y="535"/>
                      <a:pt x="348" y="535"/>
                      <a:pt x="349" y="534"/>
                    </a:cubicBezTo>
                    <a:cubicBezTo>
                      <a:pt x="348" y="535"/>
                      <a:pt x="345" y="536"/>
                      <a:pt x="344" y="537"/>
                    </a:cubicBezTo>
                    <a:close/>
                    <a:moveTo>
                      <a:pt x="348" y="89"/>
                    </a:moveTo>
                    <a:cubicBezTo>
                      <a:pt x="347" y="90"/>
                      <a:pt x="346" y="89"/>
                      <a:pt x="348" y="89"/>
                    </a:cubicBezTo>
                    <a:close/>
                    <a:moveTo>
                      <a:pt x="347" y="71"/>
                    </a:moveTo>
                    <a:cubicBezTo>
                      <a:pt x="347" y="72"/>
                      <a:pt x="348" y="72"/>
                      <a:pt x="347" y="72"/>
                    </a:cubicBezTo>
                    <a:cubicBezTo>
                      <a:pt x="347" y="72"/>
                      <a:pt x="347" y="72"/>
                      <a:pt x="347" y="71"/>
                    </a:cubicBezTo>
                    <a:close/>
                    <a:moveTo>
                      <a:pt x="345" y="44"/>
                    </a:moveTo>
                    <a:cubicBezTo>
                      <a:pt x="346" y="42"/>
                      <a:pt x="350" y="42"/>
                      <a:pt x="350" y="45"/>
                    </a:cubicBezTo>
                    <a:cubicBezTo>
                      <a:pt x="349" y="47"/>
                      <a:pt x="345" y="46"/>
                      <a:pt x="345" y="44"/>
                    </a:cubicBezTo>
                    <a:close/>
                    <a:moveTo>
                      <a:pt x="350" y="626"/>
                    </a:moveTo>
                    <a:cubicBezTo>
                      <a:pt x="350" y="627"/>
                      <a:pt x="349" y="625"/>
                      <a:pt x="350" y="626"/>
                    </a:cubicBezTo>
                    <a:close/>
                    <a:moveTo>
                      <a:pt x="350" y="205"/>
                    </a:moveTo>
                    <a:cubicBezTo>
                      <a:pt x="349" y="205"/>
                      <a:pt x="350" y="203"/>
                      <a:pt x="350" y="204"/>
                    </a:cubicBezTo>
                    <a:cubicBezTo>
                      <a:pt x="351" y="204"/>
                      <a:pt x="351" y="205"/>
                      <a:pt x="350" y="205"/>
                    </a:cubicBezTo>
                    <a:close/>
                    <a:moveTo>
                      <a:pt x="538" y="122"/>
                    </a:moveTo>
                    <a:cubicBezTo>
                      <a:pt x="538" y="121"/>
                      <a:pt x="540" y="121"/>
                      <a:pt x="540" y="122"/>
                    </a:cubicBezTo>
                    <a:cubicBezTo>
                      <a:pt x="542" y="121"/>
                      <a:pt x="543" y="121"/>
                      <a:pt x="543" y="123"/>
                    </a:cubicBezTo>
                    <a:cubicBezTo>
                      <a:pt x="543" y="124"/>
                      <a:pt x="539" y="125"/>
                      <a:pt x="538" y="124"/>
                    </a:cubicBezTo>
                    <a:cubicBezTo>
                      <a:pt x="538" y="123"/>
                      <a:pt x="538" y="123"/>
                      <a:pt x="538" y="122"/>
                    </a:cubicBezTo>
                    <a:cubicBezTo>
                      <a:pt x="538" y="122"/>
                      <a:pt x="538" y="122"/>
                      <a:pt x="538" y="122"/>
                    </a:cubicBezTo>
                    <a:close/>
                    <a:moveTo>
                      <a:pt x="538" y="121"/>
                    </a:moveTo>
                    <a:cubicBezTo>
                      <a:pt x="538" y="121"/>
                      <a:pt x="536" y="122"/>
                      <a:pt x="536" y="121"/>
                    </a:cubicBezTo>
                    <a:cubicBezTo>
                      <a:pt x="536" y="121"/>
                      <a:pt x="537" y="121"/>
                      <a:pt x="538" y="121"/>
                    </a:cubicBezTo>
                    <a:close/>
                    <a:moveTo>
                      <a:pt x="531" y="126"/>
                    </a:moveTo>
                    <a:cubicBezTo>
                      <a:pt x="531" y="126"/>
                      <a:pt x="531" y="127"/>
                      <a:pt x="530" y="127"/>
                    </a:cubicBezTo>
                    <a:cubicBezTo>
                      <a:pt x="530" y="127"/>
                      <a:pt x="531" y="126"/>
                      <a:pt x="531" y="126"/>
                    </a:cubicBezTo>
                    <a:close/>
                    <a:moveTo>
                      <a:pt x="531" y="154"/>
                    </a:moveTo>
                    <a:cubicBezTo>
                      <a:pt x="529" y="157"/>
                      <a:pt x="525" y="158"/>
                      <a:pt x="522" y="159"/>
                    </a:cubicBezTo>
                    <a:cubicBezTo>
                      <a:pt x="524" y="156"/>
                      <a:pt x="528" y="156"/>
                      <a:pt x="531" y="154"/>
                    </a:cubicBezTo>
                    <a:close/>
                    <a:moveTo>
                      <a:pt x="525" y="201"/>
                    </a:moveTo>
                    <a:cubicBezTo>
                      <a:pt x="524" y="202"/>
                      <a:pt x="523" y="203"/>
                      <a:pt x="521" y="203"/>
                    </a:cubicBezTo>
                    <a:cubicBezTo>
                      <a:pt x="522" y="202"/>
                      <a:pt x="523" y="201"/>
                      <a:pt x="525" y="201"/>
                    </a:cubicBezTo>
                    <a:close/>
                    <a:moveTo>
                      <a:pt x="521" y="198"/>
                    </a:moveTo>
                    <a:cubicBezTo>
                      <a:pt x="521" y="198"/>
                      <a:pt x="521" y="197"/>
                      <a:pt x="522" y="197"/>
                    </a:cubicBezTo>
                    <a:cubicBezTo>
                      <a:pt x="524" y="195"/>
                      <a:pt x="523" y="200"/>
                      <a:pt x="521" y="198"/>
                    </a:cubicBezTo>
                    <a:close/>
                    <a:moveTo>
                      <a:pt x="524" y="195"/>
                    </a:moveTo>
                    <a:cubicBezTo>
                      <a:pt x="524" y="194"/>
                      <a:pt x="525" y="194"/>
                      <a:pt x="525" y="194"/>
                    </a:cubicBezTo>
                    <a:cubicBezTo>
                      <a:pt x="526" y="195"/>
                      <a:pt x="524" y="195"/>
                      <a:pt x="524" y="195"/>
                    </a:cubicBezTo>
                    <a:close/>
                    <a:moveTo>
                      <a:pt x="531" y="196"/>
                    </a:moveTo>
                    <a:cubicBezTo>
                      <a:pt x="530" y="198"/>
                      <a:pt x="527" y="199"/>
                      <a:pt x="525" y="201"/>
                    </a:cubicBezTo>
                    <a:cubicBezTo>
                      <a:pt x="526" y="199"/>
                      <a:pt x="529" y="197"/>
                      <a:pt x="531" y="196"/>
                    </a:cubicBezTo>
                    <a:close/>
                    <a:moveTo>
                      <a:pt x="529" y="172"/>
                    </a:moveTo>
                    <a:cubicBezTo>
                      <a:pt x="531" y="170"/>
                      <a:pt x="530" y="174"/>
                      <a:pt x="528" y="173"/>
                    </a:cubicBezTo>
                    <a:cubicBezTo>
                      <a:pt x="528" y="173"/>
                      <a:pt x="529" y="172"/>
                      <a:pt x="529" y="172"/>
                    </a:cubicBezTo>
                    <a:close/>
                    <a:moveTo>
                      <a:pt x="522" y="181"/>
                    </a:moveTo>
                    <a:cubicBezTo>
                      <a:pt x="521" y="181"/>
                      <a:pt x="523" y="180"/>
                      <a:pt x="523" y="181"/>
                    </a:cubicBezTo>
                    <a:cubicBezTo>
                      <a:pt x="524" y="181"/>
                      <a:pt x="522" y="182"/>
                      <a:pt x="522" y="181"/>
                    </a:cubicBezTo>
                    <a:close/>
                    <a:moveTo>
                      <a:pt x="529" y="135"/>
                    </a:moveTo>
                    <a:cubicBezTo>
                      <a:pt x="528" y="136"/>
                      <a:pt x="526" y="138"/>
                      <a:pt x="524" y="138"/>
                    </a:cubicBezTo>
                    <a:cubicBezTo>
                      <a:pt x="525" y="138"/>
                      <a:pt x="526" y="138"/>
                      <a:pt x="525" y="139"/>
                    </a:cubicBezTo>
                    <a:cubicBezTo>
                      <a:pt x="525" y="140"/>
                      <a:pt x="522" y="140"/>
                      <a:pt x="522" y="139"/>
                    </a:cubicBezTo>
                    <a:cubicBezTo>
                      <a:pt x="522" y="139"/>
                      <a:pt x="523" y="138"/>
                      <a:pt x="524" y="138"/>
                    </a:cubicBezTo>
                    <a:cubicBezTo>
                      <a:pt x="524" y="138"/>
                      <a:pt x="524" y="138"/>
                      <a:pt x="524" y="138"/>
                    </a:cubicBezTo>
                    <a:cubicBezTo>
                      <a:pt x="525" y="136"/>
                      <a:pt x="527" y="136"/>
                      <a:pt x="529" y="135"/>
                    </a:cubicBezTo>
                    <a:close/>
                    <a:moveTo>
                      <a:pt x="525" y="117"/>
                    </a:moveTo>
                    <a:cubicBezTo>
                      <a:pt x="525" y="117"/>
                      <a:pt x="525" y="117"/>
                      <a:pt x="524" y="117"/>
                    </a:cubicBezTo>
                    <a:cubicBezTo>
                      <a:pt x="524" y="117"/>
                      <a:pt x="524" y="116"/>
                      <a:pt x="525" y="117"/>
                    </a:cubicBezTo>
                    <a:close/>
                    <a:moveTo>
                      <a:pt x="524" y="86"/>
                    </a:moveTo>
                    <a:cubicBezTo>
                      <a:pt x="523" y="86"/>
                      <a:pt x="522" y="86"/>
                      <a:pt x="521" y="86"/>
                    </a:cubicBezTo>
                    <a:cubicBezTo>
                      <a:pt x="522" y="85"/>
                      <a:pt x="523" y="85"/>
                      <a:pt x="524" y="86"/>
                    </a:cubicBezTo>
                    <a:close/>
                    <a:moveTo>
                      <a:pt x="521" y="87"/>
                    </a:moveTo>
                    <a:cubicBezTo>
                      <a:pt x="521" y="87"/>
                      <a:pt x="523" y="88"/>
                      <a:pt x="523" y="88"/>
                    </a:cubicBezTo>
                    <a:cubicBezTo>
                      <a:pt x="523" y="88"/>
                      <a:pt x="520" y="88"/>
                      <a:pt x="521" y="87"/>
                    </a:cubicBezTo>
                    <a:close/>
                    <a:moveTo>
                      <a:pt x="523" y="92"/>
                    </a:moveTo>
                    <a:cubicBezTo>
                      <a:pt x="523" y="92"/>
                      <a:pt x="521" y="92"/>
                      <a:pt x="521" y="91"/>
                    </a:cubicBezTo>
                    <a:cubicBezTo>
                      <a:pt x="522" y="90"/>
                      <a:pt x="523" y="91"/>
                      <a:pt x="523" y="92"/>
                    </a:cubicBezTo>
                    <a:close/>
                    <a:moveTo>
                      <a:pt x="521" y="105"/>
                    </a:moveTo>
                    <a:cubicBezTo>
                      <a:pt x="521" y="106"/>
                      <a:pt x="520" y="104"/>
                      <a:pt x="521" y="105"/>
                    </a:cubicBezTo>
                    <a:close/>
                    <a:moveTo>
                      <a:pt x="525" y="106"/>
                    </a:moveTo>
                    <a:cubicBezTo>
                      <a:pt x="527" y="106"/>
                      <a:pt x="528" y="108"/>
                      <a:pt x="526" y="111"/>
                    </a:cubicBezTo>
                    <a:cubicBezTo>
                      <a:pt x="525" y="112"/>
                      <a:pt x="523" y="112"/>
                      <a:pt x="522" y="112"/>
                    </a:cubicBezTo>
                    <a:cubicBezTo>
                      <a:pt x="520" y="112"/>
                      <a:pt x="518" y="112"/>
                      <a:pt x="518" y="112"/>
                    </a:cubicBezTo>
                    <a:cubicBezTo>
                      <a:pt x="518" y="112"/>
                      <a:pt x="519" y="112"/>
                      <a:pt x="519" y="112"/>
                    </a:cubicBezTo>
                    <a:cubicBezTo>
                      <a:pt x="519" y="112"/>
                      <a:pt x="518" y="112"/>
                      <a:pt x="518" y="112"/>
                    </a:cubicBezTo>
                    <a:cubicBezTo>
                      <a:pt x="518" y="112"/>
                      <a:pt x="518" y="111"/>
                      <a:pt x="518" y="111"/>
                    </a:cubicBezTo>
                    <a:cubicBezTo>
                      <a:pt x="517" y="110"/>
                      <a:pt x="522" y="106"/>
                      <a:pt x="525" y="106"/>
                    </a:cubicBezTo>
                    <a:close/>
                    <a:moveTo>
                      <a:pt x="520" y="133"/>
                    </a:moveTo>
                    <a:cubicBezTo>
                      <a:pt x="522" y="131"/>
                      <a:pt x="522" y="133"/>
                      <a:pt x="520" y="133"/>
                    </a:cubicBezTo>
                    <a:close/>
                    <a:moveTo>
                      <a:pt x="519" y="147"/>
                    </a:moveTo>
                    <a:cubicBezTo>
                      <a:pt x="519" y="146"/>
                      <a:pt x="521" y="145"/>
                      <a:pt x="521" y="146"/>
                    </a:cubicBezTo>
                    <a:cubicBezTo>
                      <a:pt x="522" y="147"/>
                      <a:pt x="520" y="147"/>
                      <a:pt x="519" y="147"/>
                    </a:cubicBezTo>
                    <a:close/>
                    <a:moveTo>
                      <a:pt x="513" y="162"/>
                    </a:moveTo>
                    <a:cubicBezTo>
                      <a:pt x="512" y="161"/>
                      <a:pt x="516" y="159"/>
                      <a:pt x="516" y="161"/>
                    </a:cubicBezTo>
                    <a:cubicBezTo>
                      <a:pt x="517" y="162"/>
                      <a:pt x="513" y="163"/>
                      <a:pt x="513" y="162"/>
                    </a:cubicBezTo>
                    <a:close/>
                    <a:moveTo>
                      <a:pt x="516" y="163"/>
                    </a:moveTo>
                    <a:cubicBezTo>
                      <a:pt x="516" y="164"/>
                      <a:pt x="515" y="165"/>
                      <a:pt x="516" y="164"/>
                    </a:cubicBezTo>
                    <a:cubicBezTo>
                      <a:pt x="516" y="164"/>
                      <a:pt x="516" y="164"/>
                      <a:pt x="516" y="163"/>
                    </a:cubicBezTo>
                    <a:close/>
                    <a:moveTo>
                      <a:pt x="514" y="191"/>
                    </a:moveTo>
                    <a:cubicBezTo>
                      <a:pt x="515" y="190"/>
                      <a:pt x="516" y="192"/>
                      <a:pt x="514" y="191"/>
                    </a:cubicBezTo>
                    <a:close/>
                    <a:moveTo>
                      <a:pt x="512" y="192"/>
                    </a:moveTo>
                    <a:cubicBezTo>
                      <a:pt x="512" y="191"/>
                      <a:pt x="514" y="191"/>
                      <a:pt x="514" y="191"/>
                    </a:cubicBezTo>
                    <a:cubicBezTo>
                      <a:pt x="514" y="192"/>
                      <a:pt x="512" y="192"/>
                      <a:pt x="512" y="192"/>
                    </a:cubicBezTo>
                    <a:close/>
                    <a:moveTo>
                      <a:pt x="514" y="247"/>
                    </a:moveTo>
                    <a:cubicBezTo>
                      <a:pt x="514" y="248"/>
                      <a:pt x="513" y="245"/>
                      <a:pt x="514" y="247"/>
                    </a:cubicBezTo>
                    <a:close/>
                    <a:moveTo>
                      <a:pt x="504" y="183"/>
                    </a:moveTo>
                    <a:cubicBezTo>
                      <a:pt x="506" y="182"/>
                      <a:pt x="506" y="181"/>
                      <a:pt x="504" y="181"/>
                    </a:cubicBezTo>
                    <a:cubicBezTo>
                      <a:pt x="505" y="178"/>
                      <a:pt x="508" y="175"/>
                      <a:pt x="511" y="176"/>
                    </a:cubicBezTo>
                    <a:cubicBezTo>
                      <a:pt x="517" y="179"/>
                      <a:pt x="509" y="186"/>
                      <a:pt x="504" y="183"/>
                    </a:cubicBezTo>
                    <a:close/>
                    <a:moveTo>
                      <a:pt x="505" y="184"/>
                    </a:moveTo>
                    <a:cubicBezTo>
                      <a:pt x="505" y="184"/>
                      <a:pt x="505" y="184"/>
                      <a:pt x="505" y="184"/>
                    </a:cubicBezTo>
                    <a:cubicBezTo>
                      <a:pt x="506" y="186"/>
                      <a:pt x="503" y="183"/>
                      <a:pt x="505" y="184"/>
                    </a:cubicBezTo>
                    <a:close/>
                    <a:moveTo>
                      <a:pt x="494" y="127"/>
                    </a:moveTo>
                    <a:cubicBezTo>
                      <a:pt x="494" y="127"/>
                      <a:pt x="497" y="125"/>
                      <a:pt x="498" y="127"/>
                    </a:cubicBezTo>
                    <a:cubicBezTo>
                      <a:pt x="498" y="128"/>
                      <a:pt x="494" y="129"/>
                      <a:pt x="494" y="127"/>
                    </a:cubicBezTo>
                    <a:close/>
                    <a:moveTo>
                      <a:pt x="496" y="219"/>
                    </a:moveTo>
                    <a:cubicBezTo>
                      <a:pt x="495" y="219"/>
                      <a:pt x="496" y="218"/>
                      <a:pt x="496" y="218"/>
                    </a:cubicBezTo>
                    <a:cubicBezTo>
                      <a:pt x="497" y="218"/>
                      <a:pt x="496" y="219"/>
                      <a:pt x="496" y="219"/>
                    </a:cubicBezTo>
                    <a:close/>
                    <a:moveTo>
                      <a:pt x="493" y="182"/>
                    </a:moveTo>
                    <a:cubicBezTo>
                      <a:pt x="493" y="181"/>
                      <a:pt x="495" y="181"/>
                      <a:pt x="495" y="181"/>
                    </a:cubicBezTo>
                    <a:cubicBezTo>
                      <a:pt x="496" y="182"/>
                      <a:pt x="494" y="183"/>
                      <a:pt x="493" y="182"/>
                    </a:cubicBezTo>
                    <a:close/>
                    <a:moveTo>
                      <a:pt x="494" y="221"/>
                    </a:moveTo>
                    <a:cubicBezTo>
                      <a:pt x="494" y="221"/>
                      <a:pt x="495" y="220"/>
                      <a:pt x="495" y="220"/>
                    </a:cubicBezTo>
                    <a:cubicBezTo>
                      <a:pt x="495" y="220"/>
                      <a:pt x="494" y="222"/>
                      <a:pt x="494" y="221"/>
                    </a:cubicBezTo>
                    <a:close/>
                    <a:moveTo>
                      <a:pt x="484" y="206"/>
                    </a:moveTo>
                    <a:cubicBezTo>
                      <a:pt x="487" y="204"/>
                      <a:pt x="490" y="201"/>
                      <a:pt x="492" y="200"/>
                    </a:cubicBezTo>
                    <a:cubicBezTo>
                      <a:pt x="492" y="200"/>
                      <a:pt x="494" y="199"/>
                      <a:pt x="493" y="200"/>
                    </a:cubicBezTo>
                    <a:cubicBezTo>
                      <a:pt x="492" y="203"/>
                      <a:pt x="487" y="205"/>
                      <a:pt x="484" y="206"/>
                    </a:cubicBezTo>
                    <a:close/>
                    <a:moveTo>
                      <a:pt x="491" y="221"/>
                    </a:moveTo>
                    <a:cubicBezTo>
                      <a:pt x="491" y="220"/>
                      <a:pt x="493" y="220"/>
                      <a:pt x="493" y="221"/>
                    </a:cubicBezTo>
                    <a:cubicBezTo>
                      <a:pt x="493" y="222"/>
                      <a:pt x="491" y="222"/>
                      <a:pt x="491" y="221"/>
                    </a:cubicBezTo>
                    <a:close/>
                    <a:moveTo>
                      <a:pt x="480" y="95"/>
                    </a:moveTo>
                    <a:cubicBezTo>
                      <a:pt x="482" y="94"/>
                      <a:pt x="483" y="93"/>
                      <a:pt x="485" y="93"/>
                    </a:cubicBezTo>
                    <a:cubicBezTo>
                      <a:pt x="483" y="94"/>
                      <a:pt x="482" y="95"/>
                      <a:pt x="480" y="95"/>
                    </a:cubicBezTo>
                    <a:close/>
                    <a:moveTo>
                      <a:pt x="481" y="162"/>
                    </a:moveTo>
                    <a:cubicBezTo>
                      <a:pt x="481" y="160"/>
                      <a:pt x="484" y="161"/>
                      <a:pt x="481" y="162"/>
                    </a:cubicBezTo>
                    <a:close/>
                    <a:moveTo>
                      <a:pt x="482" y="109"/>
                    </a:moveTo>
                    <a:cubicBezTo>
                      <a:pt x="481" y="112"/>
                      <a:pt x="478" y="110"/>
                      <a:pt x="482" y="109"/>
                    </a:cubicBezTo>
                    <a:close/>
                    <a:moveTo>
                      <a:pt x="496" y="72"/>
                    </a:moveTo>
                    <a:cubicBezTo>
                      <a:pt x="496" y="73"/>
                      <a:pt x="495" y="73"/>
                      <a:pt x="494" y="73"/>
                    </a:cubicBezTo>
                    <a:cubicBezTo>
                      <a:pt x="494" y="73"/>
                      <a:pt x="496" y="71"/>
                      <a:pt x="496" y="72"/>
                    </a:cubicBezTo>
                    <a:close/>
                    <a:moveTo>
                      <a:pt x="494" y="43"/>
                    </a:moveTo>
                    <a:cubicBezTo>
                      <a:pt x="494" y="43"/>
                      <a:pt x="496" y="43"/>
                      <a:pt x="496" y="43"/>
                    </a:cubicBezTo>
                    <a:cubicBezTo>
                      <a:pt x="497" y="45"/>
                      <a:pt x="494" y="44"/>
                      <a:pt x="494" y="43"/>
                    </a:cubicBezTo>
                    <a:close/>
                    <a:moveTo>
                      <a:pt x="493" y="64"/>
                    </a:moveTo>
                    <a:cubicBezTo>
                      <a:pt x="493" y="64"/>
                      <a:pt x="494" y="64"/>
                      <a:pt x="495" y="65"/>
                    </a:cubicBezTo>
                    <a:cubicBezTo>
                      <a:pt x="495" y="66"/>
                      <a:pt x="493" y="65"/>
                      <a:pt x="493" y="64"/>
                    </a:cubicBezTo>
                    <a:close/>
                    <a:moveTo>
                      <a:pt x="499" y="87"/>
                    </a:moveTo>
                    <a:cubicBezTo>
                      <a:pt x="498" y="89"/>
                      <a:pt x="488" y="88"/>
                      <a:pt x="488" y="87"/>
                    </a:cubicBezTo>
                    <a:cubicBezTo>
                      <a:pt x="489" y="86"/>
                      <a:pt x="496" y="88"/>
                      <a:pt x="499" y="87"/>
                    </a:cubicBezTo>
                    <a:close/>
                    <a:moveTo>
                      <a:pt x="493" y="105"/>
                    </a:moveTo>
                    <a:cubicBezTo>
                      <a:pt x="493" y="105"/>
                      <a:pt x="493" y="105"/>
                      <a:pt x="493" y="105"/>
                    </a:cubicBezTo>
                    <a:cubicBezTo>
                      <a:pt x="493" y="105"/>
                      <a:pt x="493" y="105"/>
                      <a:pt x="492" y="105"/>
                    </a:cubicBezTo>
                    <a:cubicBezTo>
                      <a:pt x="489" y="105"/>
                      <a:pt x="493" y="97"/>
                      <a:pt x="497" y="101"/>
                    </a:cubicBezTo>
                    <a:cubicBezTo>
                      <a:pt x="498" y="102"/>
                      <a:pt x="498" y="102"/>
                      <a:pt x="498" y="103"/>
                    </a:cubicBezTo>
                    <a:cubicBezTo>
                      <a:pt x="498" y="106"/>
                      <a:pt x="494" y="107"/>
                      <a:pt x="493" y="105"/>
                    </a:cubicBezTo>
                    <a:close/>
                    <a:moveTo>
                      <a:pt x="495" y="108"/>
                    </a:moveTo>
                    <a:cubicBezTo>
                      <a:pt x="495" y="108"/>
                      <a:pt x="494" y="109"/>
                      <a:pt x="494" y="108"/>
                    </a:cubicBezTo>
                    <a:cubicBezTo>
                      <a:pt x="493" y="108"/>
                      <a:pt x="495" y="107"/>
                      <a:pt x="495" y="108"/>
                    </a:cubicBezTo>
                    <a:close/>
                    <a:moveTo>
                      <a:pt x="494" y="174"/>
                    </a:moveTo>
                    <a:cubicBezTo>
                      <a:pt x="494" y="175"/>
                      <a:pt x="492" y="176"/>
                      <a:pt x="492" y="175"/>
                    </a:cubicBezTo>
                    <a:cubicBezTo>
                      <a:pt x="492" y="174"/>
                      <a:pt x="494" y="173"/>
                      <a:pt x="494" y="174"/>
                    </a:cubicBezTo>
                    <a:close/>
                    <a:moveTo>
                      <a:pt x="495" y="98"/>
                    </a:moveTo>
                    <a:cubicBezTo>
                      <a:pt x="496" y="99"/>
                      <a:pt x="494" y="98"/>
                      <a:pt x="495" y="98"/>
                    </a:cubicBezTo>
                    <a:close/>
                    <a:moveTo>
                      <a:pt x="499" y="91"/>
                    </a:moveTo>
                    <a:cubicBezTo>
                      <a:pt x="498" y="92"/>
                      <a:pt x="497" y="91"/>
                      <a:pt x="499" y="91"/>
                    </a:cubicBezTo>
                    <a:close/>
                    <a:moveTo>
                      <a:pt x="491" y="166"/>
                    </a:moveTo>
                    <a:cubicBezTo>
                      <a:pt x="491" y="167"/>
                      <a:pt x="489" y="169"/>
                      <a:pt x="488" y="169"/>
                    </a:cubicBezTo>
                    <a:cubicBezTo>
                      <a:pt x="488" y="167"/>
                      <a:pt x="490" y="167"/>
                      <a:pt x="491" y="166"/>
                    </a:cubicBezTo>
                    <a:close/>
                    <a:moveTo>
                      <a:pt x="485" y="144"/>
                    </a:moveTo>
                    <a:cubicBezTo>
                      <a:pt x="488" y="143"/>
                      <a:pt x="489" y="145"/>
                      <a:pt x="485" y="144"/>
                    </a:cubicBezTo>
                    <a:close/>
                    <a:moveTo>
                      <a:pt x="486" y="93"/>
                    </a:moveTo>
                    <a:cubicBezTo>
                      <a:pt x="488" y="92"/>
                      <a:pt x="489" y="91"/>
                      <a:pt x="491" y="90"/>
                    </a:cubicBezTo>
                    <a:cubicBezTo>
                      <a:pt x="490" y="92"/>
                      <a:pt x="488" y="92"/>
                      <a:pt x="486" y="93"/>
                    </a:cubicBezTo>
                    <a:close/>
                    <a:moveTo>
                      <a:pt x="491" y="61"/>
                    </a:moveTo>
                    <a:cubicBezTo>
                      <a:pt x="491" y="60"/>
                      <a:pt x="492" y="60"/>
                      <a:pt x="493" y="61"/>
                    </a:cubicBezTo>
                    <a:cubicBezTo>
                      <a:pt x="492" y="61"/>
                      <a:pt x="492" y="61"/>
                      <a:pt x="491" y="61"/>
                    </a:cubicBezTo>
                    <a:close/>
                    <a:moveTo>
                      <a:pt x="490" y="74"/>
                    </a:moveTo>
                    <a:cubicBezTo>
                      <a:pt x="491" y="73"/>
                      <a:pt x="491" y="75"/>
                      <a:pt x="490" y="74"/>
                    </a:cubicBezTo>
                    <a:close/>
                    <a:moveTo>
                      <a:pt x="489" y="67"/>
                    </a:moveTo>
                    <a:cubicBezTo>
                      <a:pt x="488" y="66"/>
                      <a:pt x="490" y="66"/>
                      <a:pt x="490" y="66"/>
                    </a:cubicBezTo>
                    <a:cubicBezTo>
                      <a:pt x="491" y="67"/>
                      <a:pt x="489" y="68"/>
                      <a:pt x="489" y="67"/>
                    </a:cubicBezTo>
                    <a:close/>
                    <a:moveTo>
                      <a:pt x="488" y="60"/>
                    </a:moveTo>
                    <a:cubicBezTo>
                      <a:pt x="488" y="60"/>
                      <a:pt x="489" y="60"/>
                      <a:pt x="489" y="60"/>
                    </a:cubicBezTo>
                    <a:cubicBezTo>
                      <a:pt x="489" y="60"/>
                      <a:pt x="489" y="61"/>
                      <a:pt x="488" y="60"/>
                    </a:cubicBezTo>
                    <a:close/>
                    <a:moveTo>
                      <a:pt x="492" y="82"/>
                    </a:moveTo>
                    <a:cubicBezTo>
                      <a:pt x="492" y="84"/>
                      <a:pt x="487" y="83"/>
                      <a:pt x="487" y="81"/>
                    </a:cubicBezTo>
                    <a:cubicBezTo>
                      <a:pt x="487" y="79"/>
                      <a:pt x="492" y="79"/>
                      <a:pt x="492" y="82"/>
                    </a:cubicBezTo>
                    <a:close/>
                    <a:moveTo>
                      <a:pt x="483" y="73"/>
                    </a:moveTo>
                    <a:cubicBezTo>
                      <a:pt x="482" y="71"/>
                      <a:pt x="487" y="70"/>
                      <a:pt x="487" y="72"/>
                    </a:cubicBezTo>
                    <a:cubicBezTo>
                      <a:pt x="488" y="75"/>
                      <a:pt x="483" y="74"/>
                      <a:pt x="483" y="73"/>
                    </a:cubicBezTo>
                    <a:close/>
                    <a:moveTo>
                      <a:pt x="483" y="60"/>
                    </a:moveTo>
                    <a:cubicBezTo>
                      <a:pt x="483" y="60"/>
                      <a:pt x="483" y="60"/>
                      <a:pt x="483" y="60"/>
                    </a:cubicBezTo>
                    <a:cubicBezTo>
                      <a:pt x="484" y="62"/>
                      <a:pt x="481" y="59"/>
                      <a:pt x="483" y="60"/>
                    </a:cubicBezTo>
                    <a:close/>
                    <a:moveTo>
                      <a:pt x="482" y="62"/>
                    </a:moveTo>
                    <a:cubicBezTo>
                      <a:pt x="483" y="63"/>
                      <a:pt x="481" y="63"/>
                      <a:pt x="481" y="62"/>
                    </a:cubicBezTo>
                    <a:cubicBezTo>
                      <a:pt x="481" y="62"/>
                      <a:pt x="482" y="62"/>
                      <a:pt x="482" y="62"/>
                    </a:cubicBezTo>
                    <a:close/>
                    <a:moveTo>
                      <a:pt x="487" y="184"/>
                    </a:moveTo>
                    <a:cubicBezTo>
                      <a:pt x="487" y="185"/>
                      <a:pt x="485" y="186"/>
                      <a:pt x="484" y="186"/>
                    </a:cubicBezTo>
                    <a:cubicBezTo>
                      <a:pt x="485" y="185"/>
                      <a:pt x="486" y="185"/>
                      <a:pt x="487" y="184"/>
                    </a:cubicBezTo>
                    <a:close/>
                    <a:moveTo>
                      <a:pt x="495" y="174"/>
                    </a:moveTo>
                    <a:cubicBezTo>
                      <a:pt x="495" y="174"/>
                      <a:pt x="495" y="174"/>
                      <a:pt x="495" y="174"/>
                    </a:cubicBezTo>
                    <a:cubicBezTo>
                      <a:pt x="495" y="175"/>
                      <a:pt x="494" y="175"/>
                      <a:pt x="495" y="174"/>
                    </a:cubicBezTo>
                    <a:close/>
                    <a:moveTo>
                      <a:pt x="498" y="141"/>
                    </a:moveTo>
                    <a:cubicBezTo>
                      <a:pt x="499" y="142"/>
                      <a:pt x="497" y="143"/>
                      <a:pt x="497" y="142"/>
                    </a:cubicBezTo>
                    <a:cubicBezTo>
                      <a:pt x="496" y="141"/>
                      <a:pt x="498" y="141"/>
                      <a:pt x="498" y="141"/>
                    </a:cubicBezTo>
                    <a:close/>
                    <a:moveTo>
                      <a:pt x="497" y="131"/>
                    </a:moveTo>
                    <a:cubicBezTo>
                      <a:pt x="497" y="131"/>
                      <a:pt x="498" y="131"/>
                      <a:pt x="498" y="131"/>
                    </a:cubicBezTo>
                    <a:cubicBezTo>
                      <a:pt x="499" y="132"/>
                      <a:pt x="497" y="132"/>
                      <a:pt x="497" y="131"/>
                    </a:cubicBezTo>
                    <a:close/>
                    <a:moveTo>
                      <a:pt x="498" y="128"/>
                    </a:moveTo>
                    <a:cubicBezTo>
                      <a:pt x="499" y="129"/>
                      <a:pt x="500" y="126"/>
                      <a:pt x="501" y="126"/>
                    </a:cubicBezTo>
                    <a:cubicBezTo>
                      <a:pt x="508" y="122"/>
                      <a:pt x="510" y="132"/>
                      <a:pt x="502" y="132"/>
                    </a:cubicBezTo>
                    <a:cubicBezTo>
                      <a:pt x="501" y="132"/>
                      <a:pt x="498" y="131"/>
                      <a:pt x="498" y="128"/>
                    </a:cubicBezTo>
                    <a:close/>
                    <a:moveTo>
                      <a:pt x="502" y="94"/>
                    </a:moveTo>
                    <a:cubicBezTo>
                      <a:pt x="503" y="93"/>
                      <a:pt x="504" y="95"/>
                      <a:pt x="502" y="94"/>
                    </a:cubicBezTo>
                    <a:close/>
                    <a:moveTo>
                      <a:pt x="505" y="67"/>
                    </a:moveTo>
                    <a:cubicBezTo>
                      <a:pt x="505" y="67"/>
                      <a:pt x="505" y="68"/>
                      <a:pt x="504" y="68"/>
                    </a:cubicBezTo>
                    <a:cubicBezTo>
                      <a:pt x="502" y="68"/>
                      <a:pt x="504" y="64"/>
                      <a:pt x="505" y="67"/>
                    </a:cubicBezTo>
                    <a:close/>
                    <a:moveTo>
                      <a:pt x="503" y="121"/>
                    </a:moveTo>
                    <a:cubicBezTo>
                      <a:pt x="504" y="121"/>
                      <a:pt x="502" y="123"/>
                      <a:pt x="501" y="122"/>
                    </a:cubicBezTo>
                    <a:cubicBezTo>
                      <a:pt x="502" y="122"/>
                      <a:pt x="502" y="122"/>
                      <a:pt x="503" y="121"/>
                    </a:cubicBezTo>
                    <a:close/>
                    <a:moveTo>
                      <a:pt x="506" y="123"/>
                    </a:moveTo>
                    <a:cubicBezTo>
                      <a:pt x="507" y="123"/>
                      <a:pt x="505" y="124"/>
                      <a:pt x="505" y="124"/>
                    </a:cubicBezTo>
                    <a:cubicBezTo>
                      <a:pt x="505" y="123"/>
                      <a:pt x="505" y="122"/>
                      <a:pt x="506" y="123"/>
                    </a:cubicBezTo>
                    <a:close/>
                    <a:moveTo>
                      <a:pt x="506" y="142"/>
                    </a:moveTo>
                    <a:cubicBezTo>
                      <a:pt x="507" y="142"/>
                      <a:pt x="505" y="143"/>
                      <a:pt x="505" y="142"/>
                    </a:cubicBezTo>
                    <a:cubicBezTo>
                      <a:pt x="505" y="142"/>
                      <a:pt x="506" y="142"/>
                      <a:pt x="506" y="142"/>
                    </a:cubicBezTo>
                    <a:close/>
                    <a:moveTo>
                      <a:pt x="502" y="137"/>
                    </a:moveTo>
                    <a:cubicBezTo>
                      <a:pt x="503" y="139"/>
                      <a:pt x="499" y="139"/>
                      <a:pt x="499" y="138"/>
                    </a:cubicBezTo>
                    <a:cubicBezTo>
                      <a:pt x="499" y="136"/>
                      <a:pt x="502" y="136"/>
                      <a:pt x="502" y="137"/>
                    </a:cubicBezTo>
                    <a:close/>
                    <a:moveTo>
                      <a:pt x="504" y="199"/>
                    </a:moveTo>
                    <a:cubicBezTo>
                      <a:pt x="504" y="199"/>
                      <a:pt x="503" y="200"/>
                      <a:pt x="503" y="200"/>
                    </a:cubicBezTo>
                    <a:cubicBezTo>
                      <a:pt x="501" y="200"/>
                      <a:pt x="503" y="197"/>
                      <a:pt x="504" y="199"/>
                    </a:cubicBezTo>
                    <a:close/>
                    <a:moveTo>
                      <a:pt x="512" y="113"/>
                    </a:moveTo>
                    <a:cubicBezTo>
                      <a:pt x="512" y="114"/>
                      <a:pt x="509" y="116"/>
                      <a:pt x="507" y="114"/>
                    </a:cubicBezTo>
                    <a:cubicBezTo>
                      <a:pt x="506" y="113"/>
                      <a:pt x="511" y="111"/>
                      <a:pt x="512" y="113"/>
                    </a:cubicBezTo>
                    <a:close/>
                    <a:moveTo>
                      <a:pt x="508" y="101"/>
                    </a:moveTo>
                    <a:cubicBezTo>
                      <a:pt x="508" y="100"/>
                      <a:pt x="509" y="100"/>
                      <a:pt x="510" y="101"/>
                    </a:cubicBezTo>
                    <a:cubicBezTo>
                      <a:pt x="511" y="102"/>
                      <a:pt x="508" y="102"/>
                      <a:pt x="508" y="101"/>
                    </a:cubicBezTo>
                    <a:close/>
                    <a:moveTo>
                      <a:pt x="510" y="102"/>
                    </a:moveTo>
                    <a:cubicBezTo>
                      <a:pt x="511" y="101"/>
                      <a:pt x="512" y="103"/>
                      <a:pt x="510" y="102"/>
                    </a:cubicBezTo>
                    <a:close/>
                    <a:moveTo>
                      <a:pt x="514" y="132"/>
                    </a:moveTo>
                    <a:cubicBezTo>
                      <a:pt x="514" y="132"/>
                      <a:pt x="514" y="133"/>
                      <a:pt x="514" y="134"/>
                    </a:cubicBezTo>
                    <a:cubicBezTo>
                      <a:pt x="512" y="137"/>
                      <a:pt x="512" y="131"/>
                      <a:pt x="514" y="132"/>
                    </a:cubicBezTo>
                    <a:close/>
                    <a:moveTo>
                      <a:pt x="515" y="154"/>
                    </a:moveTo>
                    <a:cubicBezTo>
                      <a:pt x="515" y="154"/>
                      <a:pt x="515" y="153"/>
                      <a:pt x="515" y="153"/>
                    </a:cubicBezTo>
                    <a:cubicBezTo>
                      <a:pt x="516" y="154"/>
                      <a:pt x="515" y="155"/>
                      <a:pt x="515" y="154"/>
                    </a:cubicBezTo>
                    <a:close/>
                    <a:moveTo>
                      <a:pt x="516" y="153"/>
                    </a:moveTo>
                    <a:cubicBezTo>
                      <a:pt x="516" y="151"/>
                      <a:pt x="519" y="152"/>
                      <a:pt x="516" y="153"/>
                    </a:cubicBezTo>
                    <a:close/>
                    <a:moveTo>
                      <a:pt x="513" y="148"/>
                    </a:moveTo>
                    <a:cubicBezTo>
                      <a:pt x="514" y="147"/>
                      <a:pt x="516" y="145"/>
                      <a:pt x="517" y="145"/>
                    </a:cubicBezTo>
                    <a:cubicBezTo>
                      <a:pt x="520" y="143"/>
                      <a:pt x="516" y="149"/>
                      <a:pt x="513" y="148"/>
                    </a:cubicBezTo>
                    <a:close/>
                    <a:moveTo>
                      <a:pt x="515" y="134"/>
                    </a:moveTo>
                    <a:cubicBezTo>
                      <a:pt x="514" y="133"/>
                      <a:pt x="515" y="133"/>
                      <a:pt x="515" y="134"/>
                    </a:cubicBezTo>
                    <a:close/>
                    <a:moveTo>
                      <a:pt x="518" y="86"/>
                    </a:moveTo>
                    <a:cubicBezTo>
                      <a:pt x="517" y="86"/>
                      <a:pt x="519" y="86"/>
                      <a:pt x="519" y="86"/>
                    </a:cubicBezTo>
                    <a:cubicBezTo>
                      <a:pt x="520" y="86"/>
                      <a:pt x="518" y="87"/>
                      <a:pt x="518" y="86"/>
                    </a:cubicBezTo>
                    <a:close/>
                    <a:moveTo>
                      <a:pt x="518" y="88"/>
                    </a:moveTo>
                    <a:cubicBezTo>
                      <a:pt x="519" y="87"/>
                      <a:pt x="520" y="88"/>
                      <a:pt x="518" y="88"/>
                    </a:cubicBezTo>
                    <a:close/>
                    <a:moveTo>
                      <a:pt x="519" y="94"/>
                    </a:moveTo>
                    <a:cubicBezTo>
                      <a:pt x="519" y="96"/>
                      <a:pt x="514" y="96"/>
                      <a:pt x="515" y="93"/>
                    </a:cubicBezTo>
                    <a:cubicBezTo>
                      <a:pt x="515" y="92"/>
                      <a:pt x="519" y="92"/>
                      <a:pt x="519" y="94"/>
                    </a:cubicBezTo>
                    <a:close/>
                    <a:moveTo>
                      <a:pt x="516" y="113"/>
                    </a:moveTo>
                    <a:cubicBezTo>
                      <a:pt x="516" y="112"/>
                      <a:pt x="516" y="112"/>
                      <a:pt x="516" y="112"/>
                    </a:cubicBezTo>
                    <a:cubicBezTo>
                      <a:pt x="518" y="110"/>
                      <a:pt x="517" y="114"/>
                      <a:pt x="516" y="113"/>
                    </a:cubicBezTo>
                    <a:close/>
                    <a:moveTo>
                      <a:pt x="518" y="143"/>
                    </a:moveTo>
                    <a:cubicBezTo>
                      <a:pt x="518" y="143"/>
                      <a:pt x="516" y="144"/>
                      <a:pt x="516" y="144"/>
                    </a:cubicBezTo>
                    <a:cubicBezTo>
                      <a:pt x="516" y="143"/>
                      <a:pt x="517" y="142"/>
                      <a:pt x="518" y="143"/>
                    </a:cubicBezTo>
                    <a:close/>
                    <a:moveTo>
                      <a:pt x="515" y="139"/>
                    </a:moveTo>
                    <a:cubicBezTo>
                      <a:pt x="516" y="140"/>
                      <a:pt x="515" y="140"/>
                      <a:pt x="515" y="140"/>
                    </a:cubicBezTo>
                    <a:cubicBezTo>
                      <a:pt x="515" y="140"/>
                      <a:pt x="515" y="139"/>
                      <a:pt x="515" y="139"/>
                    </a:cubicBezTo>
                    <a:close/>
                    <a:moveTo>
                      <a:pt x="519" y="150"/>
                    </a:moveTo>
                    <a:cubicBezTo>
                      <a:pt x="520" y="150"/>
                      <a:pt x="518" y="151"/>
                      <a:pt x="518" y="151"/>
                    </a:cubicBezTo>
                    <a:cubicBezTo>
                      <a:pt x="517" y="150"/>
                      <a:pt x="519" y="150"/>
                      <a:pt x="519" y="150"/>
                    </a:cubicBezTo>
                    <a:close/>
                    <a:moveTo>
                      <a:pt x="525" y="72"/>
                    </a:moveTo>
                    <a:cubicBezTo>
                      <a:pt x="525" y="72"/>
                      <a:pt x="525" y="72"/>
                      <a:pt x="524" y="72"/>
                    </a:cubicBezTo>
                    <a:cubicBezTo>
                      <a:pt x="524" y="72"/>
                      <a:pt x="525" y="71"/>
                      <a:pt x="525" y="72"/>
                    </a:cubicBezTo>
                    <a:close/>
                    <a:moveTo>
                      <a:pt x="509" y="73"/>
                    </a:moveTo>
                    <a:cubicBezTo>
                      <a:pt x="510" y="72"/>
                      <a:pt x="513" y="74"/>
                      <a:pt x="516" y="74"/>
                    </a:cubicBezTo>
                    <a:cubicBezTo>
                      <a:pt x="517" y="73"/>
                      <a:pt x="522" y="72"/>
                      <a:pt x="523" y="73"/>
                    </a:cubicBezTo>
                    <a:cubicBezTo>
                      <a:pt x="523" y="75"/>
                      <a:pt x="517" y="75"/>
                      <a:pt x="517" y="75"/>
                    </a:cubicBezTo>
                    <a:cubicBezTo>
                      <a:pt x="517" y="76"/>
                      <a:pt x="520" y="79"/>
                      <a:pt x="520" y="79"/>
                    </a:cubicBezTo>
                    <a:cubicBezTo>
                      <a:pt x="522" y="87"/>
                      <a:pt x="509" y="84"/>
                      <a:pt x="506" y="82"/>
                    </a:cubicBezTo>
                    <a:cubicBezTo>
                      <a:pt x="501" y="80"/>
                      <a:pt x="510" y="81"/>
                      <a:pt x="507" y="77"/>
                    </a:cubicBezTo>
                    <a:cubicBezTo>
                      <a:pt x="511" y="79"/>
                      <a:pt x="508" y="74"/>
                      <a:pt x="509" y="73"/>
                    </a:cubicBezTo>
                    <a:close/>
                    <a:moveTo>
                      <a:pt x="509" y="61"/>
                    </a:moveTo>
                    <a:cubicBezTo>
                      <a:pt x="510" y="61"/>
                      <a:pt x="508" y="62"/>
                      <a:pt x="507" y="61"/>
                    </a:cubicBezTo>
                    <a:cubicBezTo>
                      <a:pt x="507" y="61"/>
                      <a:pt x="509" y="60"/>
                      <a:pt x="509" y="61"/>
                    </a:cubicBezTo>
                    <a:close/>
                    <a:moveTo>
                      <a:pt x="511" y="36"/>
                    </a:moveTo>
                    <a:cubicBezTo>
                      <a:pt x="511" y="37"/>
                      <a:pt x="509" y="37"/>
                      <a:pt x="509" y="36"/>
                    </a:cubicBezTo>
                    <a:cubicBezTo>
                      <a:pt x="509" y="35"/>
                      <a:pt x="510" y="35"/>
                      <a:pt x="511" y="36"/>
                    </a:cubicBezTo>
                    <a:close/>
                    <a:moveTo>
                      <a:pt x="509" y="38"/>
                    </a:moveTo>
                    <a:cubicBezTo>
                      <a:pt x="509" y="40"/>
                      <a:pt x="506" y="39"/>
                      <a:pt x="506" y="38"/>
                    </a:cubicBezTo>
                    <a:cubicBezTo>
                      <a:pt x="506" y="37"/>
                      <a:pt x="509" y="36"/>
                      <a:pt x="509" y="38"/>
                    </a:cubicBezTo>
                    <a:close/>
                    <a:moveTo>
                      <a:pt x="509" y="50"/>
                    </a:moveTo>
                    <a:cubicBezTo>
                      <a:pt x="504" y="53"/>
                      <a:pt x="503" y="50"/>
                      <a:pt x="509" y="50"/>
                    </a:cubicBezTo>
                    <a:close/>
                    <a:moveTo>
                      <a:pt x="506" y="53"/>
                    </a:moveTo>
                    <a:cubicBezTo>
                      <a:pt x="505" y="54"/>
                      <a:pt x="504" y="53"/>
                      <a:pt x="504" y="53"/>
                    </a:cubicBezTo>
                    <a:cubicBezTo>
                      <a:pt x="504" y="53"/>
                      <a:pt x="506" y="53"/>
                      <a:pt x="506" y="53"/>
                    </a:cubicBezTo>
                    <a:close/>
                    <a:moveTo>
                      <a:pt x="504" y="64"/>
                    </a:moveTo>
                    <a:cubicBezTo>
                      <a:pt x="503" y="65"/>
                      <a:pt x="502" y="65"/>
                      <a:pt x="501" y="65"/>
                    </a:cubicBezTo>
                    <a:cubicBezTo>
                      <a:pt x="501" y="64"/>
                      <a:pt x="503" y="63"/>
                      <a:pt x="504" y="64"/>
                    </a:cubicBezTo>
                    <a:close/>
                    <a:moveTo>
                      <a:pt x="501" y="64"/>
                    </a:moveTo>
                    <a:cubicBezTo>
                      <a:pt x="501" y="64"/>
                      <a:pt x="500" y="65"/>
                      <a:pt x="500" y="64"/>
                    </a:cubicBezTo>
                    <a:cubicBezTo>
                      <a:pt x="500" y="64"/>
                      <a:pt x="501" y="63"/>
                      <a:pt x="501" y="64"/>
                    </a:cubicBezTo>
                    <a:close/>
                    <a:moveTo>
                      <a:pt x="501" y="123"/>
                    </a:moveTo>
                    <a:cubicBezTo>
                      <a:pt x="501" y="123"/>
                      <a:pt x="501" y="123"/>
                      <a:pt x="501" y="123"/>
                    </a:cubicBezTo>
                    <a:cubicBezTo>
                      <a:pt x="502" y="125"/>
                      <a:pt x="499" y="121"/>
                      <a:pt x="501" y="123"/>
                    </a:cubicBezTo>
                    <a:close/>
                    <a:moveTo>
                      <a:pt x="499" y="65"/>
                    </a:moveTo>
                    <a:cubicBezTo>
                      <a:pt x="501" y="65"/>
                      <a:pt x="497" y="65"/>
                      <a:pt x="499" y="65"/>
                    </a:cubicBezTo>
                    <a:close/>
                    <a:moveTo>
                      <a:pt x="498" y="38"/>
                    </a:moveTo>
                    <a:cubicBezTo>
                      <a:pt x="498" y="38"/>
                      <a:pt x="497" y="39"/>
                      <a:pt x="497" y="38"/>
                    </a:cubicBezTo>
                    <a:cubicBezTo>
                      <a:pt x="497" y="38"/>
                      <a:pt x="497" y="37"/>
                      <a:pt x="498" y="38"/>
                    </a:cubicBezTo>
                    <a:close/>
                    <a:moveTo>
                      <a:pt x="497" y="31"/>
                    </a:moveTo>
                    <a:cubicBezTo>
                      <a:pt x="497" y="32"/>
                      <a:pt x="495" y="32"/>
                      <a:pt x="495" y="31"/>
                    </a:cubicBezTo>
                    <a:cubicBezTo>
                      <a:pt x="495" y="31"/>
                      <a:pt x="496" y="31"/>
                      <a:pt x="497" y="31"/>
                    </a:cubicBezTo>
                    <a:close/>
                    <a:moveTo>
                      <a:pt x="496" y="40"/>
                    </a:moveTo>
                    <a:cubicBezTo>
                      <a:pt x="496" y="41"/>
                      <a:pt x="493" y="42"/>
                      <a:pt x="493" y="41"/>
                    </a:cubicBezTo>
                    <a:cubicBezTo>
                      <a:pt x="492" y="40"/>
                      <a:pt x="495" y="39"/>
                      <a:pt x="496" y="40"/>
                    </a:cubicBezTo>
                    <a:close/>
                    <a:moveTo>
                      <a:pt x="492" y="44"/>
                    </a:moveTo>
                    <a:cubicBezTo>
                      <a:pt x="493" y="43"/>
                      <a:pt x="494" y="45"/>
                      <a:pt x="492" y="44"/>
                    </a:cubicBezTo>
                    <a:close/>
                    <a:moveTo>
                      <a:pt x="488" y="29"/>
                    </a:moveTo>
                    <a:cubicBezTo>
                      <a:pt x="489" y="30"/>
                      <a:pt x="486" y="30"/>
                      <a:pt x="486" y="29"/>
                    </a:cubicBezTo>
                    <a:cubicBezTo>
                      <a:pt x="486" y="28"/>
                      <a:pt x="488" y="28"/>
                      <a:pt x="488" y="29"/>
                    </a:cubicBezTo>
                    <a:close/>
                    <a:moveTo>
                      <a:pt x="487" y="31"/>
                    </a:moveTo>
                    <a:cubicBezTo>
                      <a:pt x="487" y="31"/>
                      <a:pt x="488" y="31"/>
                      <a:pt x="488" y="31"/>
                    </a:cubicBezTo>
                    <a:cubicBezTo>
                      <a:pt x="489" y="32"/>
                      <a:pt x="487" y="32"/>
                      <a:pt x="487" y="31"/>
                    </a:cubicBezTo>
                    <a:close/>
                    <a:moveTo>
                      <a:pt x="488" y="40"/>
                    </a:moveTo>
                    <a:cubicBezTo>
                      <a:pt x="488" y="41"/>
                      <a:pt x="487" y="41"/>
                      <a:pt x="486" y="41"/>
                    </a:cubicBezTo>
                    <a:cubicBezTo>
                      <a:pt x="486" y="40"/>
                      <a:pt x="487" y="40"/>
                      <a:pt x="488" y="40"/>
                    </a:cubicBezTo>
                    <a:close/>
                    <a:moveTo>
                      <a:pt x="484" y="41"/>
                    </a:moveTo>
                    <a:cubicBezTo>
                      <a:pt x="485" y="42"/>
                      <a:pt x="483" y="42"/>
                      <a:pt x="483" y="42"/>
                    </a:cubicBezTo>
                    <a:cubicBezTo>
                      <a:pt x="483" y="41"/>
                      <a:pt x="484" y="41"/>
                      <a:pt x="484" y="41"/>
                    </a:cubicBezTo>
                    <a:close/>
                    <a:moveTo>
                      <a:pt x="483" y="38"/>
                    </a:moveTo>
                    <a:cubicBezTo>
                      <a:pt x="482" y="37"/>
                      <a:pt x="484" y="38"/>
                      <a:pt x="483" y="38"/>
                    </a:cubicBezTo>
                    <a:close/>
                    <a:moveTo>
                      <a:pt x="483" y="51"/>
                    </a:moveTo>
                    <a:cubicBezTo>
                      <a:pt x="485" y="47"/>
                      <a:pt x="492" y="43"/>
                      <a:pt x="496" y="48"/>
                    </a:cubicBezTo>
                    <a:cubicBezTo>
                      <a:pt x="496" y="49"/>
                      <a:pt x="494" y="53"/>
                      <a:pt x="493" y="53"/>
                    </a:cubicBezTo>
                    <a:cubicBezTo>
                      <a:pt x="493" y="53"/>
                      <a:pt x="491" y="53"/>
                      <a:pt x="490" y="53"/>
                    </a:cubicBezTo>
                    <a:cubicBezTo>
                      <a:pt x="490" y="53"/>
                      <a:pt x="490" y="54"/>
                      <a:pt x="489" y="54"/>
                    </a:cubicBezTo>
                    <a:cubicBezTo>
                      <a:pt x="488" y="54"/>
                      <a:pt x="485" y="54"/>
                      <a:pt x="483" y="54"/>
                    </a:cubicBezTo>
                    <a:cubicBezTo>
                      <a:pt x="483" y="54"/>
                      <a:pt x="483" y="54"/>
                      <a:pt x="482" y="54"/>
                    </a:cubicBezTo>
                    <a:cubicBezTo>
                      <a:pt x="482" y="53"/>
                      <a:pt x="483" y="52"/>
                      <a:pt x="483" y="51"/>
                    </a:cubicBezTo>
                    <a:close/>
                    <a:moveTo>
                      <a:pt x="482" y="56"/>
                    </a:moveTo>
                    <a:cubicBezTo>
                      <a:pt x="483" y="57"/>
                      <a:pt x="480" y="57"/>
                      <a:pt x="480" y="57"/>
                    </a:cubicBezTo>
                    <a:cubicBezTo>
                      <a:pt x="479" y="55"/>
                      <a:pt x="482" y="55"/>
                      <a:pt x="482" y="56"/>
                    </a:cubicBezTo>
                    <a:close/>
                    <a:moveTo>
                      <a:pt x="479" y="43"/>
                    </a:moveTo>
                    <a:cubicBezTo>
                      <a:pt x="479" y="45"/>
                      <a:pt x="475" y="45"/>
                      <a:pt x="474" y="44"/>
                    </a:cubicBezTo>
                    <a:cubicBezTo>
                      <a:pt x="474" y="43"/>
                      <a:pt x="478" y="42"/>
                      <a:pt x="479" y="43"/>
                    </a:cubicBezTo>
                    <a:close/>
                    <a:moveTo>
                      <a:pt x="473" y="28"/>
                    </a:moveTo>
                    <a:cubicBezTo>
                      <a:pt x="472" y="28"/>
                      <a:pt x="474" y="28"/>
                      <a:pt x="473" y="28"/>
                    </a:cubicBezTo>
                    <a:close/>
                    <a:moveTo>
                      <a:pt x="471" y="33"/>
                    </a:moveTo>
                    <a:cubicBezTo>
                      <a:pt x="471" y="34"/>
                      <a:pt x="470" y="34"/>
                      <a:pt x="469" y="34"/>
                    </a:cubicBezTo>
                    <a:cubicBezTo>
                      <a:pt x="469" y="33"/>
                      <a:pt x="471" y="32"/>
                      <a:pt x="471" y="33"/>
                    </a:cubicBezTo>
                    <a:close/>
                    <a:moveTo>
                      <a:pt x="467" y="32"/>
                    </a:moveTo>
                    <a:cubicBezTo>
                      <a:pt x="469" y="31"/>
                      <a:pt x="470" y="33"/>
                      <a:pt x="467" y="32"/>
                    </a:cubicBezTo>
                    <a:close/>
                    <a:moveTo>
                      <a:pt x="467" y="46"/>
                    </a:moveTo>
                    <a:cubicBezTo>
                      <a:pt x="468" y="44"/>
                      <a:pt x="469" y="47"/>
                      <a:pt x="467" y="46"/>
                    </a:cubicBezTo>
                    <a:close/>
                    <a:moveTo>
                      <a:pt x="467" y="52"/>
                    </a:moveTo>
                    <a:cubicBezTo>
                      <a:pt x="466" y="52"/>
                      <a:pt x="468" y="53"/>
                      <a:pt x="467" y="52"/>
                    </a:cubicBezTo>
                    <a:close/>
                    <a:moveTo>
                      <a:pt x="467" y="30"/>
                    </a:moveTo>
                    <a:cubicBezTo>
                      <a:pt x="467" y="30"/>
                      <a:pt x="468" y="31"/>
                      <a:pt x="467" y="31"/>
                    </a:cubicBezTo>
                    <a:cubicBezTo>
                      <a:pt x="465" y="31"/>
                      <a:pt x="467" y="28"/>
                      <a:pt x="467" y="30"/>
                    </a:cubicBezTo>
                    <a:close/>
                    <a:moveTo>
                      <a:pt x="468" y="38"/>
                    </a:moveTo>
                    <a:cubicBezTo>
                      <a:pt x="468" y="39"/>
                      <a:pt x="466" y="40"/>
                      <a:pt x="465" y="39"/>
                    </a:cubicBezTo>
                    <a:cubicBezTo>
                      <a:pt x="465" y="38"/>
                      <a:pt x="467" y="37"/>
                      <a:pt x="468" y="38"/>
                    </a:cubicBezTo>
                    <a:close/>
                    <a:moveTo>
                      <a:pt x="464" y="49"/>
                    </a:moveTo>
                    <a:cubicBezTo>
                      <a:pt x="463" y="50"/>
                      <a:pt x="462" y="48"/>
                      <a:pt x="462" y="49"/>
                    </a:cubicBezTo>
                    <a:cubicBezTo>
                      <a:pt x="460" y="46"/>
                      <a:pt x="468" y="49"/>
                      <a:pt x="464" y="49"/>
                    </a:cubicBezTo>
                    <a:close/>
                    <a:moveTo>
                      <a:pt x="463" y="51"/>
                    </a:moveTo>
                    <a:cubicBezTo>
                      <a:pt x="463" y="51"/>
                      <a:pt x="464" y="51"/>
                      <a:pt x="464" y="51"/>
                    </a:cubicBezTo>
                    <a:cubicBezTo>
                      <a:pt x="465" y="52"/>
                      <a:pt x="464" y="51"/>
                      <a:pt x="463" y="51"/>
                    </a:cubicBezTo>
                    <a:close/>
                    <a:moveTo>
                      <a:pt x="447" y="79"/>
                    </a:moveTo>
                    <a:cubicBezTo>
                      <a:pt x="448" y="79"/>
                      <a:pt x="446" y="80"/>
                      <a:pt x="446" y="80"/>
                    </a:cubicBezTo>
                    <a:cubicBezTo>
                      <a:pt x="446" y="79"/>
                      <a:pt x="446" y="79"/>
                      <a:pt x="447" y="79"/>
                    </a:cubicBezTo>
                    <a:close/>
                    <a:moveTo>
                      <a:pt x="446" y="189"/>
                    </a:moveTo>
                    <a:cubicBezTo>
                      <a:pt x="446" y="188"/>
                      <a:pt x="448" y="188"/>
                      <a:pt x="448" y="189"/>
                    </a:cubicBezTo>
                    <a:cubicBezTo>
                      <a:pt x="448" y="190"/>
                      <a:pt x="446" y="190"/>
                      <a:pt x="446" y="189"/>
                    </a:cubicBezTo>
                    <a:close/>
                    <a:moveTo>
                      <a:pt x="449" y="610"/>
                    </a:moveTo>
                    <a:cubicBezTo>
                      <a:pt x="448" y="610"/>
                      <a:pt x="447" y="610"/>
                      <a:pt x="446" y="610"/>
                    </a:cubicBezTo>
                    <a:cubicBezTo>
                      <a:pt x="447" y="609"/>
                      <a:pt x="448" y="609"/>
                      <a:pt x="449" y="610"/>
                    </a:cubicBezTo>
                    <a:close/>
                    <a:moveTo>
                      <a:pt x="447" y="145"/>
                    </a:moveTo>
                    <a:cubicBezTo>
                      <a:pt x="446" y="146"/>
                      <a:pt x="445" y="145"/>
                      <a:pt x="447" y="145"/>
                    </a:cubicBezTo>
                    <a:close/>
                    <a:moveTo>
                      <a:pt x="447" y="126"/>
                    </a:moveTo>
                    <a:cubicBezTo>
                      <a:pt x="447" y="126"/>
                      <a:pt x="446" y="127"/>
                      <a:pt x="446" y="127"/>
                    </a:cubicBezTo>
                    <a:cubicBezTo>
                      <a:pt x="446" y="127"/>
                      <a:pt x="446" y="126"/>
                      <a:pt x="447" y="126"/>
                    </a:cubicBezTo>
                    <a:close/>
                    <a:moveTo>
                      <a:pt x="446" y="180"/>
                    </a:moveTo>
                    <a:cubicBezTo>
                      <a:pt x="446" y="184"/>
                      <a:pt x="439" y="183"/>
                      <a:pt x="438" y="180"/>
                    </a:cubicBezTo>
                    <a:cubicBezTo>
                      <a:pt x="438" y="178"/>
                      <a:pt x="446" y="176"/>
                      <a:pt x="446" y="180"/>
                    </a:cubicBezTo>
                    <a:close/>
                    <a:moveTo>
                      <a:pt x="441" y="175"/>
                    </a:moveTo>
                    <a:cubicBezTo>
                      <a:pt x="441" y="173"/>
                      <a:pt x="444" y="173"/>
                      <a:pt x="444" y="174"/>
                    </a:cubicBezTo>
                    <a:cubicBezTo>
                      <a:pt x="445" y="176"/>
                      <a:pt x="442" y="176"/>
                      <a:pt x="441" y="175"/>
                    </a:cubicBezTo>
                    <a:close/>
                    <a:moveTo>
                      <a:pt x="446" y="135"/>
                    </a:moveTo>
                    <a:cubicBezTo>
                      <a:pt x="444" y="136"/>
                      <a:pt x="441" y="137"/>
                      <a:pt x="440" y="136"/>
                    </a:cubicBezTo>
                    <a:cubicBezTo>
                      <a:pt x="442" y="136"/>
                      <a:pt x="444" y="134"/>
                      <a:pt x="446" y="135"/>
                    </a:cubicBezTo>
                    <a:close/>
                    <a:moveTo>
                      <a:pt x="443" y="79"/>
                    </a:moveTo>
                    <a:cubicBezTo>
                      <a:pt x="444" y="78"/>
                      <a:pt x="445" y="80"/>
                      <a:pt x="443" y="79"/>
                    </a:cubicBezTo>
                    <a:close/>
                    <a:moveTo>
                      <a:pt x="443" y="79"/>
                    </a:moveTo>
                    <a:cubicBezTo>
                      <a:pt x="442" y="80"/>
                      <a:pt x="440" y="81"/>
                      <a:pt x="439" y="81"/>
                    </a:cubicBezTo>
                    <a:cubicBezTo>
                      <a:pt x="439" y="79"/>
                      <a:pt x="441" y="80"/>
                      <a:pt x="443" y="79"/>
                    </a:cubicBezTo>
                    <a:close/>
                    <a:moveTo>
                      <a:pt x="438" y="137"/>
                    </a:moveTo>
                    <a:cubicBezTo>
                      <a:pt x="439" y="137"/>
                      <a:pt x="437" y="138"/>
                      <a:pt x="437" y="138"/>
                    </a:cubicBezTo>
                    <a:cubicBezTo>
                      <a:pt x="437" y="138"/>
                      <a:pt x="438" y="137"/>
                      <a:pt x="438" y="137"/>
                    </a:cubicBezTo>
                    <a:close/>
                    <a:moveTo>
                      <a:pt x="437" y="228"/>
                    </a:moveTo>
                    <a:cubicBezTo>
                      <a:pt x="436" y="229"/>
                      <a:pt x="433" y="230"/>
                      <a:pt x="432" y="232"/>
                    </a:cubicBezTo>
                    <a:cubicBezTo>
                      <a:pt x="433" y="230"/>
                      <a:pt x="435" y="229"/>
                      <a:pt x="437" y="228"/>
                    </a:cubicBezTo>
                    <a:close/>
                    <a:moveTo>
                      <a:pt x="431" y="647"/>
                    </a:moveTo>
                    <a:cubicBezTo>
                      <a:pt x="432" y="648"/>
                      <a:pt x="430" y="646"/>
                      <a:pt x="431" y="647"/>
                    </a:cubicBezTo>
                    <a:close/>
                    <a:moveTo>
                      <a:pt x="430" y="190"/>
                    </a:moveTo>
                    <a:cubicBezTo>
                      <a:pt x="430" y="190"/>
                      <a:pt x="430" y="190"/>
                      <a:pt x="430" y="190"/>
                    </a:cubicBezTo>
                    <a:cubicBezTo>
                      <a:pt x="430" y="190"/>
                      <a:pt x="430" y="190"/>
                      <a:pt x="430" y="190"/>
                    </a:cubicBezTo>
                    <a:cubicBezTo>
                      <a:pt x="430" y="190"/>
                      <a:pt x="430" y="190"/>
                      <a:pt x="430" y="190"/>
                    </a:cubicBezTo>
                    <a:close/>
                    <a:moveTo>
                      <a:pt x="430" y="233"/>
                    </a:moveTo>
                    <a:cubicBezTo>
                      <a:pt x="428" y="236"/>
                      <a:pt x="427" y="233"/>
                      <a:pt x="430" y="233"/>
                    </a:cubicBezTo>
                    <a:close/>
                    <a:moveTo>
                      <a:pt x="430" y="647"/>
                    </a:moveTo>
                    <a:cubicBezTo>
                      <a:pt x="430" y="648"/>
                      <a:pt x="428" y="648"/>
                      <a:pt x="428" y="648"/>
                    </a:cubicBezTo>
                    <a:cubicBezTo>
                      <a:pt x="428" y="647"/>
                      <a:pt x="429" y="647"/>
                      <a:pt x="430" y="647"/>
                    </a:cubicBezTo>
                    <a:close/>
                    <a:moveTo>
                      <a:pt x="427" y="105"/>
                    </a:moveTo>
                    <a:cubicBezTo>
                      <a:pt x="426" y="104"/>
                      <a:pt x="428" y="106"/>
                      <a:pt x="427" y="105"/>
                    </a:cubicBezTo>
                    <a:close/>
                    <a:moveTo>
                      <a:pt x="426" y="572"/>
                    </a:moveTo>
                    <a:cubicBezTo>
                      <a:pt x="427" y="571"/>
                      <a:pt x="427" y="574"/>
                      <a:pt x="426" y="573"/>
                    </a:cubicBezTo>
                    <a:cubicBezTo>
                      <a:pt x="426" y="573"/>
                      <a:pt x="426" y="572"/>
                      <a:pt x="426" y="572"/>
                    </a:cubicBezTo>
                    <a:close/>
                    <a:moveTo>
                      <a:pt x="424" y="210"/>
                    </a:moveTo>
                    <a:cubicBezTo>
                      <a:pt x="425" y="209"/>
                      <a:pt x="426" y="211"/>
                      <a:pt x="424" y="210"/>
                    </a:cubicBezTo>
                    <a:close/>
                    <a:moveTo>
                      <a:pt x="422" y="80"/>
                    </a:moveTo>
                    <a:cubicBezTo>
                      <a:pt x="423" y="81"/>
                      <a:pt x="421" y="81"/>
                      <a:pt x="420" y="81"/>
                    </a:cubicBezTo>
                    <a:cubicBezTo>
                      <a:pt x="420" y="80"/>
                      <a:pt x="422" y="80"/>
                      <a:pt x="422" y="80"/>
                    </a:cubicBezTo>
                    <a:close/>
                    <a:moveTo>
                      <a:pt x="423" y="85"/>
                    </a:moveTo>
                    <a:cubicBezTo>
                      <a:pt x="423" y="85"/>
                      <a:pt x="420" y="86"/>
                      <a:pt x="420" y="85"/>
                    </a:cubicBezTo>
                    <a:cubicBezTo>
                      <a:pt x="419" y="85"/>
                      <a:pt x="424" y="83"/>
                      <a:pt x="423" y="85"/>
                    </a:cubicBezTo>
                    <a:close/>
                    <a:moveTo>
                      <a:pt x="421" y="667"/>
                    </a:moveTo>
                    <a:cubicBezTo>
                      <a:pt x="423" y="666"/>
                      <a:pt x="422" y="668"/>
                      <a:pt x="421" y="667"/>
                    </a:cubicBezTo>
                    <a:close/>
                    <a:moveTo>
                      <a:pt x="419" y="54"/>
                    </a:moveTo>
                    <a:cubicBezTo>
                      <a:pt x="420" y="54"/>
                      <a:pt x="419" y="55"/>
                      <a:pt x="419" y="55"/>
                    </a:cubicBezTo>
                    <a:cubicBezTo>
                      <a:pt x="418" y="55"/>
                      <a:pt x="418" y="54"/>
                      <a:pt x="419" y="54"/>
                    </a:cubicBezTo>
                    <a:close/>
                    <a:moveTo>
                      <a:pt x="419" y="61"/>
                    </a:moveTo>
                    <a:cubicBezTo>
                      <a:pt x="419" y="61"/>
                      <a:pt x="417" y="61"/>
                      <a:pt x="417" y="60"/>
                    </a:cubicBezTo>
                    <a:cubicBezTo>
                      <a:pt x="417" y="60"/>
                      <a:pt x="418" y="60"/>
                      <a:pt x="419" y="61"/>
                    </a:cubicBezTo>
                    <a:close/>
                    <a:moveTo>
                      <a:pt x="411" y="63"/>
                    </a:moveTo>
                    <a:cubicBezTo>
                      <a:pt x="411" y="63"/>
                      <a:pt x="410" y="64"/>
                      <a:pt x="410" y="63"/>
                    </a:cubicBezTo>
                    <a:cubicBezTo>
                      <a:pt x="409" y="63"/>
                      <a:pt x="411" y="62"/>
                      <a:pt x="411" y="63"/>
                    </a:cubicBezTo>
                    <a:close/>
                    <a:moveTo>
                      <a:pt x="408" y="93"/>
                    </a:moveTo>
                    <a:cubicBezTo>
                      <a:pt x="408" y="94"/>
                      <a:pt x="407" y="94"/>
                      <a:pt x="407" y="94"/>
                    </a:cubicBezTo>
                    <a:cubicBezTo>
                      <a:pt x="406" y="93"/>
                      <a:pt x="408" y="93"/>
                      <a:pt x="408" y="93"/>
                    </a:cubicBezTo>
                    <a:close/>
                    <a:moveTo>
                      <a:pt x="406" y="125"/>
                    </a:moveTo>
                    <a:cubicBezTo>
                      <a:pt x="406" y="126"/>
                      <a:pt x="404" y="125"/>
                      <a:pt x="406" y="125"/>
                    </a:cubicBezTo>
                    <a:close/>
                    <a:moveTo>
                      <a:pt x="405" y="97"/>
                    </a:moveTo>
                    <a:cubicBezTo>
                      <a:pt x="404" y="97"/>
                      <a:pt x="404" y="97"/>
                      <a:pt x="404" y="96"/>
                    </a:cubicBezTo>
                    <a:cubicBezTo>
                      <a:pt x="403" y="95"/>
                      <a:pt x="406" y="97"/>
                      <a:pt x="405" y="97"/>
                    </a:cubicBezTo>
                    <a:close/>
                    <a:moveTo>
                      <a:pt x="408" y="154"/>
                    </a:moveTo>
                    <a:cubicBezTo>
                      <a:pt x="406" y="156"/>
                      <a:pt x="402" y="158"/>
                      <a:pt x="399" y="158"/>
                    </a:cubicBezTo>
                    <a:cubicBezTo>
                      <a:pt x="402" y="157"/>
                      <a:pt x="405" y="156"/>
                      <a:pt x="408" y="154"/>
                    </a:cubicBezTo>
                    <a:close/>
                    <a:moveTo>
                      <a:pt x="399" y="122"/>
                    </a:moveTo>
                    <a:cubicBezTo>
                      <a:pt x="399" y="122"/>
                      <a:pt x="400" y="121"/>
                      <a:pt x="400" y="122"/>
                    </a:cubicBezTo>
                    <a:cubicBezTo>
                      <a:pt x="400" y="122"/>
                      <a:pt x="400" y="123"/>
                      <a:pt x="399" y="122"/>
                    </a:cubicBezTo>
                    <a:close/>
                    <a:moveTo>
                      <a:pt x="401" y="71"/>
                    </a:moveTo>
                    <a:cubicBezTo>
                      <a:pt x="402" y="72"/>
                      <a:pt x="400" y="73"/>
                      <a:pt x="399" y="72"/>
                    </a:cubicBezTo>
                    <a:cubicBezTo>
                      <a:pt x="399" y="71"/>
                      <a:pt x="401" y="70"/>
                      <a:pt x="401" y="71"/>
                    </a:cubicBezTo>
                    <a:close/>
                    <a:moveTo>
                      <a:pt x="399" y="97"/>
                    </a:moveTo>
                    <a:cubicBezTo>
                      <a:pt x="399" y="97"/>
                      <a:pt x="398" y="98"/>
                      <a:pt x="397" y="97"/>
                    </a:cubicBezTo>
                    <a:cubicBezTo>
                      <a:pt x="398" y="97"/>
                      <a:pt x="398" y="97"/>
                      <a:pt x="399" y="97"/>
                    </a:cubicBezTo>
                    <a:close/>
                    <a:moveTo>
                      <a:pt x="398" y="160"/>
                    </a:moveTo>
                    <a:cubicBezTo>
                      <a:pt x="398" y="160"/>
                      <a:pt x="398" y="159"/>
                      <a:pt x="399" y="159"/>
                    </a:cubicBezTo>
                    <a:cubicBezTo>
                      <a:pt x="399" y="159"/>
                      <a:pt x="398" y="160"/>
                      <a:pt x="398" y="160"/>
                    </a:cubicBezTo>
                    <a:close/>
                    <a:moveTo>
                      <a:pt x="398" y="169"/>
                    </a:moveTo>
                    <a:cubicBezTo>
                      <a:pt x="399" y="170"/>
                      <a:pt x="397" y="171"/>
                      <a:pt x="397" y="170"/>
                    </a:cubicBezTo>
                    <a:cubicBezTo>
                      <a:pt x="397" y="169"/>
                      <a:pt x="398" y="169"/>
                      <a:pt x="398" y="169"/>
                    </a:cubicBezTo>
                    <a:close/>
                    <a:moveTo>
                      <a:pt x="397" y="159"/>
                    </a:moveTo>
                    <a:cubicBezTo>
                      <a:pt x="397" y="160"/>
                      <a:pt x="395" y="162"/>
                      <a:pt x="395" y="161"/>
                    </a:cubicBezTo>
                    <a:cubicBezTo>
                      <a:pt x="395" y="160"/>
                      <a:pt x="397" y="160"/>
                      <a:pt x="397" y="159"/>
                    </a:cubicBezTo>
                    <a:close/>
                    <a:moveTo>
                      <a:pt x="395" y="78"/>
                    </a:moveTo>
                    <a:cubicBezTo>
                      <a:pt x="395" y="78"/>
                      <a:pt x="394" y="78"/>
                      <a:pt x="394" y="78"/>
                    </a:cubicBezTo>
                    <a:cubicBezTo>
                      <a:pt x="393" y="78"/>
                      <a:pt x="395" y="78"/>
                      <a:pt x="395" y="78"/>
                    </a:cubicBezTo>
                    <a:close/>
                    <a:moveTo>
                      <a:pt x="392" y="104"/>
                    </a:moveTo>
                    <a:cubicBezTo>
                      <a:pt x="393" y="106"/>
                      <a:pt x="390" y="105"/>
                      <a:pt x="390" y="104"/>
                    </a:cubicBezTo>
                    <a:cubicBezTo>
                      <a:pt x="390" y="102"/>
                      <a:pt x="392" y="103"/>
                      <a:pt x="392" y="104"/>
                    </a:cubicBezTo>
                    <a:close/>
                    <a:moveTo>
                      <a:pt x="388" y="79"/>
                    </a:moveTo>
                    <a:cubicBezTo>
                      <a:pt x="387" y="80"/>
                      <a:pt x="386" y="79"/>
                      <a:pt x="385" y="80"/>
                    </a:cubicBezTo>
                    <a:cubicBezTo>
                      <a:pt x="385" y="79"/>
                      <a:pt x="387" y="79"/>
                      <a:pt x="388" y="79"/>
                    </a:cubicBezTo>
                    <a:close/>
                    <a:moveTo>
                      <a:pt x="385" y="112"/>
                    </a:moveTo>
                    <a:cubicBezTo>
                      <a:pt x="385" y="112"/>
                      <a:pt x="387" y="111"/>
                      <a:pt x="387" y="112"/>
                    </a:cubicBezTo>
                    <a:cubicBezTo>
                      <a:pt x="388" y="114"/>
                      <a:pt x="384" y="114"/>
                      <a:pt x="385" y="112"/>
                    </a:cubicBezTo>
                    <a:close/>
                    <a:moveTo>
                      <a:pt x="382" y="113"/>
                    </a:moveTo>
                    <a:cubicBezTo>
                      <a:pt x="384" y="111"/>
                      <a:pt x="385" y="114"/>
                      <a:pt x="382" y="113"/>
                    </a:cubicBezTo>
                    <a:close/>
                    <a:moveTo>
                      <a:pt x="379" y="110"/>
                    </a:moveTo>
                    <a:cubicBezTo>
                      <a:pt x="380" y="111"/>
                      <a:pt x="376" y="111"/>
                      <a:pt x="376" y="110"/>
                    </a:cubicBezTo>
                    <a:cubicBezTo>
                      <a:pt x="375" y="109"/>
                      <a:pt x="378" y="108"/>
                      <a:pt x="379" y="110"/>
                    </a:cubicBezTo>
                    <a:close/>
                    <a:moveTo>
                      <a:pt x="379" y="80"/>
                    </a:moveTo>
                    <a:cubicBezTo>
                      <a:pt x="379" y="80"/>
                      <a:pt x="377" y="81"/>
                      <a:pt x="377" y="81"/>
                    </a:cubicBezTo>
                    <a:cubicBezTo>
                      <a:pt x="377" y="80"/>
                      <a:pt x="378" y="80"/>
                      <a:pt x="379" y="80"/>
                    </a:cubicBezTo>
                    <a:close/>
                    <a:moveTo>
                      <a:pt x="376" y="81"/>
                    </a:moveTo>
                    <a:cubicBezTo>
                      <a:pt x="375" y="81"/>
                      <a:pt x="374" y="81"/>
                      <a:pt x="374" y="81"/>
                    </a:cubicBezTo>
                    <a:cubicBezTo>
                      <a:pt x="373" y="81"/>
                      <a:pt x="375" y="81"/>
                      <a:pt x="376" y="81"/>
                    </a:cubicBezTo>
                    <a:close/>
                    <a:moveTo>
                      <a:pt x="372" y="76"/>
                    </a:moveTo>
                    <a:cubicBezTo>
                      <a:pt x="372" y="76"/>
                      <a:pt x="372" y="76"/>
                      <a:pt x="372" y="76"/>
                    </a:cubicBezTo>
                    <a:cubicBezTo>
                      <a:pt x="372" y="76"/>
                      <a:pt x="371" y="76"/>
                      <a:pt x="371" y="76"/>
                    </a:cubicBezTo>
                    <a:cubicBezTo>
                      <a:pt x="371" y="76"/>
                      <a:pt x="371" y="76"/>
                      <a:pt x="372" y="76"/>
                    </a:cubicBezTo>
                    <a:close/>
                    <a:moveTo>
                      <a:pt x="363" y="95"/>
                    </a:moveTo>
                    <a:cubicBezTo>
                      <a:pt x="362" y="96"/>
                      <a:pt x="361" y="94"/>
                      <a:pt x="363" y="95"/>
                    </a:cubicBezTo>
                    <a:close/>
                    <a:moveTo>
                      <a:pt x="362" y="110"/>
                    </a:moveTo>
                    <a:cubicBezTo>
                      <a:pt x="362" y="112"/>
                      <a:pt x="358" y="112"/>
                      <a:pt x="357" y="111"/>
                    </a:cubicBezTo>
                    <a:cubicBezTo>
                      <a:pt x="357" y="111"/>
                      <a:pt x="357" y="111"/>
                      <a:pt x="356" y="110"/>
                    </a:cubicBezTo>
                    <a:cubicBezTo>
                      <a:pt x="357" y="111"/>
                      <a:pt x="355" y="112"/>
                      <a:pt x="355" y="111"/>
                    </a:cubicBezTo>
                    <a:cubicBezTo>
                      <a:pt x="354" y="110"/>
                      <a:pt x="363" y="106"/>
                      <a:pt x="362" y="110"/>
                    </a:cubicBezTo>
                    <a:close/>
                    <a:moveTo>
                      <a:pt x="357" y="127"/>
                    </a:moveTo>
                    <a:cubicBezTo>
                      <a:pt x="362" y="124"/>
                      <a:pt x="368" y="124"/>
                      <a:pt x="374" y="121"/>
                    </a:cubicBezTo>
                    <a:cubicBezTo>
                      <a:pt x="379" y="119"/>
                      <a:pt x="384" y="116"/>
                      <a:pt x="389" y="116"/>
                    </a:cubicBezTo>
                    <a:cubicBezTo>
                      <a:pt x="389" y="116"/>
                      <a:pt x="390" y="117"/>
                      <a:pt x="390" y="117"/>
                    </a:cubicBezTo>
                    <a:cubicBezTo>
                      <a:pt x="390" y="118"/>
                      <a:pt x="381" y="121"/>
                      <a:pt x="378" y="122"/>
                    </a:cubicBezTo>
                    <a:cubicBezTo>
                      <a:pt x="373" y="123"/>
                      <a:pt x="369" y="124"/>
                      <a:pt x="364" y="125"/>
                    </a:cubicBezTo>
                    <a:cubicBezTo>
                      <a:pt x="363" y="126"/>
                      <a:pt x="357" y="129"/>
                      <a:pt x="355" y="129"/>
                    </a:cubicBezTo>
                    <a:cubicBezTo>
                      <a:pt x="352" y="129"/>
                      <a:pt x="356" y="127"/>
                      <a:pt x="357" y="127"/>
                    </a:cubicBezTo>
                    <a:close/>
                    <a:moveTo>
                      <a:pt x="357" y="587"/>
                    </a:moveTo>
                    <a:cubicBezTo>
                      <a:pt x="365" y="583"/>
                      <a:pt x="375" y="580"/>
                      <a:pt x="384" y="576"/>
                    </a:cubicBezTo>
                    <a:cubicBezTo>
                      <a:pt x="385" y="576"/>
                      <a:pt x="387" y="575"/>
                      <a:pt x="387" y="576"/>
                    </a:cubicBezTo>
                    <a:cubicBezTo>
                      <a:pt x="388" y="577"/>
                      <a:pt x="384" y="578"/>
                      <a:pt x="386" y="577"/>
                    </a:cubicBezTo>
                    <a:cubicBezTo>
                      <a:pt x="377" y="581"/>
                      <a:pt x="366" y="585"/>
                      <a:pt x="357" y="587"/>
                    </a:cubicBezTo>
                    <a:close/>
                    <a:moveTo>
                      <a:pt x="376" y="609"/>
                    </a:moveTo>
                    <a:cubicBezTo>
                      <a:pt x="376" y="610"/>
                      <a:pt x="374" y="610"/>
                      <a:pt x="374" y="610"/>
                    </a:cubicBezTo>
                    <a:cubicBezTo>
                      <a:pt x="373" y="609"/>
                      <a:pt x="376" y="608"/>
                      <a:pt x="376" y="609"/>
                    </a:cubicBezTo>
                    <a:close/>
                    <a:moveTo>
                      <a:pt x="374" y="600"/>
                    </a:moveTo>
                    <a:cubicBezTo>
                      <a:pt x="373" y="599"/>
                      <a:pt x="375" y="599"/>
                      <a:pt x="375" y="600"/>
                    </a:cubicBezTo>
                    <a:cubicBezTo>
                      <a:pt x="375" y="601"/>
                      <a:pt x="374" y="600"/>
                      <a:pt x="374" y="600"/>
                    </a:cubicBezTo>
                    <a:close/>
                    <a:moveTo>
                      <a:pt x="372" y="610"/>
                    </a:moveTo>
                    <a:cubicBezTo>
                      <a:pt x="371" y="610"/>
                      <a:pt x="373" y="609"/>
                      <a:pt x="373" y="610"/>
                    </a:cubicBezTo>
                    <a:cubicBezTo>
                      <a:pt x="373" y="610"/>
                      <a:pt x="373" y="611"/>
                      <a:pt x="372" y="610"/>
                    </a:cubicBezTo>
                    <a:close/>
                    <a:moveTo>
                      <a:pt x="364" y="137"/>
                    </a:moveTo>
                    <a:cubicBezTo>
                      <a:pt x="364" y="138"/>
                      <a:pt x="364" y="137"/>
                      <a:pt x="363" y="138"/>
                    </a:cubicBezTo>
                    <a:cubicBezTo>
                      <a:pt x="363" y="137"/>
                      <a:pt x="364" y="137"/>
                      <a:pt x="364" y="137"/>
                    </a:cubicBezTo>
                    <a:close/>
                    <a:moveTo>
                      <a:pt x="376" y="167"/>
                    </a:moveTo>
                    <a:cubicBezTo>
                      <a:pt x="377" y="168"/>
                      <a:pt x="373" y="170"/>
                      <a:pt x="371" y="170"/>
                    </a:cubicBezTo>
                    <a:cubicBezTo>
                      <a:pt x="371" y="170"/>
                      <a:pt x="368" y="169"/>
                      <a:pt x="367" y="169"/>
                    </a:cubicBezTo>
                    <a:cubicBezTo>
                      <a:pt x="367" y="168"/>
                      <a:pt x="371" y="165"/>
                      <a:pt x="373" y="168"/>
                    </a:cubicBezTo>
                    <a:cubicBezTo>
                      <a:pt x="373" y="168"/>
                      <a:pt x="373" y="169"/>
                      <a:pt x="373" y="169"/>
                    </a:cubicBezTo>
                    <a:cubicBezTo>
                      <a:pt x="374" y="169"/>
                      <a:pt x="375" y="168"/>
                      <a:pt x="376" y="167"/>
                    </a:cubicBezTo>
                    <a:close/>
                    <a:moveTo>
                      <a:pt x="369" y="576"/>
                    </a:moveTo>
                    <a:cubicBezTo>
                      <a:pt x="369" y="574"/>
                      <a:pt x="371" y="574"/>
                      <a:pt x="369" y="576"/>
                    </a:cubicBezTo>
                    <a:close/>
                    <a:moveTo>
                      <a:pt x="368" y="211"/>
                    </a:moveTo>
                    <a:cubicBezTo>
                      <a:pt x="367" y="211"/>
                      <a:pt x="368" y="209"/>
                      <a:pt x="369" y="210"/>
                    </a:cubicBezTo>
                    <a:cubicBezTo>
                      <a:pt x="369" y="210"/>
                      <a:pt x="368" y="211"/>
                      <a:pt x="368" y="211"/>
                    </a:cubicBezTo>
                    <a:close/>
                    <a:moveTo>
                      <a:pt x="368" y="576"/>
                    </a:moveTo>
                    <a:cubicBezTo>
                      <a:pt x="370" y="575"/>
                      <a:pt x="366" y="578"/>
                      <a:pt x="368" y="576"/>
                    </a:cubicBezTo>
                    <a:close/>
                    <a:moveTo>
                      <a:pt x="379" y="184"/>
                    </a:moveTo>
                    <a:cubicBezTo>
                      <a:pt x="379" y="183"/>
                      <a:pt x="380" y="182"/>
                      <a:pt x="380" y="183"/>
                    </a:cubicBezTo>
                    <a:cubicBezTo>
                      <a:pt x="380" y="184"/>
                      <a:pt x="379" y="184"/>
                      <a:pt x="379" y="184"/>
                    </a:cubicBezTo>
                    <a:close/>
                    <a:moveTo>
                      <a:pt x="356" y="609"/>
                    </a:moveTo>
                    <a:cubicBezTo>
                      <a:pt x="355" y="611"/>
                      <a:pt x="353" y="609"/>
                      <a:pt x="356" y="609"/>
                    </a:cubicBezTo>
                    <a:close/>
                    <a:moveTo>
                      <a:pt x="354" y="556"/>
                    </a:moveTo>
                    <a:cubicBezTo>
                      <a:pt x="353" y="557"/>
                      <a:pt x="352" y="555"/>
                      <a:pt x="354" y="556"/>
                    </a:cubicBezTo>
                    <a:close/>
                    <a:moveTo>
                      <a:pt x="352" y="532"/>
                    </a:moveTo>
                    <a:cubicBezTo>
                      <a:pt x="354" y="530"/>
                      <a:pt x="354" y="533"/>
                      <a:pt x="352" y="532"/>
                    </a:cubicBezTo>
                    <a:close/>
                    <a:moveTo>
                      <a:pt x="354" y="674"/>
                    </a:moveTo>
                    <a:cubicBezTo>
                      <a:pt x="354" y="673"/>
                      <a:pt x="355" y="673"/>
                      <a:pt x="355" y="673"/>
                    </a:cubicBezTo>
                    <a:cubicBezTo>
                      <a:pt x="355" y="674"/>
                      <a:pt x="354" y="674"/>
                      <a:pt x="354" y="674"/>
                    </a:cubicBezTo>
                    <a:close/>
                    <a:moveTo>
                      <a:pt x="357" y="697"/>
                    </a:moveTo>
                    <a:cubicBezTo>
                      <a:pt x="357" y="696"/>
                      <a:pt x="359" y="695"/>
                      <a:pt x="359" y="696"/>
                    </a:cubicBezTo>
                    <a:cubicBezTo>
                      <a:pt x="359" y="697"/>
                      <a:pt x="357" y="698"/>
                      <a:pt x="357" y="697"/>
                    </a:cubicBezTo>
                    <a:close/>
                    <a:moveTo>
                      <a:pt x="357" y="671"/>
                    </a:moveTo>
                    <a:cubicBezTo>
                      <a:pt x="358" y="671"/>
                      <a:pt x="358" y="671"/>
                      <a:pt x="358" y="672"/>
                    </a:cubicBezTo>
                    <a:cubicBezTo>
                      <a:pt x="358" y="673"/>
                      <a:pt x="356" y="671"/>
                      <a:pt x="357" y="671"/>
                    </a:cubicBezTo>
                    <a:close/>
                    <a:moveTo>
                      <a:pt x="360" y="643"/>
                    </a:moveTo>
                    <a:cubicBezTo>
                      <a:pt x="360" y="642"/>
                      <a:pt x="362" y="643"/>
                      <a:pt x="360" y="643"/>
                    </a:cubicBezTo>
                    <a:close/>
                    <a:moveTo>
                      <a:pt x="360" y="630"/>
                    </a:moveTo>
                    <a:cubicBezTo>
                      <a:pt x="358" y="633"/>
                      <a:pt x="350" y="631"/>
                      <a:pt x="351" y="627"/>
                    </a:cubicBezTo>
                    <a:cubicBezTo>
                      <a:pt x="352" y="621"/>
                      <a:pt x="365" y="624"/>
                      <a:pt x="360" y="630"/>
                    </a:cubicBezTo>
                    <a:close/>
                    <a:moveTo>
                      <a:pt x="371" y="611"/>
                    </a:moveTo>
                    <a:cubicBezTo>
                      <a:pt x="368" y="612"/>
                      <a:pt x="365" y="612"/>
                      <a:pt x="362" y="613"/>
                    </a:cubicBezTo>
                    <a:cubicBezTo>
                      <a:pt x="364" y="612"/>
                      <a:pt x="368" y="611"/>
                      <a:pt x="371" y="611"/>
                    </a:cubicBezTo>
                    <a:close/>
                    <a:moveTo>
                      <a:pt x="363" y="671"/>
                    </a:moveTo>
                    <a:cubicBezTo>
                      <a:pt x="363" y="671"/>
                      <a:pt x="364" y="671"/>
                      <a:pt x="365" y="671"/>
                    </a:cubicBezTo>
                    <a:cubicBezTo>
                      <a:pt x="364" y="672"/>
                      <a:pt x="363" y="672"/>
                      <a:pt x="363" y="671"/>
                    </a:cubicBezTo>
                    <a:close/>
                    <a:moveTo>
                      <a:pt x="364" y="691"/>
                    </a:moveTo>
                    <a:cubicBezTo>
                      <a:pt x="364" y="690"/>
                      <a:pt x="365" y="691"/>
                      <a:pt x="365" y="691"/>
                    </a:cubicBezTo>
                    <a:cubicBezTo>
                      <a:pt x="366" y="691"/>
                      <a:pt x="364" y="691"/>
                      <a:pt x="364" y="691"/>
                    </a:cubicBezTo>
                    <a:close/>
                    <a:moveTo>
                      <a:pt x="365" y="647"/>
                    </a:moveTo>
                    <a:cubicBezTo>
                      <a:pt x="365" y="646"/>
                      <a:pt x="366" y="646"/>
                      <a:pt x="366" y="646"/>
                    </a:cubicBezTo>
                    <a:cubicBezTo>
                      <a:pt x="367" y="647"/>
                      <a:pt x="365" y="647"/>
                      <a:pt x="365" y="647"/>
                    </a:cubicBezTo>
                    <a:close/>
                    <a:moveTo>
                      <a:pt x="370" y="666"/>
                    </a:moveTo>
                    <a:cubicBezTo>
                      <a:pt x="370" y="664"/>
                      <a:pt x="373" y="665"/>
                      <a:pt x="372" y="666"/>
                    </a:cubicBezTo>
                    <a:cubicBezTo>
                      <a:pt x="372" y="667"/>
                      <a:pt x="370" y="667"/>
                      <a:pt x="370" y="666"/>
                    </a:cubicBezTo>
                    <a:close/>
                    <a:moveTo>
                      <a:pt x="371" y="691"/>
                    </a:moveTo>
                    <a:cubicBezTo>
                      <a:pt x="372" y="690"/>
                      <a:pt x="373" y="691"/>
                      <a:pt x="374" y="691"/>
                    </a:cubicBezTo>
                    <a:cubicBezTo>
                      <a:pt x="374" y="692"/>
                      <a:pt x="372" y="691"/>
                      <a:pt x="371" y="691"/>
                    </a:cubicBezTo>
                    <a:close/>
                    <a:moveTo>
                      <a:pt x="379" y="659"/>
                    </a:moveTo>
                    <a:cubicBezTo>
                      <a:pt x="379" y="658"/>
                      <a:pt x="377" y="660"/>
                      <a:pt x="377" y="658"/>
                    </a:cubicBezTo>
                    <a:cubicBezTo>
                      <a:pt x="376" y="657"/>
                      <a:pt x="380" y="657"/>
                      <a:pt x="379" y="659"/>
                    </a:cubicBezTo>
                    <a:close/>
                    <a:moveTo>
                      <a:pt x="381" y="691"/>
                    </a:moveTo>
                    <a:cubicBezTo>
                      <a:pt x="380" y="691"/>
                      <a:pt x="382" y="690"/>
                      <a:pt x="383" y="691"/>
                    </a:cubicBezTo>
                    <a:cubicBezTo>
                      <a:pt x="382" y="691"/>
                      <a:pt x="381" y="691"/>
                      <a:pt x="381" y="691"/>
                    </a:cubicBezTo>
                    <a:close/>
                    <a:moveTo>
                      <a:pt x="382" y="658"/>
                    </a:moveTo>
                    <a:cubicBezTo>
                      <a:pt x="380" y="659"/>
                      <a:pt x="379" y="657"/>
                      <a:pt x="382" y="658"/>
                    </a:cubicBezTo>
                    <a:close/>
                    <a:moveTo>
                      <a:pt x="383" y="691"/>
                    </a:moveTo>
                    <a:cubicBezTo>
                      <a:pt x="384" y="691"/>
                      <a:pt x="385" y="691"/>
                      <a:pt x="386" y="691"/>
                    </a:cubicBezTo>
                    <a:cubicBezTo>
                      <a:pt x="386" y="691"/>
                      <a:pt x="384" y="691"/>
                      <a:pt x="383" y="691"/>
                    </a:cubicBezTo>
                    <a:close/>
                    <a:moveTo>
                      <a:pt x="387" y="696"/>
                    </a:moveTo>
                    <a:cubicBezTo>
                      <a:pt x="387" y="696"/>
                      <a:pt x="387" y="696"/>
                      <a:pt x="387" y="696"/>
                    </a:cubicBezTo>
                    <a:cubicBezTo>
                      <a:pt x="387" y="696"/>
                      <a:pt x="387" y="696"/>
                      <a:pt x="387" y="696"/>
                    </a:cubicBezTo>
                    <a:cubicBezTo>
                      <a:pt x="387" y="696"/>
                      <a:pt x="387" y="696"/>
                      <a:pt x="387" y="696"/>
                    </a:cubicBezTo>
                    <a:close/>
                    <a:moveTo>
                      <a:pt x="384" y="662"/>
                    </a:moveTo>
                    <a:cubicBezTo>
                      <a:pt x="384" y="660"/>
                      <a:pt x="388" y="661"/>
                      <a:pt x="388" y="662"/>
                    </a:cubicBezTo>
                    <a:cubicBezTo>
                      <a:pt x="388" y="663"/>
                      <a:pt x="385" y="664"/>
                      <a:pt x="384" y="662"/>
                    </a:cubicBezTo>
                    <a:close/>
                    <a:moveTo>
                      <a:pt x="398" y="679"/>
                    </a:moveTo>
                    <a:cubicBezTo>
                      <a:pt x="400" y="678"/>
                      <a:pt x="400" y="680"/>
                      <a:pt x="398" y="679"/>
                    </a:cubicBezTo>
                    <a:close/>
                    <a:moveTo>
                      <a:pt x="401" y="664"/>
                    </a:moveTo>
                    <a:cubicBezTo>
                      <a:pt x="402" y="662"/>
                      <a:pt x="405" y="663"/>
                      <a:pt x="406" y="663"/>
                    </a:cubicBezTo>
                    <a:cubicBezTo>
                      <a:pt x="406" y="663"/>
                      <a:pt x="407" y="664"/>
                      <a:pt x="407" y="664"/>
                    </a:cubicBezTo>
                    <a:cubicBezTo>
                      <a:pt x="406" y="664"/>
                      <a:pt x="408" y="663"/>
                      <a:pt x="409" y="664"/>
                    </a:cubicBezTo>
                    <a:cubicBezTo>
                      <a:pt x="409" y="665"/>
                      <a:pt x="400" y="667"/>
                      <a:pt x="401" y="664"/>
                    </a:cubicBezTo>
                    <a:close/>
                    <a:moveTo>
                      <a:pt x="411" y="704"/>
                    </a:moveTo>
                    <a:cubicBezTo>
                      <a:pt x="410" y="704"/>
                      <a:pt x="411" y="704"/>
                      <a:pt x="411" y="704"/>
                    </a:cubicBezTo>
                    <a:cubicBezTo>
                      <a:pt x="411" y="704"/>
                      <a:pt x="411" y="704"/>
                      <a:pt x="411" y="704"/>
                    </a:cubicBezTo>
                    <a:close/>
                    <a:moveTo>
                      <a:pt x="409" y="648"/>
                    </a:moveTo>
                    <a:cubicBezTo>
                      <a:pt x="403" y="650"/>
                      <a:pt x="397" y="649"/>
                      <a:pt x="391" y="651"/>
                    </a:cubicBezTo>
                    <a:cubicBezTo>
                      <a:pt x="386" y="652"/>
                      <a:pt x="381" y="655"/>
                      <a:pt x="376" y="654"/>
                    </a:cubicBezTo>
                    <a:cubicBezTo>
                      <a:pt x="375" y="654"/>
                      <a:pt x="375" y="653"/>
                      <a:pt x="375" y="653"/>
                    </a:cubicBezTo>
                    <a:cubicBezTo>
                      <a:pt x="374" y="652"/>
                      <a:pt x="384" y="650"/>
                      <a:pt x="387" y="650"/>
                    </a:cubicBezTo>
                    <a:cubicBezTo>
                      <a:pt x="393" y="649"/>
                      <a:pt x="396" y="649"/>
                      <a:pt x="401" y="648"/>
                    </a:cubicBezTo>
                    <a:cubicBezTo>
                      <a:pt x="403" y="648"/>
                      <a:pt x="408" y="646"/>
                      <a:pt x="410" y="646"/>
                    </a:cubicBezTo>
                    <a:cubicBezTo>
                      <a:pt x="413" y="647"/>
                      <a:pt x="409" y="648"/>
                      <a:pt x="409" y="648"/>
                    </a:cubicBezTo>
                    <a:close/>
                    <a:moveTo>
                      <a:pt x="394" y="589"/>
                    </a:moveTo>
                    <a:cubicBezTo>
                      <a:pt x="394" y="588"/>
                      <a:pt x="395" y="588"/>
                      <a:pt x="395" y="589"/>
                    </a:cubicBezTo>
                    <a:cubicBezTo>
                      <a:pt x="395" y="589"/>
                      <a:pt x="394" y="590"/>
                      <a:pt x="394" y="589"/>
                    </a:cubicBezTo>
                    <a:close/>
                    <a:moveTo>
                      <a:pt x="398" y="605"/>
                    </a:moveTo>
                    <a:cubicBezTo>
                      <a:pt x="398" y="605"/>
                      <a:pt x="399" y="604"/>
                      <a:pt x="399" y="604"/>
                    </a:cubicBezTo>
                    <a:cubicBezTo>
                      <a:pt x="398" y="604"/>
                      <a:pt x="396" y="605"/>
                      <a:pt x="395" y="605"/>
                    </a:cubicBezTo>
                    <a:cubicBezTo>
                      <a:pt x="395" y="605"/>
                      <a:pt x="399" y="603"/>
                      <a:pt x="400" y="603"/>
                    </a:cubicBezTo>
                    <a:cubicBezTo>
                      <a:pt x="401" y="603"/>
                      <a:pt x="404" y="605"/>
                      <a:pt x="404" y="605"/>
                    </a:cubicBezTo>
                    <a:cubicBezTo>
                      <a:pt x="404" y="606"/>
                      <a:pt x="400" y="608"/>
                      <a:pt x="398" y="605"/>
                    </a:cubicBezTo>
                    <a:close/>
                    <a:moveTo>
                      <a:pt x="403" y="636"/>
                    </a:moveTo>
                    <a:cubicBezTo>
                      <a:pt x="403" y="636"/>
                      <a:pt x="404" y="637"/>
                      <a:pt x="404" y="636"/>
                    </a:cubicBezTo>
                    <a:cubicBezTo>
                      <a:pt x="404" y="637"/>
                      <a:pt x="403" y="637"/>
                      <a:pt x="403" y="636"/>
                    </a:cubicBezTo>
                    <a:close/>
                    <a:moveTo>
                      <a:pt x="406" y="193"/>
                    </a:moveTo>
                    <a:cubicBezTo>
                      <a:pt x="406" y="195"/>
                      <a:pt x="404" y="195"/>
                      <a:pt x="406" y="193"/>
                    </a:cubicBezTo>
                    <a:close/>
                    <a:moveTo>
                      <a:pt x="407" y="192"/>
                    </a:moveTo>
                    <a:cubicBezTo>
                      <a:pt x="406" y="194"/>
                      <a:pt x="409" y="190"/>
                      <a:pt x="407" y="192"/>
                    </a:cubicBezTo>
                    <a:close/>
                    <a:moveTo>
                      <a:pt x="410" y="563"/>
                    </a:moveTo>
                    <a:cubicBezTo>
                      <a:pt x="410" y="564"/>
                      <a:pt x="410" y="565"/>
                      <a:pt x="409" y="564"/>
                    </a:cubicBezTo>
                    <a:cubicBezTo>
                      <a:pt x="408" y="564"/>
                      <a:pt x="409" y="563"/>
                      <a:pt x="410" y="563"/>
                    </a:cubicBezTo>
                    <a:close/>
                    <a:moveTo>
                      <a:pt x="412" y="687"/>
                    </a:moveTo>
                    <a:cubicBezTo>
                      <a:pt x="414" y="686"/>
                      <a:pt x="414" y="687"/>
                      <a:pt x="412" y="687"/>
                    </a:cubicBezTo>
                    <a:close/>
                    <a:moveTo>
                      <a:pt x="391" y="194"/>
                    </a:moveTo>
                    <a:cubicBezTo>
                      <a:pt x="391" y="194"/>
                      <a:pt x="389" y="196"/>
                      <a:pt x="388" y="195"/>
                    </a:cubicBezTo>
                    <a:cubicBezTo>
                      <a:pt x="388" y="194"/>
                      <a:pt x="391" y="193"/>
                      <a:pt x="390" y="194"/>
                    </a:cubicBezTo>
                    <a:cubicBezTo>
                      <a:pt x="398" y="189"/>
                      <a:pt x="408" y="183"/>
                      <a:pt x="417" y="179"/>
                    </a:cubicBezTo>
                    <a:cubicBezTo>
                      <a:pt x="409" y="185"/>
                      <a:pt x="400" y="189"/>
                      <a:pt x="391" y="194"/>
                    </a:cubicBezTo>
                    <a:close/>
                    <a:moveTo>
                      <a:pt x="414" y="158"/>
                    </a:moveTo>
                    <a:cubicBezTo>
                      <a:pt x="415" y="156"/>
                      <a:pt x="417" y="157"/>
                      <a:pt x="414" y="158"/>
                    </a:cubicBezTo>
                    <a:close/>
                    <a:moveTo>
                      <a:pt x="407" y="137"/>
                    </a:moveTo>
                    <a:cubicBezTo>
                      <a:pt x="409" y="134"/>
                      <a:pt x="417" y="135"/>
                      <a:pt x="417" y="139"/>
                    </a:cubicBezTo>
                    <a:cubicBezTo>
                      <a:pt x="417" y="145"/>
                      <a:pt x="403" y="144"/>
                      <a:pt x="407" y="137"/>
                    </a:cubicBezTo>
                    <a:close/>
                    <a:moveTo>
                      <a:pt x="418" y="140"/>
                    </a:moveTo>
                    <a:cubicBezTo>
                      <a:pt x="418" y="139"/>
                      <a:pt x="419" y="142"/>
                      <a:pt x="418" y="140"/>
                    </a:cubicBezTo>
                    <a:close/>
                    <a:moveTo>
                      <a:pt x="420" y="672"/>
                    </a:moveTo>
                    <a:cubicBezTo>
                      <a:pt x="419" y="672"/>
                      <a:pt x="418" y="672"/>
                      <a:pt x="418" y="672"/>
                    </a:cubicBezTo>
                    <a:cubicBezTo>
                      <a:pt x="418" y="671"/>
                      <a:pt x="432" y="670"/>
                      <a:pt x="435" y="670"/>
                    </a:cubicBezTo>
                    <a:cubicBezTo>
                      <a:pt x="437" y="671"/>
                      <a:pt x="433" y="672"/>
                      <a:pt x="432" y="672"/>
                    </a:cubicBezTo>
                    <a:cubicBezTo>
                      <a:pt x="428" y="672"/>
                      <a:pt x="423" y="673"/>
                      <a:pt x="420" y="672"/>
                    </a:cubicBezTo>
                    <a:close/>
                    <a:moveTo>
                      <a:pt x="425" y="681"/>
                    </a:moveTo>
                    <a:cubicBezTo>
                      <a:pt x="425" y="681"/>
                      <a:pt x="425" y="680"/>
                      <a:pt x="425" y="680"/>
                    </a:cubicBezTo>
                    <a:cubicBezTo>
                      <a:pt x="425" y="680"/>
                      <a:pt x="425" y="680"/>
                      <a:pt x="425" y="681"/>
                    </a:cubicBezTo>
                    <a:cubicBezTo>
                      <a:pt x="425" y="681"/>
                      <a:pt x="425" y="681"/>
                      <a:pt x="425" y="681"/>
                    </a:cubicBezTo>
                    <a:cubicBezTo>
                      <a:pt x="426" y="681"/>
                      <a:pt x="426" y="681"/>
                      <a:pt x="425" y="681"/>
                    </a:cubicBezTo>
                    <a:close/>
                    <a:moveTo>
                      <a:pt x="429" y="674"/>
                    </a:moveTo>
                    <a:cubicBezTo>
                      <a:pt x="429" y="674"/>
                      <a:pt x="426" y="674"/>
                      <a:pt x="428" y="673"/>
                    </a:cubicBezTo>
                    <a:cubicBezTo>
                      <a:pt x="431" y="672"/>
                      <a:pt x="437" y="672"/>
                      <a:pt x="441" y="672"/>
                    </a:cubicBezTo>
                    <a:cubicBezTo>
                      <a:pt x="438" y="673"/>
                      <a:pt x="433" y="674"/>
                      <a:pt x="429" y="674"/>
                    </a:cubicBezTo>
                    <a:close/>
                    <a:moveTo>
                      <a:pt x="442" y="672"/>
                    </a:moveTo>
                    <a:cubicBezTo>
                      <a:pt x="444" y="671"/>
                      <a:pt x="448" y="669"/>
                      <a:pt x="452" y="670"/>
                    </a:cubicBezTo>
                    <a:cubicBezTo>
                      <a:pt x="449" y="671"/>
                      <a:pt x="445" y="671"/>
                      <a:pt x="442" y="672"/>
                    </a:cubicBezTo>
                    <a:close/>
                    <a:moveTo>
                      <a:pt x="449" y="142"/>
                    </a:moveTo>
                    <a:cubicBezTo>
                      <a:pt x="450" y="141"/>
                      <a:pt x="450" y="141"/>
                      <a:pt x="451" y="142"/>
                    </a:cubicBezTo>
                    <a:cubicBezTo>
                      <a:pt x="451" y="142"/>
                      <a:pt x="450" y="142"/>
                      <a:pt x="449" y="142"/>
                    </a:cubicBezTo>
                    <a:close/>
                    <a:moveTo>
                      <a:pt x="451" y="148"/>
                    </a:moveTo>
                    <a:cubicBezTo>
                      <a:pt x="452" y="149"/>
                      <a:pt x="450" y="147"/>
                      <a:pt x="451" y="148"/>
                    </a:cubicBezTo>
                    <a:close/>
                    <a:moveTo>
                      <a:pt x="446" y="79"/>
                    </a:moveTo>
                    <a:cubicBezTo>
                      <a:pt x="448" y="77"/>
                      <a:pt x="450" y="78"/>
                      <a:pt x="452" y="77"/>
                    </a:cubicBezTo>
                    <a:cubicBezTo>
                      <a:pt x="451" y="78"/>
                      <a:pt x="448" y="79"/>
                      <a:pt x="446" y="79"/>
                    </a:cubicBezTo>
                    <a:close/>
                    <a:moveTo>
                      <a:pt x="454" y="644"/>
                    </a:moveTo>
                    <a:cubicBezTo>
                      <a:pt x="454" y="644"/>
                      <a:pt x="454" y="644"/>
                      <a:pt x="454" y="644"/>
                    </a:cubicBezTo>
                    <a:cubicBezTo>
                      <a:pt x="455" y="642"/>
                      <a:pt x="455" y="647"/>
                      <a:pt x="454" y="644"/>
                    </a:cubicBezTo>
                    <a:close/>
                    <a:moveTo>
                      <a:pt x="449" y="66"/>
                    </a:moveTo>
                    <a:cubicBezTo>
                      <a:pt x="449" y="66"/>
                      <a:pt x="448" y="65"/>
                      <a:pt x="448" y="65"/>
                    </a:cubicBezTo>
                    <a:cubicBezTo>
                      <a:pt x="448" y="64"/>
                      <a:pt x="451" y="62"/>
                      <a:pt x="453" y="61"/>
                    </a:cubicBezTo>
                    <a:cubicBezTo>
                      <a:pt x="451" y="61"/>
                      <a:pt x="450" y="62"/>
                      <a:pt x="448" y="62"/>
                    </a:cubicBezTo>
                    <a:cubicBezTo>
                      <a:pt x="444" y="62"/>
                      <a:pt x="452" y="60"/>
                      <a:pt x="453" y="60"/>
                    </a:cubicBezTo>
                    <a:cubicBezTo>
                      <a:pt x="458" y="59"/>
                      <a:pt x="462" y="58"/>
                      <a:pt x="466" y="57"/>
                    </a:cubicBezTo>
                    <a:cubicBezTo>
                      <a:pt x="468" y="57"/>
                      <a:pt x="475" y="56"/>
                      <a:pt x="475" y="57"/>
                    </a:cubicBezTo>
                    <a:cubicBezTo>
                      <a:pt x="476" y="58"/>
                      <a:pt x="468" y="59"/>
                      <a:pt x="465" y="59"/>
                    </a:cubicBezTo>
                    <a:cubicBezTo>
                      <a:pt x="461" y="60"/>
                      <a:pt x="459" y="60"/>
                      <a:pt x="456" y="61"/>
                    </a:cubicBezTo>
                    <a:cubicBezTo>
                      <a:pt x="458" y="61"/>
                      <a:pt x="461" y="62"/>
                      <a:pt x="460" y="64"/>
                    </a:cubicBezTo>
                    <a:cubicBezTo>
                      <a:pt x="460" y="69"/>
                      <a:pt x="453" y="68"/>
                      <a:pt x="449" y="66"/>
                    </a:cubicBezTo>
                    <a:close/>
                    <a:moveTo>
                      <a:pt x="467" y="66"/>
                    </a:moveTo>
                    <a:cubicBezTo>
                      <a:pt x="468" y="65"/>
                      <a:pt x="470" y="62"/>
                      <a:pt x="471" y="63"/>
                    </a:cubicBezTo>
                    <a:cubicBezTo>
                      <a:pt x="473" y="65"/>
                      <a:pt x="469" y="66"/>
                      <a:pt x="467" y="66"/>
                    </a:cubicBezTo>
                    <a:close/>
                    <a:moveTo>
                      <a:pt x="459" y="100"/>
                    </a:moveTo>
                    <a:cubicBezTo>
                      <a:pt x="458" y="100"/>
                      <a:pt x="458" y="99"/>
                      <a:pt x="459" y="98"/>
                    </a:cubicBezTo>
                    <a:cubicBezTo>
                      <a:pt x="461" y="96"/>
                      <a:pt x="462" y="100"/>
                      <a:pt x="459" y="100"/>
                    </a:cubicBezTo>
                    <a:close/>
                    <a:moveTo>
                      <a:pt x="456" y="149"/>
                    </a:moveTo>
                    <a:cubicBezTo>
                      <a:pt x="456" y="149"/>
                      <a:pt x="460" y="145"/>
                      <a:pt x="461" y="146"/>
                    </a:cubicBezTo>
                    <a:cubicBezTo>
                      <a:pt x="463" y="148"/>
                      <a:pt x="457" y="150"/>
                      <a:pt x="456" y="149"/>
                    </a:cubicBezTo>
                    <a:close/>
                    <a:moveTo>
                      <a:pt x="462" y="681"/>
                    </a:moveTo>
                    <a:cubicBezTo>
                      <a:pt x="464" y="680"/>
                      <a:pt x="464" y="682"/>
                      <a:pt x="462" y="681"/>
                    </a:cubicBezTo>
                    <a:close/>
                    <a:moveTo>
                      <a:pt x="464" y="170"/>
                    </a:moveTo>
                    <a:cubicBezTo>
                      <a:pt x="463" y="171"/>
                      <a:pt x="461" y="171"/>
                      <a:pt x="460" y="171"/>
                    </a:cubicBezTo>
                    <a:cubicBezTo>
                      <a:pt x="459" y="172"/>
                      <a:pt x="459" y="172"/>
                      <a:pt x="458" y="172"/>
                    </a:cubicBezTo>
                    <a:cubicBezTo>
                      <a:pt x="459" y="172"/>
                      <a:pt x="459" y="172"/>
                      <a:pt x="460" y="171"/>
                    </a:cubicBezTo>
                    <a:cubicBezTo>
                      <a:pt x="462" y="170"/>
                      <a:pt x="464" y="168"/>
                      <a:pt x="465" y="168"/>
                    </a:cubicBezTo>
                    <a:cubicBezTo>
                      <a:pt x="468" y="167"/>
                      <a:pt x="464" y="170"/>
                      <a:pt x="464" y="170"/>
                    </a:cubicBezTo>
                    <a:close/>
                    <a:moveTo>
                      <a:pt x="466" y="68"/>
                    </a:moveTo>
                    <a:cubicBezTo>
                      <a:pt x="466" y="68"/>
                      <a:pt x="466" y="68"/>
                      <a:pt x="466" y="68"/>
                    </a:cubicBezTo>
                    <a:cubicBezTo>
                      <a:pt x="467" y="70"/>
                      <a:pt x="464" y="67"/>
                      <a:pt x="466" y="68"/>
                    </a:cubicBezTo>
                    <a:close/>
                    <a:moveTo>
                      <a:pt x="468" y="241"/>
                    </a:moveTo>
                    <a:cubicBezTo>
                      <a:pt x="468" y="243"/>
                      <a:pt x="465" y="242"/>
                      <a:pt x="468" y="241"/>
                    </a:cubicBezTo>
                    <a:close/>
                    <a:moveTo>
                      <a:pt x="470" y="75"/>
                    </a:moveTo>
                    <a:cubicBezTo>
                      <a:pt x="470" y="75"/>
                      <a:pt x="470" y="76"/>
                      <a:pt x="470" y="77"/>
                    </a:cubicBezTo>
                    <a:cubicBezTo>
                      <a:pt x="471" y="77"/>
                      <a:pt x="472" y="75"/>
                      <a:pt x="472" y="75"/>
                    </a:cubicBezTo>
                    <a:cubicBezTo>
                      <a:pt x="472" y="74"/>
                      <a:pt x="471" y="74"/>
                      <a:pt x="471" y="73"/>
                    </a:cubicBezTo>
                    <a:cubicBezTo>
                      <a:pt x="471" y="74"/>
                      <a:pt x="470" y="73"/>
                      <a:pt x="471" y="73"/>
                    </a:cubicBezTo>
                    <a:cubicBezTo>
                      <a:pt x="472" y="72"/>
                      <a:pt x="473" y="73"/>
                      <a:pt x="473" y="73"/>
                    </a:cubicBezTo>
                    <a:cubicBezTo>
                      <a:pt x="474" y="72"/>
                      <a:pt x="475" y="72"/>
                      <a:pt x="476" y="72"/>
                    </a:cubicBezTo>
                    <a:cubicBezTo>
                      <a:pt x="477" y="72"/>
                      <a:pt x="481" y="75"/>
                      <a:pt x="478" y="76"/>
                    </a:cubicBezTo>
                    <a:cubicBezTo>
                      <a:pt x="476" y="77"/>
                      <a:pt x="471" y="78"/>
                      <a:pt x="469" y="77"/>
                    </a:cubicBezTo>
                    <a:cubicBezTo>
                      <a:pt x="468" y="77"/>
                      <a:pt x="468" y="74"/>
                      <a:pt x="470" y="75"/>
                    </a:cubicBezTo>
                    <a:close/>
                    <a:moveTo>
                      <a:pt x="478" y="117"/>
                    </a:moveTo>
                    <a:cubicBezTo>
                      <a:pt x="479" y="118"/>
                      <a:pt x="477" y="118"/>
                      <a:pt x="476" y="118"/>
                    </a:cubicBezTo>
                    <a:cubicBezTo>
                      <a:pt x="476" y="117"/>
                      <a:pt x="478" y="117"/>
                      <a:pt x="478" y="117"/>
                    </a:cubicBezTo>
                    <a:close/>
                    <a:moveTo>
                      <a:pt x="478" y="100"/>
                    </a:moveTo>
                    <a:cubicBezTo>
                      <a:pt x="478" y="100"/>
                      <a:pt x="478" y="100"/>
                      <a:pt x="478" y="100"/>
                    </a:cubicBezTo>
                    <a:cubicBezTo>
                      <a:pt x="478" y="100"/>
                      <a:pt x="478" y="100"/>
                      <a:pt x="478" y="100"/>
                    </a:cubicBezTo>
                    <a:cubicBezTo>
                      <a:pt x="478" y="100"/>
                      <a:pt x="478" y="100"/>
                      <a:pt x="478" y="100"/>
                    </a:cubicBezTo>
                    <a:close/>
                    <a:moveTo>
                      <a:pt x="478" y="100"/>
                    </a:moveTo>
                    <a:cubicBezTo>
                      <a:pt x="479" y="100"/>
                      <a:pt x="478" y="100"/>
                      <a:pt x="478" y="100"/>
                    </a:cubicBezTo>
                    <a:close/>
                    <a:moveTo>
                      <a:pt x="476" y="97"/>
                    </a:moveTo>
                    <a:cubicBezTo>
                      <a:pt x="475" y="96"/>
                      <a:pt x="478" y="96"/>
                      <a:pt x="478" y="96"/>
                    </a:cubicBezTo>
                    <a:cubicBezTo>
                      <a:pt x="479" y="96"/>
                      <a:pt x="476" y="97"/>
                      <a:pt x="476" y="97"/>
                    </a:cubicBezTo>
                    <a:close/>
                    <a:moveTo>
                      <a:pt x="474" y="91"/>
                    </a:moveTo>
                    <a:cubicBezTo>
                      <a:pt x="474" y="90"/>
                      <a:pt x="475" y="90"/>
                      <a:pt x="476" y="90"/>
                    </a:cubicBezTo>
                    <a:cubicBezTo>
                      <a:pt x="477" y="92"/>
                      <a:pt x="474" y="92"/>
                      <a:pt x="474" y="91"/>
                    </a:cubicBezTo>
                    <a:close/>
                    <a:moveTo>
                      <a:pt x="477" y="107"/>
                    </a:moveTo>
                    <a:cubicBezTo>
                      <a:pt x="477" y="109"/>
                      <a:pt x="474" y="111"/>
                      <a:pt x="473" y="109"/>
                    </a:cubicBezTo>
                    <a:cubicBezTo>
                      <a:pt x="469" y="106"/>
                      <a:pt x="477" y="104"/>
                      <a:pt x="477" y="107"/>
                    </a:cubicBezTo>
                    <a:close/>
                    <a:moveTo>
                      <a:pt x="472" y="112"/>
                    </a:moveTo>
                    <a:cubicBezTo>
                      <a:pt x="475" y="114"/>
                      <a:pt x="468" y="116"/>
                      <a:pt x="470" y="113"/>
                    </a:cubicBezTo>
                    <a:cubicBezTo>
                      <a:pt x="471" y="112"/>
                      <a:pt x="472" y="112"/>
                      <a:pt x="472" y="112"/>
                    </a:cubicBezTo>
                    <a:close/>
                    <a:moveTo>
                      <a:pt x="475" y="122"/>
                    </a:moveTo>
                    <a:cubicBezTo>
                      <a:pt x="474" y="122"/>
                      <a:pt x="473" y="123"/>
                      <a:pt x="472" y="123"/>
                    </a:cubicBezTo>
                    <a:cubicBezTo>
                      <a:pt x="472" y="123"/>
                      <a:pt x="473" y="121"/>
                      <a:pt x="475" y="122"/>
                    </a:cubicBezTo>
                    <a:close/>
                    <a:moveTo>
                      <a:pt x="474" y="123"/>
                    </a:moveTo>
                    <a:cubicBezTo>
                      <a:pt x="474" y="123"/>
                      <a:pt x="475" y="123"/>
                      <a:pt x="475" y="124"/>
                    </a:cubicBezTo>
                    <a:cubicBezTo>
                      <a:pt x="475" y="124"/>
                      <a:pt x="474" y="124"/>
                      <a:pt x="474" y="123"/>
                    </a:cubicBezTo>
                    <a:close/>
                    <a:moveTo>
                      <a:pt x="477" y="158"/>
                    </a:moveTo>
                    <a:cubicBezTo>
                      <a:pt x="477" y="158"/>
                      <a:pt x="476" y="159"/>
                      <a:pt x="475" y="159"/>
                    </a:cubicBezTo>
                    <a:cubicBezTo>
                      <a:pt x="475" y="159"/>
                      <a:pt x="476" y="158"/>
                      <a:pt x="477" y="158"/>
                    </a:cubicBezTo>
                    <a:close/>
                    <a:moveTo>
                      <a:pt x="476" y="121"/>
                    </a:moveTo>
                    <a:cubicBezTo>
                      <a:pt x="477" y="121"/>
                      <a:pt x="478" y="119"/>
                      <a:pt x="479" y="120"/>
                    </a:cubicBezTo>
                    <a:cubicBezTo>
                      <a:pt x="478" y="121"/>
                      <a:pt x="477" y="121"/>
                      <a:pt x="476" y="121"/>
                    </a:cubicBezTo>
                    <a:close/>
                    <a:moveTo>
                      <a:pt x="472" y="165"/>
                    </a:moveTo>
                    <a:cubicBezTo>
                      <a:pt x="472" y="166"/>
                      <a:pt x="470" y="167"/>
                      <a:pt x="469" y="168"/>
                    </a:cubicBezTo>
                    <a:cubicBezTo>
                      <a:pt x="469" y="166"/>
                      <a:pt x="471" y="166"/>
                      <a:pt x="472" y="165"/>
                    </a:cubicBezTo>
                    <a:close/>
                    <a:moveTo>
                      <a:pt x="471" y="178"/>
                    </a:moveTo>
                    <a:cubicBezTo>
                      <a:pt x="471" y="175"/>
                      <a:pt x="476" y="174"/>
                      <a:pt x="477" y="177"/>
                    </a:cubicBezTo>
                    <a:cubicBezTo>
                      <a:pt x="477" y="181"/>
                      <a:pt x="471" y="180"/>
                      <a:pt x="471" y="178"/>
                    </a:cubicBezTo>
                    <a:close/>
                    <a:moveTo>
                      <a:pt x="472" y="233"/>
                    </a:moveTo>
                    <a:cubicBezTo>
                      <a:pt x="472" y="232"/>
                      <a:pt x="475" y="230"/>
                      <a:pt x="475" y="232"/>
                    </a:cubicBezTo>
                    <a:cubicBezTo>
                      <a:pt x="476" y="234"/>
                      <a:pt x="473" y="234"/>
                      <a:pt x="472" y="233"/>
                    </a:cubicBezTo>
                    <a:close/>
                    <a:moveTo>
                      <a:pt x="475" y="180"/>
                    </a:moveTo>
                    <a:cubicBezTo>
                      <a:pt x="475" y="180"/>
                      <a:pt x="476" y="179"/>
                      <a:pt x="477" y="180"/>
                    </a:cubicBezTo>
                    <a:cubicBezTo>
                      <a:pt x="478" y="181"/>
                      <a:pt x="475" y="181"/>
                      <a:pt x="475" y="180"/>
                    </a:cubicBezTo>
                    <a:close/>
                    <a:moveTo>
                      <a:pt x="482" y="155"/>
                    </a:moveTo>
                    <a:cubicBezTo>
                      <a:pt x="482" y="156"/>
                      <a:pt x="480" y="157"/>
                      <a:pt x="479" y="157"/>
                    </a:cubicBezTo>
                    <a:cubicBezTo>
                      <a:pt x="479" y="156"/>
                      <a:pt x="481" y="156"/>
                      <a:pt x="482" y="155"/>
                    </a:cubicBezTo>
                    <a:close/>
                    <a:moveTo>
                      <a:pt x="479" y="164"/>
                    </a:moveTo>
                    <a:cubicBezTo>
                      <a:pt x="479" y="162"/>
                      <a:pt x="481" y="163"/>
                      <a:pt x="479" y="164"/>
                    </a:cubicBezTo>
                    <a:close/>
                    <a:moveTo>
                      <a:pt x="479" y="175"/>
                    </a:moveTo>
                    <a:cubicBezTo>
                      <a:pt x="478" y="174"/>
                      <a:pt x="480" y="173"/>
                      <a:pt x="480" y="174"/>
                    </a:cubicBezTo>
                    <a:cubicBezTo>
                      <a:pt x="480" y="175"/>
                      <a:pt x="480" y="175"/>
                      <a:pt x="479" y="175"/>
                    </a:cubicBezTo>
                    <a:close/>
                    <a:moveTo>
                      <a:pt x="480" y="164"/>
                    </a:moveTo>
                    <a:cubicBezTo>
                      <a:pt x="480" y="163"/>
                      <a:pt x="484" y="161"/>
                      <a:pt x="484" y="164"/>
                    </a:cubicBezTo>
                    <a:cubicBezTo>
                      <a:pt x="484" y="166"/>
                      <a:pt x="480" y="166"/>
                      <a:pt x="480" y="164"/>
                    </a:cubicBezTo>
                    <a:close/>
                    <a:moveTo>
                      <a:pt x="482" y="188"/>
                    </a:moveTo>
                    <a:cubicBezTo>
                      <a:pt x="482" y="187"/>
                      <a:pt x="483" y="187"/>
                      <a:pt x="484" y="187"/>
                    </a:cubicBezTo>
                    <a:cubicBezTo>
                      <a:pt x="484" y="187"/>
                      <a:pt x="482" y="189"/>
                      <a:pt x="482" y="188"/>
                    </a:cubicBezTo>
                    <a:close/>
                    <a:moveTo>
                      <a:pt x="487" y="253"/>
                    </a:moveTo>
                    <a:cubicBezTo>
                      <a:pt x="487" y="255"/>
                      <a:pt x="485" y="254"/>
                      <a:pt x="487" y="253"/>
                    </a:cubicBezTo>
                    <a:close/>
                    <a:moveTo>
                      <a:pt x="484" y="228"/>
                    </a:moveTo>
                    <a:cubicBezTo>
                      <a:pt x="482" y="226"/>
                      <a:pt x="488" y="223"/>
                      <a:pt x="488" y="227"/>
                    </a:cubicBezTo>
                    <a:cubicBezTo>
                      <a:pt x="488" y="228"/>
                      <a:pt x="485" y="230"/>
                      <a:pt x="484" y="228"/>
                    </a:cubicBezTo>
                    <a:close/>
                    <a:moveTo>
                      <a:pt x="486" y="208"/>
                    </a:moveTo>
                    <a:cubicBezTo>
                      <a:pt x="486" y="207"/>
                      <a:pt x="488" y="206"/>
                      <a:pt x="488" y="207"/>
                    </a:cubicBezTo>
                    <a:cubicBezTo>
                      <a:pt x="488" y="208"/>
                      <a:pt x="487" y="209"/>
                      <a:pt x="486" y="208"/>
                    </a:cubicBezTo>
                    <a:close/>
                    <a:moveTo>
                      <a:pt x="490" y="250"/>
                    </a:moveTo>
                    <a:cubicBezTo>
                      <a:pt x="490" y="248"/>
                      <a:pt x="492" y="246"/>
                      <a:pt x="493" y="245"/>
                    </a:cubicBezTo>
                    <a:cubicBezTo>
                      <a:pt x="493" y="246"/>
                      <a:pt x="491" y="248"/>
                      <a:pt x="490" y="250"/>
                    </a:cubicBezTo>
                    <a:close/>
                    <a:moveTo>
                      <a:pt x="494" y="245"/>
                    </a:moveTo>
                    <a:cubicBezTo>
                      <a:pt x="494" y="244"/>
                      <a:pt x="495" y="243"/>
                      <a:pt x="495" y="243"/>
                    </a:cubicBezTo>
                    <a:cubicBezTo>
                      <a:pt x="496" y="243"/>
                      <a:pt x="494" y="245"/>
                      <a:pt x="494" y="245"/>
                    </a:cubicBezTo>
                    <a:close/>
                    <a:moveTo>
                      <a:pt x="499" y="230"/>
                    </a:moveTo>
                    <a:cubicBezTo>
                      <a:pt x="499" y="229"/>
                      <a:pt x="501" y="229"/>
                      <a:pt x="501" y="229"/>
                    </a:cubicBezTo>
                    <a:cubicBezTo>
                      <a:pt x="502" y="229"/>
                      <a:pt x="500" y="230"/>
                      <a:pt x="499" y="230"/>
                    </a:cubicBezTo>
                    <a:close/>
                    <a:moveTo>
                      <a:pt x="496" y="230"/>
                    </a:moveTo>
                    <a:cubicBezTo>
                      <a:pt x="496" y="230"/>
                      <a:pt x="491" y="233"/>
                      <a:pt x="492" y="231"/>
                    </a:cubicBezTo>
                    <a:cubicBezTo>
                      <a:pt x="492" y="230"/>
                      <a:pt x="497" y="229"/>
                      <a:pt x="497" y="229"/>
                    </a:cubicBezTo>
                    <a:cubicBezTo>
                      <a:pt x="500" y="228"/>
                      <a:pt x="503" y="225"/>
                      <a:pt x="506" y="225"/>
                    </a:cubicBezTo>
                    <a:cubicBezTo>
                      <a:pt x="505" y="228"/>
                      <a:pt x="498" y="229"/>
                      <a:pt x="496" y="230"/>
                    </a:cubicBezTo>
                    <a:close/>
                    <a:moveTo>
                      <a:pt x="505" y="195"/>
                    </a:moveTo>
                    <a:cubicBezTo>
                      <a:pt x="505" y="194"/>
                      <a:pt x="507" y="192"/>
                      <a:pt x="508" y="193"/>
                    </a:cubicBezTo>
                    <a:cubicBezTo>
                      <a:pt x="508" y="194"/>
                      <a:pt x="506" y="196"/>
                      <a:pt x="505" y="195"/>
                    </a:cubicBezTo>
                    <a:close/>
                    <a:moveTo>
                      <a:pt x="507" y="222"/>
                    </a:moveTo>
                    <a:cubicBezTo>
                      <a:pt x="507" y="222"/>
                      <a:pt x="508" y="222"/>
                      <a:pt x="508" y="222"/>
                    </a:cubicBezTo>
                    <a:cubicBezTo>
                      <a:pt x="510" y="223"/>
                      <a:pt x="504" y="225"/>
                      <a:pt x="507" y="222"/>
                    </a:cubicBezTo>
                    <a:close/>
                    <a:moveTo>
                      <a:pt x="506" y="190"/>
                    </a:moveTo>
                    <a:cubicBezTo>
                      <a:pt x="506" y="189"/>
                      <a:pt x="507" y="188"/>
                      <a:pt x="509" y="188"/>
                    </a:cubicBezTo>
                    <a:cubicBezTo>
                      <a:pt x="508" y="189"/>
                      <a:pt x="507" y="190"/>
                      <a:pt x="506" y="190"/>
                    </a:cubicBezTo>
                    <a:close/>
                    <a:moveTo>
                      <a:pt x="516" y="247"/>
                    </a:moveTo>
                    <a:cubicBezTo>
                      <a:pt x="514" y="248"/>
                      <a:pt x="511" y="250"/>
                      <a:pt x="509" y="250"/>
                    </a:cubicBezTo>
                    <a:cubicBezTo>
                      <a:pt x="510" y="249"/>
                      <a:pt x="514" y="248"/>
                      <a:pt x="516" y="247"/>
                    </a:cubicBezTo>
                    <a:close/>
                    <a:moveTo>
                      <a:pt x="512" y="258"/>
                    </a:moveTo>
                    <a:cubicBezTo>
                      <a:pt x="512" y="255"/>
                      <a:pt x="516" y="256"/>
                      <a:pt x="516" y="257"/>
                    </a:cubicBezTo>
                    <a:cubicBezTo>
                      <a:pt x="517" y="258"/>
                      <a:pt x="512" y="260"/>
                      <a:pt x="512" y="258"/>
                    </a:cubicBezTo>
                    <a:close/>
                    <a:moveTo>
                      <a:pt x="517" y="268"/>
                    </a:moveTo>
                    <a:cubicBezTo>
                      <a:pt x="516" y="269"/>
                      <a:pt x="517" y="268"/>
                      <a:pt x="517" y="268"/>
                    </a:cubicBezTo>
                    <a:cubicBezTo>
                      <a:pt x="517" y="268"/>
                      <a:pt x="517" y="268"/>
                      <a:pt x="517" y="268"/>
                    </a:cubicBezTo>
                    <a:close/>
                    <a:moveTo>
                      <a:pt x="517" y="247"/>
                    </a:moveTo>
                    <a:cubicBezTo>
                      <a:pt x="517" y="247"/>
                      <a:pt x="517" y="247"/>
                      <a:pt x="517" y="247"/>
                    </a:cubicBezTo>
                    <a:cubicBezTo>
                      <a:pt x="518" y="247"/>
                      <a:pt x="517" y="247"/>
                      <a:pt x="517" y="247"/>
                    </a:cubicBezTo>
                    <a:close/>
                    <a:moveTo>
                      <a:pt x="518" y="154"/>
                    </a:moveTo>
                    <a:cubicBezTo>
                      <a:pt x="517" y="151"/>
                      <a:pt x="524" y="153"/>
                      <a:pt x="524" y="154"/>
                    </a:cubicBezTo>
                    <a:cubicBezTo>
                      <a:pt x="524" y="154"/>
                      <a:pt x="523" y="155"/>
                      <a:pt x="523" y="155"/>
                    </a:cubicBezTo>
                    <a:cubicBezTo>
                      <a:pt x="523" y="156"/>
                      <a:pt x="522" y="158"/>
                      <a:pt x="521" y="156"/>
                    </a:cubicBezTo>
                    <a:cubicBezTo>
                      <a:pt x="521" y="156"/>
                      <a:pt x="521" y="155"/>
                      <a:pt x="521" y="155"/>
                    </a:cubicBezTo>
                    <a:cubicBezTo>
                      <a:pt x="520" y="155"/>
                      <a:pt x="518" y="155"/>
                      <a:pt x="518" y="154"/>
                    </a:cubicBezTo>
                    <a:close/>
                    <a:moveTo>
                      <a:pt x="518" y="188"/>
                    </a:moveTo>
                    <a:cubicBezTo>
                      <a:pt x="518" y="186"/>
                      <a:pt x="524" y="185"/>
                      <a:pt x="524" y="188"/>
                    </a:cubicBezTo>
                    <a:cubicBezTo>
                      <a:pt x="524" y="190"/>
                      <a:pt x="519" y="190"/>
                      <a:pt x="518" y="188"/>
                    </a:cubicBezTo>
                    <a:close/>
                    <a:moveTo>
                      <a:pt x="522" y="286"/>
                    </a:moveTo>
                    <a:cubicBezTo>
                      <a:pt x="522" y="285"/>
                      <a:pt x="522" y="285"/>
                      <a:pt x="522" y="285"/>
                    </a:cubicBezTo>
                    <a:cubicBezTo>
                      <a:pt x="523" y="285"/>
                      <a:pt x="522" y="286"/>
                      <a:pt x="522" y="286"/>
                    </a:cubicBezTo>
                    <a:close/>
                    <a:moveTo>
                      <a:pt x="521" y="231"/>
                    </a:moveTo>
                    <a:cubicBezTo>
                      <a:pt x="518" y="232"/>
                      <a:pt x="522" y="229"/>
                      <a:pt x="523" y="228"/>
                    </a:cubicBezTo>
                    <a:cubicBezTo>
                      <a:pt x="524" y="226"/>
                      <a:pt x="526" y="223"/>
                      <a:pt x="528" y="220"/>
                    </a:cubicBezTo>
                    <a:cubicBezTo>
                      <a:pt x="528" y="221"/>
                      <a:pt x="527" y="221"/>
                      <a:pt x="527" y="220"/>
                    </a:cubicBezTo>
                    <a:cubicBezTo>
                      <a:pt x="527" y="220"/>
                      <a:pt x="528" y="220"/>
                      <a:pt x="528" y="220"/>
                    </a:cubicBezTo>
                    <a:cubicBezTo>
                      <a:pt x="528" y="220"/>
                      <a:pt x="528" y="220"/>
                      <a:pt x="528" y="220"/>
                    </a:cubicBezTo>
                    <a:cubicBezTo>
                      <a:pt x="529" y="219"/>
                      <a:pt x="529" y="218"/>
                      <a:pt x="530" y="218"/>
                    </a:cubicBezTo>
                    <a:cubicBezTo>
                      <a:pt x="530" y="218"/>
                      <a:pt x="531" y="218"/>
                      <a:pt x="531" y="218"/>
                    </a:cubicBezTo>
                    <a:cubicBezTo>
                      <a:pt x="531" y="218"/>
                      <a:pt x="529" y="220"/>
                      <a:pt x="528" y="222"/>
                    </a:cubicBezTo>
                    <a:cubicBezTo>
                      <a:pt x="527" y="223"/>
                      <a:pt x="523" y="230"/>
                      <a:pt x="521" y="231"/>
                    </a:cubicBezTo>
                    <a:close/>
                    <a:moveTo>
                      <a:pt x="530" y="232"/>
                    </a:moveTo>
                    <a:cubicBezTo>
                      <a:pt x="530" y="232"/>
                      <a:pt x="530" y="232"/>
                      <a:pt x="531" y="232"/>
                    </a:cubicBezTo>
                    <a:cubicBezTo>
                      <a:pt x="531" y="232"/>
                      <a:pt x="530" y="233"/>
                      <a:pt x="530" y="232"/>
                    </a:cubicBezTo>
                    <a:close/>
                    <a:moveTo>
                      <a:pt x="530" y="268"/>
                    </a:moveTo>
                    <a:cubicBezTo>
                      <a:pt x="530" y="268"/>
                      <a:pt x="530" y="268"/>
                      <a:pt x="530" y="268"/>
                    </a:cubicBezTo>
                    <a:cubicBezTo>
                      <a:pt x="530" y="268"/>
                      <a:pt x="530" y="268"/>
                      <a:pt x="530" y="268"/>
                    </a:cubicBezTo>
                    <a:cubicBezTo>
                      <a:pt x="530" y="268"/>
                      <a:pt x="530" y="268"/>
                      <a:pt x="530" y="268"/>
                    </a:cubicBezTo>
                    <a:close/>
                    <a:moveTo>
                      <a:pt x="530" y="256"/>
                    </a:moveTo>
                    <a:cubicBezTo>
                      <a:pt x="530" y="256"/>
                      <a:pt x="531" y="255"/>
                      <a:pt x="531" y="256"/>
                    </a:cubicBezTo>
                    <a:cubicBezTo>
                      <a:pt x="532" y="258"/>
                      <a:pt x="529" y="258"/>
                      <a:pt x="530" y="256"/>
                    </a:cubicBezTo>
                    <a:close/>
                    <a:moveTo>
                      <a:pt x="533" y="312"/>
                    </a:moveTo>
                    <a:cubicBezTo>
                      <a:pt x="533" y="311"/>
                      <a:pt x="533" y="310"/>
                      <a:pt x="534" y="310"/>
                    </a:cubicBezTo>
                    <a:cubicBezTo>
                      <a:pt x="536" y="308"/>
                      <a:pt x="535" y="313"/>
                      <a:pt x="533" y="312"/>
                    </a:cubicBezTo>
                    <a:close/>
                    <a:moveTo>
                      <a:pt x="533" y="230"/>
                    </a:moveTo>
                    <a:cubicBezTo>
                      <a:pt x="534" y="229"/>
                      <a:pt x="535" y="232"/>
                      <a:pt x="533" y="231"/>
                    </a:cubicBezTo>
                    <a:cubicBezTo>
                      <a:pt x="533" y="231"/>
                      <a:pt x="533" y="230"/>
                      <a:pt x="533" y="230"/>
                    </a:cubicBezTo>
                    <a:close/>
                    <a:moveTo>
                      <a:pt x="531" y="215"/>
                    </a:moveTo>
                    <a:cubicBezTo>
                      <a:pt x="530" y="213"/>
                      <a:pt x="535" y="211"/>
                      <a:pt x="535" y="214"/>
                    </a:cubicBezTo>
                    <a:cubicBezTo>
                      <a:pt x="535" y="215"/>
                      <a:pt x="531" y="217"/>
                      <a:pt x="531" y="215"/>
                    </a:cubicBezTo>
                    <a:close/>
                    <a:moveTo>
                      <a:pt x="530" y="135"/>
                    </a:moveTo>
                    <a:cubicBezTo>
                      <a:pt x="532" y="134"/>
                      <a:pt x="534" y="133"/>
                      <a:pt x="536" y="131"/>
                    </a:cubicBezTo>
                    <a:cubicBezTo>
                      <a:pt x="535" y="134"/>
                      <a:pt x="532" y="134"/>
                      <a:pt x="530" y="135"/>
                    </a:cubicBezTo>
                    <a:close/>
                    <a:moveTo>
                      <a:pt x="598" y="198"/>
                    </a:moveTo>
                    <a:cubicBezTo>
                      <a:pt x="598" y="198"/>
                      <a:pt x="597" y="199"/>
                      <a:pt x="597" y="199"/>
                    </a:cubicBezTo>
                    <a:cubicBezTo>
                      <a:pt x="596" y="198"/>
                      <a:pt x="598" y="198"/>
                      <a:pt x="598" y="198"/>
                    </a:cubicBezTo>
                    <a:close/>
                    <a:moveTo>
                      <a:pt x="596" y="204"/>
                    </a:moveTo>
                    <a:cubicBezTo>
                      <a:pt x="598" y="202"/>
                      <a:pt x="597" y="205"/>
                      <a:pt x="596" y="205"/>
                    </a:cubicBezTo>
                    <a:cubicBezTo>
                      <a:pt x="596" y="204"/>
                      <a:pt x="596" y="204"/>
                      <a:pt x="596" y="204"/>
                    </a:cubicBezTo>
                    <a:close/>
                    <a:moveTo>
                      <a:pt x="596" y="235"/>
                    </a:moveTo>
                    <a:cubicBezTo>
                      <a:pt x="597" y="235"/>
                      <a:pt x="598" y="234"/>
                      <a:pt x="598" y="235"/>
                    </a:cubicBezTo>
                    <a:cubicBezTo>
                      <a:pt x="601" y="237"/>
                      <a:pt x="594" y="238"/>
                      <a:pt x="596" y="235"/>
                    </a:cubicBezTo>
                    <a:close/>
                    <a:moveTo>
                      <a:pt x="599" y="282"/>
                    </a:moveTo>
                    <a:cubicBezTo>
                      <a:pt x="598" y="284"/>
                      <a:pt x="597" y="283"/>
                      <a:pt x="599" y="282"/>
                    </a:cubicBezTo>
                    <a:close/>
                    <a:moveTo>
                      <a:pt x="594" y="323"/>
                    </a:moveTo>
                    <a:cubicBezTo>
                      <a:pt x="594" y="322"/>
                      <a:pt x="595" y="322"/>
                      <a:pt x="595" y="322"/>
                    </a:cubicBezTo>
                    <a:cubicBezTo>
                      <a:pt x="597" y="323"/>
                      <a:pt x="593" y="325"/>
                      <a:pt x="594" y="323"/>
                    </a:cubicBezTo>
                    <a:close/>
                    <a:moveTo>
                      <a:pt x="596" y="370"/>
                    </a:moveTo>
                    <a:cubicBezTo>
                      <a:pt x="597" y="370"/>
                      <a:pt x="594" y="371"/>
                      <a:pt x="596" y="370"/>
                    </a:cubicBezTo>
                    <a:close/>
                    <a:moveTo>
                      <a:pt x="594" y="263"/>
                    </a:moveTo>
                    <a:cubicBezTo>
                      <a:pt x="595" y="262"/>
                      <a:pt x="596" y="264"/>
                      <a:pt x="594" y="263"/>
                    </a:cubicBezTo>
                    <a:close/>
                    <a:moveTo>
                      <a:pt x="594" y="231"/>
                    </a:moveTo>
                    <a:cubicBezTo>
                      <a:pt x="595" y="231"/>
                      <a:pt x="594" y="232"/>
                      <a:pt x="594" y="231"/>
                    </a:cubicBezTo>
                    <a:cubicBezTo>
                      <a:pt x="594" y="231"/>
                      <a:pt x="594" y="231"/>
                      <a:pt x="594" y="231"/>
                    </a:cubicBezTo>
                    <a:close/>
                    <a:moveTo>
                      <a:pt x="592" y="198"/>
                    </a:moveTo>
                    <a:cubicBezTo>
                      <a:pt x="594" y="196"/>
                      <a:pt x="594" y="199"/>
                      <a:pt x="592" y="198"/>
                    </a:cubicBezTo>
                    <a:close/>
                    <a:moveTo>
                      <a:pt x="594" y="244"/>
                    </a:moveTo>
                    <a:cubicBezTo>
                      <a:pt x="594" y="245"/>
                      <a:pt x="593" y="245"/>
                      <a:pt x="591" y="246"/>
                    </a:cubicBezTo>
                    <a:cubicBezTo>
                      <a:pt x="592" y="245"/>
                      <a:pt x="593" y="244"/>
                      <a:pt x="594" y="244"/>
                    </a:cubicBezTo>
                    <a:close/>
                    <a:moveTo>
                      <a:pt x="589" y="200"/>
                    </a:moveTo>
                    <a:cubicBezTo>
                      <a:pt x="590" y="201"/>
                      <a:pt x="588" y="202"/>
                      <a:pt x="588" y="202"/>
                    </a:cubicBezTo>
                    <a:cubicBezTo>
                      <a:pt x="588" y="201"/>
                      <a:pt x="589" y="201"/>
                      <a:pt x="589" y="200"/>
                    </a:cubicBezTo>
                    <a:close/>
                    <a:moveTo>
                      <a:pt x="591" y="200"/>
                    </a:moveTo>
                    <a:cubicBezTo>
                      <a:pt x="590" y="203"/>
                      <a:pt x="589" y="206"/>
                      <a:pt x="586" y="208"/>
                    </a:cubicBezTo>
                    <a:cubicBezTo>
                      <a:pt x="588" y="206"/>
                      <a:pt x="589" y="203"/>
                      <a:pt x="591" y="200"/>
                    </a:cubicBezTo>
                    <a:close/>
                    <a:moveTo>
                      <a:pt x="590" y="339"/>
                    </a:moveTo>
                    <a:cubicBezTo>
                      <a:pt x="591" y="338"/>
                      <a:pt x="590" y="340"/>
                      <a:pt x="590" y="339"/>
                    </a:cubicBezTo>
                    <a:close/>
                    <a:moveTo>
                      <a:pt x="590" y="246"/>
                    </a:moveTo>
                    <a:cubicBezTo>
                      <a:pt x="591" y="246"/>
                      <a:pt x="591" y="246"/>
                      <a:pt x="590" y="246"/>
                    </a:cubicBezTo>
                    <a:close/>
                    <a:moveTo>
                      <a:pt x="590" y="246"/>
                    </a:moveTo>
                    <a:cubicBezTo>
                      <a:pt x="590" y="246"/>
                      <a:pt x="590" y="247"/>
                      <a:pt x="590" y="247"/>
                    </a:cubicBezTo>
                    <a:cubicBezTo>
                      <a:pt x="590" y="247"/>
                      <a:pt x="590" y="247"/>
                      <a:pt x="590" y="247"/>
                    </a:cubicBezTo>
                    <a:cubicBezTo>
                      <a:pt x="590" y="247"/>
                      <a:pt x="590" y="247"/>
                      <a:pt x="590" y="246"/>
                    </a:cubicBezTo>
                    <a:close/>
                    <a:moveTo>
                      <a:pt x="587" y="206"/>
                    </a:moveTo>
                    <a:cubicBezTo>
                      <a:pt x="587" y="206"/>
                      <a:pt x="586" y="205"/>
                      <a:pt x="586" y="205"/>
                    </a:cubicBezTo>
                    <a:cubicBezTo>
                      <a:pt x="587" y="204"/>
                      <a:pt x="587" y="208"/>
                      <a:pt x="587" y="206"/>
                    </a:cubicBezTo>
                    <a:close/>
                    <a:moveTo>
                      <a:pt x="586" y="210"/>
                    </a:moveTo>
                    <a:cubicBezTo>
                      <a:pt x="587" y="211"/>
                      <a:pt x="585" y="212"/>
                      <a:pt x="585" y="213"/>
                    </a:cubicBezTo>
                    <a:cubicBezTo>
                      <a:pt x="584" y="212"/>
                      <a:pt x="586" y="210"/>
                      <a:pt x="586" y="210"/>
                    </a:cubicBezTo>
                    <a:close/>
                    <a:moveTo>
                      <a:pt x="585" y="229"/>
                    </a:moveTo>
                    <a:cubicBezTo>
                      <a:pt x="586" y="228"/>
                      <a:pt x="585" y="230"/>
                      <a:pt x="584" y="230"/>
                    </a:cubicBezTo>
                    <a:cubicBezTo>
                      <a:pt x="584" y="230"/>
                      <a:pt x="585" y="229"/>
                      <a:pt x="585" y="229"/>
                    </a:cubicBezTo>
                    <a:close/>
                    <a:moveTo>
                      <a:pt x="584" y="214"/>
                    </a:moveTo>
                    <a:cubicBezTo>
                      <a:pt x="584" y="212"/>
                      <a:pt x="585" y="214"/>
                      <a:pt x="584" y="214"/>
                    </a:cubicBezTo>
                    <a:close/>
                    <a:moveTo>
                      <a:pt x="583" y="250"/>
                    </a:moveTo>
                    <a:cubicBezTo>
                      <a:pt x="583" y="250"/>
                      <a:pt x="583" y="251"/>
                      <a:pt x="582" y="251"/>
                    </a:cubicBezTo>
                    <a:cubicBezTo>
                      <a:pt x="582" y="251"/>
                      <a:pt x="581" y="251"/>
                      <a:pt x="581" y="251"/>
                    </a:cubicBezTo>
                    <a:cubicBezTo>
                      <a:pt x="582" y="251"/>
                      <a:pt x="583" y="251"/>
                      <a:pt x="583" y="250"/>
                    </a:cubicBezTo>
                    <a:close/>
                    <a:moveTo>
                      <a:pt x="579" y="195"/>
                    </a:moveTo>
                    <a:cubicBezTo>
                      <a:pt x="578" y="194"/>
                      <a:pt x="581" y="195"/>
                      <a:pt x="579" y="195"/>
                    </a:cubicBezTo>
                    <a:close/>
                    <a:moveTo>
                      <a:pt x="578" y="186"/>
                    </a:moveTo>
                    <a:cubicBezTo>
                      <a:pt x="578" y="188"/>
                      <a:pt x="573" y="190"/>
                      <a:pt x="572" y="187"/>
                    </a:cubicBezTo>
                    <a:cubicBezTo>
                      <a:pt x="571" y="184"/>
                      <a:pt x="579" y="182"/>
                      <a:pt x="578" y="186"/>
                    </a:cubicBezTo>
                    <a:close/>
                    <a:moveTo>
                      <a:pt x="576" y="196"/>
                    </a:moveTo>
                    <a:cubicBezTo>
                      <a:pt x="576" y="196"/>
                      <a:pt x="576" y="196"/>
                      <a:pt x="576" y="196"/>
                    </a:cubicBezTo>
                    <a:cubicBezTo>
                      <a:pt x="577" y="198"/>
                      <a:pt x="574" y="195"/>
                      <a:pt x="576" y="196"/>
                    </a:cubicBezTo>
                    <a:close/>
                    <a:moveTo>
                      <a:pt x="573" y="191"/>
                    </a:moveTo>
                    <a:cubicBezTo>
                      <a:pt x="572" y="191"/>
                      <a:pt x="571" y="192"/>
                      <a:pt x="570" y="192"/>
                    </a:cubicBezTo>
                    <a:cubicBezTo>
                      <a:pt x="570" y="191"/>
                      <a:pt x="573" y="190"/>
                      <a:pt x="573" y="191"/>
                    </a:cubicBezTo>
                    <a:close/>
                    <a:moveTo>
                      <a:pt x="565" y="201"/>
                    </a:moveTo>
                    <a:cubicBezTo>
                      <a:pt x="565" y="202"/>
                      <a:pt x="563" y="202"/>
                      <a:pt x="563" y="201"/>
                    </a:cubicBezTo>
                    <a:cubicBezTo>
                      <a:pt x="563" y="200"/>
                      <a:pt x="564" y="200"/>
                      <a:pt x="565" y="201"/>
                    </a:cubicBezTo>
                    <a:close/>
                    <a:moveTo>
                      <a:pt x="569" y="202"/>
                    </a:moveTo>
                    <a:cubicBezTo>
                      <a:pt x="568" y="201"/>
                      <a:pt x="562" y="207"/>
                      <a:pt x="562" y="205"/>
                    </a:cubicBezTo>
                    <a:cubicBezTo>
                      <a:pt x="562" y="204"/>
                      <a:pt x="567" y="200"/>
                      <a:pt x="569" y="202"/>
                    </a:cubicBezTo>
                    <a:close/>
                    <a:moveTo>
                      <a:pt x="563" y="247"/>
                    </a:moveTo>
                    <a:cubicBezTo>
                      <a:pt x="563" y="247"/>
                      <a:pt x="561" y="248"/>
                      <a:pt x="561" y="248"/>
                    </a:cubicBezTo>
                    <a:cubicBezTo>
                      <a:pt x="560" y="247"/>
                      <a:pt x="562" y="245"/>
                      <a:pt x="563" y="247"/>
                    </a:cubicBezTo>
                    <a:close/>
                    <a:moveTo>
                      <a:pt x="562" y="189"/>
                    </a:moveTo>
                    <a:cubicBezTo>
                      <a:pt x="563" y="190"/>
                      <a:pt x="560" y="191"/>
                      <a:pt x="560" y="190"/>
                    </a:cubicBezTo>
                    <a:cubicBezTo>
                      <a:pt x="560" y="189"/>
                      <a:pt x="562" y="189"/>
                      <a:pt x="562" y="189"/>
                    </a:cubicBezTo>
                    <a:close/>
                    <a:moveTo>
                      <a:pt x="560" y="205"/>
                    </a:moveTo>
                    <a:cubicBezTo>
                      <a:pt x="563" y="203"/>
                      <a:pt x="562" y="209"/>
                      <a:pt x="560" y="207"/>
                    </a:cubicBezTo>
                    <a:cubicBezTo>
                      <a:pt x="558" y="207"/>
                      <a:pt x="560" y="205"/>
                      <a:pt x="560" y="205"/>
                    </a:cubicBezTo>
                    <a:close/>
                    <a:moveTo>
                      <a:pt x="560" y="264"/>
                    </a:moveTo>
                    <a:cubicBezTo>
                      <a:pt x="562" y="263"/>
                      <a:pt x="559" y="266"/>
                      <a:pt x="560" y="264"/>
                    </a:cubicBezTo>
                    <a:cubicBezTo>
                      <a:pt x="560" y="264"/>
                      <a:pt x="560" y="264"/>
                      <a:pt x="560" y="264"/>
                    </a:cubicBezTo>
                    <a:close/>
                    <a:moveTo>
                      <a:pt x="556" y="180"/>
                    </a:moveTo>
                    <a:cubicBezTo>
                      <a:pt x="557" y="181"/>
                      <a:pt x="555" y="182"/>
                      <a:pt x="555" y="181"/>
                    </a:cubicBezTo>
                    <a:cubicBezTo>
                      <a:pt x="555" y="181"/>
                      <a:pt x="556" y="181"/>
                      <a:pt x="556" y="180"/>
                    </a:cubicBezTo>
                    <a:close/>
                    <a:moveTo>
                      <a:pt x="554" y="138"/>
                    </a:moveTo>
                    <a:cubicBezTo>
                      <a:pt x="554" y="138"/>
                      <a:pt x="555" y="138"/>
                      <a:pt x="555" y="138"/>
                    </a:cubicBezTo>
                    <a:cubicBezTo>
                      <a:pt x="555" y="140"/>
                      <a:pt x="552" y="136"/>
                      <a:pt x="554" y="138"/>
                    </a:cubicBezTo>
                    <a:close/>
                    <a:moveTo>
                      <a:pt x="555" y="219"/>
                    </a:moveTo>
                    <a:cubicBezTo>
                      <a:pt x="555" y="219"/>
                      <a:pt x="554" y="221"/>
                      <a:pt x="553" y="221"/>
                    </a:cubicBezTo>
                    <a:cubicBezTo>
                      <a:pt x="553" y="220"/>
                      <a:pt x="554" y="218"/>
                      <a:pt x="555" y="219"/>
                    </a:cubicBezTo>
                    <a:close/>
                    <a:moveTo>
                      <a:pt x="553" y="245"/>
                    </a:moveTo>
                    <a:cubicBezTo>
                      <a:pt x="554" y="245"/>
                      <a:pt x="552" y="246"/>
                      <a:pt x="552" y="245"/>
                    </a:cubicBezTo>
                    <a:cubicBezTo>
                      <a:pt x="552" y="244"/>
                      <a:pt x="553" y="244"/>
                      <a:pt x="553" y="245"/>
                    </a:cubicBezTo>
                    <a:close/>
                    <a:moveTo>
                      <a:pt x="552" y="182"/>
                    </a:moveTo>
                    <a:cubicBezTo>
                      <a:pt x="552" y="182"/>
                      <a:pt x="552" y="182"/>
                      <a:pt x="552" y="182"/>
                    </a:cubicBezTo>
                    <a:cubicBezTo>
                      <a:pt x="552" y="182"/>
                      <a:pt x="552" y="182"/>
                      <a:pt x="552" y="182"/>
                    </a:cubicBezTo>
                    <a:cubicBezTo>
                      <a:pt x="552" y="182"/>
                      <a:pt x="552" y="182"/>
                      <a:pt x="552" y="182"/>
                    </a:cubicBezTo>
                    <a:cubicBezTo>
                      <a:pt x="552" y="182"/>
                      <a:pt x="552" y="182"/>
                      <a:pt x="552" y="182"/>
                    </a:cubicBezTo>
                    <a:cubicBezTo>
                      <a:pt x="552" y="182"/>
                      <a:pt x="552" y="182"/>
                      <a:pt x="552" y="182"/>
                    </a:cubicBezTo>
                    <a:close/>
                    <a:moveTo>
                      <a:pt x="552" y="133"/>
                    </a:moveTo>
                    <a:cubicBezTo>
                      <a:pt x="552" y="133"/>
                      <a:pt x="551" y="135"/>
                      <a:pt x="551" y="134"/>
                    </a:cubicBezTo>
                    <a:cubicBezTo>
                      <a:pt x="550" y="133"/>
                      <a:pt x="552" y="133"/>
                      <a:pt x="552" y="133"/>
                    </a:cubicBezTo>
                    <a:close/>
                    <a:moveTo>
                      <a:pt x="552" y="158"/>
                    </a:moveTo>
                    <a:cubicBezTo>
                      <a:pt x="552" y="159"/>
                      <a:pt x="550" y="160"/>
                      <a:pt x="550" y="159"/>
                    </a:cubicBezTo>
                    <a:cubicBezTo>
                      <a:pt x="550" y="158"/>
                      <a:pt x="551" y="158"/>
                      <a:pt x="552" y="158"/>
                    </a:cubicBezTo>
                    <a:close/>
                    <a:moveTo>
                      <a:pt x="552" y="177"/>
                    </a:moveTo>
                    <a:cubicBezTo>
                      <a:pt x="552" y="179"/>
                      <a:pt x="548" y="179"/>
                      <a:pt x="548" y="177"/>
                    </a:cubicBezTo>
                    <a:cubicBezTo>
                      <a:pt x="548" y="176"/>
                      <a:pt x="551" y="175"/>
                      <a:pt x="552" y="177"/>
                    </a:cubicBezTo>
                    <a:close/>
                    <a:moveTo>
                      <a:pt x="547" y="170"/>
                    </a:moveTo>
                    <a:cubicBezTo>
                      <a:pt x="548" y="170"/>
                      <a:pt x="547" y="171"/>
                      <a:pt x="546" y="171"/>
                    </a:cubicBezTo>
                    <a:cubicBezTo>
                      <a:pt x="546" y="170"/>
                      <a:pt x="547" y="170"/>
                      <a:pt x="547" y="170"/>
                    </a:cubicBezTo>
                    <a:close/>
                    <a:moveTo>
                      <a:pt x="547" y="166"/>
                    </a:moveTo>
                    <a:cubicBezTo>
                      <a:pt x="548" y="167"/>
                      <a:pt x="547" y="165"/>
                      <a:pt x="547" y="166"/>
                    </a:cubicBezTo>
                    <a:close/>
                    <a:moveTo>
                      <a:pt x="548" y="133"/>
                    </a:moveTo>
                    <a:cubicBezTo>
                      <a:pt x="548" y="134"/>
                      <a:pt x="547" y="134"/>
                      <a:pt x="546" y="134"/>
                    </a:cubicBezTo>
                    <a:cubicBezTo>
                      <a:pt x="546" y="133"/>
                      <a:pt x="547" y="134"/>
                      <a:pt x="548" y="133"/>
                    </a:cubicBezTo>
                    <a:close/>
                    <a:moveTo>
                      <a:pt x="547" y="176"/>
                    </a:moveTo>
                    <a:cubicBezTo>
                      <a:pt x="547" y="177"/>
                      <a:pt x="545" y="176"/>
                      <a:pt x="547" y="176"/>
                    </a:cubicBezTo>
                    <a:close/>
                    <a:moveTo>
                      <a:pt x="546" y="168"/>
                    </a:moveTo>
                    <a:cubicBezTo>
                      <a:pt x="546" y="169"/>
                      <a:pt x="544" y="170"/>
                      <a:pt x="544" y="168"/>
                    </a:cubicBezTo>
                    <a:cubicBezTo>
                      <a:pt x="545" y="168"/>
                      <a:pt x="545" y="168"/>
                      <a:pt x="546" y="168"/>
                    </a:cubicBezTo>
                    <a:close/>
                    <a:moveTo>
                      <a:pt x="545" y="141"/>
                    </a:moveTo>
                    <a:cubicBezTo>
                      <a:pt x="546" y="143"/>
                      <a:pt x="542" y="142"/>
                      <a:pt x="542" y="141"/>
                    </a:cubicBezTo>
                    <a:cubicBezTo>
                      <a:pt x="543" y="140"/>
                      <a:pt x="545" y="140"/>
                      <a:pt x="545" y="141"/>
                    </a:cubicBezTo>
                    <a:close/>
                    <a:moveTo>
                      <a:pt x="540" y="150"/>
                    </a:moveTo>
                    <a:cubicBezTo>
                      <a:pt x="540" y="150"/>
                      <a:pt x="538" y="151"/>
                      <a:pt x="537" y="150"/>
                    </a:cubicBezTo>
                    <a:cubicBezTo>
                      <a:pt x="537" y="149"/>
                      <a:pt x="539" y="148"/>
                      <a:pt x="540" y="150"/>
                    </a:cubicBezTo>
                    <a:close/>
                    <a:moveTo>
                      <a:pt x="537" y="158"/>
                    </a:moveTo>
                    <a:cubicBezTo>
                      <a:pt x="537" y="158"/>
                      <a:pt x="538" y="157"/>
                      <a:pt x="538" y="157"/>
                    </a:cubicBezTo>
                    <a:cubicBezTo>
                      <a:pt x="539" y="157"/>
                      <a:pt x="537" y="159"/>
                      <a:pt x="537" y="158"/>
                    </a:cubicBezTo>
                    <a:close/>
                    <a:moveTo>
                      <a:pt x="538" y="165"/>
                    </a:moveTo>
                    <a:cubicBezTo>
                      <a:pt x="538" y="165"/>
                      <a:pt x="540" y="163"/>
                      <a:pt x="540" y="165"/>
                    </a:cubicBezTo>
                    <a:cubicBezTo>
                      <a:pt x="540" y="164"/>
                      <a:pt x="539" y="166"/>
                      <a:pt x="538" y="165"/>
                    </a:cubicBezTo>
                    <a:close/>
                    <a:moveTo>
                      <a:pt x="540" y="214"/>
                    </a:moveTo>
                    <a:cubicBezTo>
                      <a:pt x="541" y="215"/>
                      <a:pt x="540" y="215"/>
                      <a:pt x="540" y="215"/>
                    </a:cubicBezTo>
                    <a:cubicBezTo>
                      <a:pt x="539" y="214"/>
                      <a:pt x="540" y="214"/>
                      <a:pt x="540" y="214"/>
                    </a:cubicBezTo>
                    <a:close/>
                    <a:moveTo>
                      <a:pt x="541" y="291"/>
                    </a:moveTo>
                    <a:cubicBezTo>
                      <a:pt x="540" y="291"/>
                      <a:pt x="539" y="291"/>
                      <a:pt x="540" y="290"/>
                    </a:cubicBezTo>
                    <a:cubicBezTo>
                      <a:pt x="540" y="289"/>
                      <a:pt x="541" y="290"/>
                      <a:pt x="541" y="291"/>
                    </a:cubicBezTo>
                    <a:close/>
                    <a:moveTo>
                      <a:pt x="541" y="212"/>
                    </a:moveTo>
                    <a:cubicBezTo>
                      <a:pt x="541" y="212"/>
                      <a:pt x="541" y="212"/>
                      <a:pt x="541" y="212"/>
                    </a:cubicBezTo>
                    <a:cubicBezTo>
                      <a:pt x="541" y="212"/>
                      <a:pt x="541" y="212"/>
                      <a:pt x="541" y="212"/>
                    </a:cubicBezTo>
                    <a:cubicBezTo>
                      <a:pt x="540" y="212"/>
                      <a:pt x="540" y="211"/>
                      <a:pt x="541" y="210"/>
                    </a:cubicBezTo>
                    <a:cubicBezTo>
                      <a:pt x="542" y="209"/>
                      <a:pt x="542" y="210"/>
                      <a:pt x="542" y="211"/>
                    </a:cubicBezTo>
                    <a:cubicBezTo>
                      <a:pt x="543" y="211"/>
                      <a:pt x="544" y="211"/>
                      <a:pt x="544" y="210"/>
                    </a:cubicBezTo>
                    <a:cubicBezTo>
                      <a:pt x="545" y="210"/>
                      <a:pt x="550" y="204"/>
                      <a:pt x="551" y="205"/>
                    </a:cubicBezTo>
                    <a:cubicBezTo>
                      <a:pt x="553" y="207"/>
                      <a:pt x="544" y="211"/>
                      <a:pt x="543" y="212"/>
                    </a:cubicBezTo>
                    <a:cubicBezTo>
                      <a:pt x="542" y="212"/>
                      <a:pt x="542" y="214"/>
                      <a:pt x="541" y="212"/>
                    </a:cubicBezTo>
                    <a:close/>
                    <a:moveTo>
                      <a:pt x="549" y="242"/>
                    </a:moveTo>
                    <a:cubicBezTo>
                      <a:pt x="549" y="242"/>
                      <a:pt x="547" y="242"/>
                      <a:pt x="547" y="241"/>
                    </a:cubicBezTo>
                    <a:cubicBezTo>
                      <a:pt x="547" y="241"/>
                      <a:pt x="549" y="240"/>
                      <a:pt x="549" y="242"/>
                    </a:cubicBezTo>
                    <a:close/>
                    <a:moveTo>
                      <a:pt x="543" y="245"/>
                    </a:moveTo>
                    <a:cubicBezTo>
                      <a:pt x="544" y="247"/>
                      <a:pt x="541" y="246"/>
                      <a:pt x="543" y="245"/>
                    </a:cubicBezTo>
                    <a:close/>
                    <a:moveTo>
                      <a:pt x="547" y="220"/>
                    </a:moveTo>
                    <a:cubicBezTo>
                      <a:pt x="546" y="220"/>
                      <a:pt x="546" y="220"/>
                      <a:pt x="546" y="220"/>
                    </a:cubicBezTo>
                    <a:cubicBezTo>
                      <a:pt x="545" y="220"/>
                      <a:pt x="547" y="219"/>
                      <a:pt x="547" y="220"/>
                    </a:cubicBezTo>
                    <a:close/>
                    <a:moveTo>
                      <a:pt x="546" y="265"/>
                    </a:moveTo>
                    <a:cubicBezTo>
                      <a:pt x="546" y="265"/>
                      <a:pt x="547" y="264"/>
                      <a:pt x="547" y="264"/>
                    </a:cubicBezTo>
                    <a:cubicBezTo>
                      <a:pt x="547" y="265"/>
                      <a:pt x="546" y="266"/>
                      <a:pt x="546" y="265"/>
                    </a:cubicBezTo>
                    <a:close/>
                    <a:moveTo>
                      <a:pt x="548" y="300"/>
                    </a:moveTo>
                    <a:cubicBezTo>
                      <a:pt x="548" y="299"/>
                      <a:pt x="548" y="299"/>
                      <a:pt x="548" y="299"/>
                    </a:cubicBezTo>
                    <a:cubicBezTo>
                      <a:pt x="549" y="299"/>
                      <a:pt x="548" y="301"/>
                      <a:pt x="548" y="300"/>
                    </a:cubicBezTo>
                    <a:close/>
                    <a:moveTo>
                      <a:pt x="547" y="280"/>
                    </a:moveTo>
                    <a:cubicBezTo>
                      <a:pt x="549" y="276"/>
                      <a:pt x="551" y="272"/>
                      <a:pt x="552" y="269"/>
                    </a:cubicBezTo>
                    <a:cubicBezTo>
                      <a:pt x="552" y="271"/>
                      <a:pt x="549" y="278"/>
                      <a:pt x="547" y="280"/>
                    </a:cubicBezTo>
                    <a:close/>
                    <a:moveTo>
                      <a:pt x="553" y="329"/>
                    </a:moveTo>
                    <a:cubicBezTo>
                      <a:pt x="553" y="329"/>
                      <a:pt x="553" y="329"/>
                      <a:pt x="553" y="329"/>
                    </a:cubicBezTo>
                    <a:cubicBezTo>
                      <a:pt x="553" y="329"/>
                      <a:pt x="553" y="329"/>
                      <a:pt x="553" y="329"/>
                    </a:cubicBezTo>
                    <a:close/>
                    <a:moveTo>
                      <a:pt x="551" y="261"/>
                    </a:moveTo>
                    <a:cubicBezTo>
                      <a:pt x="553" y="257"/>
                      <a:pt x="553" y="254"/>
                      <a:pt x="555" y="252"/>
                    </a:cubicBezTo>
                    <a:cubicBezTo>
                      <a:pt x="554" y="254"/>
                      <a:pt x="553" y="259"/>
                      <a:pt x="551" y="261"/>
                    </a:cubicBezTo>
                    <a:close/>
                    <a:moveTo>
                      <a:pt x="554" y="222"/>
                    </a:moveTo>
                    <a:cubicBezTo>
                      <a:pt x="555" y="221"/>
                      <a:pt x="556" y="222"/>
                      <a:pt x="554" y="222"/>
                    </a:cubicBezTo>
                    <a:close/>
                    <a:moveTo>
                      <a:pt x="554" y="184"/>
                    </a:moveTo>
                    <a:cubicBezTo>
                      <a:pt x="554" y="183"/>
                      <a:pt x="556" y="182"/>
                      <a:pt x="556" y="183"/>
                    </a:cubicBezTo>
                    <a:cubicBezTo>
                      <a:pt x="556" y="185"/>
                      <a:pt x="554" y="185"/>
                      <a:pt x="554" y="184"/>
                    </a:cubicBezTo>
                    <a:close/>
                    <a:moveTo>
                      <a:pt x="557" y="285"/>
                    </a:moveTo>
                    <a:cubicBezTo>
                      <a:pt x="557" y="283"/>
                      <a:pt x="556" y="286"/>
                      <a:pt x="557" y="285"/>
                    </a:cubicBezTo>
                    <a:close/>
                    <a:moveTo>
                      <a:pt x="560" y="320"/>
                    </a:moveTo>
                    <a:cubicBezTo>
                      <a:pt x="560" y="321"/>
                      <a:pt x="561" y="319"/>
                      <a:pt x="560" y="320"/>
                    </a:cubicBezTo>
                    <a:close/>
                    <a:moveTo>
                      <a:pt x="557" y="283"/>
                    </a:moveTo>
                    <a:cubicBezTo>
                      <a:pt x="556" y="281"/>
                      <a:pt x="561" y="279"/>
                      <a:pt x="561" y="281"/>
                    </a:cubicBezTo>
                    <a:cubicBezTo>
                      <a:pt x="562" y="283"/>
                      <a:pt x="558" y="284"/>
                      <a:pt x="557" y="283"/>
                    </a:cubicBezTo>
                    <a:close/>
                    <a:moveTo>
                      <a:pt x="562" y="258"/>
                    </a:moveTo>
                    <a:cubicBezTo>
                      <a:pt x="562" y="258"/>
                      <a:pt x="563" y="257"/>
                      <a:pt x="563" y="257"/>
                    </a:cubicBezTo>
                    <a:cubicBezTo>
                      <a:pt x="564" y="258"/>
                      <a:pt x="561" y="259"/>
                      <a:pt x="562" y="258"/>
                    </a:cubicBezTo>
                    <a:close/>
                    <a:moveTo>
                      <a:pt x="565" y="221"/>
                    </a:moveTo>
                    <a:cubicBezTo>
                      <a:pt x="564" y="221"/>
                      <a:pt x="564" y="219"/>
                      <a:pt x="565" y="220"/>
                    </a:cubicBezTo>
                    <a:cubicBezTo>
                      <a:pt x="565" y="220"/>
                      <a:pt x="565" y="221"/>
                      <a:pt x="565" y="221"/>
                    </a:cubicBezTo>
                    <a:close/>
                    <a:moveTo>
                      <a:pt x="566" y="206"/>
                    </a:moveTo>
                    <a:cubicBezTo>
                      <a:pt x="565" y="211"/>
                      <a:pt x="567" y="204"/>
                      <a:pt x="568" y="203"/>
                    </a:cubicBezTo>
                    <a:cubicBezTo>
                      <a:pt x="569" y="202"/>
                      <a:pt x="574" y="202"/>
                      <a:pt x="576" y="203"/>
                    </a:cubicBezTo>
                    <a:cubicBezTo>
                      <a:pt x="579" y="205"/>
                      <a:pt x="577" y="210"/>
                      <a:pt x="574" y="212"/>
                    </a:cubicBezTo>
                    <a:cubicBezTo>
                      <a:pt x="573" y="213"/>
                      <a:pt x="570" y="213"/>
                      <a:pt x="569" y="213"/>
                    </a:cubicBezTo>
                    <a:cubicBezTo>
                      <a:pt x="566" y="214"/>
                      <a:pt x="567" y="214"/>
                      <a:pt x="565" y="212"/>
                    </a:cubicBezTo>
                    <a:cubicBezTo>
                      <a:pt x="562" y="210"/>
                      <a:pt x="562" y="205"/>
                      <a:pt x="566" y="206"/>
                    </a:cubicBezTo>
                    <a:close/>
                    <a:moveTo>
                      <a:pt x="573" y="236"/>
                    </a:moveTo>
                    <a:cubicBezTo>
                      <a:pt x="575" y="234"/>
                      <a:pt x="572" y="237"/>
                      <a:pt x="573" y="236"/>
                    </a:cubicBezTo>
                    <a:close/>
                    <a:moveTo>
                      <a:pt x="571" y="238"/>
                    </a:moveTo>
                    <a:cubicBezTo>
                      <a:pt x="573" y="236"/>
                      <a:pt x="569" y="239"/>
                      <a:pt x="571" y="238"/>
                    </a:cubicBezTo>
                    <a:close/>
                    <a:moveTo>
                      <a:pt x="569" y="326"/>
                    </a:moveTo>
                    <a:cubicBezTo>
                      <a:pt x="568" y="326"/>
                      <a:pt x="569" y="325"/>
                      <a:pt x="569" y="325"/>
                    </a:cubicBezTo>
                    <a:cubicBezTo>
                      <a:pt x="570" y="324"/>
                      <a:pt x="570" y="327"/>
                      <a:pt x="569" y="326"/>
                    </a:cubicBezTo>
                    <a:close/>
                    <a:moveTo>
                      <a:pt x="567" y="224"/>
                    </a:moveTo>
                    <a:cubicBezTo>
                      <a:pt x="566" y="223"/>
                      <a:pt x="567" y="222"/>
                      <a:pt x="567" y="222"/>
                    </a:cubicBezTo>
                    <a:cubicBezTo>
                      <a:pt x="568" y="222"/>
                      <a:pt x="567" y="223"/>
                      <a:pt x="567" y="224"/>
                    </a:cubicBezTo>
                    <a:close/>
                    <a:moveTo>
                      <a:pt x="567" y="311"/>
                    </a:moveTo>
                    <a:cubicBezTo>
                      <a:pt x="568" y="312"/>
                      <a:pt x="566" y="312"/>
                      <a:pt x="567" y="311"/>
                    </a:cubicBezTo>
                    <a:close/>
                    <a:moveTo>
                      <a:pt x="565" y="280"/>
                    </a:moveTo>
                    <a:cubicBezTo>
                      <a:pt x="565" y="277"/>
                      <a:pt x="567" y="277"/>
                      <a:pt x="565" y="280"/>
                    </a:cubicBezTo>
                    <a:close/>
                    <a:moveTo>
                      <a:pt x="566" y="411"/>
                    </a:moveTo>
                    <a:cubicBezTo>
                      <a:pt x="568" y="409"/>
                      <a:pt x="569" y="406"/>
                      <a:pt x="572" y="405"/>
                    </a:cubicBezTo>
                    <a:cubicBezTo>
                      <a:pt x="570" y="407"/>
                      <a:pt x="568" y="410"/>
                      <a:pt x="566" y="411"/>
                    </a:cubicBezTo>
                    <a:close/>
                    <a:moveTo>
                      <a:pt x="571" y="279"/>
                    </a:moveTo>
                    <a:cubicBezTo>
                      <a:pt x="571" y="279"/>
                      <a:pt x="573" y="279"/>
                      <a:pt x="572" y="279"/>
                    </a:cubicBezTo>
                    <a:cubicBezTo>
                      <a:pt x="572" y="280"/>
                      <a:pt x="571" y="280"/>
                      <a:pt x="571" y="279"/>
                    </a:cubicBezTo>
                    <a:close/>
                    <a:moveTo>
                      <a:pt x="573" y="383"/>
                    </a:moveTo>
                    <a:cubicBezTo>
                      <a:pt x="571" y="382"/>
                      <a:pt x="573" y="380"/>
                      <a:pt x="574" y="379"/>
                    </a:cubicBezTo>
                    <a:cubicBezTo>
                      <a:pt x="577" y="377"/>
                      <a:pt x="575" y="384"/>
                      <a:pt x="573" y="383"/>
                    </a:cubicBezTo>
                    <a:close/>
                    <a:moveTo>
                      <a:pt x="578" y="218"/>
                    </a:moveTo>
                    <a:cubicBezTo>
                      <a:pt x="583" y="216"/>
                      <a:pt x="584" y="224"/>
                      <a:pt x="580" y="226"/>
                    </a:cubicBezTo>
                    <a:cubicBezTo>
                      <a:pt x="573" y="230"/>
                      <a:pt x="572" y="220"/>
                      <a:pt x="578" y="218"/>
                    </a:cubicBezTo>
                    <a:close/>
                    <a:moveTo>
                      <a:pt x="577" y="295"/>
                    </a:moveTo>
                    <a:cubicBezTo>
                      <a:pt x="577" y="295"/>
                      <a:pt x="577" y="295"/>
                      <a:pt x="577" y="296"/>
                    </a:cubicBezTo>
                    <a:cubicBezTo>
                      <a:pt x="576" y="296"/>
                      <a:pt x="577" y="295"/>
                      <a:pt x="577" y="295"/>
                    </a:cubicBezTo>
                    <a:close/>
                    <a:moveTo>
                      <a:pt x="577" y="425"/>
                    </a:moveTo>
                    <a:cubicBezTo>
                      <a:pt x="576" y="426"/>
                      <a:pt x="578" y="423"/>
                      <a:pt x="577" y="425"/>
                    </a:cubicBezTo>
                    <a:close/>
                    <a:moveTo>
                      <a:pt x="577" y="371"/>
                    </a:moveTo>
                    <a:cubicBezTo>
                      <a:pt x="576" y="370"/>
                      <a:pt x="578" y="370"/>
                      <a:pt x="577" y="371"/>
                    </a:cubicBezTo>
                    <a:close/>
                    <a:moveTo>
                      <a:pt x="577" y="297"/>
                    </a:moveTo>
                    <a:cubicBezTo>
                      <a:pt x="578" y="296"/>
                      <a:pt x="578" y="297"/>
                      <a:pt x="578" y="297"/>
                    </a:cubicBezTo>
                    <a:cubicBezTo>
                      <a:pt x="579" y="299"/>
                      <a:pt x="576" y="297"/>
                      <a:pt x="577" y="297"/>
                    </a:cubicBezTo>
                    <a:close/>
                    <a:moveTo>
                      <a:pt x="580" y="277"/>
                    </a:moveTo>
                    <a:cubicBezTo>
                      <a:pt x="580" y="277"/>
                      <a:pt x="580" y="277"/>
                      <a:pt x="580" y="277"/>
                    </a:cubicBezTo>
                    <a:cubicBezTo>
                      <a:pt x="581" y="277"/>
                      <a:pt x="579" y="278"/>
                      <a:pt x="580" y="277"/>
                    </a:cubicBezTo>
                    <a:close/>
                    <a:moveTo>
                      <a:pt x="580" y="387"/>
                    </a:moveTo>
                    <a:cubicBezTo>
                      <a:pt x="580" y="386"/>
                      <a:pt x="582" y="385"/>
                      <a:pt x="582" y="384"/>
                    </a:cubicBezTo>
                    <a:cubicBezTo>
                      <a:pt x="583" y="385"/>
                      <a:pt x="581" y="386"/>
                      <a:pt x="580" y="387"/>
                    </a:cubicBezTo>
                    <a:close/>
                    <a:moveTo>
                      <a:pt x="578" y="268"/>
                    </a:moveTo>
                    <a:cubicBezTo>
                      <a:pt x="578" y="266"/>
                      <a:pt x="584" y="266"/>
                      <a:pt x="582" y="269"/>
                    </a:cubicBezTo>
                    <a:cubicBezTo>
                      <a:pt x="582" y="271"/>
                      <a:pt x="578" y="270"/>
                      <a:pt x="578" y="268"/>
                    </a:cubicBezTo>
                    <a:close/>
                    <a:moveTo>
                      <a:pt x="582" y="302"/>
                    </a:moveTo>
                    <a:cubicBezTo>
                      <a:pt x="582" y="302"/>
                      <a:pt x="582" y="301"/>
                      <a:pt x="583" y="301"/>
                    </a:cubicBezTo>
                    <a:cubicBezTo>
                      <a:pt x="585" y="299"/>
                      <a:pt x="584" y="304"/>
                      <a:pt x="582" y="302"/>
                    </a:cubicBezTo>
                    <a:close/>
                    <a:moveTo>
                      <a:pt x="584" y="367"/>
                    </a:moveTo>
                    <a:cubicBezTo>
                      <a:pt x="584" y="369"/>
                      <a:pt x="582" y="368"/>
                      <a:pt x="584" y="367"/>
                    </a:cubicBezTo>
                    <a:close/>
                    <a:moveTo>
                      <a:pt x="584" y="364"/>
                    </a:moveTo>
                    <a:cubicBezTo>
                      <a:pt x="584" y="363"/>
                      <a:pt x="584" y="363"/>
                      <a:pt x="585" y="363"/>
                    </a:cubicBezTo>
                    <a:cubicBezTo>
                      <a:pt x="586" y="363"/>
                      <a:pt x="583" y="365"/>
                      <a:pt x="584" y="364"/>
                    </a:cubicBezTo>
                    <a:close/>
                    <a:moveTo>
                      <a:pt x="585" y="305"/>
                    </a:moveTo>
                    <a:cubicBezTo>
                      <a:pt x="585" y="305"/>
                      <a:pt x="586" y="304"/>
                      <a:pt x="586" y="305"/>
                    </a:cubicBezTo>
                    <a:cubicBezTo>
                      <a:pt x="587" y="305"/>
                      <a:pt x="585" y="306"/>
                      <a:pt x="585" y="305"/>
                    </a:cubicBezTo>
                    <a:close/>
                    <a:moveTo>
                      <a:pt x="585" y="289"/>
                    </a:moveTo>
                    <a:cubicBezTo>
                      <a:pt x="585" y="288"/>
                      <a:pt x="586" y="288"/>
                      <a:pt x="586" y="288"/>
                    </a:cubicBezTo>
                    <a:cubicBezTo>
                      <a:pt x="586" y="288"/>
                      <a:pt x="585" y="289"/>
                      <a:pt x="585" y="289"/>
                    </a:cubicBezTo>
                    <a:close/>
                    <a:moveTo>
                      <a:pt x="585" y="250"/>
                    </a:moveTo>
                    <a:cubicBezTo>
                      <a:pt x="586" y="249"/>
                      <a:pt x="587" y="248"/>
                      <a:pt x="589" y="247"/>
                    </a:cubicBezTo>
                    <a:cubicBezTo>
                      <a:pt x="588" y="248"/>
                      <a:pt x="586" y="249"/>
                      <a:pt x="585" y="250"/>
                    </a:cubicBezTo>
                    <a:close/>
                    <a:moveTo>
                      <a:pt x="590" y="437"/>
                    </a:moveTo>
                    <a:cubicBezTo>
                      <a:pt x="589" y="435"/>
                      <a:pt x="591" y="433"/>
                      <a:pt x="593" y="431"/>
                    </a:cubicBezTo>
                    <a:cubicBezTo>
                      <a:pt x="592" y="433"/>
                      <a:pt x="591" y="435"/>
                      <a:pt x="590" y="437"/>
                    </a:cubicBezTo>
                    <a:close/>
                    <a:moveTo>
                      <a:pt x="594" y="251"/>
                    </a:moveTo>
                    <a:cubicBezTo>
                      <a:pt x="596" y="250"/>
                      <a:pt x="595" y="255"/>
                      <a:pt x="593" y="253"/>
                    </a:cubicBezTo>
                    <a:cubicBezTo>
                      <a:pt x="593" y="253"/>
                      <a:pt x="593" y="252"/>
                      <a:pt x="594" y="251"/>
                    </a:cubicBezTo>
                    <a:close/>
                    <a:moveTo>
                      <a:pt x="594" y="357"/>
                    </a:moveTo>
                    <a:cubicBezTo>
                      <a:pt x="594" y="357"/>
                      <a:pt x="594" y="356"/>
                      <a:pt x="595" y="356"/>
                    </a:cubicBezTo>
                    <a:cubicBezTo>
                      <a:pt x="596" y="357"/>
                      <a:pt x="592" y="359"/>
                      <a:pt x="594" y="357"/>
                    </a:cubicBezTo>
                    <a:close/>
                    <a:moveTo>
                      <a:pt x="595" y="371"/>
                    </a:moveTo>
                    <a:cubicBezTo>
                      <a:pt x="595" y="372"/>
                      <a:pt x="594" y="373"/>
                      <a:pt x="593" y="373"/>
                    </a:cubicBezTo>
                    <a:cubicBezTo>
                      <a:pt x="593" y="372"/>
                      <a:pt x="594" y="371"/>
                      <a:pt x="595" y="371"/>
                    </a:cubicBezTo>
                    <a:close/>
                    <a:moveTo>
                      <a:pt x="593" y="429"/>
                    </a:moveTo>
                    <a:cubicBezTo>
                      <a:pt x="593" y="429"/>
                      <a:pt x="593" y="429"/>
                      <a:pt x="593" y="429"/>
                    </a:cubicBezTo>
                    <a:cubicBezTo>
                      <a:pt x="593" y="429"/>
                      <a:pt x="593" y="429"/>
                      <a:pt x="593" y="429"/>
                    </a:cubicBezTo>
                    <a:cubicBezTo>
                      <a:pt x="593" y="429"/>
                      <a:pt x="593" y="429"/>
                      <a:pt x="593" y="429"/>
                    </a:cubicBezTo>
                    <a:close/>
                    <a:moveTo>
                      <a:pt x="594" y="472"/>
                    </a:moveTo>
                    <a:cubicBezTo>
                      <a:pt x="594" y="472"/>
                      <a:pt x="595" y="470"/>
                      <a:pt x="595" y="470"/>
                    </a:cubicBezTo>
                    <a:cubicBezTo>
                      <a:pt x="596" y="471"/>
                      <a:pt x="594" y="472"/>
                      <a:pt x="594" y="472"/>
                    </a:cubicBezTo>
                    <a:close/>
                    <a:moveTo>
                      <a:pt x="598" y="422"/>
                    </a:moveTo>
                    <a:cubicBezTo>
                      <a:pt x="598" y="423"/>
                      <a:pt x="596" y="426"/>
                      <a:pt x="594" y="428"/>
                    </a:cubicBezTo>
                    <a:cubicBezTo>
                      <a:pt x="594" y="425"/>
                      <a:pt x="599" y="418"/>
                      <a:pt x="598" y="422"/>
                    </a:cubicBezTo>
                    <a:close/>
                    <a:moveTo>
                      <a:pt x="595" y="356"/>
                    </a:moveTo>
                    <a:cubicBezTo>
                      <a:pt x="596" y="355"/>
                      <a:pt x="597" y="354"/>
                      <a:pt x="599" y="353"/>
                    </a:cubicBezTo>
                    <a:cubicBezTo>
                      <a:pt x="598" y="355"/>
                      <a:pt x="597" y="355"/>
                      <a:pt x="595" y="356"/>
                    </a:cubicBezTo>
                    <a:close/>
                    <a:moveTo>
                      <a:pt x="686" y="310"/>
                    </a:moveTo>
                    <a:cubicBezTo>
                      <a:pt x="686" y="309"/>
                      <a:pt x="686" y="312"/>
                      <a:pt x="686" y="310"/>
                    </a:cubicBezTo>
                    <a:close/>
                    <a:moveTo>
                      <a:pt x="679" y="298"/>
                    </a:moveTo>
                    <a:cubicBezTo>
                      <a:pt x="682" y="297"/>
                      <a:pt x="678" y="302"/>
                      <a:pt x="678" y="299"/>
                    </a:cubicBezTo>
                    <a:cubicBezTo>
                      <a:pt x="678" y="299"/>
                      <a:pt x="678" y="298"/>
                      <a:pt x="679" y="298"/>
                    </a:cubicBezTo>
                    <a:close/>
                    <a:moveTo>
                      <a:pt x="676" y="297"/>
                    </a:moveTo>
                    <a:cubicBezTo>
                      <a:pt x="677" y="295"/>
                      <a:pt x="676" y="298"/>
                      <a:pt x="676" y="297"/>
                    </a:cubicBezTo>
                    <a:close/>
                    <a:moveTo>
                      <a:pt x="671" y="307"/>
                    </a:moveTo>
                    <a:cubicBezTo>
                      <a:pt x="671" y="307"/>
                      <a:pt x="672" y="308"/>
                      <a:pt x="671" y="308"/>
                    </a:cubicBezTo>
                    <a:cubicBezTo>
                      <a:pt x="670" y="309"/>
                      <a:pt x="671" y="307"/>
                      <a:pt x="671" y="307"/>
                    </a:cubicBezTo>
                    <a:close/>
                    <a:moveTo>
                      <a:pt x="672" y="331"/>
                    </a:moveTo>
                    <a:cubicBezTo>
                      <a:pt x="672" y="331"/>
                      <a:pt x="675" y="326"/>
                      <a:pt x="675" y="328"/>
                    </a:cubicBezTo>
                    <a:cubicBezTo>
                      <a:pt x="675" y="331"/>
                      <a:pt x="670" y="334"/>
                      <a:pt x="668" y="337"/>
                    </a:cubicBezTo>
                    <a:cubicBezTo>
                      <a:pt x="669" y="335"/>
                      <a:pt x="671" y="333"/>
                      <a:pt x="672" y="331"/>
                    </a:cubicBezTo>
                    <a:close/>
                    <a:moveTo>
                      <a:pt x="669" y="271"/>
                    </a:moveTo>
                    <a:cubicBezTo>
                      <a:pt x="668" y="270"/>
                      <a:pt x="671" y="264"/>
                      <a:pt x="672" y="266"/>
                    </a:cubicBezTo>
                    <a:cubicBezTo>
                      <a:pt x="674" y="267"/>
                      <a:pt x="670" y="270"/>
                      <a:pt x="669" y="271"/>
                    </a:cubicBezTo>
                    <a:close/>
                    <a:moveTo>
                      <a:pt x="674" y="235"/>
                    </a:moveTo>
                    <a:cubicBezTo>
                      <a:pt x="673" y="236"/>
                      <a:pt x="675" y="233"/>
                      <a:pt x="674" y="235"/>
                    </a:cubicBezTo>
                    <a:close/>
                    <a:moveTo>
                      <a:pt x="676" y="252"/>
                    </a:moveTo>
                    <a:cubicBezTo>
                      <a:pt x="676" y="250"/>
                      <a:pt x="677" y="251"/>
                      <a:pt x="676" y="252"/>
                    </a:cubicBezTo>
                    <a:close/>
                    <a:moveTo>
                      <a:pt x="673" y="222"/>
                    </a:moveTo>
                    <a:cubicBezTo>
                      <a:pt x="674" y="221"/>
                      <a:pt x="676" y="222"/>
                      <a:pt x="676" y="222"/>
                    </a:cubicBezTo>
                    <a:cubicBezTo>
                      <a:pt x="678" y="225"/>
                      <a:pt x="674" y="230"/>
                      <a:pt x="672" y="229"/>
                    </a:cubicBezTo>
                    <a:cubicBezTo>
                      <a:pt x="669" y="227"/>
                      <a:pt x="671" y="223"/>
                      <a:pt x="673" y="222"/>
                    </a:cubicBezTo>
                    <a:close/>
                    <a:moveTo>
                      <a:pt x="669" y="233"/>
                    </a:moveTo>
                    <a:cubicBezTo>
                      <a:pt x="669" y="232"/>
                      <a:pt x="670" y="231"/>
                      <a:pt x="670" y="230"/>
                    </a:cubicBezTo>
                    <a:cubicBezTo>
                      <a:pt x="669" y="230"/>
                      <a:pt x="669" y="230"/>
                      <a:pt x="670" y="229"/>
                    </a:cubicBezTo>
                    <a:cubicBezTo>
                      <a:pt x="670" y="229"/>
                      <a:pt x="670" y="229"/>
                      <a:pt x="670" y="229"/>
                    </a:cubicBezTo>
                    <a:cubicBezTo>
                      <a:pt x="670" y="229"/>
                      <a:pt x="670" y="229"/>
                      <a:pt x="670" y="229"/>
                    </a:cubicBezTo>
                    <a:cubicBezTo>
                      <a:pt x="670" y="229"/>
                      <a:pt x="670" y="229"/>
                      <a:pt x="671" y="229"/>
                    </a:cubicBezTo>
                    <a:cubicBezTo>
                      <a:pt x="670" y="230"/>
                      <a:pt x="670" y="230"/>
                      <a:pt x="670" y="230"/>
                    </a:cubicBezTo>
                    <a:cubicBezTo>
                      <a:pt x="670" y="233"/>
                      <a:pt x="669" y="236"/>
                      <a:pt x="668" y="238"/>
                    </a:cubicBezTo>
                    <a:cubicBezTo>
                      <a:pt x="668" y="237"/>
                      <a:pt x="668" y="235"/>
                      <a:pt x="669" y="233"/>
                    </a:cubicBezTo>
                    <a:cubicBezTo>
                      <a:pt x="669" y="233"/>
                      <a:pt x="669" y="233"/>
                      <a:pt x="669" y="233"/>
                    </a:cubicBezTo>
                    <a:cubicBezTo>
                      <a:pt x="669" y="233"/>
                      <a:pt x="669" y="233"/>
                      <a:pt x="669" y="233"/>
                    </a:cubicBezTo>
                    <a:close/>
                    <a:moveTo>
                      <a:pt x="668" y="231"/>
                    </a:moveTo>
                    <a:cubicBezTo>
                      <a:pt x="668" y="233"/>
                      <a:pt x="666" y="231"/>
                      <a:pt x="668" y="231"/>
                    </a:cubicBezTo>
                    <a:close/>
                    <a:moveTo>
                      <a:pt x="671" y="249"/>
                    </a:moveTo>
                    <a:cubicBezTo>
                      <a:pt x="670" y="250"/>
                      <a:pt x="668" y="251"/>
                      <a:pt x="666" y="252"/>
                    </a:cubicBezTo>
                    <a:cubicBezTo>
                      <a:pt x="667" y="250"/>
                      <a:pt x="669" y="250"/>
                      <a:pt x="671" y="249"/>
                    </a:cubicBezTo>
                    <a:close/>
                    <a:moveTo>
                      <a:pt x="667" y="257"/>
                    </a:moveTo>
                    <a:cubicBezTo>
                      <a:pt x="667" y="258"/>
                      <a:pt x="666" y="260"/>
                      <a:pt x="665" y="261"/>
                    </a:cubicBezTo>
                    <a:cubicBezTo>
                      <a:pt x="665" y="259"/>
                      <a:pt x="667" y="259"/>
                      <a:pt x="667" y="257"/>
                    </a:cubicBezTo>
                    <a:close/>
                    <a:moveTo>
                      <a:pt x="666" y="302"/>
                    </a:moveTo>
                    <a:cubicBezTo>
                      <a:pt x="666" y="302"/>
                      <a:pt x="666" y="302"/>
                      <a:pt x="666" y="301"/>
                    </a:cubicBezTo>
                    <a:cubicBezTo>
                      <a:pt x="666" y="300"/>
                      <a:pt x="667" y="302"/>
                      <a:pt x="666" y="302"/>
                    </a:cubicBezTo>
                    <a:close/>
                    <a:moveTo>
                      <a:pt x="657" y="233"/>
                    </a:moveTo>
                    <a:cubicBezTo>
                      <a:pt x="657" y="233"/>
                      <a:pt x="657" y="233"/>
                      <a:pt x="657" y="233"/>
                    </a:cubicBezTo>
                    <a:cubicBezTo>
                      <a:pt x="657" y="235"/>
                      <a:pt x="655" y="233"/>
                      <a:pt x="657" y="233"/>
                    </a:cubicBezTo>
                    <a:close/>
                    <a:moveTo>
                      <a:pt x="655" y="232"/>
                    </a:moveTo>
                    <a:cubicBezTo>
                      <a:pt x="656" y="232"/>
                      <a:pt x="656" y="234"/>
                      <a:pt x="655" y="234"/>
                    </a:cubicBezTo>
                    <a:cubicBezTo>
                      <a:pt x="654" y="233"/>
                      <a:pt x="655" y="232"/>
                      <a:pt x="655" y="232"/>
                    </a:cubicBezTo>
                    <a:close/>
                    <a:moveTo>
                      <a:pt x="655" y="256"/>
                    </a:moveTo>
                    <a:cubicBezTo>
                      <a:pt x="657" y="254"/>
                      <a:pt x="657" y="259"/>
                      <a:pt x="655" y="259"/>
                    </a:cubicBezTo>
                    <a:cubicBezTo>
                      <a:pt x="654" y="258"/>
                      <a:pt x="654" y="256"/>
                      <a:pt x="655" y="256"/>
                    </a:cubicBezTo>
                    <a:close/>
                    <a:moveTo>
                      <a:pt x="651" y="231"/>
                    </a:moveTo>
                    <a:cubicBezTo>
                      <a:pt x="651" y="231"/>
                      <a:pt x="652" y="230"/>
                      <a:pt x="653" y="231"/>
                    </a:cubicBezTo>
                    <a:cubicBezTo>
                      <a:pt x="654" y="232"/>
                      <a:pt x="650" y="234"/>
                      <a:pt x="651" y="231"/>
                    </a:cubicBezTo>
                    <a:close/>
                    <a:moveTo>
                      <a:pt x="651" y="229"/>
                    </a:moveTo>
                    <a:cubicBezTo>
                      <a:pt x="651" y="228"/>
                      <a:pt x="650" y="231"/>
                      <a:pt x="651" y="229"/>
                    </a:cubicBezTo>
                    <a:close/>
                    <a:moveTo>
                      <a:pt x="647" y="239"/>
                    </a:moveTo>
                    <a:cubicBezTo>
                      <a:pt x="648" y="237"/>
                      <a:pt x="650" y="241"/>
                      <a:pt x="647" y="241"/>
                    </a:cubicBezTo>
                    <a:cubicBezTo>
                      <a:pt x="647" y="240"/>
                      <a:pt x="646" y="239"/>
                      <a:pt x="647" y="239"/>
                    </a:cubicBezTo>
                    <a:close/>
                    <a:moveTo>
                      <a:pt x="649" y="265"/>
                    </a:moveTo>
                    <a:cubicBezTo>
                      <a:pt x="650" y="264"/>
                      <a:pt x="651" y="260"/>
                      <a:pt x="653" y="260"/>
                    </a:cubicBezTo>
                    <a:cubicBezTo>
                      <a:pt x="657" y="258"/>
                      <a:pt x="649" y="267"/>
                      <a:pt x="648" y="268"/>
                    </a:cubicBezTo>
                    <a:cubicBezTo>
                      <a:pt x="650" y="266"/>
                      <a:pt x="648" y="270"/>
                      <a:pt x="647" y="269"/>
                    </a:cubicBezTo>
                    <a:cubicBezTo>
                      <a:pt x="646" y="269"/>
                      <a:pt x="648" y="266"/>
                      <a:pt x="649" y="265"/>
                    </a:cubicBezTo>
                    <a:close/>
                    <a:moveTo>
                      <a:pt x="652" y="271"/>
                    </a:moveTo>
                    <a:cubicBezTo>
                      <a:pt x="653" y="272"/>
                      <a:pt x="651" y="272"/>
                      <a:pt x="651" y="272"/>
                    </a:cubicBezTo>
                    <a:cubicBezTo>
                      <a:pt x="651" y="271"/>
                      <a:pt x="652" y="270"/>
                      <a:pt x="652" y="271"/>
                    </a:cubicBezTo>
                    <a:close/>
                    <a:moveTo>
                      <a:pt x="657" y="273"/>
                    </a:moveTo>
                    <a:cubicBezTo>
                      <a:pt x="653" y="278"/>
                      <a:pt x="649" y="282"/>
                      <a:pt x="643" y="286"/>
                    </a:cubicBezTo>
                    <a:cubicBezTo>
                      <a:pt x="648" y="281"/>
                      <a:pt x="652" y="277"/>
                      <a:pt x="657" y="273"/>
                    </a:cubicBezTo>
                    <a:close/>
                    <a:moveTo>
                      <a:pt x="645" y="387"/>
                    </a:moveTo>
                    <a:cubicBezTo>
                      <a:pt x="645" y="389"/>
                      <a:pt x="643" y="388"/>
                      <a:pt x="645" y="387"/>
                    </a:cubicBezTo>
                    <a:close/>
                    <a:moveTo>
                      <a:pt x="645" y="390"/>
                    </a:moveTo>
                    <a:cubicBezTo>
                      <a:pt x="645" y="388"/>
                      <a:pt x="644" y="391"/>
                      <a:pt x="645" y="390"/>
                    </a:cubicBezTo>
                    <a:close/>
                    <a:moveTo>
                      <a:pt x="641" y="392"/>
                    </a:moveTo>
                    <a:cubicBezTo>
                      <a:pt x="642" y="391"/>
                      <a:pt x="642" y="390"/>
                      <a:pt x="643" y="389"/>
                    </a:cubicBezTo>
                    <a:cubicBezTo>
                      <a:pt x="643" y="390"/>
                      <a:pt x="643" y="391"/>
                      <a:pt x="641" y="392"/>
                    </a:cubicBezTo>
                    <a:close/>
                    <a:moveTo>
                      <a:pt x="642" y="393"/>
                    </a:moveTo>
                    <a:cubicBezTo>
                      <a:pt x="643" y="393"/>
                      <a:pt x="640" y="395"/>
                      <a:pt x="642" y="393"/>
                    </a:cubicBezTo>
                    <a:close/>
                    <a:moveTo>
                      <a:pt x="643" y="300"/>
                    </a:moveTo>
                    <a:cubicBezTo>
                      <a:pt x="642" y="300"/>
                      <a:pt x="643" y="299"/>
                      <a:pt x="643" y="299"/>
                    </a:cubicBezTo>
                    <a:cubicBezTo>
                      <a:pt x="644" y="297"/>
                      <a:pt x="644" y="301"/>
                      <a:pt x="643" y="300"/>
                    </a:cubicBezTo>
                    <a:close/>
                    <a:moveTo>
                      <a:pt x="642" y="297"/>
                    </a:moveTo>
                    <a:cubicBezTo>
                      <a:pt x="642" y="296"/>
                      <a:pt x="643" y="296"/>
                      <a:pt x="644" y="295"/>
                    </a:cubicBezTo>
                    <a:cubicBezTo>
                      <a:pt x="644" y="296"/>
                      <a:pt x="643" y="297"/>
                      <a:pt x="642" y="297"/>
                    </a:cubicBezTo>
                    <a:close/>
                    <a:moveTo>
                      <a:pt x="639" y="297"/>
                    </a:moveTo>
                    <a:cubicBezTo>
                      <a:pt x="638" y="296"/>
                      <a:pt x="644" y="290"/>
                      <a:pt x="645" y="290"/>
                    </a:cubicBezTo>
                    <a:cubicBezTo>
                      <a:pt x="645" y="289"/>
                      <a:pt x="646" y="289"/>
                      <a:pt x="647" y="289"/>
                    </a:cubicBezTo>
                    <a:cubicBezTo>
                      <a:pt x="647" y="289"/>
                      <a:pt x="640" y="298"/>
                      <a:pt x="639" y="297"/>
                    </a:cubicBezTo>
                    <a:close/>
                    <a:moveTo>
                      <a:pt x="642" y="298"/>
                    </a:moveTo>
                    <a:cubicBezTo>
                      <a:pt x="641" y="300"/>
                      <a:pt x="639" y="299"/>
                      <a:pt x="642" y="298"/>
                    </a:cubicBezTo>
                    <a:close/>
                    <a:moveTo>
                      <a:pt x="639" y="303"/>
                    </a:moveTo>
                    <a:cubicBezTo>
                      <a:pt x="639" y="303"/>
                      <a:pt x="639" y="302"/>
                      <a:pt x="639" y="302"/>
                    </a:cubicBezTo>
                    <a:cubicBezTo>
                      <a:pt x="641" y="300"/>
                      <a:pt x="640" y="304"/>
                      <a:pt x="639" y="303"/>
                    </a:cubicBezTo>
                    <a:close/>
                    <a:moveTo>
                      <a:pt x="640" y="320"/>
                    </a:moveTo>
                    <a:cubicBezTo>
                      <a:pt x="640" y="320"/>
                      <a:pt x="639" y="321"/>
                      <a:pt x="639" y="321"/>
                    </a:cubicBezTo>
                    <a:cubicBezTo>
                      <a:pt x="638" y="321"/>
                      <a:pt x="639" y="320"/>
                      <a:pt x="640" y="320"/>
                    </a:cubicBezTo>
                    <a:close/>
                    <a:moveTo>
                      <a:pt x="638" y="266"/>
                    </a:moveTo>
                    <a:cubicBezTo>
                      <a:pt x="637" y="266"/>
                      <a:pt x="639" y="265"/>
                      <a:pt x="638" y="264"/>
                    </a:cubicBezTo>
                    <a:cubicBezTo>
                      <a:pt x="639" y="264"/>
                      <a:pt x="638" y="266"/>
                      <a:pt x="638" y="266"/>
                    </a:cubicBezTo>
                    <a:close/>
                    <a:moveTo>
                      <a:pt x="638" y="268"/>
                    </a:moveTo>
                    <a:cubicBezTo>
                      <a:pt x="638" y="268"/>
                      <a:pt x="638" y="269"/>
                      <a:pt x="638" y="269"/>
                    </a:cubicBezTo>
                    <a:cubicBezTo>
                      <a:pt x="638" y="269"/>
                      <a:pt x="638" y="269"/>
                      <a:pt x="638" y="269"/>
                    </a:cubicBezTo>
                    <a:cubicBezTo>
                      <a:pt x="638" y="269"/>
                      <a:pt x="638" y="269"/>
                      <a:pt x="638" y="268"/>
                    </a:cubicBezTo>
                    <a:close/>
                    <a:moveTo>
                      <a:pt x="642" y="286"/>
                    </a:moveTo>
                    <a:cubicBezTo>
                      <a:pt x="642" y="287"/>
                      <a:pt x="639" y="289"/>
                      <a:pt x="638" y="290"/>
                    </a:cubicBezTo>
                    <a:cubicBezTo>
                      <a:pt x="638" y="288"/>
                      <a:pt x="641" y="288"/>
                      <a:pt x="642" y="286"/>
                    </a:cubicBezTo>
                    <a:close/>
                    <a:moveTo>
                      <a:pt x="644" y="234"/>
                    </a:moveTo>
                    <a:cubicBezTo>
                      <a:pt x="643" y="235"/>
                      <a:pt x="643" y="234"/>
                      <a:pt x="644" y="234"/>
                    </a:cubicBezTo>
                    <a:close/>
                    <a:moveTo>
                      <a:pt x="643" y="251"/>
                    </a:moveTo>
                    <a:cubicBezTo>
                      <a:pt x="643" y="252"/>
                      <a:pt x="642" y="253"/>
                      <a:pt x="642" y="253"/>
                    </a:cubicBezTo>
                    <a:cubicBezTo>
                      <a:pt x="642" y="253"/>
                      <a:pt x="642" y="251"/>
                      <a:pt x="643" y="251"/>
                    </a:cubicBezTo>
                    <a:close/>
                    <a:moveTo>
                      <a:pt x="645" y="254"/>
                    </a:moveTo>
                    <a:cubicBezTo>
                      <a:pt x="643" y="257"/>
                      <a:pt x="641" y="258"/>
                      <a:pt x="638" y="260"/>
                    </a:cubicBezTo>
                    <a:cubicBezTo>
                      <a:pt x="640" y="258"/>
                      <a:pt x="642" y="256"/>
                      <a:pt x="645" y="254"/>
                    </a:cubicBezTo>
                    <a:close/>
                    <a:moveTo>
                      <a:pt x="640" y="225"/>
                    </a:moveTo>
                    <a:cubicBezTo>
                      <a:pt x="640" y="225"/>
                      <a:pt x="640" y="225"/>
                      <a:pt x="640" y="225"/>
                    </a:cubicBezTo>
                    <a:cubicBezTo>
                      <a:pt x="640" y="225"/>
                      <a:pt x="640" y="225"/>
                      <a:pt x="640" y="226"/>
                    </a:cubicBezTo>
                    <a:cubicBezTo>
                      <a:pt x="640" y="226"/>
                      <a:pt x="640" y="226"/>
                      <a:pt x="640" y="225"/>
                    </a:cubicBezTo>
                    <a:close/>
                    <a:moveTo>
                      <a:pt x="640" y="241"/>
                    </a:moveTo>
                    <a:cubicBezTo>
                      <a:pt x="641" y="243"/>
                      <a:pt x="638" y="244"/>
                      <a:pt x="638" y="242"/>
                    </a:cubicBezTo>
                    <a:cubicBezTo>
                      <a:pt x="637" y="241"/>
                      <a:pt x="640" y="239"/>
                      <a:pt x="640" y="241"/>
                    </a:cubicBezTo>
                    <a:close/>
                    <a:moveTo>
                      <a:pt x="638" y="290"/>
                    </a:moveTo>
                    <a:cubicBezTo>
                      <a:pt x="639" y="291"/>
                      <a:pt x="635" y="292"/>
                      <a:pt x="636" y="290"/>
                    </a:cubicBezTo>
                    <a:cubicBezTo>
                      <a:pt x="637" y="289"/>
                      <a:pt x="637" y="289"/>
                      <a:pt x="638" y="290"/>
                    </a:cubicBezTo>
                    <a:close/>
                    <a:moveTo>
                      <a:pt x="637" y="302"/>
                    </a:moveTo>
                    <a:cubicBezTo>
                      <a:pt x="637" y="302"/>
                      <a:pt x="637" y="302"/>
                      <a:pt x="637" y="302"/>
                    </a:cubicBezTo>
                    <a:cubicBezTo>
                      <a:pt x="637" y="302"/>
                      <a:pt x="637" y="302"/>
                      <a:pt x="637" y="302"/>
                    </a:cubicBezTo>
                    <a:cubicBezTo>
                      <a:pt x="637" y="302"/>
                      <a:pt x="637" y="302"/>
                      <a:pt x="637" y="302"/>
                    </a:cubicBezTo>
                    <a:close/>
                    <a:moveTo>
                      <a:pt x="632" y="265"/>
                    </a:moveTo>
                    <a:cubicBezTo>
                      <a:pt x="633" y="264"/>
                      <a:pt x="635" y="262"/>
                      <a:pt x="636" y="262"/>
                    </a:cubicBezTo>
                    <a:cubicBezTo>
                      <a:pt x="636" y="262"/>
                      <a:pt x="634" y="265"/>
                      <a:pt x="632" y="265"/>
                    </a:cubicBezTo>
                    <a:close/>
                    <a:moveTo>
                      <a:pt x="637" y="219"/>
                    </a:moveTo>
                    <a:cubicBezTo>
                      <a:pt x="637" y="221"/>
                      <a:pt x="634" y="221"/>
                      <a:pt x="634" y="219"/>
                    </a:cubicBezTo>
                    <a:cubicBezTo>
                      <a:pt x="634" y="218"/>
                      <a:pt x="636" y="217"/>
                      <a:pt x="637" y="219"/>
                    </a:cubicBezTo>
                    <a:close/>
                    <a:moveTo>
                      <a:pt x="633" y="221"/>
                    </a:moveTo>
                    <a:cubicBezTo>
                      <a:pt x="633" y="221"/>
                      <a:pt x="635" y="221"/>
                      <a:pt x="634" y="222"/>
                    </a:cubicBezTo>
                    <a:cubicBezTo>
                      <a:pt x="634" y="222"/>
                      <a:pt x="632" y="222"/>
                      <a:pt x="633" y="221"/>
                    </a:cubicBezTo>
                    <a:close/>
                    <a:moveTo>
                      <a:pt x="633" y="253"/>
                    </a:moveTo>
                    <a:cubicBezTo>
                      <a:pt x="633" y="254"/>
                      <a:pt x="632" y="254"/>
                      <a:pt x="631" y="254"/>
                    </a:cubicBezTo>
                    <a:cubicBezTo>
                      <a:pt x="631" y="253"/>
                      <a:pt x="632" y="252"/>
                      <a:pt x="633" y="253"/>
                    </a:cubicBezTo>
                    <a:close/>
                    <a:moveTo>
                      <a:pt x="630" y="260"/>
                    </a:moveTo>
                    <a:cubicBezTo>
                      <a:pt x="630" y="260"/>
                      <a:pt x="630" y="260"/>
                      <a:pt x="630" y="261"/>
                    </a:cubicBezTo>
                    <a:cubicBezTo>
                      <a:pt x="630" y="261"/>
                      <a:pt x="630" y="261"/>
                      <a:pt x="630" y="261"/>
                    </a:cubicBezTo>
                    <a:cubicBezTo>
                      <a:pt x="630" y="261"/>
                      <a:pt x="630" y="260"/>
                      <a:pt x="630" y="260"/>
                    </a:cubicBezTo>
                    <a:close/>
                    <a:moveTo>
                      <a:pt x="632" y="277"/>
                    </a:moveTo>
                    <a:cubicBezTo>
                      <a:pt x="634" y="279"/>
                      <a:pt x="631" y="281"/>
                      <a:pt x="629" y="281"/>
                    </a:cubicBezTo>
                    <a:cubicBezTo>
                      <a:pt x="629" y="280"/>
                      <a:pt x="631" y="277"/>
                      <a:pt x="632" y="277"/>
                    </a:cubicBezTo>
                    <a:close/>
                    <a:moveTo>
                      <a:pt x="632" y="347"/>
                    </a:moveTo>
                    <a:cubicBezTo>
                      <a:pt x="632" y="347"/>
                      <a:pt x="632" y="346"/>
                      <a:pt x="632" y="346"/>
                    </a:cubicBezTo>
                    <a:cubicBezTo>
                      <a:pt x="633" y="344"/>
                      <a:pt x="632" y="348"/>
                      <a:pt x="632" y="347"/>
                    </a:cubicBezTo>
                    <a:close/>
                    <a:moveTo>
                      <a:pt x="630" y="294"/>
                    </a:moveTo>
                    <a:cubicBezTo>
                      <a:pt x="630" y="295"/>
                      <a:pt x="629" y="295"/>
                      <a:pt x="629" y="295"/>
                    </a:cubicBezTo>
                    <a:cubicBezTo>
                      <a:pt x="629" y="295"/>
                      <a:pt x="629" y="294"/>
                      <a:pt x="630" y="294"/>
                    </a:cubicBezTo>
                    <a:close/>
                    <a:moveTo>
                      <a:pt x="627" y="314"/>
                    </a:moveTo>
                    <a:cubicBezTo>
                      <a:pt x="627" y="314"/>
                      <a:pt x="628" y="314"/>
                      <a:pt x="628" y="314"/>
                    </a:cubicBezTo>
                    <a:cubicBezTo>
                      <a:pt x="629" y="315"/>
                      <a:pt x="627" y="315"/>
                      <a:pt x="627" y="314"/>
                    </a:cubicBezTo>
                    <a:close/>
                    <a:moveTo>
                      <a:pt x="628" y="256"/>
                    </a:moveTo>
                    <a:cubicBezTo>
                      <a:pt x="628" y="254"/>
                      <a:pt x="627" y="257"/>
                      <a:pt x="628" y="256"/>
                    </a:cubicBezTo>
                    <a:close/>
                    <a:moveTo>
                      <a:pt x="626" y="201"/>
                    </a:moveTo>
                    <a:cubicBezTo>
                      <a:pt x="624" y="200"/>
                      <a:pt x="625" y="198"/>
                      <a:pt x="626" y="198"/>
                    </a:cubicBezTo>
                    <a:cubicBezTo>
                      <a:pt x="629" y="196"/>
                      <a:pt x="628" y="201"/>
                      <a:pt x="626" y="201"/>
                    </a:cubicBezTo>
                    <a:close/>
                    <a:moveTo>
                      <a:pt x="625" y="187"/>
                    </a:moveTo>
                    <a:cubicBezTo>
                      <a:pt x="625" y="186"/>
                      <a:pt x="626" y="186"/>
                      <a:pt x="626" y="186"/>
                    </a:cubicBezTo>
                    <a:cubicBezTo>
                      <a:pt x="627" y="187"/>
                      <a:pt x="624" y="188"/>
                      <a:pt x="625" y="187"/>
                    </a:cubicBezTo>
                    <a:close/>
                    <a:moveTo>
                      <a:pt x="622" y="226"/>
                    </a:moveTo>
                    <a:cubicBezTo>
                      <a:pt x="617" y="226"/>
                      <a:pt x="619" y="218"/>
                      <a:pt x="621" y="217"/>
                    </a:cubicBezTo>
                    <a:cubicBezTo>
                      <a:pt x="629" y="212"/>
                      <a:pt x="628" y="227"/>
                      <a:pt x="622" y="226"/>
                    </a:cubicBezTo>
                    <a:close/>
                    <a:moveTo>
                      <a:pt x="619" y="233"/>
                    </a:moveTo>
                    <a:cubicBezTo>
                      <a:pt x="618" y="232"/>
                      <a:pt x="623" y="228"/>
                      <a:pt x="624" y="228"/>
                    </a:cubicBezTo>
                    <a:cubicBezTo>
                      <a:pt x="628" y="226"/>
                      <a:pt x="620" y="234"/>
                      <a:pt x="619" y="233"/>
                    </a:cubicBezTo>
                    <a:close/>
                    <a:moveTo>
                      <a:pt x="625" y="235"/>
                    </a:moveTo>
                    <a:cubicBezTo>
                      <a:pt x="625" y="236"/>
                      <a:pt x="623" y="237"/>
                      <a:pt x="623" y="236"/>
                    </a:cubicBezTo>
                    <a:cubicBezTo>
                      <a:pt x="622" y="235"/>
                      <a:pt x="624" y="234"/>
                      <a:pt x="625" y="235"/>
                    </a:cubicBezTo>
                    <a:close/>
                    <a:moveTo>
                      <a:pt x="622" y="357"/>
                    </a:moveTo>
                    <a:cubicBezTo>
                      <a:pt x="622" y="357"/>
                      <a:pt x="622" y="357"/>
                      <a:pt x="622" y="357"/>
                    </a:cubicBezTo>
                    <a:cubicBezTo>
                      <a:pt x="622" y="357"/>
                      <a:pt x="622" y="357"/>
                      <a:pt x="622" y="357"/>
                    </a:cubicBezTo>
                    <a:cubicBezTo>
                      <a:pt x="622" y="357"/>
                      <a:pt x="622" y="357"/>
                      <a:pt x="622" y="357"/>
                    </a:cubicBezTo>
                    <a:close/>
                    <a:moveTo>
                      <a:pt x="608" y="328"/>
                    </a:moveTo>
                    <a:cubicBezTo>
                      <a:pt x="608" y="327"/>
                      <a:pt x="611" y="326"/>
                      <a:pt x="612" y="324"/>
                    </a:cubicBezTo>
                    <a:cubicBezTo>
                      <a:pt x="615" y="321"/>
                      <a:pt x="617" y="315"/>
                      <a:pt x="621" y="313"/>
                    </a:cubicBezTo>
                    <a:cubicBezTo>
                      <a:pt x="621" y="317"/>
                      <a:pt x="615" y="319"/>
                      <a:pt x="614" y="322"/>
                    </a:cubicBezTo>
                    <a:cubicBezTo>
                      <a:pt x="613" y="324"/>
                      <a:pt x="610" y="329"/>
                      <a:pt x="607" y="331"/>
                    </a:cubicBezTo>
                    <a:cubicBezTo>
                      <a:pt x="607" y="331"/>
                      <a:pt x="607" y="333"/>
                      <a:pt x="606" y="332"/>
                    </a:cubicBezTo>
                    <a:cubicBezTo>
                      <a:pt x="605" y="331"/>
                      <a:pt x="608" y="328"/>
                      <a:pt x="608" y="328"/>
                    </a:cubicBezTo>
                    <a:close/>
                    <a:moveTo>
                      <a:pt x="605" y="271"/>
                    </a:moveTo>
                    <a:cubicBezTo>
                      <a:pt x="604" y="270"/>
                      <a:pt x="605" y="269"/>
                      <a:pt x="605" y="269"/>
                    </a:cubicBezTo>
                    <a:cubicBezTo>
                      <a:pt x="608" y="267"/>
                      <a:pt x="606" y="272"/>
                      <a:pt x="605" y="271"/>
                    </a:cubicBezTo>
                    <a:close/>
                    <a:moveTo>
                      <a:pt x="609" y="243"/>
                    </a:moveTo>
                    <a:cubicBezTo>
                      <a:pt x="608" y="242"/>
                      <a:pt x="610" y="241"/>
                      <a:pt x="611" y="243"/>
                    </a:cubicBezTo>
                    <a:cubicBezTo>
                      <a:pt x="611" y="244"/>
                      <a:pt x="609" y="244"/>
                      <a:pt x="609" y="243"/>
                    </a:cubicBezTo>
                    <a:close/>
                    <a:moveTo>
                      <a:pt x="611" y="305"/>
                    </a:moveTo>
                    <a:cubicBezTo>
                      <a:pt x="610" y="306"/>
                      <a:pt x="611" y="304"/>
                      <a:pt x="611" y="305"/>
                    </a:cubicBezTo>
                    <a:close/>
                    <a:moveTo>
                      <a:pt x="613" y="298"/>
                    </a:moveTo>
                    <a:cubicBezTo>
                      <a:pt x="613" y="298"/>
                      <a:pt x="613" y="298"/>
                      <a:pt x="613" y="298"/>
                    </a:cubicBezTo>
                    <a:cubicBezTo>
                      <a:pt x="614" y="295"/>
                      <a:pt x="613" y="300"/>
                      <a:pt x="613" y="298"/>
                    </a:cubicBezTo>
                    <a:close/>
                    <a:moveTo>
                      <a:pt x="617" y="261"/>
                    </a:moveTo>
                    <a:cubicBezTo>
                      <a:pt x="617" y="262"/>
                      <a:pt x="616" y="262"/>
                      <a:pt x="615" y="263"/>
                    </a:cubicBezTo>
                    <a:cubicBezTo>
                      <a:pt x="615" y="262"/>
                      <a:pt x="616" y="261"/>
                      <a:pt x="617" y="261"/>
                    </a:cubicBezTo>
                    <a:close/>
                    <a:moveTo>
                      <a:pt x="616" y="238"/>
                    </a:moveTo>
                    <a:cubicBezTo>
                      <a:pt x="616" y="238"/>
                      <a:pt x="616" y="239"/>
                      <a:pt x="615" y="239"/>
                    </a:cubicBezTo>
                    <a:cubicBezTo>
                      <a:pt x="615" y="238"/>
                      <a:pt x="615" y="238"/>
                      <a:pt x="616" y="238"/>
                    </a:cubicBezTo>
                    <a:close/>
                    <a:moveTo>
                      <a:pt x="618" y="309"/>
                    </a:moveTo>
                    <a:cubicBezTo>
                      <a:pt x="618" y="309"/>
                      <a:pt x="618" y="308"/>
                      <a:pt x="618" y="308"/>
                    </a:cubicBezTo>
                    <a:cubicBezTo>
                      <a:pt x="619" y="306"/>
                      <a:pt x="618" y="311"/>
                      <a:pt x="618" y="309"/>
                    </a:cubicBezTo>
                    <a:close/>
                    <a:moveTo>
                      <a:pt x="618" y="295"/>
                    </a:moveTo>
                    <a:cubicBezTo>
                      <a:pt x="619" y="293"/>
                      <a:pt x="618" y="296"/>
                      <a:pt x="618" y="295"/>
                    </a:cubicBezTo>
                    <a:close/>
                    <a:moveTo>
                      <a:pt x="620" y="301"/>
                    </a:moveTo>
                    <a:cubicBezTo>
                      <a:pt x="619" y="302"/>
                      <a:pt x="621" y="300"/>
                      <a:pt x="620" y="301"/>
                    </a:cubicBezTo>
                    <a:close/>
                    <a:moveTo>
                      <a:pt x="621" y="333"/>
                    </a:moveTo>
                    <a:cubicBezTo>
                      <a:pt x="620" y="335"/>
                      <a:pt x="619" y="336"/>
                      <a:pt x="618" y="337"/>
                    </a:cubicBezTo>
                    <a:cubicBezTo>
                      <a:pt x="619" y="336"/>
                      <a:pt x="620" y="334"/>
                      <a:pt x="621" y="333"/>
                    </a:cubicBezTo>
                    <a:close/>
                    <a:moveTo>
                      <a:pt x="622" y="194"/>
                    </a:moveTo>
                    <a:cubicBezTo>
                      <a:pt x="621" y="194"/>
                      <a:pt x="622" y="192"/>
                      <a:pt x="623" y="193"/>
                    </a:cubicBezTo>
                    <a:cubicBezTo>
                      <a:pt x="623" y="194"/>
                      <a:pt x="622" y="195"/>
                      <a:pt x="622" y="194"/>
                    </a:cubicBezTo>
                    <a:close/>
                    <a:moveTo>
                      <a:pt x="619" y="192"/>
                    </a:moveTo>
                    <a:cubicBezTo>
                      <a:pt x="619" y="192"/>
                      <a:pt x="619" y="192"/>
                      <a:pt x="620" y="191"/>
                    </a:cubicBezTo>
                    <a:cubicBezTo>
                      <a:pt x="620" y="192"/>
                      <a:pt x="620" y="192"/>
                      <a:pt x="620" y="192"/>
                    </a:cubicBezTo>
                    <a:cubicBezTo>
                      <a:pt x="621" y="191"/>
                      <a:pt x="622" y="190"/>
                      <a:pt x="623" y="190"/>
                    </a:cubicBezTo>
                    <a:cubicBezTo>
                      <a:pt x="622" y="192"/>
                      <a:pt x="620" y="193"/>
                      <a:pt x="617" y="194"/>
                    </a:cubicBezTo>
                    <a:cubicBezTo>
                      <a:pt x="618" y="193"/>
                      <a:pt x="618" y="193"/>
                      <a:pt x="619" y="192"/>
                    </a:cubicBezTo>
                    <a:close/>
                    <a:moveTo>
                      <a:pt x="615" y="194"/>
                    </a:moveTo>
                    <a:cubicBezTo>
                      <a:pt x="616" y="194"/>
                      <a:pt x="617" y="193"/>
                      <a:pt x="617" y="194"/>
                    </a:cubicBezTo>
                    <a:cubicBezTo>
                      <a:pt x="618" y="195"/>
                      <a:pt x="613" y="196"/>
                      <a:pt x="615" y="194"/>
                    </a:cubicBezTo>
                    <a:close/>
                    <a:moveTo>
                      <a:pt x="612" y="214"/>
                    </a:moveTo>
                    <a:cubicBezTo>
                      <a:pt x="613" y="215"/>
                      <a:pt x="612" y="215"/>
                      <a:pt x="611" y="214"/>
                    </a:cubicBezTo>
                    <a:cubicBezTo>
                      <a:pt x="611" y="214"/>
                      <a:pt x="612" y="213"/>
                      <a:pt x="612" y="214"/>
                    </a:cubicBezTo>
                    <a:close/>
                    <a:moveTo>
                      <a:pt x="609" y="203"/>
                    </a:moveTo>
                    <a:cubicBezTo>
                      <a:pt x="611" y="201"/>
                      <a:pt x="611" y="205"/>
                      <a:pt x="609" y="205"/>
                    </a:cubicBezTo>
                    <a:cubicBezTo>
                      <a:pt x="609" y="204"/>
                      <a:pt x="609" y="204"/>
                      <a:pt x="609" y="203"/>
                    </a:cubicBezTo>
                    <a:close/>
                    <a:moveTo>
                      <a:pt x="609" y="219"/>
                    </a:moveTo>
                    <a:cubicBezTo>
                      <a:pt x="612" y="218"/>
                      <a:pt x="616" y="215"/>
                      <a:pt x="620" y="214"/>
                    </a:cubicBezTo>
                    <a:cubicBezTo>
                      <a:pt x="617" y="216"/>
                      <a:pt x="611" y="220"/>
                      <a:pt x="608" y="221"/>
                    </a:cubicBezTo>
                    <a:cubicBezTo>
                      <a:pt x="609" y="221"/>
                      <a:pt x="607" y="222"/>
                      <a:pt x="607" y="221"/>
                    </a:cubicBezTo>
                    <a:cubicBezTo>
                      <a:pt x="606" y="220"/>
                      <a:pt x="609" y="220"/>
                      <a:pt x="609" y="219"/>
                    </a:cubicBezTo>
                    <a:close/>
                    <a:moveTo>
                      <a:pt x="610" y="253"/>
                    </a:moveTo>
                    <a:cubicBezTo>
                      <a:pt x="610" y="255"/>
                      <a:pt x="605" y="256"/>
                      <a:pt x="605" y="255"/>
                    </a:cubicBezTo>
                    <a:cubicBezTo>
                      <a:pt x="604" y="252"/>
                      <a:pt x="610" y="249"/>
                      <a:pt x="610" y="253"/>
                    </a:cubicBezTo>
                    <a:close/>
                    <a:moveTo>
                      <a:pt x="602" y="194"/>
                    </a:moveTo>
                    <a:cubicBezTo>
                      <a:pt x="602" y="194"/>
                      <a:pt x="603" y="194"/>
                      <a:pt x="603" y="194"/>
                    </a:cubicBezTo>
                    <a:cubicBezTo>
                      <a:pt x="604" y="196"/>
                      <a:pt x="601" y="196"/>
                      <a:pt x="602" y="194"/>
                    </a:cubicBezTo>
                    <a:close/>
                    <a:moveTo>
                      <a:pt x="604" y="256"/>
                    </a:moveTo>
                    <a:cubicBezTo>
                      <a:pt x="604" y="257"/>
                      <a:pt x="606" y="258"/>
                      <a:pt x="606" y="259"/>
                    </a:cubicBezTo>
                    <a:cubicBezTo>
                      <a:pt x="605" y="261"/>
                      <a:pt x="604" y="259"/>
                      <a:pt x="603" y="260"/>
                    </a:cubicBezTo>
                    <a:cubicBezTo>
                      <a:pt x="601" y="262"/>
                      <a:pt x="602" y="267"/>
                      <a:pt x="600" y="270"/>
                    </a:cubicBezTo>
                    <a:cubicBezTo>
                      <a:pt x="600" y="265"/>
                      <a:pt x="602" y="261"/>
                      <a:pt x="604" y="256"/>
                    </a:cubicBezTo>
                    <a:close/>
                    <a:moveTo>
                      <a:pt x="600" y="272"/>
                    </a:moveTo>
                    <a:cubicBezTo>
                      <a:pt x="600" y="271"/>
                      <a:pt x="602" y="269"/>
                      <a:pt x="603" y="271"/>
                    </a:cubicBezTo>
                    <a:cubicBezTo>
                      <a:pt x="603" y="273"/>
                      <a:pt x="601" y="273"/>
                      <a:pt x="600" y="272"/>
                    </a:cubicBezTo>
                    <a:close/>
                    <a:moveTo>
                      <a:pt x="601" y="310"/>
                    </a:moveTo>
                    <a:cubicBezTo>
                      <a:pt x="600" y="310"/>
                      <a:pt x="601" y="310"/>
                      <a:pt x="601" y="310"/>
                    </a:cubicBezTo>
                    <a:cubicBezTo>
                      <a:pt x="602" y="310"/>
                      <a:pt x="601" y="310"/>
                      <a:pt x="601" y="310"/>
                    </a:cubicBezTo>
                    <a:close/>
                    <a:moveTo>
                      <a:pt x="602" y="303"/>
                    </a:moveTo>
                    <a:cubicBezTo>
                      <a:pt x="602" y="302"/>
                      <a:pt x="603" y="302"/>
                      <a:pt x="603" y="302"/>
                    </a:cubicBezTo>
                    <a:cubicBezTo>
                      <a:pt x="604" y="302"/>
                      <a:pt x="602" y="304"/>
                      <a:pt x="602" y="303"/>
                    </a:cubicBezTo>
                    <a:close/>
                    <a:moveTo>
                      <a:pt x="607" y="416"/>
                    </a:moveTo>
                    <a:cubicBezTo>
                      <a:pt x="607" y="415"/>
                      <a:pt x="607" y="415"/>
                      <a:pt x="608" y="414"/>
                    </a:cubicBezTo>
                    <a:cubicBezTo>
                      <a:pt x="607" y="415"/>
                      <a:pt x="607" y="416"/>
                      <a:pt x="607" y="416"/>
                    </a:cubicBezTo>
                    <a:close/>
                    <a:moveTo>
                      <a:pt x="608" y="393"/>
                    </a:moveTo>
                    <a:cubicBezTo>
                      <a:pt x="608" y="392"/>
                      <a:pt x="609" y="391"/>
                      <a:pt x="610" y="390"/>
                    </a:cubicBezTo>
                    <a:cubicBezTo>
                      <a:pt x="610" y="390"/>
                      <a:pt x="609" y="392"/>
                      <a:pt x="608" y="393"/>
                    </a:cubicBezTo>
                    <a:close/>
                    <a:moveTo>
                      <a:pt x="600" y="353"/>
                    </a:moveTo>
                    <a:cubicBezTo>
                      <a:pt x="601" y="350"/>
                      <a:pt x="607" y="346"/>
                      <a:pt x="610" y="343"/>
                    </a:cubicBezTo>
                    <a:cubicBezTo>
                      <a:pt x="608" y="347"/>
                      <a:pt x="603" y="350"/>
                      <a:pt x="600" y="353"/>
                    </a:cubicBezTo>
                    <a:close/>
                    <a:moveTo>
                      <a:pt x="611" y="388"/>
                    </a:moveTo>
                    <a:cubicBezTo>
                      <a:pt x="610" y="388"/>
                      <a:pt x="612" y="387"/>
                      <a:pt x="611" y="388"/>
                    </a:cubicBezTo>
                    <a:close/>
                    <a:moveTo>
                      <a:pt x="612" y="387"/>
                    </a:moveTo>
                    <a:cubicBezTo>
                      <a:pt x="612" y="386"/>
                      <a:pt x="612" y="386"/>
                      <a:pt x="613" y="385"/>
                    </a:cubicBezTo>
                    <a:cubicBezTo>
                      <a:pt x="613" y="386"/>
                      <a:pt x="612" y="387"/>
                      <a:pt x="612" y="387"/>
                    </a:cubicBezTo>
                    <a:close/>
                    <a:moveTo>
                      <a:pt x="611" y="344"/>
                    </a:moveTo>
                    <a:cubicBezTo>
                      <a:pt x="612" y="342"/>
                      <a:pt x="613" y="341"/>
                      <a:pt x="616" y="339"/>
                    </a:cubicBezTo>
                    <a:cubicBezTo>
                      <a:pt x="614" y="341"/>
                      <a:pt x="613" y="343"/>
                      <a:pt x="611" y="344"/>
                    </a:cubicBezTo>
                    <a:close/>
                    <a:moveTo>
                      <a:pt x="615" y="357"/>
                    </a:moveTo>
                    <a:cubicBezTo>
                      <a:pt x="615" y="357"/>
                      <a:pt x="616" y="356"/>
                      <a:pt x="617" y="356"/>
                    </a:cubicBezTo>
                    <a:cubicBezTo>
                      <a:pt x="616" y="357"/>
                      <a:pt x="615" y="357"/>
                      <a:pt x="615" y="357"/>
                    </a:cubicBezTo>
                    <a:close/>
                    <a:moveTo>
                      <a:pt x="617" y="539"/>
                    </a:moveTo>
                    <a:cubicBezTo>
                      <a:pt x="616" y="539"/>
                      <a:pt x="617" y="537"/>
                      <a:pt x="618" y="537"/>
                    </a:cubicBezTo>
                    <a:cubicBezTo>
                      <a:pt x="618" y="538"/>
                      <a:pt x="617" y="539"/>
                      <a:pt x="617" y="539"/>
                    </a:cubicBezTo>
                    <a:close/>
                    <a:moveTo>
                      <a:pt x="618" y="445"/>
                    </a:moveTo>
                    <a:cubicBezTo>
                      <a:pt x="617" y="445"/>
                      <a:pt x="618" y="443"/>
                      <a:pt x="618" y="443"/>
                    </a:cubicBezTo>
                    <a:cubicBezTo>
                      <a:pt x="620" y="441"/>
                      <a:pt x="619" y="446"/>
                      <a:pt x="618" y="445"/>
                    </a:cubicBezTo>
                    <a:close/>
                    <a:moveTo>
                      <a:pt x="619" y="557"/>
                    </a:moveTo>
                    <a:cubicBezTo>
                      <a:pt x="619" y="557"/>
                      <a:pt x="619" y="556"/>
                      <a:pt x="619" y="557"/>
                    </a:cubicBezTo>
                    <a:cubicBezTo>
                      <a:pt x="620" y="557"/>
                      <a:pt x="619" y="558"/>
                      <a:pt x="619" y="557"/>
                    </a:cubicBezTo>
                    <a:close/>
                    <a:moveTo>
                      <a:pt x="619" y="347"/>
                    </a:moveTo>
                    <a:cubicBezTo>
                      <a:pt x="618" y="347"/>
                      <a:pt x="619" y="345"/>
                      <a:pt x="619" y="345"/>
                    </a:cubicBezTo>
                    <a:cubicBezTo>
                      <a:pt x="621" y="342"/>
                      <a:pt x="620" y="348"/>
                      <a:pt x="619" y="347"/>
                    </a:cubicBezTo>
                    <a:close/>
                    <a:moveTo>
                      <a:pt x="620" y="435"/>
                    </a:moveTo>
                    <a:cubicBezTo>
                      <a:pt x="621" y="434"/>
                      <a:pt x="619" y="437"/>
                      <a:pt x="620" y="435"/>
                    </a:cubicBezTo>
                    <a:close/>
                    <a:moveTo>
                      <a:pt x="623" y="526"/>
                    </a:moveTo>
                    <a:cubicBezTo>
                      <a:pt x="624" y="527"/>
                      <a:pt x="622" y="529"/>
                      <a:pt x="621" y="530"/>
                    </a:cubicBezTo>
                    <a:cubicBezTo>
                      <a:pt x="621" y="529"/>
                      <a:pt x="623" y="527"/>
                      <a:pt x="623" y="526"/>
                    </a:cubicBezTo>
                    <a:close/>
                    <a:moveTo>
                      <a:pt x="622" y="561"/>
                    </a:moveTo>
                    <a:cubicBezTo>
                      <a:pt x="621" y="560"/>
                      <a:pt x="622" y="558"/>
                      <a:pt x="622" y="558"/>
                    </a:cubicBezTo>
                    <a:cubicBezTo>
                      <a:pt x="625" y="555"/>
                      <a:pt x="624" y="562"/>
                      <a:pt x="622" y="561"/>
                    </a:cubicBezTo>
                    <a:close/>
                    <a:moveTo>
                      <a:pt x="624" y="492"/>
                    </a:moveTo>
                    <a:cubicBezTo>
                      <a:pt x="624" y="490"/>
                      <a:pt x="623" y="493"/>
                      <a:pt x="624" y="492"/>
                    </a:cubicBezTo>
                    <a:close/>
                    <a:moveTo>
                      <a:pt x="625" y="381"/>
                    </a:moveTo>
                    <a:cubicBezTo>
                      <a:pt x="625" y="381"/>
                      <a:pt x="624" y="381"/>
                      <a:pt x="624" y="381"/>
                    </a:cubicBezTo>
                    <a:cubicBezTo>
                      <a:pt x="625" y="379"/>
                      <a:pt x="626" y="381"/>
                      <a:pt x="625" y="381"/>
                    </a:cubicBezTo>
                    <a:close/>
                    <a:moveTo>
                      <a:pt x="624" y="254"/>
                    </a:moveTo>
                    <a:cubicBezTo>
                      <a:pt x="624" y="254"/>
                      <a:pt x="625" y="253"/>
                      <a:pt x="625" y="253"/>
                    </a:cubicBezTo>
                    <a:cubicBezTo>
                      <a:pt x="626" y="252"/>
                      <a:pt x="625" y="255"/>
                      <a:pt x="624" y="254"/>
                    </a:cubicBezTo>
                    <a:close/>
                    <a:moveTo>
                      <a:pt x="626" y="488"/>
                    </a:moveTo>
                    <a:cubicBezTo>
                      <a:pt x="626" y="488"/>
                      <a:pt x="627" y="486"/>
                      <a:pt x="627" y="486"/>
                    </a:cubicBezTo>
                    <a:cubicBezTo>
                      <a:pt x="627" y="487"/>
                      <a:pt x="626" y="487"/>
                      <a:pt x="626" y="488"/>
                    </a:cubicBezTo>
                    <a:close/>
                    <a:moveTo>
                      <a:pt x="628" y="522"/>
                    </a:moveTo>
                    <a:cubicBezTo>
                      <a:pt x="626" y="521"/>
                      <a:pt x="628" y="521"/>
                      <a:pt x="628" y="522"/>
                    </a:cubicBezTo>
                    <a:close/>
                    <a:moveTo>
                      <a:pt x="633" y="526"/>
                    </a:moveTo>
                    <a:cubicBezTo>
                      <a:pt x="634" y="528"/>
                      <a:pt x="631" y="529"/>
                      <a:pt x="633" y="526"/>
                    </a:cubicBezTo>
                    <a:close/>
                    <a:moveTo>
                      <a:pt x="628" y="417"/>
                    </a:moveTo>
                    <a:cubicBezTo>
                      <a:pt x="630" y="415"/>
                      <a:pt x="631" y="410"/>
                      <a:pt x="634" y="409"/>
                    </a:cubicBezTo>
                    <a:cubicBezTo>
                      <a:pt x="633" y="409"/>
                      <a:pt x="631" y="417"/>
                      <a:pt x="628" y="417"/>
                    </a:cubicBezTo>
                    <a:close/>
                    <a:moveTo>
                      <a:pt x="633" y="310"/>
                    </a:moveTo>
                    <a:cubicBezTo>
                      <a:pt x="632" y="309"/>
                      <a:pt x="634" y="305"/>
                      <a:pt x="634" y="305"/>
                    </a:cubicBezTo>
                    <a:cubicBezTo>
                      <a:pt x="638" y="302"/>
                      <a:pt x="636" y="311"/>
                      <a:pt x="633" y="310"/>
                    </a:cubicBezTo>
                    <a:close/>
                    <a:moveTo>
                      <a:pt x="637" y="496"/>
                    </a:moveTo>
                    <a:cubicBezTo>
                      <a:pt x="636" y="497"/>
                      <a:pt x="637" y="495"/>
                      <a:pt x="637" y="496"/>
                    </a:cubicBezTo>
                    <a:close/>
                    <a:moveTo>
                      <a:pt x="637" y="495"/>
                    </a:moveTo>
                    <a:cubicBezTo>
                      <a:pt x="635" y="495"/>
                      <a:pt x="637" y="490"/>
                      <a:pt x="638" y="490"/>
                    </a:cubicBezTo>
                    <a:cubicBezTo>
                      <a:pt x="640" y="489"/>
                      <a:pt x="639" y="496"/>
                      <a:pt x="637" y="495"/>
                    </a:cubicBezTo>
                    <a:close/>
                    <a:moveTo>
                      <a:pt x="638" y="424"/>
                    </a:moveTo>
                    <a:cubicBezTo>
                      <a:pt x="638" y="424"/>
                      <a:pt x="638" y="424"/>
                      <a:pt x="638" y="424"/>
                    </a:cubicBezTo>
                    <a:cubicBezTo>
                      <a:pt x="638" y="424"/>
                      <a:pt x="638" y="424"/>
                      <a:pt x="638" y="424"/>
                    </a:cubicBezTo>
                    <a:cubicBezTo>
                      <a:pt x="638" y="424"/>
                      <a:pt x="638" y="424"/>
                      <a:pt x="638" y="424"/>
                    </a:cubicBezTo>
                    <a:cubicBezTo>
                      <a:pt x="638" y="424"/>
                      <a:pt x="638" y="424"/>
                      <a:pt x="638" y="424"/>
                    </a:cubicBezTo>
                    <a:close/>
                    <a:moveTo>
                      <a:pt x="634" y="368"/>
                    </a:moveTo>
                    <a:cubicBezTo>
                      <a:pt x="637" y="365"/>
                      <a:pt x="639" y="361"/>
                      <a:pt x="643" y="358"/>
                    </a:cubicBezTo>
                    <a:cubicBezTo>
                      <a:pt x="641" y="362"/>
                      <a:pt x="638" y="365"/>
                      <a:pt x="634" y="368"/>
                    </a:cubicBezTo>
                    <a:close/>
                    <a:moveTo>
                      <a:pt x="641" y="395"/>
                    </a:moveTo>
                    <a:cubicBezTo>
                      <a:pt x="641" y="395"/>
                      <a:pt x="641" y="395"/>
                      <a:pt x="641" y="395"/>
                    </a:cubicBezTo>
                    <a:cubicBezTo>
                      <a:pt x="641" y="395"/>
                      <a:pt x="641" y="394"/>
                      <a:pt x="641" y="395"/>
                    </a:cubicBezTo>
                    <a:close/>
                    <a:moveTo>
                      <a:pt x="640" y="430"/>
                    </a:moveTo>
                    <a:cubicBezTo>
                      <a:pt x="640" y="430"/>
                      <a:pt x="640" y="428"/>
                      <a:pt x="642" y="428"/>
                    </a:cubicBezTo>
                    <a:cubicBezTo>
                      <a:pt x="643" y="427"/>
                      <a:pt x="644" y="427"/>
                      <a:pt x="645" y="428"/>
                    </a:cubicBezTo>
                    <a:cubicBezTo>
                      <a:pt x="648" y="432"/>
                      <a:pt x="641" y="434"/>
                      <a:pt x="640" y="430"/>
                    </a:cubicBezTo>
                    <a:close/>
                    <a:moveTo>
                      <a:pt x="645" y="387"/>
                    </a:moveTo>
                    <a:cubicBezTo>
                      <a:pt x="645" y="386"/>
                      <a:pt x="645" y="385"/>
                      <a:pt x="646" y="385"/>
                    </a:cubicBezTo>
                    <a:cubicBezTo>
                      <a:pt x="646" y="386"/>
                      <a:pt x="646" y="386"/>
                      <a:pt x="645" y="387"/>
                    </a:cubicBezTo>
                    <a:close/>
                    <a:moveTo>
                      <a:pt x="647" y="552"/>
                    </a:moveTo>
                    <a:cubicBezTo>
                      <a:pt x="646" y="553"/>
                      <a:pt x="648" y="551"/>
                      <a:pt x="647" y="552"/>
                    </a:cubicBezTo>
                    <a:close/>
                    <a:moveTo>
                      <a:pt x="647" y="429"/>
                    </a:moveTo>
                    <a:cubicBezTo>
                      <a:pt x="648" y="428"/>
                      <a:pt x="645" y="431"/>
                      <a:pt x="647" y="429"/>
                    </a:cubicBezTo>
                    <a:close/>
                    <a:moveTo>
                      <a:pt x="646" y="388"/>
                    </a:moveTo>
                    <a:cubicBezTo>
                      <a:pt x="646" y="387"/>
                      <a:pt x="647" y="386"/>
                      <a:pt x="647" y="385"/>
                    </a:cubicBezTo>
                    <a:cubicBezTo>
                      <a:pt x="647" y="386"/>
                      <a:pt x="647" y="387"/>
                      <a:pt x="646" y="388"/>
                    </a:cubicBezTo>
                    <a:close/>
                    <a:moveTo>
                      <a:pt x="646" y="385"/>
                    </a:moveTo>
                    <a:cubicBezTo>
                      <a:pt x="647" y="384"/>
                      <a:pt x="647" y="383"/>
                      <a:pt x="648" y="383"/>
                    </a:cubicBezTo>
                    <a:cubicBezTo>
                      <a:pt x="648" y="384"/>
                      <a:pt x="647" y="384"/>
                      <a:pt x="646" y="385"/>
                    </a:cubicBezTo>
                    <a:close/>
                    <a:moveTo>
                      <a:pt x="647" y="345"/>
                    </a:moveTo>
                    <a:cubicBezTo>
                      <a:pt x="646" y="345"/>
                      <a:pt x="647" y="344"/>
                      <a:pt x="647" y="344"/>
                    </a:cubicBezTo>
                    <a:cubicBezTo>
                      <a:pt x="648" y="342"/>
                      <a:pt x="648" y="345"/>
                      <a:pt x="647" y="345"/>
                    </a:cubicBezTo>
                    <a:close/>
                    <a:moveTo>
                      <a:pt x="648" y="529"/>
                    </a:moveTo>
                    <a:cubicBezTo>
                      <a:pt x="647" y="529"/>
                      <a:pt x="648" y="528"/>
                      <a:pt x="648" y="528"/>
                    </a:cubicBezTo>
                    <a:cubicBezTo>
                      <a:pt x="649" y="528"/>
                      <a:pt x="648" y="529"/>
                      <a:pt x="648" y="529"/>
                    </a:cubicBezTo>
                    <a:close/>
                    <a:moveTo>
                      <a:pt x="648" y="382"/>
                    </a:moveTo>
                    <a:cubicBezTo>
                      <a:pt x="649" y="381"/>
                      <a:pt x="647" y="383"/>
                      <a:pt x="648" y="382"/>
                    </a:cubicBezTo>
                    <a:close/>
                    <a:moveTo>
                      <a:pt x="650" y="335"/>
                    </a:moveTo>
                    <a:cubicBezTo>
                      <a:pt x="647" y="337"/>
                      <a:pt x="652" y="333"/>
                      <a:pt x="650" y="335"/>
                    </a:cubicBezTo>
                    <a:close/>
                    <a:moveTo>
                      <a:pt x="651" y="357"/>
                    </a:moveTo>
                    <a:cubicBezTo>
                      <a:pt x="651" y="355"/>
                      <a:pt x="650" y="358"/>
                      <a:pt x="651" y="357"/>
                    </a:cubicBezTo>
                    <a:close/>
                    <a:moveTo>
                      <a:pt x="651" y="299"/>
                    </a:moveTo>
                    <a:cubicBezTo>
                      <a:pt x="649" y="299"/>
                      <a:pt x="651" y="296"/>
                      <a:pt x="652" y="298"/>
                    </a:cubicBezTo>
                    <a:cubicBezTo>
                      <a:pt x="652" y="298"/>
                      <a:pt x="651" y="299"/>
                      <a:pt x="651" y="299"/>
                    </a:cubicBezTo>
                    <a:close/>
                    <a:moveTo>
                      <a:pt x="651" y="291"/>
                    </a:moveTo>
                    <a:cubicBezTo>
                      <a:pt x="651" y="291"/>
                      <a:pt x="652" y="291"/>
                      <a:pt x="652" y="291"/>
                    </a:cubicBezTo>
                    <a:cubicBezTo>
                      <a:pt x="652" y="292"/>
                      <a:pt x="651" y="291"/>
                      <a:pt x="651" y="291"/>
                    </a:cubicBezTo>
                    <a:close/>
                    <a:moveTo>
                      <a:pt x="652" y="333"/>
                    </a:moveTo>
                    <a:cubicBezTo>
                      <a:pt x="652" y="331"/>
                      <a:pt x="654" y="331"/>
                      <a:pt x="654" y="330"/>
                    </a:cubicBezTo>
                    <a:cubicBezTo>
                      <a:pt x="654" y="331"/>
                      <a:pt x="653" y="332"/>
                      <a:pt x="652" y="333"/>
                    </a:cubicBezTo>
                    <a:close/>
                    <a:moveTo>
                      <a:pt x="654" y="302"/>
                    </a:moveTo>
                    <a:cubicBezTo>
                      <a:pt x="655" y="302"/>
                      <a:pt x="654" y="302"/>
                      <a:pt x="654" y="302"/>
                    </a:cubicBezTo>
                    <a:cubicBezTo>
                      <a:pt x="655" y="304"/>
                      <a:pt x="652" y="302"/>
                      <a:pt x="654" y="302"/>
                    </a:cubicBezTo>
                    <a:close/>
                    <a:moveTo>
                      <a:pt x="654" y="370"/>
                    </a:moveTo>
                    <a:cubicBezTo>
                      <a:pt x="654" y="369"/>
                      <a:pt x="656" y="369"/>
                      <a:pt x="655" y="370"/>
                    </a:cubicBezTo>
                    <a:cubicBezTo>
                      <a:pt x="655" y="370"/>
                      <a:pt x="654" y="370"/>
                      <a:pt x="654" y="370"/>
                    </a:cubicBezTo>
                    <a:close/>
                    <a:moveTo>
                      <a:pt x="648" y="287"/>
                    </a:moveTo>
                    <a:cubicBezTo>
                      <a:pt x="651" y="284"/>
                      <a:pt x="653" y="280"/>
                      <a:pt x="658" y="277"/>
                    </a:cubicBezTo>
                    <a:cubicBezTo>
                      <a:pt x="657" y="281"/>
                      <a:pt x="652" y="285"/>
                      <a:pt x="648" y="287"/>
                    </a:cubicBezTo>
                    <a:close/>
                    <a:moveTo>
                      <a:pt x="657" y="286"/>
                    </a:moveTo>
                    <a:cubicBezTo>
                      <a:pt x="657" y="285"/>
                      <a:pt x="658" y="285"/>
                      <a:pt x="658" y="285"/>
                    </a:cubicBezTo>
                    <a:cubicBezTo>
                      <a:pt x="659" y="286"/>
                      <a:pt x="656" y="287"/>
                      <a:pt x="657" y="286"/>
                    </a:cubicBezTo>
                    <a:close/>
                    <a:moveTo>
                      <a:pt x="658" y="318"/>
                    </a:moveTo>
                    <a:cubicBezTo>
                      <a:pt x="659" y="317"/>
                      <a:pt x="657" y="319"/>
                      <a:pt x="658" y="318"/>
                    </a:cubicBezTo>
                    <a:close/>
                    <a:moveTo>
                      <a:pt x="658" y="348"/>
                    </a:moveTo>
                    <a:cubicBezTo>
                      <a:pt x="659" y="347"/>
                      <a:pt x="656" y="349"/>
                      <a:pt x="658" y="348"/>
                    </a:cubicBezTo>
                    <a:close/>
                    <a:moveTo>
                      <a:pt x="658" y="477"/>
                    </a:moveTo>
                    <a:cubicBezTo>
                      <a:pt x="658" y="476"/>
                      <a:pt x="658" y="476"/>
                      <a:pt x="658" y="476"/>
                    </a:cubicBezTo>
                    <a:cubicBezTo>
                      <a:pt x="659" y="474"/>
                      <a:pt x="660" y="477"/>
                      <a:pt x="658" y="477"/>
                    </a:cubicBezTo>
                    <a:close/>
                    <a:moveTo>
                      <a:pt x="658" y="376"/>
                    </a:moveTo>
                    <a:cubicBezTo>
                      <a:pt x="657" y="375"/>
                      <a:pt x="658" y="373"/>
                      <a:pt x="658" y="373"/>
                    </a:cubicBezTo>
                    <a:cubicBezTo>
                      <a:pt x="661" y="371"/>
                      <a:pt x="661" y="376"/>
                      <a:pt x="658" y="376"/>
                    </a:cubicBezTo>
                    <a:close/>
                    <a:moveTo>
                      <a:pt x="660" y="413"/>
                    </a:moveTo>
                    <a:cubicBezTo>
                      <a:pt x="660" y="412"/>
                      <a:pt x="661" y="412"/>
                      <a:pt x="660" y="413"/>
                    </a:cubicBezTo>
                    <a:close/>
                    <a:moveTo>
                      <a:pt x="658" y="347"/>
                    </a:moveTo>
                    <a:cubicBezTo>
                      <a:pt x="659" y="345"/>
                      <a:pt x="660" y="343"/>
                      <a:pt x="662" y="342"/>
                    </a:cubicBezTo>
                    <a:cubicBezTo>
                      <a:pt x="662" y="342"/>
                      <a:pt x="660" y="346"/>
                      <a:pt x="658" y="347"/>
                    </a:cubicBezTo>
                    <a:close/>
                    <a:moveTo>
                      <a:pt x="663" y="312"/>
                    </a:moveTo>
                    <a:cubicBezTo>
                      <a:pt x="663" y="312"/>
                      <a:pt x="664" y="313"/>
                      <a:pt x="663" y="313"/>
                    </a:cubicBezTo>
                    <a:cubicBezTo>
                      <a:pt x="662" y="314"/>
                      <a:pt x="661" y="312"/>
                      <a:pt x="662" y="312"/>
                    </a:cubicBezTo>
                    <a:cubicBezTo>
                      <a:pt x="662" y="312"/>
                      <a:pt x="662" y="312"/>
                      <a:pt x="662" y="312"/>
                    </a:cubicBezTo>
                    <a:cubicBezTo>
                      <a:pt x="662" y="311"/>
                      <a:pt x="662" y="311"/>
                      <a:pt x="661" y="311"/>
                    </a:cubicBezTo>
                    <a:cubicBezTo>
                      <a:pt x="660" y="310"/>
                      <a:pt x="664" y="308"/>
                      <a:pt x="664" y="310"/>
                    </a:cubicBezTo>
                    <a:cubicBezTo>
                      <a:pt x="664" y="311"/>
                      <a:pt x="664" y="311"/>
                      <a:pt x="663" y="312"/>
                    </a:cubicBezTo>
                    <a:close/>
                    <a:moveTo>
                      <a:pt x="662" y="277"/>
                    </a:moveTo>
                    <a:cubicBezTo>
                      <a:pt x="661" y="279"/>
                      <a:pt x="662" y="276"/>
                      <a:pt x="662" y="277"/>
                    </a:cubicBezTo>
                    <a:close/>
                    <a:moveTo>
                      <a:pt x="662" y="261"/>
                    </a:moveTo>
                    <a:cubicBezTo>
                      <a:pt x="662" y="261"/>
                      <a:pt x="662" y="261"/>
                      <a:pt x="662" y="261"/>
                    </a:cubicBezTo>
                    <a:cubicBezTo>
                      <a:pt x="662" y="261"/>
                      <a:pt x="662" y="261"/>
                      <a:pt x="662" y="261"/>
                    </a:cubicBezTo>
                    <a:cubicBezTo>
                      <a:pt x="662" y="260"/>
                      <a:pt x="662" y="261"/>
                      <a:pt x="662" y="261"/>
                    </a:cubicBezTo>
                    <a:cubicBezTo>
                      <a:pt x="662" y="261"/>
                      <a:pt x="662" y="261"/>
                      <a:pt x="662" y="261"/>
                    </a:cubicBezTo>
                    <a:close/>
                    <a:moveTo>
                      <a:pt x="664" y="309"/>
                    </a:moveTo>
                    <a:cubicBezTo>
                      <a:pt x="663" y="309"/>
                      <a:pt x="663" y="308"/>
                      <a:pt x="664" y="308"/>
                    </a:cubicBezTo>
                    <a:cubicBezTo>
                      <a:pt x="664" y="307"/>
                      <a:pt x="665" y="309"/>
                      <a:pt x="664" y="309"/>
                    </a:cubicBezTo>
                    <a:close/>
                    <a:moveTo>
                      <a:pt x="664" y="258"/>
                    </a:moveTo>
                    <a:cubicBezTo>
                      <a:pt x="664" y="260"/>
                      <a:pt x="662" y="259"/>
                      <a:pt x="664" y="258"/>
                    </a:cubicBezTo>
                    <a:close/>
                    <a:moveTo>
                      <a:pt x="665" y="262"/>
                    </a:moveTo>
                    <a:cubicBezTo>
                      <a:pt x="663" y="263"/>
                      <a:pt x="666" y="260"/>
                      <a:pt x="665" y="262"/>
                    </a:cubicBezTo>
                    <a:close/>
                    <a:moveTo>
                      <a:pt x="663" y="233"/>
                    </a:moveTo>
                    <a:cubicBezTo>
                      <a:pt x="665" y="234"/>
                      <a:pt x="663" y="240"/>
                      <a:pt x="660" y="239"/>
                    </a:cubicBezTo>
                    <a:cubicBezTo>
                      <a:pt x="657" y="239"/>
                      <a:pt x="659" y="230"/>
                      <a:pt x="663" y="233"/>
                    </a:cubicBezTo>
                    <a:cubicBezTo>
                      <a:pt x="662" y="232"/>
                      <a:pt x="662" y="229"/>
                      <a:pt x="664" y="230"/>
                    </a:cubicBezTo>
                    <a:cubicBezTo>
                      <a:pt x="666" y="230"/>
                      <a:pt x="665" y="234"/>
                      <a:pt x="663" y="233"/>
                    </a:cubicBezTo>
                    <a:close/>
                    <a:moveTo>
                      <a:pt x="665" y="341"/>
                    </a:moveTo>
                    <a:cubicBezTo>
                      <a:pt x="665" y="340"/>
                      <a:pt x="667" y="338"/>
                      <a:pt x="668" y="337"/>
                    </a:cubicBezTo>
                    <a:cubicBezTo>
                      <a:pt x="667" y="339"/>
                      <a:pt x="667" y="340"/>
                      <a:pt x="665" y="341"/>
                    </a:cubicBezTo>
                    <a:close/>
                    <a:moveTo>
                      <a:pt x="668" y="481"/>
                    </a:moveTo>
                    <a:cubicBezTo>
                      <a:pt x="668" y="481"/>
                      <a:pt x="668" y="480"/>
                      <a:pt x="668" y="481"/>
                    </a:cubicBezTo>
                    <a:cubicBezTo>
                      <a:pt x="669" y="481"/>
                      <a:pt x="668" y="482"/>
                      <a:pt x="668" y="481"/>
                    </a:cubicBezTo>
                    <a:close/>
                    <a:moveTo>
                      <a:pt x="671" y="391"/>
                    </a:moveTo>
                    <a:cubicBezTo>
                      <a:pt x="671" y="390"/>
                      <a:pt x="672" y="389"/>
                      <a:pt x="672" y="388"/>
                    </a:cubicBezTo>
                    <a:cubicBezTo>
                      <a:pt x="673" y="389"/>
                      <a:pt x="672" y="391"/>
                      <a:pt x="671" y="391"/>
                    </a:cubicBezTo>
                    <a:close/>
                    <a:moveTo>
                      <a:pt x="673" y="387"/>
                    </a:moveTo>
                    <a:cubicBezTo>
                      <a:pt x="673" y="385"/>
                      <a:pt x="675" y="383"/>
                      <a:pt x="675" y="381"/>
                    </a:cubicBezTo>
                    <a:cubicBezTo>
                      <a:pt x="676" y="383"/>
                      <a:pt x="674" y="385"/>
                      <a:pt x="673" y="387"/>
                    </a:cubicBezTo>
                    <a:close/>
                    <a:moveTo>
                      <a:pt x="683" y="314"/>
                    </a:moveTo>
                    <a:cubicBezTo>
                      <a:pt x="681" y="318"/>
                      <a:pt x="678" y="322"/>
                      <a:pt x="676" y="326"/>
                    </a:cubicBezTo>
                    <a:cubicBezTo>
                      <a:pt x="678" y="322"/>
                      <a:pt x="679" y="317"/>
                      <a:pt x="683" y="314"/>
                    </a:cubicBezTo>
                    <a:close/>
                    <a:moveTo>
                      <a:pt x="678" y="432"/>
                    </a:moveTo>
                    <a:cubicBezTo>
                      <a:pt x="678" y="434"/>
                      <a:pt x="676" y="433"/>
                      <a:pt x="678" y="432"/>
                    </a:cubicBezTo>
                    <a:close/>
                    <a:moveTo>
                      <a:pt x="682" y="426"/>
                    </a:moveTo>
                    <a:cubicBezTo>
                      <a:pt x="681" y="426"/>
                      <a:pt x="681" y="425"/>
                      <a:pt x="682" y="424"/>
                    </a:cubicBezTo>
                    <a:cubicBezTo>
                      <a:pt x="683" y="423"/>
                      <a:pt x="684" y="427"/>
                      <a:pt x="682" y="426"/>
                    </a:cubicBezTo>
                    <a:close/>
                    <a:moveTo>
                      <a:pt x="683" y="451"/>
                    </a:moveTo>
                    <a:cubicBezTo>
                      <a:pt x="683" y="450"/>
                      <a:pt x="685" y="451"/>
                      <a:pt x="683" y="451"/>
                    </a:cubicBezTo>
                    <a:close/>
                    <a:moveTo>
                      <a:pt x="683" y="486"/>
                    </a:moveTo>
                    <a:cubicBezTo>
                      <a:pt x="684" y="486"/>
                      <a:pt x="682" y="487"/>
                      <a:pt x="683" y="486"/>
                    </a:cubicBezTo>
                    <a:close/>
                    <a:moveTo>
                      <a:pt x="685" y="289"/>
                    </a:moveTo>
                    <a:cubicBezTo>
                      <a:pt x="686" y="289"/>
                      <a:pt x="684" y="290"/>
                      <a:pt x="684" y="290"/>
                    </a:cubicBezTo>
                    <a:cubicBezTo>
                      <a:pt x="684" y="290"/>
                      <a:pt x="685" y="290"/>
                      <a:pt x="685" y="289"/>
                    </a:cubicBezTo>
                    <a:close/>
                    <a:moveTo>
                      <a:pt x="685" y="345"/>
                    </a:moveTo>
                    <a:cubicBezTo>
                      <a:pt x="684" y="344"/>
                      <a:pt x="685" y="344"/>
                      <a:pt x="685" y="343"/>
                    </a:cubicBezTo>
                    <a:cubicBezTo>
                      <a:pt x="686" y="343"/>
                      <a:pt x="685" y="345"/>
                      <a:pt x="685" y="345"/>
                    </a:cubicBezTo>
                    <a:close/>
                    <a:moveTo>
                      <a:pt x="686" y="342"/>
                    </a:moveTo>
                    <a:cubicBezTo>
                      <a:pt x="685" y="341"/>
                      <a:pt x="686" y="341"/>
                      <a:pt x="686" y="340"/>
                    </a:cubicBezTo>
                    <a:cubicBezTo>
                      <a:pt x="687" y="340"/>
                      <a:pt x="686" y="342"/>
                      <a:pt x="686" y="342"/>
                    </a:cubicBezTo>
                    <a:close/>
                    <a:moveTo>
                      <a:pt x="687" y="340"/>
                    </a:moveTo>
                    <a:cubicBezTo>
                      <a:pt x="686" y="339"/>
                      <a:pt x="687" y="337"/>
                      <a:pt x="688" y="336"/>
                    </a:cubicBezTo>
                    <a:cubicBezTo>
                      <a:pt x="688" y="337"/>
                      <a:pt x="687" y="339"/>
                      <a:pt x="687" y="340"/>
                    </a:cubicBezTo>
                    <a:close/>
                    <a:moveTo>
                      <a:pt x="688" y="329"/>
                    </a:moveTo>
                    <a:cubicBezTo>
                      <a:pt x="688" y="329"/>
                      <a:pt x="688" y="329"/>
                      <a:pt x="688" y="329"/>
                    </a:cubicBezTo>
                    <a:cubicBezTo>
                      <a:pt x="688" y="329"/>
                      <a:pt x="687" y="330"/>
                      <a:pt x="688" y="329"/>
                    </a:cubicBezTo>
                    <a:close/>
                    <a:moveTo>
                      <a:pt x="688" y="284"/>
                    </a:moveTo>
                    <a:cubicBezTo>
                      <a:pt x="689" y="283"/>
                      <a:pt x="686" y="286"/>
                      <a:pt x="688" y="284"/>
                    </a:cubicBezTo>
                    <a:close/>
                    <a:moveTo>
                      <a:pt x="693" y="290"/>
                    </a:moveTo>
                    <a:cubicBezTo>
                      <a:pt x="697" y="288"/>
                      <a:pt x="695" y="297"/>
                      <a:pt x="692" y="296"/>
                    </a:cubicBezTo>
                    <a:cubicBezTo>
                      <a:pt x="690" y="295"/>
                      <a:pt x="692" y="291"/>
                      <a:pt x="693" y="290"/>
                    </a:cubicBezTo>
                    <a:close/>
                    <a:moveTo>
                      <a:pt x="691" y="285"/>
                    </a:moveTo>
                    <a:cubicBezTo>
                      <a:pt x="691" y="286"/>
                      <a:pt x="692" y="284"/>
                      <a:pt x="691" y="285"/>
                    </a:cubicBezTo>
                    <a:close/>
                    <a:moveTo>
                      <a:pt x="689" y="285"/>
                    </a:moveTo>
                    <a:cubicBezTo>
                      <a:pt x="690" y="285"/>
                      <a:pt x="690" y="284"/>
                      <a:pt x="691" y="284"/>
                    </a:cubicBezTo>
                    <a:cubicBezTo>
                      <a:pt x="693" y="285"/>
                      <a:pt x="688" y="288"/>
                      <a:pt x="689" y="285"/>
                    </a:cubicBezTo>
                    <a:close/>
                    <a:moveTo>
                      <a:pt x="689" y="316"/>
                    </a:moveTo>
                    <a:cubicBezTo>
                      <a:pt x="690" y="317"/>
                      <a:pt x="688" y="316"/>
                      <a:pt x="689" y="316"/>
                    </a:cubicBezTo>
                    <a:close/>
                    <a:moveTo>
                      <a:pt x="689" y="395"/>
                    </a:moveTo>
                    <a:cubicBezTo>
                      <a:pt x="689" y="395"/>
                      <a:pt x="689" y="394"/>
                      <a:pt x="689" y="394"/>
                    </a:cubicBezTo>
                    <a:cubicBezTo>
                      <a:pt x="690" y="394"/>
                      <a:pt x="688" y="397"/>
                      <a:pt x="689" y="395"/>
                    </a:cubicBezTo>
                    <a:close/>
                    <a:moveTo>
                      <a:pt x="690" y="404"/>
                    </a:moveTo>
                    <a:cubicBezTo>
                      <a:pt x="690" y="403"/>
                      <a:pt x="691" y="404"/>
                      <a:pt x="691" y="404"/>
                    </a:cubicBezTo>
                    <a:cubicBezTo>
                      <a:pt x="691" y="405"/>
                      <a:pt x="689" y="405"/>
                      <a:pt x="690" y="404"/>
                    </a:cubicBezTo>
                    <a:close/>
                    <a:moveTo>
                      <a:pt x="691" y="343"/>
                    </a:moveTo>
                    <a:cubicBezTo>
                      <a:pt x="691" y="342"/>
                      <a:pt x="691" y="341"/>
                      <a:pt x="691" y="341"/>
                    </a:cubicBezTo>
                    <a:cubicBezTo>
                      <a:pt x="692" y="340"/>
                      <a:pt x="692" y="343"/>
                      <a:pt x="691" y="343"/>
                    </a:cubicBezTo>
                    <a:close/>
                    <a:moveTo>
                      <a:pt x="692" y="394"/>
                    </a:moveTo>
                    <a:cubicBezTo>
                      <a:pt x="691" y="395"/>
                      <a:pt x="693" y="393"/>
                      <a:pt x="692" y="394"/>
                    </a:cubicBezTo>
                    <a:close/>
                    <a:moveTo>
                      <a:pt x="692" y="300"/>
                    </a:moveTo>
                    <a:cubicBezTo>
                      <a:pt x="690" y="300"/>
                      <a:pt x="691" y="299"/>
                      <a:pt x="692" y="298"/>
                    </a:cubicBezTo>
                    <a:cubicBezTo>
                      <a:pt x="693" y="297"/>
                      <a:pt x="693" y="300"/>
                      <a:pt x="692" y="300"/>
                    </a:cubicBezTo>
                    <a:close/>
                    <a:moveTo>
                      <a:pt x="694" y="330"/>
                    </a:moveTo>
                    <a:cubicBezTo>
                      <a:pt x="695" y="329"/>
                      <a:pt x="695" y="332"/>
                      <a:pt x="694" y="331"/>
                    </a:cubicBezTo>
                    <a:cubicBezTo>
                      <a:pt x="693" y="331"/>
                      <a:pt x="694" y="330"/>
                      <a:pt x="694" y="330"/>
                    </a:cubicBezTo>
                    <a:close/>
                    <a:moveTo>
                      <a:pt x="694" y="454"/>
                    </a:moveTo>
                    <a:cubicBezTo>
                      <a:pt x="694" y="454"/>
                      <a:pt x="694" y="454"/>
                      <a:pt x="695" y="454"/>
                    </a:cubicBezTo>
                    <a:cubicBezTo>
                      <a:pt x="696" y="454"/>
                      <a:pt x="693" y="455"/>
                      <a:pt x="694" y="454"/>
                    </a:cubicBezTo>
                    <a:close/>
                    <a:moveTo>
                      <a:pt x="696" y="312"/>
                    </a:moveTo>
                    <a:cubicBezTo>
                      <a:pt x="694" y="313"/>
                      <a:pt x="694" y="308"/>
                      <a:pt x="695" y="307"/>
                    </a:cubicBezTo>
                    <a:cubicBezTo>
                      <a:pt x="700" y="304"/>
                      <a:pt x="697" y="312"/>
                      <a:pt x="696" y="312"/>
                    </a:cubicBezTo>
                    <a:close/>
                    <a:moveTo>
                      <a:pt x="699" y="327"/>
                    </a:moveTo>
                    <a:cubicBezTo>
                      <a:pt x="699" y="327"/>
                      <a:pt x="700" y="326"/>
                      <a:pt x="700" y="326"/>
                    </a:cubicBezTo>
                    <a:cubicBezTo>
                      <a:pt x="702" y="327"/>
                      <a:pt x="698" y="329"/>
                      <a:pt x="699" y="327"/>
                    </a:cubicBezTo>
                    <a:close/>
                    <a:moveTo>
                      <a:pt x="702" y="431"/>
                    </a:moveTo>
                    <a:cubicBezTo>
                      <a:pt x="702" y="430"/>
                      <a:pt x="704" y="429"/>
                      <a:pt x="704" y="428"/>
                    </a:cubicBezTo>
                    <a:cubicBezTo>
                      <a:pt x="704" y="429"/>
                      <a:pt x="704" y="431"/>
                      <a:pt x="702" y="431"/>
                    </a:cubicBezTo>
                    <a:close/>
                    <a:moveTo>
                      <a:pt x="704" y="427"/>
                    </a:moveTo>
                    <a:cubicBezTo>
                      <a:pt x="705" y="425"/>
                      <a:pt x="705" y="423"/>
                      <a:pt x="706" y="421"/>
                    </a:cubicBezTo>
                    <a:cubicBezTo>
                      <a:pt x="707" y="422"/>
                      <a:pt x="705" y="426"/>
                      <a:pt x="704" y="427"/>
                    </a:cubicBezTo>
                    <a:close/>
                    <a:moveTo>
                      <a:pt x="706" y="392"/>
                    </a:moveTo>
                    <a:cubicBezTo>
                      <a:pt x="706" y="393"/>
                      <a:pt x="706" y="393"/>
                      <a:pt x="706" y="392"/>
                    </a:cubicBezTo>
                    <a:close/>
                    <a:moveTo>
                      <a:pt x="709" y="396"/>
                    </a:moveTo>
                    <a:cubicBezTo>
                      <a:pt x="710" y="397"/>
                      <a:pt x="708" y="397"/>
                      <a:pt x="709" y="396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D" sz="2000" b="1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73E01DA-A1F1-4C23-024E-136C15F96DAF}"/>
                  </a:ext>
                </a:extLst>
              </p:cNvPr>
              <p:cNvSpPr/>
              <p:nvPr/>
            </p:nvSpPr>
            <p:spPr>
              <a:xfrm>
                <a:off x="3911600" y="1604169"/>
                <a:ext cx="4368800" cy="4368800"/>
              </a:xfrm>
              <a:prstGeom prst="ellipse">
                <a:avLst/>
              </a:prstGeom>
              <a:noFill/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Lora" pitchFamily="2" charset="0"/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7B17022-DDC3-BBE9-61C3-73F4CAEDC931}"/>
                  </a:ext>
                </a:extLst>
              </p:cNvPr>
              <p:cNvSpPr/>
              <p:nvPr/>
            </p:nvSpPr>
            <p:spPr>
              <a:xfrm>
                <a:off x="7004873" y="1717791"/>
                <a:ext cx="449602" cy="4496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Lora" pitchFamily="2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CCBE279-D2F3-F9F6-2A6E-FB67340A94E1}"/>
                  </a:ext>
                </a:extLst>
              </p:cNvPr>
              <p:cNvSpPr/>
              <p:nvPr/>
            </p:nvSpPr>
            <p:spPr>
              <a:xfrm>
                <a:off x="7004873" y="5409745"/>
                <a:ext cx="449602" cy="449602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Lora" pitchFamily="2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E474A29-56F9-BD32-2DD4-A0DE72AA4051}"/>
                  </a:ext>
                </a:extLst>
              </p:cNvPr>
              <p:cNvSpPr/>
              <p:nvPr/>
            </p:nvSpPr>
            <p:spPr>
              <a:xfrm>
                <a:off x="4737526" y="1717791"/>
                <a:ext cx="449602" cy="44960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Lora" pitchFamily="2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B16D754-D06F-B7F8-1A66-AD72D19038E1}"/>
                  </a:ext>
                </a:extLst>
              </p:cNvPr>
              <p:cNvSpPr/>
              <p:nvPr/>
            </p:nvSpPr>
            <p:spPr>
              <a:xfrm>
                <a:off x="8050242" y="3563768"/>
                <a:ext cx="449602" cy="44960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Lora" pitchFamily="2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C49B358-AEC2-BC2D-CAA1-36C84747D1C1}"/>
                  </a:ext>
                </a:extLst>
              </p:cNvPr>
              <p:cNvSpPr/>
              <p:nvPr/>
            </p:nvSpPr>
            <p:spPr>
              <a:xfrm>
                <a:off x="3692157" y="3563768"/>
                <a:ext cx="449602" cy="44960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Lora" pitchFamily="2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8A8B626-79E8-B096-08D1-2CA50FAC16E0}"/>
                  </a:ext>
                </a:extLst>
              </p:cNvPr>
              <p:cNvSpPr/>
              <p:nvPr/>
            </p:nvSpPr>
            <p:spPr>
              <a:xfrm>
                <a:off x="4737526" y="5409745"/>
                <a:ext cx="449602" cy="449602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Lora" pitchFamily="2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7BA67B0-3617-E702-48A8-BF9FBC38043F}"/>
                  </a:ext>
                </a:extLst>
              </p:cNvPr>
              <p:cNvGrpSpPr/>
              <p:nvPr/>
            </p:nvGrpSpPr>
            <p:grpSpPr>
              <a:xfrm>
                <a:off x="7798860" y="1562399"/>
                <a:ext cx="4013405" cy="4452340"/>
                <a:chOff x="7843633" y="1562399"/>
                <a:chExt cx="4013405" cy="4452340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8AAB600-60EA-3D09-FBB0-48BBC44CF5FF}"/>
                    </a:ext>
                  </a:extLst>
                </p:cNvPr>
                <p:cNvSpPr/>
                <p:nvPr/>
              </p:nvSpPr>
              <p:spPr>
                <a:xfrm>
                  <a:off x="7843633" y="1562399"/>
                  <a:ext cx="3883569" cy="754053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spcBef>
                      <a:spcPts val="300"/>
                    </a:spcBef>
                  </a:pPr>
                  <a:r>
                    <a:rPr lang="en-ID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Planning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C956D6A-A67F-0ACD-F34A-8139376996CF}"/>
                    </a:ext>
                  </a:extLst>
                </p:cNvPr>
                <p:cNvSpPr/>
                <p:nvPr/>
              </p:nvSpPr>
              <p:spPr>
                <a:xfrm>
                  <a:off x="7843633" y="5260686"/>
                  <a:ext cx="3883569" cy="754053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spcBef>
                      <a:spcPts val="300"/>
                    </a:spcBef>
                  </a:pPr>
                  <a:r>
                    <a:rPr lang="en-ID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Procurement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EAEC90A-1DD3-2331-2055-3CD0265EFCB8}"/>
                    </a:ext>
                  </a:extLst>
                </p:cNvPr>
                <p:cNvSpPr/>
                <p:nvPr/>
              </p:nvSpPr>
              <p:spPr>
                <a:xfrm>
                  <a:off x="8610600" y="3411543"/>
                  <a:ext cx="3246438" cy="754053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spcBef>
                      <a:spcPts val="300"/>
                    </a:spcBef>
                  </a:pPr>
                  <a:r>
                    <a:rPr lang="en-ID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Marketing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59F5FBF-1F3D-2372-F42B-0CCF84809700}"/>
                  </a:ext>
                </a:extLst>
              </p:cNvPr>
              <p:cNvGrpSpPr/>
              <p:nvPr/>
            </p:nvGrpSpPr>
            <p:grpSpPr>
              <a:xfrm flipH="1">
                <a:off x="379735" y="1562399"/>
                <a:ext cx="4013405" cy="4452340"/>
                <a:chOff x="7843633" y="1562399"/>
                <a:chExt cx="4013405" cy="445234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5F20464C-20C8-CD89-52D7-4AC4F6D89912}"/>
                    </a:ext>
                  </a:extLst>
                </p:cNvPr>
                <p:cNvSpPr/>
                <p:nvPr/>
              </p:nvSpPr>
              <p:spPr>
                <a:xfrm>
                  <a:off x="7843633" y="1562399"/>
                  <a:ext cx="3883569" cy="754053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>
                    <a:spcBef>
                      <a:spcPts val="300"/>
                    </a:spcBef>
                  </a:pPr>
                  <a:r>
                    <a:rPr lang="en-ID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Analysis</a:t>
                  </a:r>
                </a:p>
                <a:p>
                  <a:pPr algn="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8015FA6-F305-8EE3-F1D2-DF05CF435339}"/>
                    </a:ext>
                  </a:extLst>
                </p:cNvPr>
                <p:cNvSpPr/>
                <p:nvPr/>
              </p:nvSpPr>
              <p:spPr>
                <a:xfrm>
                  <a:off x="7843633" y="5260686"/>
                  <a:ext cx="3883569" cy="754053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>
                    <a:spcBef>
                      <a:spcPts val="300"/>
                    </a:spcBef>
                  </a:pPr>
                  <a:r>
                    <a:rPr lang="en-ID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Logistics</a:t>
                  </a:r>
                </a:p>
                <a:p>
                  <a:pPr algn="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DC2C61A-7270-19C2-063A-15E25A2CD8A8}"/>
                    </a:ext>
                  </a:extLst>
                </p:cNvPr>
                <p:cNvSpPr/>
                <p:nvPr/>
              </p:nvSpPr>
              <p:spPr>
                <a:xfrm>
                  <a:off x="8610600" y="3411543"/>
                  <a:ext cx="3246438" cy="754053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>
                    <a:spcBef>
                      <a:spcPts val="300"/>
                    </a:spcBef>
                  </a:pPr>
                  <a:r>
                    <a:rPr lang="en-ID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Successful Operation</a:t>
                  </a:r>
                </a:p>
                <a:p>
                  <a:pPr algn="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</p:grp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D2D1A45-8FFF-E222-1DDE-03CD828CD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4069" y="3398558"/>
              <a:ext cx="1023861" cy="1023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803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44E97C93-0A45-D348-FE19-499A18E97B88}"/>
              </a:ext>
            </a:extLst>
          </p:cNvPr>
          <p:cNvGrpSpPr/>
          <p:nvPr/>
        </p:nvGrpSpPr>
        <p:grpSpPr>
          <a:xfrm>
            <a:off x="1406714" y="1470281"/>
            <a:ext cx="9378573" cy="4788630"/>
            <a:chOff x="1406714" y="1470281"/>
            <a:chExt cx="9378573" cy="478863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1246E57-B74D-BE52-1EAB-1568BBA58F2D}"/>
                </a:ext>
              </a:extLst>
            </p:cNvPr>
            <p:cNvGrpSpPr/>
            <p:nvPr/>
          </p:nvGrpSpPr>
          <p:grpSpPr>
            <a:xfrm>
              <a:off x="1406714" y="1470281"/>
              <a:ext cx="9378573" cy="4788630"/>
              <a:chOff x="882967" y="666239"/>
              <a:chExt cx="7614932" cy="3888128"/>
            </a:xfrm>
          </p:grpSpPr>
          <p:sp>
            <p:nvSpPr>
              <p:cNvPr id="2" name="Google Shape;1429;p37">
                <a:extLst>
                  <a:ext uri="{FF2B5EF4-FFF2-40B4-BE49-F238E27FC236}">
                    <a16:creationId xmlns:a16="http://schemas.microsoft.com/office/drawing/2014/main" id="{7DD37A1F-CC1E-C1E3-6323-3ECC567EAC09}"/>
                  </a:ext>
                </a:extLst>
              </p:cNvPr>
              <p:cNvSpPr/>
              <p:nvPr/>
            </p:nvSpPr>
            <p:spPr>
              <a:xfrm>
                <a:off x="4148510" y="3661610"/>
                <a:ext cx="1692920" cy="826861"/>
              </a:xfrm>
              <a:custGeom>
                <a:avLst/>
                <a:gdLst/>
                <a:ahLst/>
                <a:cxnLst/>
                <a:rect l="l" t="t" r="r" b="b"/>
                <a:pathLst>
                  <a:path w="59256" h="28942" extrusionOk="0">
                    <a:moveTo>
                      <a:pt x="16879" y="1"/>
                    </a:moveTo>
                    <a:cubicBezTo>
                      <a:pt x="13906" y="1"/>
                      <a:pt x="10670" y="41"/>
                      <a:pt x="6905" y="118"/>
                    </a:cubicBezTo>
                    <a:cubicBezTo>
                      <a:pt x="5353" y="153"/>
                      <a:pt x="3712" y="225"/>
                      <a:pt x="2427" y="1099"/>
                    </a:cubicBezTo>
                    <a:cubicBezTo>
                      <a:pt x="232" y="2580"/>
                      <a:pt x="0" y="5685"/>
                      <a:pt x="107" y="8325"/>
                    </a:cubicBezTo>
                    <a:cubicBezTo>
                      <a:pt x="322" y="13286"/>
                      <a:pt x="910" y="18210"/>
                      <a:pt x="1856" y="23063"/>
                    </a:cubicBezTo>
                    <a:cubicBezTo>
                      <a:pt x="2159" y="24526"/>
                      <a:pt x="2516" y="26061"/>
                      <a:pt x="3515" y="27149"/>
                    </a:cubicBezTo>
                    <a:cubicBezTo>
                      <a:pt x="4904" y="28658"/>
                      <a:pt x="7068" y="28941"/>
                      <a:pt x="9170" y="28941"/>
                    </a:cubicBezTo>
                    <a:cubicBezTo>
                      <a:pt x="9579" y="28941"/>
                      <a:pt x="9986" y="28930"/>
                      <a:pt x="10385" y="28916"/>
                    </a:cubicBezTo>
                    <a:cubicBezTo>
                      <a:pt x="28013" y="28291"/>
                      <a:pt x="37363" y="27417"/>
                      <a:pt x="54991" y="26507"/>
                    </a:cubicBezTo>
                    <a:cubicBezTo>
                      <a:pt x="55741" y="26453"/>
                      <a:pt x="56526" y="26418"/>
                      <a:pt x="57186" y="26079"/>
                    </a:cubicBezTo>
                    <a:cubicBezTo>
                      <a:pt x="59220" y="25080"/>
                      <a:pt x="59256" y="22225"/>
                      <a:pt x="58988" y="19959"/>
                    </a:cubicBezTo>
                    <a:lnTo>
                      <a:pt x="57293" y="3918"/>
                    </a:lnTo>
                    <a:lnTo>
                      <a:pt x="43287" y="1153"/>
                    </a:lnTo>
                    <a:cubicBezTo>
                      <a:pt x="32179" y="353"/>
                      <a:pt x="25675" y="1"/>
                      <a:pt x="168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" name="Google Shape;1430;p37">
                <a:extLst>
                  <a:ext uri="{FF2B5EF4-FFF2-40B4-BE49-F238E27FC236}">
                    <a16:creationId xmlns:a16="http://schemas.microsoft.com/office/drawing/2014/main" id="{237BC110-6540-6151-C833-E5091A3276CF}"/>
                  </a:ext>
                </a:extLst>
              </p:cNvPr>
              <p:cNvSpPr/>
              <p:nvPr/>
            </p:nvSpPr>
            <p:spPr>
              <a:xfrm>
                <a:off x="4133226" y="3646096"/>
                <a:ext cx="1728089" cy="858116"/>
              </a:xfrm>
              <a:custGeom>
                <a:avLst/>
                <a:gdLst/>
                <a:ahLst/>
                <a:cxnLst/>
                <a:rect l="l" t="t" r="r" b="b"/>
                <a:pathLst>
                  <a:path w="60487" h="30036" extrusionOk="0">
                    <a:moveTo>
                      <a:pt x="17524" y="1"/>
                    </a:moveTo>
                    <a:cubicBezTo>
                      <a:pt x="14516" y="1"/>
                      <a:pt x="11242" y="43"/>
                      <a:pt x="7423" y="125"/>
                    </a:cubicBezTo>
                    <a:cubicBezTo>
                      <a:pt x="6031" y="161"/>
                      <a:pt x="4122" y="197"/>
                      <a:pt x="2641" y="1196"/>
                    </a:cubicBezTo>
                    <a:cubicBezTo>
                      <a:pt x="143" y="2891"/>
                      <a:pt x="0" y="6406"/>
                      <a:pt x="107" y="8904"/>
                    </a:cubicBezTo>
                    <a:cubicBezTo>
                      <a:pt x="303" y="13882"/>
                      <a:pt x="892" y="18842"/>
                      <a:pt x="1856" y="23731"/>
                    </a:cubicBezTo>
                    <a:cubicBezTo>
                      <a:pt x="2159" y="25284"/>
                      <a:pt x="2552" y="26889"/>
                      <a:pt x="3640" y="28067"/>
                    </a:cubicBezTo>
                    <a:cubicBezTo>
                      <a:pt x="5167" y="29730"/>
                      <a:pt x="7489" y="30035"/>
                      <a:pt x="9726" y="30035"/>
                    </a:cubicBezTo>
                    <a:cubicBezTo>
                      <a:pt x="10128" y="30035"/>
                      <a:pt x="10528" y="30025"/>
                      <a:pt x="10920" y="30012"/>
                    </a:cubicBezTo>
                    <a:cubicBezTo>
                      <a:pt x="21840" y="29619"/>
                      <a:pt x="29708" y="29138"/>
                      <a:pt x="38058" y="28620"/>
                    </a:cubicBezTo>
                    <a:cubicBezTo>
                      <a:pt x="43340" y="28281"/>
                      <a:pt x="48818" y="27942"/>
                      <a:pt x="55544" y="27603"/>
                    </a:cubicBezTo>
                    <a:cubicBezTo>
                      <a:pt x="55758" y="27585"/>
                      <a:pt x="55955" y="27567"/>
                      <a:pt x="56169" y="27567"/>
                    </a:cubicBezTo>
                    <a:cubicBezTo>
                      <a:pt x="56793" y="27532"/>
                      <a:pt x="57400" y="27371"/>
                      <a:pt x="57953" y="27121"/>
                    </a:cubicBezTo>
                    <a:cubicBezTo>
                      <a:pt x="59809" y="26194"/>
                      <a:pt x="60487" y="24017"/>
                      <a:pt x="60058" y="20430"/>
                    </a:cubicBezTo>
                    <a:cubicBezTo>
                      <a:pt x="60018" y="20106"/>
                      <a:pt x="59775" y="19955"/>
                      <a:pt x="59529" y="19955"/>
                    </a:cubicBezTo>
                    <a:cubicBezTo>
                      <a:pt x="59233" y="19955"/>
                      <a:pt x="58931" y="20174"/>
                      <a:pt x="58970" y="20573"/>
                    </a:cubicBezTo>
                    <a:cubicBezTo>
                      <a:pt x="59345" y="23642"/>
                      <a:pt x="58845" y="25462"/>
                      <a:pt x="57471" y="26140"/>
                    </a:cubicBezTo>
                    <a:cubicBezTo>
                      <a:pt x="56900" y="26425"/>
                      <a:pt x="56187" y="26461"/>
                      <a:pt x="55491" y="26497"/>
                    </a:cubicBezTo>
                    <a:cubicBezTo>
                      <a:pt x="48764" y="26854"/>
                      <a:pt x="43286" y="27193"/>
                      <a:pt x="37987" y="27532"/>
                    </a:cubicBezTo>
                    <a:cubicBezTo>
                      <a:pt x="29655" y="28049"/>
                      <a:pt x="21786" y="28531"/>
                      <a:pt x="10902" y="28923"/>
                    </a:cubicBezTo>
                    <a:cubicBezTo>
                      <a:pt x="10531" y="28935"/>
                      <a:pt x="10152" y="28943"/>
                      <a:pt x="9772" y="28943"/>
                    </a:cubicBezTo>
                    <a:cubicBezTo>
                      <a:pt x="7760" y="28943"/>
                      <a:pt x="5706" y="28701"/>
                      <a:pt x="4461" y="27335"/>
                    </a:cubicBezTo>
                    <a:cubicBezTo>
                      <a:pt x="3569" y="26354"/>
                      <a:pt x="3212" y="24962"/>
                      <a:pt x="2926" y="23517"/>
                    </a:cubicBezTo>
                    <a:cubicBezTo>
                      <a:pt x="1981" y="18682"/>
                      <a:pt x="1392" y="13775"/>
                      <a:pt x="1196" y="8851"/>
                    </a:cubicBezTo>
                    <a:cubicBezTo>
                      <a:pt x="1106" y="6620"/>
                      <a:pt x="1213" y="3480"/>
                      <a:pt x="3265" y="2106"/>
                    </a:cubicBezTo>
                    <a:cubicBezTo>
                      <a:pt x="4372" y="1339"/>
                      <a:pt x="5817" y="1250"/>
                      <a:pt x="7440" y="1214"/>
                    </a:cubicBezTo>
                    <a:cubicBezTo>
                      <a:pt x="11200" y="1137"/>
                      <a:pt x="14430" y="1097"/>
                      <a:pt x="17398" y="1097"/>
                    </a:cubicBezTo>
                    <a:cubicBezTo>
                      <a:pt x="26178" y="1097"/>
                      <a:pt x="32665" y="1449"/>
                      <a:pt x="43786" y="2249"/>
                    </a:cubicBezTo>
                    <a:cubicBezTo>
                      <a:pt x="43798" y="2249"/>
                      <a:pt x="43809" y="2250"/>
                      <a:pt x="43821" y="2250"/>
                    </a:cubicBezTo>
                    <a:cubicBezTo>
                      <a:pt x="44520" y="2250"/>
                      <a:pt x="44577" y="1195"/>
                      <a:pt x="43857" y="1142"/>
                    </a:cubicBezTo>
                    <a:cubicBezTo>
                      <a:pt x="32760" y="359"/>
                      <a:pt x="26265" y="1"/>
                      <a:pt x="1752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" name="Google Shape;1431;p37">
                <a:extLst>
                  <a:ext uri="{FF2B5EF4-FFF2-40B4-BE49-F238E27FC236}">
                    <a16:creationId xmlns:a16="http://schemas.microsoft.com/office/drawing/2014/main" id="{E24B504B-7F4A-15E9-7644-BDBBC6B2CA1E}"/>
                  </a:ext>
                </a:extLst>
              </p:cNvPr>
              <p:cNvSpPr/>
              <p:nvPr/>
            </p:nvSpPr>
            <p:spPr>
              <a:xfrm>
                <a:off x="6558175" y="2482338"/>
                <a:ext cx="1857885" cy="956953"/>
              </a:xfrm>
              <a:custGeom>
                <a:avLst/>
                <a:gdLst/>
                <a:ahLst/>
                <a:cxnLst/>
                <a:rect l="l" t="t" r="r" b="b"/>
                <a:pathLst>
                  <a:path w="59828" h="28892" extrusionOk="0">
                    <a:moveTo>
                      <a:pt x="47745" y="0"/>
                    </a:moveTo>
                    <a:cubicBezTo>
                      <a:pt x="37282" y="0"/>
                      <a:pt x="26820" y="730"/>
                      <a:pt x="16452" y="2178"/>
                    </a:cubicBezTo>
                    <a:lnTo>
                      <a:pt x="857" y="4034"/>
                    </a:lnTo>
                    <a:lnTo>
                      <a:pt x="608" y="22216"/>
                    </a:lnTo>
                    <a:cubicBezTo>
                      <a:pt x="233" y="24250"/>
                      <a:pt x="1" y="26712"/>
                      <a:pt x="1589" y="28032"/>
                    </a:cubicBezTo>
                    <a:cubicBezTo>
                      <a:pt x="2408" y="28724"/>
                      <a:pt x="3494" y="28892"/>
                      <a:pt x="4590" y="28892"/>
                    </a:cubicBezTo>
                    <a:cubicBezTo>
                      <a:pt x="5021" y="28892"/>
                      <a:pt x="5453" y="28866"/>
                      <a:pt x="5871" y="28835"/>
                    </a:cubicBezTo>
                    <a:cubicBezTo>
                      <a:pt x="21376" y="27711"/>
                      <a:pt x="36810" y="25980"/>
                      <a:pt x="52226" y="24018"/>
                    </a:cubicBezTo>
                    <a:cubicBezTo>
                      <a:pt x="54778" y="23679"/>
                      <a:pt x="57668" y="23144"/>
                      <a:pt x="58989" y="20949"/>
                    </a:cubicBezTo>
                    <a:cubicBezTo>
                      <a:pt x="59827" y="19575"/>
                      <a:pt x="59827" y="17880"/>
                      <a:pt x="59809" y="16292"/>
                    </a:cubicBezTo>
                    <a:lnTo>
                      <a:pt x="59685" y="7888"/>
                    </a:lnTo>
                    <a:cubicBezTo>
                      <a:pt x="59649" y="5461"/>
                      <a:pt x="59470" y="2696"/>
                      <a:pt x="57543" y="1215"/>
                    </a:cubicBezTo>
                    <a:cubicBezTo>
                      <a:pt x="56205" y="180"/>
                      <a:pt x="54403" y="91"/>
                      <a:pt x="52708" y="55"/>
                    </a:cubicBezTo>
                    <a:cubicBezTo>
                      <a:pt x="51054" y="19"/>
                      <a:pt x="49400" y="0"/>
                      <a:pt x="477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" name="Google Shape;1432;p37">
                <a:extLst>
                  <a:ext uri="{FF2B5EF4-FFF2-40B4-BE49-F238E27FC236}">
                    <a16:creationId xmlns:a16="http://schemas.microsoft.com/office/drawing/2014/main" id="{155810E5-4980-3585-2EE8-82322F5502C3}"/>
                  </a:ext>
                </a:extLst>
              </p:cNvPr>
              <p:cNvSpPr/>
              <p:nvPr/>
            </p:nvSpPr>
            <p:spPr>
              <a:xfrm>
                <a:off x="6541002" y="2464055"/>
                <a:ext cx="1893348" cy="993453"/>
              </a:xfrm>
              <a:custGeom>
                <a:avLst/>
                <a:gdLst/>
                <a:ahLst/>
                <a:cxnLst/>
                <a:rect l="l" t="t" r="r" b="b"/>
                <a:pathLst>
                  <a:path w="60970" h="29994" extrusionOk="0">
                    <a:moveTo>
                      <a:pt x="48380" y="0"/>
                    </a:moveTo>
                    <a:cubicBezTo>
                      <a:pt x="37864" y="0"/>
                      <a:pt x="27358" y="743"/>
                      <a:pt x="16933" y="2195"/>
                    </a:cubicBezTo>
                    <a:cubicBezTo>
                      <a:pt x="16231" y="2298"/>
                      <a:pt x="16351" y="3289"/>
                      <a:pt x="16993" y="3289"/>
                    </a:cubicBezTo>
                    <a:cubicBezTo>
                      <a:pt x="17020" y="3289"/>
                      <a:pt x="17048" y="3287"/>
                      <a:pt x="17076" y="3284"/>
                    </a:cubicBezTo>
                    <a:cubicBezTo>
                      <a:pt x="27512" y="1824"/>
                      <a:pt x="38029" y="1094"/>
                      <a:pt x="48557" y="1094"/>
                    </a:cubicBezTo>
                    <a:cubicBezTo>
                      <a:pt x="50125" y="1094"/>
                      <a:pt x="51693" y="1110"/>
                      <a:pt x="53261" y="1142"/>
                    </a:cubicBezTo>
                    <a:cubicBezTo>
                      <a:pt x="54956" y="1178"/>
                      <a:pt x="56598" y="1303"/>
                      <a:pt x="57775" y="2213"/>
                    </a:cubicBezTo>
                    <a:cubicBezTo>
                      <a:pt x="59488" y="3551"/>
                      <a:pt x="59667" y="6121"/>
                      <a:pt x="59702" y="8458"/>
                    </a:cubicBezTo>
                    <a:lnTo>
                      <a:pt x="59809" y="16844"/>
                    </a:lnTo>
                    <a:cubicBezTo>
                      <a:pt x="59827" y="18218"/>
                      <a:pt x="59863" y="19931"/>
                      <a:pt x="59096" y="21215"/>
                    </a:cubicBezTo>
                    <a:cubicBezTo>
                      <a:pt x="57882" y="23214"/>
                      <a:pt x="55170" y="23713"/>
                      <a:pt x="52726" y="24017"/>
                    </a:cubicBezTo>
                    <a:cubicBezTo>
                      <a:pt x="34562" y="26336"/>
                      <a:pt x="19842" y="27853"/>
                      <a:pt x="6388" y="28834"/>
                    </a:cubicBezTo>
                    <a:cubicBezTo>
                      <a:pt x="5967" y="28865"/>
                      <a:pt x="5542" y="28891"/>
                      <a:pt x="5127" y="28891"/>
                    </a:cubicBezTo>
                    <a:cubicBezTo>
                      <a:pt x="4123" y="28891"/>
                      <a:pt x="3181" y="28743"/>
                      <a:pt x="2499" y="28174"/>
                    </a:cubicBezTo>
                    <a:cubicBezTo>
                      <a:pt x="1143" y="27032"/>
                      <a:pt x="1339" y="24855"/>
                      <a:pt x="1696" y="22875"/>
                    </a:cubicBezTo>
                    <a:cubicBezTo>
                      <a:pt x="1777" y="22461"/>
                      <a:pt x="1463" y="22218"/>
                      <a:pt x="1153" y="22218"/>
                    </a:cubicBezTo>
                    <a:cubicBezTo>
                      <a:pt x="915" y="22218"/>
                      <a:pt x="679" y="22361"/>
                      <a:pt x="625" y="22678"/>
                    </a:cubicBezTo>
                    <a:cubicBezTo>
                      <a:pt x="233" y="24837"/>
                      <a:pt x="1" y="27514"/>
                      <a:pt x="1785" y="29013"/>
                    </a:cubicBezTo>
                    <a:cubicBezTo>
                      <a:pt x="2731" y="29798"/>
                      <a:pt x="3908" y="29994"/>
                      <a:pt x="5139" y="29994"/>
                    </a:cubicBezTo>
                    <a:cubicBezTo>
                      <a:pt x="5586" y="29994"/>
                      <a:pt x="6032" y="29958"/>
                      <a:pt x="6460" y="29923"/>
                    </a:cubicBezTo>
                    <a:cubicBezTo>
                      <a:pt x="19931" y="28959"/>
                      <a:pt x="34669" y="27425"/>
                      <a:pt x="52851" y="25105"/>
                    </a:cubicBezTo>
                    <a:cubicBezTo>
                      <a:pt x="55759" y="24730"/>
                      <a:pt x="58632" y="24070"/>
                      <a:pt x="60023" y="21786"/>
                    </a:cubicBezTo>
                    <a:cubicBezTo>
                      <a:pt x="60969" y="20234"/>
                      <a:pt x="60933" y="18343"/>
                      <a:pt x="60916" y="16826"/>
                    </a:cubicBezTo>
                    <a:lnTo>
                      <a:pt x="60809" y="8440"/>
                    </a:lnTo>
                    <a:cubicBezTo>
                      <a:pt x="60773" y="5853"/>
                      <a:pt x="60559" y="2980"/>
                      <a:pt x="58435" y="1339"/>
                    </a:cubicBezTo>
                    <a:cubicBezTo>
                      <a:pt x="57008" y="232"/>
                      <a:pt x="55099" y="90"/>
                      <a:pt x="53279" y="54"/>
                    </a:cubicBezTo>
                    <a:cubicBezTo>
                      <a:pt x="51646" y="18"/>
                      <a:pt x="50012" y="0"/>
                      <a:pt x="4838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" name="Google Shape;1433;p37">
                <a:extLst>
                  <a:ext uri="{FF2B5EF4-FFF2-40B4-BE49-F238E27FC236}">
                    <a16:creationId xmlns:a16="http://schemas.microsoft.com/office/drawing/2014/main" id="{6D3CC44B-F61F-EED3-EDFB-350C6BFA5FE7}"/>
                  </a:ext>
                </a:extLst>
              </p:cNvPr>
              <p:cNvSpPr/>
              <p:nvPr/>
            </p:nvSpPr>
            <p:spPr>
              <a:xfrm>
                <a:off x="4433118" y="1124644"/>
                <a:ext cx="1609839" cy="884714"/>
              </a:xfrm>
              <a:custGeom>
                <a:avLst/>
                <a:gdLst/>
                <a:ahLst/>
                <a:cxnLst/>
                <a:rect l="l" t="t" r="r" b="b"/>
                <a:pathLst>
                  <a:path w="56348" h="30967" extrusionOk="0">
                    <a:moveTo>
                      <a:pt x="54867" y="0"/>
                    </a:moveTo>
                    <a:lnTo>
                      <a:pt x="41538" y="286"/>
                    </a:lnTo>
                    <a:cubicBezTo>
                      <a:pt x="38068" y="253"/>
                      <a:pt x="35283" y="240"/>
                      <a:pt x="32926" y="240"/>
                    </a:cubicBezTo>
                    <a:cubicBezTo>
                      <a:pt x="25228" y="240"/>
                      <a:pt x="22108" y="376"/>
                      <a:pt x="14628" y="376"/>
                    </a:cubicBezTo>
                    <a:cubicBezTo>
                      <a:pt x="12156" y="376"/>
                      <a:pt x="9208" y="361"/>
                      <a:pt x="5460" y="322"/>
                    </a:cubicBezTo>
                    <a:cubicBezTo>
                      <a:pt x="4158" y="322"/>
                      <a:pt x="2730" y="340"/>
                      <a:pt x="1731" y="1178"/>
                    </a:cubicBezTo>
                    <a:cubicBezTo>
                      <a:pt x="589" y="2124"/>
                      <a:pt x="411" y="3801"/>
                      <a:pt x="340" y="5282"/>
                    </a:cubicBezTo>
                    <a:cubicBezTo>
                      <a:pt x="1" y="12133"/>
                      <a:pt x="215" y="18985"/>
                      <a:pt x="946" y="25783"/>
                    </a:cubicBezTo>
                    <a:cubicBezTo>
                      <a:pt x="1107" y="27264"/>
                      <a:pt x="1374" y="28888"/>
                      <a:pt x="2534" y="29851"/>
                    </a:cubicBezTo>
                    <a:cubicBezTo>
                      <a:pt x="3551" y="30708"/>
                      <a:pt x="4996" y="30761"/>
                      <a:pt x="6335" y="30779"/>
                    </a:cubicBezTo>
                    <a:cubicBezTo>
                      <a:pt x="13134" y="30909"/>
                      <a:pt x="17563" y="30966"/>
                      <a:pt x="21271" y="30966"/>
                    </a:cubicBezTo>
                    <a:cubicBezTo>
                      <a:pt x="28218" y="30966"/>
                      <a:pt x="32636" y="30767"/>
                      <a:pt x="45374" y="30476"/>
                    </a:cubicBezTo>
                    <a:cubicBezTo>
                      <a:pt x="48461" y="30404"/>
                      <a:pt x="51869" y="30190"/>
                      <a:pt x="54028" y="27978"/>
                    </a:cubicBezTo>
                    <a:cubicBezTo>
                      <a:pt x="56348" y="25605"/>
                      <a:pt x="56312" y="21876"/>
                      <a:pt x="56133" y="18557"/>
                    </a:cubicBezTo>
                    <a:lnTo>
                      <a:pt x="548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" name="Google Shape;1434;p37">
                <a:extLst>
                  <a:ext uri="{FF2B5EF4-FFF2-40B4-BE49-F238E27FC236}">
                    <a16:creationId xmlns:a16="http://schemas.microsoft.com/office/drawing/2014/main" id="{B391643E-B2C2-5DB5-E606-C332F1AFA980}"/>
                  </a:ext>
                </a:extLst>
              </p:cNvPr>
              <p:cNvSpPr/>
              <p:nvPr/>
            </p:nvSpPr>
            <p:spPr>
              <a:xfrm>
                <a:off x="4417319" y="1116130"/>
                <a:ext cx="1640437" cy="909113"/>
              </a:xfrm>
              <a:custGeom>
                <a:avLst/>
                <a:gdLst/>
                <a:ahLst/>
                <a:cxnLst/>
                <a:rect l="l" t="t" r="r" b="b"/>
                <a:pathLst>
                  <a:path w="57419" h="31821" extrusionOk="0">
                    <a:moveTo>
                      <a:pt x="33201" y="1"/>
                    </a:moveTo>
                    <a:cubicBezTo>
                      <a:pt x="29376" y="1"/>
                      <a:pt x="26679" y="34"/>
                      <a:pt x="24034" y="67"/>
                    </a:cubicBezTo>
                    <a:cubicBezTo>
                      <a:pt x="21390" y="99"/>
                      <a:pt x="18699" y="132"/>
                      <a:pt x="14884" y="132"/>
                    </a:cubicBezTo>
                    <a:cubicBezTo>
                      <a:pt x="12469" y="132"/>
                      <a:pt x="9603" y="119"/>
                      <a:pt x="6013" y="84"/>
                    </a:cubicBezTo>
                    <a:cubicBezTo>
                      <a:pt x="5898" y="83"/>
                      <a:pt x="5784" y="82"/>
                      <a:pt x="5669" y="82"/>
                    </a:cubicBezTo>
                    <a:cubicBezTo>
                      <a:pt x="4277" y="82"/>
                      <a:pt x="2950" y="207"/>
                      <a:pt x="1927" y="1048"/>
                    </a:cubicBezTo>
                    <a:cubicBezTo>
                      <a:pt x="661" y="2118"/>
                      <a:pt x="411" y="3849"/>
                      <a:pt x="339" y="5562"/>
                    </a:cubicBezTo>
                    <a:cubicBezTo>
                      <a:pt x="0" y="12431"/>
                      <a:pt x="215" y="19301"/>
                      <a:pt x="964" y="26135"/>
                    </a:cubicBezTo>
                    <a:cubicBezTo>
                      <a:pt x="1124" y="27723"/>
                      <a:pt x="1428" y="29489"/>
                      <a:pt x="2730" y="30577"/>
                    </a:cubicBezTo>
                    <a:cubicBezTo>
                      <a:pt x="3854" y="31505"/>
                      <a:pt x="5335" y="31612"/>
                      <a:pt x="6870" y="31630"/>
                    </a:cubicBezTo>
                    <a:cubicBezTo>
                      <a:pt x="13573" y="31763"/>
                      <a:pt x="17984" y="31821"/>
                      <a:pt x="21668" y="31821"/>
                    </a:cubicBezTo>
                    <a:cubicBezTo>
                      <a:pt x="26378" y="31821"/>
                      <a:pt x="29901" y="31727"/>
                      <a:pt x="35507" y="31577"/>
                    </a:cubicBezTo>
                    <a:cubicBezTo>
                      <a:pt x="38309" y="31505"/>
                      <a:pt x="41663" y="31416"/>
                      <a:pt x="45945" y="31327"/>
                    </a:cubicBezTo>
                    <a:cubicBezTo>
                      <a:pt x="46605" y="31309"/>
                      <a:pt x="47283" y="31291"/>
                      <a:pt x="47944" y="31238"/>
                    </a:cubicBezTo>
                    <a:cubicBezTo>
                      <a:pt x="50584" y="31059"/>
                      <a:pt x="53154" y="30524"/>
                      <a:pt x="54956" y="28668"/>
                    </a:cubicBezTo>
                    <a:cubicBezTo>
                      <a:pt x="57418" y="26152"/>
                      <a:pt x="57418" y="22281"/>
                      <a:pt x="57240" y="18837"/>
                    </a:cubicBezTo>
                    <a:cubicBezTo>
                      <a:pt x="57222" y="18545"/>
                      <a:pt x="56973" y="18319"/>
                      <a:pt x="56684" y="18319"/>
                    </a:cubicBezTo>
                    <a:cubicBezTo>
                      <a:pt x="56673" y="18319"/>
                      <a:pt x="56662" y="18319"/>
                      <a:pt x="56651" y="18320"/>
                    </a:cubicBezTo>
                    <a:cubicBezTo>
                      <a:pt x="56365" y="18337"/>
                      <a:pt x="56133" y="18587"/>
                      <a:pt x="56151" y="18891"/>
                    </a:cubicBezTo>
                    <a:cubicBezTo>
                      <a:pt x="56330" y="22245"/>
                      <a:pt x="56330" y="25706"/>
                      <a:pt x="54189" y="27901"/>
                    </a:cubicBezTo>
                    <a:cubicBezTo>
                      <a:pt x="52208" y="29917"/>
                      <a:pt x="49014" y="30167"/>
                      <a:pt x="45927" y="30238"/>
                    </a:cubicBezTo>
                    <a:cubicBezTo>
                      <a:pt x="41645" y="30328"/>
                      <a:pt x="38291" y="30417"/>
                      <a:pt x="35489" y="30488"/>
                    </a:cubicBezTo>
                    <a:cubicBezTo>
                      <a:pt x="29854" y="30629"/>
                      <a:pt x="26326" y="30719"/>
                      <a:pt x="21576" y="30719"/>
                    </a:cubicBezTo>
                    <a:cubicBezTo>
                      <a:pt x="17917" y="30719"/>
                      <a:pt x="13534" y="30666"/>
                      <a:pt x="6906" y="30542"/>
                    </a:cubicBezTo>
                    <a:cubicBezTo>
                      <a:pt x="5514" y="30524"/>
                      <a:pt x="4300" y="30435"/>
                      <a:pt x="3444" y="29721"/>
                    </a:cubicBezTo>
                    <a:cubicBezTo>
                      <a:pt x="2445" y="28900"/>
                      <a:pt x="2195" y="27384"/>
                      <a:pt x="2052" y="26028"/>
                    </a:cubicBezTo>
                    <a:cubicBezTo>
                      <a:pt x="1321" y="19247"/>
                      <a:pt x="1107" y="12431"/>
                      <a:pt x="1446" y="5616"/>
                    </a:cubicBezTo>
                    <a:cubicBezTo>
                      <a:pt x="1499" y="4242"/>
                      <a:pt x="1660" y="2725"/>
                      <a:pt x="2641" y="1904"/>
                    </a:cubicBezTo>
                    <a:cubicBezTo>
                      <a:pt x="3387" y="1272"/>
                      <a:pt x="4486" y="1170"/>
                      <a:pt x="5657" y="1170"/>
                    </a:cubicBezTo>
                    <a:cubicBezTo>
                      <a:pt x="5775" y="1170"/>
                      <a:pt x="5894" y="1171"/>
                      <a:pt x="6013" y="1173"/>
                    </a:cubicBezTo>
                    <a:cubicBezTo>
                      <a:pt x="9530" y="1213"/>
                      <a:pt x="12354" y="1228"/>
                      <a:pt x="14741" y="1228"/>
                    </a:cubicBezTo>
                    <a:cubicBezTo>
                      <a:pt x="18652" y="1228"/>
                      <a:pt x="21389" y="1188"/>
                      <a:pt x="24070" y="1155"/>
                    </a:cubicBezTo>
                    <a:cubicBezTo>
                      <a:pt x="26703" y="1122"/>
                      <a:pt x="29390" y="1089"/>
                      <a:pt x="33208" y="1089"/>
                    </a:cubicBezTo>
                    <a:cubicBezTo>
                      <a:pt x="35625" y="1089"/>
                      <a:pt x="38495" y="1103"/>
                      <a:pt x="42091" y="1137"/>
                    </a:cubicBezTo>
                    <a:cubicBezTo>
                      <a:pt x="42823" y="1137"/>
                      <a:pt x="42823" y="49"/>
                      <a:pt x="42091" y="49"/>
                    </a:cubicBezTo>
                    <a:cubicBezTo>
                      <a:pt x="38495" y="14"/>
                      <a:pt x="35622" y="1"/>
                      <a:pt x="332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" name="Google Shape;1435;p37">
                <a:extLst>
                  <a:ext uri="{FF2B5EF4-FFF2-40B4-BE49-F238E27FC236}">
                    <a16:creationId xmlns:a16="http://schemas.microsoft.com/office/drawing/2014/main" id="{AB3B2CD1-55D9-E0CC-1471-16B4EDEC7720}"/>
                  </a:ext>
                </a:extLst>
              </p:cNvPr>
              <p:cNvSpPr/>
              <p:nvPr/>
            </p:nvSpPr>
            <p:spPr>
              <a:xfrm>
                <a:off x="1472125" y="1551331"/>
                <a:ext cx="1782681" cy="886593"/>
              </a:xfrm>
              <a:custGeom>
                <a:avLst/>
                <a:gdLst/>
                <a:ahLst/>
                <a:cxnLst/>
                <a:rect l="l" t="t" r="r" b="b"/>
                <a:pathLst>
                  <a:path w="57259" h="28477" extrusionOk="0">
                    <a:moveTo>
                      <a:pt x="53743" y="1"/>
                    </a:moveTo>
                    <a:cubicBezTo>
                      <a:pt x="41378" y="179"/>
                      <a:pt x="29049" y="1321"/>
                      <a:pt x="16880" y="3426"/>
                    </a:cubicBezTo>
                    <a:lnTo>
                      <a:pt x="72" y="6085"/>
                    </a:lnTo>
                    <a:lnTo>
                      <a:pt x="144" y="21751"/>
                    </a:lnTo>
                    <a:cubicBezTo>
                      <a:pt x="72" y="22928"/>
                      <a:pt x="1" y="24124"/>
                      <a:pt x="269" y="25266"/>
                    </a:cubicBezTo>
                    <a:cubicBezTo>
                      <a:pt x="536" y="26408"/>
                      <a:pt x="1196" y="27532"/>
                      <a:pt x="2249" y="28067"/>
                    </a:cubicBezTo>
                    <a:cubicBezTo>
                      <a:pt x="2936" y="28404"/>
                      <a:pt x="3703" y="28476"/>
                      <a:pt x="4468" y="28476"/>
                    </a:cubicBezTo>
                    <a:cubicBezTo>
                      <a:pt x="4717" y="28476"/>
                      <a:pt x="4966" y="28468"/>
                      <a:pt x="5211" y="28460"/>
                    </a:cubicBezTo>
                    <a:lnTo>
                      <a:pt x="21448" y="27889"/>
                    </a:lnTo>
                    <a:cubicBezTo>
                      <a:pt x="30405" y="27568"/>
                      <a:pt x="39451" y="27246"/>
                      <a:pt x="48176" y="25105"/>
                    </a:cubicBezTo>
                    <a:cubicBezTo>
                      <a:pt x="50246" y="24588"/>
                      <a:pt x="52280" y="23963"/>
                      <a:pt x="54314" y="23250"/>
                    </a:cubicBezTo>
                    <a:cubicBezTo>
                      <a:pt x="55046" y="23000"/>
                      <a:pt x="55831" y="22697"/>
                      <a:pt x="56348" y="22108"/>
                    </a:cubicBezTo>
                    <a:cubicBezTo>
                      <a:pt x="57258" y="21109"/>
                      <a:pt x="57204" y="19592"/>
                      <a:pt x="57115" y="18236"/>
                    </a:cubicBezTo>
                    <a:lnTo>
                      <a:pt x="55831" y="1749"/>
                    </a:lnTo>
                    <a:cubicBezTo>
                      <a:pt x="55813" y="1321"/>
                      <a:pt x="55759" y="857"/>
                      <a:pt x="55474" y="518"/>
                    </a:cubicBezTo>
                    <a:cubicBezTo>
                      <a:pt x="55081" y="36"/>
                      <a:pt x="54368" y="1"/>
                      <a:pt x="537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9" name="Google Shape;1436;p37">
                <a:extLst>
                  <a:ext uri="{FF2B5EF4-FFF2-40B4-BE49-F238E27FC236}">
                    <a16:creationId xmlns:a16="http://schemas.microsoft.com/office/drawing/2014/main" id="{2E913D1C-7EE0-45E8-A19E-CF315609D387}"/>
                  </a:ext>
                </a:extLst>
              </p:cNvPr>
              <p:cNvSpPr/>
              <p:nvPr/>
            </p:nvSpPr>
            <p:spPr>
              <a:xfrm>
                <a:off x="1454348" y="1534113"/>
                <a:ext cx="1817115" cy="920653"/>
              </a:xfrm>
              <a:custGeom>
                <a:avLst/>
                <a:gdLst/>
                <a:ahLst/>
                <a:cxnLst/>
                <a:rect l="l" t="t" r="r" b="b"/>
                <a:pathLst>
                  <a:path w="58365" h="29571" extrusionOk="0">
                    <a:moveTo>
                      <a:pt x="54376" y="1"/>
                    </a:moveTo>
                    <a:cubicBezTo>
                      <a:pt x="54349" y="1"/>
                      <a:pt x="54322" y="1"/>
                      <a:pt x="54296" y="1"/>
                    </a:cubicBezTo>
                    <a:cubicBezTo>
                      <a:pt x="41913" y="179"/>
                      <a:pt x="29548" y="1321"/>
                      <a:pt x="17344" y="3426"/>
                    </a:cubicBezTo>
                    <a:cubicBezTo>
                      <a:pt x="16669" y="3544"/>
                      <a:pt x="16792" y="4525"/>
                      <a:pt x="17427" y="4525"/>
                    </a:cubicBezTo>
                    <a:cubicBezTo>
                      <a:pt x="17463" y="4525"/>
                      <a:pt x="17501" y="4522"/>
                      <a:pt x="17540" y="4515"/>
                    </a:cubicBezTo>
                    <a:cubicBezTo>
                      <a:pt x="29691" y="2409"/>
                      <a:pt x="41985" y="1267"/>
                      <a:pt x="54314" y="1107"/>
                    </a:cubicBezTo>
                    <a:cubicBezTo>
                      <a:pt x="54386" y="1104"/>
                      <a:pt x="54457" y="1103"/>
                      <a:pt x="54528" y="1103"/>
                    </a:cubicBezTo>
                    <a:cubicBezTo>
                      <a:pt x="54987" y="1103"/>
                      <a:pt x="55416" y="1163"/>
                      <a:pt x="55617" y="1410"/>
                    </a:cubicBezTo>
                    <a:cubicBezTo>
                      <a:pt x="55795" y="1606"/>
                      <a:pt x="55831" y="1945"/>
                      <a:pt x="55866" y="2338"/>
                    </a:cubicBezTo>
                    <a:lnTo>
                      <a:pt x="57133" y="18825"/>
                    </a:lnTo>
                    <a:cubicBezTo>
                      <a:pt x="57240" y="20109"/>
                      <a:pt x="57276" y="21447"/>
                      <a:pt x="56527" y="22286"/>
                    </a:cubicBezTo>
                    <a:cubicBezTo>
                      <a:pt x="56080" y="22768"/>
                      <a:pt x="55402" y="23035"/>
                      <a:pt x="54689" y="23285"/>
                    </a:cubicBezTo>
                    <a:cubicBezTo>
                      <a:pt x="52708" y="23999"/>
                      <a:pt x="50656" y="24606"/>
                      <a:pt x="48604" y="25105"/>
                    </a:cubicBezTo>
                    <a:cubicBezTo>
                      <a:pt x="39915" y="27264"/>
                      <a:pt x="30815" y="27567"/>
                      <a:pt x="22001" y="27889"/>
                    </a:cubicBezTo>
                    <a:lnTo>
                      <a:pt x="5764" y="28460"/>
                    </a:lnTo>
                    <a:cubicBezTo>
                      <a:pt x="5512" y="28470"/>
                      <a:pt x="5250" y="28480"/>
                      <a:pt x="4985" y="28480"/>
                    </a:cubicBezTo>
                    <a:cubicBezTo>
                      <a:pt x="4314" y="28480"/>
                      <a:pt x="3628" y="28415"/>
                      <a:pt x="3052" y="28121"/>
                    </a:cubicBezTo>
                    <a:cubicBezTo>
                      <a:pt x="2249" y="27710"/>
                      <a:pt x="1625" y="26818"/>
                      <a:pt x="1357" y="25694"/>
                    </a:cubicBezTo>
                    <a:cubicBezTo>
                      <a:pt x="1107" y="24623"/>
                      <a:pt x="1179" y="23446"/>
                      <a:pt x="1250" y="22340"/>
                    </a:cubicBezTo>
                    <a:cubicBezTo>
                      <a:pt x="1278" y="21947"/>
                      <a:pt x="983" y="21741"/>
                      <a:pt x="693" y="21741"/>
                    </a:cubicBezTo>
                    <a:cubicBezTo>
                      <a:pt x="429" y="21741"/>
                      <a:pt x="170" y="21911"/>
                      <a:pt x="162" y="22268"/>
                    </a:cubicBezTo>
                    <a:cubicBezTo>
                      <a:pt x="72" y="23464"/>
                      <a:pt x="1" y="24713"/>
                      <a:pt x="286" y="25944"/>
                    </a:cubicBezTo>
                    <a:cubicBezTo>
                      <a:pt x="625" y="27389"/>
                      <a:pt x="1446" y="28549"/>
                      <a:pt x="2570" y="29102"/>
                    </a:cubicBezTo>
                    <a:cubicBezTo>
                      <a:pt x="3268" y="29410"/>
                      <a:pt x="4009" y="29571"/>
                      <a:pt x="4781" y="29571"/>
                    </a:cubicBezTo>
                    <a:cubicBezTo>
                      <a:pt x="4859" y="29571"/>
                      <a:pt x="4937" y="29569"/>
                      <a:pt x="5015" y="29566"/>
                    </a:cubicBezTo>
                    <a:cubicBezTo>
                      <a:pt x="5300" y="29566"/>
                      <a:pt x="5550" y="29548"/>
                      <a:pt x="5800" y="29530"/>
                    </a:cubicBezTo>
                    <a:lnTo>
                      <a:pt x="22037" y="28977"/>
                    </a:lnTo>
                    <a:cubicBezTo>
                      <a:pt x="30904" y="28656"/>
                      <a:pt x="40058" y="28335"/>
                      <a:pt x="48872" y="26176"/>
                    </a:cubicBezTo>
                    <a:cubicBezTo>
                      <a:pt x="50942" y="25640"/>
                      <a:pt x="53029" y="25034"/>
                      <a:pt x="55063" y="24302"/>
                    </a:cubicBezTo>
                    <a:cubicBezTo>
                      <a:pt x="55902" y="24017"/>
                      <a:pt x="56723" y="23678"/>
                      <a:pt x="57329" y="23018"/>
                    </a:cubicBezTo>
                    <a:cubicBezTo>
                      <a:pt x="58364" y="21858"/>
                      <a:pt x="58329" y="20198"/>
                      <a:pt x="58222" y="18735"/>
                    </a:cubicBezTo>
                    <a:lnTo>
                      <a:pt x="56955" y="2249"/>
                    </a:lnTo>
                    <a:cubicBezTo>
                      <a:pt x="56919" y="1803"/>
                      <a:pt x="56866" y="1196"/>
                      <a:pt x="56473" y="714"/>
                    </a:cubicBezTo>
                    <a:cubicBezTo>
                      <a:pt x="55895" y="17"/>
                      <a:pt x="54943" y="1"/>
                      <a:pt x="5437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0" name="Google Shape;1437;p37">
                <a:extLst>
                  <a:ext uri="{FF2B5EF4-FFF2-40B4-BE49-F238E27FC236}">
                    <a16:creationId xmlns:a16="http://schemas.microsoft.com/office/drawing/2014/main" id="{099A3B2D-F13B-209E-8C1B-13E868B422DB}"/>
                  </a:ext>
                </a:extLst>
              </p:cNvPr>
              <p:cNvSpPr/>
              <p:nvPr/>
            </p:nvSpPr>
            <p:spPr>
              <a:xfrm>
                <a:off x="6071124" y="2141518"/>
                <a:ext cx="911684" cy="869001"/>
              </a:xfrm>
              <a:custGeom>
                <a:avLst/>
                <a:gdLst/>
                <a:ahLst/>
                <a:cxnLst/>
                <a:rect l="l" t="t" r="r" b="b"/>
                <a:pathLst>
                  <a:path w="31911" h="30417" extrusionOk="0">
                    <a:moveTo>
                      <a:pt x="17495" y="0"/>
                    </a:moveTo>
                    <a:cubicBezTo>
                      <a:pt x="8701" y="0"/>
                      <a:pt x="0" y="8541"/>
                      <a:pt x="954" y="17531"/>
                    </a:cubicBezTo>
                    <a:cubicBezTo>
                      <a:pt x="1489" y="22652"/>
                      <a:pt x="5057" y="27291"/>
                      <a:pt x="9821" y="29272"/>
                    </a:cubicBezTo>
                    <a:cubicBezTo>
                      <a:pt x="11655" y="30044"/>
                      <a:pt x="13634" y="30416"/>
                      <a:pt x="15619" y="30416"/>
                    </a:cubicBezTo>
                    <a:cubicBezTo>
                      <a:pt x="18774" y="30416"/>
                      <a:pt x="21942" y="29476"/>
                      <a:pt x="24559" y="27702"/>
                    </a:cubicBezTo>
                    <a:cubicBezTo>
                      <a:pt x="29127" y="24597"/>
                      <a:pt x="31911" y="18995"/>
                      <a:pt x="31482" y="13499"/>
                    </a:cubicBezTo>
                    <a:cubicBezTo>
                      <a:pt x="31036" y="8003"/>
                      <a:pt x="27307" y="2847"/>
                      <a:pt x="22168" y="866"/>
                    </a:cubicBezTo>
                    <a:cubicBezTo>
                      <a:pt x="20644" y="273"/>
                      <a:pt x="19068" y="0"/>
                      <a:pt x="174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1" name="Google Shape;1438;p37">
                <a:extLst>
                  <a:ext uri="{FF2B5EF4-FFF2-40B4-BE49-F238E27FC236}">
                    <a16:creationId xmlns:a16="http://schemas.microsoft.com/office/drawing/2014/main" id="{2D700918-511D-F6FB-7017-1351802F5DA6}"/>
                  </a:ext>
                </a:extLst>
              </p:cNvPr>
              <p:cNvSpPr/>
              <p:nvPr/>
            </p:nvSpPr>
            <p:spPr>
              <a:xfrm>
                <a:off x="5971929" y="2131175"/>
                <a:ext cx="1021077" cy="889971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31151" extrusionOk="0">
                    <a:moveTo>
                      <a:pt x="16202" y="782"/>
                    </a:moveTo>
                    <a:lnTo>
                      <a:pt x="16202" y="782"/>
                    </a:lnTo>
                    <a:cubicBezTo>
                      <a:pt x="15327" y="1068"/>
                      <a:pt x="14471" y="1443"/>
                      <a:pt x="13650" y="1871"/>
                    </a:cubicBezTo>
                    <a:cubicBezTo>
                      <a:pt x="13632" y="1853"/>
                      <a:pt x="13597" y="1853"/>
                      <a:pt x="13579" y="1853"/>
                    </a:cubicBezTo>
                    <a:cubicBezTo>
                      <a:pt x="13466" y="1850"/>
                      <a:pt x="13352" y="1848"/>
                      <a:pt x="13239" y="1848"/>
                    </a:cubicBezTo>
                    <a:cubicBezTo>
                      <a:pt x="12693" y="1848"/>
                      <a:pt x="12148" y="1883"/>
                      <a:pt x="11616" y="1942"/>
                    </a:cubicBezTo>
                    <a:cubicBezTo>
                      <a:pt x="13079" y="1318"/>
                      <a:pt x="14614" y="925"/>
                      <a:pt x="16202" y="782"/>
                    </a:cubicBezTo>
                    <a:close/>
                    <a:moveTo>
                      <a:pt x="12348" y="2620"/>
                    </a:moveTo>
                    <a:lnTo>
                      <a:pt x="12348" y="2620"/>
                    </a:lnTo>
                    <a:cubicBezTo>
                      <a:pt x="11866" y="2923"/>
                      <a:pt x="11366" y="3262"/>
                      <a:pt x="10902" y="3619"/>
                    </a:cubicBezTo>
                    <a:cubicBezTo>
                      <a:pt x="10688" y="3780"/>
                      <a:pt x="10474" y="3958"/>
                      <a:pt x="10278" y="4137"/>
                    </a:cubicBezTo>
                    <a:lnTo>
                      <a:pt x="10135" y="4137"/>
                    </a:lnTo>
                    <a:cubicBezTo>
                      <a:pt x="9261" y="4172"/>
                      <a:pt x="8387" y="4262"/>
                      <a:pt x="7512" y="4404"/>
                    </a:cubicBezTo>
                    <a:cubicBezTo>
                      <a:pt x="8137" y="3905"/>
                      <a:pt x="8779" y="3459"/>
                      <a:pt x="9475" y="3048"/>
                    </a:cubicBezTo>
                    <a:cubicBezTo>
                      <a:pt x="10421" y="2834"/>
                      <a:pt x="11384" y="2692"/>
                      <a:pt x="12348" y="2620"/>
                    </a:cubicBezTo>
                    <a:close/>
                    <a:moveTo>
                      <a:pt x="9404" y="4904"/>
                    </a:moveTo>
                    <a:lnTo>
                      <a:pt x="9404" y="4904"/>
                    </a:lnTo>
                    <a:cubicBezTo>
                      <a:pt x="8743" y="5511"/>
                      <a:pt x="8137" y="6171"/>
                      <a:pt x="7584" y="6867"/>
                    </a:cubicBezTo>
                    <a:lnTo>
                      <a:pt x="7512" y="6867"/>
                    </a:lnTo>
                    <a:cubicBezTo>
                      <a:pt x="6495" y="6956"/>
                      <a:pt x="5478" y="7152"/>
                      <a:pt x="4497" y="7438"/>
                    </a:cubicBezTo>
                    <a:cubicBezTo>
                      <a:pt x="4996" y="6777"/>
                      <a:pt x="5550" y="6171"/>
                      <a:pt x="6138" y="5600"/>
                    </a:cubicBezTo>
                    <a:cubicBezTo>
                      <a:pt x="6228" y="5511"/>
                      <a:pt x="6317" y="5421"/>
                      <a:pt x="6424" y="5350"/>
                    </a:cubicBezTo>
                    <a:cubicBezTo>
                      <a:pt x="7405" y="5118"/>
                      <a:pt x="8387" y="4975"/>
                      <a:pt x="9404" y="4904"/>
                    </a:cubicBezTo>
                    <a:close/>
                    <a:moveTo>
                      <a:pt x="6995" y="7652"/>
                    </a:moveTo>
                    <a:lnTo>
                      <a:pt x="6995" y="7652"/>
                    </a:lnTo>
                    <a:cubicBezTo>
                      <a:pt x="6531" y="8312"/>
                      <a:pt x="6103" y="9008"/>
                      <a:pt x="5728" y="9722"/>
                    </a:cubicBezTo>
                    <a:lnTo>
                      <a:pt x="5710" y="9722"/>
                    </a:lnTo>
                    <a:cubicBezTo>
                      <a:pt x="4586" y="9918"/>
                      <a:pt x="3480" y="10257"/>
                      <a:pt x="2463" y="10756"/>
                    </a:cubicBezTo>
                    <a:cubicBezTo>
                      <a:pt x="2838" y="9936"/>
                      <a:pt x="3284" y="9151"/>
                      <a:pt x="3801" y="8401"/>
                    </a:cubicBezTo>
                    <a:lnTo>
                      <a:pt x="3837" y="8401"/>
                    </a:lnTo>
                    <a:cubicBezTo>
                      <a:pt x="4854" y="8044"/>
                      <a:pt x="5924" y="7795"/>
                      <a:pt x="6995" y="7652"/>
                    </a:cubicBezTo>
                    <a:close/>
                    <a:moveTo>
                      <a:pt x="5353" y="10524"/>
                    </a:moveTo>
                    <a:lnTo>
                      <a:pt x="5353" y="10524"/>
                    </a:lnTo>
                    <a:cubicBezTo>
                      <a:pt x="4925" y="11452"/>
                      <a:pt x="4586" y="12434"/>
                      <a:pt x="4354" y="13433"/>
                    </a:cubicBezTo>
                    <a:lnTo>
                      <a:pt x="4372" y="13433"/>
                    </a:lnTo>
                    <a:cubicBezTo>
                      <a:pt x="3301" y="13807"/>
                      <a:pt x="2267" y="14271"/>
                      <a:pt x="1267" y="14824"/>
                    </a:cubicBezTo>
                    <a:cubicBezTo>
                      <a:pt x="1410" y="13772"/>
                      <a:pt x="1660" y="12773"/>
                      <a:pt x="2035" y="11791"/>
                    </a:cubicBezTo>
                    <a:cubicBezTo>
                      <a:pt x="3069" y="11202"/>
                      <a:pt x="4176" y="10774"/>
                      <a:pt x="5353" y="10524"/>
                    </a:cubicBezTo>
                    <a:close/>
                    <a:moveTo>
                      <a:pt x="4194" y="14271"/>
                    </a:moveTo>
                    <a:cubicBezTo>
                      <a:pt x="4015" y="15324"/>
                      <a:pt x="3962" y="16377"/>
                      <a:pt x="4033" y="17447"/>
                    </a:cubicBezTo>
                    <a:cubicBezTo>
                      <a:pt x="3141" y="18018"/>
                      <a:pt x="2284" y="18643"/>
                      <a:pt x="1464" y="19321"/>
                    </a:cubicBezTo>
                    <a:cubicBezTo>
                      <a:pt x="1357" y="18839"/>
                      <a:pt x="1267" y="18339"/>
                      <a:pt x="1214" y="17840"/>
                    </a:cubicBezTo>
                    <a:cubicBezTo>
                      <a:pt x="1142" y="17126"/>
                      <a:pt x="1125" y="16412"/>
                      <a:pt x="1178" y="15699"/>
                    </a:cubicBezTo>
                    <a:cubicBezTo>
                      <a:pt x="2160" y="15146"/>
                      <a:pt x="3159" y="14664"/>
                      <a:pt x="4194" y="14271"/>
                    </a:cubicBezTo>
                    <a:close/>
                    <a:moveTo>
                      <a:pt x="4122" y="18268"/>
                    </a:moveTo>
                    <a:cubicBezTo>
                      <a:pt x="4211" y="18946"/>
                      <a:pt x="4354" y="19642"/>
                      <a:pt x="4550" y="20302"/>
                    </a:cubicBezTo>
                    <a:cubicBezTo>
                      <a:pt x="3819" y="20891"/>
                      <a:pt x="3123" y="21533"/>
                      <a:pt x="2499" y="22229"/>
                    </a:cubicBezTo>
                    <a:cubicBezTo>
                      <a:pt x="2160" y="21533"/>
                      <a:pt x="1892" y="20837"/>
                      <a:pt x="1678" y="20106"/>
                    </a:cubicBezTo>
                    <a:cubicBezTo>
                      <a:pt x="2445" y="19446"/>
                      <a:pt x="3266" y="18821"/>
                      <a:pt x="4122" y="18268"/>
                    </a:cubicBezTo>
                    <a:close/>
                    <a:moveTo>
                      <a:pt x="4782" y="21052"/>
                    </a:moveTo>
                    <a:cubicBezTo>
                      <a:pt x="5050" y="21819"/>
                      <a:pt x="5389" y="22568"/>
                      <a:pt x="5782" y="23282"/>
                    </a:cubicBezTo>
                    <a:cubicBezTo>
                      <a:pt x="5764" y="23300"/>
                      <a:pt x="5728" y="23318"/>
                      <a:pt x="5710" y="23335"/>
                    </a:cubicBezTo>
                    <a:cubicBezTo>
                      <a:pt x="5246" y="23960"/>
                      <a:pt x="4836" y="24602"/>
                      <a:pt x="4461" y="25280"/>
                    </a:cubicBezTo>
                    <a:cubicBezTo>
                      <a:pt x="3837" y="24549"/>
                      <a:pt x="3301" y="23746"/>
                      <a:pt x="2838" y="22907"/>
                    </a:cubicBezTo>
                    <a:lnTo>
                      <a:pt x="2820" y="22907"/>
                    </a:lnTo>
                    <a:cubicBezTo>
                      <a:pt x="3426" y="22247"/>
                      <a:pt x="4087" y="21623"/>
                      <a:pt x="4782" y="21052"/>
                    </a:cubicBezTo>
                    <a:close/>
                    <a:moveTo>
                      <a:pt x="6192" y="23942"/>
                    </a:moveTo>
                    <a:cubicBezTo>
                      <a:pt x="6531" y="24495"/>
                      <a:pt x="6906" y="25030"/>
                      <a:pt x="7316" y="25530"/>
                    </a:cubicBezTo>
                    <a:cubicBezTo>
                      <a:pt x="7316" y="25548"/>
                      <a:pt x="7298" y="25566"/>
                      <a:pt x="7298" y="25584"/>
                    </a:cubicBezTo>
                    <a:cubicBezTo>
                      <a:pt x="7084" y="26226"/>
                      <a:pt x="6941" y="26868"/>
                      <a:pt x="6852" y="27546"/>
                    </a:cubicBezTo>
                    <a:cubicBezTo>
                      <a:pt x="6174" y="27047"/>
                      <a:pt x="5550" y="26476"/>
                      <a:pt x="4979" y="25869"/>
                    </a:cubicBezTo>
                    <a:lnTo>
                      <a:pt x="4996" y="25869"/>
                    </a:lnTo>
                    <a:cubicBezTo>
                      <a:pt x="5335" y="25191"/>
                      <a:pt x="5746" y="24567"/>
                      <a:pt x="6192" y="23942"/>
                    </a:cubicBezTo>
                    <a:close/>
                    <a:moveTo>
                      <a:pt x="7869" y="26190"/>
                    </a:moveTo>
                    <a:cubicBezTo>
                      <a:pt x="8351" y="26726"/>
                      <a:pt x="8868" y="27225"/>
                      <a:pt x="9421" y="27689"/>
                    </a:cubicBezTo>
                    <a:cubicBezTo>
                      <a:pt x="9421" y="27707"/>
                      <a:pt x="9421" y="27707"/>
                      <a:pt x="9421" y="27725"/>
                    </a:cubicBezTo>
                    <a:lnTo>
                      <a:pt x="9386" y="29099"/>
                    </a:lnTo>
                    <a:cubicBezTo>
                      <a:pt x="8726" y="28795"/>
                      <a:pt x="8101" y="28438"/>
                      <a:pt x="7512" y="28028"/>
                    </a:cubicBezTo>
                    <a:cubicBezTo>
                      <a:pt x="7566" y="27404"/>
                      <a:pt x="7691" y="26797"/>
                      <a:pt x="7869" y="26190"/>
                    </a:cubicBezTo>
                    <a:close/>
                    <a:moveTo>
                      <a:pt x="10135" y="28242"/>
                    </a:moveTo>
                    <a:cubicBezTo>
                      <a:pt x="11063" y="28938"/>
                      <a:pt x="12062" y="29527"/>
                      <a:pt x="13133" y="29973"/>
                    </a:cubicBezTo>
                    <a:cubicBezTo>
                      <a:pt x="13472" y="30116"/>
                      <a:pt x="13811" y="30241"/>
                      <a:pt x="14150" y="30348"/>
                    </a:cubicBezTo>
                    <a:cubicBezTo>
                      <a:pt x="12758" y="30223"/>
                      <a:pt x="11402" y="29902"/>
                      <a:pt x="10099" y="29402"/>
                    </a:cubicBezTo>
                    <a:lnTo>
                      <a:pt x="10135" y="28242"/>
                    </a:lnTo>
                    <a:close/>
                    <a:moveTo>
                      <a:pt x="21103" y="746"/>
                    </a:moveTo>
                    <a:cubicBezTo>
                      <a:pt x="22608" y="746"/>
                      <a:pt x="24095" y="1031"/>
                      <a:pt x="25498" y="1567"/>
                    </a:cubicBezTo>
                    <a:cubicBezTo>
                      <a:pt x="30494" y="3512"/>
                      <a:pt x="34134" y="8473"/>
                      <a:pt x="34580" y="13897"/>
                    </a:cubicBezTo>
                    <a:cubicBezTo>
                      <a:pt x="35008" y="19249"/>
                      <a:pt x="32349" y="24674"/>
                      <a:pt x="27835" y="27760"/>
                    </a:cubicBezTo>
                    <a:lnTo>
                      <a:pt x="27817" y="27760"/>
                    </a:lnTo>
                    <a:cubicBezTo>
                      <a:pt x="25245" y="29501"/>
                      <a:pt x="22129" y="30402"/>
                      <a:pt x="19050" y="30402"/>
                    </a:cubicBezTo>
                    <a:cubicBezTo>
                      <a:pt x="17110" y="30402"/>
                      <a:pt x="15184" y="30044"/>
                      <a:pt x="13418" y="29313"/>
                    </a:cubicBezTo>
                    <a:cubicBezTo>
                      <a:pt x="8761" y="27350"/>
                      <a:pt x="5282" y="22764"/>
                      <a:pt x="4782" y="17858"/>
                    </a:cubicBezTo>
                    <a:cubicBezTo>
                      <a:pt x="4265" y="12951"/>
                      <a:pt x="6781" y="7687"/>
                      <a:pt x="11348" y="4190"/>
                    </a:cubicBezTo>
                    <a:cubicBezTo>
                      <a:pt x="14328" y="1906"/>
                      <a:pt x="17718" y="747"/>
                      <a:pt x="20966" y="747"/>
                    </a:cubicBezTo>
                    <a:cubicBezTo>
                      <a:pt x="21011" y="746"/>
                      <a:pt x="21057" y="746"/>
                      <a:pt x="21103" y="746"/>
                    </a:cubicBezTo>
                    <a:close/>
                    <a:moveTo>
                      <a:pt x="20952" y="1"/>
                    </a:moveTo>
                    <a:cubicBezTo>
                      <a:pt x="20354" y="1"/>
                      <a:pt x="19756" y="41"/>
                      <a:pt x="19164" y="122"/>
                    </a:cubicBezTo>
                    <a:cubicBezTo>
                      <a:pt x="18570" y="42"/>
                      <a:pt x="17971" y="3"/>
                      <a:pt x="17368" y="3"/>
                    </a:cubicBezTo>
                    <a:cubicBezTo>
                      <a:pt x="14600" y="3"/>
                      <a:pt x="11765" y="832"/>
                      <a:pt x="9172" y="2370"/>
                    </a:cubicBezTo>
                    <a:cubicBezTo>
                      <a:pt x="9136" y="2388"/>
                      <a:pt x="9082" y="2406"/>
                      <a:pt x="9065" y="2442"/>
                    </a:cubicBezTo>
                    <a:cubicBezTo>
                      <a:pt x="7816" y="3191"/>
                      <a:pt x="6656" y="4065"/>
                      <a:pt x="5621" y="5082"/>
                    </a:cubicBezTo>
                    <a:cubicBezTo>
                      <a:pt x="1874" y="8722"/>
                      <a:pt x="1" y="13397"/>
                      <a:pt x="464" y="17929"/>
                    </a:cubicBezTo>
                    <a:cubicBezTo>
                      <a:pt x="1018" y="23086"/>
                      <a:pt x="4675" y="27921"/>
                      <a:pt x="9564" y="29973"/>
                    </a:cubicBezTo>
                    <a:cubicBezTo>
                      <a:pt x="11438" y="30758"/>
                      <a:pt x="13454" y="31151"/>
                      <a:pt x="15506" y="31151"/>
                    </a:cubicBezTo>
                    <a:cubicBezTo>
                      <a:pt x="16112" y="31133"/>
                      <a:pt x="16719" y="31115"/>
                      <a:pt x="17344" y="31043"/>
                    </a:cubicBezTo>
                    <a:cubicBezTo>
                      <a:pt x="17897" y="31097"/>
                      <a:pt x="18486" y="31133"/>
                      <a:pt x="19056" y="31133"/>
                    </a:cubicBezTo>
                    <a:cubicBezTo>
                      <a:pt x="22322" y="31133"/>
                      <a:pt x="25516" y="30169"/>
                      <a:pt x="28228" y="28367"/>
                    </a:cubicBezTo>
                    <a:cubicBezTo>
                      <a:pt x="32956" y="25138"/>
                      <a:pt x="35739" y="19446"/>
                      <a:pt x="35293" y="13843"/>
                    </a:cubicBezTo>
                    <a:cubicBezTo>
                      <a:pt x="34847" y="8116"/>
                      <a:pt x="31011" y="2923"/>
                      <a:pt x="25765" y="889"/>
                    </a:cubicBezTo>
                    <a:cubicBezTo>
                      <a:pt x="24224" y="302"/>
                      <a:pt x="22587" y="1"/>
                      <a:pt x="2095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2" name="Google Shape;1439;p37">
                <a:extLst>
                  <a:ext uri="{FF2B5EF4-FFF2-40B4-BE49-F238E27FC236}">
                    <a16:creationId xmlns:a16="http://schemas.microsoft.com/office/drawing/2014/main" id="{086D0415-8429-8407-866C-E9C290580A9F}"/>
                  </a:ext>
                </a:extLst>
              </p:cNvPr>
              <p:cNvSpPr/>
              <p:nvPr/>
            </p:nvSpPr>
            <p:spPr>
              <a:xfrm>
                <a:off x="5406102" y="3325941"/>
                <a:ext cx="914741" cy="827118"/>
              </a:xfrm>
              <a:custGeom>
                <a:avLst/>
                <a:gdLst/>
                <a:ahLst/>
                <a:cxnLst/>
                <a:rect l="l" t="t" r="r" b="b"/>
                <a:pathLst>
                  <a:path w="32018" h="28951" extrusionOk="0">
                    <a:moveTo>
                      <a:pt x="14889" y="0"/>
                    </a:moveTo>
                    <a:cubicBezTo>
                      <a:pt x="13171" y="0"/>
                      <a:pt x="11469" y="274"/>
                      <a:pt x="9867" y="858"/>
                    </a:cubicBezTo>
                    <a:cubicBezTo>
                      <a:pt x="5371" y="2499"/>
                      <a:pt x="1749" y="6514"/>
                      <a:pt x="892" y="11224"/>
                    </a:cubicBezTo>
                    <a:cubicBezTo>
                      <a:pt x="0" y="16060"/>
                      <a:pt x="2070" y="21198"/>
                      <a:pt x="5656" y="24535"/>
                    </a:cubicBezTo>
                    <a:cubicBezTo>
                      <a:pt x="8681" y="27355"/>
                      <a:pt x="12821" y="28950"/>
                      <a:pt x="16937" y="28950"/>
                    </a:cubicBezTo>
                    <a:cubicBezTo>
                      <a:pt x="18550" y="28950"/>
                      <a:pt x="20159" y="28705"/>
                      <a:pt x="21697" y="28193"/>
                    </a:cubicBezTo>
                    <a:cubicBezTo>
                      <a:pt x="27157" y="26373"/>
                      <a:pt x="31368" y="21091"/>
                      <a:pt x="31617" y="15346"/>
                    </a:cubicBezTo>
                    <a:cubicBezTo>
                      <a:pt x="32017" y="6494"/>
                      <a:pt x="23256" y="0"/>
                      <a:pt x="148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3" name="Google Shape;1440;p37">
                <a:extLst>
                  <a:ext uri="{FF2B5EF4-FFF2-40B4-BE49-F238E27FC236}">
                    <a16:creationId xmlns:a16="http://schemas.microsoft.com/office/drawing/2014/main" id="{DA3E35A6-FD44-6A6B-464E-692009B0E9B0}"/>
                  </a:ext>
                </a:extLst>
              </p:cNvPr>
              <p:cNvSpPr/>
              <p:nvPr/>
            </p:nvSpPr>
            <p:spPr>
              <a:xfrm>
                <a:off x="5396417" y="3309257"/>
                <a:ext cx="1009849" cy="854116"/>
              </a:xfrm>
              <a:custGeom>
                <a:avLst/>
                <a:gdLst/>
                <a:ahLst/>
                <a:cxnLst/>
                <a:rect l="l" t="t" r="r" b="b"/>
                <a:pathLst>
                  <a:path w="35347" h="29896" extrusionOk="0">
                    <a:moveTo>
                      <a:pt x="19609" y="800"/>
                    </a:moveTo>
                    <a:cubicBezTo>
                      <a:pt x="20787" y="907"/>
                      <a:pt x="21964" y="1139"/>
                      <a:pt x="23106" y="1478"/>
                    </a:cubicBezTo>
                    <a:lnTo>
                      <a:pt x="22393" y="1567"/>
                    </a:lnTo>
                    <a:cubicBezTo>
                      <a:pt x="22321" y="1585"/>
                      <a:pt x="22268" y="1602"/>
                      <a:pt x="22214" y="1656"/>
                    </a:cubicBezTo>
                    <a:cubicBezTo>
                      <a:pt x="21358" y="1299"/>
                      <a:pt x="20484" y="1014"/>
                      <a:pt x="19591" y="800"/>
                    </a:cubicBezTo>
                    <a:close/>
                    <a:moveTo>
                      <a:pt x="24605" y="2013"/>
                    </a:moveTo>
                    <a:cubicBezTo>
                      <a:pt x="25248" y="2280"/>
                      <a:pt x="25854" y="2566"/>
                      <a:pt x="26461" y="2887"/>
                    </a:cubicBezTo>
                    <a:lnTo>
                      <a:pt x="24998" y="2976"/>
                    </a:lnTo>
                    <a:cubicBezTo>
                      <a:pt x="24944" y="2994"/>
                      <a:pt x="24909" y="2994"/>
                      <a:pt x="24873" y="3012"/>
                    </a:cubicBezTo>
                    <a:cubicBezTo>
                      <a:pt x="24373" y="2727"/>
                      <a:pt x="23874" y="2441"/>
                      <a:pt x="23374" y="2191"/>
                    </a:cubicBezTo>
                    <a:lnTo>
                      <a:pt x="24534" y="2048"/>
                    </a:lnTo>
                    <a:cubicBezTo>
                      <a:pt x="24552" y="2031"/>
                      <a:pt x="24587" y="2031"/>
                      <a:pt x="24605" y="2013"/>
                    </a:cubicBezTo>
                    <a:close/>
                    <a:moveTo>
                      <a:pt x="27442" y="3476"/>
                    </a:moveTo>
                    <a:cubicBezTo>
                      <a:pt x="28013" y="3833"/>
                      <a:pt x="28566" y="4207"/>
                      <a:pt x="29084" y="4636"/>
                    </a:cubicBezTo>
                    <a:cubicBezTo>
                      <a:pt x="28477" y="4636"/>
                      <a:pt x="27870" y="4636"/>
                      <a:pt x="27264" y="4671"/>
                    </a:cubicBezTo>
                    <a:cubicBezTo>
                      <a:pt x="27228" y="4671"/>
                      <a:pt x="27192" y="4689"/>
                      <a:pt x="27175" y="4689"/>
                    </a:cubicBezTo>
                    <a:cubicBezTo>
                      <a:pt x="26818" y="4404"/>
                      <a:pt x="26461" y="4118"/>
                      <a:pt x="26068" y="3833"/>
                    </a:cubicBezTo>
                    <a:lnTo>
                      <a:pt x="26086" y="3833"/>
                    </a:lnTo>
                    <a:cubicBezTo>
                      <a:pt x="25997" y="3761"/>
                      <a:pt x="25926" y="3708"/>
                      <a:pt x="25836" y="3654"/>
                    </a:cubicBezTo>
                    <a:lnTo>
                      <a:pt x="27442" y="3547"/>
                    </a:lnTo>
                    <a:lnTo>
                      <a:pt x="27442" y="3476"/>
                    </a:lnTo>
                    <a:close/>
                    <a:moveTo>
                      <a:pt x="28923" y="5372"/>
                    </a:moveTo>
                    <a:cubicBezTo>
                      <a:pt x="29262" y="5372"/>
                      <a:pt x="29601" y="5376"/>
                      <a:pt x="29940" y="5385"/>
                    </a:cubicBezTo>
                    <a:lnTo>
                      <a:pt x="29958" y="5385"/>
                    </a:lnTo>
                    <a:cubicBezTo>
                      <a:pt x="30493" y="5885"/>
                      <a:pt x="30993" y="6402"/>
                      <a:pt x="31439" y="6973"/>
                    </a:cubicBezTo>
                    <a:cubicBezTo>
                      <a:pt x="30690" y="6848"/>
                      <a:pt x="29940" y="6777"/>
                      <a:pt x="29191" y="6759"/>
                    </a:cubicBezTo>
                    <a:cubicBezTo>
                      <a:pt x="28780" y="6277"/>
                      <a:pt x="28352" y="5813"/>
                      <a:pt x="27906" y="5385"/>
                    </a:cubicBezTo>
                    <a:cubicBezTo>
                      <a:pt x="28245" y="5376"/>
                      <a:pt x="28584" y="5372"/>
                      <a:pt x="28923" y="5372"/>
                    </a:cubicBezTo>
                    <a:close/>
                    <a:moveTo>
                      <a:pt x="29762" y="7526"/>
                    </a:moveTo>
                    <a:cubicBezTo>
                      <a:pt x="30529" y="7562"/>
                      <a:pt x="31314" y="7669"/>
                      <a:pt x="32081" y="7829"/>
                    </a:cubicBezTo>
                    <a:lnTo>
                      <a:pt x="32099" y="7829"/>
                    </a:lnTo>
                    <a:cubicBezTo>
                      <a:pt x="32545" y="8472"/>
                      <a:pt x="32938" y="9132"/>
                      <a:pt x="33259" y="9846"/>
                    </a:cubicBezTo>
                    <a:cubicBezTo>
                      <a:pt x="32456" y="9560"/>
                      <a:pt x="31635" y="9346"/>
                      <a:pt x="30797" y="9221"/>
                    </a:cubicBezTo>
                    <a:cubicBezTo>
                      <a:pt x="30493" y="8632"/>
                      <a:pt x="30136" y="8061"/>
                      <a:pt x="29744" y="7526"/>
                    </a:cubicBezTo>
                    <a:close/>
                    <a:moveTo>
                      <a:pt x="31207" y="10042"/>
                    </a:moveTo>
                    <a:cubicBezTo>
                      <a:pt x="32046" y="10203"/>
                      <a:pt x="32866" y="10470"/>
                      <a:pt x="33651" y="10809"/>
                    </a:cubicBezTo>
                    <a:cubicBezTo>
                      <a:pt x="33901" y="11469"/>
                      <a:pt x="34097" y="12165"/>
                      <a:pt x="34240" y="12879"/>
                    </a:cubicBezTo>
                    <a:lnTo>
                      <a:pt x="31974" y="11844"/>
                    </a:lnTo>
                    <a:cubicBezTo>
                      <a:pt x="31921" y="11826"/>
                      <a:pt x="31885" y="11808"/>
                      <a:pt x="31831" y="11808"/>
                    </a:cubicBezTo>
                    <a:cubicBezTo>
                      <a:pt x="31653" y="11202"/>
                      <a:pt x="31439" y="10613"/>
                      <a:pt x="31189" y="10042"/>
                    </a:cubicBezTo>
                    <a:close/>
                    <a:moveTo>
                      <a:pt x="32063" y="12665"/>
                    </a:moveTo>
                    <a:lnTo>
                      <a:pt x="34383" y="13718"/>
                    </a:lnTo>
                    <a:cubicBezTo>
                      <a:pt x="34454" y="14378"/>
                      <a:pt x="34490" y="15020"/>
                      <a:pt x="34454" y="15680"/>
                    </a:cubicBezTo>
                    <a:cubicBezTo>
                      <a:pt x="34437" y="15823"/>
                      <a:pt x="34419" y="15984"/>
                      <a:pt x="34419" y="16126"/>
                    </a:cubicBezTo>
                    <a:cubicBezTo>
                      <a:pt x="33776" y="15573"/>
                      <a:pt x="33116" y="15074"/>
                      <a:pt x="32420" y="14592"/>
                    </a:cubicBezTo>
                    <a:cubicBezTo>
                      <a:pt x="32385" y="14574"/>
                      <a:pt x="32349" y="14556"/>
                      <a:pt x="32313" y="14556"/>
                    </a:cubicBezTo>
                    <a:cubicBezTo>
                      <a:pt x="32278" y="13914"/>
                      <a:pt x="32188" y="13289"/>
                      <a:pt x="32063" y="12665"/>
                    </a:cubicBezTo>
                    <a:close/>
                    <a:moveTo>
                      <a:pt x="32331" y="15430"/>
                    </a:moveTo>
                    <a:cubicBezTo>
                      <a:pt x="33009" y="15912"/>
                      <a:pt x="33669" y="16447"/>
                      <a:pt x="34312" y="17001"/>
                    </a:cubicBezTo>
                    <a:cubicBezTo>
                      <a:pt x="34223" y="17567"/>
                      <a:pt x="34082" y="18134"/>
                      <a:pt x="33923" y="18683"/>
                    </a:cubicBezTo>
                    <a:lnTo>
                      <a:pt x="33923" y="18683"/>
                    </a:lnTo>
                    <a:lnTo>
                      <a:pt x="32224" y="17143"/>
                    </a:lnTo>
                    <a:cubicBezTo>
                      <a:pt x="32278" y="16751"/>
                      <a:pt x="32313" y="16340"/>
                      <a:pt x="32331" y="15948"/>
                    </a:cubicBezTo>
                    <a:lnTo>
                      <a:pt x="32331" y="15430"/>
                    </a:lnTo>
                    <a:close/>
                    <a:moveTo>
                      <a:pt x="32081" y="18000"/>
                    </a:moveTo>
                    <a:lnTo>
                      <a:pt x="33669" y="19445"/>
                    </a:lnTo>
                    <a:cubicBezTo>
                      <a:pt x="33366" y="20284"/>
                      <a:pt x="32973" y="21104"/>
                      <a:pt x="32527" y="21872"/>
                    </a:cubicBezTo>
                    <a:lnTo>
                      <a:pt x="31439" y="20462"/>
                    </a:lnTo>
                    <a:cubicBezTo>
                      <a:pt x="31403" y="20444"/>
                      <a:pt x="31385" y="20426"/>
                      <a:pt x="31350" y="20409"/>
                    </a:cubicBezTo>
                    <a:cubicBezTo>
                      <a:pt x="31671" y="19623"/>
                      <a:pt x="31903" y="18821"/>
                      <a:pt x="32081" y="18000"/>
                    </a:cubicBezTo>
                    <a:close/>
                    <a:moveTo>
                      <a:pt x="31029" y="21140"/>
                    </a:moveTo>
                    <a:lnTo>
                      <a:pt x="32099" y="22514"/>
                    </a:lnTo>
                    <a:cubicBezTo>
                      <a:pt x="31600" y="23263"/>
                      <a:pt x="31029" y="23959"/>
                      <a:pt x="30404" y="24602"/>
                    </a:cubicBezTo>
                    <a:cubicBezTo>
                      <a:pt x="30243" y="24138"/>
                      <a:pt x="30065" y="23692"/>
                      <a:pt x="29851" y="23246"/>
                    </a:cubicBezTo>
                    <a:cubicBezTo>
                      <a:pt x="30297" y="22585"/>
                      <a:pt x="30690" y="21872"/>
                      <a:pt x="31029" y="21140"/>
                    </a:cubicBezTo>
                    <a:close/>
                    <a:moveTo>
                      <a:pt x="29351" y="23924"/>
                    </a:moveTo>
                    <a:lnTo>
                      <a:pt x="29351" y="23941"/>
                    </a:lnTo>
                    <a:cubicBezTo>
                      <a:pt x="29548" y="24334"/>
                      <a:pt x="29708" y="24744"/>
                      <a:pt x="29833" y="25173"/>
                    </a:cubicBezTo>
                    <a:cubicBezTo>
                      <a:pt x="29423" y="25547"/>
                      <a:pt x="28994" y="25904"/>
                      <a:pt x="28548" y="26225"/>
                    </a:cubicBezTo>
                    <a:cubicBezTo>
                      <a:pt x="28477" y="25904"/>
                      <a:pt x="28352" y="25583"/>
                      <a:pt x="28209" y="25280"/>
                    </a:cubicBezTo>
                    <a:cubicBezTo>
                      <a:pt x="28602" y="24851"/>
                      <a:pt x="28994" y="24405"/>
                      <a:pt x="29351" y="23924"/>
                    </a:cubicBezTo>
                    <a:close/>
                    <a:moveTo>
                      <a:pt x="27638" y="25815"/>
                    </a:moveTo>
                    <a:cubicBezTo>
                      <a:pt x="27763" y="26083"/>
                      <a:pt x="27853" y="26368"/>
                      <a:pt x="27888" y="26671"/>
                    </a:cubicBezTo>
                    <a:cubicBezTo>
                      <a:pt x="26925" y="27314"/>
                      <a:pt x="25872" y="27831"/>
                      <a:pt x="24766" y="28206"/>
                    </a:cubicBezTo>
                    <a:cubicBezTo>
                      <a:pt x="24409" y="28313"/>
                      <a:pt x="24034" y="28420"/>
                      <a:pt x="23677" y="28509"/>
                    </a:cubicBezTo>
                    <a:cubicBezTo>
                      <a:pt x="25123" y="27831"/>
                      <a:pt x="26479" y="26921"/>
                      <a:pt x="27638" y="25815"/>
                    </a:cubicBezTo>
                    <a:close/>
                    <a:moveTo>
                      <a:pt x="15211" y="945"/>
                    </a:moveTo>
                    <a:cubicBezTo>
                      <a:pt x="18794" y="945"/>
                      <a:pt x="22559" y="2155"/>
                      <a:pt x="25640" y="4422"/>
                    </a:cubicBezTo>
                    <a:cubicBezTo>
                      <a:pt x="29619" y="7348"/>
                      <a:pt x="31778" y="11523"/>
                      <a:pt x="31600" y="15912"/>
                    </a:cubicBezTo>
                    <a:cubicBezTo>
                      <a:pt x="31350" y="21372"/>
                      <a:pt x="27282" y="26636"/>
                      <a:pt x="21911" y="28438"/>
                    </a:cubicBezTo>
                    <a:cubicBezTo>
                      <a:pt x="20442" y="28927"/>
                      <a:pt x="18886" y="29164"/>
                      <a:pt x="17313" y="29164"/>
                    </a:cubicBezTo>
                    <a:cubicBezTo>
                      <a:pt x="13326" y="29164"/>
                      <a:pt x="9239" y="27641"/>
                      <a:pt x="6245" y="24851"/>
                    </a:cubicBezTo>
                    <a:cubicBezTo>
                      <a:pt x="2605" y="21443"/>
                      <a:pt x="767" y="16358"/>
                      <a:pt x="1588" y="11880"/>
                    </a:cubicBezTo>
                    <a:cubicBezTo>
                      <a:pt x="2409" y="7366"/>
                      <a:pt x="5835" y="3405"/>
                      <a:pt x="10331" y="1781"/>
                    </a:cubicBezTo>
                    <a:cubicBezTo>
                      <a:pt x="11491" y="1370"/>
                      <a:pt x="12704" y="1103"/>
                      <a:pt x="13953" y="996"/>
                    </a:cubicBezTo>
                    <a:cubicBezTo>
                      <a:pt x="14369" y="962"/>
                      <a:pt x="14789" y="945"/>
                      <a:pt x="15211" y="945"/>
                    </a:cubicBezTo>
                    <a:close/>
                    <a:moveTo>
                      <a:pt x="18104" y="1"/>
                    </a:moveTo>
                    <a:cubicBezTo>
                      <a:pt x="17161" y="1"/>
                      <a:pt x="16225" y="81"/>
                      <a:pt x="15309" y="246"/>
                    </a:cubicBezTo>
                    <a:lnTo>
                      <a:pt x="15291" y="246"/>
                    </a:lnTo>
                    <a:cubicBezTo>
                      <a:pt x="15197" y="244"/>
                      <a:pt x="15103" y="244"/>
                      <a:pt x="15009" y="244"/>
                    </a:cubicBezTo>
                    <a:cubicBezTo>
                      <a:pt x="13321" y="244"/>
                      <a:pt x="11652" y="545"/>
                      <a:pt x="10063" y="1103"/>
                    </a:cubicBezTo>
                    <a:cubicBezTo>
                      <a:pt x="5353" y="2816"/>
                      <a:pt x="1731" y="6991"/>
                      <a:pt x="874" y="11755"/>
                    </a:cubicBezTo>
                    <a:cubicBezTo>
                      <a:pt x="0" y="16501"/>
                      <a:pt x="1927" y="21818"/>
                      <a:pt x="5763" y="25387"/>
                    </a:cubicBezTo>
                    <a:cubicBezTo>
                      <a:pt x="8926" y="28290"/>
                      <a:pt x="13077" y="29896"/>
                      <a:pt x="17344" y="29896"/>
                    </a:cubicBezTo>
                    <a:cubicBezTo>
                      <a:pt x="17771" y="29896"/>
                      <a:pt x="18200" y="29880"/>
                      <a:pt x="18628" y="29847"/>
                    </a:cubicBezTo>
                    <a:cubicBezTo>
                      <a:pt x="19074" y="29812"/>
                      <a:pt x="19520" y="29740"/>
                      <a:pt x="19948" y="29669"/>
                    </a:cubicBezTo>
                    <a:cubicBezTo>
                      <a:pt x="20448" y="29669"/>
                      <a:pt x="20947" y="29669"/>
                      <a:pt x="21429" y="29615"/>
                    </a:cubicBezTo>
                    <a:cubicBezTo>
                      <a:pt x="22643" y="29526"/>
                      <a:pt x="23838" y="29276"/>
                      <a:pt x="24998" y="28902"/>
                    </a:cubicBezTo>
                    <a:cubicBezTo>
                      <a:pt x="30725" y="26975"/>
                      <a:pt x="34900" y="21568"/>
                      <a:pt x="35168" y="15716"/>
                    </a:cubicBezTo>
                    <a:cubicBezTo>
                      <a:pt x="35346" y="11541"/>
                      <a:pt x="33544" y="7580"/>
                      <a:pt x="30101" y="4564"/>
                    </a:cubicBezTo>
                    <a:cubicBezTo>
                      <a:pt x="26770" y="1643"/>
                      <a:pt x="22363" y="1"/>
                      <a:pt x="1810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4" name="Google Shape;1441;p37">
                <a:extLst>
                  <a:ext uri="{FF2B5EF4-FFF2-40B4-BE49-F238E27FC236}">
                    <a16:creationId xmlns:a16="http://schemas.microsoft.com/office/drawing/2014/main" id="{ACDDE346-A713-6477-CAA3-6C4742412FD0}"/>
                  </a:ext>
                </a:extLst>
              </p:cNvPr>
              <p:cNvSpPr/>
              <p:nvPr/>
            </p:nvSpPr>
            <p:spPr>
              <a:xfrm>
                <a:off x="5667254" y="682667"/>
                <a:ext cx="887229" cy="913056"/>
              </a:xfrm>
              <a:custGeom>
                <a:avLst/>
                <a:gdLst/>
                <a:ahLst/>
                <a:cxnLst/>
                <a:rect l="l" t="t" r="r" b="b"/>
                <a:pathLst>
                  <a:path w="31055" h="31959" extrusionOk="0">
                    <a:moveTo>
                      <a:pt x="14819" y="1"/>
                    </a:moveTo>
                    <a:cubicBezTo>
                      <a:pt x="11943" y="1"/>
                      <a:pt x="8968" y="953"/>
                      <a:pt x="6174" y="3141"/>
                    </a:cubicBezTo>
                    <a:cubicBezTo>
                      <a:pt x="2142" y="6299"/>
                      <a:pt x="1" y="11634"/>
                      <a:pt x="500" y="16737"/>
                    </a:cubicBezTo>
                    <a:cubicBezTo>
                      <a:pt x="1000" y="21840"/>
                      <a:pt x="4051" y="26586"/>
                      <a:pt x="8351" y="29370"/>
                    </a:cubicBezTo>
                    <a:cubicBezTo>
                      <a:pt x="10844" y="30981"/>
                      <a:pt x="13791" y="31958"/>
                      <a:pt x="16749" y="31958"/>
                    </a:cubicBezTo>
                    <a:cubicBezTo>
                      <a:pt x="17263" y="31958"/>
                      <a:pt x="17777" y="31929"/>
                      <a:pt x="18289" y="31868"/>
                    </a:cubicBezTo>
                    <a:cubicBezTo>
                      <a:pt x="24998" y="31065"/>
                      <a:pt x="30262" y="24588"/>
                      <a:pt x="30601" y="17826"/>
                    </a:cubicBezTo>
                    <a:cubicBezTo>
                      <a:pt x="31055" y="8414"/>
                      <a:pt x="23368" y="1"/>
                      <a:pt x="148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5" name="Google Shape;1442;p37">
                <a:extLst>
                  <a:ext uri="{FF2B5EF4-FFF2-40B4-BE49-F238E27FC236}">
                    <a16:creationId xmlns:a16="http://schemas.microsoft.com/office/drawing/2014/main" id="{23E43C66-22F9-8250-8088-29764679B1DC}"/>
                  </a:ext>
                </a:extLst>
              </p:cNvPr>
              <p:cNvSpPr/>
              <p:nvPr/>
            </p:nvSpPr>
            <p:spPr>
              <a:xfrm>
                <a:off x="5656054" y="666239"/>
                <a:ext cx="987422" cy="939997"/>
              </a:xfrm>
              <a:custGeom>
                <a:avLst/>
                <a:gdLst/>
                <a:ahLst/>
                <a:cxnLst/>
                <a:rect l="l" t="t" r="r" b="b"/>
                <a:pathLst>
                  <a:path w="34562" h="32902" extrusionOk="0">
                    <a:moveTo>
                      <a:pt x="18985" y="737"/>
                    </a:moveTo>
                    <a:lnTo>
                      <a:pt x="18985" y="737"/>
                    </a:lnTo>
                    <a:cubicBezTo>
                      <a:pt x="20305" y="790"/>
                      <a:pt x="21625" y="1058"/>
                      <a:pt x="22874" y="1504"/>
                    </a:cubicBezTo>
                    <a:cubicBezTo>
                      <a:pt x="22232" y="1432"/>
                      <a:pt x="21518" y="1379"/>
                      <a:pt x="20733" y="1343"/>
                    </a:cubicBezTo>
                    <a:cubicBezTo>
                      <a:pt x="20162" y="1111"/>
                      <a:pt x="19573" y="915"/>
                      <a:pt x="18985" y="737"/>
                    </a:cubicBezTo>
                    <a:close/>
                    <a:moveTo>
                      <a:pt x="22446" y="2200"/>
                    </a:moveTo>
                    <a:cubicBezTo>
                      <a:pt x="23410" y="2271"/>
                      <a:pt x="24355" y="2414"/>
                      <a:pt x="25283" y="2628"/>
                    </a:cubicBezTo>
                    <a:cubicBezTo>
                      <a:pt x="25890" y="2967"/>
                      <a:pt x="26479" y="3359"/>
                      <a:pt x="27032" y="3788"/>
                    </a:cubicBezTo>
                    <a:cubicBezTo>
                      <a:pt x="26086" y="3556"/>
                      <a:pt x="25140" y="3377"/>
                      <a:pt x="24195" y="3217"/>
                    </a:cubicBezTo>
                    <a:lnTo>
                      <a:pt x="24088" y="3199"/>
                    </a:lnTo>
                    <a:lnTo>
                      <a:pt x="24016" y="3199"/>
                    </a:lnTo>
                    <a:cubicBezTo>
                      <a:pt x="23499" y="2842"/>
                      <a:pt x="22981" y="2521"/>
                      <a:pt x="22446" y="2217"/>
                    </a:cubicBezTo>
                    <a:lnTo>
                      <a:pt x="22446" y="2200"/>
                    </a:lnTo>
                    <a:close/>
                    <a:moveTo>
                      <a:pt x="25176" y="4144"/>
                    </a:moveTo>
                    <a:lnTo>
                      <a:pt x="25176" y="4144"/>
                    </a:lnTo>
                    <a:cubicBezTo>
                      <a:pt x="26247" y="4323"/>
                      <a:pt x="27317" y="4573"/>
                      <a:pt x="28352" y="4894"/>
                    </a:cubicBezTo>
                    <a:cubicBezTo>
                      <a:pt x="28834" y="5358"/>
                      <a:pt x="29298" y="5840"/>
                      <a:pt x="29726" y="6339"/>
                    </a:cubicBezTo>
                    <a:cubicBezTo>
                      <a:pt x="28691" y="5947"/>
                      <a:pt x="27638" y="5643"/>
                      <a:pt x="26550" y="5447"/>
                    </a:cubicBezTo>
                    <a:lnTo>
                      <a:pt x="26532" y="5447"/>
                    </a:lnTo>
                    <a:cubicBezTo>
                      <a:pt x="26104" y="4983"/>
                      <a:pt x="25658" y="4555"/>
                      <a:pt x="25176" y="4144"/>
                    </a:cubicBezTo>
                    <a:close/>
                    <a:moveTo>
                      <a:pt x="27317" y="6375"/>
                    </a:moveTo>
                    <a:lnTo>
                      <a:pt x="27317" y="6375"/>
                    </a:lnTo>
                    <a:cubicBezTo>
                      <a:pt x="28477" y="6625"/>
                      <a:pt x="29583" y="7017"/>
                      <a:pt x="30654" y="7535"/>
                    </a:cubicBezTo>
                    <a:cubicBezTo>
                      <a:pt x="31118" y="8213"/>
                      <a:pt x="31546" y="8908"/>
                      <a:pt x="31938" y="9658"/>
                    </a:cubicBezTo>
                    <a:cubicBezTo>
                      <a:pt x="30957" y="9158"/>
                      <a:pt x="29940" y="8730"/>
                      <a:pt x="28905" y="8355"/>
                    </a:cubicBezTo>
                    <a:cubicBezTo>
                      <a:pt x="28878" y="8337"/>
                      <a:pt x="28847" y="8329"/>
                      <a:pt x="28814" y="8329"/>
                    </a:cubicBezTo>
                    <a:cubicBezTo>
                      <a:pt x="28780" y="8329"/>
                      <a:pt x="28745" y="8337"/>
                      <a:pt x="28709" y="8355"/>
                    </a:cubicBezTo>
                    <a:cubicBezTo>
                      <a:pt x="28298" y="7659"/>
                      <a:pt x="27835" y="6999"/>
                      <a:pt x="27317" y="6375"/>
                    </a:cubicBezTo>
                    <a:close/>
                    <a:moveTo>
                      <a:pt x="29244" y="9265"/>
                    </a:moveTo>
                    <a:lnTo>
                      <a:pt x="29244" y="9265"/>
                    </a:lnTo>
                    <a:cubicBezTo>
                      <a:pt x="30333" y="9694"/>
                      <a:pt x="31403" y="10193"/>
                      <a:pt x="32456" y="10746"/>
                    </a:cubicBezTo>
                    <a:cubicBezTo>
                      <a:pt x="32759" y="11478"/>
                      <a:pt x="33009" y="12227"/>
                      <a:pt x="33223" y="12977"/>
                    </a:cubicBezTo>
                    <a:cubicBezTo>
                      <a:pt x="32313" y="12388"/>
                      <a:pt x="31350" y="11888"/>
                      <a:pt x="30333" y="11496"/>
                    </a:cubicBezTo>
                    <a:cubicBezTo>
                      <a:pt x="30297" y="11478"/>
                      <a:pt x="30279" y="11478"/>
                      <a:pt x="30243" y="11478"/>
                    </a:cubicBezTo>
                    <a:cubicBezTo>
                      <a:pt x="29958" y="10711"/>
                      <a:pt x="29619" y="9979"/>
                      <a:pt x="29244" y="9265"/>
                    </a:cubicBezTo>
                    <a:close/>
                    <a:moveTo>
                      <a:pt x="30547" y="12370"/>
                    </a:moveTo>
                    <a:lnTo>
                      <a:pt x="30547" y="12370"/>
                    </a:lnTo>
                    <a:cubicBezTo>
                      <a:pt x="31582" y="12816"/>
                      <a:pt x="32563" y="13369"/>
                      <a:pt x="33473" y="14029"/>
                    </a:cubicBezTo>
                    <a:cubicBezTo>
                      <a:pt x="33669" y="14904"/>
                      <a:pt x="33776" y="15796"/>
                      <a:pt x="33812" y="16688"/>
                    </a:cubicBezTo>
                    <a:cubicBezTo>
                      <a:pt x="32991" y="16117"/>
                      <a:pt x="32117" y="15617"/>
                      <a:pt x="31207" y="15225"/>
                    </a:cubicBezTo>
                    <a:cubicBezTo>
                      <a:pt x="31064" y="14261"/>
                      <a:pt x="30850" y="13298"/>
                      <a:pt x="30547" y="12370"/>
                    </a:cubicBezTo>
                    <a:close/>
                    <a:moveTo>
                      <a:pt x="31296" y="16063"/>
                    </a:moveTo>
                    <a:cubicBezTo>
                      <a:pt x="32188" y="16492"/>
                      <a:pt x="33045" y="17009"/>
                      <a:pt x="33830" y="17598"/>
                    </a:cubicBezTo>
                    <a:cubicBezTo>
                      <a:pt x="33830" y="17794"/>
                      <a:pt x="33830" y="17972"/>
                      <a:pt x="33812" y="18169"/>
                    </a:cubicBezTo>
                    <a:cubicBezTo>
                      <a:pt x="33794" y="18829"/>
                      <a:pt x="33705" y="19471"/>
                      <a:pt x="33580" y="20114"/>
                    </a:cubicBezTo>
                    <a:cubicBezTo>
                      <a:pt x="32884" y="19543"/>
                      <a:pt x="32135" y="19007"/>
                      <a:pt x="31350" y="18561"/>
                    </a:cubicBezTo>
                    <a:lnTo>
                      <a:pt x="31350" y="18419"/>
                    </a:lnTo>
                    <a:cubicBezTo>
                      <a:pt x="31385" y="17633"/>
                      <a:pt x="31367" y="16848"/>
                      <a:pt x="31296" y="16063"/>
                    </a:cubicBezTo>
                    <a:close/>
                    <a:moveTo>
                      <a:pt x="31260" y="19364"/>
                    </a:moveTo>
                    <a:cubicBezTo>
                      <a:pt x="32028" y="19810"/>
                      <a:pt x="32741" y="20346"/>
                      <a:pt x="33401" y="20917"/>
                    </a:cubicBezTo>
                    <a:cubicBezTo>
                      <a:pt x="33223" y="21684"/>
                      <a:pt x="32973" y="22415"/>
                      <a:pt x="32670" y="23129"/>
                    </a:cubicBezTo>
                    <a:cubicBezTo>
                      <a:pt x="32170" y="22415"/>
                      <a:pt x="31582" y="21755"/>
                      <a:pt x="30957" y="21166"/>
                    </a:cubicBezTo>
                    <a:cubicBezTo>
                      <a:pt x="31100" y="20578"/>
                      <a:pt x="31189" y="19971"/>
                      <a:pt x="31260" y="19364"/>
                    </a:cubicBezTo>
                    <a:close/>
                    <a:moveTo>
                      <a:pt x="30725" y="21969"/>
                    </a:moveTo>
                    <a:cubicBezTo>
                      <a:pt x="31332" y="22558"/>
                      <a:pt x="31849" y="23200"/>
                      <a:pt x="32313" y="23896"/>
                    </a:cubicBezTo>
                    <a:cubicBezTo>
                      <a:pt x="31956" y="24592"/>
                      <a:pt x="31564" y="25270"/>
                      <a:pt x="31118" y="25930"/>
                    </a:cubicBezTo>
                    <a:cubicBezTo>
                      <a:pt x="30832" y="25270"/>
                      <a:pt x="30511" y="24628"/>
                      <a:pt x="30136" y="24021"/>
                    </a:cubicBezTo>
                    <a:cubicBezTo>
                      <a:pt x="30118" y="23968"/>
                      <a:pt x="30065" y="23932"/>
                      <a:pt x="30011" y="23896"/>
                    </a:cubicBezTo>
                    <a:cubicBezTo>
                      <a:pt x="30297" y="23272"/>
                      <a:pt x="30529" y="22629"/>
                      <a:pt x="30725" y="21969"/>
                    </a:cubicBezTo>
                    <a:close/>
                    <a:moveTo>
                      <a:pt x="29672" y="24628"/>
                    </a:moveTo>
                    <a:cubicBezTo>
                      <a:pt x="30029" y="25252"/>
                      <a:pt x="30350" y="25912"/>
                      <a:pt x="30618" y="26608"/>
                    </a:cubicBezTo>
                    <a:cubicBezTo>
                      <a:pt x="30065" y="27304"/>
                      <a:pt x="29458" y="27964"/>
                      <a:pt x="28798" y="28553"/>
                    </a:cubicBezTo>
                    <a:cubicBezTo>
                      <a:pt x="28745" y="27982"/>
                      <a:pt x="28602" y="27411"/>
                      <a:pt x="28388" y="26876"/>
                    </a:cubicBezTo>
                    <a:cubicBezTo>
                      <a:pt x="28370" y="26840"/>
                      <a:pt x="28352" y="26822"/>
                      <a:pt x="28334" y="26787"/>
                    </a:cubicBezTo>
                    <a:cubicBezTo>
                      <a:pt x="28834" y="26109"/>
                      <a:pt x="29280" y="25377"/>
                      <a:pt x="29672" y="24628"/>
                    </a:cubicBezTo>
                    <a:close/>
                    <a:moveTo>
                      <a:pt x="27835" y="27465"/>
                    </a:moveTo>
                    <a:cubicBezTo>
                      <a:pt x="28013" y="28000"/>
                      <a:pt x="28102" y="28571"/>
                      <a:pt x="28102" y="29142"/>
                    </a:cubicBezTo>
                    <a:cubicBezTo>
                      <a:pt x="27603" y="29535"/>
                      <a:pt x="27085" y="29891"/>
                      <a:pt x="26532" y="30213"/>
                    </a:cubicBezTo>
                    <a:cubicBezTo>
                      <a:pt x="26461" y="29856"/>
                      <a:pt x="26389" y="29499"/>
                      <a:pt x="26282" y="29142"/>
                    </a:cubicBezTo>
                    <a:lnTo>
                      <a:pt x="26282" y="29124"/>
                    </a:lnTo>
                    <a:cubicBezTo>
                      <a:pt x="26835" y="28607"/>
                      <a:pt x="27353" y="28054"/>
                      <a:pt x="27835" y="27465"/>
                    </a:cubicBezTo>
                    <a:close/>
                    <a:moveTo>
                      <a:pt x="25658" y="29659"/>
                    </a:moveTo>
                    <a:cubicBezTo>
                      <a:pt x="25747" y="29963"/>
                      <a:pt x="25801" y="30284"/>
                      <a:pt x="25836" y="30605"/>
                    </a:cubicBezTo>
                    <a:cubicBezTo>
                      <a:pt x="24730" y="31176"/>
                      <a:pt x="23552" y="31586"/>
                      <a:pt x="22321" y="31783"/>
                    </a:cubicBezTo>
                    <a:cubicBezTo>
                      <a:pt x="23517" y="31230"/>
                      <a:pt x="24641" y="30516"/>
                      <a:pt x="25658" y="29659"/>
                    </a:cubicBezTo>
                    <a:close/>
                    <a:moveTo>
                      <a:pt x="15246" y="943"/>
                    </a:moveTo>
                    <a:cubicBezTo>
                      <a:pt x="17346" y="943"/>
                      <a:pt x="19465" y="1466"/>
                      <a:pt x="21500" y="2521"/>
                    </a:cubicBezTo>
                    <a:cubicBezTo>
                      <a:pt x="27264" y="5501"/>
                      <a:pt x="30939" y="11888"/>
                      <a:pt x="30618" y="18383"/>
                    </a:cubicBezTo>
                    <a:cubicBezTo>
                      <a:pt x="30297" y="25181"/>
                      <a:pt x="24908" y="31319"/>
                      <a:pt x="18628" y="32068"/>
                    </a:cubicBezTo>
                    <a:cubicBezTo>
                      <a:pt x="18125" y="32130"/>
                      <a:pt x="17616" y="32160"/>
                      <a:pt x="17105" y="32160"/>
                    </a:cubicBezTo>
                    <a:cubicBezTo>
                      <a:pt x="14352" y="32160"/>
                      <a:pt x="11512" y="31279"/>
                      <a:pt x="8939" y="29624"/>
                    </a:cubicBezTo>
                    <a:cubicBezTo>
                      <a:pt x="4675" y="26876"/>
                      <a:pt x="1731" y="22148"/>
                      <a:pt x="1249" y="17277"/>
                    </a:cubicBezTo>
                    <a:cubicBezTo>
                      <a:pt x="749" y="12227"/>
                      <a:pt x="2926" y="7017"/>
                      <a:pt x="6798" y="4002"/>
                    </a:cubicBezTo>
                    <a:cubicBezTo>
                      <a:pt x="9391" y="1971"/>
                      <a:pt x="12301" y="943"/>
                      <a:pt x="15246" y="943"/>
                    </a:cubicBezTo>
                    <a:close/>
                    <a:moveTo>
                      <a:pt x="18407" y="0"/>
                    </a:moveTo>
                    <a:cubicBezTo>
                      <a:pt x="17572" y="0"/>
                      <a:pt x="16739" y="78"/>
                      <a:pt x="15916" y="237"/>
                    </a:cubicBezTo>
                    <a:cubicBezTo>
                      <a:pt x="15677" y="224"/>
                      <a:pt x="15439" y="218"/>
                      <a:pt x="15201" y="218"/>
                    </a:cubicBezTo>
                    <a:cubicBezTo>
                      <a:pt x="12109" y="218"/>
                      <a:pt x="9069" y="1294"/>
                      <a:pt x="6352" y="3431"/>
                    </a:cubicBezTo>
                    <a:cubicBezTo>
                      <a:pt x="2302" y="6607"/>
                      <a:pt x="0" y="12084"/>
                      <a:pt x="535" y="17348"/>
                    </a:cubicBezTo>
                    <a:cubicBezTo>
                      <a:pt x="1035" y="22505"/>
                      <a:pt x="4032" y="27322"/>
                      <a:pt x="8565" y="30248"/>
                    </a:cubicBezTo>
                    <a:cubicBezTo>
                      <a:pt x="11247" y="31977"/>
                      <a:pt x="14237" y="32901"/>
                      <a:pt x="17136" y="32901"/>
                    </a:cubicBezTo>
                    <a:cubicBezTo>
                      <a:pt x="17438" y="32901"/>
                      <a:pt x="17739" y="32891"/>
                      <a:pt x="18039" y="32871"/>
                    </a:cubicBezTo>
                    <a:cubicBezTo>
                      <a:pt x="18271" y="32853"/>
                      <a:pt x="18485" y="32835"/>
                      <a:pt x="18717" y="32800"/>
                    </a:cubicBezTo>
                    <a:cubicBezTo>
                      <a:pt x="19020" y="32764"/>
                      <a:pt x="19324" y="32711"/>
                      <a:pt x="19609" y="32657"/>
                    </a:cubicBezTo>
                    <a:cubicBezTo>
                      <a:pt x="19886" y="32675"/>
                      <a:pt x="20162" y="32684"/>
                      <a:pt x="20437" y="32684"/>
                    </a:cubicBezTo>
                    <a:cubicBezTo>
                      <a:pt x="20711" y="32684"/>
                      <a:pt x="20983" y="32675"/>
                      <a:pt x="21251" y="32657"/>
                    </a:cubicBezTo>
                    <a:cubicBezTo>
                      <a:pt x="21483" y="32639"/>
                      <a:pt x="21697" y="32621"/>
                      <a:pt x="21911" y="32586"/>
                    </a:cubicBezTo>
                    <a:cubicBezTo>
                      <a:pt x="23481" y="32389"/>
                      <a:pt x="24998" y="31908"/>
                      <a:pt x="26389" y="31140"/>
                    </a:cubicBezTo>
                    <a:cubicBezTo>
                      <a:pt x="27157" y="30730"/>
                      <a:pt x="27888" y="30248"/>
                      <a:pt x="28566" y="29695"/>
                    </a:cubicBezTo>
                    <a:cubicBezTo>
                      <a:pt x="28637" y="29677"/>
                      <a:pt x="28709" y="29624"/>
                      <a:pt x="28762" y="29535"/>
                    </a:cubicBezTo>
                    <a:cubicBezTo>
                      <a:pt x="29672" y="28785"/>
                      <a:pt x="30493" y="27947"/>
                      <a:pt x="31207" y="27019"/>
                    </a:cubicBezTo>
                    <a:cubicBezTo>
                      <a:pt x="31296" y="26965"/>
                      <a:pt x="31350" y="26894"/>
                      <a:pt x="31367" y="26805"/>
                    </a:cubicBezTo>
                    <a:cubicBezTo>
                      <a:pt x="33259" y="24307"/>
                      <a:pt x="34365" y="21309"/>
                      <a:pt x="34543" y="18204"/>
                    </a:cubicBezTo>
                    <a:lnTo>
                      <a:pt x="34543" y="17526"/>
                    </a:lnTo>
                    <a:cubicBezTo>
                      <a:pt x="34561" y="17455"/>
                      <a:pt x="34561" y="17384"/>
                      <a:pt x="34543" y="17312"/>
                    </a:cubicBezTo>
                    <a:cubicBezTo>
                      <a:pt x="34543" y="16135"/>
                      <a:pt x="34418" y="14957"/>
                      <a:pt x="34169" y="13815"/>
                    </a:cubicBezTo>
                    <a:cubicBezTo>
                      <a:pt x="34169" y="13744"/>
                      <a:pt x="34151" y="13690"/>
                      <a:pt x="34133" y="13637"/>
                    </a:cubicBezTo>
                    <a:cubicBezTo>
                      <a:pt x="33330" y="10104"/>
                      <a:pt x="31492" y="6874"/>
                      <a:pt x="28869" y="4394"/>
                    </a:cubicBezTo>
                    <a:cubicBezTo>
                      <a:pt x="28834" y="4359"/>
                      <a:pt x="28798" y="4323"/>
                      <a:pt x="28745" y="4287"/>
                    </a:cubicBezTo>
                    <a:cubicBezTo>
                      <a:pt x="28602" y="4162"/>
                      <a:pt x="28459" y="4020"/>
                      <a:pt x="28316" y="3895"/>
                    </a:cubicBezTo>
                    <a:cubicBezTo>
                      <a:pt x="25394" y="1361"/>
                      <a:pt x="21891" y="0"/>
                      <a:pt x="1840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6" name="Google Shape;1443;p37">
                <a:extLst>
                  <a:ext uri="{FF2B5EF4-FFF2-40B4-BE49-F238E27FC236}">
                    <a16:creationId xmlns:a16="http://schemas.microsoft.com/office/drawing/2014/main" id="{B7398634-59B1-0BF4-FF1C-9A8019BFE619}"/>
                  </a:ext>
                </a:extLst>
              </p:cNvPr>
              <p:cNvSpPr/>
              <p:nvPr/>
            </p:nvSpPr>
            <p:spPr>
              <a:xfrm>
                <a:off x="925193" y="1172797"/>
                <a:ext cx="1003821" cy="912598"/>
              </a:xfrm>
              <a:custGeom>
                <a:avLst/>
                <a:gdLst/>
                <a:ahLst/>
                <a:cxnLst/>
                <a:rect l="l" t="t" r="r" b="b"/>
                <a:pathLst>
                  <a:path w="35136" h="31943" extrusionOk="0">
                    <a:moveTo>
                      <a:pt x="18256" y="1"/>
                    </a:moveTo>
                    <a:cubicBezTo>
                      <a:pt x="8972" y="1"/>
                      <a:pt x="0" y="8213"/>
                      <a:pt x="2020" y="18893"/>
                    </a:cubicBezTo>
                    <a:cubicBezTo>
                      <a:pt x="3269" y="25460"/>
                      <a:pt x="9032" y="30919"/>
                      <a:pt x="15651" y="31812"/>
                    </a:cubicBezTo>
                    <a:cubicBezTo>
                      <a:pt x="16306" y="31900"/>
                      <a:pt x="16964" y="31942"/>
                      <a:pt x="17621" y="31942"/>
                    </a:cubicBezTo>
                    <a:cubicBezTo>
                      <a:pt x="23629" y="31942"/>
                      <a:pt x="29572" y="28362"/>
                      <a:pt x="32209" y="22926"/>
                    </a:cubicBezTo>
                    <a:cubicBezTo>
                      <a:pt x="35136" y="16913"/>
                      <a:pt x="33779" y="9080"/>
                      <a:pt x="28980" y="4423"/>
                    </a:cubicBezTo>
                    <a:cubicBezTo>
                      <a:pt x="25827" y="1348"/>
                      <a:pt x="22016" y="1"/>
                      <a:pt x="182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sp>
            <p:nvSpPr>
              <p:cNvPr id="17" name="Google Shape;1444;p37">
                <a:extLst>
                  <a:ext uri="{FF2B5EF4-FFF2-40B4-BE49-F238E27FC236}">
                    <a16:creationId xmlns:a16="http://schemas.microsoft.com/office/drawing/2014/main" id="{290BA35F-6BCB-C038-7CCB-E202A5273292}"/>
                  </a:ext>
                </a:extLst>
              </p:cNvPr>
              <p:cNvSpPr/>
              <p:nvPr/>
            </p:nvSpPr>
            <p:spPr>
              <a:xfrm>
                <a:off x="882967" y="1162340"/>
                <a:ext cx="1057760" cy="934197"/>
              </a:xfrm>
              <a:custGeom>
                <a:avLst/>
                <a:gdLst/>
                <a:ahLst/>
                <a:cxnLst/>
                <a:rect l="l" t="t" r="r" b="b"/>
                <a:pathLst>
                  <a:path w="37024" h="32699" extrusionOk="0">
                    <a:moveTo>
                      <a:pt x="13561" y="1167"/>
                    </a:moveTo>
                    <a:cubicBezTo>
                      <a:pt x="12901" y="1435"/>
                      <a:pt x="12258" y="1738"/>
                      <a:pt x="11634" y="2077"/>
                    </a:cubicBezTo>
                    <a:lnTo>
                      <a:pt x="11652" y="2077"/>
                    </a:lnTo>
                    <a:cubicBezTo>
                      <a:pt x="11170" y="2327"/>
                      <a:pt x="10724" y="2594"/>
                      <a:pt x="10296" y="2880"/>
                    </a:cubicBezTo>
                    <a:cubicBezTo>
                      <a:pt x="9742" y="2951"/>
                      <a:pt x="9243" y="3023"/>
                      <a:pt x="8743" y="3094"/>
                    </a:cubicBezTo>
                    <a:cubicBezTo>
                      <a:pt x="10242" y="2220"/>
                      <a:pt x="11866" y="1560"/>
                      <a:pt x="13561" y="1167"/>
                    </a:cubicBezTo>
                    <a:close/>
                    <a:moveTo>
                      <a:pt x="8993" y="3808"/>
                    </a:moveTo>
                    <a:cubicBezTo>
                      <a:pt x="8547" y="4165"/>
                      <a:pt x="8119" y="4539"/>
                      <a:pt x="7708" y="4950"/>
                    </a:cubicBezTo>
                    <a:cubicBezTo>
                      <a:pt x="7227" y="5003"/>
                      <a:pt x="6852" y="5021"/>
                      <a:pt x="6477" y="5057"/>
                    </a:cubicBezTo>
                    <a:lnTo>
                      <a:pt x="6031" y="5092"/>
                    </a:lnTo>
                    <a:cubicBezTo>
                      <a:pt x="6388" y="4771"/>
                      <a:pt x="6781" y="4432"/>
                      <a:pt x="7191" y="4129"/>
                    </a:cubicBezTo>
                    <a:cubicBezTo>
                      <a:pt x="7200" y="4138"/>
                      <a:pt x="7209" y="4142"/>
                      <a:pt x="7218" y="4142"/>
                    </a:cubicBezTo>
                    <a:cubicBezTo>
                      <a:pt x="7227" y="4142"/>
                      <a:pt x="7236" y="4138"/>
                      <a:pt x="7245" y="4129"/>
                    </a:cubicBezTo>
                    <a:cubicBezTo>
                      <a:pt x="7869" y="4004"/>
                      <a:pt x="8422" y="3897"/>
                      <a:pt x="8993" y="3808"/>
                    </a:cubicBezTo>
                    <a:close/>
                    <a:moveTo>
                      <a:pt x="6923" y="5753"/>
                    </a:moveTo>
                    <a:lnTo>
                      <a:pt x="6923" y="5753"/>
                    </a:lnTo>
                    <a:cubicBezTo>
                      <a:pt x="6442" y="6288"/>
                      <a:pt x="5978" y="6877"/>
                      <a:pt x="5567" y="7483"/>
                    </a:cubicBezTo>
                    <a:lnTo>
                      <a:pt x="5496" y="7483"/>
                    </a:lnTo>
                    <a:lnTo>
                      <a:pt x="3426" y="8072"/>
                    </a:lnTo>
                    <a:cubicBezTo>
                      <a:pt x="3837" y="7483"/>
                      <a:pt x="4265" y="6912"/>
                      <a:pt x="4747" y="6359"/>
                    </a:cubicBezTo>
                    <a:cubicBezTo>
                      <a:pt x="4889" y="6199"/>
                      <a:pt x="5050" y="6056"/>
                      <a:pt x="5193" y="5895"/>
                    </a:cubicBezTo>
                    <a:cubicBezTo>
                      <a:pt x="5746" y="5842"/>
                      <a:pt x="6138" y="5806"/>
                      <a:pt x="6531" y="5770"/>
                    </a:cubicBezTo>
                    <a:lnTo>
                      <a:pt x="6923" y="5753"/>
                    </a:lnTo>
                    <a:close/>
                    <a:moveTo>
                      <a:pt x="4996" y="8393"/>
                    </a:moveTo>
                    <a:lnTo>
                      <a:pt x="4996" y="8393"/>
                    </a:lnTo>
                    <a:cubicBezTo>
                      <a:pt x="4729" y="8839"/>
                      <a:pt x="4497" y="9285"/>
                      <a:pt x="4283" y="9749"/>
                    </a:cubicBezTo>
                    <a:cubicBezTo>
                      <a:pt x="4247" y="9749"/>
                      <a:pt x="4211" y="9767"/>
                      <a:pt x="4176" y="9767"/>
                    </a:cubicBezTo>
                    <a:cubicBezTo>
                      <a:pt x="3408" y="10088"/>
                      <a:pt x="2659" y="10445"/>
                      <a:pt x="1945" y="10873"/>
                    </a:cubicBezTo>
                    <a:cubicBezTo>
                      <a:pt x="2213" y="10231"/>
                      <a:pt x="2516" y="9607"/>
                      <a:pt x="2855" y="9000"/>
                    </a:cubicBezTo>
                    <a:lnTo>
                      <a:pt x="4996" y="8393"/>
                    </a:lnTo>
                    <a:close/>
                    <a:moveTo>
                      <a:pt x="3890" y="10695"/>
                    </a:moveTo>
                    <a:cubicBezTo>
                      <a:pt x="3730" y="11141"/>
                      <a:pt x="3569" y="11605"/>
                      <a:pt x="3444" y="12069"/>
                    </a:cubicBezTo>
                    <a:cubicBezTo>
                      <a:pt x="3408" y="12087"/>
                      <a:pt x="3373" y="12087"/>
                      <a:pt x="3355" y="12122"/>
                    </a:cubicBezTo>
                    <a:cubicBezTo>
                      <a:pt x="2588" y="12693"/>
                      <a:pt x="1856" y="13318"/>
                      <a:pt x="1124" y="13942"/>
                    </a:cubicBezTo>
                    <a:cubicBezTo>
                      <a:pt x="1232" y="13264"/>
                      <a:pt x="1392" y="12604"/>
                      <a:pt x="1588" y="11962"/>
                    </a:cubicBezTo>
                    <a:cubicBezTo>
                      <a:pt x="2320" y="11480"/>
                      <a:pt x="3087" y="11070"/>
                      <a:pt x="3890" y="10695"/>
                    </a:cubicBezTo>
                    <a:close/>
                    <a:moveTo>
                      <a:pt x="3159" y="13193"/>
                    </a:moveTo>
                    <a:lnTo>
                      <a:pt x="3159" y="13193"/>
                    </a:lnTo>
                    <a:cubicBezTo>
                      <a:pt x="3034" y="13853"/>
                      <a:pt x="2944" y="14531"/>
                      <a:pt x="2891" y="15227"/>
                    </a:cubicBezTo>
                    <a:cubicBezTo>
                      <a:pt x="2855" y="15245"/>
                      <a:pt x="2820" y="15263"/>
                      <a:pt x="2802" y="15298"/>
                    </a:cubicBezTo>
                    <a:lnTo>
                      <a:pt x="964" y="17315"/>
                    </a:lnTo>
                    <a:cubicBezTo>
                      <a:pt x="910" y="16547"/>
                      <a:pt x="928" y="15780"/>
                      <a:pt x="982" y="15031"/>
                    </a:cubicBezTo>
                    <a:cubicBezTo>
                      <a:pt x="1695" y="14388"/>
                      <a:pt x="2427" y="13782"/>
                      <a:pt x="3159" y="13193"/>
                    </a:cubicBezTo>
                    <a:close/>
                    <a:moveTo>
                      <a:pt x="2855" y="16315"/>
                    </a:moveTo>
                    <a:cubicBezTo>
                      <a:pt x="2855" y="17243"/>
                      <a:pt x="2927" y="18171"/>
                      <a:pt x="3105" y="19099"/>
                    </a:cubicBezTo>
                    <a:cubicBezTo>
                      <a:pt x="3069" y="19117"/>
                      <a:pt x="3034" y="19152"/>
                      <a:pt x="2998" y="19188"/>
                    </a:cubicBezTo>
                    <a:cubicBezTo>
                      <a:pt x="2534" y="19759"/>
                      <a:pt x="2088" y="20384"/>
                      <a:pt x="1660" y="21008"/>
                    </a:cubicBezTo>
                    <a:cubicBezTo>
                      <a:pt x="1481" y="20419"/>
                      <a:pt x="1321" y="19830"/>
                      <a:pt x="1214" y="19224"/>
                    </a:cubicBezTo>
                    <a:cubicBezTo>
                      <a:pt x="1160" y="18920"/>
                      <a:pt x="1107" y="18599"/>
                      <a:pt x="1071" y="18296"/>
                    </a:cubicBezTo>
                    <a:lnTo>
                      <a:pt x="2855" y="16315"/>
                    </a:lnTo>
                    <a:close/>
                    <a:moveTo>
                      <a:pt x="3283" y="20009"/>
                    </a:moveTo>
                    <a:cubicBezTo>
                      <a:pt x="3444" y="20651"/>
                      <a:pt x="3640" y="21276"/>
                      <a:pt x="3872" y="21900"/>
                    </a:cubicBezTo>
                    <a:cubicBezTo>
                      <a:pt x="3533" y="22453"/>
                      <a:pt x="3159" y="22989"/>
                      <a:pt x="2748" y="23506"/>
                    </a:cubicBezTo>
                    <a:cubicBezTo>
                      <a:pt x="2445" y="22971"/>
                      <a:pt x="2195" y="22418"/>
                      <a:pt x="1981" y="21847"/>
                    </a:cubicBezTo>
                    <a:cubicBezTo>
                      <a:pt x="2391" y="21222"/>
                      <a:pt x="2820" y="20616"/>
                      <a:pt x="3283" y="20009"/>
                    </a:cubicBezTo>
                    <a:close/>
                    <a:moveTo>
                      <a:pt x="4211" y="22721"/>
                    </a:moveTo>
                    <a:cubicBezTo>
                      <a:pt x="4497" y="23363"/>
                      <a:pt x="4818" y="23988"/>
                      <a:pt x="5193" y="24594"/>
                    </a:cubicBezTo>
                    <a:cubicBezTo>
                      <a:pt x="5157" y="24612"/>
                      <a:pt x="5139" y="24630"/>
                      <a:pt x="5121" y="24666"/>
                    </a:cubicBezTo>
                    <a:cubicBezTo>
                      <a:pt x="4871" y="25112"/>
                      <a:pt x="4622" y="25558"/>
                      <a:pt x="4408" y="26022"/>
                    </a:cubicBezTo>
                    <a:cubicBezTo>
                      <a:pt x="3944" y="25433"/>
                      <a:pt x="3515" y="24826"/>
                      <a:pt x="3123" y="24184"/>
                    </a:cubicBezTo>
                    <a:cubicBezTo>
                      <a:pt x="3515" y="23720"/>
                      <a:pt x="3872" y="23238"/>
                      <a:pt x="4211" y="22721"/>
                    </a:cubicBezTo>
                    <a:close/>
                    <a:moveTo>
                      <a:pt x="5621" y="25272"/>
                    </a:moveTo>
                    <a:cubicBezTo>
                      <a:pt x="5924" y="25719"/>
                      <a:pt x="6263" y="26165"/>
                      <a:pt x="6602" y="26575"/>
                    </a:cubicBezTo>
                    <a:cubicBezTo>
                      <a:pt x="6566" y="26611"/>
                      <a:pt x="6549" y="26646"/>
                      <a:pt x="6531" y="26682"/>
                    </a:cubicBezTo>
                    <a:lnTo>
                      <a:pt x="6085" y="27806"/>
                    </a:lnTo>
                    <a:cubicBezTo>
                      <a:pt x="5674" y="27431"/>
                      <a:pt x="5300" y="27039"/>
                      <a:pt x="4943" y="26646"/>
                    </a:cubicBezTo>
                    <a:cubicBezTo>
                      <a:pt x="5139" y="26165"/>
                      <a:pt x="5371" y="25719"/>
                      <a:pt x="5621" y="25272"/>
                    </a:cubicBezTo>
                    <a:close/>
                    <a:moveTo>
                      <a:pt x="7120" y="27182"/>
                    </a:moveTo>
                    <a:cubicBezTo>
                      <a:pt x="7566" y="27663"/>
                      <a:pt x="8030" y="28127"/>
                      <a:pt x="8511" y="28555"/>
                    </a:cubicBezTo>
                    <a:cubicBezTo>
                      <a:pt x="8511" y="28555"/>
                      <a:pt x="8493" y="28555"/>
                      <a:pt x="8493" y="28573"/>
                    </a:cubicBezTo>
                    <a:lnTo>
                      <a:pt x="8476" y="28573"/>
                    </a:lnTo>
                    <a:cubicBezTo>
                      <a:pt x="8386" y="28877"/>
                      <a:pt x="8315" y="29180"/>
                      <a:pt x="8262" y="29483"/>
                    </a:cubicBezTo>
                    <a:cubicBezTo>
                      <a:pt x="7708" y="29126"/>
                      <a:pt x="7173" y="28734"/>
                      <a:pt x="6674" y="28306"/>
                    </a:cubicBezTo>
                    <a:lnTo>
                      <a:pt x="7120" y="27182"/>
                    </a:lnTo>
                    <a:close/>
                    <a:moveTo>
                      <a:pt x="9100" y="29055"/>
                    </a:moveTo>
                    <a:cubicBezTo>
                      <a:pt x="10528" y="30197"/>
                      <a:pt x="12151" y="31125"/>
                      <a:pt x="13882" y="31749"/>
                    </a:cubicBezTo>
                    <a:cubicBezTo>
                      <a:pt x="12133" y="31428"/>
                      <a:pt x="10456" y="30804"/>
                      <a:pt x="8922" y="29912"/>
                    </a:cubicBezTo>
                    <a:cubicBezTo>
                      <a:pt x="8957" y="29608"/>
                      <a:pt x="9011" y="29323"/>
                      <a:pt x="9100" y="29055"/>
                    </a:cubicBezTo>
                    <a:close/>
                    <a:moveTo>
                      <a:pt x="19730" y="739"/>
                    </a:moveTo>
                    <a:cubicBezTo>
                      <a:pt x="23649" y="739"/>
                      <a:pt x="27405" y="2289"/>
                      <a:pt x="30208" y="5039"/>
                    </a:cubicBezTo>
                    <a:cubicBezTo>
                      <a:pt x="34901" y="9624"/>
                      <a:pt x="36221" y="17225"/>
                      <a:pt x="33366" y="23131"/>
                    </a:cubicBezTo>
                    <a:cubicBezTo>
                      <a:pt x="30790" y="28461"/>
                      <a:pt x="24988" y="31945"/>
                      <a:pt x="19094" y="31945"/>
                    </a:cubicBezTo>
                    <a:cubicBezTo>
                      <a:pt x="18457" y="31945"/>
                      <a:pt x="17818" y="31904"/>
                      <a:pt x="17183" y="31821"/>
                    </a:cubicBezTo>
                    <a:cubicBezTo>
                      <a:pt x="10688" y="30946"/>
                      <a:pt x="5068" y="25629"/>
                      <a:pt x="3854" y="19188"/>
                    </a:cubicBezTo>
                    <a:cubicBezTo>
                      <a:pt x="2891" y="14192"/>
                      <a:pt x="4497" y="9054"/>
                      <a:pt x="8154" y="5521"/>
                    </a:cubicBezTo>
                    <a:cubicBezTo>
                      <a:pt x="9279" y="4414"/>
                      <a:pt x="10563" y="3469"/>
                      <a:pt x="11973" y="2719"/>
                    </a:cubicBezTo>
                    <a:cubicBezTo>
                      <a:pt x="14328" y="1435"/>
                      <a:pt x="16969" y="757"/>
                      <a:pt x="19663" y="739"/>
                    </a:cubicBezTo>
                    <a:cubicBezTo>
                      <a:pt x="19685" y="739"/>
                      <a:pt x="19708" y="739"/>
                      <a:pt x="19730" y="739"/>
                    </a:cubicBezTo>
                    <a:close/>
                    <a:moveTo>
                      <a:pt x="19695" y="1"/>
                    </a:moveTo>
                    <a:cubicBezTo>
                      <a:pt x="19175" y="1"/>
                      <a:pt x="18652" y="27"/>
                      <a:pt x="18129" y="79"/>
                    </a:cubicBezTo>
                    <a:cubicBezTo>
                      <a:pt x="17788" y="56"/>
                      <a:pt x="17446" y="45"/>
                      <a:pt x="17104" y="45"/>
                    </a:cubicBezTo>
                    <a:cubicBezTo>
                      <a:pt x="12322" y="45"/>
                      <a:pt x="7457" y="2231"/>
                      <a:pt x="4193" y="5878"/>
                    </a:cubicBezTo>
                    <a:cubicBezTo>
                      <a:pt x="2730" y="7519"/>
                      <a:pt x="1624" y="9428"/>
                      <a:pt x="946" y="11516"/>
                    </a:cubicBezTo>
                    <a:cubicBezTo>
                      <a:pt x="893" y="11587"/>
                      <a:pt x="875" y="11659"/>
                      <a:pt x="875" y="11748"/>
                    </a:cubicBezTo>
                    <a:cubicBezTo>
                      <a:pt x="125" y="14210"/>
                      <a:pt x="0" y="16815"/>
                      <a:pt x="500" y="19349"/>
                    </a:cubicBezTo>
                    <a:cubicBezTo>
                      <a:pt x="1053" y="22150"/>
                      <a:pt x="2338" y="24773"/>
                      <a:pt x="4247" y="26932"/>
                    </a:cubicBezTo>
                    <a:lnTo>
                      <a:pt x="4247" y="26950"/>
                    </a:lnTo>
                    <a:cubicBezTo>
                      <a:pt x="6852" y="29947"/>
                      <a:pt x="10492" y="32053"/>
                      <a:pt x="14453" y="32570"/>
                    </a:cubicBezTo>
                    <a:cubicBezTo>
                      <a:pt x="15028" y="32648"/>
                      <a:pt x="15616" y="32698"/>
                      <a:pt x="16195" y="32698"/>
                    </a:cubicBezTo>
                    <a:cubicBezTo>
                      <a:pt x="16280" y="32698"/>
                      <a:pt x="16366" y="32697"/>
                      <a:pt x="16451" y="32695"/>
                    </a:cubicBezTo>
                    <a:cubicBezTo>
                      <a:pt x="16969" y="32695"/>
                      <a:pt x="17486" y="32677"/>
                      <a:pt x="18004" y="32624"/>
                    </a:cubicBezTo>
                    <a:cubicBezTo>
                      <a:pt x="18360" y="32659"/>
                      <a:pt x="18735" y="32677"/>
                      <a:pt x="19110" y="32677"/>
                    </a:cubicBezTo>
                    <a:cubicBezTo>
                      <a:pt x="25266" y="32677"/>
                      <a:pt x="31314" y="29019"/>
                      <a:pt x="34026" y="23453"/>
                    </a:cubicBezTo>
                    <a:cubicBezTo>
                      <a:pt x="37024" y="17279"/>
                      <a:pt x="35632" y="9303"/>
                      <a:pt x="30725" y="4521"/>
                    </a:cubicBezTo>
                    <a:cubicBezTo>
                      <a:pt x="27764" y="1607"/>
                      <a:pt x="23804" y="1"/>
                      <a:pt x="196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8" name="Google Shape;1445;p37">
                <a:extLst>
                  <a:ext uri="{FF2B5EF4-FFF2-40B4-BE49-F238E27FC236}">
                    <a16:creationId xmlns:a16="http://schemas.microsoft.com/office/drawing/2014/main" id="{E7B01C1A-35F7-9A97-EB65-A11B440450D5}"/>
                  </a:ext>
                </a:extLst>
              </p:cNvPr>
              <p:cNvSpPr/>
              <p:nvPr/>
            </p:nvSpPr>
            <p:spPr>
              <a:xfrm>
                <a:off x="2331775" y="1713760"/>
                <a:ext cx="1015985" cy="802102"/>
              </a:xfrm>
              <a:custGeom>
                <a:avLst/>
                <a:gdLst/>
                <a:ahLst/>
                <a:cxnLst/>
                <a:rect l="l" t="t" r="r" b="b"/>
                <a:pathLst>
                  <a:path w="32629" h="25760" extrusionOk="0">
                    <a:moveTo>
                      <a:pt x="31204" y="0"/>
                    </a:moveTo>
                    <a:cubicBezTo>
                      <a:pt x="30921" y="0"/>
                      <a:pt x="30639" y="193"/>
                      <a:pt x="30648" y="566"/>
                    </a:cubicBezTo>
                    <a:lnTo>
                      <a:pt x="31362" y="13412"/>
                    </a:lnTo>
                    <a:cubicBezTo>
                      <a:pt x="31451" y="14733"/>
                      <a:pt x="31522" y="16249"/>
                      <a:pt x="30880" y="17463"/>
                    </a:cubicBezTo>
                    <a:cubicBezTo>
                      <a:pt x="30024" y="19068"/>
                      <a:pt x="28097" y="19800"/>
                      <a:pt x="26152" y="20371"/>
                    </a:cubicBezTo>
                    <a:cubicBezTo>
                      <a:pt x="17873" y="22780"/>
                      <a:pt x="9130" y="23743"/>
                      <a:pt x="690" y="24671"/>
                    </a:cubicBezTo>
                    <a:cubicBezTo>
                      <a:pt x="0" y="24724"/>
                      <a:pt x="47" y="25760"/>
                      <a:pt x="727" y="25760"/>
                    </a:cubicBezTo>
                    <a:cubicBezTo>
                      <a:pt x="732" y="25760"/>
                      <a:pt x="738" y="25760"/>
                      <a:pt x="744" y="25759"/>
                    </a:cubicBezTo>
                    <a:lnTo>
                      <a:pt x="815" y="25742"/>
                    </a:lnTo>
                    <a:cubicBezTo>
                      <a:pt x="9291" y="24814"/>
                      <a:pt x="18069" y="23850"/>
                      <a:pt x="26437" y="21424"/>
                    </a:cubicBezTo>
                    <a:cubicBezTo>
                      <a:pt x="28632" y="20799"/>
                      <a:pt x="30809" y="19925"/>
                      <a:pt x="31844" y="17962"/>
                    </a:cubicBezTo>
                    <a:cubicBezTo>
                      <a:pt x="32629" y="16499"/>
                      <a:pt x="32540" y="14751"/>
                      <a:pt x="32468" y="13341"/>
                    </a:cubicBezTo>
                    <a:lnTo>
                      <a:pt x="31754" y="494"/>
                    </a:lnTo>
                    <a:cubicBezTo>
                      <a:pt x="31720" y="162"/>
                      <a:pt x="31462" y="0"/>
                      <a:pt x="3120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9" name="Google Shape;1446;p37">
                <a:extLst>
                  <a:ext uri="{FF2B5EF4-FFF2-40B4-BE49-F238E27FC236}">
                    <a16:creationId xmlns:a16="http://schemas.microsoft.com/office/drawing/2014/main" id="{751CD315-BD0F-265D-D10A-33C0C32EF29D}"/>
                  </a:ext>
                </a:extLst>
              </p:cNvPr>
              <p:cNvSpPr/>
              <p:nvPr/>
            </p:nvSpPr>
            <p:spPr>
              <a:xfrm>
                <a:off x="1594637" y="1249843"/>
                <a:ext cx="271672" cy="525374"/>
              </a:xfrm>
              <a:custGeom>
                <a:avLst/>
                <a:gdLst/>
                <a:ahLst/>
                <a:cxnLst/>
                <a:rect l="l" t="t" r="r" b="b"/>
                <a:pathLst>
                  <a:path w="9509" h="18389" extrusionOk="0">
                    <a:moveTo>
                      <a:pt x="516" y="1"/>
                    </a:moveTo>
                    <a:cubicBezTo>
                      <a:pt x="208" y="1"/>
                      <a:pt x="1" y="430"/>
                      <a:pt x="302" y="656"/>
                    </a:cubicBezTo>
                    <a:cubicBezTo>
                      <a:pt x="6047" y="4349"/>
                      <a:pt x="8724" y="11343"/>
                      <a:pt x="6904" y="17927"/>
                    </a:cubicBezTo>
                    <a:cubicBezTo>
                      <a:pt x="6829" y="18206"/>
                      <a:pt x="7050" y="18388"/>
                      <a:pt x="7266" y="18388"/>
                    </a:cubicBezTo>
                    <a:cubicBezTo>
                      <a:pt x="7409" y="18388"/>
                      <a:pt x="7550" y="18308"/>
                      <a:pt x="7600" y="18123"/>
                    </a:cubicBezTo>
                    <a:cubicBezTo>
                      <a:pt x="9509" y="11236"/>
                      <a:pt x="6708" y="3903"/>
                      <a:pt x="695" y="49"/>
                    </a:cubicBezTo>
                    <a:cubicBezTo>
                      <a:pt x="633" y="15"/>
                      <a:pt x="573" y="1"/>
                      <a:pt x="5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0" name="Google Shape;1447;p37">
                <a:extLst>
                  <a:ext uri="{FF2B5EF4-FFF2-40B4-BE49-F238E27FC236}">
                    <a16:creationId xmlns:a16="http://schemas.microsoft.com/office/drawing/2014/main" id="{891B6E58-D524-D89F-2868-CB20052AE27B}"/>
                  </a:ext>
                </a:extLst>
              </p:cNvPr>
              <p:cNvSpPr/>
              <p:nvPr/>
            </p:nvSpPr>
            <p:spPr>
              <a:xfrm>
                <a:off x="1721001" y="1813810"/>
                <a:ext cx="70882" cy="92481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3237" extrusionOk="0">
                    <a:moveTo>
                      <a:pt x="2066" y="0"/>
                    </a:moveTo>
                    <a:cubicBezTo>
                      <a:pt x="1923" y="0"/>
                      <a:pt x="1782" y="85"/>
                      <a:pt x="1714" y="221"/>
                    </a:cubicBezTo>
                    <a:cubicBezTo>
                      <a:pt x="1375" y="1113"/>
                      <a:pt x="857" y="1916"/>
                      <a:pt x="215" y="2612"/>
                    </a:cubicBezTo>
                    <a:cubicBezTo>
                      <a:pt x="1" y="2844"/>
                      <a:pt x="179" y="3219"/>
                      <a:pt x="482" y="3237"/>
                    </a:cubicBezTo>
                    <a:cubicBezTo>
                      <a:pt x="590" y="3219"/>
                      <a:pt x="679" y="3183"/>
                      <a:pt x="750" y="3112"/>
                    </a:cubicBezTo>
                    <a:cubicBezTo>
                      <a:pt x="1464" y="2345"/>
                      <a:pt x="2017" y="1452"/>
                      <a:pt x="2392" y="507"/>
                    </a:cubicBezTo>
                    <a:cubicBezTo>
                      <a:pt x="2481" y="310"/>
                      <a:pt x="2374" y="96"/>
                      <a:pt x="2195" y="25"/>
                    </a:cubicBezTo>
                    <a:cubicBezTo>
                      <a:pt x="2154" y="8"/>
                      <a:pt x="2110" y="0"/>
                      <a:pt x="20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1" name="Google Shape;1448;p37">
                <a:extLst>
                  <a:ext uri="{FF2B5EF4-FFF2-40B4-BE49-F238E27FC236}">
                    <a16:creationId xmlns:a16="http://schemas.microsoft.com/office/drawing/2014/main" id="{46079885-D763-0163-2166-65AF9EB29D80}"/>
                  </a:ext>
                </a:extLst>
              </p:cNvPr>
              <p:cNvSpPr/>
              <p:nvPr/>
            </p:nvSpPr>
            <p:spPr>
              <a:xfrm>
                <a:off x="7339237" y="2858393"/>
                <a:ext cx="1158662" cy="627373"/>
              </a:xfrm>
              <a:custGeom>
                <a:avLst/>
                <a:gdLst/>
                <a:ahLst/>
                <a:cxnLst/>
                <a:rect l="l" t="t" r="r" b="b"/>
                <a:pathLst>
                  <a:path w="37310" h="18941" extrusionOk="0">
                    <a:moveTo>
                      <a:pt x="36286" y="1"/>
                    </a:moveTo>
                    <a:cubicBezTo>
                      <a:pt x="35989" y="1"/>
                      <a:pt x="35691" y="219"/>
                      <a:pt x="35739" y="616"/>
                    </a:cubicBezTo>
                    <a:cubicBezTo>
                      <a:pt x="35971" y="2561"/>
                      <a:pt x="36203" y="4577"/>
                      <a:pt x="35971" y="6522"/>
                    </a:cubicBezTo>
                    <a:cubicBezTo>
                      <a:pt x="35739" y="8645"/>
                      <a:pt x="34936" y="10447"/>
                      <a:pt x="33705" y="11607"/>
                    </a:cubicBezTo>
                    <a:cubicBezTo>
                      <a:pt x="31939" y="13284"/>
                      <a:pt x="29387" y="13766"/>
                      <a:pt x="26497" y="14176"/>
                    </a:cubicBezTo>
                    <a:lnTo>
                      <a:pt x="660" y="17852"/>
                    </a:lnTo>
                    <a:cubicBezTo>
                      <a:pt x="0" y="17959"/>
                      <a:pt x="72" y="18923"/>
                      <a:pt x="750" y="18940"/>
                    </a:cubicBezTo>
                    <a:lnTo>
                      <a:pt x="821" y="18940"/>
                    </a:lnTo>
                    <a:lnTo>
                      <a:pt x="26657" y="15265"/>
                    </a:lnTo>
                    <a:cubicBezTo>
                      <a:pt x="29744" y="14837"/>
                      <a:pt x="32456" y="14301"/>
                      <a:pt x="34454" y="12410"/>
                    </a:cubicBezTo>
                    <a:cubicBezTo>
                      <a:pt x="36256" y="10679"/>
                      <a:pt x="36863" y="8324"/>
                      <a:pt x="37059" y="6647"/>
                    </a:cubicBezTo>
                    <a:cubicBezTo>
                      <a:pt x="37309" y="4577"/>
                      <a:pt x="37059" y="2490"/>
                      <a:pt x="36827" y="491"/>
                    </a:cubicBezTo>
                    <a:cubicBezTo>
                      <a:pt x="36787" y="156"/>
                      <a:pt x="36537" y="1"/>
                      <a:pt x="3628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2" name="Google Shape;1449;p37">
                <a:extLst>
                  <a:ext uri="{FF2B5EF4-FFF2-40B4-BE49-F238E27FC236}">
                    <a16:creationId xmlns:a16="http://schemas.microsoft.com/office/drawing/2014/main" id="{A6D8E82C-92CE-0EE2-B94E-15D3B2D52DA8}"/>
                  </a:ext>
                </a:extLst>
              </p:cNvPr>
              <p:cNvSpPr/>
              <p:nvPr/>
            </p:nvSpPr>
            <p:spPr>
              <a:xfrm>
                <a:off x="6825335" y="2326465"/>
                <a:ext cx="101366" cy="462663"/>
              </a:xfrm>
              <a:custGeom>
                <a:avLst/>
                <a:gdLst/>
                <a:ahLst/>
                <a:cxnLst/>
                <a:rect l="l" t="t" r="r" b="b"/>
                <a:pathLst>
                  <a:path w="3548" h="16194" extrusionOk="0">
                    <a:moveTo>
                      <a:pt x="690" y="0"/>
                    </a:moveTo>
                    <a:cubicBezTo>
                      <a:pt x="637" y="0"/>
                      <a:pt x="583" y="10"/>
                      <a:pt x="532" y="31"/>
                    </a:cubicBezTo>
                    <a:cubicBezTo>
                      <a:pt x="354" y="120"/>
                      <a:pt x="283" y="352"/>
                      <a:pt x="372" y="530"/>
                    </a:cubicBezTo>
                    <a:cubicBezTo>
                      <a:pt x="2798" y="5294"/>
                      <a:pt x="2709" y="10950"/>
                      <a:pt x="158" y="15661"/>
                    </a:cubicBezTo>
                    <a:cubicBezTo>
                      <a:pt x="0" y="15940"/>
                      <a:pt x="238" y="16194"/>
                      <a:pt x="485" y="16194"/>
                    </a:cubicBezTo>
                    <a:cubicBezTo>
                      <a:pt x="601" y="16194"/>
                      <a:pt x="720" y="16137"/>
                      <a:pt x="800" y="16000"/>
                    </a:cubicBezTo>
                    <a:cubicBezTo>
                      <a:pt x="3459" y="11093"/>
                      <a:pt x="3548" y="5187"/>
                      <a:pt x="1014" y="191"/>
                    </a:cubicBezTo>
                    <a:cubicBezTo>
                      <a:pt x="950" y="64"/>
                      <a:pt x="823" y="0"/>
                      <a:pt x="6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3" name="Google Shape;1450;p37">
                <a:extLst>
                  <a:ext uri="{FF2B5EF4-FFF2-40B4-BE49-F238E27FC236}">
                    <a16:creationId xmlns:a16="http://schemas.microsoft.com/office/drawing/2014/main" id="{00EB3793-FAA6-C51F-4B33-A00D21A3E218}"/>
                  </a:ext>
                </a:extLst>
              </p:cNvPr>
              <p:cNvSpPr/>
              <p:nvPr/>
            </p:nvSpPr>
            <p:spPr>
              <a:xfrm>
                <a:off x="6713541" y="2807923"/>
                <a:ext cx="106252" cy="90767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3177" extrusionOk="0">
                    <a:moveTo>
                      <a:pt x="3178" y="1"/>
                    </a:moveTo>
                    <a:cubicBezTo>
                      <a:pt x="3075" y="1"/>
                      <a:pt x="2971" y="48"/>
                      <a:pt x="2893" y="165"/>
                    </a:cubicBezTo>
                    <a:cubicBezTo>
                      <a:pt x="2162" y="1075"/>
                      <a:pt x="1287" y="1860"/>
                      <a:pt x="324" y="2502"/>
                    </a:cubicBezTo>
                    <a:cubicBezTo>
                      <a:pt x="1" y="2737"/>
                      <a:pt x="221" y="3177"/>
                      <a:pt x="528" y="3177"/>
                    </a:cubicBezTo>
                    <a:cubicBezTo>
                      <a:pt x="594" y="3177"/>
                      <a:pt x="664" y="3156"/>
                      <a:pt x="734" y="3109"/>
                    </a:cubicBezTo>
                    <a:cubicBezTo>
                      <a:pt x="1769" y="2413"/>
                      <a:pt x="2679" y="1574"/>
                      <a:pt x="3446" y="629"/>
                    </a:cubicBezTo>
                    <a:cubicBezTo>
                      <a:pt x="3719" y="343"/>
                      <a:pt x="3453" y="1"/>
                      <a:pt x="31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4" name="Google Shape;1451;p37">
                <a:extLst>
                  <a:ext uri="{FF2B5EF4-FFF2-40B4-BE49-F238E27FC236}">
                    <a16:creationId xmlns:a16="http://schemas.microsoft.com/office/drawing/2014/main" id="{6A95FC8B-795B-850A-F0D6-33DE22CE12E7}"/>
                  </a:ext>
                </a:extLst>
              </p:cNvPr>
              <p:cNvSpPr/>
              <p:nvPr/>
            </p:nvSpPr>
            <p:spPr>
              <a:xfrm>
                <a:off x="4090636" y="4082848"/>
                <a:ext cx="884556" cy="471519"/>
              </a:xfrm>
              <a:custGeom>
                <a:avLst/>
                <a:gdLst/>
                <a:ahLst/>
                <a:cxnLst/>
                <a:rect l="l" t="t" r="r" b="b"/>
                <a:pathLst>
                  <a:path w="30961" h="16504" extrusionOk="0">
                    <a:moveTo>
                      <a:pt x="621" y="0"/>
                    </a:moveTo>
                    <a:cubicBezTo>
                      <a:pt x="312" y="0"/>
                      <a:pt x="1" y="236"/>
                      <a:pt x="81" y="646"/>
                    </a:cubicBezTo>
                    <a:cubicBezTo>
                      <a:pt x="687" y="4232"/>
                      <a:pt x="1437" y="7854"/>
                      <a:pt x="2293" y="11387"/>
                    </a:cubicBezTo>
                    <a:cubicBezTo>
                      <a:pt x="2632" y="12779"/>
                      <a:pt x="3007" y="14117"/>
                      <a:pt x="4006" y="15081"/>
                    </a:cubicBezTo>
                    <a:cubicBezTo>
                      <a:pt x="5267" y="16295"/>
                      <a:pt x="7031" y="16503"/>
                      <a:pt x="8807" y="16503"/>
                    </a:cubicBezTo>
                    <a:cubicBezTo>
                      <a:pt x="9093" y="16503"/>
                      <a:pt x="9378" y="16498"/>
                      <a:pt x="9662" y="16490"/>
                    </a:cubicBezTo>
                    <a:lnTo>
                      <a:pt x="30235" y="15812"/>
                    </a:lnTo>
                    <a:lnTo>
                      <a:pt x="30252" y="15812"/>
                    </a:lnTo>
                    <a:cubicBezTo>
                      <a:pt x="30960" y="15741"/>
                      <a:pt x="30896" y="14724"/>
                      <a:pt x="30217" y="14724"/>
                    </a:cubicBezTo>
                    <a:cubicBezTo>
                      <a:pt x="30211" y="14724"/>
                      <a:pt x="30205" y="14724"/>
                      <a:pt x="30199" y="14724"/>
                    </a:cubicBezTo>
                    <a:lnTo>
                      <a:pt x="9626" y="15384"/>
                    </a:lnTo>
                    <a:cubicBezTo>
                      <a:pt x="9295" y="15397"/>
                      <a:pt x="8962" y="15406"/>
                      <a:pt x="8632" y="15406"/>
                    </a:cubicBezTo>
                    <a:cubicBezTo>
                      <a:pt x="7143" y="15406"/>
                      <a:pt x="5707" y="15215"/>
                      <a:pt x="4773" y="14296"/>
                    </a:cubicBezTo>
                    <a:cubicBezTo>
                      <a:pt x="3988" y="13528"/>
                      <a:pt x="3649" y="12369"/>
                      <a:pt x="3346" y="11137"/>
                    </a:cubicBezTo>
                    <a:cubicBezTo>
                      <a:pt x="2507" y="7622"/>
                      <a:pt x="1758" y="4036"/>
                      <a:pt x="1151" y="468"/>
                    </a:cubicBezTo>
                    <a:cubicBezTo>
                      <a:pt x="1104" y="146"/>
                      <a:pt x="864" y="0"/>
                      <a:pt x="6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5" name="Google Shape;1452;p37">
                <a:extLst>
                  <a:ext uri="{FF2B5EF4-FFF2-40B4-BE49-F238E27FC236}">
                    <a16:creationId xmlns:a16="http://schemas.microsoft.com/office/drawing/2014/main" id="{08DC0F6D-208B-DE9D-E57E-7C3CE997DAB7}"/>
                  </a:ext>
                </a:extLst>
              </p:cNvPr>
              <p:cNvSpPr/>
              <p:nvPr/>
            </p:nvSpPr>
            <p:spPr>
              <a:xfrm>
                <a:off x="5514639" y="3361833"/>
                <a:ext cx="276929" cy="20219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7077" extrusionOk="0">
                    <a:moveTo>
                      <a:pt x="9193" y="0"/>
                    </a:moveTo>
                    <a:cubicBezTo>
                      <a:pt x="9163" y="0"/>
                      <a:pt x="9133" y="4"/>
                      <a:pt x="9100" y="11"/>
                    </a:cubicBezTo>
                    <a:cubicBezTo>
                      <a:pt x="5336" y="868"/>
                      <a:pt x="2088" y="3223"/>
                      <a:pt x="108" y="6524"/>
                    </a:cubicBezTo>
                    <a:cubicBezTo>
                      <a:pt x="1" y="6702"/>
                      <a:pt x="54" y="6916"/>
                      <a:pt x="233" y="7023"/>
                    </a:cubicBezTo>
                    <a:cubicBezTo>
                      <a:pt x="304" y="7059"/>
                      <a:pt x="375" y="7077"/>
                      <a:pt x="465" y="7077"/>
                    </a:cubicBezTo>
                    <a:cubicBezTo>
                      <a:pt x="572" y="7059"/>
                      <a:pt x="679" y="6988"/>
                      <a:pt x="750" y="6898"/>
                    </a:cubicBezTo>
                    <a:cubicBezTo>
                      <a:pt x="2624" y="3776"/>
                      <a:pt x="5692" y="1546"/>
                      <a:pt x="9261" y="725"/>
                    </a:cubicBezTo>
                    <a:cubicBezTo>
                      <a:pt x="9693" y="625"/>
                      <a:pt x="9584" y="0"/>
                      <a:pt x="91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6" name="Google Shape;1453;p37">
                <a:extLst>
                  <a:ext uri="{FF2B5EF4-FFF2-40B4-BE49-F238E27FC236}">
                    <a16:creationId xmlns:a16="http://schemas.microsoft.com/office/drawing/2014/main" id="{58A175E0-9ED4-CC42-5333-3612C4E82208}"/>
                  </a:ext>
                </a:extLst>
              </p:cNvPr>
              <p:cNvSpPr/>
              <p:nvPr/>
            </p:nvSpPr>
            <p:spPr>
              <a:xfrm>
                <a:off x="5469784" y="3597934"/>
                <a:ext cx="48455" cy="108366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3793" extrusionOk="0">
                    <a:moveTo>
                      <a:pt x="1285" y="1"/>
                    </a:moveTo>
                    <a:cubicBezTo>
                      <a:pt x="1170" y="1"/>
                      <a:pt x="1059" y="52"/>
                      <a:pt x="982" y="151"/>
                    </a:cubicBezTo>
                    <a:cubicBezTo>
                      <a:pt x="340" y="1132"/>
                      <a:pt x="1" y="2274"/>
                      <a:pt x="54" y="3452"/>
                    </a:cubicBezTo>
                    <a:cubicBezTo>
                      <a:pt x="54" y="3638"/>
                      <a:pt x="215" y="3792"/>
                      <a:pt x="399" y="3792"/>
                    </a:cubicBezTo>
                    <a:cubicBezTo>
                      <a:pt x="409" y="3792"/>
                      <a:pt x="419" y="3792"/>
                      <a:pt x="429" y="3791"/>
                    </a:cubicBezTo>
                    <a:lnTo>
                      <a:pt x="447" y="3791"/>
                    </a:lnTo>
                    <a:cubicBezTo>
                      <a:pt x="643" y="3773"/>
                      <a:pt x="786" y="3613"/>
                      <a:pt x="786" y="3416"/>
                    </a:cubicBezTo>
                    <a:cubicBezTo>
                      <a:pt x="750" y="2399"/>
                      <a:pt x="1018" y="1400"/>
                      <a:pt x="1589" y="561"/>
                    </a:cubicBezTo>
                    <a:cubicBezTo>
                      <a:pt x="1696" y="401"/>
                      <a:pt x="1660" y="169"/>
                      <a:pt x="1499" y="62"/>
                    </a:cubicBezTo>
                    <a:cubicBezTo>
                      <a:pt x="1431" y="21"/>
                      <a:pt x="1357" y="1"/>
                      <a:pt x="12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7" name="Google Shape;1454;p37">
                <a:extLst>
                  <a:ext uri="{FF2B5EF4-FFF2-40B4-BE49-F238E27FC236}">
                    <a16:creationId xmlns:a16="http://schemas.microsoft.com/office/drawing/2014/main" id="{DFDBBD7D-C1E0-59C7-BE64-0C48D6B8A234}"/>
                  </a:ext>
                </a:extLst>
              </p:cNvPr>
              <p:cNvSpPr/>
              <p:nvPr/>
            </p:nvSpPr>
            <p:spPr>
              <a:xfrm>
                <a:off x="4370383" y="1536614"/>
                <a:ext cx="919154" cy="550544"/>
              </a:xfrm>
              <a:custGeom>
                <a:avLst/>
                <a:gdLst/>
                <a:ahLst/>
                <a:cxnLst/>
                <a:rect l="l" t="t" r="r" b="b"/>
                <a:pathLst>
                  <a:path w="32172" h="19270" extrusionOk="0">
                    <a:moveTo>
                      <a:pt x="867" y="0"/>
                    </a:moveTo>
                    <a:cubicBezTo>
                      <a:pt x="607" y="0"/>
                      <a:pt x="348" y="167"/>
                      <a:pt x="322" y="515"/>
                    </a:cubicBezTo>
                    <a:cubicBezTo>
                      <a:pt x="1" y="4975"/>
                      <a:pt x="376" y="9472"/>
                      <a:pt x="1428" y="13825"/>
                    </a:cubicBezTo>
                    <a:cubicBezTo>
                      <a:pt x="1678" y="14878"/>
                      <a:pt x="2017" y="16056"/>
                      <a:pt x="2820" y="16984"/>
                    </a:cubicBezTo>
                    <a:cubicBezTo>
                      <a:pt x="4247" y="18643"/>
                      <a:pt x="6620" y="18857"/>
                      <a:pt x="8744" y="18911"/>
                    </a:cubicBezTo>
                    <a:cubicBezTo>
                      <a:pt x="15801" y="19145"/>
                      <a:pt x="22968" y="19269"/>
                      <a:pt x="30053" y="19269"/>
                    </a:cubicBezTo>
                    <a:cubicBezTo>
                      <a:pt x="30528" y="19269"/>
                      <a:pt x="31002" y="19268"/>
                      <a:pt x="31475" y="19267"/>
                    </a:cubicBezTo>
                    <a:lnTo>
                      <a:pt x="31493" y="19267"/>
                    </a:lnTo>
                    <a:cubicBezTo>
                      <a:pt x="32171" y="19196"/>
                      <a:pt x="32135" y="18179"/>
                      <a:pt x="31457" y="18179"/>
                    </a:cubicBezTo>
                    <a:cubicBezTo>
                      <a:pt x="23928" y="18179"/>
                      <a:pt x="16291" y="18072"/>
                      <a:pt x="8762" y="17822"/>
                    </a:cubicBezTo>
                    <a:cubicBezTo>
                      <a:pt x="6799" y="17769"/>
                      <a:pt x="4783" y="17590"/>
                      <a:pt x="3641" y="16270"/>
                    </a:cubicBezTo>
                    <a:cubicBezTo>
                      <a:pt x="2998" y="15538"/>
                      <a:pt x="2713" y="14539"/>
                      <a:pt x="2481" y="13576"/>
                    </a:cubicBezTo>
                    <a:cubicBezTo>
                      <a:pt x="1464" y="9329"/>
                      <a:pt x="1089" y="4940"/>
                      <a:pt x="1410" y="586"/>
                    </a:cubicBezTo>
                    <a:cubicBezTo>
                      <a:pt x="1439" y="203"/>
                      <a:pt x="1153" y="0"/>
                      <a:pt x="8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28" name="Google Shape;1455;p37">
                <a:extLst>
                  <a:ext uri="{FF2B5EF4-FFF2-40B4-BE49-F238E27FC236}">
                    <a16:creationId xmlns:a16="http://schemas.microsoft.com/office/drawing/2014/main" id="{08526957-C5E4-C38F-48E6-530CC0F08B6D}"/>
                  </a:ext>
                </a:extLst>
              </p:cNvPr>
              <p:cNvGrpSpPr/>
              <p:nvPr/>
            </p:nvGrpSpPr>
            <p:grpSpPr>
              <a:xfrm>
                <a:off x="1073100" y="3052527"/>
                <a:ext cx="1639409" cy="909113"/>
                <a:chOff x="741355" y="3093961"/>
                <a:chExt cx="1793075" cy="994327"/>
              </a:xfrm>
            </p:grpSpPr>
            <p:sp>
              <p:nvSpPr>
                <p:cNvPr id="29" name="Google Shape;1456;p37">
                  <a:extLst>
                    <a:ext uri="{FF2B5EF4-FFF2-40B4-BE49-F238E27FC236}">
                      <a16:creationId xmlns:a16="http://schemas.microsoft.com/office/drawing/2014/main" id="{A2EC8281-21BA-36B6-8ACD-244D551F5432}"/>
                    </a:ext>
                  </a:extLst>
                </p:cNvPr>
                <p:cNvSpPr/>
                <p:nvPr/>
              </p:nvSpPr>
              <p:spPr>
                <a:xfrm>
                  <a:off x="757541" y="3103680"/>
                  <a:ext cx="1760734" cy="967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48" h="30966" extrusionOk="0">
                      <a:moveTo>
                        <a:pt x="54884" y="0"/>
                      </a:moveTo>
                      <a:lnTo>
                        <a:pt x="41538" y="286"/>
                      </a:lnTo>
                      <a:cubicBezTo>
                        <a:pt x="38067" y="252"/>
                        <a:pt x="35282" y="239"/>
                        <a:pt x="32926" y="239"/>
                      </a:cubicBezTo>
                      <a:cubicBezTo>
                        <a:pt x="25228" y="239"/>
                        <a:pt x="22108" y="376"/>
                        <a:pt x="14628" y="376"/>
                      </a:cubicBezTo>
                      <a:cubicBezTo>
                        <a:pt x="12156" y="376"/>
                        <a:pt x="9207" y="361"/>
                        <a:pt x="5460" y="321"/>
                      </a:cubicBezTo>
                      <a:cubicBezTo>
                        <a:pt x="5332" y="319"/>
                        <a:pt x="5202" y="318"/>
                        <a:pt x="5072" y="318"/>
                      </a:cubicBezTo>
                      <a:cubicBezTo>
                        <a:pt x="3880" y="318"/>
                        <a:pt x="2632" y="422"/>
                        <a:pt x="1731" y="1178"/>
                      </a:cubicBezTo>
                      <a:cubicBezTo>
                        <a:pt x="589" y="2123"/>
                        <a:pt x="411" y="3801"/>
                        <a:pt x="339" y="5281"/>
                      </a:cubicBezTo>
                      <a:cubicBezTo>
                        <a:pt x="0" y="12115"/>
                        <a:pt x="214" y="18967"/>
                        <a:pt x="964" y="25783"/>
                      </a:cubicBezTo>
                      <a:cubicBezTo>
                        <a:pt x="1124" y="27264"/>
                        <a:pt x="1392" y="28887"/>
                        <a:pt x="2534" y="29851"/>
                      </a:cubicBezTo>
                      <a:cubicBezTo>
                        <a:pt x="3569" y="30689"/>
                        <a:pt x="4996" y="30761"/>
                        <a:pt x="6334" y="30779"/>
                      </a:cubicBezTo>
                      <a:cubicBezTo>
                        <a:pt x="13140" y="30909"/>
                        <a:pt x="17570" y="30966"/>
                        <a:pt x="21279" y="30966"/>
                      </a:cubicBezTo>
                      <a:cubicBezTo>
                        <a:pt x="28227" y="30966"/>
                        <a:pt x="32642" y="30766"/>
                        <a:pt x="45392" y="30475"/>
                      </a:cubicBezTo>
                      <a:cubicBezTo>
                        <a:pt x="48461" y="30404"/>
                        <a:pt x="51869" y="30172"/>
                        <a:pt x="54028" y="27977"/>
                      </a:cubicBezTo>
                      <a:cubicBezTo>
                        <a:pt x="56347" y="25604"/>
                        <a:pt x="56312" y="21875"/>
                        <a:pt x="56151" y="18556"/>
                      </a:cubicBezTo>
                      <a:lnTo>
                        <a:pt x="5488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5800" cap="flat" cmpd="sng">
                  <a:solidFill>
                    <a:srgbClr val="E8A33A"/>
                  </a:solidFill>
                  <a:prstDash val="solid"/>
                  <a:miter lim="1784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0" name="Google Shape;1457;p37">
                  <a:extLst>
                    <a:ext uri="{FF2B5EF4-FFF2-40B4-BE49-F238E27FC236}">
                      <a16:creationId xmlns:a16="http://schemas.microsoft.com/office/drawing/2014/main" id="{867DC6B5-7523-DFA4-A4E6-CF065F789515}"/>
                    </a:ext>
                  </a:extLst>
                </p:cNvPr>
                <p:cNvSpPr/>
                <p:nvPr/>
              </p:nvSpPr>
              <p:spPr>
                <a:xfrm>
                  <a:off x="741355" y="3093961"/>
                  <a:ext cx="1793075" cy="994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83" h="31821" extrusionOk="0">
                      <a:moveTo>
                        <a:pt x="32835" y="1"/>
                      </a:moveTo>
                      <a:cubicBezTo>
                        <a:pt x="29200" y="1"/>
                        <a:pt x="26596" y="37"/>
                        <a:pt x="24035" y="79"/>
                      </a:cubicBezTo>
                      <a:cubicBezTo>
                        <a:pt x="21391" y="112"/>
                        <a:pt x="18700" y="145"/>
                        <a:pt x="14884" y="145"/>
                      </a:cubicBezTo>
                      <a:cubicBezTo>
                        <a:pt x="12469" y="145"/>
                        <a:pt x="9603" y="132"/>
                        <a:pt x="6014" y="97"/>
                      </a:cubicBezTo>
                      <a:cubicBezTo>
                        <a:pt x="5885" y="95"/>
                        <a:pt x="5757" y="94"/>
                        <a:pt x="5630" y="94"/>
                      </a:cubicBezTo>
                      <a:cubicBezTo>
                        <a:pt x="4252" y="94"/>
                        <a:pt x="2940" y="211"/>
                        <a:pt x="1928" y="1060"/>
                      </a:cubicBezTo>
                      <a:cubicBezTo>
                        <a:pt x="661" y="2113"/>
                        <a:pt x="411" y="3844"/>
                        <a:pt x="340" y="5575"/>
                      </a:cubicBezTo>
                      <a:cubicBezTo>
                        <a:pt x="1" y="12426"/>
                        <a:pt x="215" y="19313"/>
                        <a:pt x="946" y="26147"/>
                      </a:cubicBezTo>
                      <a:cubicBezTo>
                        <a:pt x="1125" y="27717"/>
                        <a:pt x="1428" y="29484"/>
                        <a:pt x="2731" y="30572"/>
                      </a:cubicBezTo>
                      <a:cubicBezTo>
                        <a:pt x="3855" y="31500"/>
                        <a:pt x="5336" y="31607"/>
                        <a:pt x="6870" y="31643"/>
                      </a:cubicBezTo>
                      <a:cubicBezTo>
                        <a:pt x="13514" y="31767"/>
                        <a:pt x="17903" y="31820"/>
                        <a:pt x="21564" y="31820"/>
                      </a:cubicBezTo>
                      <a:cubicBezTo>
                        <a:pt x="26318" y="31820"/>
                        <a:pt x="29845" y="31730"/>
                        <a:pt x="35490" y="31589"/>
                      </a:cubicBezTo>
                      <a:cubicBezTo>
                        <a:pt x="38309" y="31518"/>
                        <a:pt x="41645" y="31429"/>
                        <a:pt x="45946" y="31322"/>
                      </a:cubicBezTo>
                      <a:cubicBezTo>
                        <a:pt x="46588" y="31322"/>
                        <a:pt x="47248" y="31286"/>
                        <a:pt x="47908" y="31250"/>
                      </a:cubicBezTo>
                      <a:cubicBezTo>
                        <a:pt x="50567" y="31072"/>
                        <a:pt x="53118" y="30519"/>
                        <a:pt x="54938" y="28663"/>
                      </a:cubicBezTo>
                      <a:cubicBezTo>
                        <a:pt x="57383" y="26165"/>
                        <a:pt x="57383" y="22275"/>
                        <a:pt x="57204" y="18832"/>
                      </a:cubicBezTo>
                      <a:cubicBezTo>
                        <a:pt x="57187" y="18539"/>
                        <a:pt x="56954" y="18313"/>
                        <a:pt x="56666" y="18313"/>
                      </a:cubicBezTo>
                      <a:cubicBezTo>
                        <a:pt x="56655" y="18313"/>
                        <a:pt x="56644" y="18314"/>
                        <a:pt x="56633" y="18314"/>
                      </a:cubicBezTo>
                      <a:cubicBezTo>
                        <a:pt x="56330" y="18332"/>
                        <a:pt x="56116" y="18600"/>
                        <a:pt x="56116" y="18885"/>
                      </a:cubicBezTo>
                      <a:cubicBezTo>
                        <a:pt x="56312" y="22257"/>
                        <a:pt x="56294" y="25719"/>
                        <a:pt x="54171" y="27896"/>
                      </a:cubicBezTo>
                      <a:cubicBezTo>
                        <a:pt x="52190" y="29930"/>
                        <a:pt x="48997" y="30162"/>
                        <a:pt x="45910" y="30233"/>
                      </a:cubicBezTo>
                      <a:cubicBezTo>
                        <a:pt x="41628" y="30340"/>
                        <a:pt x="38291" y="30412"/>
                        <a:pt x="35472" y="30501"/>
                      </a:cubicBezTo>
                      <a:cubicBezTo>
                        <a:pt x="29837" y="30642"/>
                        <a:pt x="26315" y="30732"/>
                        <a:pt x="21565" y="30732"/>
                      </a:cubicBezTo>
                      <a:cubicBezTo>
                        <a:pt x="17909" y="30732"/>
                        <a:pt x="13524" y="30679"/>
                        <a:pt x="6888" y="30554"/>
                      </a:cubicBezTo>
                      <a:cubicBezTo>
                        <a:pt x="5496" y="30519"/>
                        <a:pt x="4283" y="30447"/>
                        <a:pt x="3426" y="29734"/>
                      </a:cubicBezTo>
                      <a:cubicBezTo>
                        <a:pt x="2427" y="28913"/>
                        <a:pt x="2195" y="27396"/>
                        <a:pt x="2035" y="26022"/>
                      </a:cubicBezTo>
                      <a:cubicBezTo>
                        <a:pt x="1303" y="19260"/>
                        <a:pt x="1089" y="12426"/>
                        <a:pt x="1428" y="5628"/>
                      </a:cubicBezTo>
                      <a:cubicBezTo>
                        <a:pt x="1482" y="4254"/>
                        <a:pt x="1642" y="2720"/>
                        <a:pt x="2624" y="1899"/>
                      </a:cubicBezTo>
                      <a:cubicBezTo>
                        <a:pt x="3374" y="1276"/>
                        <a:pt x="4440" y="1182"/>
                        <a:pt x="5590" y="1182"/>
                      </a:cubicBezTo>
                      <a:cubicBezTo>
                        <a:pt x="5724" y="1182"/>
                        <a:pt x="5860" y="1183"/>
                        <a:pt x="5996" y="1185"/>
                      </a:cubicBezTo>
                      <a:cubicBezTo>
                        <a:pt x="9592" y="1220"/>
                        <a:pt x="12465" y="1233"/>
                        <a:pt x="14886" y="1233"/>
                      </a:cubicBezTo>
                      <a:cubicBezTo>
                        <a:pt x="18711" y="1233"/>
                        <a:pt x="21408" y="1200"/>
                        <a:pt x="24053" y="1168"/>
                      </a:cubicBezTo>
                      <a:cubicBezTo>
                        <a:pt x="26723" y="1134"/>
                        <a:pt x="29455" y="1094"/>
                        <a:pt x="33360" y="1094"/>
                      </a:cubicBezTo>
                      <a:cubicBezTo>
                        <a:pt x="35744" y="1094"/>
                        <a:pt x="38564" y="1109"/>
                        <a:pt x="42074" y="1150"/>
                      </a:cubicBezTo>
                      <a:cubicBezTo>
                        <a:pt x="42805" y="1150"/>
                        <a:pt x="42823" y="61"/>
                        <a:pt x="42092" y="61"/>
                      </a:cubicBezTo>
                      <a:cubicBezTo>
                        <a:pt x="38309" y="18"/>
                        <a:pt x="35330" y="1"/>
                        <a:pt x="32835" y="1"/>
                      </a:cubicBezTo>
                      <a:close/>
                    </a:path>
                  </a:pathLst>
                </a:custGeom>
                <a:solidFill>
                  <a:srgbClr val="59595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31" name="Google Shape;1458;p37">
                <a:extLst>
                  <a:ext uri="{FF2B5EF4-FFF2-40B4-BE49-F238E27FC236}">
                    <a16:creationId xmlns:a16="http://schemas.microsoft.com/office/drawing/2014/main" id="{3D3103C3-6F92-4971-5B7C-35D8F0EAFB56}"/>
                  </a:ext>
                </a:extLst>
              </p:cNvPr>
              <p:cNvSpPr/>
              <p:nvPr/>
            </p:nvSpPr>
            <p:spPr>
              <a:xfrm>
                <a:off x="1025699" y="3473369"/>
                <a:ext cx="919983" cy="550458"/>
              </a:xfrm>
              <a:custGeom>
                <a:avLst/>
                <a:gdLst/>
                <a:ahLst/>
                <a:cxnLst/>
                <a:rect l="l" t="t" r="r" b="b"/>
                <a:pathLst>
                  <a:path w="32201" h="19267" extrusionOk="0">
                    <a:moveTo>
                      <a:pt x="848" y="0"/>
                    </a:moveTo>
                    <a:cubicBezTo>
                      <a:pt x="589" y="0"/>
                      <a:pt x="329" y="166"/>
                      <a:pt x="304" y="514"/>
                    </a:cubicBezTo>
                    <a:cubicBezTo>
                      <a:pt x="0" y="4975"/>
                      <a:pt x="375" y="9471"/>
                      <a:pt x="1428" y="13825"/>
                    </a:cubicBezTo>
                    <a:cubicBezTo>
                      <a:pt x="1678" y="14860"/>
                      <a:pt x="2017" y="16055"/>
                      <a:pt x="2802" y="16965"/>
                    </a:cubicBezTo>
                    <a:cubicBezTo>
                      <a:pt x="4247" y="18642"/>
                      <a:pt x="6620" y="18839"/>
                      <a:pt x="8725" y="18910"/>
                    </a:cubicBezTo>
                    <a:cubicBezTo>
                      <a:pt x="16273" y="19160"/>
                      <a:pt x="23909" y="19267"/>
                      <a:pt x="31457" y="19267"/>
                    </a:cubicBezTo>
                    <a:lnTo>
                      <a:pt x="31475" y="19249"/>
                    </a:lnTo>
                    <a:cubicBezTo>
                      <a:pt x="32200" y="19231"/>
                      <a:pt x="32171" y="18160"/>
                      <a:pt x="31457" y="18160"/>
                    </a:cubicBezTo>
                    <a:cubicBezTo>
                      <a:pt x="31451" y="18160"/>
                      <a:pt x="31445" y="18161"/>
                      <a:pt x="31439" y="18161"/>
                    </a:cubicBezTo>
                    <a:cubicBezTo>
                      <a:pt x="30965" y="18162"/>
                      <a:pt x="30490" y="18162"/>
                      <a:pt x="30015" y="18162"/>
                    </a:cubicBezTo>
                    <a:cubicBezTo>
                      <a:pt x="22948" y="18162"/>
                      <a:pt x="15800" y="18039"/>
                      <a:pt x="8761" y="17822"/>
                    </a:cubicBezTo>
                    <a:cubicBezTo>
                      <a:pt x="6781" y="17750"/>
                      <a:pt x="4764" y="17590"/>
                      <a:pt x="3622" y="16252"/>
                    </a:cubicBezTo>
                    <a:cubicBezTo>
                      <a:pt x="2998" y="15520"/>
                      <a:pt x="2712" y="14521"/>
                      <a:pt x="2480" y="13557"/>
                    </a:cubicBezTo>
                    <a:cubicBezTo>
                      <a:pt x="1463" y="9311"/>
                      <a:pt x="1089" y="4939"/>
                      <a:pt x="1392" y="586"/>
                    </a:cubicBezTo>
                    <a:cubicBezTo>
                      <a:pt x="1420" y="202"/>
                      <a:pt x="1134" y="0"/>
                      <a:pt x="8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2" name="Google Shape;1459;p37">
                <a:extLst>
                  <a:ext uri="{FF2B5EF4-FFF2-40B4-BE49-F238E27FC236}">
                    <a16:creationId xmlns:a16="http://schemas.microsoft.com/office/drawing/2014/main" id="{4E1AB762-6039-86D6-6775-11C03190E781}"/>
                  </a:ext>
                </a:extLst>
              </p:cNvPr>
              <p:cNvSpPr/>
              <p:nvPr/>
            </p:nvSpPr>
            <p:spPr>
              <a:xfrm>
                <a:off x="2322538" y="2619420"/>
                <a:ext cx="886727" cy="913011"/>
              </a:xfrm>
              <a:custGeom>
                <a:avLst/>
                <a:gdLst/>
                <a:ahLst/>
                <a:cxnLst/>
                <a:rect l="l" t="t" r="r" b="b"/>
                <a:pathLst>
                  <a:path w="31037" h="31957" extrusionOk="0">
                    <a:moveTo>
                      <a:pt x="14816" y="0"/>
                    </a:moveTo>
                    <a:cubicBezTo>
                      <a:pt x="11941" y="0"/>
                      <a:pt x="8968" y="953"/>
                      <a:pt x="6174" y="3141"/>
                    </a:cubicBezTo>
                    <a:cubicBezTo>
                      <a:pt x="2123" y="6299"/>
                      <a:pt x="0" y="11634"/>
                      <a:pt x="482" y="16737"/>
                    </a:cubicBezTo>
                    <a:cubicBezTo>
                      <a:pt x="981" y="21840"/>
                      <a:pt x="4032" y="26586"/>
                      <a:pt x="8350" y="29369"/>
                    </a:cubicBezTo>
                    <a:cubicBezTo>
                      <a:pt x="10848" y="30969"/>
                      <a:pt x="13787" y="31957"/>
                      <a:pt x="16747" y="31957"/>
                    </a:cubicBezTo>
                    <a:cubicBezTo>
                      <a:pt x="17255" y="31957"/>
                      <a:pt x="17764" y="31928"/>
                      <a:pt x="18271" y="31867"/>
                    </a:cubicBezTo>
                    <a:cubicBezTo>
                      <a:pt x="24998" y="31047"/>
                      <a:pt x="30261" y="24588"/>
                      <a:pt x="30582" y="17825"/>
                    </a:cubicBezTo>
                    <a:cubicBezTo>
                      <a:pt x="31036" y="8413"/>
                      <a:pt x="23359" y="0"/>
                      <a:pt x="148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5800" cap="flat" cmpd="sng">
                <a:solidFill>
                  <a:srgbClr val="E8A33A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3" name="Google Shape;1460;p37">
                <a:extLst>
                  <a:ext uri="{FF2B5EF4-FFF2-40B4-BE49-F238E27FC236}">
                    <a16:creationId xmlns:a16="http://schemas.microsoft.com/office/drawing/2014/main" id="{FB8A6637-86F8-9A86-768C-991120388087}"/>
                  </a:ext>
                </a:extLst>
              </p:cNvPr>
              <p:cNvSpPr/>
              <p:nvPr/>
            </p:nvSpPr>
            <p:spPr>
              <a:xfrm>
                <a:off x="2311310" y="2602706"/>
                <a:ext cx="986922" cy="939896"/>
              </a:xfrm>
              <a:custGeom>
                <a:avLst/>
                <a:gdLst/>
                <a:ahLst/>
                <a:cxnLst/>
                <a:rect l="l" t="t" r="r" b="b"/>
                <a:pathLst>
                  <a:path w="34544" h="32898" extrusionOk="0">
                    <a:moveTo>
                      <a:pt x="18967" y="746"/>
                    </a:moveTo>
                    <a:cubicBezTo>
                      <a:pt x="20305" y="800"/>
                      <a:pt x="21608" y="1067"/>
                      <a:pt x="22875" y="1513"/>
                    </a:cubicBezTo>
                    <a:cubicBezTo>
                      <a:pt x="22215" y="1442"/>
                      <a:pt x="21501" y="1388"/>
                      <a:pt x="20734" y="1353"/>
                    </a:cubicBezTo>
                    <a:cubicBezTo>
                      <a:pt x="20163" y="1121"/>
                      <a:pt x="19574" y="907"/>
                      <a:pt x="18967" y="746"/>
                    </a:cubicBezTo>
                    <a:close/>
                    <a:moveTo>
                      <a:pt x="22447" y="2209"/>
                    </a:moveTo>
                    <a:cubicBezTo>
                      <a:pt x="23392" y="2281"/>
                      <a:pt x="24356" y="2423"/>
                      <a:pt x="25284" y="2620"/>
                    </a:cubicBezTo>
                    <a:cubicBezTo>
                      <a:pt x="25890" y="2976"/>
                      <a:pt x="26479" y="3369"/>
                      <a:pt x="27032" y="3779"/>
                    </a:cubicBezTo>
                    <a:cubicBezTo>
                      <a:pt x="26086" y="3565"/>
                      <a:pt x="25141" y="3387"/>
                      <a:pt x="24195" y="3226"/>
                    </a:cubicBezTo>
                    <a:lnTo>
                      <a:pt x="24088" y="3208"/>
                    </a:lnTo>
                    <a:lnTo>
                      <a:pt x="23999" y="3208"/>
                    </a:lnTo>
                    <a:cubicBezTo>
                      <a:pt x="23499" y="2852"/>
                      <a:pt x="22982" y="2513"/>
                      <a:pt x="22429" y="2209"/>
                    </a:cubicBezTo>
                    <a:close/>
                    <a:moveTo>
                      <a:pt x="25176" y="4136"/>
                    </a:moveTo>
                    <a:cubicBezTo>
                      <a:pt x="26247" y="4315"/>
                      <a:pt x="27300" y="4582"/>
                      <a:pt x="28352" y="4903"/>
                    </a:cubicBezTo>
                    <a:cubicBezTo>
                      <a:pt x="28834" y="5367"/>
                      <a:pt x="29280" y="5849"/>
                      <a:pt x="29726" y="6349"/>
                    </a:cubicBezTo>
                    <a:cubicBezTo>
                      <a:pt x="28691" y="5956"/>
                      <a:pt x="27639" y="5653"/>
                      <a:pt x="26550" y="5457"/>
                    </a:cubicBezTo>
                    <a:lnTo>
                      <a:pt x="26533" y="5457"/>
                    </a:lnTo>
                    <a:cubicBezTo>
                      <a:pt x="26104" y="4993"/>
                      <a:pt x="25640" y="4564"/>
                      <a:pt x="25159" y="4154"/>
                    </a:cubicBezTo>
                    <a:lnTo>
                      <a:pt x="25176" y="4136"/>
                    </a:lnTo>
                    <a:close/>
                    <a:moveTo>
                      <a:pt x="27318" y="6367"/>
                    </a:moveTo>
                    <a:cubicBezTo>
                      <a:pt x="28460" y="6634"/>
                      <a:pt x="29584" y="7027"/>
                      <a:pt x="30636" y="7544"/>
                    </a:cubicBezTo>
                    <a:cubicBezTo>
                      <a:pt x="31118" y="8222"/>
                      <a:pt x="31546" y="8918"/>
                      <a:pt x="31921" y="9667"/>
                    </a:cubicBezTo>
                    <a:cubicBezTo>
                      <a:pt x="30940" y="9168"/>
                      <a:pt x="29940" y="8740"/>
                      <a:pt x="28906" y="8347"/>
                    </a:cubicBezTo>
                    <a:cubicBezTo>
                      <a:pt x="28879" y="8338"/>
                      <a:pt x="28848" y="8334"/>
                      <a:pt x="28814" y="8334"/>
                    </a:cubicBezTo>
                    <a:cubicBezTo>
                      <a:pt x="28781" y="8334"/>
                      <a:pt x="28745" y="8338"/>
                      <a:pt x="28709" y="8347"/>
                    </a:cubicBezTo>
                    <a:cubicBezTo>
                      <a:pt x="28281" y="7669"/>
                      <a:pt x="27817" y="7009"/>
                      <a:pt x="27318" y="6384"/>
                    </a:cubicBezTo>
                    <a:lnTo>
                      <a:pt x="27318" y="6367"/>
                    </a:lnTo>
                    <a:close/>
                    <a:moveTo>
                      <a:pt x="29245" y="9275"/>
                    </a:moveTo>
                    <a:lnTo>
                      <a:pt x="29245" y="9275"/>
                    </a:lnTo>
                    <a:cubicBezTo>
                      <a:pt x="30333" y="9703"/>
                      <a:pt x="31404" y="10203"/>
                      <a:pt x="32438" y="10756"/>
                    </a:cubicBezTo>
                    <a:cubicBezTo>
                      <a:pt x="32760" y="11470"/>
                      <a:pt x="33009" y="12219"/>
                      <a:pt x="33223" y="12986"/>
                    </a:cubicBezTo>
                    <a:cubicBezTo>
                      <a:pt x="32314" y="12397"/>
                      <a:pt x="31332" y="11898"/>
                      <a:pt x="30333" y="11487"/>
                    </a:cubicBezTo>
                    <a:cubicBezTo>
                      <a:pt x="30297" y="11470"/>
                      <a:pt x="30262" y="11470"/>
                      <a:pt x="30226" y="11470"/>
                    </a:cubicBezTo>
                    <a:cubicBezTo>
                      <a:pt x="29940" y="10720"/>
                      <a:pt x="29619" y="9989"/>
                      <a:pt x="29245" y="9275"/>
                    </a:cubicBezTo>
                    <a:close/>
                    <a:moveTo>
                      <a:pt x="30547" y="12379"/>
                    </a:moveTo>
                    <a:cubicBezTo>
                      <a:pt x="31582" y="12826"/>
                      <a:pt x="32563" y="13379"/>
                      <a:pt x="33473" y="14039"/>
                    </a:cubicBezTo>
                    <a:cubicBezTo>
                      <a:pt x="33670" y="14913"/>
                      <a:pt x="33777" y="15787"/>
                      <a:pt x="33812" y="16697"/>
                    </a:cubicBezTo>
                    <a:cubicBezTo>
                      <a:pt x="32992" y="16126"/>
                      <a:pt x="32117" y="15627"/>
                      <a:pt x="31189" y="15234"/>
                    </a:cubicBezTo>
                    <a:cubicBezTo>
                      <a:pt x="31065" y="14271"/>
                      <a:pt x="30833" y="13307"/>
                      <a:pt x="30547" y="12379"/>
                    </a:cubicBezTo>
                    <a:close/>
                    <a:moveTo>
                      <a:pt x="31296" y="16091"/>
                    </a:moveTo>
                    <a:cubicBezTo>
                      <a:pt x="32189" y="16501"/>
                      <a:pt x="33027" y="17019"/>
                      <a:pt x="33830" y="17607"/>
                    </a:cubicBezTo>
                    <a:cubicBezTo>
                      <a:pt x="33830" y="17804"/>
                      <a:pt x="33830" y="18000"/>
                      <a:pt x="33812" y="18178"/>
                    </a:cubicBezTo>
                    <a:cubicBezTo>
                      <a:pt x="33777" y="18839"/>
                      <a:pt x="33705" y="19481"/>
                      <a:pt x="33580" y="20123"/>
                    </a:cubicBezTo>
                    <a:lnTo>
                      <a:pt x="33580" y="20141"/>
                    </a:lnTo>
                    <a:cubicBezTo>
                      <a:pt x="32884" y="19552"/>
                      <a:pt x="32135" y="19035"/>
                      <a:pt x="31350" y="18571"/>
                    </a:cubicBezTo>
                    <a:lnTo>
                      <a:pt x="31350" y="18446"/>
                    </a:lnTo>
                    <a:cubicBezTo>
                      <a:pt x="31386" y="17661"/>
                      <a:pt x="31368" y="16876"/>
                      <a:pt x="31296" y="16091"/>
                    </a:cubicBezTo>
                    <a:close/>
                    <a:moveTo>
                      <a:pt x="31261" y="19374"/>
                    </a:moveTo>
                    <a:cubicBezTo>
                      <a:pt x="32010" y="19838"/>
                      <a:pt x="32724" y="20355"/>
                      <a:pt x="33402" y="20944"/>
                    </a:cubicBezTo>
                    <a:cubicBezTo>
                      <a:pt x="33206" y="21693"/>
                      <a:pt x="32956" y="22425"/>
                      <a:pt x="32653" y="23139"/>
                    </a:cubicBezTo>
                    <a:cubicBezTo>
                      <a:pt x="32153" y="22425"/>
                      <a:pt x="31582" y="21765"/>
                      <a:pt x="30940" y="21176"/>
                    </a:cubicBezTo>
                    <a:cubicBezTo>
                      <a:pt x="31082" y="20587"/>
                      <a:pt x="31189" y="19980"/>
                      <a:pt x="31261" y="19374"/>
                    </a:cubicBezTo>
                    <a:close/>
                    <a:moveTo>
                      <a:pt x="30726" y="21979"/>
                    </a:moveTo>
                    <a:cubicBezTo>
                      <a:pt x="31314" y="22568"/>
                      <a:pt x="31850" y="23210"/>
                      <a:pt x="32296" y="23906"/>
                    </a:cubicBezTo>
                    <a:cubicBezTo>
                      <a:pt x="31957" y="24620"/>
                      <a:pt x="31546" y="25298"/>
                      <a:pt x="31100" y="25940"/>
                    </a:cubicBezTo>
                    <a:cubicBezTo>
                      <a:pt x="30833" y="25280"/>
                      <a:pt x="30511" y="24637"/>
                      <a:pt x="30137" y="24031"/>
                    </a:cubicBezTo>
                    <a:cubicBezTo>
                      <a:pt x="30101" y="23977"/>
                      <a:pt x="30048" y="23942"/>
                      <a:pt x="30012" y="23906"/>
                    </a:cubicBezTo>
                    <a:cubicBezTo>
                      <a:pt x="30279" y="23281"/>
                      <a:pt x="30529" y="22639"/>
                      <a:pt x="30726" y="21979"/>
                    </a:cubicBezTo>
                    <a:close/>
                    <a:moveTo>
                      <a:pt x="29655" y="24637"/>
                    </a:moveTo>
                    <a:cubicBezTo>
                      <a:pt x="30030" y="25262"/>
                      <a:pt x="30351" y="25922"/>
                      <a:pt x="30601" y="26618"/>
                    </a:cubicBezTo>
                    <a:cubicBezTo>
                      <a:pt x="30065" y="27314"/>
                      <a:pt x="29441" y="27974"/>
                      <a:pt x="28781" y="28563"/>
                    </a:cubicBezTo>
                    <a:cubicBezTo>
                      <a:pt x="28727" y="27992"/>
                      <a:pt x="28602" y="27421"/>
                      <a:pt x="28388" y="26886"/>
                    </a:cubicBezTo>
                    <a:cubicBezTo>
                      <a:pt x="28370" y="26850"/>
                      <a:pt x="28352" y="26832"/>
                      <a:pt x="28317" y="26796"/>
                    </a:cubicBezTo>
                    <a:cubicBezTo>
                      <a:pt x="28834" y="26118"/>
                      <a:pt x="29280" y="25387"/>
                      <a:pt x="29655" y="24637"/>
                    </a:cubicBezTo>
                    <a:close/>
                    <a:moveTo>
                      <a:pt x="27817" y="27474"/>
                    </a:moveTo>
                    <a:cubicBezTo>
                      <a:pt x="27996" y="28010"/>
                      <a:pt x="28085" y="28581"/>
                      <a:pt x="28103" y="29134"/>
                    </a:cubicBezTo>
                    <a:cubicBezTo>
                      <a:pt x="27603" y="29544"/>
                      <a:pt x="27068" y="29901"/>
                      <a:pt x="26515" y="30222"/>
                    </a:cubicBezTo>
                    <a:cubicBezTo>
                      <a:pt x="26461" y="29865"/>
                      <a:pt x="26372" y="29508"/>
                      <a:pt x="26283" y="29152"/>
                    </a:cubicBezTo>
                    <a:lnTo>
                      <a:pt x="26283" y="29134"/>
                    </a:lnTo>
                    <a:lnTo>
                      <a:pt x="26283" y="29116"/>
                    </a:lnTo>
                    <a:cubicBezTo>
                      <a:pt x="26836" y="28616"/>
                      <a:pt x="27335" y="28063"/>
                      <a:pt x="27817" y="27474"/>
                    </a:cubicBezTo>
                    <a:close/>
                    <a:moveTo>
                      <a:pt x="25658" y="29669"/>
                    </a:moveTo>
                    <a:cubicBezTo>
                      <a:pt x="25730" y="29972"/>
                      <a:pt x="25783" y="30293"/>
                      <a:pt x="25837" y="30615"/>
                    </a:cubicBezTo>
                    <a:cubicBezTo>
                      <a:pt x="24730" y="31186"/>
                      <a:pt x="23535" y="31578"/>
                      <a:pt x="22304" y="31792"/>
                    </a:cubicBezTo>
                    <a:cubicBezTo>
                      <a:pt x="23517" y="31239"/>
                      <a:pt x="24641" y="30525"/>
                      <a:pt x="25658" y="29669"/>
                    </a:cubicBezTo>
                    <a:close/>
                    <a:moveTo>
                      <a:pt x="15237" y="953"/>
                    </a:moveTo>
                    <a:cubicBezTo>
                      <a:pt x="17338" y="953"/>
                      <a:pt x="19458" y="1476"/>
                      <a:pt x="21501" y="2530"/>
                    </a:cubicBezTo>
                    <a:cubicBezTo>
                      <a:pt x="27282" y="5510"/>
                      <a:pt x="30940" y="11898"/>
                      <a:pt x="30618" y="18392"/>
                    </a:cubicBezTo>
                    <a:cubicBezTo>
                      <a:pt x="30297" y="25190"/>
                      <a:pt x="24927" y="31328"/>
                      <a:pt x="18628" y="32078"/>
                    </a:cubicBezTo>
                    <a:cubicBezTo>
                      <a:pt x="18128" y="32139"/>
                      <a:pt x="17621" y="32170"/>
                      <a:pt x="17111" y="32170"/>
                    </a:cubicBezTo>
                    <a:cubicBezTo>
                      <a:pt x="14366" y="32170"/>
                      <a:pt x="11516" y="31289"/>
                      <a:pt x="8957" y="29633"/>
                    </a:cubicBezTo>
                    <a:cubicBezTo>
                      <a:pt x="4675" y="26886"/>
                      <a:pt x="1731" y="22157"/>
                      <a:pt x="1249" y="17286"/>
                    </a:cubicBezTo>
                    <a:cubicBezTo>
                      <a:pt x="750" y="12237"/>
                      <a:pt x="2927" y="7027"/>
                      <a:pt x="6781" y="4011"/>
                    </a:cubicBezTo>
                    <a:cubicBezTo>
                      <a:pt x="9384" y="1980"/>
                      <a:pt x="12292" y="953"/>
                      <a:pt x="15237" y="953"/>
                    </a:cubicBezTo>
                    <a:close/>
                    <a:moveTo>
                      <a:pt x="18335" y="1"/>
                    </a:moveTo>
                    <a:cubicBezTo>
                      <a:pt x="17513" y="1"/>
                      <a:pt x="16692" y="76"/>
                      <a:pt x="15880" y="229"/>
                    </a:cubicBezTo>
                    <a:cubicBezTo>
                      <a:pt x="15646" y="216"/>
                      <a:pt x="15412" y="210"/>
                      <a:pt x="15178" y="210"/>
                    </a:cubicBezTo>
                    <a:cubicBezTo>
                      <a:pt x="12095" y="210"/>
                      <a:pt x="9037" y="1300"/>
                      <a:pt x="6317" y="3422"/>
                    </a:cubicBezTo>
                    <a:cubicBezTo>
                      <a:pt x="2284" y="6598"/>
                      <a:pt x="0" y="12076"/>
                      <a:pt x="518" y="17358"/>
                    </a:cubicBezTo>
                    <a:cubicBezTo>
                      <a:pt x="1035" y="22514"/>
                      <a:pt x="4033" y="27332"/>
                      <a:pt x="8547" y="30258"/>
                    </a:cubicBezTo>
                    <a:cubicBezTo>
                      <a:pt x="11210" y="31975"/>
                      <a:pt x="14191" y="32898"/>
                      <a:pt x="17074" y="32898"/>
                    </a:cubicBezTo>
                    <a:cubicBezTo>
                      <a:pt x="17397" y="32898"/>
                      <a:pt x="17719" y="32886"/>
                      <a:pt x="18039" y="32863"/>
                    </a:cubicBezTo>
                    <a:cubicBezTo>
                      <a:pt x="18254" y="32845"/>
                      <a:pt x="18485" y="32827"/>
                      <a:pt x="18700" y="32809"/>
                    </a:cubicBezTo>
                    <a:cubicBezTo>
                      <a:pt x="19003" y="32774"/>
                      <a:pt x="19306" y="32720"/>
                      <a:pt x="19592" y="32667"/>
                    </a:cubicBezTo>
                    <a:cubicBezTo>
                      <a:pt x="19868" y="32675"/>
                      <a:pt x="20145" y="32680"/>
                      <a:pt x="20421" y="32680"/>
                    </a:cubicBezTo>
                    <a:cubicBezTo>
                      <a:pt x="20698" y="32680"/>
                      <a:pt x="20975" y="32675"/>
                      <a:pt x="21251" y="32667"/>
                    </a:cubicBezTo>
                    <a:cubicBezTo>
                      <a:pt x="21465" y="32649"/>
                      <a:pt x="21697" y="32631"/>
                      <a:pt x="21893" y="32595"/>
                    </a:cubicBezTo>
                    <a:cubicBezTo>
                      <a:pt x="23464" y="32399"/>
                      <a:pt x="24998" y="31899"/>
                      <a:pt x="26390" y="31132"/>
                    </a:cubicBezTo>
                    <a:cubicBezTo>
                      <a:pt x="27157" y="30722"/>
                      <a:pt x="27871" y="30240"/>
                      <a:pt x="28549" y="29705"/>
                    </a:cubicBezTo>
                    <a:cubicBezTo>
                      <a:pt x="28638" y="29687"/>
                      <a:pt x="28709" y="29615"/>
                      <a:pt x="28745" y="29544"/>
                    </a:cubicBezTo>
                    <a:cubicBezTo>
                      <a:pt x="29655" y="28795"/>
                      <a:pt x="30458" y="27956"/>
                      <a:pt x="31172" y="27028"/>
                    </a:cubicBezTo>
                    <a:cubicBezTo>
                      <a:pt x="31261" y="26975"/>
                      <a:pt x="31314" y="26903"/>
                      <a:pt x="31350" y="26814"/>
                    </a:cubicBezTo>
                    <a:cubicBezTo>
                      <a:pt x="33241" y="24316"/>
                      <a:pt x="34330" y="21319"/>
                      <a:pt x="34508" y="18214"/>
                    </a:cubicBezTo>
                    <a:cubicBezTo>
                      <a:pt x="34526" y="17982"/>
                      <a:pt x="34526" y="17768"/>
                      <a:pt x="34526" y="17554"/>
                    </a:cubicBezTo>
                    <a:cubicBezTo>
                      <a:pt x="34544" y="17482"/>
                      <a:pt x="34544" y="17393"/>
                      <a:pt x="34526" y="17322"/>
                    </a:cubicBezTo>
                    <a:cubicBezTo>
                      <a:pt x="34526" y="16144"/>
                      <a:pt x="34401" y="14985"/>
                      <a:pt x="34151" y="13825"/>
                    </a:cubicBezTo>
                    <a:cubicBezTo>
                      <a:pt x="34151" y="13771"/>
                      <a:pt x="34133" y="13700"/>
                      <a:pt x="34116" y="13646"/>
                    </a:cubicBezTo>
                    <a:cubicBezTo>
                      <a:pt x="33313" y="10113"/>
                      <a:pt x="31475" y="6884"/>
                      <a:pt x="28834" y="4404"/>
                    </a:cubicBezTo>
                    <a:cubicBezTo>
                      <a:pt x="28799" y="4350"/>
                      <a:pt x="28763" y="4315"/>
                      <a:pt x="28709" y="4297"/>
                    </a:cubicBezTo>
                    <a:cubicBezTo>
                      <a:pt x="28567" y="4154"/>
                      <a:pt x="28442" y="4029"/>
                      <a:pt x="28281" y="3904"/>
                    </a:cubicBezTo>
                    <a:cubicBezTo>
                      <a:pt x="25349" y="1362"/>
                      <a:pt x="21831" y="1"/>
                      <a:pt x="1833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34" name="Google Shape;1461;p37">
                <a:extLst>
                  <a:ext uri="{FF2B5EF4-FFF2-40B4-BE49-F238E27FC236}">
                    <a16:creationId xmlns:a16="http://schemas.microsoft.com/office/drawing/2014/main" id="{B660D2D2-9A88-1D22-298A-9AC1FDED5BD5}"/>
                  </a:ext>
                </a:extLst>
              </p:cNvPr>
              <p:cNvGrpSpPr/>
              <p:nvPr/>
            </p:nvGrpSpPr>
            <p:grpSpPr>
              <a:xfrm>
                <a:off x="3428205" y="1332931"/>
                <a:ext cx="758559" cy="557222"/>
                <a:chOff x="3317211" y="1213183"/>
                <a:chExt cx="829661" cy="609452"/>
              </a:xfrm>
            </p:grpSpPr>
            <p:sp>
              <p:nvSpPr>
                <p:cNvPr id="35" name="Google Shape;1462;p37">
                  <a:extLst>
                    <a:ext uri="{FF2B5EF4-FFF2-40B4-BE49-F238E27FC236}">
                      <a16:creationId xmlns:a16="http://schemas.microsoft.com/office/drawing/2014/main" id="{918EC4B6-9669-8AF8-4E8E-AAD6B7AF0860}"/>
                    </a:ext>
                  </a:extLst>
                </p:cNvPr>
                <p:cNvSpPr/>
                <p:nvPr/>
              </p:nvSpPr>
              <p:spPr>
                <a:xfrm>
                  <a:off x="4008758" y="1213183"/>
                  <a:ext cx="138114" cy="23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0" h="7437" extrusionOk="0">
                      <a:moveTo>
                        <a:pt x="1491" y="0"/>
                      </a:moveTo>
                      <a:cubicBezTo>
                        <a:pt x="1209" y="0"/>
                        <a:pt x="934" y="274"/>
                        <a:pt x="1065" y="620"/>
                      </a:cubicBezTo>
                      <a:lnTo>
                        <a:pt x="3456" y="5438"/>
                      </a:lnTo>
                      <a:lnTo>
                        <a:pt x="3474" y="5456"/>
                      </a:lnTo>
                      <a:lnTo>
                        <a:pt x="441" y="6580"/>
                      </a:lnTo>
                      <a:cubicBezTo>
                        <a:pt x="0" y="6792"/>
                        <a:pt x="186" y="7436"/>
                        <a:pt x="630" y="7436"/>
                      </a:cubicBezTo>
                      <a:cubicBezTo>
                        <a:pt x="672" y="7436"/>
                        <a:pt x="716" y="7431"/>
                        <a:pt x="762" y="7418"/>
                      </a:cubicBezTo>
                      <a:lnTo>
                        <a:pt x="3777" y="6294"/>
                      </a:lnTo>
                      <a:cubicBezTo>
                        <a:pt x="4009" y="6223"/>
                        <a:pt x="4223" y="6062"/>
                        <a:pt x="4348" y="5848"/>
                      </a:cubicBezTo>
                      <a:lnTo>
                        <a:pt x="4348" y="5830"/>
                      </a:lnTo>
                      <a:cubicBezTo>
                        <a:pt x="4420" y="5563"/>
                        <a:pt x="4402" y="5277"/>
                        <a:pt x="4259" y="5045"/>
                      </a:cubicBezTo>
                      <a:lnTo>
                        <a:pt x="1868" y="228"/>
                      </a:lnTo>
                      <a:cubicBezTo>
                        <a:pt x="1773" y="68"/>
                        <a:pt x="1632" y="0"/>
                        <a:pt x="149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6" name="Google Shape;1463;p37">
                  <a:extLst>
                    <a:ext uri="{FF2B5EF4-FFF2-40B4-BE49-F238E27FC236}">
                      <a16:creationId xmlns:a16="http://schemas.microsoft.com/office/drawing/2014/main" id="{3F059FC9-1005-312E-1670-CFA1CE37D6A0}"/>
                    </a:ext>
                  </a:extLst>
                </p:cNvPr>
                <p:cNvSpPr/>
                <p:nvPr/>
              </p:nvSpPr>
              <p:spPr>
                <a:xfrm>
                  <a:off x="3317211" y="1312957"/>
                  <a:ext cx="738222" cy="509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25" h="16311" extrusionOk="0">
                      <a:moveTo>
                        <a:pt x="18622" y="0"/>
                      </a:moveTo>
                      <a:cubicBezTo>
                        <a:pt x="16269" y="0"/>
                        <a:pt x="13917" y="229"/>
                        <a:pt x="11652" y="817"/>
                      </a:cubicBezTo>
                      <a:cubicBezTo>
                        <a:pt x="9118" y="1477"/>
                        <a:pt x="6656" y="2619"/>
                        <a:pt x="4693" y="4386"/>
                      </a:cubicBezTo>
                      <a:cubicBezTo>
                        <a:pt x="3212" y="5742"/>
                        <a:pt x="2035" y="7401"/>
                        <a:pt x="1250" y="9257"/>
                      </a:cubicBezTo>
                      <a:cubicBezTo>
                        <a:pt x="661" y="10666"/>
                        <a:pt x="268" y="12130"/>
                        <a:pt x="108" y="13646"/>
                      </a:cubicBezTo>
                      <a:cubicBezTo>
                        <a:pt x="54" y="14110"/>
                        <a:pt x="19" y="14592"/>
                        <a:pt x="19" y="15074"/>
                      </a:cubicBezTo>
                      <a:cubicBezTo>
                        <a:pt x="1" y="15341"/>
                        <a:pt x="1" y="15627"/>
                        <a:pt x="36" y="15894"/>
                      </a:cubicBezTo>
                      <a:cubicBezTo>
                        <a:pt x="36" y="15894"/>
                        <a:pt x="36" y="15912"/>
                        <a:pt x="36" y="15912"/>
                      </a:cubicBezTo>
                      <a:cubicBezTo>
                        <a:pt x="52" y="16182"/>
                        <a:pt x="351" y="16311"/>
                        <a:pt x="592" y="16311"/>
                      </a:cubicBezTo>
                      <a:cubicBezTo>
                        <a:pt x="622" y="16311"/>
                        <a:pt x="651" y="16309"/>
                        <a:pt x="679" y="16305"/>
                      </a:cubicBezTo>
                      <a:cubicBezTo>
                        <a:pt x="964" y="16251"/>
                        <a:pt x="1161" y="15984"/>
                        <a:pt x="1125" y="15698"/>
                      </a:cubicBezTo>
                      <a:lnTo>
                        <a:pt x="1125" y="15698"/>
                      </a:lnTo>
                      <a:lnTo>
                        <a:pt x="1107" y="15716"/>
                      </a:lnTo>
                      <a:lnTo>
                        <a:pt x="1107" y="15359"/>
                      </a:lnTo>
                      <a:cubicBezTo>
                        <a:pt x="1107" y="14949"/>
                        <a:pt x="1125" y="14520"/>
                        <a:pt x="1161" y="14110"/>
                      </a:cubicBezTo>
                      <a:cubicBezTo>
                        <a:pt x="1214" y="13503"/>
                        <a:pt x="1303" y="12879"/>
                        <a:pt x="1428" y="12272"/>
                      </a:cubicBezTo>
                      <a:cubicBezTo>
                        <a:pt x="1446" y="12201"/>
                        <a:pt x="1464" y="12112"/>
                        <a:pt x="1482" y="12040"/>
                      </a:cubicBezTo>
                      <a:cubicBezTo>
                        <a:pt x="1500" y="11987"/>
                        <a:pt x="1500" y="11951"/>
                        <a:pt x="1517" y="11898"/>
                      </a:cubicBezTo>
                      <a:cubicBezTo>
                        <a:pt x="1521" y="11869"/>
                        <a:pt x="1522" y="11859"/>
                        <a:pt x="1520" y="11859"/>
                      </a:cubicBezTo>
                      <a:lnTo>
                        <a:pt x="1520" y="11859"/>
                      </a:lnTo>
                      <a:cubicBezTo>
                        <a:pt x="1519" y="11859"/>
                        <a:pt x="1517" y="11865"/>
                        <a:pt x="1515" y="11872"/>
                      </a:cubicBezTo>
                      <a:lnTo>
                        <a:pt x="1515" y="11872"/>
                      </a:lnTo>
                      <a:cubicBezTo>
                        <a:pt x="1516" y="11869"/>
                        <a:pt x="1516" y="11866"/>
                        <a:pt x="1517" y="11862"/>
                      </a:cubicBezTo>
                      <a:cubicBezTo>
                        <a:pt x="1553" y="11683"/>
                        <a:pt x="1607" y="11505"/>
                        <a:pt x="1660" y="11327"/>
                      </a:cubicBezTo>
                      <a:cubicBezTo>
                        <a:pt x="1767" y="10952"/>
                        <a:pt x="1892" y="10559"/>
                        <a:pt x="2035" y="10185"/>
                      </a:cubicBezTo>
                      <a:cubicBezTo>
                        <a:pt x="2178" y="9792"/>
                        <a:pt x="2338" y="9400"/>
                        <a:pt x="2517" y="9025"/>
                      </a:cubicBezTo>
                      <a:cubicBezTo>
                        <a:pt x="2624" y="8811"/>
                        <a:pt x="2713" y="8615"/>
                        <a:pt x="2820" y="8418"/>
                      </a:cubicBezTo>
                      <a:lnTo>
                        <a:pt x="2873" y="8329"/>
                      </a:lnTo>
                      <a:lnTo>
                        <a:pt x="2873" y="8329"/>
                      </a:lnTo>
                      <a:cubicBezTo>
                        <a:pt x="2866" y="8343"/>
                        <a:pt x="2864" y="8349"/>
                        <a:pt x="2865" y="8349"/>
                      </a:cubicBezTo>
                      <a:cubicBezTo>
                        <a:pt x="2869" y="8349"/>
                        <a:pt x="2927" y="8251"/>
                        <a:pt x="2927" y="8222"/>
                      </a:cubicBezTo>
                      <a:cubicBezTo>
                        <a:pt x="2998" y="8133"/>
                        <a:pt x="3052" y="8026"/>
                        <a:pt x="3123" y="7919"/>
                      </a:cubicBezTo>
                      <a:cubicBezTo>
                        <a:pt x="3355" y="7508"/>
                        <a:pt x="3641" y="7116"/>
                        <a:pt x="3926" y="6741"/>
                      </a:cubicBezTo>
                      <a:cubicBezTo>
                        <a:pt x="4087" y="6545"/>
                        <a:pt x="4229" y="6349"/>
                        <a:pt x="4390" y="6170"/>
                      </a:cubicBezTo>
                      <a:lnTo>
                        <a:pt x="4622" y="5902"/>
                      </a:lnTo>
                      <a:lnTo>
                        <a:pt x="4765" y="5760"/>
                      </a:lnTo>
                      <a:lnTo>
                        <a:pt x="4765" y="5760"/>
                      </a:lnTo>
                      <a:cubicBezTo>
                        <a:pt x="4744" y="5781"/>
                        <a:pt x="4735" y="5789"/>
                        <a:pt x="4733" y="5789"/>
                      </a:cubicBezTo>
                      <a:cubicBezTo>
                        <a:pt x="4729" y="5789"/>
                        <a:pt x="4809" y="5702"/>
                        <a:pt x="4836" y="5688"/>
                      </a:cubicBezTo>
                      <a:cubicBezTo>
                        <a:pt x="5211" y="5296"/>
                        <a:pt x="5621" y="4921"/>
                        <a:pt x="6049" y="4600"/>
                      </a:cubicBezTo>
                      <a:cubicBezTo>
                        <a:pt x="6263" y="4422"/>
                        <a:pt x="6495" y="4261"/>
                        <a:pt x="6710" y="4100"/>
                      </a:cubicBezTo>
                      <a:cubicBezTo>
                        <a:pt x="6834" y="4011"/>
                        <a:pt x="6942" y="3940"/>
                        <a:pt x="7066" y="3851"/>
                      </a:cubicBezTo>
                      <a:cubicBezTo>
                        <a:pt x="7080" y="3837"/>
                        <a:pt x="7185" y="3773"/>
                        <a:pt x="7189" y="3773"/>
                      </a:cubicBezTo>
                      <a:lnTo>
                        <a:pt x="7189" y="3773"/>
                      </a:lnTo>
                      <a:cubicBezTo>
                        <a:pt x="7191" y="3773"/>
                        <a:pt x="7182" y="3780"/>
                        <a:pt x="7156" y="3797"/>
                      </a:cubicBezTo>
                      <a:lnTo>
                        <a:pt x="7370" y="3654"/>
                      </a:lnTo>
                      <a:cubicBezTo>
                        <a:pt x="7905" y="3333"/>
                        <a:pt x="8458" y="3048"/>
                        <a:pt x="9029" y="2780"/>
                      </a:cubicBezTo>
                      <a:cubicBezTo>
                        <a:pt x="9315" y="2655"/>
                        <a:pt x="9618" y="2530"/>
                        <a:pt x="9921" y="2405"/>
                      </a:cubicBezTo>
                      <a:cubicBezTo>
                        <a:pt x="10296" y="2280"/>
                        <a:pt x="10564" y="2173"/>
                        <a:pt x="10867" y="2084"/>
                      </a:cubicBezTo>
                      <a:cubicBezTo>
                        <a:pt x="13345" y="1301"/>
                        <a:pt x="15910" y="1015"/>
                        <a:pt x="18490" y="1015"/>
                      </a:cubicBezTo>
                      <a:cubicBezTo>
                        <a:pt x="19439" y="1015"/>
                        <a:pt x="20391" y="1053"/>
                        <a:pt x="21341" y="1121"/>
                      </a:cubicBezTo>
                      <a:cubicBezTo>
                        <a:pt x="21894" y="1156"/>
                        <a:pt x="22465" y="1210"/>
                        <a:pt x="23000" y="1263"/>
                      </a:cubicBezTo>
                      <a:cubicBezTo>
                        <a:pt x="23012" y="1264"/>
                        <a:pt x="23024" y="1264"/>
                        <a:pt x="23035" y="1264"/>
                      </a:cubicBezTo>
                      <a:cubicBezTo>
                        <a:pt x="23324" y="1264"/>
                        <a:pt x="23572" y="1056"/>
                        <a:pt x="23607" y="782"/>
                      </a:cubicBezTo>
                      <a:cubicBezTo>
                        <a:pt x="23624" y="496"/>
                        <a:pt x="23392" y="246"/>
                        <a:pt x="23107" y="246"/>
                      </a:cubicBezTo>
                      <a:cubicBezTo>
                        <a:pt x="21626" y="93"/>
                        <a:pt x="20124" y="0"/>
                        <a:pt x="186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grpSp>
            <p:nvGrpSpPr>
              <p:cNvPr id="37" name="Google Shape;1464;p37">
                <a:extLst>
                  <a:ext uri="{FF2B5EF4-FFF2-40B4-BE49-F238E27FC236}">
                    <a16:creationId xmlns:a16="http://schemas.microsoft.com/office/drawing/2014/main" id="{9D7B1C41-8D46-EE72-058F-046FE34C531B}"/>
                  </a:ext>
                </a:extLst>
              </p:cNvPr>
              <p:cNvGrpSpPr/>
              <p:nvPr/>
            </p:nvGrpSpPr>
            <p:grpSpPr>
              <a:xfrm>
                <a:off x="3435687" y="2975617"/>
                <a:ext cx="762638" cy="574393"/>
                <a:chOff x="3325394" y="3009842"/>
                <a:chExt cx="834122" cy="628233"/>
              </a:xfrm>
            </p:grpSpPr>
            <p:sp>
              <p:nvSpPr>
                <p:cNvPr id="38" name="Google Shape;1465;p37">
                  <a:extLst>
                    <a:ext uri="{FF2B5EF4-FFF2-40B4-BE49-F238E27FC236}">
                      <a16:creationId xmlns:a16="http://schemas.microsoft.com/office/drawing/2014/main" id="{00B285AC-DC30-295B-0217-B84F78FB6E0D}"/>
                    </a:ext>
                  </a:extLst>
                </p:cNvPr>
                <p:cNvSpPr/>
                <p:nvPr/>
              </p:nvSpPr>
              <p:spPr>
                <a:xfrm>
                  <a:off x="3325394" y="3009842"/>
                  <a:ext cx="141051" cy="235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4" h="7525" extrusionOk="0">
                      <a:moveTo>
                        <a:pt x="2956" y="0"/>
                      </a:moveTo>
                      <a:cubicBezTo>
                        <a:pt x="2796" y="0"/>
                        <a:pt x="2637" y="85"/>
                        <a:pt x="2552" y="291"/>
                      </a:cubicBezTo>
                      <a:lnTo>
                        <a:pt x="179" y="5109"/>
                      </a:lnTo>
                      <a:cubicBezTo>
                        <a:pt x="36" y="5340"/>
                        <a:pt x="0" y="5626"/>
                        <a:pt x="90" y="5894"/>
                      </a:cubicBezTo>
                      <a:lnTo>
                        <a:pt x="90" y="5911"/>
                      </a:lnTo>
                      <a:cubicBezTo>
                        <a:pt x="215" y="6126"/>
                        <a:pt x="411" y="6304"/>
                        <a:pt x="661" y="6375"/>
                      </a:cubicBezTo>
                      <a:lnTo>
                        <a:pt x="3676" y="7482"/>
                      </a:lnTo>
                      <a:cubicBezTo>
                        <a:pt x="3746" y="7511"/>
                        <a:pt x="3813" y="7525"/>
                        <a:pt x="3874" y="7525"/>
                      </a:cubicBezTo>
                      <a:cubicBezTo>
                        <a:pt x="4328" y="7525"/>
                        <a:pt x="4514" y="6800"/>
                        <a:pt x="3979" y="6643"/>
                      </a:cubicBezTo>
                      <a:lnTo>
                        <a:pt x="964" y="5537"/>
                      </a:lnTo>
                      <a:lnTo>
                        <a:pt x="982" y="5501"/>
                      </a:lnTo>
                      <a:lnTo>
                        <a:pt x="3355" y="684"/>
                      </a:lnTo>
                      <a:cubicBezTo>
                        <a:pt x="3579" y="319"/>
                        <a:pt x="3266" y="0"/>
                        <a:pt x="295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9" name="Google Shape;1466;p37">
                  <a:extLst>
                    <a:ext uri="{FF2B5EF4-FFF2-40B4-BE49-F238E27FC236}">
                      <a16:creationId xmlns:a16="http://schemas.microsoft.com/office/drawing/2014/main" id="{F6886C65-11C4-F4C8-744E-30ABB6E11FFE}"/>
                    </a:ext>
                  </a:extLst>
                </p:cNvPr>
                <p:cNvSpPr/>
                <p:nvPr/>
              </p:nvSpPr>
              <p:spPr>
                <a:xfrm>
                  <a:off x="3418513" y="3134896"/>
                  <a:ext cx="741003" cy="503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14" h="16103" extrusionOk="0">
                      <a:moveTo>
                        <a:pt x="1731" y="0"/>
                      </a:moveTo>
                      <a:cubicBezTo>
                        <a:pt x="1356" y="0"/>
                        <a:pt x="981" y="18"/>
                        <a:pt x="607" y="36"/>
                      </a:cubicBezTo>
                      <a:cubicBezTo>
                        <a:pt x="596" y="35"/>
                        <a:pt x="585" y="35"/>
                        <a:pt x="574" y="35"/>
                      </a:cubicBezTo>
                      <a:cubicBezTo>
                        <a:pt x="302" y="35"/>
                        <a:pt x="69" y="243"/>
                        <a:pt x="18" y="518"/>
                      </a:cubicBezTo>
                      <a:cubicBezTo>
                        <a:pt x="1" y="794"/>
                        <a:pt x="217" y="1036"/>
                        <a:pt x="489" y="1036"/>
                      </a:cubicBezTo>
                      <a:cubicBezTo>
                        <a:pt x="498" y="1036"/>
                        <a:pt x="508" y="1036"/>
                        <a:pt x="518" y="1035"/>
                      </a:cubicBezTo>
                      <a:cubicBezTo>
                        <a:pt x="874" y="1017"/>
                        <a:pt x="1230" y="1007"/>
                        <a:pt x="1585" y="1007"/>
                      </a:cubicBezTo>
                      <a:cubicBezTo>
                        <a:pt x="3975" y="1007"/>
                        <a:pt x="6348" y="1423"/>
                        <a:pt x="8600" y="2231"/>
                      </a:cubicBezTo>
                      <a:cubicBezTo>
                        <a:pt x="10777" y="3051"/>
                        <a:pt x="12829" y="4229"/>
                        <a:pt x="14649" y="5692"/>
                      </a:cubicBezTo>
                      <a:cubicBezTo>
                        <a:pt x="16255" y="6995"/>
                        <a:pt x="17718" y="8493"/>
                        <a:pt x="19003" y="10117"/>
                      </a:cubicBezTo>
                      <a:cubicBezTo>
                        <a:pt x="19145" y="10295"/>
                        <a:pt x="19288" y="10474"/>
                        <a:pt x="19413" y="10670"/>
                      </a:cubicBezTo>
                      <a:cubicBezTo>
                        <a:pt x="19426" y="10684"/>
                        <a:pt x="19481" y="10748"/>
                        <a:pt x="19483" y="10748"/>
                      </a:cubicBezTo>
                      <a:cubicBezTo>
                        <a:pt x="19483" y="10748"/>
                        <a:pt x="19483" y="10748"/>
                        <a:pt x="19483" y="10747"/>
                      </a:cubicBezTo>
                      <a:lnTo>
                        <a:pt x="19483" y="10747"/>
                      </a:lnTo>
                      <a:lnTo>
                        <a:pt x="19556" y="10849"/>
                      </a:lnTo>
                      <a:cubicBezTo>
                        <a:pt x="19627" y="10938"/>
                        <a:pt x="19698" y="11027"/>
                        <a:pt x="19752" y="11116"/>
                      </a:cubicBezTo>
                      <a:cubicBezTo>
                        <a:pt x="20002" y="11455"/>
                        <a:pt x="20234" y="11794"/>
                        <a:pt x="20466" y="12133"/>
                      </a:cubicBezTo>
                      <a:cubicBezTo>
                        <a:pt x="20840" y="12704"/>
                        <a:pt x="21215" y="13311"/>
                        <a:pt x="21554" y="13900"/>
                      </a:cubicBezTo>
                      <a:cubicBezTo>
                        <a:pt x="21911" y="14524"/>
                        <a:pt x="22196" y="15184"/>
                        <a:pt x="22535" y="15809"/>
                      </a:cubicBezTo>
                      <a:lnTo>
                        <a:pt x="22535" y="15827"/>
                      </a:lnTo>
                      <a:cubicBezTo>
                        <a:pt x="22618" y="16021"/>
                        <a:pt x="22784" y="16103"/>
                        <a:pt x="22961" y="16103"/>
                      </a:cubicBezTo>
                      <a:cubicBezTo>
                        <a:pt x="23317" y="16103"/>
                        <a:pt x="23714" y="15769"/>
                        <a:pt x="23535" y="15363"/>
                      </a:cubicBezTo>
                      <a:cubicBezTo>
                        <a:pt x="23303" y="14810"/>
                        <a:pt x="23017" y="14292"/>
                        <a:pt x="22732" y="13757"/>
                      </a:cubicBezTo>
                      <a:cubicBezTo>
                        <a:pt x="21982" y="12419"/>
                        <a:pt x="21144" y="11134"/>
                        <a:pt x="20216" y="9921"/>
                      </a:cubicBezTo>
                      <a:cubicBezTo>
                        <a:pt x="18967" y="8279"/>
                        <a:pt x="17557" y="6780"/>
                        <a:pt x="16005" y="5442"/>
                      </a:cubicBezTo>
                      <a:cubicBezTo>
                        <a:pt x="14149" y="3836"/>
                        <a:pt x="12062" y="2552"/>
                        <a:pt x="9814" y="1606"/>
                      </a:cubicBezTo>
                      <a:cubicBezTo>
                        <a:pt x="7244" y="553"/>
                        <a:pt x="4496" y="0"/>
                        <a:pt x="173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grpSp>
            <p:nvGrpSpPr>
              <p:cNvPr id="40" name="Google Shape;1467;p37">
                <a:extLst>
                  <a:ext uri="{FF2B5EF4-FFF2-40B4-BE49-F238E27FC236}">
                    <a16:creationId xmlns:a16="http://schemas.microsoft.com/office/drawing/2014/main" id="{7EA107AE-7DF4-BC3A-422B-3DC8A8825CAC}"/>
                  </a:ext>
                </a:extLst>
              </p:cNvPr>
              <p:cNvGrpSpPr/>
              <p:nvPr/>
            </p:nvGrpSpPr>
            <p:grpSpPr>
              <a:xfrm rot="-494240">
                <a:off x="6547168" y="1596269"/>
                <a:ext cx="674015" cy="691930"/>
                <a:chOff x="6956808" y="1501695"/>
                <a:chExt cx="737166" cy="756760"/>
              </a:xfrm>
            </p:grpSpPr>
            <p:sp>
              <p:nvSpPr>
                <p:cNvPr id="41" name="Google Shape;1468;p37">
                  <a:extLst>
                    <a:ext uri="{FF2B5EF4-FFF2-40B4-BE49-F238E27FC236}">
                      <a16:creationId xmlns:a16="http://schemas.microsoft.com/office/drawing/2014/main" id="{6422FE9D-2FB9-E8FD-896B-607A4C4FE5C0}"/>
                    </a:ext>
                  </a:extLst>
                </p:cNvPr>
                <p:cNvSpPr/>
                <p:nvPr/>
              </p:nvSpPr>
              <p:spPr>
                <a:xfrm>
                  <a:off x="7450399" y="2133058"/>
                  <a:ext cx="243574" cy="125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5" h="4013" extrusionOk="0">
                      <a:moveTo>
                        <a:pt x="7173" y="1"/>
                      </a:moveTo>
                      <a:cubicBezTo>
                        <a:pt x="7098" y="1"/>
                        <a:pt x="7019" y="22"/>
                        <a:pt x="6938" y="69"/>
                      </a:cubicBezTo>
                      <a:lnTo>
                        <a:pt x="2477" y="3085"/>
                      </a:lnTo>
                      <a:lnTo>
                        <a:pt x="2460" y="3103"/>
                      </a:lnTo>
                      <a:lnTo>
                        <a:pt x="2460" y="3085"/>
                      </a:lnTo>
                      <a:lnTo>
                        <a:pt x="943" y="248"/>
                      </a:lnTo>
                      <a:cubicBezTo>
                        <a:pt x="851" y="93"/>
                        <a:pt x="714" y="29"/>
                        <a:pt x="577" y="29"/>
                      </a:cubicBezTo>
                      <a:cubicBezTo>
                        <a:pt x="287" y="29"/>
                        <a:pt x="0" y="319"/>
                        <a:pt x="158" y="658"/>
                      </a:cubicBezTo>
                      <a:lnTo>
                        <a:pt x="1674" y="3495"/>
                      </a:lnTo>
                      <a:cubicBezTo>
                        <a:pt x="1764" y="3727"/>
                        <a:pt x="1960" y="3906"/>
                        <a:pt x="2192" y="3995"/>
                      </a:cubicBezTo>
                      <a:lnTo>
                        <a:pt x="2228" y="3995"/>
                      </a:lnTo>
                      <a:cubicBezTo>
                        <a:pt x="2287" y="4007"/>
                        <a:pt x="2346" y="4012"/>
                        <a:pt x="2405" y="4012"/>
                      </a:cubicBezTo>
                      <a:cubicBezTo>
                        <a:pt x="2611" y="4012"/>
                        <a:pt x="2810" y="3941"/>
                        <a:pt x="2977" y="3816"/>
                      </a:cubicBezTo>
                      <a:lnTo>
                        <a:pt x="7438" y="801"/>
                      </a:lnTo>
                      <a:cubicBezTo>
                        <a:pt x="7794" y="519"/>
                        <a:pt x="7544" y="1"/>
                        <a:pt x="717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2" name="Google Shape;1469;p37">
                  <a:extLst>
                    <a:ext uri="{FF2B5EF4-FFF2-40B4-BE49-F238E27FC236}">
                      <a16:creationId xmlns:a16="http://schemas.microsoft.com/office/drawing/2014/main" id="{F2A2A5E9-BD68-EEE7-33DD-54380C09BFE0}"/>
                    </a:ext>
                  </a:extLst>
                </p:cNvPr>
                <p:cNvSpPr/>
                <p:nvPr/>
              </p:nvSpPr>
              <p:spPr>
                <a:xfrm>
                  <a:off x="6956808" y="1501695"/>
                  <a:ext cx="603358" cy="670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9" h="21453" extrusionOk="0">
                      <a:moveTo>
                        <a:pt x="5601" y="1193"/>
                      </a:moveTo>
                      <a:cubicBezTo>
                        <a:pt x="5591" y="1195"/>
                        <a:pt x="5610" y="1201"/>
                        <a:pt x="5641" y="1201"/>
                      </a:cubicBezTo>
                      <a:lnTo>
                        <a:pt x="5601" y="1193"/>
                      </a:lnTo>
                      <a:close/>
                      <a:moveTo>
                        <a:pt x="3357" y="1"/>
                      </a:moveTo>
                      <a:cubicBezTo>
                        <a:pt x="3232" y="1"/>
                        <a:pt x="3107" y="2"/>
                        <a:pt x="2982" y="5"/>
                      </a:cubicBezTo>
                      <a:cubicBezTo>
                        <a:pt x="2906" y="3"/>
                        <a:pt x="2829" y="3"/>
                        <a:pt x="2753" y="3"/>
                      </a:cubicBezTo>
                      <a:cubicBezTo>
                        <a:pt x="2065" y="3"/>
                        <a:pt x="1391" y="75"/>
                        <a:pt x="716" y="219"/>
                      </a:cubicBezTo>
                      <a:lnTo>
                        <a:pt x="681" y="219"/>
                      </a:lnTo>
                      <a:cubicBezTo>
                        <a:pt x="0" y="284"/>
                        <a:pt x="143" y="1232"/>
                        <a:pt x="710" y="1232"/>
                      </a:cubicBezTo>
                      <a:cubicBezTo>
                        <a:pt x="767" y="1232"/>
                        <a:pt x="829" y="1222"/>
                        <a:pt x="895" y="1201"/>
                      </a:cubicBezTo>
                      <a:lnTo>
                        <a:pt x="877" y="1201"/>
                      </a:lnTo>
                      <a:cubicBezTo>
                        <a:pt x="1037" y="1165"/>
                        <a:pt x="1180" y="1147"/>
                        <a:pt x="1323" y="1129"/>
                      </a:cubicBezTo>
                      <a:cubicBezTo>
                        <a:pt x="1466" y="1111"/>
                        <a:pt x="1680" y="1076"/>
                        <a:pt x="1858" y="1058"/>
                      </a:cubicBezTo>
                      <a:lnTo>
                        <a:pt x="2019" y="1040"/>
                      </a:lnTo>
                      <a:lnTo>
                        <a:pt x="2072" y="1040"/>
                      </a:lnTo>
                      <a:lnTo>
                        <a:pt x="2447" y="1022"/>
                      </a:lnTo>
                      <a:cubicBezTo>
                        <a:pt x="2679" y="1009"/>
                        <a:pt x="2913" y="1003"/>
                        <a:pt x="3148" y="1003"/>
                      </a:cubicBezTo>
                      <a:cubicBezTo>
                        <a:pt x="3528" y="1003"/>
                        <a:pt x="3910" y="1018"/>
                        <a:pt x="4285" y="1040"/>
                      </a:cubicBezTo>
                      <a:cubicBezTo>
                        <a:pt x="4642" y="1058"/>
                        <a:pt x="4998" y="1094"/>
                        <a:pt x="5355" y="1147"/>
                      </a:cubicBezTo>
                      <a:lnTo>
                        <a:pt x="5601" y="1193"/>
                      </a:lnTo>
                      <a:lnTo>
                        <a:pt x="5601" y="1193"/>
                      </a:lnTo>
                      <a:cubicBezTo>
                        <a:pt x="5602" y="1193"/>
                        <a:pt x="5605" y="1193"/>
                        <a:pt x="5608" y="1193"/>
                      </a:cubicBezTo>
                      <a:cubicBezTo>
                        <a:pt x="5619" y="1193"/>
                        <a:pt x="5641" y="1195"/>
                        <a:pt x="5676" y="1201"/>
                      </a:cubicBezTo>
                      <a:lnTo>
                        <a:pt x="5837" y="1219"/>
                      </a:lnTo>
                      <a:cubicBezTo>
                        <a:pt x="6033" y="1254"/>
                        <a:pt x="6247" y="1290"/>
                        <a:pt x="6444" y="1343"/>
                      </a:cubicBezTo>
                      <a:cubicBezTo>
                        <a:pt x="6854" y="1433"/>
                        <a:pt x="7247" y="1540"/>
                        <a:pt x="7657" y="1665"/>
                      </a:cubicBezTo>
                      <a:cubicBezTo>
                        <a:pt x="7871" y="1736"/>
                        <a:pt x="8085" y="1807"/>
                        <a:pt x="8299" y="1897"/>
                      </a:cubicBezTo>
                      <a:lnTo>
                        <a:pt x="8603" y="2021"/>
                      </a:lnTo>
                      <a:lnTo>
                        <a:pt x="8745" y="2075"/>
                      </a:lnTo>
                      <a:lnTo>
                        <a:pt x="8817" y="2111"/>
                      </a:lnTo>
                      <a:cubicBezTo>
                        <a:pt x="8829" y="2111"/>
                        <a:pt x="8785" y="2087"/>
                        <a:pt x="8786" y="2087"/>
                      </a:cubicBezTo>
                      <a:lnTo>
                        <a:pt x="8786" y="2087"/>
                      </a:lnTo>
                      <a:cubicBezTo>
                        <a:pt x="8787" y="2087"/>
                        <a:pt x="8799" y="2093"/>
                        <a:pt x="8835" y="2111"/>
                      </a:cubicBezTo>
                      <a:cubicBezTo>
                        <a:pt x="9727" y="2503"/>
                        <a:pt x="10583" y="3003"/>
                        <a:pt x="11368" y="3574"/>
                      </a:cubicBezTo>
                      <a:lnTo>
                        <a:pt x="11511" y="3681"/>
                      </a:lnTo>
                      <a:cubicBezTo>
                        <a:pt x="11547" y="3699"/>
                        <a:pt x="11582" y="3716"/>
                        <a:pt x="11600" y="3752"/>
                      </a:cubicBezTo>
                      <a:cubicBezTo>
                        <a:pt x="11707" y="3841"/>
                        <a:pt x="11832" y="3931"/>
                        <a:pt x="11921" y="4020"/>
                      </a:cubicBezTo>
                      <a:cubicBezTo>
                        <a:pt x="12136" y="4180"/>
                        <a:pt x="12332" y="4359"/>
                        <a:pt x="12528" y="4555"/>
                      </a:cubicBezTo>
                      <a:cubicBezTo>
                        <a:pt x="12938" y="4948"/>
                        <a:pt x="13331" y="5376"/>
                        <a:pt x="13706" y="5822"/>
                      </a:cubicBezTo>
                      <a:cubicBezTo>
                        <a:pt x="13920" y="6090"/>
                        <a:pt x="14045" y="6250"/>
                        <a:pt x="14205" y="6482"/>
                      </a:cubicBezTo>
                      <a:cubicBezTo>
                        <a:pt x="14384" y="6732"/>
                        <a:pt x="14562" y="7000"/>
                        <a:pt x="14741" y="7267"/>
                      </a:cubicBezTo>
                      <a:cubicBezTo>
                        <a:pt x="15097" y="7838"/>
                        <a:pt x="15419" y="8427"/>
                        <a:pt x="15704" y="9034"/>
                      </a:cubicBezTo>
                      <a:cubicBezTo>
                        <a:pt x="17221" y="12192"/>
                        <a:pt x="17863" y="15778"/>
                        <a:pt x="18113" y="19293"/>
                      </a:cubicBezTo>
                      <a:cubicBezTo>
                        <a:pt x="18149" y="19846"/>
                        <a:pt x="18166" y="20381"/>
                        <a:pt x="18184" y="20917"/>
                      </a:cubicBezTo>
                      <a:cubicBezTo>
                        <a:pt x="18184" y="21202"/>
                        <a:pt x="18416" y="21434"/>
                        <a:pt x="18702" y="21452"/>
                      </a:cubicBezTo>
                      <a:cubicBezTo>
                        <a:pt x="18951" y="21452"/>
                        <a:pt x="19308" y="21256"/>
                        <a:pt x="19290" y="20970"/>
                      </a:cubicBezTo>
                      <a:cubicBezTo>
                        <a:pt x="19166" y="17098"/>
                        <a:pt x="18648" y="13191"/>
                        <a:pt x="17167" y="9605"/>
                      </a:cubicBezTo>
                      <a:cubicBezTo>
                        <a:pt x="16186" y="7231"/>
                        <a:pt x="14741" y="5001"/>
                        <a:pt x="12760" y="3324"/>
                      </a:cubicBezTo>
                      <a:cubicBezTo>
                        <a:pt x="11226" y="2021"/>
                        <a:pt x="9406" y="1076"/>
                        <a:pt x="7461" y="540"/>
                      </a:cubicBezTo>
                      <a:cubicBezTo>
                        <a:pt x="6120" y="181"/>
                        <a:pt x="4733" y="1"/>
                        <a:pt x="3357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grpSp>
            <p:nvGrpSpPr>
              <p:cNvPr id="43" name="Google Shape;1470;p37">
                <a:extLst>
                  <a:ext uri="{FF2B5EF4-FFF2-40B4-BE49-F238E27FC236}">
                    <a16:creationId xmlns:a16="http://schemas.microsoft.com/office/drawing/2014/main" id="{4D47D289-C99D-85AE-C625-D29393963F36}"/>
                  </a:ext>
                </a:extLst>
              </p:cNvPr>
              <p:cNvGrpSpPr/>
              <p:nvPr/>
            </p:nvGrpSpPr>
            <p:grpSpPr>
              <a:xfrm>
                <a:off x="5210208" y="2912130"/>
                <a:ext cx="810747" cy="539580"/>
                <a:chOff x="4989584" y="2864245"/>
                <a:chExt cx="1072416" cy="713730"/>
              </a:xfrm>
            </p:grpSpPr>
            <p:sp>
              <p:nvSpPr>
                <p:cNvPr id="44" name="Google Shape;1471;p37">
                  <a:extLst>
                    <a:ext uri="{FF2B5EF4-FFF2-40B4-BE49-F238E27FC236}">
                      <a16:creationId xmlns:a16="http://schemas.microsoft.com/office/drawing/2014/main" id="{64C0AC85-1A34-2F44-D3DD-C170C4A84082}"/>
                    </a:ext>
                  </a:extLst>
                </p:cNvPr>
                <p:cNvSpPr/>
                <p:nvPr/>
              </p:nvSpPr>
              <p:spPr>
                <a:xfrm>
                  <a:off x="4989584" y="3379835"/>
                  <a:ext cx="294445" cy="198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3" h="6341" extrusionOk="0">
                      <a:moveTo>
                        <a:pt x="764" y="0"/>
                      </a:moveTo>
                      <a:cubicBezTo>
                        <a:pt x="361" y="0"/>
                        <a:pt x="0" y="480"/>
                        <a:pt x="324" y="899"/>
                      </a:cubicBezTo>
                      <a:lnTo>
                        <a:pt x="4678" y="5877"/>
                      </a:lnTo>
                      <a:cubicBezTo>
                        <a:pt x="4874" y="6144"/>
                        <a:pt x="5178" y="6305"/>
                        <a:pt x="5517" y="6341"/>
                      </a:cubicBezTo>
                      <a:lnTo>
                        <a:pt x="5534" y="6341"/>
                      </a:lnTo>
                      <a:cubicBezTo>
                        <a:pt x="5856" y="6305"/>
                        <a:pt x="6141" y="6144"/>
                        <a:pt x="6320" y="5912"/>
                      </a:cubicBezTo>
                      <a:lnTo>
                        <a:pt x="8996" y="3004"/>
                      </a:lnTo>
                      <a:cubicBezTo>
                        <a:pt x="9422" y="2604"/>
                        <a:pt x="9043" y="2056"/>
                        <a:pt x="8615" y="2056"/>
                      </a:cubicBezTo>
                      <a:cubicBezTo>
                        <a:pt x="8470" y="2056"/>
                        <a:pt x="8320" y="2119"/>
                        <a:pt x="8193" y="2273"/>
                      </a:cubicBezTo>
                      <a:lnTo>
                        <a:pt x="5517" y="5163"/>
                      </a:lnTo>
                      <a:lnTo>
                        <a:pt x="5517" y="5181"/>
                      </a:lnTo>
                      <a:lnTo>
                        <a:pt x="5499" y="5145"/>
                      </a:lnTo>
                      <a:lnTo>
                        <a:pt x="1145" y="167"/>
                      </a:lnTo>
                      <a:cubicBezTo>
                        <a:pt x="1028" y="50"/>
                        <a:pt x="894" y="0"/>
                        <a:pt x="76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5" name="Google Shape;1472;p37">
                  <a:extLst>
                    <a:ext uri="{FF2B5EF4-FFF2-40B4-BE49-F238E27FC236}">
                      <a16:creationId xmlns:a16="http://schemas.microsoft.com/office/drawing/2014/main" id="{1A763EFE-76E6-3023-9AB5-92564A426E8D}"/>
                    </a:ext>
                  </a:extLst>
                </p:cNvPr>
                <p:cNvSpPr/>
                <p:nvPr/>
              </p:nvSpPr>
              <p:spPr>
                <a:xfrm>
                  <a:off x="5150729" y="2864245"/>
                  <a:ext cx="911271" cy="607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3" h="19445" extrusionOk="0">
                      <a:moveTo>
                        <a:pt x="27667" y="1"/>
                      </a:moveTo>
                      <a:cubicBezTo>
                        <a:pt x="27248" y="1"/>
                        <a:pt x="26829" y="16"/>
                        <a:pt x="26410" y="38"/>
                      </a:cubicBezTo>
                      <a:cubicBezTo>
                        <a:pt x="22181" y="270"/>
                        <a:pt x="18042" y="1358"/>
                        <a:pt x="14259" y="3249"/>
                      </a:cubicBezTo>
                      <a:cubicBezTo>
                        <a:pt x="11583" y="4588"/>
                        <a:pt x="9138" y="6336"/>
                        <a:pt x="7015" y="8442"/>
                      </a:cubicBezTo>
                      <a:cubicBezTo>
                        <a:pt x="4428" y="11047"/>
                        <a:pt x="2322" y="14080"/>
                        <a:pt x="788" y="17417"/>
                      </a:cubicBezTo>
                      <a:cubicBezTo>
                        <a:pt x="574" y="17863"/>
                        <a:pt x="360" y="18327"/>
                        <a:pt x="163" y="18808"/>
                      </a:cubicBezTo>
                      <a:cubicBezTo>
                        <a:pt x="1" y="19199"/>
                        <a:pt x="333" y="19444"/>
                        <a:pt x="674" y="19444"/>
                      </a:cubicBezTo>
                      <a:cubicBezTo>
                        <a:pt x="894" y="19444"/>
                        <a:pt x="1118" y="19342"/>
                        <a:pt x="1216" y="19112"/>
                      </a:cubicBezTo>
                      <a:cubicBezTo>
                        <a:pt x="2608" y="15704"/>
                        <a:pt x="4588" y="12581"/>
                        <a:pt x="7051" y="9869"/>
                      </a:cubicBezTo>
                      <a:cubicBezTo>
                        <a:pt x="9049" y="7728"/>
                        <a:pt x="11386" y="5926"/>
                        <a:pt x="13974" y="4516"/>
                      </a:cubicBezTo>
                      <a:cubicBezTo>
                        <a:pt x="15115" y="3910"/>
                        <a:pt x="16293" y="3374"/>
                        <a:pt x="17524" y="2910"/>
                      </a:cubicBezTo>
                      <a:cubicBezTo>
                        <a:pt x="17792" y="2803"/>
                        <a:pt x="18077" y="2696"/>
                        <a:pt x="18363" y="2607"/>
                      </a:cubicBezTo>
                      <a:lnTo>
                        <a:pt x="18470" y="2571"/>
                      </a:lnTo>
                      <a:lnTo>
                        <a:pt x="18666" y="2500"/>
                      </a:lnTo>
                      <a:lnTo>
                        <a:pt x="19112" y="2357"/>
                      </a:lnTo>
                      <a:cubicBezTo>
                        <a:pt x="19648" y="2197"/>
                        <a:pt x="20183" y="2054"/>
                        <a:pt x="20736" y="1911"/>
                      </a:cubicBezTo>
                      <a:cubicBezTo>
                        <a:pt x="21682" y="1679"/>
                        <a:pt x="22663" y="1465"/>
                        <a:pt x="23644" y="1340"/>
                      </a:cubicBezTo>
                      <a:cubicBezTo>
                        <a:pt x="24072" y="1269"/>
                        <a:pt x="24501" y="1215"/>
                        <a:pt x="24929" y="1162"/>
                      </a:cubicBezTo>
                      <a:cubicBezTo>
                        <a:pt x="25125" y="1144"/>
                        <a:pt x="25304" y="1126"/>
                        <a:pt x="25500" y="1108"/>
                      </a:cubicBezTo>
                      <a:cubicBezTo>
                        <a:pt x="25509" y="1108"/>
                        <a:pt x="25527" y="1107"/>
                        <a:pt x="25546" y="1106"/>
                      </a:cubicBezTo>
                      <a:lnTo>
                        <a:pt x="25546" y="1106"/>
                      </a:lnTo>
                      <a:cubicBezTo>
                        <a:pt x="25538" y="1107"/>
                        <a:pt x="25528" y="1107"/>
                        <a:pt x="25518" y="1108"/>
                      </a:cubicBezTo>
                      <a:lnTo>
                        <a:pt x="25643" y="1108"/>
                      </a:lnTo>
                      <a:lnTo>
                        <a:pt x="25910" y="1091"/>
                      </a:lnTo>
                      <a:cubicBezTo>
                        <a:pt x="26419" y="1057"/>
                        <a:pt x="26928" y="1044"/>
                        <a:pt x="27437" y="1044"/>
                      </a:cubicBezTo>
                      <a:cubicBezTo>
                        <a:pt x="27731" y="1044"/>
                        <a:pt x="28025" y="1048"/>
                        <a:pt x="28319" y="1055"/>
                      </a:cubicBezTo>
                      <a:lnTo>
                        <a:pt x="28355" y="1055"/>
                      </a:lnTo>
                      <a:cubicBezTo>
                        <a:pt x="28367" y="1055"/>
                        <a:pt x="28379" y="1056"/>
                        <a:pt x="28391" y="1056"/>
                      </a:cubicBezTo>
                      <a:cubicBezTo>
                        <a:pt x="29055" y="1056"/>
                        <a:pt x="29163" y="90"/>
                        <a:pt x="28462" y="38"/>
                      </a:cubicBezTo>
                      <a:lnTo>
                        <a:pt x="28444" y="20"/>
                      </a:lnTo>
                      <a:cubicBezTo>
                        <a:pt x="28185" y="6"/>
                        <a:pt x="27926" y="1"/>
                        <a:pt x="27667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46" name="Google Shape;1473;p37">
                <a:extLst>
                  <a:ext uri="{FF2B5EF4-FFF2-40B4-BE49-F238E27FC236}">
                    <a16:creationId xmlns:a16="http://schemas.microsoft.com/office/drawing/2014/main" id="{B4ABA4B2-FD5D-9736-C1F2-694E041C9F16}"/>
                  </a:ext>
                </a:extLst>
              </p:cNvPr>
              <p:cNvSpPr/>
              <p:nvPr/>
            </p:nvSpPr>
            <p:spPr>
              <a:xfrm>
                <a:off x="2345451" y="2784467"/>
                <a:ext cx="137165" cy="507946"/>
              </a:xfrm>
              <a:custGeom>
                <a:avLst/>
                <a:gdLst/>
                <a:ahLst/>
                <a:cxnLst/>
                <a:rect l="l" t="t" r="r" b="b"/>
                <a:pathLst>
                  <a:path w="4801" h="17779" extrusionOk="0">
                    <a:moveTo>
                      <a:pt x="4386" y="1"/>
                    </a:moveTo>
                    <a:cubicBezTo>
                      <a:pt x="4276" y="1"/>
                      <a:pt x="4168" y="52"/>
                      <a:pt x="4105" y="147"/>
                    </a:cubicBezTo>
                    <a:cubicBezTo>
                      <a:pt x="393" y="5268"/>
                      <a:pt x="1" y="12066"/>
                      <a:pt x="3070" y="17597"/>
                    </a:cubicBezTo>
                    <a:cubicBezTo>
                      <a:pt x="3134" y="17710"/>
                      <a:pt x="3241" y="17778"/>
                      <a:pt x="3366" y="17778"/>
                    </a:cubicBezTo>
                    <a:cubicBezTo>
                      <a:pt x="3380" y="17778"/>
                      <a:pt x="3394" y="17778"/>
                      <a:pt x="3409" y="17776"/>
                    </a:cubicBezTo>
                    <a:cubicBezTo>
                      <a:pt x="3462" y="17776"/>
                      <a:pt x="3516" y="17758"/>
                      <a:pt x="3569" y="17740"/>
                    </a:cubicBezTo>
                    <a:cubicBezTo>
                      <a:pt x="3730" y="17633"/>
                      <a:pt x="3801" y="17419"/>
                      <a:pt x="3712" y="17241"/>
                    </a:cubicBezTo>
                    <a:cubicBezTo>
                      <a:pt x="768" y="11959"/>
                      <a:pt x="1161" y="5464"/>
                      <a:pt x="4694" y="575"/>
                    </a:cubicBezTo>
                    <a:cubicBezTo>
                      <a:pt x="4801" y="415"/>
                      <a:pt x="4765" y="183"/>
                      <a:pt x="4604" y="76"/>
                    </a:cubicBezTo>
                    <a:cubicBezTo>
                      <a:pt x="4539" y="25"/>
                      <a:pt x="4462" y="1"/>
                      <a:pt x="43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7" name="Google Shape;1474;p37">
                <a:extLst>
                  <a:ext uri="{FF2B5EF4-FFF2-40B4-BE49-F238E27FC236}">
                    <a16:creationId xmlns:a16="http://schemas.microsoft.com/office/drawing/2014/main" id="{22FAD4A0-C35B-2824-896B-3A66C384A7A4}"/>
                  </a:ext>
                </a:extLst>
              </p:cNvPr>
              <p:cNvSpPr/>
              <p:nvPr/>
            </p:nvSpPr>
            <p:spPr>
              <a:xfrm>
                <a:off x="2451930" y="3314464"/>
                <a:ext cx="122451" cy="94595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3311" extrusionOk="0">
                    <a:moveTo>
                      <a:pt x="510" y="1"/>
                    </a:moveTo>
                    <a:cubicBezTo>
                      <a:pt x="235" y="1"/>
                      <a:pt x="1" y="341"/>
                      <a:pt x="235" y="617"/>
                    </a:cubicBezTo>
                    <a:cubicBezTo>
                      <a:pt x="1234" y="1651"/>
                      <a:pt x="2376" y="2544"/>
                      <a:pt x="3625" y="3257"/>
                    </a:cubicBezTo>
                    <a:cubicBezTo>
                      <a:pt x="3696" y="3293"/>
                      <a:pt x="3768" y="3311"/>
                      <a:pt x="3839" y="3311"/>
                    </a:cubicBezTo>
                    <a:cubicBezTo>
                      <a:pt x="4178" y="3275"/>
                      <a:pt x="4285" y="2829"/>
                      <a:pt x="4000" y="2651"/>
                    </a:cubicBezTo>
                    <a:cubicBezTo>
                      <a:pt x="2804" y="1955"/>
                      <a:pt x="1698" y="1098"/>
                      <a:pt x="735" y="117"/>
                    </a:cubicBezTo>
                    <a:lnTo>
                      <a:pt x="752" y="99"/>
                    </a:lnTo>
                    <a:cubicBezTo>
                      <a:pt x="675" y="30"/>
                      <a:pt x="591" y="1"/>
                      <a:pt x="5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48" name="Google Shape;1475;p37">
                <a:extLst>
                  <a:ext uri="{FF2B5EF4-FFF2-40B4-BE49-F238E27FC236}">
                    <a16:creationId xmlns:a16="http://schemas.microsoft.com/office/drawing/2014/main" id="{75D005AA-E79D-9280-CC43-FDD00706A7E7}"/>
                  </a:ext>
                </a:extLst>
              </p:cNvPr>
              <p:cNvGrpSpPr/>
              <p:nvPr/>
            </p:nvGrpSpPr>
            <p:grpSpPr>
              <a:xfrm>
                <a:off x="2565922" y="2834135"/>
                <a:ext cx="399992" cy="408628"/>
                <a:chOff x="2291281" y="2740704"/>
                <a:chExt cx="612264" cy="625579"/>
              </a:xfrm>
            </p:grpSpPr>
            <p:sp>
              <p:nvSpPr>
                <p:cNvPr id="49" name="Google Shape;1476;p37">
                  <a:extLst>
                    <a:ext uri="{FF2B5EF4-FFF2-40B4-BE49-F238E27FC236}">
                      <a16:creationId xmlns:a16="http://schemas.microsoft.com/office/drawing/2014/main" id="{56B8A7E6-B6AA-4B73-9DA5-BFE55C9C32D1}"/>
                    </a:ext>
                  </a:extLst>
                </p:cNvPr>
                <p:cNvSpPr/>
                <p:nvPr/>
              </p:nvSpPr>
              <p:spPr>
                <a:xfrm>
                  <a:off x="2316873" y="3076150"/>
                  <a:ext cx="586672" cy="290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75" h="9285" extrusionOk="0">
                      <a:moveTo>
                        <a:pt x="9064" y="378"/>
                      </a:moveTo>
                      <a:cubicBezTo>
                        <a:pt x="11676" y="378"/>
                        <a:pt x="14165" y="1566"/>
                        <a:pt x="15813" y="3629"/>
                      </a:cubicBezTo>
                      <a:cubicBezTo>
                        <a:pt x="16955" y="5021"/>
                        <a:pt x="17633" y="6733"/>
                        <a:pt x="17775" y="8518"/>
                      </a:cubicBezTo>
                      <a:cubicBezTo>
                        <a:pt x="17785" y="8642"/>
                        <a:pt x="17789" y="8766"/>
                        <a:pt x="17791" y="8892"/>
                      </a:cubicBezTo>
                      <a:lnTo>
                        <a:pt x="968" y="8892"/>
                      </a:lnTo>
                      <a:cubicBezTo>
                        <a:pt x="979" y="7091"/>
                        <a:pt x="1549" y="5345"/>
                        <a:pt x="2591" y="3879"/>
                      </a:cubicBezTo>
                      <a:cubicBezTo>
                        <a:pt x="3073" y="3165"/>
                        <a:pt x="3680" y="2540"/>
                        <a:pt x="4375" y="2005"/>
                      </a:cubicBezTo>
                      <a:cubicBezTo>
                        <a:pt x="4697" y="1738"/>
                        <a:pt x="5053" y="1506"/>
                        <a:pt x="5428" y="1309"/>
                      </a:cubicBezTo>
                      <a:lnTo>
                        <a:pt x="5571" y="1238"/>
                      </a:lnTo>
                      <a:lnTo>
                        <a:pt x="5571" y="1238"/>
                      </a:lnTo>
                      <a:cubicBezTo>
                        <a:pt x="5557" y="1245"/>
                        <a:pt x="5551" y="1248"/>
                        <a:pt x="5549" y="1248"/>
                      </a:cubicBezTo>
                      <a:cubicBezTo>
                        <a:pt x="5544" y="1248"/>
                        <a:pt x="5628" y="1199"/>
                        <a:pt x="5642" y="1184"/>
                      </a:cubicBezTo>
                      <a:lnTo>
                        <a:pt x="5963" y="1042"/>
                      </a:lnTo>
                      <a:cubicBezTo>
                        <a:pt x="6053" y="988"/>
                        <a:pt x="6142" y="952"/>
                        <a:pt x="6249" y="917"/>
                      </a:cubicBezTo>
                      <a:cubicBezTo>
                        <a:pt x="6272" y="907"/>
                        <a:pt x="6279" y="904"/>
                        <a:pt x="6276" y="904"/>
                      </a:cubicBezTo>
                      <a:cubicBezTo>
                        <a:pt x="6276" y="904"/>
                        <a:pt x="6274" y="904"/>
                        <a:pt x="6273" y="905"/>
                      </a:cubicBezTo>
                      <a:lnTo>
                        <a:pt x="6273" y="905"/>
                      </a:lnTo>
                      <a:lnTo>
                        <a:pt x="6320" y="881"/>
                      </a:lnTo>
                      <a:lnTo>
                        <a:pt x="6499" y="810"/>
                      </a:lnTo>
                      <a:lnTo>
                        <a:pt x="6784" y="720"/>
                      </a:lnTo>
                      <a:lnTo>
                        <a:pt x="6811" y="707"/>
                      </a:lnTo>
                      <a:lnTo>
                        <a:pt x="6811" y="707"/>
                      </a:lnTo>
                      <a:cubicBezTo>
                        <a:pt x="6825" y="705"/>
                        <a:pt x="6843" y="703"/>
                        <a:pt x="6856" y="703"/>
                      </a:cubicBezTo>
                      <a:lnTo>
                        <a:pt x="7034" y="649"/>
                      </a:lnTo>
                      <a:cubicBezTo>
                        <a:pt x="7141" y="631"/>
                        <a:pt x="7248" y="596"/>
                        <a:pt x="7337" y="578"/>
                      </a:cubicBezTo>
                      <a:lnTo>
                        <a:pt x="7427" y="560"/>
                      </a:lnTo>
                      <a:lnTo>
                        <a:pt x="7427" y="560"/>
                      </a:lnTo>
                      <a:cubicBezTo>
                        <a:pt x="7385" y="566"/>
                        <a:pt x="7367" y="568"/>
                        <a:pt x="7363" y="568"/>
                      </a:cubicBezTo>
                      <a:cubicBezTo>
                        <a:pt x="7355" y="568"/>
                        <a:pt x="7403" y="560"/>
                        <a:pt x="7427" y="560"/>
                      </a:cubicBezTo>
                      <a:lnTo>
                        <a:pt x="7605" y="524"/>
                      </a:lnTo>
                      <a:lnTo>
                        <a:pt x="7926" y="471"/>
                      </a:lnTo>
                      <a:lnTo>
                        <a:pt x="7998" y="453"/>
                      </a:lnTo>
                      <a:lnTo>
                        <a:pt x="7998" y="453"/>
                      </a:lnTo>
                      <a:cubicBezTo>
                        <a:pt x="7968" y="459"/>
                        <a:pt x="7956" y="461"/>
                        <a:pt x="7954" y="461"/>
                      </a:cubicBezTo>
                      <a:cubicBezTo>
                        <a:pt x="7950" y="461"/>
                        <a:pt x="7986" y="453"/>
                        <a:pt x="7998" y="453"/>
                      </a:cubicBezTo>
                      <a:lnTo>
                        <a:pt x="8212" y="435"/>
                      </a:lnTo>
                      <a:cubicBezTo>
                        <a:pt x="8319" y="417"/>
                        <a:pt x="8444" y="399"/>
                        <a:pt x="8551" y="399"/>
                      </a:cubicBezTo>
                      <a:lnTo>
                        <a:pt x="8693" y="381"/>
                      </a:lnTo>
                      <a:lnTo>
                        <a:pt x="8836" y="381"/>
                      </a:lnTo>
                      <a:cubicBezTo>
                        <a:pt x="8912" y="379"/>
                        <a:pt x="8988" y="378"/>
                        <a:pt x="9064" y="378"/>
                      </a:cubicBezTo>
                      <a:close/>
                      <a:moveTo>
                        <a:pt x="9626" y="1"/>
                      </a:moveTo>
                      <a:cubicBezTo>
                        <a:pt x="6777" y="1"/>
                        <a:pt x="4010" y="1224"/>
                        <a:pt x="2092" y="3468"/>
                      </a:cubicBezTo>
                      <a:cubicBezTo>
                        <a:pt x="896" y="4896"/>
                        <a:pt x="165" y="6662"/>
                        <a:pt x="22" y="8518"/>
                      </a:cubicBezTo>
                      <a:cubicBezTo>
                        <a:pt x="5" y="8743"/>
                        <a:pt x="4" y="8969"/>
                        <a:pt x="4" y="9194"/>
                      </a:cubicBezTo>
                      <a:lnTo>
                        <a:pt x="4" y="9194"/>
                      </a:lnTo>
                      <a:cubicBezTo>
                        <a:pt x="1" y="9206"/>
                        <a:pt x="1" y="9218"/>
                        <a:pt x="4" y="9231"/>
                      </a:cubicBezTo>
                      <a:cubicBezTo>
                        <a:pt x="22" y="9285"/>
                        <a:pt x="129" y="9285"/>
                        <a:pt x="165" y="9285"/>
                      </a:cubicBezTo>
                      <a:lnTo>
                        <a:pt x="17972" y="9285"/>
                      </a:lnTo>
                      <a:cubicBezTo>
                        <a:pt x="18168" y="9285"/>
                        <a:pt x="18346" y="9249"/>
                        <a:pt x="18525" y="9178"/>
                      </a:cubicBezTo>
                      <a:cubicBezTo>
                        <a:pt x="18596" y="9142"/>
                        <a:pt x="18774" y="9071"/>
                        <a:pt x="18774" y="8964"/>
                      </a:cubicBezTo>
                      <a:cubicBezTo>
                        <a:pt x="18774" y="7090"/>
                        <a:pt x="18186" y="5253"/>
                        <a:pt x="17079" y="3736"/>
                      </a:cubicBezTo>
                      <a:cubicBezTo>
                        <a:pt x="16009" y="2255"/>
                        <a:pt x="14492" y="1113"/>
                        <a:pt x="12762" y="506"/>
                      </a:cubicBezTo>
                      <a:cubicBezTo>
                        <a:pt x="11731" y="166"/>
                        <a:pt x="10673" y="1"/>
                        <a:pt x="962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0" name="Google Shape;1477;p37">
                  <a:extLst>
                    <a:ext uri="{FF2B5EF4-FFF2-40B4-BE49-F238E27FC236}">
                      <a16:creationId xmlns:a16="http://schemas.microsoft.com/office/drawing/2014/main" id="{DB6898C7-DC4B-4740-98B2-49E95F4595FD}"/>
                    </a:ext>
                  </a:extLst>
                </p:cNvPr>
                <p:cNvSpPr/>
                <p:nvPr/>
              </p:nvSpPr>
              <p:spPr>
                <a:xfrm>
                  <a:off x="2638132" y="3137115"/>
                  <a:ext cx="173424" cy="100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0" h="3231" extrusionOk="0">
                      <a:moveTo>
                        <a:pt x="1214" y="1"/>
                      </a:moveTo>
                      <a:lnTo>
                        <a:pt x="0" y="233"/>
                      </a:lnTo>
                      <a:cubicBezTo>
                        <a:pt x="1678" y="732"/>
                        <a:pt x="3176" y="1731"/>
                        <a:pt x="4283" y="3105"/>
                      </a:cubicBezTo>
                      <a:lnTo>
                        <a:pt x="5549" y="3230"/>
                      </a:lnTo>
                      <a:cubicBezTo>
                        <a:pt x="4461" y="1731"/>
                        <a:pt x="2962" y="607"/>
                        <a:pt x="121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1" name="Google Shape;1478;p37">
                  <a:extLst>
                    <a:ext uri="{FF2B5EF4-FFF2-40B4-BE49-F238E27FC236}">
                      <a16:creationId xmlns:a16="http://schemas.microsoft.com/office/drawing/2014/main" id="{CEC42279-8B8F-4843-6B84-FDFBBA4923C5}"/>
                    </a:ext>
                  </a:extLst>
                </p:cNvPr>
                <p:cNvSpPr/>
                <p:nvPr/>
              </p:nvSpPr>
              <p:spPr>
                <a:xfrm>
                  <a:off x="2426272" y="2741235"/>
                  <a:ext cx="355722" cy="32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4" h="10465" extrusionOk="0">
                      <a:moveTo>
                        <a:pt x="5888" y="447"/>
                      </a:moveTo>
                      <a:cubicBezTo>
                        <a:pt x="6120" y="465"/>
                        <a:pt x="6370" y="501"/>
                        <a:pt x="6602" y="554"/>
                      </a:cubicBezTo>
                      <a:cubicBezTo>
                        <a:pt x="8565" y="1001"/>
                        <a:pt x="10046" y="2606"/>
                        <a:pt x="10349" y="4587"/>
                      </a:cubicBezTo>
                      <a:cubicBezTo>
                        <a:pt x="10385" y="4837"/>
                        <a:pt x="10402" y="5104"/>
                        <a:pt x="10402" y="5372"/>
                      </a:cubicBezTo>
                      <a:cubicBezTo>
                        <a:pt x="10402" y="5387"/>
                        <a:pt x="10408" y="5400"/>
                        <a:pt x="10419" y="5411"/>
                      </a:cubicBezTo>
                      <a:lnTo>
                        <a:pt x="10419" y="5411"/>
                      </a:lnTo>
                      <a:cubicBezTo>
                        <a:pt x="10391" y="6391"/>
                        <a:pt x="10088" y="7350"/>
                        <a:pt x="9528" y="8155"/>
                      </a:cubicBezTo>
                      <a:cubicBezTo>
                        <a:pt x="9385" y="8352"/>
                        <a:pt x="9225" y="8530"/>
                        <a:pt x="9046" y="8709"/>
                      </a:cubicBezTo>
                      <a:cubicBezTo>
                        <a:pt x="8904" y="8869"/>
                        <a:pt x="8725" y="9030"/>
                        <a:pt x="8547" y="9155"/>
                      </a:cubicBezTo>
                      <a:cubicBezTo>
                        <a:pt x="8458" y="9226"/>
                        <a:pt x="8368" y="9297"/>
                        <a:pt x="8279" y="9351"/>
                      </a:cubicBezTo>
                      <a:lnTo>
                        <a:pt x="8119" y="9458"/>
                      </a:lnTo>
                      <a:cubicBezTo>
                        <a:pt x="8092" y="9474"/>
                        <a:pt x="8086" y="9479"/>
                        <a:pt x="8089" y="9479"/>
                      </a:cubicBezTo>
                      <a:cubicBezTo>
                        <a:pt x="8093" y="9479"/>
                        <a:pt x="8121" y="9465"/>
                        <a:pt x="8122" y="9465"/>
                      </a:cubicBezTo>
                      <a:lnTo>
                        <a:pt x="8122" y="9465"/>
                      </a:lnTo>
                      <a:cubicBezTo>
                        <a:pt x="8122" y="9465"/>
                        <a:pt x="8116" y="9468"/>
                        <a:pt x="8101" y="9476"/>
                      </a:cubicBezTo>
                      <a:lnTo>
                        <a:pt x="7994" y="9529"/>
                      </a:lnTo>
                      <a:cubicBezTo>
                        <a:pt x="7887" y="9583"/>
                        <a:pt x="7797" y="9636"/>
                        <a:pt x="7690" y="9672"/>
                      </a:cubicBezTo>
                      <a:lnTo>
                        <a:pt x="7601" y="9708"/>
                      </a:lnTo>
                      <a:cubicBezTo>
                        <a:pt x="7548" y="9743"/>
                        <a:pt x="7476" y="9761"/>
                        <a:pt x="7423" y="9797"/>
                      </a:cubicBezTo>
                      <a:lnTo>
                        <a:pt x="7334" y="9815"/>
                      </a:lnTo>
                      <a:cubicBezTo>
                        <a:pt x="7304" y="9827"/>
                        <a:pt x="7294" y="9831"/>
                        <a:pt x="7295" y="9831"/>
                      </a:cubicBezTo>
                      <a:cubicBezTo>
                        <a:pt x="7296" y="9831"/>
                        <a:pt x="7339" y="9815"/>
                        <a:pt x="7351" y="9815"/>
                      </a:cubicBezTo>
                      <a:cubicBezTo>
                        <a:pt x="7298" y="9833"/>
                        <a:pt x="7226" y="9850"/>
                        <a:pt x="7173" y="9868"/>
                      </a:cubicBezTo>
                      <a:cubicBezTo>
                        <a:pt x="7102" y="9886"/>
                        <a:pt x="7048" y="9904"/>
                        <a:pt x="6977" y="9922"/>
                      </a:cubicBezTo>
                      <a:cubicBezTo>
                        <a:pt x="6970" y="9924"/>
                        <a:pt x="6966" y="9926"/>
                        <a:pt x="6962" y="9927"/>
                      </a:cubicBezTo>
                      <a:lnTo>
                        <a:pt x="6962" y="9927"/>
                      </a:lnTo>
                      <a:cubicBezTo>
                        <a:pt x="6932" y="9932"/>
                        <a:pt x="6905" y="9940"/>
                        <a:pt x="6870" y="9940"/>
                      </a:cubicBezTo>
                      <a:lnTo>
                        <a:pt x="6709" y="9975"/>
                      </a:lnTo>
                      <a:lnTo>
                        <a:pt x="6602" y="9993"/>
                      </a:lnTo>
                      <a:cubicBezTo>
                        <a:pt x="6459" y="9993"/>
                        <a:pt x="6334" y="10011"/>
                        <a:pt x="6209" y="10011"/>
                      </a:cubicBezTo>
                      <a:lnTo>
                        <a:pt x="5888" y="10011"/>
                      </a:lnTo>
                      <a:cubicBezTo>
                        <a:pt x="5746" y="10011"/>
                        <a:pt x="5621" y="9993"/>
                        <a:pt x="5496" y="9975"/>
                      </a:cubicBezTo>
                      <a:cubicBezTo>
                        <a:pt x="5264" y="9940"/>
                        <a:pt x="5032" y="9886"/>
                        <a:pt x="4800" y="9815"/>
                      </a:cubicBezTo>
                      <a:cubicBezTo>
                        <a:pt x="3872" y="9529"/>
                        <a:pt x="3033" y="8958"/>
                        <a:pt x="2427" y="8191"/>
                      </a:cubicBezTo>
                      <a:cubicBezTo>
                        <a:pt x="1160" y="6567"/>
                        <a:pt x="1017" y="4355"/>
                        <a:pt x="2052" y="2589"/>
                      </a:cubicBezTo>
                      <a:cubicBezTo>
                        <a:pt x="2302" y="2178"/>
                        <a:pt x="2605" y="1803"/>
                        <a:pt x="2962" y="1482"/>
                      </a:cubicBezTo>
                      <a:cubicBezTo>
                        <a:pt x="3140" y="1340"/>
                        <a:pt x="3319" y="1197"/>
                        <a:pt x="3515" y="1072"/>
                      </a:cubicBezTo>
                      <a:lnTo>
                        <a:pt x="3658" y="983"/>
                      </a:lnTo>
                      <a:cubicBezTo>
                        <a:pt x="3668" y="976"/>
                        <a:pt x="3671" y="974"/>
                        <a:pt x="3670" y="974"/>
                      </a:cubicBezTo>
                      <a:lnTo>
                        <a:pt x="3670" y="974"/>
                      </a:lnTo>
                      <a:cubicBezTo>
                        <a:pt x="3669" y="974"/>
                        <a:pt x="3637" y="993"/>
                        <a:pt x="3635" y="993"/>
                      </a:cubicBezTo>
                      <a:cubicBezTo>
                        <a:pt x="3634" y="993"/>
                        <a:pt x="3643" y="987"/>
                        <a:pt x="3676" y="965"/>
                      </a:cubicBezTo>
                      <a:lnTo>
                        <a:pt x="3729" y="929"/>
                      </a:lnTo>
                      <a:cubicBezTo>
                        <a:pt x="3854" y="876"/>
                        <a:pt x="3979" y="822"/>
                        <a:pt x="4086" y="751"/>
                      </a:cubicBezTo>
                      <a:lnTo>
                        <a:pt x="4158" y="733"/>
                      </a:lnTo>
                      <a:lnTo>
                        <a:pt x="4336" y="662"/>
                      </a:lnTo>
                      <a:lnTo>
                        <a:pt x="4407" y="626"/>
                      </a:lnTo>
                      <a:cubicBezTo>
                        <a:pt x="4415" y="623"/>
                        <a:pt x="4423" y="621"/>
                        <a:pt x="4430" y="620"/>
                      </a:cubicBezTo>
                      <a:lnTo>
                        <a:pt x="4430" y="620"/>
                      </a:lnTo>
                      <a:cubicBezTo>
                        <a:pt x="4422" y="622"/>
                        <a:pt x="4415" y="624"/>
                        <a:pt x="4407" y="626"/>
                      </a:cubicBezTo>
                      <a:cubicBezTo>
                        <a:pt x="4479" y="626"/>
                        <a:pt x="4479" y="618"/>
                        <a:pt x="4455" y="618"/>
                      </a:cubicBezTo>
                      <a:cubicBezTo>
                        <a:pt x="4448" y="618"/>
                        <a:pt x="4439" y="619"/>
                        <a:pt x="4430" y="620"/>
                      </a:cubicBezTo>
                      <a:lnTo>
                        <a:pt x="4430" y="620"/>
                      </a:lnTo>
                      <a:cubicBezTo>
                        <a:pt x="4494" y="604"/>
                        <a:pt x="4558" y="588"/>
                        <a:pt x="4621" y="572"/>
                      </a:cubicBezTo>
                      <a:lnTo>
                        <a:pt x="4765" y="540"/>
                      </a:lnTo>
                      <a:lnTo>
                        <a:pt x="4765" y="540"/>
                      </a:lnTo>
                      <a:cubicBezTo>
                        <a:pt x="4765" y="540"/>
                        <a:pt x="4765" y="540"/>
                        <a:pt x="4765" y="540"/>
                      </a:cubicBezTo>
                      <a:cubicBezTo>
                        <a:pt x="4770" y="540"/>
                        <a:pt x="4781" y="539"/>
                        <a:pt x="4800" y="537"/>
                      </a:cubicBezTo>
                      <a:lnTo>
                        <a:pt x="4871" y="519"/>
                      </a:lnTo>
                      <a:lnTo>
                        <a:pt x="5067" y="483"/>
                      </a:lnTo>
                      <a:lnTo>
                        <a:pt x="5139" y="465"/>
                      </a:lnTo>
                      <a:lnTo>
                        <a:pt x="5157" y="465"/>
                      </a:lnTo>
                      <a:cubicBezTo>
                        <a:pt x="5299" y="465"/>
                        <a:pt x="5424" y="447"/>
                        <a:pt x="5549" y="447"/>
                      </a:cubicBezTo>
                      <a:close/>
                      <a:moveTo>
                        <a:pt x="6085" y="0"/>
                      </a:moveTo>
                      <a:cubicBezTo>
                        <a:pt x="4392" y="0"/>
                        <a:pt x="2744" y="727"/>
                        <a:pt x="1588" y="2053"/>
                      </a:cubicBezTo>
                      <a:cubicBezTo>
                        <a:pt x="179" y="3748"/>
                        <a:pt x="0" y="6139"/>
                        <a:pt x="1142" y="8013"/>
                      </a:cubicBezTo>
                      <a:cubicBezTo>
                        <a:pt x="1695" y="8905"/>
                        <a:pt x="2516" y="9601"/>
                        <a:pt x="3479" y="10029"/>
                      </a:cubicBezTo>
                      <a:cubicBezTo>
                        <a:pt x="4172" y="10317"/>
                        <a:pt x="4917" y="10464"/>
                        <a:pt x="5661" y="10464"/>
                      </a:cubicBezTo>
                      <a:cubicBezTo>
                        <a:pt x="6067" y="10464"/>
                        <a:pt x="6473" y="10420"/>
                        <a:pt x="6870" y="10332"/>
                      </a:cubicBezTo>
                      <a:cubicBezTo>
                        <a:pt x="8029" y="10100"/>
                        <a:pt x="9100" y="9529"/>
                        <a:pt x="9939" y="8691"/>
                      </a:cubicBezTo>
                      <a:cubicBezTo>
                        <a:pt x="10670" y="7941"/>
                        <a:pt x="11152" y="6960"/>
                        <a:pt x="11330" y="5925"/>
                      </a:cubicBezTo>
                      <a:cubicBezTo>
                        <a:pt x="11366" y="5657"/>
                        <a:pt x="11384" y="5372"/>
                        <a:pt x="11384" y="5104"/>
                      </a:cubicBezTo>
                      <a:cubicBezTo>
                        <a:pt x="11384" y="5104"/>
                        <a:pt x="11384" y="5103"/>
                        <a:pt x="11384" y="5102"/>
                      </a:cubicBezTo>
                      <a:lnTo>
                        <a:pt x="11384" y="5102"/>
                      </a:lnTo>
                      <a:cubicBezTo>
                        <a:pt x="11347" y="2926"/>
                        <a:pt x="9956" y="1000"/>
                        <a:pt x="7904" y="287"/>
                      </a:cubicBezTo>
                      <a:cubicBezTo>
                        <a:pt x="7306" y="94"/>
                        <a:pt x="6693" y="0"/>
                        <a:pt x="608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2" name="Google Shape;1479;p37">
                  <a:extLst>
                    <a:ext uri="{FF2B5EF4-FFF2-40B4-BE49-F238E27FC236}">
                      <a16:creationId xmlns:a16="http://schemas.microsoft.com/office/drawing/2014/main" id="{A100C48C-8B6E-5638-082A-C80CFDE8EC9C}"/>
                    </a:ext>
                  </a:extLst>
                </p:cNvPr>
                <p:cNvSpPr/>
                <p:nvPr/>
              </p:nvSpPr>
              <p:spPr>
                <a:xfrm>
                  <a:off x="2291281" y="2740704"/>
                  <a:ext cx="216983" cy="301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4" h="9654" extrusionOk="0">
                      <a:moveTo>
                        <a:pt x="6711" y="1"/>
                      </a:moveTo>
                      <a:lnTo>
                        <a:pt x="6711" y="18"/>
                      </a:lnTo>
                      <a:cubicBezTo>
                        <a:pt x="5962" y="54"/>
                        <a:pt x="5248" y="429"/>
                        <a:pt x="4802" y="1053"/>
                      </a:cubicBezTo>
                      <a:cubicBezTo>
                        <a:pt x="4353" y="1672"/>
                        <a:pt x="4213" y="2438"/>
                        <a:pt x="4114" y="3201"/>
                      </a:cubicBezTo>
                      <a:lnTo>
                        <a:pt x="4114" y="3201"/>
                      </a:lnTo>
                      <a:cubicBezTo>
                        <a:pt x="3514" y="3008"/>
                        <a:pt x="2820" y="2793"/>
                        <a:pt x="2191" y="2793"/>
                      </a:cubicBezTo>
                      <a:cubicBezTo>
                        <a:pt x="1563" y="2793"/>
                        <a:pt x="1000" y="3008"/>
                        <a:pt x="662" y="3676"/>
                      </a:cubicBezTo>
                      <a:cubicBezTo>
                        <a:pt x="0" y="5000"/>
                        <a:pt x="1159" y="6155"/>
                        <a:pt x="2128" y="6939"/>
                      </a:cubicBezTo>
                      <a:lnTo>
                        <a:pt x="2128" y="6939"/>
                      </a:lnTo>
                      <a:cubicBezTo>
                        <a:pt x="1738" y="7185"/>
                        <a:pt x="1364" y="7529"/>
                        <a:pt x="1287" y="7994"/>
                      </a:cubicBezTo>
                      <a:cubicBezTo>
                        <a:pt x="1198" y="8529"/>
                        <a:pt x="1555" y="8940"/>
                        <a:pt x="2001" y="9172"/>
                      </a:cubicBezTo>
                      <a:cubicBezTo>
                        <a:pt x="2586" y="9509"/>
                        <a:pt x="3277" y="9653"/>
                        <a:pt x="3975" y="9653"/>
                      </a:cubicBezTo>
                      <a:cubicBezTo>
                        <a:pt x="4531" y="9653"/>
                        <a:pt x="5090" y="9562"/>
                        <a:pt x="5605" y="9404"/>
                      </a:cubicBezTo>
                      <a:cubicBezTo>
                        <a:pt x="5676" y="9386"/>
                        <a:pt x="5926" y="9314"/>
                        <a:pt x="5890" y="9189"/>
                      </a:cubicBezTo>
                      <a:cubicBezTo>
                        <a:pt x="5876" y="9146"/>
                        <a:pt x="5822" y="9132"/>
                        <a:pt x="5761" y="9132"/>
                      </a:cubicBezTo>
                      <a:cubicBezTo>
                        <a:pt x="5672" y="9132"/>
                        <a:pt x="5565" y="9161"/>
                        <a:pt x="5533" y="9172"/>
                      </a:cubicBezTo>
                      <a:cubicBezTo>
                        <a:pt x="5147" y="9293"/>
                        <a:pt x="4747" y="9355"/>
                        <a:pt x="4347" y="9355"/>
                      </a:cubicBezTo>
                      <a:cubicBezTo>
                        <a:pt x="3749" y="9355"/>
                        <a:pt x="3152" y="9218"/>
                        <a:pt x="2607" y="8940"/>
                      </a:cubicBezTo>
                      <a:cubicBezTo>
                        <a:pt x="2250" y="8743"/>
                        <a:pt x="1911" y="8440"/>
                        <a:pt x="1911" y="8012"/>
                      </a:cubicBezTo>
                      <a:cubicBezTo>
                        <a:pt x="1911" y="7530"/>
                        <a:pt x="2304" y="7155"/>
                        <a:pt x="2679" y="6941"/>
                      </a:cubicBezTo>
                      <a:cubicBezTo>
                        <a:pt x="2732" y="6906"/>
                        <a:pt x="2875" y="6834"/>
                        <a:pt x="2804" y="6763"/>
                      </a:cubicBezTo>
                      <a:cubicBezTo>
                        <a:pt x="1965" y="6103"/>
                        <a:pt x="930" y="5211"/>
                        <a:pt x="1144" y="4015"/>
                      </a:cubicBezTo>
                      <a:cubicBezTo>
                        <a:pt x="1232" y="3611"/>
                        <a:pt x="1476" y="3051"/>
                        <a:pt x="1960" y="3051"/>
                      </a:cubicBezTo>
                      <a:cubicBezTo>
                        <a:pt x="1968" y="3051"/>
                        <a:pt x="1975" y="3051"/>
                        <a:pt x="1983" y="3052"/>
                      </a:cubicBezTo>
                      <a:cubicBezTo>
                        <a:pt x="2340" y="3105"/>
                        <a:pt x="2696" y="3194"/>
                        <a:pt x="3053" y="3319"/>
                      </a:cubicBezTo>
                      <a:lnTo>
                        <a:pt x="4142" y="3623"/>
                      </a:lnTo>
                      <a:cubicBezTo>
                        <a:pt x="4163" y="3630"/>
                        <a:pt x="4197" y="3633"/>
                        <a:pt x="4238" y="3633"/>
                      </a:cubicBezTo>
                      <a:cubicBezTo>
                        <a:pt x="4407" y="3633"/>
                        <a:pt x="4698" y="3573"/>
                        <a:pt x="4713" y="3444"/>
                      </a:cubicBezTo>
                      <a:cubicBezTo>
                        <a:pt x="4748" y="2748"/>
                        <a:pt x="4909" y="2052"/>
                        <a:pt x="5159" y="1410"/>
                      </a:cubicBezTo>
                      <a:cubicBezTo>
                        <a:pt x="5391" y="910"/>
                        <a:pt x="5855" y="322"/>
                        <a:pt x="6443" y="286"/>
                      </a:cubicBezTo>
                      <a:cubicBezTo>
                        <a:pt x="6568" y="286"/>
                        <a:pt x="6800" y="250"/>
                        <a:pt x="6872" y="125"/>
                      </a:cubicBezTo>
                      <a:cubicBezTo>
                        <a:pt x="6943" y="18"/>
                        <a:pt x="6818" y="1"/>
                        <a:pt x="671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3" name="Google Shape;1480;p37">
                  <a:extLst>
                    <a:ext uri="{FF2B5EF4-FFF2-40B4-BE49-F238E27FC236}">
                      <a16:creationId xmlns:a16="http://schemas.microsoft.com/office/drawing/2014/main" id="{CABB4AF6-A54F-3FE0-4CA2-417C5AD84543}"/>
                    </a:ext>
                  </a:extLst>
                </p:cNvPr>
                <p:cNvSpPr/>
                <p:nvPr/>
              </p:nvSpPr>
              <p:spPr>
                <a:xfrm>
                  <a:off x="2749625" y="2864071"/>
                  <a:ext cx="124928" cy="20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8" h="6550" extrusionOk="0">
                      <a:moveTo>
                        <a:pt x="2147" y="1"/>
                      </a:moveTo>
                      <a:cubicBezTo>
                        <a:pt x="2047" y="1"/>
                        <a:pt x="1930" y="42"/>
                        <a:pt x="1857" y="67"/>
                      </a:cubicBezTo>
                      <a:cubicBezTo>
                        <a:pt x="1821" y="85"/>
                        <a:pt x="1553" y="192"/>
                        <a:pt x="1660" y="263"/>
                      </a:cubicBezTo>
                      <a:cubicBezTo>
                        <a:pt x="2374" y="674"/>
                        <a:pt x="2909" y="1352"/>
                        <a:pt x="3141" y="2137"/>
                      </a:cubicBezTo>
                      <a:cubicBezTo>
                        <a:pt x="3248" y="2547"/>
                        <a:pt x="3248" y="2975"/>
                        <a:pt x="3141" y="3386"/>
                      </a:cubicBezTo>
                      <a:cubicBezTo>
                        <a:pt x="3070" y="3582"/>
                        <a:pt x="2981" y="3778"/>
                        <a:pt x="2856" y="3975"/>
                      </a:cubicBezTo>
                      <a:cubicBezTo>
                        <a:pt x="2851" y="3978"/>
                        <a:pt x="2847" y="3981"/>
                        <a:pt x="2843" y="3985"/>
                      </a:cubicBezTo>
                      <a:lnTo>
                        <a:pt x="2843" y="3985"/>
                      </a:lnTo>
                      <a:cubicBezTo>
                        <a:pt x="2787" y="3901"/>
                        <a:pt x="2726" y="3820"/>
                        <a:pt x="2659" y="3743"/>
                      </a:cubicBezTo>
                      <a:cubicBezTo>
                        <a:pt x="2637" y="3711"/>
                        <a:pt x="2586" y="3698"/>
                        <a:pt x="2522" y="3698"/>
                      </a:cubicBezTo>
                      <a:cubicBezTo>
                        <a:pt x="2329" y="3698"/>
                        <a:pt x="2022" y="3819"/>
                        <a:pt x="2035" y="3939"/>
                      </a:cubicBezTo>
                      <a:cubicBezTo>
                        <a:pt x="2047" y="4110"/>
                        <a:pt x="2135" y="4211"/>
                        <a:pt x="2259" y="4264"/>
                      </a:cubicBezTo>
                      <a:lnTo>
                        <a:pt x="2259" y="4264"/>
                      </a:lnTo>
                      <a:cubicBezTo>
                        <a:pt x="2566" y="4774"/>
                        <a:pt x="2669" y="5392"/>
                        <a:pt x="2535" y="5973"/>
                      </a:cubicBezTo>
                      <a:cubicBezTo>
                        <a:pt x="2517" y="6044"/>
                        <a:pt x="2499" y="6098"/>
                        <a:pt x="2463" y="6169"/>
                      </a:cubicBezTo>
                      <a:cubicBezTo>
                        <a:pt x="2445" y="6223"/>
                        <a:pt x="2410" y="6276"/>
                        <a:pt x="2374" y="6312"/>
                      </a:cubicBezTo>
                      <a:lnTo>
                        <a:pt x="2356" y="6276"/>
                      </a:lnTo>
                      <a:cubicBezTo>
                        <a:pt x="2160" y="6259"/>
                        <a:pt x="1964" y="6205"/>
                        <a:pt x="1803" y="6134"/>
                      </a:cubicBezTo>
                      <a:cubicBezTo>
                        <a:pt x="1410" y="6009"/>
                        <a:pt x="1054" y="5830"/>
                        <a:pt x="715" y="5616"/>
                      </a:cubicBezTo>
                      <a:cubicBezTo>
                        <a:pt x="681" y="5594"/>
                        <a:pt x="640" y="5586"/>
                        <a:pt x="595" y="5586"/>
                      </a:cubicBezTo>
                      <a:cubicBezTo>
                        <a:pt x="494" y="5586"/>
                        <a:pt x="378" y="5627"/>
                        <a:pt x="304" y="5652"/>
                      </a:cubicBezTo>
                      <a:cubicBezTo>
                        <a:pt x="269" y="5652"/>
                        <a:pt x="1" y="5777"/>
                        <a:pt x="108" y="5830"/>
                      </a:cubicBezTo>
                      <a:cubicBezTo>
                        <a:pt x="554" y="6098"/>
                        <a:pt x="1036" y="6312"/>
                        <a:pt x="1535" y="6455"/>
                      </a:cubicBezTo>
                      <a:cubicBezTo>
                        <a:pt x="1728" y="6509"/>
                        <a:pt x="1944" y="6549"/>
                        <a:pt x="2157" y="6549"/>
                      </a:cubicBezTo>
                      <a:cubicBezTo>
                        <a:pt x="2438" y="6549"/>
                        <a:pt x="2714" y="6479"/>
                        <a:pt x="2927" y="6276"/>
                      </a:cubicBezTo>
                      <a:cubicBezTo>
                        <a:pt x="3248" y="5991"/>
                        <a:pt x="3266" y="5456"/>
                        <a:pt x="3230" y="5063"/>
                      </a:cubicBezTo>
                      <a:cubicBezTo>
                        <a:pt x="3198" y="4764"/>
                        <a:pt x="3115" y="4485"/>
                        <a:pt x="2985" y="4228"/>
                      </a:cubicBezTo>
                      <a:lnTo>
                        <a:pt x="2985" y="4228"/>
                      </a:lnTo>
                      <a:cubicBezTo>
                        <a:pt x="3036" y="4211"/>
                        <a:pt x="3083" y="4191"/>
                        <a:pt x="3123" y="4171"/>
                      </a:cubicBezTo>
                      <a:cubicBezTo>
                        <a:pt x="3587" y="3939"/>
                        <a:pt x="3801" y="3386"/>
                        <a:pt x="3855" y="2886"/>
                      </a:cubicBezTo>
                      <a:cubicBezTo>
                        <a:pt x="3998" y="1673"/>
                        <a:pt x="3230" y="656"/>
                        <a:pt x="2267" y="31"/>
                      </a:cubicBezTo>
                      <a:cubicBezTo>
                        <a:pt x="2234" y="9"/>
                        <a:pt x="2192" y="1"/>
                        <a:pt x="214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54" name="Google Shape;1481;p37">
                <a:extLst>
                  <a:ext uri="{FF2B5EF4-FFF2-40B4-BE49-F238E27FC236}">
                    <a16:creationId xmlns:a16="http://schemas.microsoft.com/office/drawing/2014/main" id="{1FBE5319-B767-7080-A1E8-8ABF40911F71}"/>
                  </a:ext>
                </a:extLst>
              </p:cNvPr>
              <p:cNvSpPr txBox="1"/>
              <p:nvPr/>
            </p:nvSpPr>
            <p:spPr>
              <a:xfrm>
                <a:off x="1228202" y="3218888"/>
                <a:ext cx="1145400" cy="20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275" rIns="0" bIns="0" anchor="ctr" anchorCtr="0">
                <a:no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FFFFFF"/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Handover</a:t>
                </a:r>
                <a:endParaRPr sz="1000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5" name="Google Shape;1482;p37">
                <a:extLst>
                  <a:ext uri="{FF2B5EF4-FFF2-40B4-BE49-F238E27FC236}">
                    <a16:creationId xmlns:a16="http://schemas.microsoft.com/office/drawing/2014/main" id="{A34F88B0-C3CC-124E-EF9E-289177853BC3}"/>
                  </a:ext>
                </a:extLst>
              </p:cNvPr>
              <p:cNvSpPr txBox="1"/>
              <p:nvPr/>
            </p:nvSpPr>
            <p:spPr>
              <a:xfrm>
                <a:off x="4596087" y="1262470"/>
                <a:ext cx="11454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275" rIns="0" bIns="0" anchor="ctr" anchorCtr="0">
                <a:no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FFFFFF"/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Setting</a:t>
                </a:r>
                <a:endParaRPr sz="1000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6" name="Google Shape;1483;p37">
                <a:extLst>
                  <a:ext uri="{FF2B5EF4-FFF2-40B4-BE49-F238E27FC236}">
                    <a16:creationId xmlns:a16="http://schemas.microsoft.com/office/drawing/2014/main" id="{AE71DA6D-CF39-5C09-2681-95D03B269DEA}"/>
                  </a:ext>
                </a:extLst>
              </p:cNvPr>
              <p:cNvSpPr txBox="1"/>
              <p:nvPr/>
            </p:nvSpPr>
            <p:spPr>
              <a:xfrm>
                <a:off x="1866311" y="1628668"/>
                <a:ext cx="11454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275" rIns="0" bIns="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FFFFFF"/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Case</a:t>
                </a:r>
                <a:endParaRPr sz="1000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7" name="Google Shape;1484;p37">
                <a:extLst>
                  <a:ext uri="{FF2B5EF4-FFF2-40B4-BE49-F238E27FC236}">
                    <a16:creationId xmlns:a16="http://schemas.microsoft.com/office/drawing/2014/main" id="{DCF63E54-BF87-A052-879C-61629DB0F714}"/>
                  </a:ext>
                </a:extLst>
              </p:cNvPr>
              <p:cNvSpPr txBox="1"/>
              <p:nvPr/>
            </p:nvSpPr>
            <p:spPr>
              <a:xfrm>
                <a:off x="7103228" y="2558082"/>
                <a:ext cx="11448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FFFFFF"/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Deliver</a:t>
                </a:r>
                <a:endParaRPr sz="1000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8" name="Google Shape;1485;p37">
                <a:extLst>
                  <a:ext uri="{FF2B5EF4-FFF2-40B4-BE49-F238E27FC236}">
                    <a16:creationId xmlns:a16="http://schemas.microsoft.com/office/drawing/2014/main" id="{E01A6B18-B76F-60CD-1383-E1BFE24E5335}"/>
                  </a:ext>
                </a:extLst>
              </p:cNvPr>
              <p:cNvSpPr txBox="1"/>
              <p:nvPr/>
            </p:nvSpPr>
            <p:spPr>
              <a:xfrm>
                <a:off x="4324347" y="3753239"/>
                <a:ext cx="11454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rgbClr val="FFFFFF"/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Transfer</a:t>
                </a:r>
                <a:endParaRPr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0" name="Google Shape;1488;p37">
                <a:extLst>
                  <a:ext uri="{FF2B5EF4-FFF2-40B4-BE49-F238E27FC236}">
                    <a16:creationId xmlns:a16="http://schemas.microsoft.com/office/drawing/2014/main" id="{44A994FC-289A-F3C9-062D-CB489A5B78C6}"/>
                  </a:ext>
                </a:extLst>
              </p:cNvPr>
              <p:cNvSpPr txBox="1"/>
              <p:nvPr/>
            </p:nvSpPr>
            <p:spPr>
              <a:xfrm>
                <a:off x="4596087" y="1426797"/>
                <a:ext cx="1103712" cy="4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/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000" dirty="0">
                  <a:solidFill>
                    <a:schemeClr val="bg1"/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61" name="Google Shape;1489;p37">
                <a:extLst>
                  <a:ext uri="{FF2B5EF4-FFF2-40B4-BE49-F238E27FC236}">
                    <a16:creationId xmlns:a16="http://schemas.microsoft.com/office/drawing/2014/main" id="{824BF0D2-8B6A-4D94-93FE-793894EF2969}"/>
                  </a:ext>
                </a:extLst>
              </p:cNvPr>
              <p:cNvSpPr txBox="1"/>
              <p:nvPr/>
            </p:nvSpPr>
            <p:spPr>
              <a:xfrm>
                <a:off x="1284983" y="3385183"/>
                <a:ext cx="1135636" cy="43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/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000" dirty="0">
                  <a:solidFill>
                    <a:schemeClr val="bg1"/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62" name="Google Shape;1490;p37">
                <a:extLst>
                  <a:ext uri="{FF2B5EF4-FFF2-40B4-BE49-F238E27FC236}">
                    <a16:creationId xmlns:a16="http://schemas.microsoft.com/office/drawing/2014/main" id="{A6026A49-A9C7-68CC-C85D-DCAE79CEC97E}"/>
                  </a:ext>
                </a:extLst>
              </p:cNvPr>
              <p:cNvSpPr txBox="1"/>
              <p:nvPr/>
            </p:nvSpPr>
            <p:spPr>
              <a:xfrm>
                <a:off x="1572645" y="1840436"/>
                <a:ext cx="1370182" cy="4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no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/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000" dirty="0">
                  <a:solidFill>
                    <a:schemeClr val="bg1"/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63" name="Google Shape;1491;p37">
                <a:extLst>
                  <a:ext uri="{FF2B5EF4-FFF2-40B4-BE49-F238E27FC236}">
                    <a16:creationId xmlns:a16="http://schemas.microsoft.com/office/drawing/2014/main" id="{0DC65554-E65B-6044-9406-5792EEC096B3}"/>
                  </a:ext>
                </a:extLst>
              </p:cNvPr>
              <p:cNvSpPr txBox="1"/>
              <p:nvPr/>
            </p:nvSpPr>
            <p:spPr>
              <a:xfrm>
                <a:off x="6846226" y="2731167"/>
                <a:ext cx="1335000" cy="4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no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/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000" dirty="0">
                  <a:solidFill>
                    <a:schemeClr val="bg1"/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64" name="Google Shape;1492;p37">
                <a:extLst>
                  <a:ext uri="{FF2B5EF4-FFF2-40B4-BE49-F238E27FC236}">
                    <a16:creationId xmlns:a16="http://schemas.microsoft.com/office/drawing/2014/main" id="{A0155F42-3982-CE96-A829-7330B97EFE3E}"/>
                  </a:ext>
                </a:extLst>
              </p:cNvPr>
              <p:cNvSpPr txBox="1"/>
              <p:nvPr/>
            </p:nvSpPr>
            <p:spPr>
              <a:xfrm>
                <a:off x="4271262" y="3911096"/>
                <a:ext cx="1167870" cy="4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/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000" dirty="0">
                  <a:solidFill>
                    <a:schemeClr val="bg1"/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65" name="Google Shape;1493;p37">
                <a:extLst>
                  <a:ext uri="{FF2B5EF4-FFF2-40B4-BE49-F238E27FC236}">
                    <a16:creationId xmlns:a16="http://schemas.microsoft.com/office/drawing/2014/main" id="{09888D9F-FDAE-63A3-F65A-93BB5FD28B36}"/>
                  </a:ext>
                </a:extLst>
              </p:cNvPr>
              <p:cNvSpPr/>
              <p:nvPr/>
            </p:nvSpPr>
            <p:spPr>
              <a:xfrm>
                <a:off x="6294721" y="2366670"/>
                <a:ext cx="440807" cy="363185"/>
              </a:xfrm>
              <a:custGeom>
                <a:avLst/>
                <a:gdLst/>
                <a:ahLst/>
                <a:cxnLst/>
                <a:rect l="l" t="t" r="r" b="b"/>
                <a:pathLst>
                  <a:path w="32847" h="27063" extrusionOk="0">
                    <a:moveTo>
                      <a:pt x="26056" y="14311"/>
                    </a:moveTo>
                    <a:lnTo>
                      <a:pt x="26785" y="13959"/>
                    </a:lnTo>
                    <a:lnTo>
                      <a:pt x="28244" y="12903"/>
                    </a:lnTo>
                    <a:lnTo>
                      <a:pt x="29502" y="11645"/>
                    </a:lnTo>
                    <a:lnTo>
                      <a:pt x="30407" y="10312"/>
                    </a:lnTo>
                    <a:lnTo>
                      <a:pt x="30659" y="9709"/>
                    </a:lnTo>
                    <a:lnTo>
                      <a:pt x="29778" y="9281"/>
                    </a:lnTo>
                    <a:lnTo>
                      <a:pt x="28848" y="8854"/>
                    </a:lnTo>
                    <a:lnTo>
                      <a:pt x="28647" y="8778"/>
                    </a:lnTo>
                    <a:lnTo>
                      <a:pt x="28294" y="8728"/>
                    </a:lnTo>
                    <a:lnTo>
                      <a:pt x="28018" y="8828"/>
                    </a:lnTo>
                    <a:lnTo>
                      <a:pt x="27791" y="9105"/>
                    </a:lnTo>
                    <a:lnTo>
                      <a:pt x="27691" y="9306"/>
                    </a:lnTo>
                    <a:lnTo>
                      <a:pt x="26886" y="11318"/>
                    </a:lnTo>
                    <a:lnTo>
                      <a:pt x="26132" y="13330"/>
                    </a:lnTo>
                    <a:lnTo>
                      <a:pt x="26056" y="13733"/>
                    </a:lnTo>
                    <a:close/>
                    <a:moveTo>
                      <a:pt x="23365" y="7244"/>
                    </a:moveTo>
                    <a:lnTo>
                      <a:pt x="22736" y="7848"/>
                    </a:lnTo>
                    <a:lnTo>
                      <a:pt x="22082" y="8501"/>
                    </a:lnTo>
                    <a:lnTo>
                      <a:pt x="21881" y="8678"/>
                    </a:lnTo>
                    <a:lnTo>
                      <a:pt x="21630" y="9055"/>
                    </a:lnTo>
                    <a:lnTo>
                      <a:pt x="21554" y="9482"/>
                    </a:lnTo>
                    <a:lnTo>
                      <a:pt x="21630" y="9935"/>
                    </a:lnTo>
                    <a:lnTo>
                      <a:pt x="21730" y="10161"/>
                    </a:lnTo>
                    <a:lnTo>
                      <a:pt x="22711" y="12173"/>
                    </a:lnTo>
                    <a:lnTo>
                      <a:pt x="23742" y="14160"/>
                    </a:lnTo>
                    <a:lnTo>
                      <a:pt x="23818" y="14336"/>
                    </a:lnTo>
                    <a:lnTo>
                      <a:pt x="23994" y="14537"/>
                    </a:lnTo>
                    <a:lnTo>
                      <a:pt x="24371" y="14588"/>
                    </a:lnTo>
                    <a:lnTo>
                      <a:pt x="24975" y="14462"/>
                    </a:lnTo>
                    <a:lnTo>
                      <a:pt x="24950" y="13531"/>
                    </a:lnTo>
                    <a:lnTo>
                      <a:pt x="24698" y="11696"/>
                    </a:lnTo>
                    <a:lnTo>
                      <a:pt x="24572" y="10765"/>
                    </a:lnTo>
                    <a:lnTo>
                      <a:pt x="24371" y="9482"/>
                    </a:lnTo>
                    <a:lnTo>
                      <a:pt x="24094" y="8200"/>
                    </a:lnTo>
                    <a:lnTo>
                      <a:pt x="24019" y="7923"/>
                    </a:lnTo>
                    <a:lnTo>
                      <a:pt x="23717" y="7420"/>
                    </a:lnTo>
                    <a:close/>
                    <a:moveTo>
                      <a:pt x="24120" y="15820"/>
                    </a:moveTo>
                    <a:lnTo>
                      <a:pt x="23969" y="16424"/>
                    </a:lnTo>
                    <a:lnTo>
                      <a:pt x="23893" y="16902"/>
                    </a:lnTo>
                    <a:lnTo>
                      <a:pt x="23868" y="19668"/>
                    </a:lnTo>
                    <a:lnTo>
                      <a:pt x="23944" y="22409"/>
                    </a:lnTo>
                    <a:lnTo>
                      <a:pt x="23969" y="22912"/>
                    </a:lnTo>
                    <a:lnTo>
                      <a:pt x="24220" y="23893"/>
                    </a:lnTo>
                    <a:lnTo>
                      <a:pt x="24371" y="24371"/>
                    </a:lnTo>
                    <a:lnTo>
                      <a:pt x="24472" y="24572"/>
                    </a:lnTo>
                    <a:lnTo>
                      <a:pt x="24849" y="24698"/>
                    </a:lnTo>
                    <a:lnTo>
                      <a:pt x="25075" y="24648"/>
                    </a:lnTo>
                    <a:lnTo>
                      <a:pt x="25276" y="23994"/>
                    </a:lnTo>
                    <a:lnTo>
                      <a:pt x="25679" y="21781"/>
                    </a:lnTo>
                    <a:lnTo>
                      <a:pt x="25981" y="19140"/>
                    </a:lnTo>
                    <a:lnTo>
                      <a:pt x="26106" y="16726"/>
                    </a:lnTo>
                    <a:lnTo>
                      <a:pt x="26056" y="15896"/>
                    </a:lnTo>
                    <a:lnTo>
                      <a:pt x="25629" y="15770"/>
                    </a:lnTo>
                    <a:lnTo>
                      <a:pt x="24673" y="15770"/>
                    </a:lnTo>
                    <a:close/>
                    <a:moveTo>
                      <a:pt x="9558" y="9130"/>
                    </a:moveTo>
                    <a:lnTo>
                      <a:pt x="10136" y="8753"/>
                    </a:lnTo>
                    <a:lnTo>
                      <a:pt x="11268" y="7797"/>
                    </a:lnTo>
                    <a:lnTo>
                      <a:pt x="12450" y="6565"/>
                    </a:lnTo>
                    <a:lnTo>
                      <a:pt x="13657" y="5081"/>
                    </a:lnTo>
                    <a:lnTo>
                      <a:pt x="14286" y="4201"/>
                    </a:lnTo>
                    <a:lnTo>
                      <a:pt x="14462" y="3974"/>
                    </a:lnTo>
                    <a:lnTo>
                      <a:pt x="14688" y="3622"/>
                    </a:lnTo>
                    <a:lnTo>
                      <a:pt x="14739" y="3321"/>
                    </a:lnTo>
                    <a:lnTo>
                      <a:pt x="14688" y="3119"/>
                    </a:lnTo>
                    <a:lnTo>
                      <a:pt x="13984" y="2792"/>
                    </a:lnTo>
                    <a:lnTo>
                      <a:pt x="12576" y="2013"/>
                    </a:lnTo>
                    <a:lnTo>
                      <a:pt x="11796" y="1786"/>
                    </a:lnTo>
                    <a:lnTo>
                      <a:pt x="11645" y="1887"/>
                    </a:lnTo>
                    <a:lnTo>
                      <a:pt x="11419" y="2164"/>
                    </a:lnTo>
                    <a:lnTo>
                      <a:pt x="11243" y="2616"/>
                    </a:lnTo>
                    <a:lnTo>
                      <a:pt x="11167" y="2943"/>
                    </a:lnTo>
                    <a:lnTo>
                      <a:pt x="10715" y="4452"/>
                    </a:lnTo>
                    <a:lnTo>
                      <a:pt x="9860" y="7521"/>
                    </a:lnTo>
                    <a:close/>
                    <a:moveTo>
                      <a:pt x="23139" y="24396"/>
                    </a:moveTo>
                    <a:lnTo>
                      <a:pt x="22988" y="23315"/>
                    </a:lnTo>
                    <a:lnTo>
                      <a:pt x="22862" y="21127"/>
                    </a:lnTo>
                    <a:lnTo>
                      <a:pt x="22938" y="17857"/>
                    </a:lnTo>
                    <a:lnTo>
                      <a:pt x="23013" y="15644"/>
                    </a:lnTo>
                    <a:lnTo>
                      <a:pt x="21579" y="15443"/>
                    </a:lnTo>
                    <a:lnTo>
                      <a:pt x="20146" y="15217"/>
                    </a:lnTo>
                    <a:lnTo>
                      <a:pt x="19995" y="16021"/>
                    </a:lnTo>
                    <a:lnTo>
                      <a:pt x="20020" y="17556"/>
                    </a:lnTo>
                    <a:lnTo>
                      <a:pt x="20070" y="18310"/>
                    </a:lnTo>
                    <a:lnTo>
                      <a:pt x="20146" y="19819"/>
                    </a:lnTo>
                    <a:lnTo>
                      <a:pt x="20246" y="21353"/>
                    </a:lnTo>
                    <a:lnTo>
                      <a:pt x="20246" y="22083"/>
                    </a:lnTo>
                    <a:lnTo>
                      <a:pt x="20246" y="23617"/>
                    </a:lnTo>
                    <a:lnTo>
                      <a:pt x="20372" y="24396"/>
                    </a:lnTo>
                    <a:lnTo>
                      <a:pt x="21076" y="24447"/>
                    </a:lnTo>
                    <a:lnTo>
                      <a:pt x="22108" y="24522"/>
                    </a:lnTo>
                    <a:lnTo>
                      <a:pt x="22787" y="24497"/>
                    </a:lnTo>
                    <a:close/>
                    <a:moveTo>
                      <a:pt x="1208" y="2792"/>
                    </a:moveTo>
                    <a:lnTo>
                      <a:pt x="1510" y="3220"/>
                    </a:lnTo>
                    <a:lnTo>
                      <a:pt x="1786" y="3547"/>
                    </a:lnTo>
                    <a:lnTo>
                      <a:pt x="3547" y="5483"/>
                    </a:lnTo>
                    <a:lnTo>
                      <a:pt x="5307" y="7395"/>
                    </a:lnTo>
                    <a:lnTo>
                      <a:pt x="5986" y="8149"/>
                    </a:lnTo>
                    <a:lnTo>
                      <a:pt x="6691" y="8879"/>
                    </a:lnTo>
                    <a:lnTo>
                      <a:pt x="7018" y="9155"/>
                    </a:lnTo>
                    <a:lnTo>
                      <a:pt x="7772" y="9507"/>
                    </a:lnTo>
                    <a:lnTo>
                      <a:pt x="8200" y="9608"/>
                    </a:lnTo>
                    <a:lnTo>
                      <a:pt x="8099" y="8828"/>
                    </a:lnTo>
                    <a:lnTo>
                      <a:pt x="7445" y="6464"/>
                    </a:lnTo>
                    <a:lnTo>
                      <a:pt x="6464" y="3798"/>
                    </a:lnTo>
                    <a:lnTo>
                      <a:pt x="5408" y="1610"/>
                    </a:lnTo>
                    <a:lnTo>
                      <a:pt x="4955" y="956"/>
                    </a:lnTo>
                    <a:lnTo>
                      <a:pt x="4452" y="1107"/>
                    </a:lnTo>
                    <a:lnTo>
                      <a:pt x="3497" y="1485"/>
                    </a:lnTo>
                    <a:lnTo>
                      <a:pt x="2138" y="2239"/>
                    </a:lnTo>
                    <a:close/>
                    <a:moveTo>
                      <a:pt x="10614" y="10363"/>
                    </a:moveTo>
                    <a:lnTo>
                      <a:pt x="9533" y="10438"/>
                    </a:lnTo>
                    <a:lnTo>
                      <a:pt x="8552" y="10513"/>
                    </a:lnTo>
                    <a:lnTo>
                      <a:pt x="8225" y="10539"/>
                    </a:lnTo>
                    <a:lnTo>
                      <a:pt x="7822" y="10639"/>
                    </a:lnTo>
                    <a:lnTo>
                      <a:pt x="7621" y="10840"/>
                    </a:lnTo>
                    <a:lnTo>
                      <a:pt x="7546" y="11243"/>
                    </a:lnTo>
                    <a:lnTo>
                      <a:pt x="7521" y="11545"/>
                    </a:lnTo>
                    <a:lnTo>
                      <a:pt x="7521" y="11771"/>
                    </a:lnTo>
                    <a:lnTo>
                      <a:pt x="7521" y="11972"/>
                    </a:lnTo>
                    <a:lnTo>
                      <a:pt x="7521" y="13355"/>
                    </a:lnTo>
                    <a:lnTo>
                      <a:pt x="7646" y="16097"/>
                    </a:lnTo>
                    <a:lnTo>
                      <a:pt x="8099" y="20196"/>
                    </a:lnTo>
                    <a:lnTo>
                      <a:pt x="8527" y="22887"/>
                    </a:lnTo>
                    <a:lnTo>
                      <a:pt x="8627" y="23642"/>
                    </a:lnTo>
                    <a:lnTo>
                      <a:pt x="8879" y="24748"/>
                    </a:lnTo>
                    <a:lnTo>
                      <a:pt x="9155" y="25427"/>
                    </a:lnTo>
                    <a:lnTo>
                      <a:pt x="9331" y="25754"/>
                    </a:lnTo>
                    <a:lnTo>
                      <a:pt x="9683" y="25855"/>
                    </a:lnTo>
                    <a:lnTo>
                      <a:pt x="10312" y="25855"/>
                    </a:lnTo>
                    <a:lnTo>
                      <a:pt x="10589" y="25704"/>
                    </a:lnTo>
                    <a:lnTo>
                      <a:pt x="10715" y="23340"/>
                    </a:lnTo>
                    <a:lnTo>
                      <a:pt x="10715" y="12727"/>
                    </a:lnTo>
                    <a:close/>
                    <a:moveTo>
                      <a:pt x="26459" y="24748"/>
                    </a:moveTo>
                    <a:lnTo>
                      <a:pt x="27691" y="24874"/>
                    </a:lnTo>
                    <a:lnTo>
                      <a:pt x="29527" y="25000"/>
                    </a:lnTo>
                    <a:lnTo>
                      <a:pt x="30759" y="24950"/>
                    </a:lnTo>
                    <a:lnTo>
                      <a:pt x="31388" y="24874"/>
                    </a:lnTo>
                    <a:lnTo>
                      <a:pt x="31463" y="24396"/>
                    </a:lnTo>
                    <a:lnTo>
                      <a:pt x="31489" y="23969"/>
                    </a:lnTo>
                    <a:lnTo>
                      <a:pt x="31489" y="22384"/>
                    </a:lnTo>
                    <a:lnTo>
                      <a:pt x="31589" y="19215"/>
                    </a:lnTo>
                    <a:lnTo>
                      <a:pt x="31790" y="17631"/>
                    </a:lnTo>
                    <a:lnTo>
                      <a:pt x="31841" y="17329"/>
                    </a:lnTo>
                    <a:lnTo>
                      <a:pt x="31790" y="16826"/>
                    </a:lnTo>
                    <a:lnTo>
                      <a:pt x="31614" y="16499"/>
                    </a:lnTo>
                    <a:lnTo>
                      <a:pt x="31463" y="16323"/>
                    </a:lnTo>
                    <a:lnTo>
                      <a:pt x="30457" y="16097"/>
                    </a:lnTo>
                    <a:lnTo>
                      <a:pt x="28294" y="15896"/>
                    </a:lnTo>
                    <a:lnTo>
                      <a:pt x="27188" y="15896"/>
                    </a:lnTo>
                    <a:lnTo>
                      <a:pt x="26811" y="20272"/>
                    </a:lnTo>
                    <a:close/>
                    <a:moveTo>
                      <a:pt x="6590" y="10664"/>
                    </a:moveTo>
                    <a:lnTo>
                      <a:pt x="4352" y="10413"/>
                    </a:lnTo>
                    <a:lnTo>
                      <a:pt x="2214" y="10161"/>
                    </a:lnTo>
                    <a:lnTo>
                      <a:pt x="2088" y="10161"/>
                    </a:lnTo>
                    <a:lnTo>
                      <a:pt x="1937" y="10136"/>
                    </a:lnTo>
                    <a:lnTo>
                      <a:pt x="1661" y="10187"/>
                    </a:lnTo>
                    <a:lnTo>
                      <a:pt x="1183" y="10539"/>
                    </a:lnTo>
                    <a:lnTo>
                      <a:pt x="1057" y="10790"/>
                    </a:lnTo>
                    <a:lnTo>
                      <a:pt x="982" y="11142"/>
                    </a:lnTo>
                    <a:lnTo>
                      <a:pt x="982" y="11519"/>
                    </a:lnTo>
                    <a:lnTo>
                      <a:pt x="956" y="13582"/>
                    </a:lnTo>
                    <a:lnTo>
                      <a:pt x="1183" y="16650"/>
                    </a:lnTo>
                    <a:lnTo>
                      <a:pt x="1485" y="18687"/>
                    </a:lnTo>
                    <a:lnTo>
                      <a:pt x="1711" y="19693"/>
                    </a:lnTo>
                    <a:lnTo>
                      <a:pt x="2038" y="21102"/>
                    </a:lnTo>
                    <a:lnTo>
                      <a:pt x="2566" y="23944"/>
                    </a:lnTo>
                    <a:lnTo>
                      <a:pt x="2667" y="25377"/>
                    </a:lnTo>
                    <a:lnTo>
                      <a:pt x="2742" y="25578"/>
                    </a:lnTo>
                    <a:lnTo>
                      <a:pt x="2843" y="25729"/>
                    </a:lnTo>
                    <a:lnTo>
                      <a:pt x="4025" y="25855"/>
                    </a:lnTo>
                    <a:lnTo>
                      <a:pt x="6892" y="25830"/>
                    </a:lnTo>
                    <a:lnTo>
                      <a:pt x="7923" y="25704"/>
                    </a:lnTo>
                    <a:lnTo>
                      <a:pt x="7923" y="25101"/>
                    </a:lnTo>
                    <a:lnTo>
                      <a:pt x="7621" y="23918"/>
                    </a:lnTo>
                    <a:lnTo>
                      <a:pt x="7521" y="23315"/>
                    </a:lnTo>
                    <a:lnTo>
                      <a:pt x="7345" y="22032"/>
                    </a:lnTo>
                    <a:lnTo>
                      <a:pt x="7143" y="20750"/>
                    </a:lnTo>
                    <a:lnTo>
                      <a:pt x="6992" y="19517"/>
                    </a:lnTo>
                    <a:lnTo>
                      <a:pt x="6867" y="18310"/>
                    </a:lnTo>
                    <a:lnTo>
                      <a:pt x="6741" y="17002"/>
                    </a:lnTo>
                    <a:lnTo>
                      <a:pt x="6640" y="15720"/>
                    </a:lnTo>
                    <a:lnTo>
                      <a:pt x="6590" y="14487"/>
                    </a:lnTo>
                    <a:lnTo>
                      <a:pt x="6590" y="13255"/>
                    </a:lnTo>
                    <a:lnTo>
                      <a:pt x="6615" y="11972"/>
                    </a:lnTo>
                    <a:close/>
                    <a:moveTo>
                      <a:pt x="11821" y="25604"/>
                    </a:moveTo>
                    <a:lnTo>
                      <a:pt x="13833" y="25604"/>
                    </a:lnTo>
                    <a:lnTo>
                      <a:pt x="15619" y="25604"/>
                    </a:lnTo>
                    <a:lnTo>
                      <a:pt x="16575" y="25629"/>
                    </a:lnTo>
                    <a:lnTo>
                      <a:pt x="17505" y="25654"/>
                    </a:lnTo>
                    <a:lnTo>
                      <a:pt x="17933" y="25629"/>
                    </a:lnTo>
                    <a:lnTo>
                      <a:pt x="18737" y="25402"/>
                    </a:lnTo>
                    <a:lnTo>
                      <a:pt x="19115" y="25176"/>
                    </a:lnTo>
                    <a:lnTo>
                      <a:pt x="19190" y="23089"/>
                    </a:lnTo>
                    <a:lnTo>
                      <a:pt x="19090" y="13305"/>
                    </a:lnTo>
                    <a:lnTo>
                      <a:pt x="18989" y="11167"/>
                    </a:lnTo>
                    <a:lnTo>
                      <a:pt x="18260" y="10840"/>
                    </a:lnTo>
                    <a:lnTo>
                      <a:pt x="16474" y="10413"/>
                    </a:lnTo>
                    <a:lnTo>
                      <a:pt x="14512" y="10237"/>
                    </a:lnTo>
                    <a:lnTo>
                      <a:pt x="12626" y="10337"/>
                    </a:lnTo>
                    <a:lnTo>
                      <a:pt x="11821" y="10539"/>
                    </a:lnTo>
                    <a:close/>
                    <a:moveTo>
                      <a:pt x="27691" y="14789"/>
                    </a:moveTo>
                    <a:lnTo>
                      <a:pt x="28672" y="14864"/>
                    </a:lnTo>
                    <a:lnTo>
                      <a:pt x="29300" y="14915"/>
                    </a:lnTo>
                    <a:lnTo>
                      <a:pt x="30457" y="15066"/>
                    </a:lnTo>
                    <a:lnTo>
                      <a:pt x="31589" y="15267"/>
                    </a:lnTo>
                    <a:lnTo>
                      <a:pt x="31891" y="15342"/>
                    </a:lnTo>
                    <a:lnTo>
                      <a:pt x="32369" y="15594"/>
                    </a:lnTo>
                    <a:lnTo>
                      <a:pt x="32645" y="15971"/>
                    </a:lnTo>
                    <a:lnTo>
                      <a:pt x="32796" y="16474"/>
                    </a:lnTo>
                    <a:lnTo>
                      <a:pt x="32821" y="16801"/>
                    </a:lnTo>
                    <a:lnTo>
                      <a:pt x="32847" y="17530"/>
                    </a:lnTo>
                    <a:lnTo>
                      <a:pt x="32796" y="18260"/>
                    </a:lnTo>
                    <a:lnTo>
                      <a:pt x="32595" y="19744"/>
                    </a:lnTo>
                    <a:lnTo>
                      <a:pt x="32520" y="22686"/>
                    </a:lnTo>
                    <a:lnTo>
                      <a:pt x="32520" y="24170"/>
                    </a:lnTo>
                    <a:lnTo>
                      <a:pt x="32520" y="24698"/>
                    </a:lnTo>
                    <a:lnTo>
                      <a:pt x="32495" y="25201"/>
                    </a:lnTo>
                    <a:lnTo>
                      <a:pt x="32444" y="25503"/>
                    </a:lnTo>
                    <a:lnTo>
                      <a:pt x="32092" y="25880"/>
                    </a:lnTo>
                    <a:lnTo>
                      <a:pt x="31765" y="25930"/>
                    </a:lnTo>
                    <a:lnTo>
                      <a:pt x="31111" y="26006"/>
                    </a:lnTo>
                    <a:lnTo>
                      <a:pt x="30457" y="26006"/>
                    </a:lnTo>
                    <a:lnTo>
                      <a:pt x="28043" y="25956"/>
                    </a:lnTo>
                    <a:lnTo>
                      <a:pt x="23189" y="25679"/>
                    </a:lnTo>
                    <a:lnTo>
                      <a:pt x="20775" y="25377"/>
                    </a:lnTo>
                    <a:lnTo>
                      <a:pt x="20649" y="25377"/>
                    </a:lnTo>
                    <a:lnTo>
                      <a:pt x="20523" y="25377"/>
                    </a:lnTo>
                    <a:lnTo>
                      <a:pt x="20070" y="25855"/>
                    </a:lnTo>
                    <a:lnTo>
                      <a:pt x="19593" y="26232"/>
                    </a:lnTo>
                    <a:lnTo>
                      <a:pt x="19266" y="26383"/>
                    </a:lnTo>
                    <a:lnTo>
                      <a:pt x="18561" y="26559"/>
                    </a:lnTo>
                    <a:lnTo>
                      <a:pt x="18209" y="26559"/>
                    </a:lnTo>
                    <a:lnTo>
                      <a:pt x="16499" y="26559"/>
                    </a:lnTo>
                    <a:lnTo>
                      <a:pt x="13104" y="26811"/>
                    </a:lnTo>
                    <a:lnTo>
                      <a:pt x="11419" y="26836"/>
                    </a:lnTo>
                    <a:lnTo>
                      <a:pt x="10840" y="26811"/>
                    </a:lnTo>
                    <a:lnTo>
                      <a:pt x="9960" y="26786"/>
                    </a:lnTo>
                    <a:lnTo>
                      <a:pt x="9407" y="26911"/>
                    </a:lnTo>
                    <a:lnTo>
                      <a:pt x="9130" y="27012"/>
                    </a:lnTo>
                    <a:lnTo>
                      <a:pt x="8979" y="27062"/>
                    </a:lnTo>
                    <a:lnTo>
                      <a:pt x="8828" y="27037"/>
                    </a:lnTo>
                    <a:lnTo>
                      <a:pt x="8200" y="26886"/>
                    </a:lnTo>
                    <a:lnTo>
                      <a:pt x="6892" y="26786"/>
                    </a:lnTo>
                    <a:lnTo>
                      <a:pt x="4955" y="26836"/>
                    </a:lnTo>
                    <a:lnTo>
                      <a:pt x="3647" y="26811"/>
                    </a:lnTo>
                    <a:lnTo>
                      <a:pt x="3144" y="26811"/>
                    </a:lnTo>
                    <a:lnTo>
                      <a:pt x="2641" y="26811"/>
                    </a:lnTo>
                    <a:lnTo>
                      <a:pt x="2289" y="26735"/>
                    </a:lnTo>
                    <a:lnTo>
                      <a:pt x="1862" y="26358"/>
                    </a:lnTo>
                    <a:lnTo>
                      <a:pt x="1761" y="26006"/>
                    </a:lnTo>
                    <a:lnTo>
                      <a:pt x="1761" y="25930"/>
                    </a:lnTo>
                    <a:lnTo>
                      <a:pt x="1736" y="25855"/>
                    </a:lnTo>
                    <a:lnTo>
                      <a:pt x="1686" y="25000"/>
                    </a:lnTo>
                    <a:lnTo>
                      <a:pt x="1459" y="23265"/>
                    </a:lnTo>
                    <a:lnTo>
                      <a:pt x="956" y="20724"/>
                    </a:lnTo>
                    <a:lnTo>
                      <a:pt x="579" y="19014"/>
                    </a:lnTo>
                    <a:lnTo>
                      <a:pt x="378" y="18059"/>
                    </a:lnTo>
                    <a:lnTo>
                      <a:pt x="126" y="16122"/>
                    </a:lnTo>
                    <a:lnTo>
                      <a:pt x="1" y="13205"/>
                    </a:lnTo>
                    <a:lnTo>
                      <a:pt x="26" y="11243"/>
                    </a:lnTo>
                    <a:lnTo>
                      <a:pt x="51" y="10815"/>
                    </a:lnTo>
                    <a:lnTo>
                      <a:pt x="302" y="10111"/>
                    </a:lnTo>
                    <a:lnTo>
                      <a:pt x="780" y="9583"/>
                    </a:lnTo>
                    <a:lnTo>
                      <a:pt x="1459" y="9281"/>
                    </a:lnTo>
                    <a:lnTo>
                      <a:pt x="1837" y="9231"/>
                    </a:lnTo>
                    <a:lnTo>
                      <a:pt x="2340" y="9231"/>
                    </a:lnTo>
                    <a:lnTo>
                      <a:pt x="3346" y="9357"/>
                    </a:lnTo>
                    <a:lnTo>
                      <a:pt x="3849" y="9432"/>
                    </a:lnTo>
                    <a:lnTo>
                      <a:pt x="4276" y="9533"/>
                    </a:lnTo>
                    <a:lnTo>
                      <a:pt x="5156" y="9658"/>
                    </a:lnTo>
                    <a:lnTo>
                      <a:pt x="5659" y="9558"/>
                    </a:lnTo>
                    <a:lnTo>
                      <a:pt x="5509" y="9231"/>
                    </a:lnTo>
                    <a:lnTo>
                      <a:pt x="5358" y="8979"/>
                    </a:lnTo>
                    <a:lnTo>
                      <a:pt x="3094" y="6515"/>
                    </a:lnTo>
                    <a:lnTo>
                      <a:pt x="856" y="4050"/>
                    </a:lnTo>
                    <a:lnTo>
                      <a:pt x="479" y="3648"/>
                    </a:lnTo>
                    <a:lnTo>
                      <a:pt x="101" y="2968"/>
                    </a:lnTo>
                    <a:lnTo>
                      <a:pt x="177" y="2415"/>
                    </a:lnTo>
                    <a:lnTo>
                      <a:pt x="730" y="1887"/>
                    </a:lnTo>
                    <a:lnTo>
                      <a:pt x="1183" y="1585"/>
                    </a:lnTo>
                    <a:lnTo>
                      <a:pt x="2264" y="982"/>
                    </a:lnTo>
                    <a:lnTo>
                      <a:pt x="3371" y="453"/>
                    </a:lnTo>
                    <a:lnTo>
                      <a:pt x="3974" y="202"/>
                    </a:lnTo>
                    <a:lnTo>
                      <a:pt x="4603" y="51"/>
                    </a:lnTo>
                    <a:lnTo>
                      <a:pt x="4930" y="1"/>
                    </a:lnTo>
                    <a:lnTo>
                      <a:pt x="5458" y="26"/>
                    </a:lnTo>
                    <a:lnTo>
                      <a:pt x="5861" y="252"/>
                    </a:lnTo>
                    <a:lnTo>
                      <a:pt x="6162" y="680"/>
                    </a:lnTo>
                    <a:lnTo>
                      <a:pt x="6313" y="982"/>
                    </a:lnTo>
                    <a:lnTo>
                      <a:pt x="7370" y="3522"/>
                    </a:lnTo>
                    <a:lnTo>
                      <a:pt x="8401" y="6087"/>
                    </a:lnTo>
                    <a:lnTo>
                      <a:pt x="8577" y="6540"/>
                    </a:lnTo>
                    <a:lnTo>
                      <a:pt x="8753" y="6992"/>
                    </a:lnTo>
                    <a:lnTo>
                      <a:pt x="8954" y="6992"/>
                    </a:lnTo>
                    <a:lnTo>
                      <a:pt x="9055" y="6766"/>
                    </a:lnTo>
                    <a:lnTo>
                      <a:pt x="9105" y="6666"/>
                    </a:lnTo>
                    <a:lnTo>
                      <a:pt x="9180" y="6464"/>
                    </a:lnTo>
                    <a:lnTo>
                      <a:pt x="9231" y="6238"/>
                    </a:lnTo>
                    <a:lnTo>
                      <a:pt x="9960" y="3974"/>
                    </a:lnTo>
                    <a:lnTo>
                      <a:pt x="10639" y="1686"/>
                    </a:lnTo>
                    <a:lnTo>
                      <a:pt x="10740" y="1384"/>
                    </a:lnTo>
                    <a:lnTo>
                      <a:pt x="11067" y="1007"/>
                    </a:lnTo>
                    <a:lnTo>
                      <a:pt x="11519" y="831"/>
                    </a:lnTo>
                    <a:lnTo>
                      <a:pt x="11997" y="806"/>
                    </a:lnTo>
                    <a:lnTo>
                      <a:pt x="12224" y="881"/>
                    </a:lnTo>
                    <a:lnTo>
                      <a:pt x="12500" y="956"/>
                    </a:lnTo>
                    <a:lnTo>
                      <a:pt x="12777" y="1082"/>
                    </a:lnTo>
                    <a:lnTo>
                      <a:pt x="14009" y="1661"/>
                    </a:lnTo>
                    <a:lnTo>
                      <a:pt x="15242" y="2289"/>
                    </a:lnTo>
                    <a:lnTo>
                      <a:pt x="15443" y="2415"/>
                    </a:lnTo>
                    <a:lnTo>
                      <a:pt x="15745" y="2717"/>
                    </a:lnTo>
                    <a:lnTo>
                      <a:pt x="15870" y="3094"/>
                    </a:lnTo>
                    <a:lnTo>
                      <a:pt x="15820" y="3522"/>
                    </a:lnTo>
                    <a:lnTo>
                      <a:pt x="15745" y="3748"/>
                    </a:lnTo>
                    <a:lnTo>
                      <a:pt x="15518" y="4201"/>
                    </a:lnTo>
                    <a:lnTo>
                      <a:pt x="15216" y="4603"/>
                    </a:lnTo>
                    <a:lnTo>
                      <a:pt x="13657" y="6515"/>
                    </a:lnTo>
                    <a:lnTo>
                      <a:pt x="12073" y="8401"/>
                    </a:lnTo>
                    <a:lnTo>
                      <a:pt x="11721" y="8778"/>
                    </a:lnTo>
                    <a:lnTo>
                      <a:pt x="11394" y="9130"/>
                    </a:lnTo>
                    <a:lnTo>
                      <a:pt x="11469" y="9357"/>
                    </a:lnTo>
                    <a:lnTo>
                      <a:pt x="11796" y="9457"/>
                    </a:lnTo>
                    <a:lnTo>
                      <a:pt x="11972" y="9457"/>
                    </a:lnTo>
                    <a:lnTo>
                      <a:pt x="13858" y="9457"/>
                    </a:lnTo>
                    <a:lnTo>
                      <a:pt x="15745" y="9432"/>
                    </a:lnTo>
                    <a:lnTo>
                      <a:pt x="16197" y="9432"/>
                    </a:lnTo>
                    <a:lnTo>
                      <a:pt x="17078" y="9558"/>
                    </a:lnTo>
                    <a:lnTo>
                      <a:pt x="18385" y="9935"/>
                    </a:lnTo>
                    <a:lnTo>
                      <a:pt x="19240" y="10237"/>
                    </a:lnTo>
                    <a:lnTo>
                      <a:pt x="19542" y="10388"/>
                    </a:lnTo>
                    <a:lnTo>
                      <a:pt x="19920" y="10891"/>
                    </a:lnTo>
                    <a:lnTo>
                      <a:pt x="19970" y="11218"/>
                    </a:lnTo>
                    <a:lnTo>
                      <a:pt x="19995" y="11947"/>
                    </a:lnTo>
                    <a:lnTo>
                      <a:pt x="19995" y="12676"/>
                    </a:lnTo>
                    <a:lnTo>
                      <a:pt x="20020" y="13381"/>
                    </a:lnTo>
                    <a:lnTo>
                      <a:pt x="20070" y="14135"/>
                    </a:lnTo>
                    <a:lnTo>
                      <a:pt x="20699" y="14286"/>
                    </a:lnTo>
                    <a:lnTo>
                      <a:pt x="21957" y="14437"/>
                    </a:lnTo>
                    <a:lnTo>
                      <a:pt x="22636" y="14462"/>
                    </a:lnTo>
                    <a:lnTo>
                      <a:pt x="22535" y="14034"/>
                    </a:lnTo>
                    <a:lnTo>
                      <a:pt x="22409" y="13733"/>
                    </a:lnTo>
                    <a:lnTo>
                      <a:pt x="21831" y="12551"/>
                    </a:lnTo>
                    <a:lnTo>
                      <a:pt x="21252" y="11394"/>
                    </a:lnTo>
                    <a:lnTo>
                      <a:pt x="20976" y="10715"/>
                    </a:lnTo>
                    <a:lnTo>
                      <a:pt x="20749" y="10036"/>
                    </a:lnTo>
                    <a:lnTo>
                      <a:pt x="20674" y="9759"/>
                    </a:lnTo>
                    <a:lnTo>
                      <a:pt x="20649" y="9231"/>
                    </a:lnTo>
                    <a:lnTo>
                      <a:pt x="20775" y="8728"/>
                    </a:lnTo>
                    <a:lnTo>
                      <a:pt x="21102" y="8300"/>
                    </a:lnTo>
                    <a:lnTo>
                      <a:pt x="21328" y="8099"/>
                    </a:lnTo>
                    <a:lnTo>
                      <a:pt x="22133" y="7370"/>
                    </a:lnTo>
                    <a:lnTo>
                      <a:pt x="22963" y="6666"/>
                    </a:lnTo>
                    <a:lnTo>
                      <a:pt x="23189" y="6489"/>
                    </a:lnTo>
                    <a:lnTo>
                      <a:pt x="23617" y="6364"/>
                    </a:lnTo>
                    <a:lnTo>
                      <a:pt x="24019" y="6439"/>
                    </a:lnTo>
                    <a:lnTo>
                      <a:pt x="24371" y="6716"/>
                    </a:lnTo>
                    <a:lnTo>
                      <a:pt x="24522" y="6967"/>
                    </a:lnTo>
                    <a:lnTo>
                      <a:pt x="24748" y="7420"/>
                    </a:lnTo>
                    <a:lnTo>
                      <a:pt x="25075" y="8376"/>
                    </a:lnTo>
                    <a:lnTo>
                      <a:pt x="25201" y="8854"/>
                    </a:lnTo>
                    <a:lnTo>
                      <a:pt x="25453" y="9985"/>
                    </a:lnTo>
                    <a:lnTo>
                      <a:pt x="25603" y="11117"/>
                    </a:lnTo>
                    <a:lnTo>
                      <a:pt x="25855" y="11117"/>
                    </a:lnTo>
                    <a:lnTo>
                      <a:pt x="26056" y="10866"/>
                    </a:lnTo>
                    <a:lnTo>
                      <a:pt x="26132" y="10690"/>
                    </a:lnTo>
                    <a:lnTo>
                      <a:pt x="26609" y="9633"/>
                    </a:lnTo>
                    <a:lnTo>
                      <a:pt x="27112" y="8602"/>
                    </a:lnTo>
                    <a:lnTo>
                      <a:pt x="27314" y="8300"/>
                    </a:lnTo>
                    <a:lnTo>
                      <a:pt x="27716" y="7873"/>
                    </a:lnTo>
                    <a:lnTo>
                      <a:pt x="28169" y="7722"/>
                    </a:lnTo>
                    <a:lnTo>
                      <a:pt x="28697" y="7772"/>
                    </a:lnTo>
                    <a:lnTo>
                      <a:pt x="29024" y="7873"/>
                    </a:lnTo>
                    <a:lnTo>
                      <a:pt x="30181" y="8351"/>
                    </a:lnTo>
                    <a:lnTo>
                      <a:pt x="31287" y="8879"/>
                    </a:lnTo>
                    <a:lnTo>
                      <a:pt x="31489" y="8979"/>
                    </a:lnTo>
                    <a:lnTo>
                      <a:pt x="31765" y="9256"/>
                    </a:lnTo>
                    <a:lnTo>
                      <a:pt x="31891" y="9608"/>
                    </a:lnTo>
                    <a:lnTo>
                      <a:pt x="31841" y="9985"/>
                    </a:lnTo>
                    <a:lnTo>
                      <a:pt x="31765" y="10187"/>
                    </a:lnTo>
                    <a:lnTo>
                      <a:pt x="31539" y="10639"/>
                    </a:lnTo>
                    <a:lnTo>
                      <a:pt x="31212" y="11042"/>
                    </a:lnTo>
                    <a:lnTo>
                      <a:pt x="29980" y="12475"/>
                    </a:lnTo>
                    <a:lnTo>
                      <a:pt x="28722" y="13858"/>
                    </a:lnTo>
                    <a:lnTo>
                      <a:pt x="28370" y="142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6" name="Google Shape;1494;p37">
                <a:extLst>
                  <a:ext uri="{FF2B5EF4-FFF2-40B4-BE49-F238E27FC236}">
                    <a16:creationId xmlns:a16="http://schemas.microsoft.com/office/drawing/2014/main" id="{53213174-E192-4C0B-6678-42159A9400E4}"/>
                  </a:ext>
                </a:extLst>
              </p:cNvPr>
              <p:cNvSpPr/>
              <p:nvPr/>
            </p:nvSpPr>
            <p:spPr>
              <a:xfrm>
                <a:off x="5690164" y="847740"/>
                <a:ext cx="137650" cy="508375"/>
              </a:xfrm>
              <a:custGeom>
                <a:avLst/>
                <a:gdLst/>
                <a:ahLst/>
                <a:cxnLst/>
                <a:rect l="l" t="t" r="r" b="b"/>
                <a:pathLst>
                  <a:path w="4818" h="17794" extrusionOk="0">
                    <a:moveTo>
                      <a:pt x="4402" y="0"/>
                    </a:moveTo>
                    <a:cubicBezTo>
                      <a:pt x="4290" y="0"/>
                      <a:pt x="4178" y="52"/>
                      <a:pt x="4104" y="147"/>
                    </a:cubicBezTo>
                    <a:cubicBezTo>
                      <a:pt x="411" y="5268"/>
                      <a:pt x="0" y="12066"/>
                      <a:pt x="3069" y="17597"/>
                    </a:cubicBezTo>
                    <a:cubicBezTo>
                      <a:pt x="3141" y="17722"/>
                      <a:pt x="3284" y="17793"/>
                      <a:pt x="3426" y="17793"/>
                    </a:cubicBezTo>
                    <a:cubicBezTo>
                      <a:pt x="3480" y="17775"/>
                      <a:pt x="3533" y="17757"/>
                      <a:pt x="3569" y="17740"/>
                    </a:cubicBezTo>
                    <a:cubicBezTo>
                      <a:pt x="3747" y="17650"/>
                      <a:pt x="3819" y="17418"/>
                      <a:pt x="3712" y="17240"/>
                    </a:cubicBezTo>
                    <a:cubicBezTo>
                      <a:pt x="786" y="11976"/>
                      <a:pt x="1160" y="5482"/>
                      <a:pt x="4693" y="575"/>
                    </a:cubicBezTo>
                    <a:cubicBezTo>
                      <a:pt x="4818" y="414"/>
                      <a:pt x="4782" y="182"/>
                      <a:pt x="4622" y="75"/>
                    </a:cubicBezTo>
                    <a:cubicBezTo>
                      <a:pt x="4556" y="24"/>
                      <a:pt x="4479" y="0"/>
                      <a:pt x="44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7" name="Google Shape;1495;p37">
                <a:extLst>
                  <a:ext uri="{FF2B5EF4-FFF2-40B4-BE49-F238E27FC236}">
                    <a16:creationId xmlns:a16="http://schemas.microsoft.com/office/drawing/2014/main" id="{25BC1D33-037C-2F48-4862-1EF7800CA9D1}"/>
                  </a:ext>
                </a:extLst>
              </p:cNvPr>
              <p:cNvSpPr/>
              <p:nvPr/>
            </p:nvSpPr>
            <p:spPr>
              <a:xfrm>
                <a:off x="5795987" y="1377537"/>
                <a:ext cx="121565" cy="94967"/>
              </a:xfrm>
              <a:custGeom>
                <a:avLst/>
                <a:gdLst/>
                <a:ahLst/>
                <a:cxnLst/>
                <a:rect l="l" t="t" r="r" b="b"/>
                <a:pathLst>
                  <a:path w="4255" h="3324" extrusionOk="0">
                    <a:moveTo>
                      <a:pt x="511" y="1"/>
                    </a:moveTo>
                    <a:cubicBezTo>
                      <a:pt x="235" y="1"/>
                      <a:pt x="1" y="353"/>
                      <a:pt x="258" y="623"/>
                    </a:cubicBezTo>
                    <a:cubicBezTo>
                      <a:pt x="1257" y="1658"/>
                      <a:pt x="2399" y="2550"/>
                      <a:pt x="3648" y="3281"/>
                    </a:cubicBezTo>
                    <a:cubicBezTo>
                      <a:pt x="3705" y="3310"/>
                      <a:pt x="3765" y="3324"/>
                      <a:pt x="3825" y="3324"/>
                    </a:cubicBezTo>
                    <a:cubicBezTo>
                      <a:pt x="3952" y="3324"/>
                      <a:pt x="4074" y="3260"/>
                      <a:pt x="4147" y="3139"/>
                    </a:cubicBezTo>
                    <a:cubicBezTo>
                      <a:pt x="4254" y="2978"/>
                      <a:pt x="4183" y="2746"/>
                      <a:pt x="4022" y="2639"/>
                    </a:cubicBezTo>
                    <a:cubicBezTo>
                      <a:pt x="2827" y="1961"/>
                      <a:pt x="1738" y="1105"/>
                      <a:pt x="775" y="123"/>
                    </a:cubicBezTo>
                    <a:cubicBezTo>
                      <a:pt x="693" y="37"/>
                      <a:pt x="600" y="1"/>
                      <a:pt x="5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8" name="Google Shape;1496;p37">
                <a:extLst>
                  <a:ext uri="{FF2B5EF4-FFF2-40B4-BE49-F238E27FC236}">
                    <a16:creationId xmlns:a16="http://schemas.microsoft.com/office/drawing/2014/main" id="{4AFA96F2-F599-C204-0A2D-8703A7E73A83}"/>
                  </a:ext>
                </a:extLst>
              </p:cNvPr>
              <p:cNvSpPr/>
              <p:nvPr/>
            </p:nvSpPr>
            <p:spPr>
              <a:xfrm>
                <a:off x="5655746" y="3563281"/>
                <a:ext cx="491186" cy="370663"/>
              </a:xfrm>
              <a:custGeom>
                <a:avLst/>
                <a:gdLst/>
                <a:ahLst/>
                <a:cxnLst/>
                <a:rect l="l" t="t" r="r" b="b"/>
                <a:pathLst>
                  <a:path w="35261" h="26609" extrusionOk="0">
                    <a:moveTo>
                      <a:pt x="1283" y="19366"/>
                    </a:moveTo>
                    <a:lnTo>
                      <a:pt x="1987" y="19340"/>
                    </a:lnTo>
                    <a:lnTo>
                      <a:pt x="2893" y="19164"/>
                    </a:lnTo>
                    <a:lnTo>
                      <a:pt x="3421" y="18913"/>
                    </a:lnTo>
                    <a:lnTo>
                      <a:pt x="3647" y="18712"/>
                    </a:lnTo>
                    <a:lnTo>
                      <a:pt x="4376" y="18033"/>
                    </a:lnTo>
                    <a:lnTo>
                      <a:pt x="5936" y="16800"/>
                    </a:lnTo>
                    <a:lnTo>
                      <a:pt x="6766" y="16272"/>
                    </a:lnTo>
                    <a:lnTo>
                      <a:pt x="7017" y="16121"/>
                    </a:lnTo>
                    <a:lnTo>
                      <a:pt x="7394" y="15719"/>
                    </a:lnTo>
                    <a:lnTo>
                      <a:pt x="7847" y="14964"/>
                    </a:lnTo>
                    <a:lnTo>
                      <a:pt x="8048" y="14361"/>
                    </a:lnTo>
                    <a:lnTo>
                      <a:pt x="5860" y="14285"/>
                    </a:lnTo>
                    <a:lnTo>
                      <a:pt x="3873" y="14386"/>
                    </a:lnTo>
                    <a:lnTo>
                      <a:pt x="2742" y="16071"/>
                    </a:lnTo>
                    <a:lnTo>
                      <a:pt x="1685" y="17655"/>
                    </a:lnTo>
                    <a:lnTo>
                      <a:pt x="1484" y="18033"/>
                    </a:lnTo>
                    <a:lnTo>
                      <a:pt x="1308" y="18863"/>
                    </a:lnTo>
                    <a:close/>
                    <a:moveTo>
                      <a:pt x="7596" y="10815"/>
                    </a:moveTo>
                    <a:lnTo>
                      <a:pt x="7470" y="10412"/>
                    </a:lnTo>
                    <a:lnTo>
                      <a:pt x="7394" y="10211"/>
                    </a:lnTo>
                    <a:lnTo>
                      <a:pt x="6665" y="9004"/>
                    </a:lnTo>
                    <a:lnTo>
                      <a:pt x="5106" y="6665"/>
                    </a:lnTo>
                    <a:lnTo>
                      <a:pt x="4226" y="5558"/>
                    </a:lnTo>
                    <a:lnTo>
                      <a:pt x="3999" y="5332"/>
                    </a:lnTo>
                    <a:lnTo>
                      <a:pt x="3521" y="5005"/>
                    </a:lnTo>
                    <a:lnTo>
                      <a:pt x="2993" y="4904"/>
                    </a:lnTo>
                    <a:lnTo>
                      <a:pt x="2415" y="4955"/>
                    </a:lnTo>
                    <a:lnTo>
                      <a:pt x="2113" y="5080"/>
                    </a:lnTo>
                    <a:lnTo>
                      <a:pt x="1987" y="5885"/>
                    </a:lnTo>
                    <a:lnTo>
                      <a:pt x="1887" y="7520"/>
                    </a:lnTo>
                    <a:lnTo>
                      <a:pt x="1987" y="9985"/>
                    </a:lnTo>
                    <a:lnTo>
                      <a:pt x="2163" y="11645"/>
                    </a:lnTo>
                    <a:lnTo>
                      <a:pt x="2842" y="11594"/>
                    </a:lnTo>
                    <a:lnTo>
                      <a:pt x="4175" y="11318"/>
                    </a:lnTo>
                    <a:lnTo>
                      <a:pt x="5508" y="10991"/>
                    </a:lnTo>
                    <a:lnTo>
                      <a:pt x="6866" y="10815"/>
                    </a:lnTo>
                    <a:close/>
                    <a:moveTo>
                      <a:pt x="22862" y="10211"/>
                    </a:moveTo>
                    <a:lnTo>
                      <a:pt x="21428" y="6740"/>
                    </a:lnTo>
                    <a:lnTo>
                      <a:pt x="20045" y="3395"/>
                    </a:lnTo>
                    <a:lnTo>
                      <a:pt x="19743" y="2792"/>
                    </a:lnTo>
                    <a:lnTo>
                      <a:pt x="18838" y="1811"/>
                    </a:lnTo>
                    <a:lnTo>
                      <a:pt x="18310" y="1383"/>
                    </a:lnTo>
                    <a:lnTo>
                      <a:pt x="18033" y="1182"/>
                    </a:lnTo>
                    <a:lnTo>
                      <a:pt x="17404" y="981"/>
                    </a:lnTo>
                    <a:lnTo>
                      <a:pt x="17077" y="981"/>
                    </a:lnTo>
                    <a:lnTo>
                      <a:pt x="16851" y="1006"/>
                    </a:lnTo>
                    <a:lnTo>
                      <a:pt x="16474" y="1107"/>
                    </a:lnTo>
                    <a:lnTo>
                      <a:pt x="16222" y="1308"/>
                    </a:lnTo>
                    <a:lnTo>
                      <a:pt x="16096" y="1610"/>
                    </a:lnTo>
                    <a:lnTo>
                      <a:pt x="16096" y="1836"/>
                    </a:lnTo>
                    <a:lnTo>
                      <a:pt x="16071" y="2641"/>
                    </a:lnTo>
                    <a:lnTo>
                      <a:pt x="16046" y="4276"/>
                    </a:lnTo>
                    <a:lnTo>
                      <a:pt x="16197" y="5080"/>
                    </a:lnTo>
                    <a:lnTo>
                      <a:pt x="16323" y="5734"/>
                    </a:lnTo>
                    <a:lnTo>
                      <a:pt x="16348" y="6413"/>
                    </a:lnTo>
                    <a:lnTo>
                      <a:pt x="16348" y="7822"/>
                    </a:lnTo>
                    <a:lnTo>
                      <a:pt x="16348" y="9230"/>
                    </a:lnTo>
                    <a:lnTo>
                      <a:pt x="16373" y="9809"/>
                    </a:lnTo>
                    <a:lnTo>
                      <a:pt x="16423" y="10362"/>
                    </a:lnTo>
                    <a:lnTo>
                      <a:pt x="16951" y="10462"/>
                    </a:lnTo>
                    <a:lnTo>
                      <a:pt x="18310" y="10563"/>
                    </a:lnTo>
                    <a:lnTo>
                      <a:pt x="20825" y="10462"/>
                    </a:lnTo>
                    <a:close/>
                    <a:moveTo>
                      <a:pt x="24094" y="16976"/>
                    </a:moveTo>
                    <a:lnTo>
                      <a:pt x="24371" y="17127"/>
                    </a:lnTo>
                    <a:lnTo>
                      <a:pt x="24547" y="17178"/>
                    </a:lnTo>
                    <a:lnTo>
                      <a:pt x="28495" y="17203"/>
                    </a:lnTo>
                    <a:lnTo>
                      <a:pt x="32444" y="17152"/>
                    </a:lnTo>
                    <a:lnTo>
                      <a:pt x="32796" y="17127"/>
                    </a:lnTo>
                    <a:lnTo>
                      <a:pt x="33500" y="16876"/>
                    </a:lnTo>
                    <a:lnTo>
                      <a:pt x="33827" y="16725"/>
                    </a:lnTo>
                    <a:lnTo>
                      <a:pt x="33978" y="16549"/>
                    </a:lnTo>
                    <a:lnTo>
                      <a:pt x="34129" y="16146"/>
                    </a:lnTo>
                    <a:lnTo>
                      <a:pt x="33551" y="16146"/>
                    </a:lnTo>
                    <a:lnTo>
                      <a:pt x="33098" y="16146"/>
                    </a:lnTo>
                    <a:lnTo>
                      <a:pt x="32595" y="16146"/>
                    </a:lnTo>
                    <a:lnTo>
                      <a:pt x="32067" y="16096"/>
                    </a:lnTo>
                    <a:lnTo>
                      <a:pt x="31790" y="16021"/>
                    </a:lnTo>
                    <a:lnTo>
                      <a:pt x="31388" y="15769"/>
                    </a:lnTo>
                    <a:lnTo>
                      <a:pt x="31212" y="15392"/>
                    </a:lnTo>
                    <a:lnTo>
                      <a:pt x="31287" y="14939"/>
                    </a:lnTo>
                    <a:lnTo>
                      <a:pt x="31438" y="14688"/>
                    </a:lnTo>
                    <a:lnTo>
                      <a:pt x="31715" y="14361"/>
                    </a:lnTo>
                    <a:lnTo>
                      <a:pt x="32092" y="14134"/>
                    </a:lnTo>
                    <a:lnTo>
                      <a:pt x="32394" y="14009"/>
                    </a:lnTo>
                    <a:lnTo>
                      <a:pt x="32846" y="13908"/>
                    </a:lnTo>
                    <a:lnTo>
                      <a:pt x="32343" y="13330"/>
                    </a:lnTo>
                    <a:lnTo>
                      <a:pt x="31237" y="12550"/>
                    </a:lnTo>
                    <a:lnTo>
                      <a:pt x="30608" y="12349"/>
                    </a:lnTo>
                    <a:lnTo>
                      <a:pt x="29250" y="11946"/>
                    </a:lnTo>
                    <a:lnTo>
                      <a:pt x="27867" y="11645"/>
                    </a:lnTo>
                    <a:lnTo>
                      <a:pt x="26961" y="11468"/>
                    </a:lnTo>
                    <a:lnTo>
                      <a:pt x="25150" y="11318"/>
                    </a:lnTo>
                    <a:lnTo>
                      <a:pt x="22434" y="11292"/>
                    </a:lnTo>
                    <a:lnTo>
                      <a:pt x="20623" y="11418"/>
                    </a:lnTo>
                    <a:lnTo>
                      <a:pt x="18536" y="11544"/>
                    </a:lnTo>
                    <a:lnTo>
                      <a:pt x="16474" y="11594"/>
                    </a:lnTo>
                    <a:lnTo>
                      <a:pt x="13204" y="11569"/>
                    </a:lnTo>
                    <a:lnTo>
                      <a:pt x="9935" y="11594"/>
                    </a:lnTo>
                    <a:lnTo>
                      <a:pt x="8451" y="11619"/>
                    </a:lnTo>
                    <a:lnTo>
                      <a:pt x="5508" y="11971"/>
                    </a:lnTo>
                    <a:lnTo>
                      <a:pt x="4050" y="12324"/>
                    </a:lnTo>
                    <a:lnTo>
                      <a:pt x="3622" y="12449"/>
                    </a:lnTo>
                    <a:lnTo>
                      <a:pt x="3194" y="12525"/>
                    </a:lnTo>
                    <a:lnTo>
                      <a:pt x="2717" y="12625"/>
                    </a:lnTo>
                    <a:lnTo>
                      <a:pt x="1861" y="13078"/>
                    </a:lnTo>
                    <a:lnTo>
                      <a:pt x="1459" y="13330"/>
                    </a:lnTo>
                    <a:lnTo>
                      <a:pt x="1333" y="13455"/>
                    </a:lnTo>
                    <a:lnTo>
                      <a:pt x="1182" y="13707"/>
                    </a:lnTo>
                    <a:lnTo>
                      <a:pt x="1208" y="14009"/>
                    </a:lnTo>
                    <a:lnTo>
                      <a:pt x="1384" y="14285"/>
                    </a:lnTo>
                    <a:lnTo>
                      <a:pt x="1560" y="14411"/>
                    </a:lnTo>
                    <a:lnTo>
                      <a:pt x="1811" y="14537"/>
                    </a:lnTo>
                    <a:lnTo>
                      <a:pt x="2063" y="14587"/>
                    </a:lnTo>
                    <a:lnTo>
                      <a:pt x="2289" y="14386"/>
                    </a:lnTo>
                    <a:lnTo>
                      <a:pt x="2440" y="14235"/>
                    </a:lnTo>
                    <a:lnTo>
                      <a:pt x="2691" y="13983"/>
                    </a:lnTo>
                    <a:lnTo>
                      <a:pt x="3220" y="13581"/>
                    </a:lnTo>
                    <a:lnTo>
                      <a:pt x="3798" y="13355"/>
                    </a:lnTo>
                    <a:lnTo>
                      <a:pt x="4452" y="13254"/>
                    </a:lnTo>
                    <a:lnTo>
                      <a:pt x="4804" y="13254"/>
                    </a:lnTo>
                    <a:lnTo>
                      <a:pt x="6162" y="13254"/>
                    </a:lnTo>
                    <a:lnTo>
                      <a:pt x="7495" y="13254"/>
                    </a:lnTo>
                    <a:lnTo>
                      <a:pt x="8149" y="13304"/>
                    </a:lnTo>
                    <a:lnTo>
                      <a:pt x="8803" y="13455"/>
                    </a:lnTo>
                    <a:lnTo>
                      <a:pt x="9130" y="13556"/>
                    </a:lnTo>
                    <a:lnTo>
                      <a:pt x="9532" y="13858"/>
                    </a:lnTo>
                    <a:lnTo>
                      <a:pt x="9683" y="14235"/>
                    </a:lnTo>
                    <a:lnTo>
                      <a:pt x="9532" y="14713"/>
                    </a:lnTo>
                    <a:lnTo>
                      <a:pt x="9356" y="14989"/>
                    </a:lnTo>
                    <a:lnTo>
                      <a:pt x="8954" y="15493"/>
                    </a:lnTo>
                    <a:lnTo>
                      <a:pt x="8501" y="15996"/>
                    </a:lnTo>
                    <a:lnTo>
                      <a:pt x="8375" y="16121"/>
                    </a:lnTo>
                    <a:lnTo>
                      <a:pt x="8199" y="16423"/>
                    </a:lnTo>
                    <a:lnTo>
                      <a:pt x="8275" y="16675"/>
                    </a:lnTo>
                    <a:lnTo>
                      <a:pt x="10664" y="16675"/>
                    </a:lnTo>
                    <a:lnTo>
                      <a:pt x="11544" y="15794"/>
                    </a:lnTo>
                    <a:lnTo>
                      <a:pt x="12374" y="14864"/>
                    </a:lnTo>
                    <a:lnTo>
                      <a:pt x="12751" y="14411"/>
                    </a:lnTo>
                    <a:lnTo>
                      <a:pt x="13607" y="13757"/>
                    </a:lnTo>
                    <a:lnTo>
                      <a:pt x="14562" y="13405"/>
                    </a:lnTo>
                    <a:lnTo>
                      <a:pt x="15619" y="13279"/>
                    </a:lnTo>
                    <a:lnTo>
                      <a:pt x="16147" y="13304"/>
                    </a:lnTo>
                    <a:lnTo>
                      <a:pt x="17480" y="13430"/>
                    </a:lnTo>
                    <a:lnTo>
                      <a:pt x="18813" y="13455"/>
                    </a:lnTo>
                    <a:lnTo>
                      <a:pt x="19743" y="13480"/>
                    </a:lnTo>
                    <a:lnTo>
                      <a:pt x="21554" y="13732"/>
                    </a:lnTo>
                    <a:lnTo>
                      <a:pt x="22459" y="13883"/>
                    </a:lnTo>
                    <a:lnTo>
                      <a:pt x="23491" y="14084"/>
                    </a:lnTo>
                    <a:lnTo>
                      <a:pt x="24497" y="14336"/>
                    </a:lnTo>
                    <a:lnTo>
                      <a:pt x="24723" y="14436"/>
                    </a:lnTo>
                    <a:lnTo>
                      <a:pt x="25025" y="14738"/>
                    </a:lnTo>
                    <a:lnTo>
                      <a:pt x="25176" y="15140"/>
                    </a:lnTo>
                    <a:lnTo>
                      <a:pt x="25125" y="15568"/>
                    </a:lnTo>
                    <a:lnTo>
                      <a:pt x="25000" y="15794"/>
                    </a:lnTo>
                    <a:lnTo>
                      <a:pt x="24572" y="16373"/>
                    </a:lnTo>
                    <a:close/>
                    <a:moveTo>
                      <a:pt x="23641" y="15417"/>
                    </a:moveTo>
                    <a:lnTo>
                      <a:pt x="22912" y="15166"/>
                    </a:lnTo>
                    <a:lnTo>
                      <a:pt x="22434" y="15040"/>
                    </a:lnTo>
                    <a:lnTo>
                      <a:pt x="21403" y="14889"/>
                    </a:lnTo>
                    <a:lnTo>
                      <a:pt x="19366" y="14612"/>
                    </a:lnTo>
                    <a:lnTo>
                      <a:pt x="18310" y="14587"/>
                    </a:lnTo>
                    <a:lnTo>
                      <a:pt x="17203" y="14562"/>
                    </a:lnTo>
                    <a:lnTo>
                      <a:pt x="16122" y="14411"/>
                    </a:lnTo>
                    <a:lnTo>
                      <a:pt x="15719" y="14361"/>
                    </a:lnTo>
                    <a:lnTo>
                      <a:pt x="15015" y="14537"/>
                    </a:lnTo>
                    <a:lnTo>
                      <a:pt x="14713" y="14713"/>
                    </a:lnTo>
                    <a:lnTo>
                      <a:pt x="13933" y="15241"/>
                    </a:lnTo>
                    <a:lnTo>
                      <a:pt x="12475" y="16373"/>
                    </a:lnTo>
                    <a:lnTo>
                      <a:pt x="11821" y="17027"/>
                    </a:lnTo>
                    <a:lnTo>
                      <a:pt x="10614" y="18309"/>
                    </a:lnTo>
                    <a:lnTo>
                      <a:pt x="9306" y="19491"/>
                    </a:lnTo>
                    <a:lnTo>
                      <a:pt x="7998" y="20648"/>
                    </a:lnTo>
                    <a:lnTo>
                      <a:pt x="5609" y="23163"/>
                    </a:lnTo>
                    <a:lnTo>
                      <a:pt x="4477" y="24496"/>
                    </a:lnTo>
                    <a:lnTo>
                      <a:pt x="4351" y="24622"/>
                    </a:lnTo>
                    <a:lnTo>
                      <a:pt x="4200" y="24949"/>
                    </a:lnTo>
                    <a:lnTo>
                      <a:pt x="4276" y="25175"/>
                    </a:lnTo>
                    <a:lnTo>
                      <a:pt x="4653" y="25326"/>
                    </a:lnTo>
                    <a:lnTo>
                      <a:pt x="5483" y="25527"/>
                    </a:lnTo>
                    <a:lnTo>
                      <a:pt x="6313" y="25578"/>
                    </a:lnTo>
                    <a:lnTo>
                      <a:pt x="7143" y="25502"/>
                    </a:lnTo>
                    <a:lnTo>
                      <a:pt x="7571" y="25402"/>
                    </a:lnTo>
                    <a:lnTo>
                      <a:pt x="8526" y="25150"/>
                    </a:lnTo>
                    <a:lnTo>
                      <a:pt x="10387" y="24396"/>
                    </a:lnTo>
                    <a:lnTo>
                      <a:pt x="11242" y="23867"/>
                    </a:lnTo>
                    <a:lnTo>
                      <a:pt x="11595" y="23566"/>
                    </a:lnTo>
                    <a:lnTo>
                      <a:pt x="11972" y="23364"/>
                    </a:lnTo>
                    <a:lnTo>
                      <a:pt x="12450" y="23214"/>
                    </a:lnTo>
                    <a:lnTo>
                      <a:pt x="13355" y="22761"/>
                    </a:lnTo>
                    <a:lnTo>
                      <a:pt x="14613" y="21956"/>
                    </a:lnTo>
                    <a:lnTo>
                      <a:pt x="15493" y="21478"/>
                    </a:lnTo>
                    <a:lnTo>
                      <a:pt x="16172" y="21101"/>
                    </a:lnTo>
                    <a:lnTo>
                      <a:pt x="17480" y="20271"/>
                    </a:lnTo>
                    <a:lnTo>
                      <a:pt x="18108" y="19818"/>
                    </a:lnTo>
                    <a:lnTo>
                      <a:pt x="18687" y="19340"/>
                    </a:lnTo>
                    <a:lnTo>
                      <a:pt x="19894" y="18511"/>
                    </a:lnTo>
                    <a:lnTo>
                      <a:pt x="20598" y="18234"/>
                    </a:lnTo>
                    <a:lnTo>
                      <a:pt x="20799" y="18133"/>
                    </a:lnTo>
                    <a:lnTo>
                      <a:pt x="20950" y="17982"/>
                    </a:lnTo>
                    <a:lnTo>
                      <a:pt x="21152" y="17706"/>
                    </a:lnTo>
                    <a:lnTo>
                      <a:pt x="21629" y="17228"/>
                    </a:lnTo>
                    <a:lnTo>
                      <a:pt x="22409" y="16649"/>
                    </a:lnTo>
                    <a:lnTo>
                      <a:pt x="22912" y="16222"/>
                    </a:lnTo>
                    <a:lnTo>
                      <a:pt x="23214" y="15895"/>
                    </a:lnTo>
                    <a:close/>
                    <a:moveTo>
                      <a:pt x="35135" y="17429"/>
                    </a:moveTo>
                    <a:lnTo>
                      <a:pt x="34481" y="17756"/>
                    </a:lnTo>
                    <a:lnTo>
                      <a:pt x="33224" y="18133"/>
                    </a:lnTo>
                    <a:lnTo>
                      <a:pt x="31337" y="18309"/>
                    </a:lnTo>
                    <a:lnTo>
                      <a:pt x="30080" y="18309"/>
                    </a:lnTo>
                    <a:lnTo>
                      <a:pt x="26735" y="18284"/>
                    </a:lnTo>
                    <a:lnTo>
                      <a:pt x="23390" y="18234"/>
                    </a:lnTo>
                    <a:lnTo>
                      <a:pt x="22962" y="18234"/>
                    </a:lnTo>
                    <a:lnTo>
                      <a:pt x="22208" y="18460"/>
                    </a:lnTo>
                    <a:lnTo>
                      <a:pt x="21831" y="18661"/>
                    </a:lnTo>
                    <a:lnTo>
                      <a:pt x="20397" y="19567"/>
                    </a:lnTo>
                    <a:lnTo>
                      <a:pt x="19014" y="20573"/>
                    </a:lnTo>
                    <a:lnTo>
                      <a:pt x="17580" y="21604"/>
                    </a:lnTo>
                    <a:lnTo>
                      <a:pt x="16046" y="22509"/>
                    </a:lnTo>
                    <a:lnTo>
                      <a:pt x="15141" y="23063"/>
                    </a:lnTo>
                    <a:lnTo>
                      <a:pt x="14235" y="23541"/>
                    </a:lnTo>
                    <a:lnTo>
                      <a:pt x="12827" y="24295"/>
                    </a:lnTo>
                    <a:lnTo>
                      <a:pt x="10739" y="25427"/>
                    </a:lnTo>
                    <a:lnTo>
                      <a:pt x="9281" y="26081"/>
                    </a:lnTo>
                    <a:lnTo>
                      <a:pt x="8501" y="26307"/>
                    </a:lnTo>
                    <a:lnTo>
                      <a:pt x="7998" y="26483"/>
                    </a:lnTo>
                    <a:lnTo>
                      <a:pt x="7520" y="26559"/>
                    </a:lnTo>
                    <a:lnTo>
                      <a:pt x="6514" y="26609"/>
                    </a:lnTo>
                    <a:lnTo>
                      <a:pt x="4502" y="26508"/>
                    </a:lnTo>
                    <a:lnTo>
                      <a:pt x="3521" y="26307"/>
                    </a:lnTo>
                    <a:lnTo>
                      <a:pt x="3220" y="26232"/>
                    </a:lnTo>
                    <a:lnTo>
                      <a:pt x="2792" y="25955"/>
                    </a:lnTo>
                    <a:lnTo>
                      <a:pt x="2591" y="25553"/>
                    </a:lnTo>
                    <a:lnTo>
                      <a:pt x="2616" y="25050"/>
                    </a:lnTo>
                    <a:lnTo>
                      <a:pt x="2767" y="24773"/>
                    </a:lnTo>
                    <a:lnTo>
                      <a:pt x="3370" y="23867"/>
                    </a:lnTo>
                    <a:lnTo>
                      <a:pt x="4100" y="23012"/>
                    </a:lnTo>
                    <a:lnTo>
                      <a:pt x="5131" y="21830"/>
                    </a:lnTo>
                    <a:lnTo>
                      <a:pt x="7319" y="19642"/>
                    </a:lnTo>
                    <a:lnTo>
                      <a:pt x="8526" y="18636"/>
                    </a:lnTo>
                    <a:lnTo>
                      <a:pt x="8828" y="18334"/>
                    </a:lnTo>
                    <a:lnTo>
                      <a:pt x="9130" y="17982"/>
                    </a:lnTo>
                    <a:lnTo>
                      <a:pt x="8627" y="17831"/>
                    </a:lnTo>
                    <a:lnTo>
                      <a:pt x="7696" y="17681"/>
                    </a:lnTo>
                    <a:lnTo>
                      <a:pt x="6891" y="17781"/>
                    </a:lnTo>
                    <a:lnTo>
                      <a:pt x="6137" y="18108"/>
                    </a:lnTo>
                    <a:lnTo>
                      <a:pt x="5785" y="18385"/>
                    </a:lnTo>
                    <a:lnTo>
                      <a:pt x="5257" y="18812"/>
                    </a:lnTo>
                    <a:lnTo>
                      <a:pt x="4754" y="19215"/>
                    </a:lnTo>
                    <a:lnTo>
                      <a:pt x="4251" y="19542"/>
                    </a:lnTo>
                    <a:lnTo>
                      <a:pt x="3245" y="20070"/>
                    </a:lnTo>
                    <a:lnTo>
                      <a:pt x="2163" y="20372"/>
                    </a:lnTo>
                    <a:lnTo>
                      <a:pt x="1032" y="20397"/>
                    </a:lnTo>
                    <a:lnTo>
                      <a:pt x="428" y="20246"/>
                    </a:lnTo>
                    <a:lnTo>
                      <a:pt x="378" y="20221"/>
                    </a:lnTo>
                    <a:lnTo>
                      <a:pt x="277" y="20145"/>
                    </a:lnTo>
                    <a:lnTo>
                      <a:pt x="126" y="19768"/>
                    </a:lnTo>
                    <a:lnTo>
                      <a:pt x="0" y="18988"/>
                    </a:lnTo>
                    <a:lnTo>
                      <a:pt x="76" y="18209"/>
                    </a:lnTo>
                    <a:lnTo>
                      <a:pt x="352" y="17454"/>
                    </a:lnTo>
                    <a:lnTo>
                      <a:pt x="579" y="17077"/>
                    </a:lnTo>
                    <a:lnTo>
                      <a:pt x="830" y="16725"/>
                    </a:lnTo>
                    <a:lnTo>
                      <a:pt x="1182" y="16146"/>
                    </a:lnTo>
                    <a:lnTo>
                      <a:pt x="1333" y="15694"/>
                    </a:lnTo>
                    <a:lnTo>
                      <a:pt x="1358" y="15417"/>
                    </a:lnTo>
                    <a:lnTo>
                      <a:pt x="830" y="15140"/>
                    </a:lnTo>
                    <a:lnTo>
                      <a:pt x="277" y="14813"/>
                    </a:lnTo>
                    <a:lnTo>
                      <a:pt x="202" y="14336"/>
                    </a:lnTo>
                    <a:lnTo>
                      <a:pt x="151" y="13707"/>
                    </a:lnTo>
                    <a:lnTo>
                      <a:pt x="252" y="13254"/>
                    </a:lnTo>
                    <a:lnTo>
                      <a:pt x="604" y="12776"/>
                    </a:lnTo>
                    <a:lnTo>
                      <a:pt x="881" y="12424"/>
                    </a:lnTo>
                    <a:lnTo>
                      <a:pt x="881" y="9306"/>
                    </a:lnTo>
                    <a:lnTo>
                      <a:pt x="881" y="6187"/>
                    </a:lnTo>
                    <a:lnTo>
                      <a:pt x="881" y="5533"/>
                    </a:lnTo>
                    <a:lnTo>
                      <a:pt x="1082" y="4628"/>
                    </a:lnTo>
                    <a:lnTo>
                      <a:pt x="1560" y="4150"/>
                    </a:lnTo>
                    <a:lnTo>
                      <a:pt x="2465" y="3974"/>
                    </a:lnTo>
                    <a:lnTo>
                      <a:pt x="3144" y="3974"/>
                    </a:lnTo>
                    <a:lnTo>
                      <a:pt x="3421" y="3999"/>
                    </a:lnTo>
                    <a:lnTo>
                      <a:pt x="3949" y="4100"/>
                    </a:lnTo>
                    <a:lnTo>
                      <a:pt x="4628" y="4477"/>
                    </a:lnTo>
                    <a:lnTo>
                      <a:pt x="5030" y="4904"/>
                    </a:lnTo>
                    <a:lnTo>
                      <a:pt x="5911" y="5961"/>
                    </a:lnTo>
                    <a:lnTo>
                      <a:pt x="7445" y="8249"/>
                    </a:lnTo>
                    <a:lnTo>
                      <a:pt x="8174" y="9406"/>
                    </a:lnTo>
                    <a:lnTo>
                      <a:pt x="8526" y="9959"/>
                    </a:lnTo>
                    <a:lnTo>
                      <a:pt x="8929" y="10563"/>
                    </a:lnTo>
                    <a:lnTo>
                      <a:pt x="12047" y="10613"/>
                    </a:lnTo>
                    <a:lnTo>
                      <a:pt x="15191" y="10538"/>
                    </a:lnTo>
                    <a:lnTo>
                      <a:pt x="15292" y="9959"/>
                    </a:lnTo>
                    <a:lnTo>
                      <a:pt x="15317" y="9532"/>
                    </a:lnTo>
                    <a:lnTo>
                      <a:pt x="15292" y="8350"/>
                    </a:lnTo>
                    <a:lnTo>
                      <a:pt x="15266" y="5986"/>
                    </a:lnTo>
                    <a:lnTo>
                      <a:pt x="15090" y="4804"/>
                    </a:lnTo>
                    <a:lnTo>
                      <a:pt x="14990" y="3999"/>
                    </a:lnTo>
                    <a:lnTo>
                      <a:pt x="15015" y="2364"/>
                    </a:lnTo>
                    <a:lnTo>
                      <a:pt x="15065" y="1534"/>
                    </a:lnTo>
                    <a:lnTo>
                      <a:pt x="15116" y="1182"/>
                    </a:lnTo>
                    <a:lnTo>
                      <a:pt x="15317" y="679"/>
                    </a:lnTo>
                    <a:lnTo>
                      <a:pt x="15719" y="302"/>
                    </a:lnTo>
                    <a:lnTo>
                      <a:pt x="16247" y="101"/>
                    </a:lnTo>
                    <a:lnTo>
                      <a:pt x="16599" y="50"/>
                    </a:lnTo>
                    <a:lnTo>
                      <a:pt x="17153" y="0"/>
                    </a:lnTo>
                    <a:lnTo>
                      <a:pt x="18159" y="151"/>
                    </a:lnTo>
                    <a:lnTo>
                      <a:pt x="19064" y="604"/>
                    </a:lnTo>
                    <a:lnTo>
                      <a:pt x="19844" y="1232"/>
                    </a:lnTo>
                    <a:lnTo>
                      <a:pt x="20196" y="1635"/>
                    </a:lnTo>
                    <a:lnTo>
                      <a:pt x="20573" y="2088"/>
                    </a:lnTo>
                    <a:lnTo>
                      <a:pt x="21126" y="3043"/>
                    </a:lnTo>
                    <a:lnTo>
                      <a:pt x="21805" y="4552"/>
                    </a:lnTo>
                    <a:lnTo>
                      <a:pt x="22233" y="5583"/>
                    </a:lnTo>
                    <a:lnTo>
                      <a:pt x="22862" y="7092"/>
                    </a:lnTo>
                    <a:lnTo>
                      <a:pt x="23465" y="8601"/>
                    </a:lnTo>
                    <a:lnTo>
                      <a:pt x="23918" y="9456"/>
                    </a:lnTo>
                    <a:lnTo>
                      <a:pt x="24396" y="10312"/>
                    </a:lnTo>
                    <a:lnTo>
                      <a:pt x="25125" y="10337"/>
                    </a:lnTo>
                    <a:lnTo>
                      <a:pt x="25779" y="10362"/>
                    </a:lnTo>
                    <a:lnTo>
                      <a:pt x="27162" y="10488"/>
                    </a:lnTo>
                    <a:lnTo>
                      <a:pt x="29828" y="11041"/>
                    </a:lnTo>
                    <a:lnTo>
                      <a:pt x="31136" y="11468"/>
                    </a:lnTo>
                    <a:lnTo>
                      <a:pt x="31991" y="11795"/>
                    </a:lnTo>
                    <a:lnTo>
                      <a:pt x="33098" y="12500"/>
                    </a:lnTo>
                    <a:lnTo>
                      <a:pt x="33727" y="13128"/>
                    </a:lnTo>
                    <a:lnTo>
                      <a:pt x="33978" y="13506"/>
                    </a:lnTo>
                    <a:lnTo>
                      <a:pt x="34129" y="13682"/>
                    </a:lnTo>
                    <a:lnTo>
                      <a:pt x="34280" y="13833"/>
                    </a:lnTo>
                    <a:lnTo>
                      <a:pt x="34632" y="14210"/>
                    </a:lnTo>
                    <a:lnTo>
                      <a:pt x="35085" y="15065"/>
                    </a:lnTo>
                    <a:lnTo>
                      <a:pt x="35261" y="15970"/>
                    </a:lnTo>
                    <a:lnTo>
                      <a:pt x="35210" y="1692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69" name="Google Shape;1497;p37">
                <a:extLst>
                  <a:ext uri="{FF2B5EF4-FFF2-40B4-BE49-F238E27FC236}">
                    <a16:creationId xmlns:a16="http://schemas.microsoft.com/office/drawing/2014/main" id="{E7B5DDA1-3DA8-DCCB-2EAD-0BFC59FA097C}"/>
                  </a:ext>
                </a:extLst>
              </p:cNvPr>
              <p:cNvGrpSpPr/>
              <p:nvPr/>
            </p:nvGrpSpPr>
            <p:grpSpPr>
              <a:xfrm>
                <a:off x="5910314" y="882886"/>
                <a:ext cx="312191" cy="303383"/>
                <a:chOff x="6375347" y="2254581"/>
                <a:chExt cx="689164" cy="669571"/>
              </a:xfrm>
            </p:grpSpPr>
            <p:sp>
              <p:nvSpPr>
                <p:cNvPr id="70" name="Google Shape;1498;p37">
                  <a:extLst>
                    <a:ext uri="{FF2B5EF4-FFF2-40B4-BE49-F238E27FC236}">
                      <a16:creationId xmlns:a16="http://schemas.microsoft.com/office/drawing/2014/main" id="{13AA9D81-D6A1-1249-57EF-FB20EB79D0B2}"/>
                    </a:ext>
                  </a:extLst>
                </p:cNvPr>
                <p:cNvSpPr/>
                <p:nvPr/>
              </p:nvSpPr>
              <p:spPr>
                <a:xfrm>
                  <a:off x="6375347" y="2254581"/>
                  <a:ext cx="689164" cy="669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55" h="21428" extrusionOk="0">
                      <a:moveTo>
                        <a:pt x="10742" y="1087"/>
                      </a:moveTo>
                      <a:cubicBezTo>
                        <a:pt x="11010" y="1087"/>
                        <a:pt x="11242" y="1230"/>
                        <a:pt x="11349" y="1462"/>
                      </a:cubicBezTo>
                      <a:cubicBezTo>
                        <a:pt x="11402" y="1605"/>
                        <a:pt x="11438" y="1765"/>
                        <a:pt x="11456" y="1908"/>
                      </a:cubicBezTo>
                      <a:cubicBezTo>
                        <a:pt x="11473" y="2033"/>
                        <a:pt x="11491" y="2158"/>
                        <a:pt x="11527" y="2283"/>
                      </a:cubicBezTo>
                      <a:cubicBezTo>
                        <a:pt x="11652" y="2871"/>
                        <a:pt x="11991" y="3282"/>
                        <a:pt x="12455" y="3407"/>
                      </a:cubicBezTo>
                      <a:cubicBezTo>
                        <a:pt x="12551" y="3433"/>
                        <a:pt x="12650" y="3446"/>
                        <a:pt x="12749" y="3446"/>
                      </a:cubicBezTo>
                      <a:cubicBezTo>
                        <a:pt x="13179" y="3446"/>
                        <a:pt x="13616" y="3200"/>
                        <a:pt x="13936" y="2764"/>
                      </a:cubicBezTo>
                      <a:cubicBezTo>
                        <a:pt x="14025" y="2639"/>
                        <a:pt x="14114" y="2515"/>
                        <a:pt x="14186" y="2372"/>
                      </a:cubicBezTo>
                      <a:cubicBezTo>
                        <a:pt x="14257" y="2211"/>
                        <a:pt x="14364" y="2086"/>
                        <a:pt x="14471" y="1961"/>
                      </a:cubicBezTo>
                      <a:cubicBezTo>
                        <a:pt x="14621" y="1800"/>
                        <a:pt x="14809" y="1729"/>
                        <a:pt x="14994" y="1729"/>
                      </a:cubicBezTo>
                      <a:cubicBezTo>
                        <a:pt x="15402" y="1729"/>
                        <a:pt x="15794" y="2077"/>
                        <a:pt x="15720" y="2568"/>
                      </a:cubicBezTo>
                      <a:cubicBezTo>
                        <a:pt x="15702" y="2729"/>
                        <a:pt x="15649" y="2889"/>
                        <a:pt x="15595" y="3050"/>
                      </a:cubicBezTo>
                      <a:cubicBezTo>
                        <a:pt x="15435" y="3532"/>
                        <a:pt x="15220" y="4192"/>
                        <a:pt x="15702" y="4727"/>
                      </a:cubicBezTo>
                      <a:cubicBezTo>
                        <a:pt x="15981" y="5006"/>
                        <a:pt x="16348" y="5156"/>
                        <a:pt x="16724" y="5156"/>
                      </a:cubicBezTo>
                      <a:cubicBezTo>
                        <a:pt x="16853" y="5156"/>
                        <a:pt x="16984" y="5138"/>
                        <a:pt x="17112" y="5102"/>
                      </a:cubicBezTo>
                      <a:cubicBezTo>
                        <a:pt x="17254" y="5066"/>
                        <a:pt x="17379" y="5030"/>
                        <a:pt x="17522" y="4995"/>
                      </a:cubicBezTo>
                      <a:cubicBezTo>
                        <a:pt x="17665" y="4941"/>
                        <a:pt x="17808" y="4905"/>
                        <a:pt x="17968" y="4888"/>
                      </a:cubicBezTo>
                      <a:cubicBezTo>
                        <a:pt x="18396" y="4888"/>
                        <a:pt x="18771" y="5173"/>
                        <a:pt x="18914" y="5583"/>
                      </a:cubicBezTo>
                      <a:cubicBezTo>
                        <a:pt x="19039" y="6047"/>
                        <a:pt x="18950" y="6565"/>
                        <a:pt x="18664" y="6957"/>
                      </a:cubicBezTo>
                      <a:cubicBezTo>
                        <a:pt x="18628" y="7011"/>
                        <a:pt x="18593" y="7064"/>
                        <a:pt x="18557" y="7118"/>
                      </a:cubicBezTo>
                      <a:cubicBezTo>
                        <a:pt x="18289" y="7493"/>
                        <a:pt x="17879" y="8046"/>
                        <a:pt x="18129" y="8688"/>
                      </a:cubicBezTo>
                      <a:cubicBezTo>
                        <a:pt x="18361" y="9348"/>
                        <a:pt x="19039" y="9455"/>
                        <a:pt x="19521" y="9545"/>
                      </a:cubicBezTo>
                      <a:cubicBezTo>
                        <a:pt x="19663" y="9562"/>
                        <a:pt x="19788" y="9580"/>
                        <a:pt x="19931" y="9616"/>
                      </a:cubicBezTo>
                      <a:cubicBezTo>
                        <a:pt x="20662" y="9848"/>
                        <a:pt x="20698" y="10883"/>
                        <a:pt x="19967" y="11150"/>
                      </a:cubicBezTo>
                      <a:cubicBezTo>
                        <a:pt x="19860" y="11186"/>
                        <a:pt x="19752" y="11222"/>
                        <a:pt x="19645" y="11240"/>
                      </a:cubicBezTo>
                      <a:cubicBezTo>
                        <a:pt x="19306" y="11329"/>
                        <a:pt x="18807" y="11436"/>
                        <a:pt x="18539" y="11900"/>
                      </a:cubicBezTo>
                      <a:cubicBezTo>
                        <a:pt x="18272" y="12399"/>
                        <a:pt x="18325" y="13006"/>
                        <a:pt x="18682" y="13452"/>
                      </a:cubicBezTo>
                      <a:lnTo>
                        <a:pt x="18682" y="13434"/>
                      </a:lnTo>
                      <a:cubicBezTo>
                        <a:pt x="18789" y="13595"/>
                        <a:pt x="18932" y="13755"/>
                        <a:pt x="19074" y="13880"/>
                      </a:cubicBezTo>
                      <a:cubicBezTo>
                        <a:pt x="19164" y="13987"/>
                        <a:pt x="19253" y="14077"/>
                        <a:pt x="19342" y="14201"/>
                      </a:cubicBezTo>
                      <a:cubicBezTo>
                        <a:pt x="19556" y="14487"/>
                        <a:pt x="19610" y="14862"/>
                        <a:pt x="19467" y="15201"/>
                      </a:cubicBezTo>
                      <a:cubicBezTo>
                        <a:pt x="19348" y="15473"/>
                        <a:pt x="19066" y="15648"/>
                        <a:pt x="18777" y="15648"/>
                      </a:cubicBezTo>
                      <a:cubicBezTo>
                        <a:pt x="18763" y="15648"/>
                        <a:pt x="18749" y="15648"/>
                        <a:pt x="18735" y="15647"/>
                      </a:cubicBezTo>
                      <a:cubicBezTo>
                        <a:pt x="18575" y="15611"/>
                        <a:pt x="18432" y="15558"/>
                        <a:pt x="18289" y="15486"/>
                      </a:cubicBezTo>
                      <a:cubicBezTo>
                        <a:pt x="18093" y="15379"/>
                        <a:pt x="17915" y="15308"/>
                        <a:pt x="17718" y="15254"/>
                      </a:cubicBezTo>
                      <a:cubicBezTo>
                        <a:pt x="17597" y="15221"/>
                        <a:pt x="17474" y="15205"/>
                        <a:pt x="17351" y="15205"/>
                      </a:cubicBezTo>
                      <a:cubicBezTo>
                        <a:pt x="17079" y="15205"/>
                        <a:pt x="16811" y="15285"/>
                        <a:pt x="16576" y="15433"/>
                      </a:cubicBezTo>
                      <a:cubicBezTo>
                        <a:pt x="16327" y="15593"/>
                        <a:pt x="16166" y="15861"/>
                        <a:pt x="16130" y="16146"/>
                      </a:cubicBezTo>
                      <a:cubicBezTo>
                        <a:pt x="16113" y="16521"/>
                        <a:pt x="16237" y="16878"/>
                        <a:pt x="16505" y="17146"/>
                      </a:cubicBezTo>
                      <a:cubicBezTo>
                        <a:pt x="16523" y="17181"/>
                        <a:pt x="16559" y="17235"/>
                        <a:pt x="16594" y="17270"/>
                      </a:cubicBezTo>
                      <a:cubicBezTo>
                        <a:pt x="17060" y="17962"/>
                        <a:pt x="16487" y="18755"/>
                        <a:pt x="15803" y="18755"/>
                      </a:cubicBezTo>
                      <a:cubicBezTo>
                        <a:pt x="15623" y="18755"/>
                        <a:pt x="15435" y="18700"/>
                        <a:pt x="15256" y="18573"/>
                      </a:cubicBezTo>
                      <a:cubicBezTo>
                        <a:pt x="15167" y="18502"/>
                        <a:pt x="15060" y="18394"/>
                        <a:pt x="14953" y="18305"/>
                      </a:cubicBezTo>
                      <a:cubicBezTo>
                        <a:pt x="14659" y="18027"/>
                        <a:pt x="14245" y="17639"/>
                        <a:pt x="13711" y="17639"/>
                      </a:cubicBezTo>
                      <a:cubicBezTo>
                        <a:pt x="13595" y="17639"/>
                        <a:pt x="13474" y="17657"/>
                        <a:pt x="13347" y="17699"/>
                      </a:cubicBezTo>
                      <a:cubicBezTo>
                        <a:pt x="12633" y="17948"/>
                        <a:pt x="12526" y="18698"/>
                        <a:pt x="12473" y="19197"/>
                      </a:cubicBezTo>
                      <a:cubicBezTo>
                        <a:pt x="12455" y="19340"/>
                        <a:pt x="12437" y="19465"/>
                        <a:pt x="12401" y="19608"/>
                      </a:cubicBezTo>
                      <a:cubicBezTo>
                        <a:pt x="12295" y="20058"/>
                        <a:pt x="11890" y="20335"/>
                        <a:pt x="11468" y="20335"/>
                      </a:cubicBezTo>
                      <a:cubicBezTo>
                        <a:pt x="11254" y="20335"/>
                        <a:pt x="11035" y="20263"/>
                        <a:pt x="10849" y="20107"/>
                      </a:cubicBezTo>
                      <a:cubicBezTo>
                        <a:pt x="10671" y="19911"/>
                        <a:pt x="10510" y="19697"/>
                        <a:pt x="10385" y="19465"/>
                      </a:cubicBezTo>
                      <a:cubicBezTo>
                        <a:pt x="10314" y="19340"/>
                        <a:pt x="10242" y="19233"/>
                        <a:pt x="10171" y="19126"/>
                      </a:cubicBezTo>
                      <a:cubicBezTo>
                        <a:pt x="9743" y="18484"/>
                        <a:pt x="9207" y="18145"/>
                        <a:pt x="8636" y="18145"/>
                      </a:cubicBezTo>
                      <a:cubicBezTo>
                        <a:pt x="7958" y="18145"/>
                        <a:pt x="7512" y="18609"/>
                        <a:pt x="7138" y="18965"/>
                      </a:cubicBezTo>
                      <a:cubicBezTo>
                        <a:pt x="6977" y="19162"/>
                        <a:pt x="6781" y="19322"/>
                        <a:pt x="6585" y="19447"/>
                      </a:cubicBezTo>
                      <a:cubicBezTo>
                        <a:pt x="6480" y="19492"/>
                        <a:pt x="6372" y="19512"/>
                        <a:pt x="6266" y="19512"/>
                      </a:cubicBezTo>
                      <a:cubicBezTo>
                        <a:pt x="5906" y="19512"/>
                        <a:pt x="5571" y="19271"/>
                        <a:pt x="5461" y="18912"/>
                      </a:cubicBezTo>
                      <a:cubicBezTo>
                        <a:pt x="5461" y="18751"/>
                        <a:pt x="5478" y="18573"/>
                        <a:pt x="5514" y="18412"/>
                      </a:cubicBezTo>
                      <a:cubicBezTo>
                        <a:pt x="5603" y="17806"/>
                        <a:pt x="5746" y="16789"/>
                        <a:pt x="4818" y="16182"/>
                      </a:cubicBezTo>
                      <a:cubicBezTo>
                        <a:pt x="4639" y="16069"/>
                        <a:pt x="4458" y="16028"/>
                        <a:pt x="4284" y="16028"/>
                      </a:cubicBezTo>
                      <a:cubicBezTo>
                        <a:pt x="3990" y="16028"/>
                        <a:pt x="3717" y="16146"/>
                        <a:pt x="3516" y="16236"/>
                      </a:cubicBezTo>
                      <a:cubicBezTo>
                        <a:pt x="3391" y="16289"/>
                        <a:pt x="3266" y="16343"/>
                        <a:pt x="3141" y="16360"/>
                      </a:cubicBezTo>
                      <a:cubicBezTo>
                        <a:pt x="2499" y="16289"/>
                        <a:pt x="2177" y="15540"/>
                        <a:pt x="2570" y="15022"/>
                      </a:cubicBezTo>
                      <a:cubicBezTo>
                        <a:pt x="2713" y="14862"/>
                        <a:pt x="2891" y="14719"/>
                        <a:pt x="3070" y="14612"/>
                      </a:cubicBezTo>
                      <a:cubicBezTo>
                        <a:pt x="3177" y="14540"/>
                        <a:pt x="3284" y="14451"/>
                        <a:pt x="3391" y="14380"/>
                      </a:cubicBezTo>
                      <a:cubicBezTo>
                        <a:pt x="3926" y="13970"/>
                        <a:pt x="4194" y="13452"/>
                        <a:pt x="4140" y="12935"/>
                      </a:cubicBezTo>
                      <a:cubicBezTo>
                        <a:pt x="4069" y="12185"/>
                        <a:pt x="3391" y="11632"/>
                        <a:pt x="2302" y="11472"/>
                      </a:cubicBezTo>
                      <a:cubicBezTo>
                        <a:pt x="1838" y="11382"/>
                        <a:pt x="1303" y="11311"/>
                        <a:pt x="1160" y="11025"/>
                      </a:cubicBezTo>
                      <a:cubicBezTo>
                        <a:pt x="1125" y="10936"/>
                        <a:pt x="1125" y="10829"/>
                        <a:pt x="1160" y="10740"/>
                      </a:cubicBezTo>
                      <a:cubicBezTo>
                        <a:pt x="1285" y="10455"/>
                        <a:pt x="1499" y="10223"/>
                        <a:pt x="1767" y="10098"/>
                      </a:cubicBezTo>
                      <a:cubicBezTo>
                        <a:pt x="2017" y="9973"/>
                        <a:pt x="2285" y="9884"/>
                        <a:pt x="2534" y="9812"/>
                      </a:cubicBezTo>
                      <a:cubicBezTo>
                        <a:pt x="2963" y="9687"/>
                        <a:pt x="3373" y="9527"/>
                        <a:pt x="3748" y="9295"/>
                      </a:cubicBezTo>
                      <a:cubicBezTo>
                        <a:pt x="3997" y="9152"/>
                        <a:pt x="4158" y="8884"/>
                        <a:pt x="4176" y="8599"/>
                      </a:cubicBezTo>
                      <a:cubicBezTo>
                        <a:pt x="4212" y="8153"/>
                        <a:pt x="3908" y="7707"/>
                        <a:pt x="3248" y="7154"/>
                      </a:cubicBezTo>
                      <a:cubicBezTo>
                        <a:pt x="3159" y="7082"/>
                        <a:pt x="3052" y="7011"/>
                        <a:pt x="2963" y="6957"/>
                      </a:cubicBezTo>
                      <a:cubicBezTo>
                        <a:pt x="2641" y="6725"/>
                        <a:pt x="2534" y="6618"/>
                        <a:pt x="2481" y="6351"/>
                      </a:cubicBezTo>
                      <a:cubicBezTo>
                        <a:pt x="2427" y="6012"/>
                        <a:pt x="2534" y="5691"/>
                        <a:pt x="2784" y="5459"/>
                      </a:cubicBezTo>
                      <a:cubicBezTo>
                        <a:pt x="2884" y="5358"/>
                        <a:pt x="3028" y="5302"/>
                        <a:pt x="3173" y="5302"/>
                      </a:cubicBezTo>
                      <a:cubicBezTo>
                        <a:pt x="3235" y="5302"/>
                        <a:pt x="3296" y="5312"/>
                        <a:pt x="3355" y="5334"/>
                      </a:cubicBezTo>
                      <a:cubicBezTo>
                        <a:pt x="3444" y="5352"/>
                        <a:pt x="3533" y="5387"/>
                        <a:pt x="3641" y="5441"/>
                      </a:cubicBezTo>
                      <a:cubicBezTo>
                        <a:pt x="3928" y="5548"/>
                        <a:pt x="4409" y="5728"/>
                        <a:pt x="4883" y="5728"/>
                      </a:cubicBezTo>
                      <a:cubicBezTo>
                        <a:pt x="5350" y="5728"/>
                        <a:pt x="5810" y="5553"/>
                        <a:pt x="6067" y="4959"/>
                      </a:cubicBezTo>
                      <a:cubicBezTo>
                        <a:pt x="6299" y="4442"/>
                        <a:pt x="6085" y="3924"/>
                        <a:pt x="5924" y="3549"/>
                      </a:cubicBezTo>
                      <a:cubicBezTo>
                        <a:pt x="5889" y="3460"/>
                        <a:pt x="5853" y="3371"/>
                        <a:pt x="5835" y="3300"/>
                      </a:cubicBezTo>
                      <a:cubicBezTo>
                        <a:pt x="5675" y="2854"/>
                        <a:pt x="5764" y="2372"/>
                        <a:pt x="6067" y="2033"/>
                      </a:cubicBezTo>
                      <a:cubicBezTo>
                        <a:pt x="6232" y="1878"/>
                        <a:pt x="6439" y="1802"/>
                        <a:pt x="6642" y="1802"/>
                      </a:cubicBezTo>
                      <a:cubicBezTo>
                        <a:pt x="6813" y="1802"/>
                        <a:pt x="6981" y="1855"/>
                        <a:pt x="7120" y="1961"/>
                      </a:cubicBezTo>
                      <a:cubicBezTo>
                        <a:pt x="7263" y="2104"/>
                        <a:pt x="7352" y="2265"/>
                        <a:pt x="7441" y="2425"/>
                      </a:cubicBezTo>
                      <a:cubicBezTo>
                        <a:pt x="7512" y="2568"/>
                        <a:pt x="7602" y="2711"/>
                        <a:pt x="7691" y="2854"/>
                      </a:cubicBezTo>
                      <a:cubicBezTo>
                        <a:pt x="7966" y="3225"/>
                        <a:pt x="8422" y="3554"/>
                        <a:pt x="8911" y="3554"/>
                      </a:cubicBezTo>
                      <a:cubicBezTo>
                        <a:pt x="9056" y="3554"/>
                        <a:pt x="9203" y="3525"/>
                        <a:pt x="9350" y="3460"/>
                      </a:cubicBezTo>
                      <a:cubicBezTo>
                        <a:pt x="9993" y="3193"/>
                        <a:pt x="10082" y="2479"/>
                        <a:pt x="10117" y="2015"/>
                      </a:cubicBezTo>
                      <a:cubicBezTo>
                        <a:pt x="10135" y="1854"/>
                        <a:pt x="10153" y="1694"/>
                        <a:pt x="10189" y="1533"/>
                      </a:cubicBezTo>
                      <a:cubicBezTo>
                        <a:pt x="10278" y="1283"/>
                        <a:pt x="10492" y="1123"/>
                        <a:pt x="10742" y="1087"/>
                      </a:cubicBezTo>
                      <a:close/>
                      <a:moveTo>
                        <a:pt x="10787" y="1"/>
                      </a:moveTo>
                      <a:cubicBezTo>
                        <a:pt x="10086" y="1"/>
                        <a:pt x="9387" y="417"/>
                        <a:pt x="9154" y="1230"/>
                      </a:cubicBezTo>
                      <a:cubicBezTo>
                        <a:pt x="9083" y="1444"/>
                        <a:pt x="9047" y="1676"/>
                        <a:pt x="9029" y="1908"/>
                      </a:cubicBezTo>
                      <a:cubicBezTo>
                        <a:pt x="9011" y="2086"/>
                        <a:pt x="8976" y="2425"/>
                        <a:pt x="8922" y="2461"/>
                      </a:cubicBezTo>
                      <a:cubicBezTo>
                        <a:pt x="8779" y="2425"/>
                        <a:pt x="8672" y="2336"/>
                        <a:pt x="8601" y="2211"/>
                      </a:cubicBezTo>
                      <a:cubicBezTo>
                        <a:pt x="8529" y="2104"/>
                        <a:pt x="8458" y="1997"/>
                        <a:pt x="8405" y="1890"/>
                      </a:cubicBezTo>
                      <a:cubicBezTo>
                        <a:pt x="8280" y="1622"/>
                        <a:pt x="8101" y="1373"/>
                        <a:pt x="7887" y="1159"/>
                      </a:cubicBezTo>
                      <a:cubicBezTo>
                        <a:pt x="7536" y="850"/>
                        <a:pt x="7099" y="698"/>
                        <a:pt x="6660" y="698"/>
                      </a:cubicBezTo>
                      <a:cubicBezTo>
                        <a:pt x="6184" y="698"/>
                        <a:pt x="5707" y="877"/>
                        <a:pt x="5336" y="1230"/>
                      </a:cubicBezTo>
                      <a:cubicBezTo>
                        <a:pt x="4711" y="1854"/>
                        <a:pt x="4515" y="2800"/>
                        <a:pt x="4818" y="3639"/>
                      </a:cubicBezTo>
                      <a:cubicBezTo>
                        <a:pt x="4854" y="3746"/>
                        <a:pt x="4890" y="3853"/>
                        <a:pt x="4943" y="3960"/>
                      </a:cubicBezTo>
                      <a:cubicBezTo>
                        <a:pt x="5032" y="4174"/>
                        <a:pt x="5139" y="4424"/>
                        <a:pt x="5086" y="4513"/>
                      </a:cubicBezTo>
                      <a:cubicBezTo>
                        <a:pt x="5053" y="4587"/>
                        <a:pt x="4997" y="4634"/>
                        <a:pt x="4870" y="4634"/>
                      </a:cubicBezTo>
                      <a:cubicBezTo>
                        <a:pt x="4721" y="4634"/>
                        <a:pt x="4474" y="4569"/>
                        <a:pt x="4051" y="4406"/>
                      </a:cubicBezTo>
                      <a:cubicBezTo>
                        <a:pt x="3926" y="4352"/>
                        <a:pt x="3801" y="4299"/>
                        <a:pt x="3694" y="4263"/>
                      </a:cubicBezTo>
                      <a:cubicBezTo>
                        <a:pt x="3530" y="4212"/>
                        <a:pt x="3363" y="4187"/>
                        <a:pt x="3198" y="4187"/>
                      </a:cubicBezTo>
                      <a:cubicBezTo>
                        <a:pt x="2788" y="4187"/>
                        <a:pt x="2388" y="4340"/>
                        <a:pt x="2070" y="4620"/>
                      </a:cubicBezTo>
                      <a:cubicBezTo>
                        <a:pt x="1553" y="5120"/>
                        <a:pt x="1303" y="5833"/>
                        <a:pt x="1428" y="6547"/>
                      </a:cubicBezTo>
                      <a:cubicBezTo>
                        <a:pt x="1553" y="7261"/>
                        <a:pt x="1999" y="7582"/>
                        <a:pt x="2338" y="7832"/>
                      </a:cubicBezTo>
                      <a:cubicBezTo>
                        <a:pt x="2427" y="7885"/>
                        <a:pt x="2499" y="7939"/>
                        <a:pt x="2570" y="8010"/>
                      </a:cubicBezTo>
                      <a:cubicBezTo>
                        <a:pt x="2748" y="8135"/>
                        <a:pt x="2891" y="8278"/>
                        <a:pt x="3034" y="8456"/>
                      </a:cubicBezTo>
                      <a:cubicBezTo>
                        <a:pt x="2766" y="8581"/>
                        <a:pt x="2499" y="8670"/>
                        <a:pt x="2213" y="8759"/>
                      </a:cubicBezTo>
                      <a:cubicBezTo>
                        <a:pt x="1892" y="8849"/>
                        <a:pt x="1589" y="8956"/>
                        <a:pt x="1285" y="9116"/>
                      </a:cubicBezTo>
                      <a:cubicBezTo>
                        <a:pt x="750" y="9366"/>
                        <a:pt x="340" y="9830"/>
                        <a:pt x="143" y="10383"/>
                      </a:cubicBezTo>
                      <a:cubicBezTo>
                        <a:pt x="1" y="10758"/>
                        <a:pt x="18" y="11168"/>
                        <a:pt x="197" y="11507"/>
                      </a:cubicBezTo>
                      <a:cubicBezTo>
                        <a:pt x="589" y="12292"/>
                        <a:pt x="1499" y="12435"/>
                        <a:pt x="2177" y="12542"/>
                      </a:cubicBezTo>
                      <a:cubicBezTo>
                        <a:pt x="2606" y="12596"/>
                        <a:pt x="3052" y="12792"/>
                        <a:pt x="3070" y="13024"/>
                      </a:cubicBezTo>
                      <a:cubicBezTo>
                        <a:pt x="3087" y="13149"/>
                        <a:pt x="2945" y="13345"/>
                        <a:pt x="2731" y="13523"/>
                      </a:cubicBezTo>
                      <a:cubicBezTo>
                        <a:pt x="2641" y="13595"/>
                        <a:pt x="2552" y="13648"/>
                        <a:pt x="2463" y="13720"/>
                      </a:cubicBezTo>
                      <a:cubicBezTo>
                        <a:pt x="2195" y="13880"/>
                        <a:pt x="1946" y="14094"/>
                        <a:pt x="1731" y="14344"/>
                      </a:cubicBezTo>
                      <a:cubicBezTo>
                        <a:pt x="786" y="15522"/>
                        <a:pt x="1517" y="17288"/>
                        <a:pt x="3034" y="17449"/>
                      </a:cubicBezTo>
                      <a:cubicBezTo>
                        <a:pt x="3066" y="17451"/>
                        <a:pt x="3099" y="17452"/>
                        <a:pt x="3131" y="17452"/>
                      </a:cubicBezTo>
                      <a:cubicBezTo>
                        <a:pt x="3420" y="17452"/>
                        <a:pt x="3705" y="17381"/>
                        <a:pt x="3962" y="17253"/>
                      </a:cubicBezTo>
                      <a:cubicBezTo>
                        <a:pt x="4051" y="17199"/>
                        <a:pt x="4158" y="17163"/>
                        <a:pt x="4265" y="17128"/>
                      </a:cubicBezTo>
                      <a:cubicBezTo>
                        <a:pt x="4533" y="17342"/>
                        <a:pt x="4533" y="17663"/>
                        <a:pt x="4443" y="18270"/>
                      </a:cubicBezTo>
                      <a:cubicBezTo>
                        <a:pt x="4390" y="18537"/>
                        <a:pt x="4372" y="18823"/>
                        <a:pt x="4408" y="19108"/>
                      </a:cubicBezTo>
                      <a:cubicBezTo>
                        <a:pt x="4612" y="20022"/>
                        <a:pt x="5421" y="20602"/>
                        <a:pt x="6285" y="20602"/>
                      </a:cubicBezTo>
                      <a:cubicBezTo>
                        <a:pt x="6551" y="20602"/>
                        <a:pt x="6823" y="20546"/>
                        <a:pt x="7084" y="20429"/>
                      </a:cubicBezTo>
                      <a:cubicBezTo>
                        <a:pt x="7405" y="20250"/>
                        <a:pt x="7691" y="20018"/>
                        <a:pt x="7923" y="19751"/>
                      </a:cubicBezTo>
                      <a:cubicBezTo>
                        <a:pt x="8213" y="19443"/>
                        <a:pt x="8406" y="19250"/>
                        <a:pt x="8610" y="19250"/>
                      </a:cubicBezTo>
                      <a:cubicBezTo>
                        <a:pt x="8619" y="19250"/>
                        <a:pt x="8627" y="19250"/>
                        <a:pt x="8636" y="19251"/>
                      </a:cubicBezTo>
                      <a:cubicBezTo>
                        <a:pt x="8833" y="19251"/>
                        <a:pt x="9047" y="19429"/>
                        <a:pt x="9261" y="19733"/>
                      </a:cubicBezTo>
                      <a:cubicBezTo>
                        <a:pt x="9332" y="19822"/>
                        <a:pt x="9386" y="19929"/>
                        <a:pt x="9439" y="20036"/>
                      </a:cubicBezTo>
                      <a:cubicBezTo>
                        <a:pt x="9636" y="20375"/>
                        <a:pt x="9868" y="20678"/>
                        <a:pt x="10135" y="20946"/>
                      </a:cubicBezTo>
                      <a:cubicBezTo>
                        <a:pt x="10528" y="21249"/>
                        <a:pt x="10992" y="21428"/>
                        <a:pt x="11473" y="21428"/>
                      </a:cubicBezTo>
                      <a:cubicBezTo>
                        <a:pt x="11688" y="21428"/>
                        <a:pt x="11902" y="21392"/>
                        <a:pt x="12098" y="21321"/>
                      </a:cubicBezTo>
                      <a:cubicBezTo>
                        <a:pt x="12758" y="21107"/>
                        <a:pt x="13276" y="20553"/>
                        <a:pt x="13454" y="19875"/>
                      </a:cubicBezTo>
                      <a:cubicBezTo>
                        <a:pt x="13490" y="19697"/>
                        <a:pt x="13525" y="19519"/>
                        <a:pt x="13543" y="19340"/>
                      </a:cubicBezTo>
                      <a:cubicBezTo>
                        <a:pt x="13561" y="19162"/>
                        <a:pt x="13615" y="18769"/>
                        <a:pt x="13704" y="18751"/>
                      </a:cubicBezTo>
                      <a:cubicBezTo>
                        <a:pt x="13708" y="18749"/>
                        <a:pt x="13714" y="18748"/>
                        <a:pt x="13720" y="18748"/>
                      </a:cubicBezTo>
                      <a:cubicBezTo>
                        <a:pt x="13810" y="18748"/>
                        <a:pt x="14053" y="18975"/>
                        <a:pt x="14203" y="19108"/>
                      </a:cubicBezTo>
                      <a:cubicBezTo>
                        <a:pt x="14328" y="19215"/>
                        <a:pt x="14453" y="19340"/>
                        <a:pt x="14596" y="19447"/>
                      </a:cubicBezTo>
                      <a:cubicBezTo>
                        <a:pt x="14989" y="19741"/>
                        <a:pt x="15406" y="19869"/>
                        <a:pt x="15806" y="19869"/>
                      </a:cubicBezTo>
                      <a:cubicBezTo>
                        <a:pt x="17274" y="19869"/>
                        <a:pt x="18510" y="18150"/>
                        <a:pt x="17486" y="16664"/>
                      </a:cubicBezTo>
                      <a:cubicBezTo>
                        <a:pt x="17451" y="16592"/>
                        <a:pt x="17415" y="16539"/>
                        <a:pt x="17362" y="16485"/>
                      </a:cubicBezTo>
                      <a:cubicBezTo>
                        <a:pt x="17326" y="16432"/>
                        <a:pt x="17272" y="16360"/>
                        <a:pt x="17237" y="16325"/>
                      </a:cubicBezTo>
                      <a:cubicBezTo>
                        <a:pt x="17272" y="16316"/>
                        <a:pt x="17304" y="16311"/>
                        <a:pt x="17335" y="16311"/>
                      </a:cubicBezTo>
                      <a:cubicBezTo>
                        <a:pt x="17366" y="16311"/>
                        <a:pt x="17397" y="16316"/>
                        <a:pt x="17433" y="16325"/>
                      </a:cubicBezTo>
                      <a:cubicBezTo>
                        <a:pt x="17558" y="16360"/>
                        <a:pt x="17683" y="16414"/>
                        <a:pt x="17808" y="16467"/>
                      </a:cubicBezTo>
                      <a:cubicBezTo>
                        <a:pt x="18040" y="16592"/>
                        <a:pt x="18272" y="16682"/>
                        <a:pt x="18539" y="16717"/>
                      </a:cubicBezTo>
                      <a:cubicBezTo>
                        <a:pt x="18630" y="16731"/>
                        <a:pt x="18719" y="16738"/>
                        <a:pt x="18808" y="16738"/>
                      </a:cubicBezTo>
                      <a:cubicBezTo>
                        <a:pt x="19509" y="16738"/>
                        <a:pt x="20147" y="16314"/>
                        <a:pt x="20448" y="15665"/>
                      </a:cubicBezTo>
                      <a:cubicBezTo>
                        <a:pt x="20734" y="14969"/>
                        <a:pt x="20645" y="14166"/>
                        <a:pt x="20199" y="13559"/>
                      </a:cubicBezTo>
                      <a:cubicBezTo>
                        <a:pt x="20091" y="13416"/>
                        <a:pt x="19967" y="13274"/>
                        <a:pt x="19842" y="13131"/>
                      </a:cubicBezTo>
                      <a:cubicBezTo>
                        <a:pt x="19735" y="13042"/>
                        <a:pt x="19645" y="12935"/>
                        <a:pt x="19556" y="12810"/>
                      </a:cubicBezTo>
                      <a:cubicBezTo>
                        <a:pt x="19485" y="12721"/>
                        <a:pt x="19449" y="12596"/>
                        <a:pt x="19467" y="12471"/>
                      </a:cubicBezTo>
                      <a:cubicBezTo>
                        <a:pt x="19521" y="12417"/>
                        <a:pt x="19735" y="12364"/>
                        <a:pt x="19913" y="12328"/>
                      </a:cubicBezTo>
                      <a:cubicBezTo>
                        <a:pt x="20074" y="12292"/>
                        <a:pt x="20216" y="12257"/>
                        <a:pt x="20359" y="12203"/>
                      </a:cubicBezTo>
                      <a:cubicBezTo>
                        <a:pt x="22054" y="11561"/>
                        <a:pt x="22001" y="9134"/>
                        <a:pt x="20270" y="8599"/>
                      </a:cubicBezTo>
                      <a:cubicBezTo>
                        <a:pt x="20091" y="8545"/>
                        <a:pt x="19895" y="8510"/>
                        <a:pt x="19717" y="8474"/>
                      </a:cubicBezTo>
                      <a:cubicBezTo>
                        <a:pt x="19521" y="8438"/>
                        <a:pt x="19182" y="8385"/>
                        <a:pt x="19146" y="8313"/>
                      </a:cubicBezTo>
                      <a:cubicBezTo>
                        <a:pt x="19128" y="8242"/>
                        <a:pt x="19342" y="7921"/>
                        <a:pt x="19449" y="7778"/>
                      </a:cubicBezTo>
                      <a:cubicBezTo>
                        <a:pt x="19485" y="7707"/>
                        <a:pt x="19538" y="7653"/>
                        <a:pt x="19574" y="7600"/>
                      </a:cubicBezTo>
                      <a:cubicBezTo>
                        <a:pt x="20056" y="6922"/>
                        <a:pt x="20199" y="6047"/>
                        <a:pt x="19949" y="5244"/>
                      </a:cubicBezTo>
                      <a:cubicBezTo>
                        <a:pt x="19672" y="4379"/>
                        <a:pt x="18874" y="3815"/>
                        <a:pt x="17979" y="3815"/>
                      </a:cubicBezTo>
                      <a:cubicBezTo>
                        <a:pt x="17952" y="3815"/>
                        <a:pt x="17924" y="3816"/>
                        <a:pt x="17897" y="3817"/>
                      </a:cubicBezTo>
                      <a:cubicBezTo>
                        <a:pt x="17665" y="3835"/>
                        <a:pt x="17433" y="3888"/>
                        <a:pt x="17219" y="3960"/>
                      </a:cubicBezTo>
                      <a:cubicBezTo>
                        <a:pt x="17112" y="3995"/>
                        <a:pt x="17005" y="4031"/>
                        <a:pt x="16898" y="4049"/>
                      </a:cubicBezTo>
                      <a:cubicBezTo>
                        <a:pt x="16850" y="4065"/>
                        <a:pt x="16794" y="4074"/>
                        <a:pt x="16738" y="4074"/>
                      </a:cubicBezTo>
                      <a:cubicBezTo>
                        <a:pt x="16669" y="4074"/>
                        <a:pt x="16600" y="4061"/>
                        <a:pt x="16541" y="4031"/>
                      </a:cubicBezTo>
                      <a:cubicBezTo>
                        <a:pt x="16469" y="3942"/>
                        <a:pt x="16576" y="3639"/>
                        <a:pt x="16648" y="3407"/>
                      </a:cubicBezTo>
                      <a:cubicBezTo>
                        <a:pt x="16719" y="3193"/>
                        <a:pt x="16791" y="2961"/>
                        <a:pt x="16826" y="2729"/>
                      </a:cubicBezTo>
                      <a:cubicBezTo>
                        <a:pt x="16987" y="1518"/>
                        <a:pt x="16011" y="650"/>
                        <a:pt x="14986" y="650"/>
                      </a:cubicBezTo>
                      <a:cubicBezTo>
                        <a:pt x="14530" y="650"/>
                        <a:pt x="14065" y="822"/>
                        <a:pt x="13686" y="1212"/>
                      </a:cubicBezTo>
                      <a:cubicBezTo>
                        <a:pt x="13508" y="1408"/>
                        <a:pt x="13365" y="1622"/>
                        <a:pt x="13240" y="1854"/>
                      </a:cubicBezTo>
                      <a:cubicBezTo>
                        <a:pt x="13186" y="1961"/>
                        <a:pt x="13115" y="2051"/>
                        <a:pt x="13061" y="2158"/>
                      </a:cubicBezTo>
                      <a:cubicBezTo>
                        <a:pt x="12949" y="2302"/>
                        <a:pt x="12822" y="2374"/>
                        <a:pt x="12772" y="2374"/>
                      </a:cubicBezTo>
                      <a:cubicBezTo>
                        <a:pt x="12766" y="2374"/>
                        <a:pt x="12762" y="2374"/>
                        <a:pt x="12758" y="2372"/>
                      </a:cubicBezTo>
                      <a:cubicBezTo>
                        <a:pt x="12669" y="2300"/>
                        <a:pt x="12598" y="2193"/>
                        <a:pt x="12598" y="2068"/>
                      </a:cubicBezTo>
                      <a:cubicBezTo>
                        <a:pt x="12562" y="1979"/>
                        <a:pt x="12562" y="1872"/>
                        <a:pt x="12544" y="1783"/>
                      </a:cubicBezTo>
                      <a:cubicBezTo>
                        <a:pt x="12508" y="1515"/>
                        <a:pt x="12455" y="1283"/>
                        <a:pt x="12366" y="1051"/>
                      </a:cubicBezTo>
                      <a:cubicBezTo>
                        <a:pt x="12068" y="346"/>
                        <a:pt x="11426" y="1"/>
                        <a:pt x="1078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1" name="Google Shape;1499;p37">
                  <a:extLst>
                    <a:ext uri="{FF2B5EF4-FFF2-40B4-BE49-F238E27FC236}">
                      <a16:creationId xmlns:a16="http://schemas.microsoft.com/office/drawing/2014/main" id="{9F04E82A-9847-100F-5BD4-05454923A2B2}"/>
                    </a:ext>
                  </a:extLst>
                </p:cNvPr>
                <p:cNvSpPr/>
                <p:nvPr/>
              </p:nvSpPr>
              <p:spPr>
                <a:xfrm>
                  <a:off x="6526462" y="2412164"/>
                  <a:ext cx="379688" cy="36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1" h="11621" extrusionOk="0">
                      <a:moveTo>
                        <a:pt x="5806" y="1092"/>
                      </a:moveTo>
                      <a:cubicBezTo>
                        <a:pt x="6968" y="1092"/>
                        <a:pt x="8208" y="1633"/>
                        <a:pt x="9082" y="2271"/>
                      </a:cubicBezTo>
                      <a:cubicBezTo>
                        <a:pt x="10045" y="2985"/>
                        <a:pt x="10706" y="4055"/>
                        <a:pt x="10920" y="5233"/>
                      </a:cubicBezTo>
                      <a:cubicBezTo>
                        <a:pt x="11027" y="6107"/>
                        <a:pt x="10902" y="6982"/>
                        <a:pt x="10527" y="7785"/>
                      </a:cubicBezTo>
                      <a:cubicBezTo>
                        <a:pt x="9696" y="9580"/>
                        <a:pt x="7957" y="10543"/>
                        <a:pt x="6199" y="10543"/>
                      </a:cubicBezTo>
                      <a:cubicBezTo>
                        <a:pt x="4898" y="10543"/>
                        <a:pt x="3586" y="10016"/>
                        <a:pt x="2623" y="8909"/>
                      </a:cubicBezTo>
                      <a:cubicBezTo>
                        <a:pt x="357" y="6304"/>
                        <a:pt x="1534" y="2236"/>
                        <a:pt x="4835" y="1236"/>
                      </a:cubicBezTo>
                      <a:cubicBezTo>
                        <a:pt x="5145" y="1137"/>
                        <a:pt x="5472" y="1092"/>
                        <a:pt x="5806" y="1092"/>
                      </a:cubicBezTo>
                      <a:close/>
                      <a:moveTo>
                        <a:pt x="5830" y="1"/>
                      </a:moveTo>
                      <a:cubicBezTo>
                        <a:pt x="5388" y="1"/>
                        <a:pt x="4945" y="62"/>
                        <a:pt x="4514" y="201"/>
                      </a:cubicBezTo>
                      <a:cubicBezTo>
                        <a:pt x="1731" y="1040"/>
                        <a:pt x="0" y="3788"/>
                        <a:pt x="446" y="6661"/>
                      </a:cubicBezTo>
                      <a:cubicBezTo>
                        <a:pt x="873" y="9521"/>
                        <a:pt x="3334" y="11621"/>
                        <a:pt x="6208" y="11621"/>
                      </a:cubicBezTo>
                      <a:cubicBezTo>
                        <a:pt x="6221" y="11621"/>
                        <a:pt x="6233" y="11621"/>
                        <a:pt x="6245" y="11621"/>
                      </a:cubicBezTo>
                      <a:cubicBezTo>
                        <a:pt x="6423" y="11621"/>
                        <a:pt x="6602" y="11621"/>
                        <a:pt x="6780" y="11603"/>
                      </a:cubicBezTo>
                      <a:cubicBezTo>
                        <a:pt x="8832" y="11389"/>
                        <a:pt x="10634" y="10104"/>
                        <a:pt x="11526" y="8231"/>
                      </a:cubicBezTo>
                      <a:cubicBezTo>
                        <a:pt x="11990" y="7249"/>
                        <a:pt x="12151" y="6143"/>
                        <a:pt x="11990" y="5073"/>
                      </a:cubicBezTo>
                      <a:cubicBezTo>
                        <a:pt x="11723" y="3609"/>
                        <a:pt x="10920" y="2289"/>
                        <a:pt x="9724" y="1415"/>
                      </a:cubicBezTo>
                      <a:cubicBezTo>
                        <a:pt x="8776" y="687"/>
                        <a:pt x="7310" y="1"/>
                        <a:pt x="58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grpSp>
            <p:nvGrpSpPr>
              <p:cNvPr id="72" name="Google Shape;1500;p37">
                <a:extLst>
                  <a:ext uri="{FF2B5EF4-FFF2-40B4-BE49-F238E27FC236}">
                    <a16:creationId xmlns:a16="http://schemas.microsoft.com/office/drawing/2014/main" id="{0E9DA485-D2C4-A03D-881F-E4945B4A8DDC}"/>
                  </a:ext>
                </a:extLst>
              </p:cNvPr>
              <p:cNvGrpSpPr/>
              <p:nvPr/>
            </p:nvGrpSpPr>
            <p:grpSpPr>
              <a:xfrm>
                <a:off x="6150891" y="1116117"/>
                <a:ext cx="228526" cy="222104"/>
                <a:chOff x="6453352" y="870164"/>
                <a:chExt cx="408812" cy="397324"/>
              </a:xfrm>
            </p:grpSpPr>
            <p:sp>
              <p:nvSpPr>
                <p:cNvPr id="73" name="Google Shape;1501;p37">
                  <a:extLst>
                    <a:ext uri="{FF2B5EF4-FFF2-40B4-BE49-F238E27FC236}">
                      <a16:creationId xmlns:a16="http://schemas.microsoft.com/office/drawing/2014/main" id="{5D683859-0F3D-3C89-2AFF-473A9D974279}"/>
                    </a:ext>
                  </a:extLst>
                </p:cNvPr>
                <p:cNvSpPr/>
                <p:nvPr/>
              </p:nvSpPr>
              <p:spPr>
                <a:xfrm>
                  <a:off x="6453352" y="870164"/>
                  <a:ext cx="408812" cy="397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55" h="21428" extrusionOk="0">
                      <a:moveTo>
                        <a:pt x="10742" y="1087"/>
                      </a:moveTo>
                      <a:cubicBezTo>
                        <a:pt x="11010" y="1087"/>
                        <a:pt x="11242" y="1230"/>
                        <a:pt x="11349" y="1462"/>
                      </a:cubicBezTo>
                      <a:cubicBezTo>
                        <a:pt x="11402" y="1605"/>
                        <a:pt x="11438" y="1765"/>
                        <a:pt x="11456" y="1908"/>
                      </a:cubicBezTo>
                      <a:cubicBezTo>
                        <a:pt x="11473" y="2033"/>
                        <a:pt x="11491" y="2158"/>
                        <a:pt x="11527" y="2283"/>
                      </a:cubicBezTo>
                      <a:cubicBezTo>
                        <a:pt x="11652" y="2871"/>
                        <a:pt x="11991" y="3282"/>
                        <a:pt x="12455" y="3407"/>
                      </a:cubicBezTo>
                      <a:cubicBezTo>
                        <a:pt x="12551" y="3433"/>
                        <a:pt x="12650" y="3446"/>
                        <a:pt x="12749" y="3446"/>
                      </a:cubicBezTo>
                      <a:cubicBezTo>
                        <a:pt x="13179" y="3446"/>
                        <a:pt x="13616" y="3200"/>
                        <a:pt x="13936" y="2764"/>
                      </a:cubicBezTo>
                      <a:cubicBezTo>
                        <a:pt x="14025" y="2639"/>
                        <a:pt x="14114" y="2515"/>
                        <a:pt x="14186" y="2372"/>
                      </a:cubicBezTo>
                      <a:cubicBezTo>
                        <a:pt x="14257" y="2211"/>
                        <a:pt x="14364" y="2086"/>
                        <a:pt x="14471" y="1961"/>
                      </a:cubicBezTo>
                      <a:cubicBezTo>
                        <a:pt x="14621" y="1800"/>
                        <a:pt x="14809" y="1729"/>
                        <a:pt x="14994" y="1729"/>
                      </a:cubicBezTo>
                      <a:cubicBezTo>
                        <a:pt x="15402" y="1729"/>
                        <a:pt x="15794" y="2077"/>
                        <a:pt x="15720" y="2568"/>
                      </a:cubicBezTo>
                      <a:cubicBezTo>
                        <a:pt x="15702" y="2729"/>
                        <a:pt x="15649" y="2889"/>
                        <a:pt x="15595" y="3050"/>
                      </a:cubicBezTo>
                      <a:cubicBezTo>
                        <a:pt x="15435" y="3532"/>
                        <a:pt x="15220" y="4192"/>
                        <a:pt x="15702" y="4727"/>
                      </a:cubicBezTo>
                      <a:cubicBezTo>
                        <a:pt x="15981" y="5006"/>
                        <a:pt x="16348" y="5156"/>
                        <a:pt x="16724" y="5156"/>
                      </a:cubicBezTo>
                      <a:cubicBezTo>
                        <a:pt x="16853" y="5156"/>
                        <a:pt x="16984" y="5138"/>
                        <a:pt x="17112" y="5102"/>
                      </a:cubicBezTo>
                      <a:cubicBezTo>
                        <a:pt x="17254" y="5066"/>
                        <a:pt x="17379" y="5030"/>
                        <a:pt x="17522" y="4995"/>
                      </a:cubicBezTo>
                      <a:cubicBezTo>
                        <a:pt x="17665" y="4941"/>
                        <a:pt x="17808" y="4905"/>
                        <a:pt x="17968" y="4888"/>
                      </a:cubicBezTo>
                      <a:cubicBezTo>
                        <a:pt x="18396" y="4888"/>
                        <a:pt x="18771" y="5173"/>
                        <a:pt x="18914" y="5583"/>
                      </a:cubicBezTo>
                      <a:cubicBezTo>
                        <a:pt x="19039" y="6047"/>
                        <a:pt x="18950" y="6565"/>
                        <a:pt x="18664" y="6957"/>
                      </a:cubicBezTo>
                      <a:cubicBezTo>
                        <a:pt x="18628" y="7011"/>
                        <a:pt x="18593" y="7064"/>
                        <a:pt x="18557" y="7118"/>
                      </a:cubicBezTo>
                      <a:cubicBezTo>
                        <a:pt x="18289" y="7493"/>
                        <a:pt x="17879" y="8046"/>
                        <a:pt x="18129" y="8688"/>
                      </a:cubicBezTo>
                      <a:cubicBezTo>
                        <a:pt x="18361" y="9348"/>
                        <a:pt x="19039" y="9455"/>
                        <a:pt x="19521" y="9545"/>
                      </a:cubicBezTo>
                      <a:cubicBezTo>
                        <a:pt x="19663" y="9562"/>
                        <a:pt x="19788" y="9580"/>
                        <a:pt x="19931" y="9616"/>
                      </a:cubicBezTo>
                      <a:cubicBezTo>
                        <a:pt x="20662" y="9848"/>
                        <a:pt x="20698" y="10883"/>
                        <a:pt x="19967" y="11150"/>
                      </a:cubicBezTo>
                      <a:cubicBezTo>
                        <a:pt x="19860" y="11186"/>
                        <a:pt x="19752" y="11222"/>
                        <a:pt x="19645" y="11240"/>
                      </a:cubicBezTo>
                      <a:cubicBezTo>
                        <a:pt x="19306" y="11329"/>
                        <a:pt x="18807" y="11436"/>
                        <a:pt x="18539" y="11900"/>
                      </a:cubicBezTo>
                      <a:cubicBezTo>
                        <a:pt x="18272" y="12399"/>
                        <a:pt x="18325" y="13006"/>
                        <a:pt x="18682" y="13452"/>
                      </a:cubicBezTo>
                      <a:lnTo>
                        <a:pt x="18682" y="13434"/>
                      </a:lnTo>
                      <a:cubicBezTo>
                        <a:pt x="18789" y="13595"/>
                        <a:pt x="18932" y="13755"/>
                        <a:pt x="19074" y="13880"/>
                      </a:cubicBezTo>
                      <a:cubicBezTo>
                        <a:pt x="19164" y="13987"/>
                        <a:pt x="19253" y="14077"/>
                        <a:pt x="19342" y="14201"/>
                      </a:cubicBezTo>
                      <a:cubicBezTo>
                        <a:pt x="19556" y="14487"/>
                        <a:pt x="19610" y="14862"/>
                        <a:pt x="19467" y="15201"/>
                      </a:cubicBezTo>
                      <a:cubicBezTo>
                        <a:pt x="19348" y="15473"/>
                        <a:pt x="19066" y="15648"/>
                        <a:pt x="18777" y="15648"/>
                      </a:cubicBezTo>
                      <a:cubicBezTo>
                        <a:pt x="18763" y="15648"/>
                        <a:pt x="18749" y="15648"/>
                        <a:pt x="18735" y="15647"/>
                      </a:cubicBezTo>
                      <a:cubicBezTo>
                        <a:pt x="18575" y="15611"/>
                        <a:pt x="18432" y="15558"/>
                        <a:pt x="18289" y="15486"/>
                      </a:cubicBezTo>
                      <a:cubicBezTo>
                        <a:pt x="18093" y="15379"/>
                        <a:pt x="17915" y="15308"/>
                        <a:pt x="17718" y="15254"/>
                      </a:cubicBezTo>
                      <a:cubicBezTo>
                        <a:pt x="17597" y="15221"/>
                        <a:pt x="17474" y="15205"/>
                        <a:pt x="17351" y="15205"/>
                      </a:cubicBezTo>
                      <a:cubicBezTo>
                        <a:pt x="17079" y="15205"/>
                        <a:pt x="16811" y="15285"/>
                        <a:pt x="16576" y="15433"/>
                      </a:cubicBezTo>
                      <a:cubicBezTo>
                        <a:pt x="16327" y="15593"/>
                        <a:pt x="16166" y="15861"/>
                        <a:pt x="16130" y="16146"/>
                      </a:cubicBezTo>
                      <a:cubicBezTo>
                        <a:pt x="16113" y="16521"/>
                        <a:pt x="16237" y="16878"/>
                        <a:pt x="16505" y="17146"/>
                      </a:cubicBezTo>
                      <a:cubicBezTo>
                        <a:pt x="16523" y="17181"/>
                        <a:pt x="16559" y="17235"/>
                        <a:pt x="16594" y="17270"/>
                      </a:cubicBezTo>
                      <a:cubicBezTo>
                        <a:pt x="17060" y="17962"/>
                        <a:pt x="16487" y="18755"/>
                        <a:pt x="15803" y="18755"/>
                      </a:cubicBezTo>
                      <a:cubicBezTo>
                        <a:pt x="15623" y="18755"/>
                        <a:pt x="15435" y="18700"/>
                        <a:pt x="15256" y="18573"/>
                      </a:cubicBezTo>
                      <a:cubicBezTo>
                        <a:pt x="15167" y="18502"/>
                        <a:pt x="15060" y="18394"/>
                        <a:pt x="14953" y="18305"/>
                      </a:cubicBezTo>
                      <a:cubicBezTo>
                        <a:pt x="14659" y="18027"/>
                        <a:pt x="14245" y="17639"/>
                        <a:pt x="13711" y="17639"/>
                      </a:cubicBezTo>
                      <a:cubicBezTo>
                        <a:pt x="13595" y="17639"/>
                        <a:pt x="13474" y="17657"/>
                        <a:pt x="13347" y="17699"/>
                      </a:cubicBezTo>
                      <a:cubicBezTo>
                        <a:pt x="12633" y="17948"/>
                        <a:pt x="12526" y="18698"/>
                        <a:pt x="12473" y="19197"/>
                      </a:cubicBezTo>
                      <a:cubicBezTo>
                        <a:pt x="12455" y="19340"/>
                        <a:pt x="12437" y="19465"/>
                        <a:pt x="12401" y="19608"/>
                      </a:cubicBezTo>
                      <a:cubicBezTo>
                        <a:pt x="12295" y="20058"/>
                        <a:pt x="11890" y="20335"/>
                        <a:pt x="11468" y="20335"/>
                      </a:cubicBezTo>
                      <a:cubicBezTo>
                        <a:pt x="11254" y="20335"/>
                        <a:pt x="11035" y="20263"/>
                        <a:pt x="10849" y="20107"/>
                      </a:cubicBezTo>
                      <a:cubicBezTo>
                        <a:pt x="10671" y="19911"/>
                        <a:pt x="10510" y="19697"/>
                        <a:pt x="10385" y="19465"/>
                      </a:cubicBezTo>
                      <a:cubicBezTo>
                        <a:pt x="10314" y="19340"/>
                        <a:pt x="10242" y="19233"/>
                        <a:pt x="10171" y="19126"/>
                      </a:cubicBezTo>
                      <a:cubicBezTo>
                        <a:pt x="9743" y="18484"/>
                        <a:pt x="9207" y="18145"/>
                        <a:pt x="8636" y="18145"/>
                      </a:cubicBezTo>
                      <a:cubicBezTo>
                        <a:pt x="7958" y="18145"/>
                        <a:pt x="7512" y="18609"/>
                        <a:pt x="7138" y="18965"/>
                      </a:cubicBezTo>
                      <a:cubicBezTo>
                        <a:pt x="6977" y="19162"/>
                        <a:pt x="6781" y="19322"/>
                        <a:pt x="6585" y="19447"/>
                      </a:cubicBezTo>
                      <a:cubicBezTo>
                        <a:pt x="6480" y="19492"/>
                        <a:pt x="6372" y="19512"/>
                        <a:pt x="6266" y="19512"/>
                      </a:cubicBezTo>
                      <a:cubicBezTo>
                        <a:pt x="5906" y="19512"/>
                        <a:pt x="5571" y="19271"/>
                        <a:pt x="5461" y="18912"/>
                      </a:cubicBezTo>
                      <a:cubicBezTo>
                        <a:pt x="5461" y="18751"/>
                        <a:pt x="5478" y="18573"/>
                        <a:pt x="5514" y="18412"/>
                      </a:cubicBezTo>
                      <a:cubicBezTo>
                        <a:pt x="5603" y="17806"/>
                        <a:pt x="5746" y="16789"/>
                        <a:pt x="4818" y="16182"/>
                      </a:cubicBezTo>
                      <a:cubicBezTo>
                        <a:pt x="4639" y="16069"/>
                        <a:pt x="4458" y="16028"/>
                        <a:pt x="4284" y="16028"/>
                      </a:cubicBezTo>
                      <a:cubicBezTo>
                        <a:pt x="3990" y="16028"/>
                        <a:pt x="3717" y="16146"/>
                        <a:pt x="3516" y="16236"/>
                      </a:cubicBezTo>
                      <a:cubicBezTo>
                        <a:pt x="3391" y="16289"/>
                        <a:pt x="3266" y="16343"/>
                        <a:pt x="3141" y="16360"/>
                      </a:cubicBezTo>
                      <a:cubicBezTo>
                        <a:pt x="2499" y="16289"/>
                        <a:pt x="2177" y="15540"/>
                        <a:pt x="2570" y="15022"/>
                      </a:cubicBezTo>
                      <a:cubicBezTo>
                        <a:pt x="2713" y="14862"/>
                        <a:pt x="2891" y="14719"/>
                        <a:pt x="3070" y="14612"/>
                      </a:cubicBezTo>
                      <a:cubicBezTo>
                        <a:pt x="3177" y="14540"/>
                        <a:pt x="3284" y="14451"/>
                        <a:pt x="3391" y="14380"/>
                      </a:cubicBezTo>
                      <a:cubicBezTo>
                        <a:pt x="3926" y="13970"/>
                        <a:pt x="4194" y="13452"/>
                        <a:pt x="4140" y="12935"/>
                      </a:cubicBezTo>
                      <a:cubicBezTo>
                        <a:pt x="4069" y="12185"/>
                        <a:pt x="3391" y="11632"/>
                        <a:pt x="2302" y="11472"/>
                      </a:cubicBezTo>
                      <a:cubicBezTo>
                        <a:pt x="1838" y="11382"/>
                        <a:pt x="1303" y="11311"/>
                        <a:pt x="1160" y="11025"/>
                      </a:cubicBezTo>
                      <a:cubicBezTo>
                        <a:pt x="1125" y="10936"/>
                        <a:pt x="1125" y="10829"/>
                        <a:pt x="1160" y="10740"/>
                      </a:cubicBezTo>
                      <a:cubicBezTo>
                        <a:pt x="1285" y="10455"/>
                        <a:pt x="1499" y="10223"/>
                        <a:pt x="1767" y="10098"/>
                      </a:cubicBezTo>
                      <a:cubicBezTo>
                        <a:pt x="2017" y="9973"/>
                        <a:pt x="2285" y="9884"/>
                        <a:pt x="2534" y="9812"/>
                      </a:cubicBezTo>
                      <a:cubicBezTo>
                        <a:pt x="2963" y="9687"/>
                        <a:pt x="3373" y="9527"/>
                        <a:pt x="3748" y="9295"/>
                      </a:cubicBezTo>
                      <a:cubicBezTo>
                        <a:pt x="3997" y="9152"/>
                        <a:pt x="4158" y="8884"/>
                        <a:pt x="4176" y="8599"/>
                      </a:cubicBezTo>
                      <a:cubicBezTo>
                        <a:pt x="4212" y="8153"/>
                        <a:pt x="3908" y="7707"/>
                        <a:pt x="3248" y="7154"/>
                      </a:cubicBezTo>
                      <a:cubicBezTo>
                        <a:pt x="3159" y="7082"/>
                        <a:pt x="3052" y="7011"/>
                        <a:pt x="2963" y="6957"/>
                      </a:cubicBezTo>
                      <a:cubicBezTo>
                        <a:pt x="2641" y="6725"/>
                        <a:pt x="2534" y="6618"/>
                        <a:pt x="2481" y="6351"/>
                      </a:cubicBezTo>
                      <a:cubicBezTo>
                        <a:pt x="2427" y="6012"/>
                        <a:pt x="2534" y="5691"/>
                        <a:pt x="2784" y="5459"/>
                      </a:cubicBezTo>
                      <a:cubicBezTo>
                        <a:pt x="2884" y="5358"/>
                        <a:pt x="3028" y="5302"/>
                        <a:pt x="3173" y="5302"/>
                      </a:cubicBezTo>
                      <a:cubicBezTo>
                        <a:pt x="3235" y="5302"/>
                        <a:pt x="3296" y="5312"/>
                        <a:pt x="3355" y="5334"/>
                      </a:cubicBezTo>
                      <a:cubicBezTo>
                        <a:pt x="3444" y="5352"/>
                        <a:pt x="3533" y="5387"/>
                        <a:pt x="3641" y="5441"/>
                      </a:cubicBezTo>
                      <a:cubicBezTo>
                        <a:pt x="3928" y="5548"/>
                        <a:pt x="4409" y="5728"/>
                        <a:pt x="4883" y="5728"/>
                      </a:cubicBezTo>
                      <a:cubicBezTo>
                        <a:pt x="5350" y="5728"/>
                        <a:pt x="5810" y="5553"/>
                        <a:pt x="6067" y="4959"/>
                      </a:cubicBezTo>
                      <a:cubicBezTo>
                        <a:pt x="6299" y="4442"/>
                        <a:pt x="6085" y="3924"/>
                        <a:pt x="5924" y="3549"/>
                      </a:cubicBezTo>
                      <a:cubicBezTo>
                        <a:pt x="5889" y="3460"/>
                        <a:pt x="5853" y="3371"/>
                        <a:pt x="5835" y="3300"/>
                      </a:cubicBezTo>
                      <a:cubicBezTo>
                        <a:pt x="5675" y="2854"/>
                        <a:pt x="5764" y="2372"/>
                        <a:pt x="6067" y="2033"/>
                      </a:cubicBezTo>
                      <a:cubicBezTo>
                        <a:pt x="6232" y="1878"/>
                        <a:pt x="6439" y="1802"/>
                        <a:pt x="6642" y="1802"/>
                      </a:cubicBezTo>
                      <a:cubicBezTo>
                        <a:pt x="6813" y="1802"/>
                        <a:pt x="6981" y="1855"/>
                        <a:pt x="7120" y="1961"/>
                      </a:cubicBezTo>
                      <a:cubicBezTo>
                        <a:pt x="7263" y="2104"/>
                        <a:pt x="7352" y="2265"/>
                        <a:pt x="7441" y="2425"/>
                      </a:cubicBezTo>
                      <a:cubicBezTo>
                        <a:pt x="7512" y="2568"/>
                        <a:pt x="7602" y="2711"/>
                        <a:pt x="7691" y="2854"/>
                      </a:cubicBezTo>
                      <a:cubicBezTo>
                        <a:pt x="7966" y="3225"/>
                        <a:pt x="8422" y="3554"/>
                        <a:pt x="8911" y="3554"/>
                      </a:cubicBezTo>
                      <a:cubicBezTo>
                        <a:pt x="9056" y="3554"/>
                        <a:pt x="9203" y="3525"/>
                        <a:pt x="9350" y="3460"/>
                      </a:cubicBezTo>
                      <a:cubicBezTo>
                        <a:pt x="9993" y="3193"/>
                        <a:pt x="10082" y="2479"/>
                        <a:pt x="10117" y="2015"/>
                      </a:cubicBezTo>
                      <a:cubicBezTo>
                        <a:pt x="10135" y="1854"/>
                        <a:pt x="10153" y="1694"/>
                        <a:pt x="10189" y="1533"/>
                      </a:cubicBezTo>
                      <a:cubicBezTo>
                        <a:pt x="10278" y="1283"/>
                        <a:pt x="10492" y="1123"/>
                        <a:pt x="10742" y="1087"/>
                      </a:cubicBezTo>
                      <a:close/>
                      <a:moveTo>
                        <a:pt x="10787" y="1"/>
                      </a:moveTo>
                      <a:cubicBezTo>
                        <a:pt x="10086" y="1"/>
                        <a:pt x="9387" y="417"/>
                        <a:pt x="9154" y="1230"/>
                      </a:cubicBezTo>
                      <a:cubicBezTo>
                        <a:pt x="9083" y="1444"/>
                        <a:pt x="9047" y="1676"/>
                        <a:pt x="9029" y="1908"/>
                      </a:cubicBezTo>
                      <a:cubicBezTo>
                        <a:pt x="9011" y="2086"/>
                        <a:pt x="8976" y="2425"/>
                        <a:pt x="8922" y="2461"/>
                      </a:cubicBezTo>
                      <a:cubicBezTo>
                        <a:pt x="8779" y="2425"/>
                        <a:pt x="8672" y="2336"/>
                        <a:pt x="8601" y="2211"/>
                      </a:cubicBezTo>
                      <a:cubicBezTo>
                        <a:pt x="8529" y="2104"/>
                        <a:pt x="8458" y="1997"/>
                        <a:pt x="8405" y="1890"/>
                      </a:cubicBezTo>
                      <a:cubicBezTo>
                        <a:pt x="8280" y="1622"/>
                        <a:pt x="8101" y="1373"/>
                        <a:pt x="7887" y="1159"/>
                      </a:cubicBezTo>
                      <a:cubicBezTo>
                        <a:pt x="7536" y="850"/>
                        <a:pt x="7099" y="698"/>
                        <a:pt x="6660" y="698"/>
                      </a:cubicBezTo>
                      <a:cubicBezTo>
                        <a:pt x="6184" y="698"/>
                        <a:pt x="5707" y="877"/>
                        <a:pt x="5336" y="1230"/>
                      </a:cubicBezTo>
                      <a:cubicBezTo>
                        <a:pt x="4711" y="1854"/>
                        <a:pt x="4515" y="2800"/>
                        <a:pt x="4818" y="3639"/>
                      </a:cubicBezTo>
                      <a:cubicBezTo>
                        <a:pt x="4854" y="3746"/>
                        <a:pt x="4890" y="3853"/>
                        <a:pt x="4943" y="3960"/>
                      </a:cubicBezTo>
                      <a:cubicBezTo>
                        <a:pt x="5032" y="4174"/>
                        <a:pt x="5139" y="4424"/>
                        <a:pt x="5086" y="4513"/>
                      </a:cubicBezTo>
                      <a:cubicBezTo>
                        <a:pt x="5053" y="4587"/>
                        <a:pt x="4997" y="4634"/>
                        <a:pt x="4870" y="4634"/>
                      </a:cubicBezTo>
                      <a:cubicBezTo>
                        <a:pt x="4721" y="4634"/>
                        <a:pt x="4474" y="4569"/>
                        <a:pt x="4051" y="4406"/>
                      </a:cubicBezTo>
                      <a:cubicBezTo>
                        <a:pt x="3926" y="4352"/>
                        <a:pt x="3801" y="4299"/>
                        <a:pt x="3694" y="4263"/>
                      </a:cubicBezTo>
                      <a:cubicBezTo>
                        <a:pt x="3530" y="4212"/>
                        <a:pt x="3363" y="4187"/>
                        <a:pt x="3198" y="4187"/>
                      </a:cubicBezTo>
                      <a:cubicBezTo>
                        <a:pt x="2788" y="4187"/>
                        <a:pt x="2388" y="4340"/>
                        <a:pt x="2070" y="4620"/>
                      </a:cubicBezTo>
                      <a:cubicBezTo>
                        <a:pt x="1553" y="5120"/>
                        <a:pt x="1303" y="5833"/>
                        <a:pt x="1428" y="6547"/>
                      </a:cubicBezTo>
                      <a:cubicBezTo>
                        <a:pt x="1553" y="7261"/>
                        <a:pt x="1999" y="7582"/>
                        <a:pt x="2338" y="7832"/>
                      </a:cubicBezTo>
                      <a:cubicBezTo>
                        <a:pt x="2427" y="7885"/>
                        <a:pt x="2499" y="7939"/>
                        <a:pt x="2570" y="8010"/>
                      </a:cubicBezTo>
                      <a:cubicBezTo>
                        <a:pt x="2748" y="8135"/>
                        <a:pt x="2891" y="8278"/>
                        <a:pt x="3034" y="8456"/>
                      </a:cubicBezTo>
                      <a:cubicBezTo>
                        <a:pt x="2766" y="8581"/>
                        <a:pt x="2499" y="8670"/>
                        <a:pt x="2213" y="8759"/>
                      </a:cubicBezTo>
                      <a:cubicBezTo>
                        <a:pt x="1892" y="8849"/>
                        <a:pt x="1589" y="8956"/>
                        <a:pt x="1285" y="9116"/>
                      </a:cubicBezTo>
                      <a:cubicBezTo>
                        <a:pt x="750" y="9366"/>
                        <a:pt x="340" y="9830"/>
                        <a:pt x="143" y="10383"/>
                      </a:cubicBezTo>
                      <a:cubicBezTo>
                        <a:pt x="1" y="10758"/>
                        <a:pt x="18" y="11168"/>
                        <a:pt x="197" y="11507"/>
                      </a:cubicBezTo>
                      <a:cubicBezTo>
                        <a:pt x="589" y="12292"/>
                        <a:pt x="1499" y="12435"/>
                        <a:pt x="2177" y="12542"/>
                      </a:cubicBezTo>
                      <a:cubicBezTo>
                        <a:pt x="2606" y="12596"/>
                        <a:pt x="3052" y="12792"/>
                        <a:pt x="3070" y="13024"/>
                      </a:cubicBezTo>
                      <a:cubicBezTo>
                        <a:pt x="3087" y="13149"/>
                        <a:pt x="2945" y="13345"/>
                        <a:pt x="2731" y="13523"/>
                      </a:cubicBezTo>
                      <a:cubicBezTo>
                        <a:pt x="2641" y="13595"/>
                        <a:pt x="2552" y="13648"/>
                        <a:pt x="2463" y="13720"/>
                      </a:cubicBezTo>
                      <a:cubicBezTo>
                        <a:pt x="2195" y="13880"/>
                        <a:pt x="1946" y="14094"/>
                        <a:pt x="1731" y="14344"/>
                      </a:cubicBezTo>
                      <a:cubicBezTo>
                        <a:pt x="786" y="15522"/>
                        <a:pt x="1517" y="17288"/>
                        <a:pt x="3034" y="17449"/>
                      </a:cubicBezTo>
                      <a:cubicBezTo>
                        <a:pt x="3066" y="17451"/>
                        <a:pt x="3099" y="17452"/>
                        <a:pt x="3131" y="17452"/>
                      </a:cubicBezTo>
                      <a:cubicBezTo>
                        <a:pt x="3420" y="17452"/>
                        <a:pt x="3705" y="17381"/>
                        <a:pt x="3962" y="17253"/>
                      </a:cubicBezTo>
                      <a:cubicBezTo>
                        <a:pt x="4051" y="17199"/>
                        <a:pt x="4158" y="17163"/>
                        <a:pt x="4265" y="17128"/>
                      </a:cubicBezTo>
                      <a:cubicBezTo>
                        <a:pt x="4533" y="17342"/>
                        <a:pt x="4533" y="17663"/>
                        <a:pt x="4443" y="18270"/>
                      </a:cubicBezTo>
                      <a:cubicBezTo>
                        <a:pt x="4390" y="18537"/>
                        <a:pt x="4372" y="18823"/>
                        <a:pt x="4408" y="19108"/>
                      </a:cubicBezTo>
                      <a:cubicBezTo>
                        <a:pt x="4612" y="20022"/>
                        <a:pt x="5421" y="20602"/>
                        <a:pt x="6285" y="20602"/>
                      </a:cubicBezTo>
                      <a:cubicBezTo>
                        <a:pt x="6551" y="20602"/>
                        <a:pt x="6823" y="20546"/>
                        <a:pt x="7084" y="20429"/>
                      </a:cubicBezTo>
                      <a:cubicBezTo>
                        <a:pt x="7405" y="20250"/>
                        <a:pt x="7691" y="20018"/>
                        <a:pt x="7923" y="19751"/>
                      </a:cubicBezTo>
                      <a:cubicBezTo>
                        <a:pt x="8213" y="19443"/>
                        <a:pt x="8406" y="19250"/>
                        <a:pt x="8610" y="19250"/>
                      </a:cubicBezTo>
                      <a:cubicBezTo>
                        <a:pt x="8619" y="19250"/>
                        <a:pt x="8627" y="19250"/>
                        <a:pt x="8636" y="19251"/>
                      </a:cubicBezTo>
                      <a:cubicBezTo>
                        <a:pt x="8833" y="19251"/>
                        <a:pt x="9047" y="19429"/>
                        <a:pt x="9261" y="19733"/>
                      </a:cubicBezTo>
                      <a:cubicBezTo>
                        <a:pt x="9332" y="19822"/>
                        <a:pt x="9386" y="19929"/>
                        <a:pt x="9439" y="20036"/>
                      </a:cubicBezTo>
                      <a:cubicBezTo>
                        <a:pt x="9636" y="20375"/>
                        <a:pt x="9868" y="20678"/>
                        <a:pt x="10135" y="20946"/>
                      </a:cubicBezTo>
                      <a:cubicBezTo>
                        <a:pt x="10528" y="21249"/>
                        <a:pt x="10992" y="21428"/>
                        <a:pt x="11473" y="21428"/>
                      </a:cubicBezTo>
                      <a:cubicBezTo>
                        <a:pt x="11688" y="21428"/>
                        <a:pt x="11902" y="21392"/>
                        <a:pt x="12098" y="21321"/>
                      </a:cubicBezTo>
                      <a:cubicBezTo>
                        <a:pt x="12758" y="21107"/>
                        <a:pt x="13276" y="20553"/>
                        <a:pt x="13454" y="19875"/>
                      </a:cubicBezTo>
                      <a:cubicBezTo>
                        <a:pt x="13490" y="19697"/>
                        <a:pt x="13525" y="19519"/>
                        <a:pt x="13543" y="19340"/>
                      </a:cubicBezTo>
                      <a:cubicBezTo>
                        <a:pt x="13561" y="19162"/>
                        <a:pt x="13615" y="18769"/>
                        <a:pt x="13704" y="18751"/>
                      </a:cubicBezTo>
                      <a:cubicBezTo>
                        <a:pt x="13708" y="18749"/>
                        <a:pt x="13714" y="18748"/>
                        <a:pt x="13720" y="18748"/>
                      </a:cubicBezTo>
                      <a:cubicBezTo>
                        <a:pt x="13810" y="18748"/>
                        <a:pt x="14053" y="18975"/>
                        <a:pt x="14203" y="19108"/>
                      </a:cubicBezTo>
                      <a:cubicBezTo>
                        <a:pt x="14328" y="19215"/>
                        <a:pt x="14453" y="19340"/>
                        <a:pt x="14596" y="19447"/>
                      </a:cubicBezTo>
                      <a:cubicBezTo>
                        <a:pt x="14989" y="19741"/>
                        <a:pt x="15406" y="19869"/>
                        <a:pt x="15806" y="19869"/>
                      </a:cubicBezTo>
                      <a:cubicBezTo>
                        <a:pt x="17274" y="19869"/>
                        <a:pt x="18510" y="18150"/>
                        <a:pt x="17486" y="16664"/>
                      </a:cubicBezTo>
                      <a:cubicBezTo>
                        <a:pt x="17451" y="16592"/>
                        <a:pt x="17415" y="16539"/>
                        <a:pt x="17362" y="16485"/>
                      </a:cubicBezTo>
                      <a:cubicBezTo>
                        <a:pt x="17326" y="16432"/>
                        <a:pt x="17272" y="16360"/>
                        <a:pt x="17237" y="16325"/>
                      </a:cubicBezTo>
                      <a:cubicBezTo>
                        <a:pt x="17272" y="16316"/>
                        <a:pt x="17304" y="16311"/>
                        <a:pt x="17335" y="16311"/>
                      </a:cubicBezTo>
                      <a:cubicBezTo>
                        <a:pt x="17366" y="16311"/>
                        <a:pt x="17397" y="16316"/>
                        <a:pt x="17433" y="16325"/>
                      </a:cubicBezTo>
                      <a:cubicBezTo>
                        <a:pt x="17558" y="16360"/>
                        <a:pt x="17683" y="16414"/>
                        <a:pt x="17808" y="16467"/>
                      </a:cubicBezTo>
                      <a:cubicBezTo>
                        <a:pt x="18040" y="16592"/>
                        <a:pt x="18272" y="16682"/>
                        <a:pt x="18539" y="16717"/>
                      </a:cubicBezTo>
                      <a:cubicBezTo>
                        <a:pt x="18630" y="16731"/>
                        <a:pt x="18719" y="16738"/>
                        <a:pt x="18808" y="16738"/>
                      </a:cubicBezTo>
                      <a:cubicBezTo>
                        <a:pt x="19509" y="16738"/>
                        <a:pt x="20147" y="16314"/>
                        <a:pt x="20448" y="15665"/>
                      </a:cubicBezTo>
                      <a:cubicBezTo>
                        <a:pt x="20734" y="14969"/>
                        <a:pt x="20645" y="14166"/>
                        <a:pt x="20199" y="13559"/>
                      </a:cubicBezTo>
                      <a:cubicBezTo>
                        <a:pt x="20091" y="13416"/>
                        <a:pt x="19967" y="13274"/>
                        <a:pt x="19842" y="13131"/>
                      </a:cubicBezTo>
                      <a:cubicBezTo>
                        <a:pt x="19735" y="13042"/>
                        <a:pt x="19645" y="12935"/>
                        <a:pt x="19556" y="12810"/>
                      </a:cubicBezTo>
                      <a:cubicBezTo>
                        <a:pt x="19485" y="12721"/>
                        <a:pt x="19449" y="12596"/>
                        <a:pt x="19467" y="12471"/>
                      </a:cubicBezTo>
                      <a:cubicBezTo>
                        <a:pt x="19521" y="12417"/>
                        <a:pt x="19735" y="12364"/>
                        <a:pt x="19913" y="12328"/>
                      </a:cubicBezTo>
                      <a:cubicBezTo>
                        <a:pt x="20074" y="12292"/>
                        <a:pt x="20216" y="12257"/>
                        <a:pt x="20359" y="12203"/>
                      </a:cubicBezTo>
                      <a:cubicBezTo>
                        <a:pt x="22054" y="11561"/>
                        <a:pt x="22001" y="9134"/>
                        <a:pt x="20270" y="8599"/>
                      </a:cubicBezTo>
                      <a:cubicBezTo>
                        <a:pt x="20091" y="8545"/>
                        <a:pt x="19895" y="8510"/>
                        <a:pt x="19717" y="8474"/>
                      </a:cubicBezTo>
                      <a:cubicBezTo>
                        <a:pt x="19521" y="8438"/>
                        <a:pt x="19182" y="8385"/>
                        <a:pt x="19146" y="8313"/>
                      </a:cubicBezTo>
                      <a:cubicBezTo>
                        <a:pt x="19128" y="8242"/>
                        <a:pt x="19342" y="7921"/>
                        <a:pt x="19449" y="7778"/>
                      </a:cubicBezTo>
                      <a:cubicBezTo>
                        <a:pt x="19485" y="7707"/>
                        <a:pt x="19538" y="7653"/>
                        <a:pt x="19574" y="7600"/>
                      </a:cubicBezTo>
                      <a:cubicBezTo>
                        <a:pt x="20056" y="6922"/>
                        <a:pt x="20199" y="6047"/>
                        <a:pt x="19949" y="5244"/>
                      </a:cubicBezTo>
                      <a:cubicBezTo>
                        <a:pt x="19672" y="4379"/>
                        <a:pt x="18874" y="3815"/>
                        <a:pt x="17979" y="3815"/>
                      </a:cubicBezTo>
                      <a:cubicBezTo>
                        <a:pt x="17952" y="3815"/>
                        <a:pt x="17924" y="3816"/>
                        <a:pt x="17897" y="3817"/>
                      </a:cubicBezTo>
                      <a:cubicBezTo>
                        <a:pt x="17665" y="3835"/>
                        <a:pt x="17433" y="3888"/>
                        <a:pt x="17219" y="3960"/>
                      </a:cubicBezTo>
                      <a:cubicBezTo>
                        <a:pt x="17112" y="3995"/>
                        <a:pt x="17005" y="4031"/>
                        <a:pt x="16898" y="4049"/>
                      </a:cubicBezTo>
                      <a:cubicBezTo>
                        <a:pt x="16850" y="4065"/>
                        <a:pt x="16794" y="4074"/>
                        <a:pt x="16738" y="4074"/>
                      </a:cubicBezTo>
                      <a:cubicBezTo>
                        <a:pt x="16669" y="4074"/>
                        <a:pt x="16600" y="4061"/>
                        <a:pt x="16541" y="4031"/>
                      </a:cubicBezTo>
                      <a:cubicBezTo>
                        <a:pt x="16469" y="3942"/>
                        <a:pt x="16576" y="3639"/>
                        <a:pt x="16648" y="3407"/>
                      </a:cubicBezTo>
                      <a:cubicBezTo>
                        <a:pt x="16719" y="3193"/>
                        <a:pt x="16791" y="2961"/>
                        <a:pt x="16826" y="2729"/>
                      </a:cubicBezTo>
                      <a:cubicBezTo>
                        <a:pt x="16987" y="1518"/>
                        <a:pt x="16011" y="650"/>
                        <a:pt x="14986" y="650"/>
                      </a:cubicBezTo>
                      <a:cubicBezTo>
                        <a:pt x="14530" y="650"/>
                        <a:pt x="14065" y="822"/>
                        <a:pt x="13686" y="1212"/>
                      </a:cubicBezTo>
                      <a:cubicBezTo>
                        <a:pt x="13508" y="1408"/>
                        <a:pt x="13365" y="1622"/>
                        <a:pt x="13240" y="1854"/>
                      </a:cubicBezTo>
                      <a:cubicBezTo>
                        <a:pt x="13186" y="1961"/>
                        <a:pt x="13115" y="2051"/>
                        <a:pt x="13061" y="2158"/>
                      </a:cubicBezTo>
                      <a:cubicBezTo>
                        <a:pt x="12949" y="2302"/>
                        <a:pt x="12822" y="2374"/>
                        <a:pt x="12772" y="2374"/>
                      </a:cubicBezTo>
                      <a:cubicBezTo>
                        <a:pt x="12766" y="2374"/>
                        <a:pt x="12762" y="2374"/>
                        <a:pt x="12758" y="2372"/>
                      </a:cubicBezTo>
                      <a:cubicBezTo>
                        <a:pt x="12669" y="2300"/>
                        <a:pt x="12598" y="2193"/>
                        <a:pt x="12598" y="2068"/>
                      </a:cubicBezTo>
                      <a:cubicBezTo>
                        <a:pt x="12562" y="1979"/>
                        <a:pt x="12562" y="1872"/>
                        <a:pt x="12544" y="1783"/>
                      </a:cubicBezTo>
                      <a:cubicBezTo>
                        <a:pt x="12508" y="1515"/>
                        <a:pt x="12455" y="1283"/>
                        <a:pt x="12366" y="1051"/>
                      </a:cubicBezTo>
                      <a:cubicBezTo>
                        <a:pt x="12068" y="346"/>
                        <a:pt x="11426" y="1"/>
                        <a:pt x="1078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4" name="Google Shape;1502;p37">
                  <a:extLst>
                    <a:ext uri="{FF2B5EF4-FFF2-40B4-BE49-F238E27FC236}">
                      <a16:creationId xmlns:a16="http://schemas.microsoft.com/office/drawing/2014/main" id="{58D7DC6B-43C8-0D7E-2395-FDAAE101BED1}"/>
                    </a:ext>
                  </a:extLst>
                </p:cNvPr>
                <p:cNvSpPr/>
                <p:nvPr/>
              </p:nvSpPr>
              <p:spPr>
                <a:xfrm>
                  <a:off x="6542994" y="963674"/>
                  <a:ext cx="225231" cy="21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1" h="11621" extrusionOk="0">
                      <a:moveTo>
                        <a:pt x="5806" y="1092"/>
                      </a:moveTo>
                      <a:cubicBezTo>
                        <a:pt x="6968" y="1092"/>
                        <a:pt x="8208" y="1633"/>
                        <a:pt x="9082" y="2271"/>
                      </a:cubicBezTo>
                      <a:cubicBezTo>
                        <a:pt x="10045" y="2985"/>
                        <a:pt x="10706" y="4055"/>
                        <a:pt x="10920" y="5233"/>
                      </a:cubicBezTo>
                      <a:cubicBezTo>
                        <a:pt x="11027" y="6107"/>
                        <a:pt x="10902" y="6982"/>
                        <a:pt x="10527" y="7785"/>
                      </a:cubicBezTo>
                      <a:cubicBezTo>
                        <a:pt x="9696" y="9580"/>
                        <a:pt x="7957" y="10543"/>
                        <a:pt x="6199" y="10543"/>
                      </a:cubicBezTo>
                      <a:cubicBezTo>
                        <a:pt x="4898" y="10543"/>
                        <a:pt x="3586" y="10016"/>
                        <a:pt x="2623" y="8909"/>
                      </a:cubicBezTo>
                      <a:cubicBezTo>
                        <a:pt x="357" y="6304"/>
                        <a:pt x="1534" y="2236"/>
                        <a:pt x="4835" y="1236"/>
                      </a:cubicBezTo>
                      <a:cubicBezTo>
                        <a:pt x="5145" y="1137"/>
                        <a:pt x="5472" y="1092"/>
                        <a:pt x="5806" y="1092"/>
                      </a:cubicBezTo>
                      <a:close/>
                      <a:moveTo>
                        <a:pt x="5830" y="1"/>
                      </a:moveTo>
                      <a:cubicBezTo>
                        <a:pt x="5388" y="1"/>
                        <a:pt x="4945" y="62"/>
                        <a:pt x="4514" y="201"/>
                      </a:cubicBezTo>
                      <a:cubicBezTo>
                        <a:pt x="1731" y="1040"/>
                        <a:pt x="0" y="3788"/>
                        <a:pt x="446" y="6661"/>
                      </a:cubicBezTo>
                      <a:cubicBezTo>
                        <a:pt x="873" y="9521"/>
                        <a:pt x="3334" y="11621"/>
                        <a:pt x="6208" y="11621"/>
                      </a:cubicBezTo>
                      <a:cubicBezTo>
                        <a:pt x="6221" y="11621"/>
                        <a:pt x="6233" y="11621"/>
                        <a:pt x="6245" y="11621"/>
                      </a:cubicBezTo>
                      <a:cubicBezTo>
                        <a:pt x="6423" y="11621"/>
                        <a:pt x="6602" y="11621"/>
                        <a:pt x="6780" y="11603"/>
                      </a:cubicBezTo>
                      <a:cubicBezTo>
                        <a:pt x="8832" y="11389"/>
                        <a:pt x="10634" y="10104"/>
                        <a:pt x="11526" y="8231"/>
                      </a:cubicBezTo>
                      <a:cubicBezTo>
                        <a:pt x="11990" y="7249"/>
                        <a:pt x="12151" y="6143"/>
                        <a:pt x="11990" y="5073"/>
                      </a:cubicBezTo>
                      <a:cubicBezTo>
                        <a:pt x="11723" y="3609"/>
                        <a:pt x="10920" y="2289"/>
                        <a:pt x="9724" y="1415"/>
                      </a:cubicBezTo>
                      <a:cubicBezTo>
                        <a:pt x="8776" y="687"/>
                        <a:pt x="7310" y="1"/>
                        <a:pt x="58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75" name="Google Shape;1503;p37">
                <a:extLst>
                  <a:ext uri="{FF2B5EF4-FFF2-40B4-BE49-F238E27FC236}">
                    <a16:creationId xmlns:a16="http://schemas.microsoft.com/office/drawing/2014/main" id="{3391FF19-46A4-67BD-2BA2-023DC0EE8694}"/>
                  </a:ext>
                </a:extLst>
              </p:cNvPr>
              <p:cNvSpPr/>
              <p:nvPr/>
            </p:nvSpPr>
            <p:spPr>
              <a:xfrm>
                <a:off x="1224327" y="1286002"/>
                <a:ext cx="455893" cy="453036"/>
              </a:xfrm>
              <a:custGeom>
                <a:avLst/>
                <a:gdLst/>
                <a:ahLst/>
                <a:cxnLst/>
                <a:rect l="l" t="t" r="r" b="b"/>
                <a:pathLst>
                  <a:path w="19945" h="19820" fill="none" extrusionOk="0">
                    <a:moveTo>
                      <a:pt x="19945" y="9457"/>
                    </a:moveTo>
                    <a:lnTo>
                      <a:pt x="19945" y="10539"/>
                    </a:lnTo>
                    <a:lnTo>
                      <a:pt x="19643" y="12475"/>
                    </a:lnTo>
                    <a:lnTo>
                      <a:pt x="18939" y="14261"/>
                    </a:lnTo>
                    <a:lnTo>
                      <a:pt x="17908" y="15921"/>
                    </a:lnTo>
                    <a:lnTo>
                      <a:pt x="17254" y="16675"/>
                    </a:lnTo>
                    <a:lnTo>
                      <a:pt x="16877" y="17078"/>
                    </a:lnTo>
                    <a:lnTo>
                      <a:pt x="16072" y="17732"/>
                    </a:lnTo>
                    <a:lnTo>
                      <a:pt x="14714" y="18486"/>
                    </a:lnTo>
                    <a:lnTo>
                      <a:pt x="13758" y="18939"/>
                    </a:lnTo>
                    <a:lnTo>
                      <a:pt x="13255" y="19140"/>
                    </a:lnTo>
                    <a:lnTo>
                      <a:pt x="12199" y="19467"/>
                    </a:lnTo>
                    <a:lnTo>
                      <a:pt x="10614" y="19769"/>
                    </a:lnTo>
                    <a:lnTo>
                      <a:pt x="9533" y="19819"/>
                    </a:lnTo>
                    <a:lnTo>
                      <a:pt x="8829" y="19819"/>
                    </a:lnTo>
                    <a:lnTo>
                      <a:pt x="7420" y="19568"/>
                    </a:lnTo>
                    <a:lnTo>
                      <a:pt x="6741" y="19341"/>
                    </a:lnTo>
                    <a:lnTo>
                      <a:pt x="5836" y="18964"/>
                    </a:lnTo>
                    <a:lnTo>
                      <a:pt x="4603" y="18209"/>
                    </a:lnTo>
                    <a:lnTo>
                      <a:pt x="3849" y="17581"/>
                    </a:lnTo>
                    <a:lnTo>
                      <a:pt x="3522" y="17203"/>
                    </a:lnTo>
                    <a:lnTo>
                      <a:pt x="3220" y="16851"/>
                    </a:lnTo>
                    <a:lnTo>
                      <a:pt x="2868" y="16575"/>
                    </a:lnTo>
                    <a:lnTo>
                      <a:pt x="2340" y="16197"/>
                    </a:lnTo>
                    <a:lnTo>
                      <a:pt x="1510" y="15292"/>
                    </a:lnTo>
                    <a:lnTo>
                      <a:pt x="931" y="14236"/>
                    </a:lnTo>
                    <a:lnTo>
                      <a:pt x="504" y="13079"/>
                    </a:lnTo>
                    <a:lnTo>
                      <a:pt x="328" y="12475"/>
                    </a:lnTo>
                    <a:lnTo>
                      <a:pt x="152" y="11771"/>
                    </a:lnTo>
                    <a:lnTo>
                      <a:pt x="1" y="10363"/>
                    </a:lnTo>
                    <a:lnTo>
                      <a:pt x="102" y="8979"/>
                    </a:lnTo>
                    <a:lnTo>
                      <a:pt x="403" y="7571"/>
                    </a:lnTo>
                    <a:lnTo>
                      <a:pt x="630" y="6892"/>
                    </a:lnTo>
                    <a:lnTo>
                      <a:pt x="957" y="6037"/>
                    </a:lnTo>
                    <a:lnTo>
                      <a:pt x="1837" y="4478"/>
                    </a:lnTo>
                    <a:lnTo>
                      <a:pt x="2365" y="3748"/>
                    </a:lnTo>
                    <a:lnTo>
                      <a:pt x="2843" y="3195"/>
                    </a:lnTo>
                    <a:lnTo>
                      <a:pt x="4000" y="2214"/>
                    </a:lnTo>
                    <a:lnTo>
                      <a:pt x="4629" y="1812"/>
                    </a:lnTo>
                    <a:lnTo>
                      <a:pt x="5458" y="1384"/>
                    </a:lnTo>
                    <a:lnTo>
                      <a:pt x="7144" y="705"/>
                    </a:lnTo>
                    <a:lnTo>
                      <a:pt x="8929" y="277"/>
                    </a:lnTo>
                    <a:lnTo>
                      <a:pt x="10740" y="51"/>
                    </a:lnTo>
                    <a:lnTo>
                      <a:pt x="11671" y="1"/>
                    </a:lnTo>
                    <a:lnTo>
                      <a:pt x="12048" y="1"/>
                    </a:lnTo>
                    <a:lnTo>
                      <a:pt x="12752" y="101"/>
                    </a:lnTo>
                    <a:lnTo>
                      <a:pt x="13758" y="454"/>
                    </a:lnTo>
                    <a:lnTo>
                      <a:pt x="14362" y="831"/>
                    </a:lnTo>
                    <a:lnTo>
                      <a:pt x="15971" y="2038"/>
                    </a:lnTo>
                    <a:lnTo>
                      <a:pt x="17505" y="3371"/>
                    </a:lnTo>
                    <a:lnTo>
                      <a:pt x="17857" y="3673"/>
                    </a:lnTo>
                    <a:lnTo>
                      <a:pt x="18411" y="4377"/>
                    </a:lnTo>
                    <a:lnTo>
                      <a:pt x="19115" y="5534"/>
                    </a:lnTo>
                    <a:lnTo>
                      <a:pt x="19517" y="6339"/>
                    </a:lnTo>
                    <a:lnTo>
                      <a:pt x="19693" y="6741"/>
                    </a:lnTo>
                    <a:lnTo>
                      <a:pt x="19869" y="7521"/>
                    </a:lnTo>
                    <a:lnTo>
                      <a:pt x="19945" y="8703"/>
                    </a:lnTo>
                    <a:lnTo>
                      <a:pt x="19945" y="9457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76" name="Google Shape;1504;p37">
                <a:extLst>
                  <a:ext uri="{FF2B5EF4-FFF2-40B4-BE49-F238E27FC236}">
                    <a16:creationId xmlns:a16="http://schemas.microsoft.com/office/drawing/2014/main" id="{85CB3135-6EDA-6C2B-9CFB-0D97F9E03984}"/>
                  </a:ext>
                </a:extLst>
              </p:cNvPr>
              <p:cNvGrpSpPr/>
              <p:nvPr/>
            </p:nvGrpSpPr>
            <p:grpSpPr>
              <a:xfrm>
                <a:off x="1195591" y="1593490"/>
                <a:ext cx="247703" cy="206078"/>
                <a:chOff x="8701052" y="1462653"/>
                <a:chExt cx="352904" cy="293600"/>
              </a:xfrm>
            </p:grpSpPr>
            <p:sp>
              <p:nvSpPr>
                <p:cNvPr id="77" name="Google Shape;1505;p37">
                  <a:extLst>
                    <a:ext uri="{FF2B5EF4-FFF2-40B4-BE49-F238E27FC236}">
                      <a16:creationId xmlns:a16="http://schemas.microsoft.com/office/drawing/2014/main" id="{403C6D4C-7E73-C1B9-7983-AE5C3783B97E}"/>
                    </a:ext>
                  </a:extLst>
                </p:cNvPr>
                <p:cNvSpPr/>
                <p:nvPr/>
              </p:nvSpPr>
              <p:spPr>
                <a:xfrm>
                  <a:off x="8701052" y="1462653"/>
                  <a:ext cx="352904" cy="29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9961" extrusionOk="0">
                      <a:moveTo>
                        <a:pt x="9105" y="2843"/>
                      </a:moveTo>
                      <a:lnTo>
                        <a:pt x="9281" y="3648"/>
                      </a:lnTo>
                      <a:lnTo>
                        <a:pt x="9407" y="4352"/>
                      </a:lnTo>
                      <a:lnTo>
                        <a:pt x="9457" y="4905"/>
                      </a:lnTo>
                      <a:lnTo>
                        <a:pt x="9457" y="5911"/>
                      </a:lnTo>
                      <a:lnTo>
                        <a:pt x="9231" y="6892"/>
                      </a:lnTo>
                      <a:lnTo>
                        <a:pt x="8703" y="7772"/>
                      </a:lnTo>
                      <a:lnTo>
                        <a:pt x="8300" y="8175"/>
                      </a:lnTo>
                      <a:lnTo>
                        <a:pt x="8175" y="8275"/>
                      </a:lnTo>
                      <a:lnTo>
                        <a:pt x="7923" y="8577"/>
                      </a:lnTo>
                      <a:lnTo>
                        <a:pt x="7948" y="8829"/>
                      </a:lnTo>
                      <a:lnTo>
                        <a:pt x="8451" y="8728"/>
                      </a:lnTo>
                      <a:lnTo>
                        <a:pt x="9382" y="8401"/>
                      </a:lnTo>
                      <a:lnTo>
                        <a:pt x="9835" y="8175"/>
                      </a:lnTo>
                      <a:lnTo>
                        <a:pt x="10237" y="7948"/>
                      </a:lnTo>
                      <a:lnTo>
                        <a:pt x="10765" y="7269"/>
                      </a:lnTo>
                      <a:lnTo>
                        <a:pt x="10891" y="6867"/>
                      </a:lnTo>
                      <a:lnTo>
                        <a:pt x="11017" y="6012"/>
                      </a:lnTo>
                      <a:lnTo>
                        <a:pt x="10992" y="4704"/>
                      </a:lnTo>
                      <a:lnTo>
                        <a:pt x="10790" y="3849"/>
                      </a:lnTo>
                      <a:lnTo>
                        <a:pt x="10639" y="3447"/>
                      </a:lnTo>
                      <a:lnTo>
                        <a:pt x="10539" y="3220"/>
                      </a:lnTo>
                      <a:lnTo>
                        <a:pt x="10312" y="2944"/>
                      </a:lnTo>
                      <a:lnTo>
                        <a:pt x="9809" y="2793"/>
                      </a:lnTo>
                      <a:close/>
                      <a:moveTo>
                        <a:pt x="8502" y="5132"/>
                      </a:moveTo>
                      <a:lnTo>
                        <a:pt x="8477" y="4629"/>
                      </a:lnTo>
                      <a:lnTo>
                        <a:pt x="8326" y="3673"/>
                      </a:lnTo>
                      <a:lnTo>
                        <a:pt x="8049" y="2843"/>
                      </a:lnTo>
                      <a:lnTo>
                        <a:pt x="7621" y="2088"/>
                      </a:lnTo>
                      <a:lnTo>
                        <a:pt x="7345" y="1761"/>
                      </a:lnTo>
                      <a:lnTo>
                        <a:pt x="6942" y="1359"/>
                      </a:lnTo>
                      <a:lnTo>
                        <a:pt x="6263" y="957"/>
                      </a:lnTo>
                      <a:lnTo>
                        <a:pt x="5760" y="831"/>
                      </a:lnTo>
                      <a:lnTo>
                        <a:pt x="5459" y="856"/>
                      </a:lnTo>
                      <a:lnTo>
                        <a:pt x="4729" y="982"/>
                      </a:lnTo>
                      <a:lnTo>
                        <a:pt x="3421" y="1485"/>
                      </a:lnTo>
                      <a:lnTo>
                        <a:pt x="2340" y="2315"/>
                      </a:lnTo>
                      <a:lnTo>
                        <a:pt x="1485" y="3421"/>
                      </a:lnTo>
                      <a:lnTo>
                        <a:pt x="1133" y="4075"/>
                      </a:lnTo>
                      <a:lnTo>
                        <a:pt x="1057" y="4276"/>
                      </a:lnTo>
                      <a:lnTo>
                        <a:pt x="1032" y="4478"/>
                      </a:lnTo>
                      <a:lnTo>
                        <a:pt x="1032" y="5106"/>
                      </a:lnTo>
                      <a:lnTo>
                        <a:pt x="1183" y="6163"/>
                      </a:lnTo>
                      <a:lnTo>
                        <a:pt x="1636" y="7018"/>
                      </a:lnTo>
                      <a:lnTo>
                        <a:pt x="2466" y="7722"/>
                      </a:lnTo>
                      <a:lnTo>
                        <a:pt x="3069" y="8049"/>
                      </a:lnTo>
                      <a:lnTo>
                        <a:pt x="3698" y="8300"/>
                      </a:lnTo>
                      <a:lnTo>
                        <a:pt x="4352" y="8477"/>
                      </a:lnTo>
                      <a:lnTo>
                        <a:pt x="4754" y="8552"/>
                      </a:lnTo>
                      <a:lnTo>
                        <a:pt x="5559" y="8552"/>
                      </a:lnTo>
                      <a:lnTo>
                        <a:pt x="6288" y="8376"/>
                      </a:lnTo>
                      <a:lnTo>
                        <a:pt x="6968" y="8049"/>
                      </a:lnTo>
                      <a:lnTo>
                        <a:pt x="7521" y="7596"/>
                      </a:lnTo>
                      <a:lnTo>
                        <a:pt x="7999" y="7018"/>
                      </a:lnTo>
                      <a:lnTo>
                        <a:pt x="8326" y="6314"/>
                      </a:lnTo>
                      <a:lnTo>
                        <a:pt x="8477" y="5534"/>
                      </a:lnTo>
                      <a:close/>
                      <a:moveTo>
                        <a:pt x="8653" y="1938"/>
                      </a:moveTo>
                      <a:lnTo>
                        <a:pt x="9105" y="1963"/>
                      </a:lnTo>
                      <a:lnTo>
                        <a:pt x="9483" y="1938"/>
                      </a:lnTo>
                      <a:lnTo>
                        <a:pt x="9885" y="1887"/>
                      </a:lnTo>
                      <a:lnTo>
                        <a:pt x="10539" y="2038"/>
                      </a:lnTo>
                      <a:lnTo>
                        <a:pt x="11017" y="2415"/>
                      </a:lnTo>
                      <a:lnTo>
                        <a:pt x="11419" y="3044"/>
                      </a:lnTo>
                      <a:lnTo>
                        <a:pt x="11595" y="3447"/>
                      </a:lnTo>
                      <a:lnTo>
                        <a:pt x="11746" y="3849"/>
                      </a:lnTo>
                      <a:lnTo>
                        <a:pt x="11922" y="4704"/>
                      </a:lnTo>
                      <a:lnTo>
                        <a:pt x="11972" y="6037"/>
                      </a:lnTo>
                      <a:lnTo>
                        <a:pt x="11847" y="6892"/>
                      </a:lnTo>
                      <a:lnTo>
                        <a:pt x="11796" y="7194"/>
                      </a:lnTo>
                      <a:lnTo>
                        <a:pt x="11595" y="7747"/>
                      </a:lnTo>
                      <a:lnTo>
                        <a:pt x="11268" y="8250"/>
                      </a:lnTo>
                      <a:lnTo>
                        <a:pt x="10841" y="8703"/>
                      </a:lnTo>
                      <a:lnTo>
                        <a:pt x="10564" y="8879"/>
                      </a:lnTo>
                      <a:lnTo>
                        <a:pt x="9960" y="9231"/>
                      </a:lnTo>
                      <a:lnTo>
                        <a:pt x="8627" y="9709"/>
                      </a:lnTo>
                      <a:lnTo>
                        <a:pt x="7948" y="9910"/>
                      </a:lnTo>
                      <a:lnTo>
                        <a:pt x="7722" y="9960"/>
                      </a:lnTo>
                      <a:lnTo>
                        <a:pt x="7244" y="9910"/>
                      </a:lnTo>
                      <a:lnTo>
                        <a:pt x="7043" y="9835"/>
                      </a:lnTo>
                      <a:lnTo>
                        <a:pt x="6590" y="9608"/>
                      </a:lnTo>
                      <a:lnTo>
                        <a:pt x="5685" y="9483"/>
                      </a:lnTo>
                      <a:lnTo>
                        <a:pt x="5232" y="9508"/>
                      </a:lnTo>
                      <a:lnTo>
                        <a:pt x="4603" y="9508"/>
                      </a:lnTo>
                      <a:lnTo>
                        <a:pt x="3447" y="9256"/>
                      </a:lnTo>
                      <a:lnTo>
                        <a:pt x="2868" y="9055"/>
                      </a:lnTo>
                      <a:lnTo>
                        <a:pt x="2239" y="8778"/>
                      </a:lnTo>
                      <a:lnTo>
                        <a:pt x="1183" y="7974"/>
                      </a:lnTo>
                      <a:lnTo>
                        <a:pt x="730" y="7471"/>
                      </a:lnTo>
                      <a:lnTo>
                        <a:pt x="429" y="7093"/>
                      </a:lnTo>
                      <a:lnTo>
                        <a:pt x="152" y="6188"/>
                      </a:lnTo>
                      <a:lnTo>
                        <a:pt x="76" y="5735"/>
                      </a:lnTo>
                      <a:lnTo>
                        <a:pt x="1" y="4930"/>
                      </a:lnTo>
                      <a:lnTo>
                        <a:pt x="51" y="4126"/>
                      </a:lnTo>
                      <a:lnTo>
                        <a:pt x="76" y="3849"/>
                      </a:lnTo>
                      <a:lnTo>
                        <a:pt x="177" y="3597"/>
                      </a:lnTo>
                      <a:lnTo>
                        <a:pt x="781" y="2667"/>
                      </a:lnTo>
                      <a:lnTo>
                        <a:pt x="1837" y="1409"/>
                      </a:lnTo>
                      <a:lnTo>
                        <a:pt x="2717" y="705"/>
                      </a:lnTo>
                      <a:lnTo>
                        <a:pt x="3220" y="454"/>
                      </a:lnTo>
                      <a:lnTo>
                        <a:pt x="3849" y="252"/>
                      </a:lnTo>
                      <a:lnTo>
                        <a:pt x="4528" y="127"/>
                      </a:lnTo>
                      <a:lnTo>
                        <a:pt x="5106" y="1"/>
                      </a:lnTo>
                      <a:lnTo>
                        <a:pt x="6163" y="51"/>
                      </a:lnTo>
                      <a:lnTo>
                        <a:pt x="7093" y="429"/>
                      </a:lnTo>
                      <a:lnTo>
                        <a:pt x="7923" y="1108"/>
                      </a:lnTo>
                      <a:lnTo>
                        <a:pt x="8275" y="1535"/>
                      </a:lnTo>
                      <a:lnTo>
                        <a:pt x="8426" y="16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8" name="Google Shape;1506;p37">
                  <a:extLst>
                    <a:ext uri="{FF2B5EF4-FFF2-40B4-BE49-F238E27FC236}">
                      <a16:creationId xmlns:a16="http://schemas.microsoft.com/office/drawing/2014/main" id="{E190554C-CDEA-2626-7B8E-D6F80FF1B259}"/>
                    </a:ext>
                  </a:extLst>
                </p:cNvPr>
                <p:cNvSpPr/>
                <p:nvPr/>
              </p:nvSpPr>
              <p:spPr>
                <a:xfrm>
                  <a:off x="8783345" y="1536782"/>
                  <a:ext cx="129012" cy="15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7" h="5409" extrusionOk="0">
                      <a:moveTo>
                        <a:pt x="856" y="4251"/>
                      </a:moveTo>
                      <a:lnTo>
                        <a:pt x="1183" y="4050"/>
                      </a:lnTo>
                      <a:lnTo>
                        <a:pt x="1837" y="3899"/>
                      </a:lnTo>
                      <a:lnTo>
                        <a:pt x="2490" y="3799"/>
                      </a:lnTo>
                      <a:lnTo>
                        <a:pt x="3069" y="3547"/>
                      </a:lnTo>
                      <a:lnTo>
                        <a:pt x="3320" y="3270"/>
                      </a:lnTo>
                      <a:lnTo>
                        <a:pt x="2993" y="3195"/>
                      </a:lnTo>
                      <a:lnTo>
                        <a:pt x="2767" y="3145"/>
                      </a:lnTo>
                      <a:lnTo>
                        <a:pt x="1686" y="3019"/>
                      </a:lnTo>
                      <a:lnTo>
                        <a:pt x="629" y="2868"/>
                      </a:lnTo>
                      <a:lnTo>
                        <a:pt x="428" y="2818"/>
                      </a:lnTo>
                      <a:lnTo>
                        <a:pt x="152" y="2617"/>
                      </a:lnTo>
                      <a:lnTo>
                        <a:pt x="1" y="2315"/>
                      </a:lnTo>
                      <a:lnTo>
                        <a:pt x="26" y="1938"/>
                      </a:lnTo>
                      <a:lnTo>
                        <a:pt x="101" y="1736"/>
                      </a:lnTo>
                      <a:lnTo>
                        <a:pt x="152" y="1686"/>
                      </a:lnTo>
                      <a:lnTo>
                        <a:pt x="177" y="1611"/>
                      </a:lnTo>
                      <a:lnTo>
                        <a:pt x="705" y="781"/>
                      </a:lnTo>
                      <a:lnTo>
                        <a:pt x="1233" y="1"/>
                      </a:lnTo>
                      <a:lnTo>
                        <a:pt x="1359" y="1"/>
                      </a:lnTo>
                      <a:lnTo>
                        <a:pt x="1535" y="152"/>
                      </a:lnTo>
                      <a:lnTo>
                        <a:pt x="1635" y="429"/>
                      </a:lnTo>
                      <a:lnTo>
                        <a:pt x="1761" y="554"/>
                      </a:lnTo>
                      <a:lnTo>
                        <a:pt x="2138" y="680"/>
                      </a:lnTo>
                      <a:lnTo>
                        <a:pt x="2516" y="831"/>
                      </a:lnTo>
                      <a:lnTo>
                        <a:pt x="2667" y="1007"/>
                      </a:lnTo>
                      <a:lnTo>
                        <a:pt x="2692" y="1258"/>
                      </a:lnTo>
                      <a:lnTo>
                        <a:pt x="2641" y="1435"/>
                      </a:lnTo>
                      <a:lnTo>
                        <a:pt x="2465" y="1510"/>
                      </a:lnTo>
                      <a:lnTo>
                        <a:pt x="1987" y="1560"/>
                      </a:lnTo>
                      <a:lnTo>
                        <a:pt x="1510" y="1611"/>
                      </a:lnTo>
                      <a:lnTo>
                        <a:pt x="1359" y="1686"/>
                      </a:lnTo>
                      <a:lnTo>
                        <a:pt x="1107" y="1887"/>
                      </a:lnTo>
                      <a:lnTo>
                        <a:pt x="1459" y="2088"/>
                      </a:lnTo>
                      <a:lnTo>
                        <a:pt x="2164" y="2290"/>
                      </a:lnTo>
                      <a:lnTo>
                        <a:pt x="2516" y="2290"/>
                      </a:lnTo>
                      <a:lnTo>
                        <a:pt x="3069" y="2290"/>
                      </a:lnTo>
                      <a:lnTo>
                        <a:pt x="3597" y="2340"/>
                      </a:lnTo>
                      <a:lnTo>
                        <a:pt x="3798" y="2365"/>
                      </a:lnTo>
                      <a:lnTo>
                        <a:pt x="4125" y="2541"/>
                      </a:lnTo>
                      <a:lnTo>
                        <a:pt x="4301" y="2843"/>
                      </a:lnTo>
                      <a:lnTo>
                        <a:pt x="4377" y="3195"/>
                      </a:lnTo>
                      <a:lnTo>
                        <a:pt x="4326" y="3396"/>
                      </a:lnTo>
                      <a:lnTo>
                        <a:pt x="4276" y="3597"/>
                      </a:lnTo>
                      <a:lnTo>
                        <a:pt x="4100" y="3975"/>
                      </a:lnTo>
                      <a:lnTo>
                        <a:pt x="3974" y="4100"/>
                      </a:lnTo>
                      <a:lnTo>
                        <a:pt x="3723" y="4276"/>
                      </a:lnTo>
                      <a:lnTo>
                        <a:pt x="3597" y="4729"/>
                      </a:lnTo>
                      <a:lnTo>
                        <a:pt x="3647" y="5006"/>
                      </a:lnTo>
                      <a:lnTo>
                        <a:pt x="3597" y="5207"/>
                      </a:lnTo>
                      <a:lnTo>
                        <a:pt x="3371" y="5383"/>
                      </a:lnTo>
                      <a:lnTo>
                        <a:pt x="3170" y="5408"/>
                      </a:lnTo>
                      <a:lnTo>
                        <a:pt x="3019" y="5308"/>
                      </a:lnTo>
                      <a:lnTo>
                        <a:pt x="2893" y="5132"/>
                      </a:lnTo>
                      <a:lnTo>
                        <a:pt x="2591" y="4880"/>
                      </a:lnTo>
                      <a:lnTo>
                        <a:pt x="2038" y="4704"/>
                      </a:lnTo>
                      <a:lnTo>
                        <a:pt x="1635" y="4679"/>
                      </a:lnTo>
                      <a:lnTo>
                        <a:pt x="1308" y="4553"/>
                      </a:lnTo>
                      <a:lnTo>
                        <a:pt x="856" y="42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grpSp>
            <p:nvGrpSpPr>
              <p:cNvPr id="79" name="Google Shape;1507;p37">
                <a:extLst>
                  <a:ext uri="{FF2B5EF4-FFF2-40B4-BE49-F238E27FC236}">
                    <a16:creationId xmlns:a16="http://schemas.microsoft.com/office/drawing/2014/main" id="{756907F4-FF85-C36A-5435-54F16D79580F}"/>
                  </a:ext>
                </a:extLst>
              </p:cNvPr>
              <p:cNvGrpSpPr/>
              <p:nvPr/>
            </p:nvGrpSpPr>
            <p:grpSpPr>
              <a:xfrm rot="1335456">
                <a:off x="1374691" y="1419122"/>
                <a:ext cx="247741" cy="206109"/>
                <a:chOff x="8701052" y="1462653"/>
                <a:chExt cx="352904" cy="293600"/>
              </a:xfrm>
            </p:grpSpPr>
            <p:sp>
              <p:nvSpPr>
                <p:cNvPr id="80" name="Google Shape;1508;p37">
                  <a:extLst>
                    <a:ext uri="{FF2B5EF4-FFF2-40B4-BE49-F238E27FC236}">
                      <a16:creationId xmlns:a16="http://schemas.microsoft.com/office/drawing/2014/main" id="{762BC281-219B-685B-B41A-ADB67F113E4D}"/>
                    </a:ext>
                  </a:extLst>
                </p:cNvPr>
                <p:cNvSpPr/>
                <p:nvPr/>
              </p:nvSpPr>
              <p:spPr>
                <a:xfrm>
                  <a:off x="8701052" y="1462653"/>
                  <a:ext cx="352904" cy="29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9961" extrusionOk="0">
                      <a:moveTo>
                        <a:pt x="9105" y="2843"/>
                      </a:moveTo>
                      <a:lnTo>
                        <a:pt x="9281" y="3648"/>
                      </a:lnTo>
                      <a:lnTo>
                        <a:pt x="9407" y="4352"/>
                      </a:lnTo>
                      <a:lnTo>
                        <a:pt x="9457" y="4905"/>
                      </a:lnTo>
                      <a:lnTo>
                        <a:pt x="9457" y="5911"/>
                      </a:lnTo>
                      <a:lnTo>
                        <a:pt x="9231" y="6892"/>
                      </a:lnTo>
                      <a:lnTo>
                        <a:pt x="8703" y="7772"/>
                      </a:lnTo>
                      <a:lnTo>
                        <a:pt x="8300" y="8175"/>
                      </a:lnTo>
                      <a:lnTo>
                        <a:pt x="8175" y="8275"/>
                      </a:lnTo>
                      <a:lnTo>
                        <a:pt x="7923" y="8577"/>
                      </a:lnTo>
                      <a:lnTo>
                        <a:pt x="7948" y="8829"/>
                      </a:lnTo>
                      <a:lnTo>
                        <a:pt x="8451" y="8728"/>
                      </a:lnTo>
                      <a:lnTo>
                        <a:pt x="9382" y="8401"/>
                      </a:lnTo>
                      <a:lnTo>
                        <a:pt x="9835" y="8175"/>
                      </a:lnTo>
                      <a:lnTo>
                        <a:pt x="10237" y="7948"/>
                      </a:lnTo>
                      <a:lnTo>
                        <a:pt x="10765" y="7269"/>
                      </a:lnTo>
                      <a:lnTo>
                        <a:pt x="10891" y="6867"/>
                      </a:lnTo>
                      <a:lnTo>
                        <a:pt x="11017" y="6012"/>
                      </a:lnTo>
                      <a:lnTo>
                        <a:pt x="10992" y="4704"/>
                      </a:lnTo>
                      <a:lnTo>
                        <a:pt x="10790" y="3849"/>
                      </a:lnTo>
                      <a:lnTo>
                        <a:pt x="10639" y="3447"/>
                      </a:lnTo>
                      <a:lnTo>
                        <a:pt x="10539" y="3220"/>
                      </a:lnTo>
                      <a:lnTo>
                        <a:pt x="10312" y="2944"/>
                      </a:lnTo>
                      <a:lnTo>
                        <a:pt x="9809" y="2793"/>
                      </a:lnTo>
                      <a:close/>
                      <a:moveTo>
                        <a:pt x="8502" y="5132"/>
                      </a:moveTo>
                      <a:lnTo>
                        <a:pt x="8477" y="4629"/>
                      </a:lnTo>
                      <a:lnTo>
                        <a:pt x="8326" y="3673"/>
                      </a:lnTo>
                      <a:lnTo>
                        <a:pt x="8049" y="2843"/>
                      </a:lnTo>
                      <a:lnTo>
                        <a:pt x="7621" y="2088"/>
                      </a:lnTo>
                      <a:lnTo>
                        <a:pt x="7345" y="1761"/>
                      </a:lnTo>
                      <a:lnTo>
                        <a:pt x="6942" y="1359"/>
                      </a:lnTo>
                      <a:lnTo>
                        <a:pt x="6263" y="957"/>
                      </a:lnTo>
                      <a:lnTo>
                        <a:pt x="5760" y="831"/>
                      </a:lnTo>
                      <a:lnTo>
                        <a:pt x="5459" y="856"/>
                      </a:lnTo>
                      <a:lnTo>
                        <a:pt x="4729" y="982"/>
                      </a:lnTo>
                      <a:lnTo>
                        <a:pt x="3421" y="1485"/>
                      </a:lnTo>
                      <a:lnTo>
                        <a:pt x="2340" y="2315"/>
                      </a:lnTo>
                      <a:lnTo>
                        <a:pt x="1485" y="3421"/>
                      </a:lnTo>
                      <a:lnTo>
                        <a:pt x="1133" y="4075"/>
                      </a:lnTo>
                      <a:lnTo>
                        <a:pt x="1057" y="4276"/>
                      </a:lnTo>
                      <a:lnTo>
                        <a:pt x="1032" y="4478"/>
                      </a:lnTo>
                      <a:lnTo>
                        <a:pt x="1032" y="5106"/>
                      </a:lnTo>
                      <a:lnTo>
                        <a:pt x="1183" y="6163"/>
                      </a:lnTo>
                      <a:lnTo>
                        <a:pt x="1636" y="7018"/>
                      </a:lnTo>
                      <a:lnTo>
                        <a:pt x="2466" y="7722"/>
                      </a:lnTo>
                      <a:lnTo>
                        <a:pt x="3069" y="8049"/>
                      </a:lnTo>
                      <a:lnTo>
                        <a:pt x="3698" y="8300"/>
                      </a:lnTo>
                      <a:lnTo>
                        <a:pt x="4352" y="8477"/>
                      </a:lnTo>
                      <a:lnTo>
                        <a:pt x="4754" y="8552"/>
                      </a:lnTo>
                      <a:lnTo>
                        <a:pt x="5559" y="8552"/>
                      </a:lnTo>
                      <a:lnTo>
                        <a:pt x="6288" y="8376"/>
                      </a:lnTo>
                      <a:lnTo>
                        <a:pt x="6968" y="8049"/>
                      </a:lnTo>
                      <a:lnTo>
                        <a:pt x="7521" y="7596"/>
                      </a:lnTo>
                      <a:lnTo>
                        <a:pt x="7999" y="7018"/>
                      </a:lnTo>
                      <a:lnTo>
                        <a:pt x="8326" y="6314"/>
                      </a:lnTo>
                      <a:lnTo>
                        <a:pt x="8477" y="5534"/>
                      </a:lnTo>
                      <a:close/>
                      <a:moveTo>
                        <a:pt x="8653" y="1938"/>
                      </a:moveTo>
                      <a:lnTo>
                        <a:pt x="9105" y="1963"/>
                      </a:lnTo>
                      <a:lnTo>
                        <a:pt x="9483" y="1938"/>
                      </a:lnTo>
                      <a:lnTo>
                        <a:pt x="9885" y="1887"/>
                      </a:lnTo>
                      <a:lnTo>
                        <a:pt x="10539" y="2038"/>
                      </a:lnTo>
                      <a:lnTo>
                        <a:pt x="11017" y="2415"/>
                      </a:lnTo>
                      <a:lnTo>
                        <a:pt x="11419" y="3044"/>
                      </a:lnTo>
                      <a:lnTo>
                        <a:pt x="11595" y="3447"/>
                      </a:lnTo>
                      <a:lnTo>
                        <a:pt x="11746" y="3849"/>
                      </a:lnTo>
                      <a:lnTo>
                        <a:pt x="11922" y="4704"/>
                      </a:lnTo>
                      <a:lnTo>
                        <a:pt x="11972" y="6037"/>
                      </a:lnTo>
                      <a:lnTo>
                        <a:pt x="11847" y="6892"/>
                      </a:lnTo>
                      <a:lnTo>
                        <a:pt x="11796" y="7194"/>
                      </a:lnTo>
                      <a:lnTo>
                        <a:pt x="11595" y="7747"/>
                      </a:lnTo>
                      <a:lnTo>
                        <a:pt x="11268" y="8250"/>
                      </a:lnTo>
                      <a:lnTo>
                        <a:pt x="10841" y="8703"/>
                      </a:lnTo>
                      <a:lnTo>
                        <a:pt x="10564" y="8879"/>
                      </a:lnTo>
                      <a:lnTo>
                        <a:pt x="9960" y="9231"/>
                      </a:lnTo>
                      <a:lnTo>
                        <a:pt x="8627" y="9709"/>
                      </a:lnTo>
                      <a:lnTo>
                        <a:pt x="7948" y="9910"/>
                      </a:lnTo>
                      <a:lnTo>
                        <a:pt x="7722" y="9960"/>
                      </a:lnTo>
                      <a:lnTo>
                        <a:pt x="7244" y="9910"/>
                      </a:lnTo>
                      <a:lnTo>
                        <a:pt x="7043" y="9835"/>
                      </a:lnTo>
                      <a:lnTo>
                        <a:pt x="6590" y="9608"/>
                      </a:lnTo>
                      <a:lnTo>
                        <a:pt x="5685" y="9483"/>
                      </a:lnTo>
                      <a:lnTo>
                        <a:pt x="5232" y="9508"/>
                      </a:lnTo>
                      <a:lnTo>
                        <a:pt x="4603" y="9508"/>
                      </a:lnTo>
                      <a:lnTo>
                        <a:pt x="3447" y="9256"/>
                      </a:lnTo>
                      <a:lnTo>
                        <a:pt x="2868" y="9055"/>
                      </a:lnTo>
                      <a:lnTo>
                        <a:pt x="2239" y="8778"/>
                      </a:lnTo>
                      <a:lnTo>
                        <a:pt x="1183" y="7974"/>
                      </a:lnTo>
                      <a:lnTo>
                        <a:pt x="730" y="7471"/>
                      </a:lnTo>
                      <a:lnTo>
                        <a:pt x="429" y="7093"/>
                      </a:lnTo>
                      <a:lnTo>
                        <a:pt x="152" y="6188"/>
                      </a:lnTo>
                      <a:lnTo>
                        <a:pt x="76" y="5735"/>
                      </a:lnTo>
                      <a:lnTo>
                        <a:pt x="1" y="4930"/>
                      </a:lnTo>
                      <a:lnTo>
                        <a:pt x="51" y="4126"/>
                      </a:lnTo>
                      <a:lnTo>
                        <a:pt x="76" y="3849"/>
                      </a:lnTo>
                      <a:lnTo>
                        <a:pt x="177" y="3597"/>
                      </a:lnTo>
                      <a:lnTo>
                        <a:pt x="781" y="2667"/>
                      </a:lnTo>
                      <a:lnTo>
                        <a:pt x="1837" y="1409"/>
                      </a:lnTo>
                      <a:lnTo>
                        <a:pt x="2717" y="705"/>
                      </a:lnTo>
                      <a:lnTo>
                        <a:pt x="3220" y="454"/>
                      </a:lnTo>
                      <a:lnTo>
                        <a:pt x="3849" y="252"/>
                      </a:lnTo>
                      <a:lnTo>
                        <a:pt x="4528" y="127"/>
                      </a:lnTo>
                      <a:lnTo>
                        <a:pt x="5106" y="1"/>
                      </a:lnTo>
                      <a:lnTo>
                        <a:pt x="6163" y="51"/>
                      </a:lnTo>
                      <a:lnTo>
                        <a:pt x="7093" y="429"/>
                      </a:lnTo>
                      <a:lnTo>
                        <a:pt x="7923" y="1108"/>
                      </a:lnTo>
                      <a:lnTo>
                        <a:pt x="8275" y="1535"/>
                      </a:lnTo>
                      <a:lnTo>
                        <a:pt x="8426" y="16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1" name="Google Shape;1509;p37">
                  <a:extLst>
                    <a:ext uri="{FF2B5EF4-FFF2-40B4-BE49-F238E27FC236}">
                      <a16:creationId xmlns:a16="http://schemas.microsoft.com/office/drawing/2014/main" id="{87BB4D41-297F-0E86-B146-B24C943C273B}"/>
                    </a:ext>
                  </a:extLst>
                </p:cNvPr>
                <p:cNvSpPr/>
                <p:nvPr/>
              </p:nvSpPr>
              <p:spPr>
                <a:xfrm>
                  <a:off x="8783345" y="1536782"/>
                  <a:ext cx="129012" cy="15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7" h="5409" extrusionOk="0">
                      <a:moveTo>
                        <a:pt x="856" y="4251"/>
                      </a:moveTo>
                      <a:lnTo>
                        <a:pt x="1183" y="4050"/>
                      </a:lnTo>
                      <a:lnTo>
                        <a:pt x="1837" y="3899"/>
                      </a:lnTo>
                      <a:lnTo>
                        <a:pt x="2490" y="3799"/>
                      </a:lnTo>
                      <a:lnTo>
                        <a:pt x="3069" y="3547"/>
                      </a:lnTo>
                      <a:lnTo>
                        <a:pt x="3320" y="3270"/>
                      </a:lnTo>
                      <a:lnTo>
                        <a:pt x="2993" y="3195"/>
                      </a:lnTo>
                      <a:lnTo>
                        <a:pt x="2767" y="3145"/>
                      </a:lnTo>
                      <a:lnTo>
                        <a:pt x="1686" y="3019"/>
                      </a:lnTo>
                      <a:lnTo>
                        <a:pt x="629" y="2868"/>
                      </a:lnTo>
                      <a:lnTo>
                        <a:pt x="428" y="2818"/>
                      </a:lnTo>
                      <a:lnTo>
                        <a:pt x="152" y="2617"/>
                      </a:lnTo>
                      <a:lnTo>
                        <a:pt x="1" y="2315"/>
                      </a:lnTo>
                      <a:lnTo>
                        <a:pt x="26" y="1938"/>
                      </a:lnTo>
                      <a:lnTo>
                        <a:pt x="101" y="1736"/>
                      </a:lnTo>
                      <a:lnTo>
                        <a:pt x="152" y="1686"/>
                      </a:lnTo>
                      <a:lnTo>
                        <a:pt x="177" y="1611"/>
                      </a:lnTo>
                      <a:lnTo>
                        <a:pt x="705" y="781"/>
                      </a:lnTo>
                      <a:lnTo>
                        <a:pt x="1233" y="1"/>
                      </a:lnTo>
                      <a:lnTo>
                        <a:pt x="1359" y="1"/>
                      </a:lnTo>
                      <a:lnTo>
                        <a:pt x="1535" y="152"/>
                      </a:lnTo>
                      <a:lnTo>
                        <a:pt x="1635" y="429"/>
                      </a:lnTo>
                      <a:lnTo>
                        <a:pt x="1761" y="554"/>
                      </a:lnTo>
                      <a:lnTo>
                        <a:pt x="2138" y="680"/>
                      </a:lnTo>
                      <a:lnTo>
                        <a:pt x="2516" y="831"/>
                      </a:lnTo>
                      <a:lnTo>
                        <a:pt x="2667" y="1007"/>
                      </a:lnTo>
                      <a:lnTo>
                        <a:pt x="2692" y="1258"/>
                      </a:lnTo>
                      <a:lnTo>
                        <a:pt x="2641" y="1435"/>
                      </a:lnTo>
                      <a:lnTo>
                        <a:pt x="2465" y="1510"/>
                      </a:lnTo>
                      <a:lnTo>
                        <a:pt x="1987" y="1560"/>
                      </a:lnTo>
                      <a:lnTo>
                        <a:pt x="1510" y="1611"/>
                      </a:lnTo>
                      <a:lnTo>
                        <a:pt x="1359" y="1686"/>
                      </a:lnTo>
                      <a:lnTo>
                        <a:pt x="1107" y="1887"/>
                      </a:lnTo>
                      <a:lnTo>
                        <a:pt x="1459" y="2088"/>
                      </a:lnTo>
                      <a:lnTo>
                        <a:pt x="2164" y="2290"/>
                      </a:lnTo>
                      <a:lnTo>
                        <a:pt x="2516" y="2290"/>
                      </a:lnTo>
                      <a:lnTo>
                        <a:pt x="3069" y="2290"/>
                      </a:lnTo>
                      <a:lnTo>
                        <a:pt x="3597" y="2340"/>
                      </a:lnTo>
                      <a:lnTo>
                        <a:pt x="3798" y="2365"/>
                      </a:lnTo>
                      <a:lnTo>
                        <a:pt x="4125" y="2541"/>
                      </a:lnTo>
                      <a:lnTo>
                        <a:pt x="4301" y="2843"/>
                      </a:lnTo>
                      <a:lnTo>
                        <a:pt x="4377" y="3195"/>
                      </a:lnTo>
                      <a:lnTo>
                        <a:pt x="4326" y="3396"/>
                      </a:lnTo>
                      <a:lnTo>
                        <a:pt x="4276" y="3597"/>
                      </a:lnTo>
                      <a:lnTo>
                        <a:pt x="4100" y="3975"/>
                      </a:lnTo>
                      <a:lnTo>
                        <a:pt x="3974" y="4100"/>
                      </a:lnTo>
                      <a:lnTo>
                        <a:pt x="3723" y="4276"/>
                      </a:lnTo>
                      <a:lnTo>
                        <a:pt x="3597" y="4729"/>
                      </a:lnTo>
                      <a:lnTo>
                        <a:pt x="3647" y="5006"/>
                      </a:lnTo>
                      <a:lnTo>
                        <a:pt x="3597" y="5207"/>
                      </a:lnTo>
                      <a:lnTo>
                        <a:pt x="3371" y="5383"/>
                      </a:lnTo>
                      <a:lnTo>
                        <a:pt x="3170" y="5408"/>
                      </a:lnTo>
                      <a:lnTo>
                        <a:pt x="3019" y="5308"/>
                      </a:lnTo>
                      <a:lnTo>
                        <a:pt x="2893" y="5132"/>
                      </a:lnTo>
                      <a:lnTo>
                        <a:pt x="2591" y="4880"/>
                      </a:lnTo>
                      <a:lnTo>
                        <a:pt x="2038" y="4704"/>
                      </a:lnTo>
                      <a:lnTo>
                        <a:pt x="1635" y="4679"/>
                      </a:lnTo>
                      <a:lnTo>
                        <a:pt x="1308" y="4553"/>
                      </a:lnTo>
                      <a:lnTo>
                        <a:pt x="856" y="42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A40A0A6-9B93-55DC-602D-D2E927808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3979" y="3421075"/>
              <a:ext cx="1023861" cy="1023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1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0D443D2-0B93-C4FD-4125-16E82B06ED5F}"/>
              </a:ext>
            </a:extLst>
          </p:cNvPr>
          <p:cNvGrpSpPr/>
          <p:nvPr/>
        </p:nvGrpSpPr>
        <p:grpSpPr>
          <a:xfrm>
            <a:off x="1119565" y="1513370"/>
            <a:ext cx="9952870" cy="4744673"/>
            <a:chOff x="1119565" y="1513370"/>
            <a:chExt cx="9952870" cy="474467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58E465-1EB2-9E10-CE32-1A87D6D6067B}"/>
                </a:ext>
              </a:extLst>
            </p:cNvPr>
            <p:cNvGrpSpPr/>
            <p:nvPr/>
          </p:nvGrpSpPr>
          <p:grpSpPr>
            <a:xfrm>
              <a:off x="1119565" y="1513370"/>
              <a:ext cx="9952870" cy="4744673"/>
              <a:chOff x="565414" y="1402492"/>
              <a:chExt cx="7187320" cy="3426296"/>
            </a:xfrm>
          </p:grpSpPr>
          <p:grpSp>
            <p:nvGrpSpPr>
              <p:cNvPr id="7" name="Google Shape;664;p29">
                <a:extLst>
                  <a:ext uri="{FF2B5EF4-FFF2-40B4-BE49-F238E27FC236}">
                    <a16:creationId xmlns:a16="http://schemas.microsoft.com/office/drawing/2014/main" id="{61DE01DD-784F-FE49-214F-2FA616D69F2B}"/>
                  </a:ext>
                </a:extLst>
              </p:cNvPr>
              <p:cNvGrpSpPr/>
              <p:nvPr/>
            </p:nvGrpSpPr>
            <p:grpSpPr>
              <a:xfrm>
                <a:off x="933618" y="2956720"/>
                <a:ext cx="908700" cy="830218"/>
                <a:chOff x="923759" y="2789357"/>
                <a:chExt cx="908700" cy="830218"/>
              </a:xfrm>
            </p:grpSpPr>
            <p:sp>
              <p:nvSpPr>
                <p:cNvPr id="98" name="Google Shape;665;p29">
                  <a:extLst>
                    <a:ext uri="{FF2B5EF4-FFF2-40B4-BE49-F238E27FC236}">
                      <a16:creationId xmlns:a16="http://schemas.microsoft.com/office/drawing/2014/main" id="{F0AA8B83-CE16-3D56-939C-01BD5DF4853D}"/>
                    </a:ext>
                  </a:extLst>
                </p:cNvPr>
                <p:cNvSpPr/>
                <p:nvPr/>
              </p:nvSpPr>
              <p:spPr>
                <a:xfrm rot="5400000">
                  <a:off x="1083509" y="2629607"/>
                  <a:ext cx="589200" cy="908700"/>
                </a:xfrm>
                <a:prstGeom prst="chevron">
                  <a:avLst>
                    <a:gd name="adj" fmla="val 36884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latin typeface="Lora" pitchFamily="2" charset="0"/>
                  </a:endParaRPr>
                </a:p>
              </p:txBody>
            </p:sp>
            <p:sp>
              <p:nvSpPr>
                <p:cNvPr id="99" name="Google Shape;666;p29">
                  <a:extLst>
                    <a:ext uri="{FF2B5EF4-FFF2-40B4-BE49-F238E27FC236}">
                      <a16:creationId xmlns:a16="http://schemas.microsoft.com/office/drawing/2014/main" id="{B9F2EDFA-D1B1-F53B-52AC-581B5DBAF99D}"/>
                    </a:ext>
                  </a:extLst>
                </p:cNvPr>
                <p:cNvSpPr/>
                <p:nvPr/>
              </p:nvSpPr>
              <p:spPr>
                <a:xfrm flipH="1">
                  <a:off x="1135536" y="3134475"/>
                  <a:ext cx="485100" cy="485100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00">
                      <a:solidFill>
                        <a:srgbClr val="000000"/>
                      </a:solidFill>
                      <a:latin typeface="Lora" pitchFamily="2" charset="0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1</a:t>
                  </a:r>
                  <a:endParaRPr sz="1600">
                    <a:solidFill>
                      <a:srgbClr val="000000"/>
                    </a:solidFill>
                    <a:latin typeface="Lora" pitchFamily="2" charset="0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grpSp>
            <p:nvGrpSpPr>
              <p:cNvPr id="8" name="Google Shape;667;p29">
                <a:extLst>
                  <a:ext uri="{FF2B5EF4-FFF2-40B4-BE49-F238E27FC236}">
                    <a16:creationId xmlns:a16="http://schemas.microsoft.com/office/drawing/2014/main" id="{F20662F8-4CD1-E5DF-06B1-E37A59F741D8}"/>
                  </a:ext>
                </a:extLst>
              </p:cNvPr>
              <p:cNvGrpSpPr/>
              <p:nvPr/>
            </p:nvGrpSpPr>
            <p:grpSpPr>
              <a:xfrm>
                <a:off x="2750497" y="2958483"/>
                <a:ext cx="908700" cy="828454"/>
                <a:chOff x="2741252" y="2791121"/>
                <a:chExt cx="908700" cy="828454"/>
              </a:xfrm>
            </p:grpSpPr>
            <p:sp>
              <p:nvSpPr>
                <p:cNvPr id="96" name="Google Shape;668;p29">
                  <a:extLst>
                    <a:ext uri="{FF2B5EF4-FFF2-40B4-BE49-F238E27FC236}">
                      <a16:creationId xmlns:a16="http://schemas.microsoft.com/office/drawing/2014/main" id="{899593A4-A4DB-B6A0-D003-BDBEB9788E53}"/>
                    </a:ext>
                  </a:extLst>
                </p:cNvPr>
                <p:cNvSpPr/>
                <p:nvPr/>
              </p:nvSpPr>
              <p:spPr>
                <a:xfrm rot="5400000">
                  <a:off x="2901002" y="2631371"/>
                  <a:ext cx="589200" cy="908700"/>
                </a:xfrm>
                <a:prstGeom prst="chevron">
                  <a:avLst>
                    <a:gd name="adj" fmla="val 36884"/>
                  </a:avLst>
                </a:prstGeom>
                <a:solidFill>
                  <a:schemeClr val="accent1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97" name="Google Shape;669;p29">
                  <a:extLst>
                    <a:ext uri="{FF2B5EF4-FFF2-40B4-BE49-F238E27FC236}">
                      <a16:creationId xmlns:a16="http://schemas.microsoft.com/office/drawing/2014/main" id="{64973296-7030-1E1F-4C00-B40DF7455CD9}"/>
                    </a:ext>
                  </a:extLst>
                </p:cNvPr>
                <p:cNvSpPr/>
                <p:nvPr/>
              </p:nvSpPr>
              <p:spPr>
                <a:xfrm flipH="1">
                  <a:off x="2953029" y="3134475"/>
                  <a:ext cx="485100" cy="485100"/>
                </a:xfrm>
                <a:prstGeom prst="ellipse">
                  <a:avLst/>
                </a:prstGeom>
                <a:solidFill>
                  <a:schemeClr val="accent1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00">
                      <a:solidFill>
                        <a:srgbClr val="000000"/>
                      </a:solidFill>
                      <a:latin typeface="Lora" pitchFamily="2" charset="0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3</a:t>
                  </a:r>
                  <a:endParaRPr sz="1600">
                    <a:solidFill>
                      <a:srgbClr val="000000"/>
                    </a:solidFill>
                    <a:latin typeface="Lora" pitchFamily="2" charset="0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grpSp>
            <p:nvGrpSpPr>
              <p:cNvPr id="9" name="Google Shape;670;p29">
                <a:extLst>
                  <a:ext uri="{FF2B5EF4-FFF2-40B4-BE49-F238E27FC236}">
                    <a16:creationId xmlns:a16="http://schemas.microsoft.com/office/drawing/2014/main" id="{00DF0A1D-72D6-2880-0C3C-7D524E0CC22F}"/>
                  </a:ext>
                </a:extLst>
              </p:cNvPr>
              <p:cNvGrpSpPr/>
              <p:nvPr/>
            </p:nvGrpSpPr>
            <p:grpSpPr>
              <a:xfrm>
                <a:off x="4567377" y="2958483"/>
                <a:ext cx="908700" cy="828454"/>
                <a:chOff x="4562463" y="2791121"/>
                <a:chExt cx="908700" cy="828454"/>
              </a:xfrm>
            </p:grpSpPr>
            <p:sp>
              <p:nvSpPr>
                <p:cNvPr id="94" name="Google Shape;671;p29">
                  <a:extLst>
                    <a:ext uri="{FF2B5EF4-FFF2-40B4-BE49-F238E27FC236}">
                      <a16:creationId xmlns:a16="http://schemas.microsoft.com/office/drawing/2014/main" id="{35B720AA-AFD4-23AA-4DA9-C4F38FD7D82F}"/>
                    </a:ext>
                  </a:extLst>
                </p:cNvPr>
                <p:cNvSpPr/>
                <p:nvPr/>
              </p:nvSpPr>
              <p:spPr>
                <a:xfrm rot="5400000">
                  <a:off x="4722213" y="2631371"/>
                  <a:ext cx="589200" cy="908700"/>
                </a:xfrm>
                <a:prstGeom prst="chevron">
                  <a:avLst>
                    <a:gd name="adj" fmla="val 36884"/>
                  </a:avLst>
                </a:prstGeom>
                <a:solidFill>
                  <a:schemeClr val="accent3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95" name="Google Shape;672;p29">
                  <a:extLst>
                    <a:ext uri="{FF2B5EF4-FFF2-40B4-BE49-F238E27FC236}">
                      <a16:creationId xmlns:a16="http://schemas.microsoft.com/office/drawing/2014/main" id="{4ADC939B-852A-360C-D659-1DFC459B54A3}"/>
                    </a:ext>
                  </a:extLst>
                </p:cNvPr>
                <p:cNvSpPr/>
                <p:nvPr/>
              </p:nvSpPr>
              <p:spPr>
                <a:xfrm flipH="1">
                  <a:off x="4774239" y="3134475"/>
                  <a:ext cx="485100" cy="485100"/>
                </a:xfrm>
                <a:prstGeom prst="ellipse">
                  <a:avLst/>
                </a:prstGeom>
                <a:solidFill>
                  <a:schemeClr val="accent3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00">
                      <a:solidFill>
                        <a:srgbClr val="000000"/>
                      </a:solidFill>
                      <a:latin typeface="Lora" pitchFamily="2" charset="0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5</a:t>
                  </a:r>
                  <a:endParaRPr sz="1600">
                    <a:solidFill>
                      <a:srgbClr val="000000"/>
                    </a:solidFill>
                    <a:latin typeface="Lora" pitchFamily="2" charset="0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grpSp>
            <p:nvGrpSpPr>
              <p:cNvPr id="15" name="Google Shape;676;p29">
                <a:extLst>
                  <a:ext uri="{FF2B5EF4-FFF2-40B4-BE49-F238E27FC236}">
                    <a16:creationId xmlns:a16="http://schemas.microsoft.com/office/drawing/2014/main" id="{28D325F7-F2A0-9074-1B1F-C0E157FB2EBE}"/>
                  </a:ext>
                </a:extLst>
              </p:cNvPr>
              <p:cNvGrpSpPr/>
              <p:nvPr/>
            </p:nvGrpSpPr>
            <p:grpSpPr>
              <a:xfrm>
                <a:off x="1842058" y="2473163"/>
                <a:ext cx="908700" cy="855195"/>
                <a:chOff x="1832448" y="2305800"/>
                <a:chExt cx="908700" cy="855195"/>
              </a:xfrm>
            </p:grpSpPr>
            <p:sp>
              <p:nvSpPr>
                <p:cNvPr id="90" name="Google Shape;677;p29">
                  <a:extLst>
                    <a:ext uri="{FF2B5EF4-FFF2-40B4-BE49-F238E27FC236}">
                      <a16:creationId xmlns:a16="http://schemas.microsoft.com/office/drawing/2014/main" id="{88A70C8E-9A6A-5EC1-7BFE-677364C2A41B}"/>
                    </a:ext>
                  </a:extLst>
                </p:cNvPr>
                <p:cNvSpPr/>
                <p:nvPr/>
              </p:nvSpPr>
              <p:spPr>
                <a:xfrm rot="-5400000">
                  <a:off x="1992198" y="2412045"/>
                  <a:ext cx="589200" cy="908700"/>
                </a:xfrm>
                <a:prstGeom prst="chevron">
                  <a:avLst>
                    <a:gd name="adj" fmla="val 36884"/>
                  </a:avLst>
                </a:prstGeom>
                <a:solidFill>
                  <a:schemeClr val="accent3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91" name="Google Shape;678;p29">
                  <a:extLst>
                    <a:ext uri="{FF2B5EF4-FFF2-40B4-BE49-F238E27FC236}">
                      <a16:creationId xmlns:a16="http://schemas.microsoft.com/office/drawing/2014/main" id="{C72AE734-A66F-9C12-0649-BE64C7318C38}"/>
                    </a:ext>
                  </a:extLst>
                </p:cNvPr>
                <p:cNvSpPr/>
                <p:nvPr/>
              </p:nvSpPr>
              <p:spPr>
                <a:xfrm flipH="1">
                  <a:off x="2049936" y="2305800"/>
                  <a:ext cx="485100" cy="485100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00">
                      <a:solidFill>
                        <a:srgbClr val="000000"/>
                      </a:solidFill>
                      <a:latin typeface="Lora" pitchFamily="2" charset="0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2</a:t>
                  </a:r>
                  <a:endParaRPr sz="1600">
                    <a:solidFill>
                      <a:srgbClr val="000000"/>
                    </a:solidFill>
                    <a:latin typeface="Lora" pitchFamily="2" charset="0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grpSp>
            <p:nvGrpSpPr>
              <p:cNvPr id="16" name="Google Shape;679;p29">
                <a:extLst>
                  <a:ext uri="{FF2B5EF4-FFF2-40B4-BE49-F238E27FC236}">
                    <a16:creationId xmlns:a16="http://schemas.microsoft.com/office/drawing/2014/main" id="{788A0AEC-2932-DE81-2FDD-DC2E779266CA}"/>
                  </a:ext>
                </a:extLst>
              </p:cNvPr>
              <p:cNvGrpSpPr/>
              <p:nvPr/>
            </p:nvGrpSpPr>
            <p:grpSpPr>
              <a:xfrm>
                <a:off x="3658937" y="2473163"/>
                <a:ext cx="908700" cy="856958"/>
                <a:chOff x="3649941" y="2305800"/>
                <a:chExt cx="908700" cy="856958"/>
              </a:xfrm>
            </p:grpSpPr>
            <p:sp>
              <p:nvSpPr>
                <p:cNvPr id="88" name="Google Shape;680;p29">
                  <a:extLst>
                    <a:ext uri="{FF2B5EF4-FFF2-40B4-BE49-F238E27FC236}">
                      <a16:creationId xmlns:a16="http://schemas.microsoft.com/office/drawing/2014/main" id="{50CD61BD-E99E-BA05-32C1-C5C92133462E}"/>
                    </a:ext>
                  </a:extLst>
                </p:cNvPr>
                <p:cNvSpPr/>
                <p:nvPr/>
              </p:nvSpPr>
              <p:spPr>
                <a:xfrm rot="-5400000">
                  <a:off x="3809691" y="2413808"/>
                  <a:ext cx="589200" cy="908700"/>
                </a:xfrm>
                <a:prstGeom prst="chevron">
                  <a:avLst>
                    <a:gd name="adj" fmla="val 36884"/>
                  </a:avLst>
                </a:prstGeom>
                <a:solidFill>
                  <a:schemeClr val="accent2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9" name="Google Shape;681;p29">
                  <a:extLst>
                    <a:ext uri="{FF2B5EF4-FFF2-40B4-BE49-F238E27FC236}">
                      <a16:creationId xmlns:a16="http://schemas.microsoft.com/office/drawing/2014/main" id="{AC9CD572-CB72-E19B-DA84-D8C4C4A15DCB}"/>
                    </a:ext>
                  </a:extLst>
                </p:cNvPr>
                <p:cNvSpPr/>
                <p:nvPr/>
              </p:nvSpPr>
              <p:spPr>
                <a:xfrm flipH="1">
                  <a:off x="3867429" y="2305800"/>
                  <a:ext cx="485100" cy="485100"/>
                </a:xfrm>
                <a:prstGeom prst="ellipse">
                  <a:avLst/>
                </a:prstGeom>
                <a:solidFill>
                  <a:schemeClr val="accent2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00">
                      <a:solidFill>
                        <a:srgbClr val="000000"/>
                      </a:solidFill>
                      <a:latin typeface="Lora" pitchFamily="2" charset="0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4</a:t>
                  </a:r>
                  <a:endParaRPr sz="1600">
                    <a:solidFill>
                      <a:srgbClr val="000000"/>
                    </a:solidFill>
                    <a:latin typeface="Lora" pitchFamily="2" charset="0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grpSp>
            <p:nvGrpSpPr>
              <p:cNvPr id="17" name="Google Shape;682;p29">
                <a:extLst>
                  <a:ext uri="{FF2B5EF4-FFF2-40B4-BE49-F238E27FC236}">
                    <a16:creationId xmlns:a16="http://schemas.microsoft.com/office/drawing/2014/main" id="{19A3C6DA-2132-62E7-2FE2-C1191D33B8B6}"/>
                  </a:ext>
                </a:extLst>
              </p:cNvPr>
              <p:cNvGrpSpPr/>
              <p:nvPr/>
            </p:nvGrpSpPr>
            <p:grpSpPr>
              <a:xfrm>
                <a:off x="5475816" y="2473163"/>
                <a:ext cx="908700" cy="856958"/>
                <a:chOff x="5471152" y="2305800"/>
                <a:chExt cx="908700" cy="856958"/>
              </a:xfrm>
            </p:grpSpPr>
            <p:sp>
              <p:nvSpPr>
                <p:cNvPr id="86" name="Google Shape;683;p29">
                  <a:extLst>
                    <a:ext uri="{FF2B5EF4-FFF2-40B4-BE49-F238E27FC236}">
                      <a16:creationId xmlns:a16="http://schemas.microsoft.com/office/drawing/2014/main" id="{57D17091-A8C9-5F5F-AE08-3009AC9D9505}"/>
                    </a:ext>
                  </a:extLst>
                </p:cNvPr>
                <p:cNvSpPr/>
                <p:nvPr/>
              </p:nvSpPr>
              <p:spPr>
                <a:xfrm rot="-5400000">
                  <a:off x="5630902" y="2413808"/>
                  <a:ext cx="589200" cy="908700"/>
                </a:xfrm>
                <a:prstGeom prst="chevron">
                  <a:avLst>
                    <a:gd name="adj" fmla="val 36884"/>
                  </a:avLst>
                </a:prstGeom>
                <a:solidFill>
                  <a:schemeClr val="accent4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7" name="Google Shape;684;p29">
                  <a:extLst>
                    <a:ext uri="{FF2B5EF4-FFF2-40B4-BE49-F238E27FC236}">
                      <a16:creationId xmlns:a16="http://schemas.microsoft.com/office/drawing/2014/main" id="{3797FD6C-9D2E-1B59-F14C-081F0327BECB}"/>
                    </a:ext>
                  </a:extLst>
                </p:cNvPr>
                <p:cNvSpPr/>
                <p:nvPr/>
              </p:nvSpPr>
              <p:spPr>
                <a:xfrm flipH="1">
                  <a:off x="5688639" y="2305800"/>
                  <a:ext cx="485100" cy="485100"/>
                </a:xfrm>
                <a:prstGeom prst="ellipse">
                  <a:avLst/>
                </a:prstGeom>
                <a:solidFill>
                  <a:schemeClr val="accent4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00">
                      <a:solidFill>
                        <a:srgbClr val="000000"/>
                      </a:solidFill>
                      <a:latin typeface="Lora" pitchFamily="2" charset="0"/>
                      <a:ea typeface="Fira Sans Extra Condensed SemiBold"/>
                      <a:cs typeface="Fira Sans Extra Condensed SemiBold"/>
                      <a:sym typeface="Fira Sans Extra Condensed SemiBold"/>
                    </a:rPr>
                    <a:t>6</a:t>
                  </a:r>
                  <a:endParaRPr sz="1600">
                    <a:solidFill>
                      <a:srgbClr val="000000"/>
                    </a:solidFill>
                    <a:latin typeface="Lora" pitchFamily="2" charset="0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cxnSp>
            <p:nvCxnSpPr>
              <p:cNvPr id="52" name="Google Shape;688;p29">
                <a:extLst>
                  <a:ext uri="{FF2B5EF4-FFF2-40B4-BE49-F238E27FC236}">
                    <a16:creationId xmlns:a16="http://schemas.microsoft.com/office/drawing/2014/main" id="{B0276DC2-4D6A-29AF-360D-B52216D467C7}"/>
                  </a:ext>
                </a:extLst>
              </p:cNvPr>
              <p:cNvCxnSpPr>
                <a:stCxn id="91" idx="0"/>
              </p:cNvCxnSpPr>
              <p:nvPr/>
            </p:nvCxnSpPr>
            <p:spPr>
              <a:xfrm rot="10800000">
                <a:off x="2301496" y="2354063"/>
                <a:ext cx="6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3" name="Google Shape;690;p29">
                <a:extLst>
                  <a:ext uri="{FF2B5EF4-FFF2-40B4-BE49-F238E27FC236}">
                    <a16:creationId xmlns:a16="http://schemas.microsoft.com/office/drawing/2014/main" id="{28B079A5-8490-134E-0776-2889373ABF2F}"/>
                  </a:ext>
                </a:extLst>
              </p:cNvPr>
              <p:cNvCxnSpPr>
                <a:stCxn id="89" idx="0"/>
              </p:cNvCxnSpPr>
              <p:nvPr/>
            </p:nvCxnSpPr>
            <p:spPr>
              <a:xfrm rot="10800000">
                <a:off x="4117775" y="2354063"/>
                <a:ext cx="12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4" name="Google Shape;692;p29">
                <a:extLst>
                  <a:ext uri="{FF2B5EF4-FFF2-40B4-BE49-F238E27FC236}">
                    <a16:creationId xmlns:a16="http://schemas.microsoft.com/office/drawing/2014/main" id="{A770E8CB-7EF9-8B6C-D167-08C01D95C75E}"/>
                  </a:ext>
                </a:extLst>
              </p:cNvPr>
              <p:cNvCxnSpPr>
                <a:stCxn id="87" idx="0"/>
              </p:cNvCxnSpPr>
              <p:nvPr/>
            </p:nvCxnSpPr>
            <p:spPr>
              <a:xfrm rot="10800000">
                <a:off x="5934054" y="2354063"/>
                <a:ext cx="18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5" name="Google Shape;694;p29">
                <a:extLst>
                  <a:ext uri="{FF2B5EF4-FFF2-40B4-BE49-F238E27FC236}">
                    <a16:creationId xmlns:a16="http://schemas.microsoft.com/office/drawing/2014/main" id="{D3654C2F-C91C-61EF-B69A-7CAF83EA490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750034" y="2354063"/>
                <a:ext cx="27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6" name="Google Shape;696;p29">
                <a:extLst>
                  <a:ext uri="{FF2B5EF4-FFF2-40B4-BE49-F238E27FC236}">
                    <a16:creationId xmlns:a16="http://schemas.microsoft.com/office/drawing/2014/main" id="{EB4F97B8-A9B1-9C55-1532-2FB4AB5D7B4B}"/>
                  </a:ext>
                </a:extLst>
              </p:cNvPr>
              <p:cNvCxnSpPr>
                <a:stCxn id="99" idx="4"/>
              </p:cNvCxnSpPr>
              <p:nvPr/>
            </p:nvCxnSpPr>
            <p:spPr>
              <a:xfrm>
                <a:off x="1387945" y="3786938"/>
                <a:ext cx="6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7" name="Google Shape;698;p29">
                <a:extLst>
                  <a:ext uri="{FF2B5EF4-FFF2-40B4-BE49-F238E27FC236}">
                    <a16:creationId xmlns:a16="http://schemas.microsoft.com/office/drawing/2014/main" id="{4C70D152-47D8-EF81-3523-3D118325FD6D}"/>
                  </a:ext>
                </a:extLst>
              </p:cNvPr>
              <p:cNvCxnSpPr>
                <a:stCxn id="97" idx="4"/>
              </p:cNvCxnSpPr>
              <p:nvPr/>
            </p:nvCxnSpPr>
            <p:spPr>
              <a:xfrm>
                <a:off x="3204824" y="3786938"/>
                <a:ext cx="12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8" name="Google Shape;700;p29">
                <a:extLst>
                  <a:ext uri="{FF2B5EF4-FFF2-40B4-BE49-F238E27FC236}">
                    <a16:creationId xmlns:a16="http://schemas.microsoft.com/office/drawing/2014/main" id="{C4FCD80B-D3CC-8AEB-A1A4-EA988045E70C}"/>
                  </a:ext>
                </a:extLst>
              </p:cNvPr>
              <p:cNvCxnSpPr>
                <a:stCxn id="95" idx="4"/>
              </p:cNvCxnSpPr>
              <p:nvPr/>
            </p:nvCxnSpPr>
            <p:spPr>
              <a:xfrm>
                <a:off x="5021704" y="3786938"/>
                <a:ext cx="3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9" name="Google Shape;702;p29">
                <a:extLst>
                  <a:ext uri="{FF2B5EF4-FFF2-40B4-BE49-F238E27FC236}">
                    <a16:creationId xmlns:a16="http://schemas.microsoft.com/office/drawing/2014/main" id="{EC410E9A-1B31-966A-BEE0-EEAA16955E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8283" y="3786938"/>
                <a:ext cx="300" cy="119100"/>
              </a:xfrm>
              <a:prstGeom prst="straightConnector1">
                <a:avLst/>
              </a:prstGeom>
              <a:noFill/>
              <a:ln w="19050" cap="flat" cmpd="sng">
                <a:noFill/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60" name="Google Shape;704;p29">
                <a:extLst>
                  <a:ext uri="{FF2B5EF4-FFF2-40B4-BE49-F238E27FC236}">
                    <a16:creationId xmlns:a16="http://schemas.microsoft.com/office/drawing/2014/main" id="{92C107C9-5D4E-C2E5-6FFF-F357E9CFCF41}"/>
                  </a:ext>
                </a:extLst>
              </p:cNvPr>
              <p:cNvGrpSpPr/>
              <p:nvPr/>
            </p:nvGrpSpPr>
            <p:grpSpPr>
              <a:xfrm>
                <a:off x="1470335" y="1402512"/>
                <a:ext cx="1658961" cy="857108"/>
                <a:chOff x="1398597" y="1326292"/>
                <a:chExt cx="1810500" cy="857108"/>
              </a:xfrm>
            </p:grpSpPr>
            <p:sp>
              <p:nvSpPr>
                <p:cNvPr id="82" name="Google Shape;705;p29">
                  <a:extLst>
                    <a:ext uri="{FF2B5EF4-FFF2-40B4-BE49-F238E27FC236}">
                      <a16:creationId xmlns:a16="http://schemas.microsoft.com/office/drawing/2014/main" id="{45726F3A-F15F-4A81-88AC-94EF4CD4EDCC}"/>
                    </a:ext>
                  </a:extLst>
                </p:cNvPr>
                <p:cNvSpPr txBox="1"/>
                <p:nvPr/>
              </p:nvSpPr>
              <p:spPr>
                <a:xfrm>
                  <a:off x="1398597" y="1326292"/>
                  <a:ext cx="1810500" cy="56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83" name="Google Shape;706;p29">
                  <a:extLst>
                    <a:ext uri="{FF2B5EF4-FFF2-40B4-BE49-F238E27FC236}">
                      <a16:creationId xmlns:a16="http://schemas.microsoft.com/office/drawing/2014/main" id="{2300E31B-2E73-E995-4287-A7A32ECA8A0B}"/>
                    </a:ext>
                  </a:extLst>
                </p:cNvPr>
                <p:cNvSpPr/>
                <p:nvPr/>
              </p:nvSpPr>
              <p:spPr>
                <a:xfrm>
                  <a:off x="1398597" y="1866900"/>
                  <a:ext cx="1810500" cy="3165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300"/>
                    </a:spcBef>
                  </a:pPr>
                  <a:r>
                    <a:rPr lang="en-ID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Planning</a:t>
                  </a:r>
                </a:p>
              </p:txBody>
            </p:sp>
          </p:grpSp>
          <p:grpSp>
            <p:nvGrpSpPr>
              <p:cNvPr id="61" name="Google Shape;707;p29">
                <a:extLst>
                  <a:ext uri="{FF2B5EF4-FFF2-40B4-BE49-F238E27FC236}">
                    <a16:creationId xmlns:a16="http://schemas.microsoft.com/office/drawing/2014/main" id="{F69D17AD-2AE8-F38B-AA0D-C5343448DD4F}"/>
                  </a:ext>
                </a:extLst>
              </p:cNvPr>
              <p:cNvGrpSpPr/>
              <p:nvPr/>
            </p:nvGrpSpPr>
            <p:grpSpPr>
              <a:xfrm>
                <a:off x="3290601" y="1402492"/>
                <a:ext cx="1655125" cy="857108"/>
                <a:chOff x="3221045" y="1326292"/>
                <a:chExt cx="1655125" cy="857108"/>
              </a:xfrm>
            </p:grpSpPr>
            <p:sp>
              <p:nvSpPr>
                <p:cNvPr id="80" name="Google Shape;708;p29">
                  <a:extLst>
                    <a:ext uri="{FF2B5EF4-FFF2-40B4-BE49-F238E27FC236}">
                      <a16:creationId xmlns:a16="http://schemas.microsoft.com/office/drawing/2014/main" id="{080C7660-6E92-79E4-4961-DEF8FA30B885}"/>
                    </a:ext>
                  </a:extLst>
                </p:cNvPr>
                <p:cNvSpPr txBox="1"/>
                <p:nvPr/>
              </p:nvSpPr>
              <p:spPr>
                <a:xfrm>
                  <a:off x="3221045" y="1326292"/>
                  <a:ext cx="1655100" cy="56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81" name="Google Shape;709;p29">
                  <a:extLst>
                    <a:ext uri="{FF2B5EF4-FFF2-40B4-BE49-F238E27FC236}">
                      <a16:creationId xmlns:a16="http://schemas.microsoft.com/office/drawing/2014/main" id="{D1E029B6-7D84-0BC8-55B8-65143E6271F3}"/>
                    </a:ext>
                  </a:extLst>
                </p:cNvPr>
                <p:cNvSpPr/>
                <p:nvPr/>
              </p:nvSpPr>
              <p:spPr>
                <a:xfrm>
                  <a:off x="3221070" y="1866900"/>
                  <a:ext cx="1655100" cy="3165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300"/>
                    </a:spcBef>
                  </a:pPr>
                  <a:r>
                    <a:rPr lang="en-ID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Procurement</a:t>
                  </a:r>
                </a:p>
              </p:txBody>
            </p:sp>
          </p:grpSp>
          <p:grpSp>
            <p:nvGrpSpPr>
              <p:cNvPr id="62" name="Google Shape;710;p29">
                <a:extLst>
                  <a:ext uri="{FF2B5EF4-FFF2-40B4-BE49-F238E27FC236}">
                    <a16:creationId xmlns:a16="http://schemas.microsoft.com/office/drawing/2014/main" id="{2AAC8D37-2558-00C7-5C3E-C43E9DEDB09D}"/>
                  </a:ext>
                </a:extLst>
              </p:cNvPr>
              <p:cNvGrpSpPr/>
              <p:nvPr/>
            </p:nvGrpSpPr>
            <p:grpSpPr>
              <a:xfrm>
                <a:off x="5107032" y="1402492"/>
                <a:ext cx="1655125" cy="857108"/>
                <a:chOff x="5034019" y="1326292"/>
                <a:chExt cx="1655125" cy="857108"/>
              </a:xfrm>
            </p:grpSpPr>
            <p:sp>
              <p:nvSpPr>
                <p:cNvPr id="78" name="Google Shape;711;p29">
                  <a:extLst>
                    <a:ext uri="{FF2B5EF4-FFF2-40B4-BE49-F238E27FC236}">
                      <a16:creationId xmlns:a16="http://schemas.microsoft.com/office/drawing/2014/main" id="{E49B0DF4-CE0D-1784-1263-9D77405C66E1}"/>
                    </a:ext>
                  </a:extLst>
                </p:cNvPr>
                <p:cNvSpPr txBox="1"/>
                <p:nvPr/>
              </p:nvSpPr>
              <p:spPr>
                <a:xfrm>
                  <a:off x="5034019" y="1326292"/>
                  <a:ext cx="1655100" cy="56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79" name="Google Shape;712;p29">
                  <a:extLst>
                    <a:ext uri="{FF2B5EF4-FFF2-40B4-BE49-F238E27FC236}">
                      <a16:creationId xmlns:a16="http://schemas.microsoft.com/office/drawing/2014/main" id="{E66CF24F-396C-9887-CD85-56DD8D689F8E}"/>
                    </a:ext>
                  </a:extLst>
                </p:cNvPr>
                <p:cNvSpPr/>
                <p:nvPr/>
              </p:nvSpPr>
              <p:spPr>
                <a:xfrm>
                  <a:off x="5034045" y="1866900"/>
                  <a:ext cx="1655100" cy="3165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D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Operation</a:t>
                  </a:r>
                  <a:endParaRPr sz="1800" dirty="0">
                    <a:solidFill>
                      <a:schemeClr val="dk1"/>
                    </a:solidFill>
                    <a:latin typeface="Lora" pitchFamily="2" charset="0"/>
                    <a:ea typeface="Fira Sans Extra Condensed SemiBold"/>
                    <a:cs typeface="Fira Sans Extra Condensed SemiBold"/>
                    <a:sym typeface="Fira Sans Extra Condensed SemiBold"/>
                  </a:endParaRPr>
                </a:p>
              </p:txBody>
            </p:sp>
          </p:grpSp>
          <p:grpSp>
            <p:nvGrpSpPr>
              <p:cNvPr id="64" name="Google Shape;716;p29">
                <a:extLst>
                  <a:ext uri="{FF2B5EF4-FFF2-40B4-BE49-F238E27FC236}">
                    <a16:creationId xmlns:a16="http://schemas.microsoft.com/office/drawing/2014/main" id="{2F418F6B-4A4E-88FB-FC5F-A9E6F8724231}"/>
                  </a:ext>
                </a:extLst>
              </p:cNvPr>
              <p:cNvGrpSpPr/>
              <p:nvPr/>
            </p:nvGrpSpPr>
            <p:grpSpPr>
              <a:xfrm>
                <a:off x="565414" y="4000500"/>
                <a:ext cx="1655089" cy="828288"/>
                <a:chOff x="484196" y="3924300"/>
                <a:chExt cx="1813200" cy="828288"/>
              </a:xfrm>
            </p:grpSpPr>
            <p:sp>
              <p:nvSpPr>
                <p:cNvPr id="74" name="Google Shape;717;p29">
                  <a:extLst>
                    <a:ext uri="{FF2B5EF4-FFF2-40B4-BE49-F238E27FC236}">
                      <a16:creationId xmlns:a16="http://schemas.microsoft.com/office/drawing/2014/main" id="{2F97BBCC-A686-2C9D-3425-74B2EF6CD6B9}"/>
                    </a:ext>
                  </a:extLst>
                </p:cNvPr>
                <p:cNvSpPr txBox="1"/>
                <p:nvPr/>
              </p:nvSpPr>
              <p:spPr>
                <a:xfrm>
                  <a:off x="484196" y="4184388"/>
                  <a:ext cx="1813200" cy="56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75" name="Google Shape;718;p29">
                  <a:extLst>
                    <a:ext uri="{FF2B5EF4-FFF2-40B4-BE49-F238E27FC236}">
                      <a16:creationId xmlns:a16="http://schemas.microsoft.com/office/drawing/2014/main" id="{34B58EBF-B09D-28B7-4337-0D67D72C8230}"/>
                    </a:ext>
                  </a:extLst>
                </p:cNvPr>
                <p:cNvSpPr/>
                <p:nvPr/>
              </p:nvSpPr>
              <p:spPr>
                <a:xfrm>
                  <a:off x="485506" y="3924300"/>
                  <a:ext cx="1810500" cy="3165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300"/>
                    </a:spcBef>
                  </a:pPr>
                  <a:r>
                    <a:rPr lang="en-ID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Analysis</a:t>
                  </a:r>
                </a:p>
              </p:txBody>
            </p:sp>
          </p:grpSp>
          <p:grpSp>
            <p:nvGrpSpPr>
              <p:cNvPr id="65" name="Google Shape;719;p29">
                <a:extLst>
                  <a:ext uri="{FF2B5EF4-FFF2-40B4-BE49-F238E27FC236}">
                    <a16:creationId xmlns:a16="http://schemas.microsoft.com/office/drawing/2014/main" id="{4802A654-95BE-EFC2-3AA2-D0305A15E899}"/>
                  </a:ext>
                </a:extLst>
              </p:cNvPr>
              <p:cNvGrpSpPr/>
              <p:nvPr/>
            </p:nvGrpSpPr>
            <p:grpSpPr>
              <a:xfrm>
                <a:off x="2380363" y="4000500"/>
                <a:ext cx="1655123" cy="828288"/>
                <a:chOff x="2307915" y="3924300"/>
                <a:chExt cx="1655123" cy="828288"/>
              </a:xfrm>
            </p:grpSpPr>
            <p:sp>
              <p:nvSpPr>
                <p:cNvPr id="72" name="Google Shape;720;p29">
                  <a:extLst>
                    <a:ext uri="{FF2B5EF4-FFF2-40B4-BE49-F238E27FC236}">
                      <a16:creationId xmlns:a16="http://schemas.microsoft.com/office/drawing/2014/main" id="{DD1DE0B1-335B-77E0-6BE7-02269F634C7A}"/>
                    </a:ext>
                  </a:extLst>
                </p:cNvPr>
                <p:cNvSpPr txBox="1"/>
                <p:nvPr/>
              </p:nvSpPr>
              <p:spPr>
                <a:xfrm>
                  <a:off x="2307915" y="4184388"/>
                  <a:ext cx="1655100" cy="56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73" name="Google Shape;721;p29">
                  <a:extLst>
                    <a:ext uri="{FF2B5EF4-FFF2-40B4-BE49-F238E27FC236}">
                      <a16:creationId xmlns:a16="http://schemas.microsoft.com/office/drawing/2014/main" id="{1F359220-0EFD-D93F-ED3C-E44333F4F52E}"/>
                    </a:ext>
                  </a:extLst>
                </p:cNvPr>
                <p:cNvSpPr/>
                <p:nvPr/>
              </p:nvSpPr>
              <p:spPr>
                <a:xfrm>
                  <a:off x="2307938" y="3924300"/>
                  <a:ext cx="1655100" cy="3165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300"/>
                    </a:spcBef>
                  </a:pPr>
                  <a:r>
                    <a:rPr lang="en-ID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Marketing</a:t>
                  </a:r>
                </a:p>
              </p:txBody>
            </p:sp>
          </p:grpSp>
          <p:grpSp>
            <p:nvGrpSpPr>
              <p:cNvPr id="66" name="Google Shape;722;p29">
                <a:extLst>
                  <a:ext uri="{FF2B5EF4-FFF2-40B4-BE49-F238E27FC236}">
                    <a16:creationId xmlns:a16="http://schemas.microsoft.com/office/drawing/2014/main" id="{7660D6D4-1D32-AB67-6242-69D4F49296B0}"/>
                  </a:ext>
                </a:extLst>
              </p:cNvPr>
              <p:cNvGrpSpPr/>
              <p:nvPr/>
            </p:nvGrpSpPr>
            <p:grpSpPr>
              <a:xfrm>
                <a:off x="4195347" y="4000500"/>
                <a:ext cx="1655001" cy="828288"/>
                <a:chOff x="4120875" y="3924300"/>
                <a:chExt cx="1810525" cy="828288"/>
              </a:xfrm>
            </p:grpSpPr>
            <p:sp>
              <p:nvSpPr>
                <p:cNvPr id="70" name="Google Shape;723;p29">
                  <a:extLst>
                    <a:ext uri="{FF2B5EF4-FFF2-40B4-BE49-F238E27FC236}">
                      <a16:creationId xmlns:a16="http://schemas.microsoft.com/office/drawing/2014/main" id="{D87699B0-2B54-4B94-7E08-1D6EA9FDDA21}"/>
                    </a:ext>
                  </a:extLst>
                </p:cNvPr>
                <p:cNvSpPr txBox="1"/>
                <p:nvPr/>
              </p:nvSpPr>
              <p:spPr>
                <a:xfrm>
                  <a:off x="4120875" y="4184388"/>
                  <a:ext cx="1810500" cy="56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Maecenas Non Laoreet Odio. Fusce Lobortis Porttitor Purus</a:t>
                  </a:r>
                  <a:endPara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Arial" pitchFamily="34" charset="0"/>
                  </a:endParaRPr>
                </a:p>
              </p:txBody>
            </p:sp>
            <p:sp>
              <p:nvSpPr>
                <p:cNvPr id="71" name="Google Shape;724;p29">
                  <a:extLst>
                    <a:ext uri="{FF2B5EF4-FFF2-40B4-BE49-F238E27FC236}">
                      <a16:creationId xmlns:a16="http://schemas.microsoft.com/office/drawing/2014/main" id="{B90A2E8B-4DAB-9489-D68A-DDD9B7E688F9}"/>
                    </a:ext>
                  </a:extLst>
                </p:cNvPr>
                <p:cNvSpPr/>
                <p:nvPr/>
              </p:nvSpPr>
              <p:spPr>
                <a:xfrm>
                  <a:off x="4120901" y="3924300"/>
                  <a:ext cx="1810500" cy="3165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spcBef>
                      <a:spcPts val="300"/>
                    </a:spcBef>
                  </a:pPr>
                  <a:r>
                    <a:rPr lang="en-ID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Logistics</a:t>
                  </a:r>
                </a:p>
              </p:txBody>
            </p:sp>
          </p:grpSp>
        </p:grp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8762A66B-DFC4-8227-B52C-8A4BC125E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6295" y="3179287"/>
              <a:ext cx="1378511" cy="1378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6305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FD5FF8-89E9-84BD-B1C0-0D87E45C4AAB}"/>
              </a:ext>
            </a:extLst>
          </p:cNvPr>
          <p:cNvGrpSpPr/>
          <p:nvPr/>
        </p:nvGrpSpPr>
        <p:grpSpPr>
          <a:xfrm>
            <a:off x="731520" y="1623416"/>
            <a:ext cx="10728960" cy="4670049"/>
            <a:chOff x="731520" y="1623416"/>
            <a:chExt cx="10728960" cy="4670049"/>
          </a:xfrm>
        </p:grpSpPr>
        <p:sp>
          <p:nvSpPr>
            <p:cNvPr id="3" name="Google Shape;1355;p36">
              <a:extLst>
                <a:ext uri="{FF2B5EF4-FFF2-40B4-BE49-F238E27FC236}">
                  <a16:creationId xmlns:a16="http://schemas.microsoft.com/office/drawing/2014/main" id="{91B35997-A2C5-64C2-E0C4-7035E1ED446C}"/>
                </a:ext>
              </a:extLst>
            </p:cNvPr>
            <p:cNvSpPr/>
            <p:nvPr/>
          </p:nvSpPr>
          <p:spPr>
            <a:xfrm>
              <a:off x="731520" y="2507510"/>
              <a:ext cx="652692" cy="644912"/>
            </a:xfrm>
            <a:custGeom>
              <a:avLst/>
              <a:gdLst/>
              <a:ahLst/>
              <a:cxnLst/>
              <a:rect l="l" t="t" r="r" b="b"/>
              <a:pathLst>
                <a:path w="15939" h="15938" extrusionOk="0">
                  <a:moveTo>
                    <a:pt x="2021" y="0"/>
                  </a:moveTo>
                  <a:cubicBezTo>
                    <a:pt x="911" y="0"/>
                    <a:pt x="1" y="910"/>
                    <a:pt x="1" y="2021"/>
                  </a:cubicBezTo>
                  <a:lnTo>
                    <a:pt x="1" y="13917"/>
                  </a:lnTo>
                  <a:cubicBezTo>
                    <a:pt x="1" y="15028"/>
                    <a:pt x="911" y="15938"/>
                    <a:pt x="2021" y="15938"/>
                  </a:cubicBezTo>
                  <a:lnTo>
                    <a:pt x="13917" y="15938"/>
                  </a:lnTo>
                  <a:cubicBezTo>
                    <a:pt x="15028" y="15938"/>
                    <a:pt x="15938" y="15028"/>
                    <a:pt x="15938" y="13917"/>
                  </a:cubicBezTo>
                  <a:lnTo>
                    <a:pt x="15938" y="2021"/>
                  </a:lnTo>
                  <a:cubicBezTo>
                    <a:pt x="15938" y="910"/>
                    <a:pt x="15028" y="0"/>
                    <a:pt x="13917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01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6" name="Google Shape;1358;p36">
              <a:extLst>
                <a:ext uri="{FF2B5EF4-FFF2-40B4-BE49-F238E27FC236}">
                  <a16:creationId xmlns:a16="http://schemas.microsoft.com/office/drawing/2014/main" id="{8335E9DB-6247-9980-BBCA-FBDE72E18EBE}"/>
                </a:ext>
              </a:extLst>
            </p:cNvPr>
            <p:cNvSpPr/>
            <p:nvPr/>
          </p:nvSpPr>
          <p:spPr>
            <a:xfrm>
              <a:off x="1061949" y="3090674"/>
              <a:ext cx="311829" cy="803044"/>
            </a:xfrm>
            <a:custGeom>
              <a:avLst/>
              <a:gdLst/>
              <a:ahLst/>
              <a:cxnLst/>
              <a:rect l="l" t="t" r="r" b="b"/>
              <a:pathLst>
                <a:path w="7615" h="19846" extrusionOk="0">
                  <a:moveTo>
                    <a:pt x="108" y="0"/>
                  </a:moveTo>
                  <a:cubicBezTo>
                    <a:pt x="54" y="0"/>
                    <a:pt x="1" y="54"/>
                    <a:pt x="1" y="107"/>
                  </a:cubicBezTo>
                  <a:lnTo>
                    <a:pt x="1" y="14707"/>
                  </a:lnTo>
                  <a:cubicBezTo>
                    <a:pt x="1" y="17543"/>
                    <a:pt x="2302" y="19845"/>
                    <a:pt x="5139" y="19845"/>
                  </a:cubicBezTo>
                  <a:lnTo>
                    <a:pt x="7508" y="19845"/>
                  </a:lnTo>
                  <a:cubicBezTo>
                    <a:pt x="7561" y="19845"/>
                    <a:pt x="7615" y="19792"/>
                    <a:pt x="7615" y="19725"/>
                  </a:cubicBezTo>
                  <a:cubicBezTo>
                    <a:pt x="7615" y="19671"/>
                    <a:pt x="7561" y="19618"/>
                    <a:pt x="7508" y="19618"/>
                  </a:cubicBezTo>
                  <a:lnTo>
                    <a:pt x="5139" y="19618"/>
                  </a:lnTo>
                  <a:cubicBezTo>
                    <a:pt x="3788" y="19618"/>
                    <a:pt x="2557" y="19069"/>
                    <a:pt x="1660" y="18186"/>
                  </a:cubicBezTo>
                  <a:cubicBezTo>
                    <a:pt x="777" y="17289"/>
                    <a:pt x="228" y="16058"/>
                    <a:pt x="228" y="14707"/>
                  </a:cubicBezTo>
                  <a:lnTo>
                    <a:pt x="228" y="107"/>
                  </a:lnTo>
                  <a:cubicBezTo>
                    <a:pt x="228" y="54"/>
                    <a:pt x="175" y="0"/>
                    <a:pt x="108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7" name="Google Shape;1359;p36">
              <a:extLst>
                <a:ext uri="{FF2B5EF4-FFF2-40B4-BE49-F238E27FC236}">
                  <a16:creationId xmlns:a16="http://schemas.microsoft.com/office/drawing/2014/main" id="{489A9475-8F04-039D-55B2-13EC5D755208}"/>
                </a:ext>
              </a:extLst>
            </p:cNvPr>
            <p:cNvSpPr/>
            <p:nvPr/>
          </p:nvSpPr>
          <p:spPr>
            <a:xfrm>
              <a:off x="1588572" y="3882835"/>
              <a:ext cx="1605585" cy="8700"/>
            </a:xfrm>
            <a:custGeom>
              <a:avLst/>
              <a:gdLst/>
              <a:ahLst/>
              <a:cxnLst/>
              <a:rect l="l" t="t" r="r" b="b"/>
              <a:pathLst>
                <a:path w="39209" h="215" extrusionOk="0">
                  <a:moveTo>
                    <a:pt x="107" y="0"/>
                  </a:moveTo>
                  <a:cubicBezTo>
                    <a:pt x="41" y="0"/>
                    <a:pt x="0" y="41"/>
                    <a:pt x="0" y="107"/>
                  </a:cubicBezTo>
                  <a:cubicBezTo>
                    <a:pt x="0" y="174"/>
                    <a:pt x="41" y="215"/>
                    <a:pt x="107" y="215"/>
                  </a:cubicBezTo>
                  <a:lnTo>
                    <a:pt x="39101" y="215"/>
                  </a:lnTo>
                  <a:cubicBezTo>
                    <a:pt x="39168" y="215"/>
                    <a:pt x="39208" y="174"/>
                    <a:pt x="39208" y="107"/>
                  </a:cubicBezTo>
                  <a:cubicBezTo>
                    <a:pt x="39208" y="41"/>
                    <a:pt x="39168" y="0"/>
                    <a:pt x="39101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8" name="Google Shape;1360;p36">
              <a:extLst>
                <a:ext uri="{FF2B5EF4-FFF2-40B4-BE49-F238E27FC236}">
                  <a16:creationId xmlns:a16="http://schemas.microsoft.com/office/drawing/2014/main" id="{C830127F-6C63-0E2D-9770-01199F792291}"/>
                </a:ext>
              </a:extLst>
            </p:cNvPr>
            <p:cNvSpPr/>
            <p:nvPr/>
          </p:nvSpPr>
          <p:spPr>
            <a:xfrm>
              <a:off x="731520" y="4729701"/>
              <a:ext cx="652692" cy="644385"/>
            </a:xfrm>
            <a:custGeom>
              <a:avLst/>
              <a:gdLst/>
              <a:ahLst/>
              <a:cxnLst/>
              <a:rect l="l" t="t" r="r" b="b"/>
              <a:pathLst>
                <a:path w="15939" h="15925" extrusionOk="0">
                  <a:moveTo>
                    <a:pt x="2021" y="0"/>
                  </a:moveTo>
                  <a:cubicBezTo>
                    <a:pt x="911" y="0"/>
                    <a:pt x="1" y="897"/>
                    <a:pt x="1" y="2007"/>
                  </a:cubicBezTo>
                  <a:lnTo>
                    <a:pt x="1" y="13917"/>
                  </a:lnTo>
                  <a:cubicBezTo>
                    <a:pt x="1" y="15028"/>
                    <a:pt x="911" y="15924"/>
                    <a:pt x="2021" y="15924"/>
                  </a:cubicBezTo>
                  <a:lnTo>
                    <a:pt x="13917" y="15924"/>
                  </a:lnTo>
                  <a:cubicBezTo>
                    <a:pt x="15028" y="15924"/>
                    <a:pt x="15938" y="15028"/>
                    <a:pt x="15938" y="13917"/>
                  </a:cubicBezTo>
                  <a:lnTo>
                    <a:pt x="15938" y="2007"/>
                  </a:lnTo>
                  <a:cubicBezTo>
                    <a:pt x="15938" y="897"/>
                    <a:pt x="15028" y="0"/>
                    <a:pt x="13917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04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11" name="Google Shape;1363;p36">
              <a:extLst>
                <a:ext uri="{FF2B5EF4-FFF2-40B4-BE49-F238E27FC236}">
                  <a16:creationId xmlns:a16="http://schemas.microsoft.com/office/drawing/2014/main" id="{D8CDAEDC-C1A8-B331-ABBD-DA10665C236A}"/>
                </a:ext>
              </a:extLst>
            </p:cNvPr>
            <p:cNvSpPr/>
            <p:nvPr/>
          </p:nvSpPr>
          <p:spPr>
            <a:xfrm>
              <a:off x="1061949" y="5312866"/>
              <a:ext cx="311829" cy="802478"/>
            </a:xfrm>
            <a:custGeom>
              <a:avLst/>
              <a:gdLst/>
              <a:ahLst/>
              <a:cxnLst/>
              <a:rect l="l" t="t" r="r" b="b"/>
              <a:pathLst>
                <a:path w="7615" h="19832" extrusionOk="0">
                  <a:moveTo>
                    <a:pt x="108" y="0"/>
                  </a:moveTo>
                  <a:cubicBezTo>
                    <a:pt x="54" y="0"/>
                    <a:pt x="1" y="40"/>
                    <a:pt x="1" y="107"/>
                  </a:cubicBezTo>
                  <a:lnTo>
                    <a:pt x="1" y="14706"/>
                  </a:lnTo>
                  <a:cubicBezTo>
                    <a:pt x="1" y="17543"/>
                    <a:pt x="2302" y="19831"/>
                    <a:pt x="5139" y="19831"/>
                  </a:cubicBezTo>
                  <a:lnTo>
                    <a:pt x="7508" y="19831"/>
                  </a:lnTo>
                  <a:cubicBezTo>
                    <a:pt x="7561" y="19831"/>
                    <a:pt x="7615" y="19791"/>
                    <a:pt x="7615" y="19724"/>
                  </a:cubicBezTo>
                  <a:cubicBezTo>
                    <a:pt x="7615" y="19658"/>
                    <a:pt x="7561" y="19617"/>
                    <a:pt x="7508" y="19617"/>
                  </a:cubicBezTo>
                  <a:lnTo>
                    <a:pt x="5139" y="19617"/>
                  </a:lnTo>
                  <a:cubicBezTo>
                    <a:pt x="3788" y="19617"/>
                    <a:pt x="2557" y="19069"/>
                    <a:pt x="1660" y="18172"/>
                  </a:cubicBezTo>
                  <a:cubicBezTo>
                    <a:pt x="777" y="17289"/>
                    <a:pt x="228" y="16058"/>
                    <a:pt x="228" y="14706"/>
                  </a:cubicBezTo>
                  <a:lnTo>
                    <a:pt x="228" y="107"/>
                  </a:lnTo>
                  <a:cubicBezTo>
                    <a:pt x="228" y="40"/>
                    <a:pt x="175" y="0"/>
                    <a:pt x="108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2" name="Google Shape;1364;p36">
              <a:extLst>
                <a:ext uri="{FF2B5EF4-FFF2-40B4-BE49-F238E27FC236}">
                  <a16:creationId xmlns:a16="http://schemas.microsoft.com/office/drawing/2014/main" id="{8A9BCB01-7733-5CDF-869D-B4A7E06F2352}"/>
                </a:ext>
              </a:extLst>
            </p:cNvPr>
            <p:cNvSpPr/>
            <p:nvPr/>
          </p:nvSpPr>
          <p:spPr>
            <a:xfrm>
              <a:off x="1588572" y="6104459"/>
              <a:ext cx="1605585" cy="9267"/>
            </a:xfrm>
            <a:custGeom>
              <a:avLst/>
              <a:gdLst/>
              <a:ahLst/>
              <a:cxnLst/>
              <a:rect l="l" t="t" r="r" b="b"/>
              <a:pathLst>
                <a:path w="39209" h="229" extrusionOk="0">
                  <a:moveTo>
                    <a:pt x="107" y="1"/>
                  </a:moveTo>
                  <a:cubicBezTo>
                    <a:pt x="41" y="1"/>
                    <a:pt x="0" y="54"/>
                    <a:pt x="0" y="121"/>
                  </a:cubicBezTo>
                  <a:cubicBezTo>
                    <a:pt x="0" y="175"/>
                    <a:pt x="41" y="228"/>
                    <a:pt x="107" y="228"/>
                  </a:cubicBezTo>
                  <a:lnTo>
                    <a:pt x="39101" y="228"/>
                  </a:lnTo>
                  <a:cubicBezTo>
                    <a:pt x="39168" y="228"/>
                    <a:pt x="39208" y="175"/>
                    <a:pt x="39208" y="121"/>
                  </a:cubicBezTo>
                  <a:cubicBezTo>
                    <a:pt x="39208" y="54"/>
                    <a:pt x="39168" y="1"/>
                    <a:pt x="39101" y="1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3" name="Google Shape;1365;p36">
              <a:extLst>
                <a:ext uri="{FF2B5EF4-FFF2-40B4-BE49-F238E27FC236}">
                  <a16:creationId xmlns:a16="http://schemas.microsoft.com/office/drawing/2014/main" id="{97E8B968-6021-7904-7761-C985040F020A}"/>
                </a:ext>
              </a:extLst>
            </p:cNvPr>
            <p:cNvSpPr/>
            <p:nvPr/>
          </p:nvSpPr>
          <p:spPr>
            <a:xfrm>
              <a:off x="10808361" y="2507510"/>
              <a:ext cx="652119" cy="644912"/>
            </a:xfrm>
            <a:custGeom>
              <a:avLst/>
              <a:gdLst/>
              <a:ahLst/>
              <a:cxnLst/>
              <a:rect l="l" t="t" r="r" b="b"/>
              <a:pathLst>
                <a:path w="15925" h="15938" extrusionOk="0">
                  <a:moveTo>
                    <a:pt x="2008" y="0"/>
                  </a:moveTo>
                  <a:cubicBezTo>
                    <a:pt x="897" y="0"/>
                    <a:pt x="0" y="910"/>
                    <a:pt x="0" y="2021"/>
                  </a:cubicBezTo>
                  <a:lnTo>
                    <a:pt x="0" y="13917"/>
                  </a:lnTo>
                  <a:cubicBezTo>
                    <a:pt x="0" y="15028"/>
                    <a:pt x="897" y="15938"/>
                    <a:pt x="2008" y="15938"/>
                  </a:cubicBezTo>
                  <a:lnTo>
                    <a:pt x="13904" y="15938"/>
                  </a:lnTo>
                  <a:cubicBezTo>
                    <a:pt x="15028" y="15938"/>
                    <a:pt x="15924" y="15028"/>
                    <a:pt x="15924" y="13917"/>
                  </a:cubicBezTo>
                  <a:lnTo>
                    <a:pt x="15924" y="2021"/>
                  </a:lnTo>
                  <a:cubicBezTo>
                    <a:pt x="15924" y="910"/>
                    <a:pt x="15028" y="0"/>
                    <a:pt x="1390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02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14" name="Google Shape;1366;p36">
              <a:extLst>
                <a:ext uri="{FF2B5EF4-FFF2-40B4-BE49-F238E27FC236}">
                  <a16:creationId xmlns:a16="http://schemas.microsoft.com/office/drawing/2014/main" id="{EB71A738-3301-2A8A-1229-3D33D2D175DC}"/>
                </a:ext>
              </a:extLst>
            </p:cNvPr>
            <p:cNvSpPr/>
            <p:nvPr/>
          </p:nvSpPr>
          <p:spPr>
            <a:xfrm>
              <a:off x="10818230" y="3090674"/>
              <a:ext cx="311829" cy="803044"/>
            </a:xfrm>
            <a:custGeom>
              <a:avLst/>
              <a:gdLst/>
              <a:ahLst/>
              <a:cxnLst/>
              <a:rect l="l" t="t" r="r" b="b"/>
              <a:pathLst>
                <a:path w="7615" h="19846" extrusionOk="0">
                  <a:moveTo>
                    <a:pt x="7507" y="0"/>
                  </a:moveTo>
                  <a:cubicBezTo>
                    <a:pt x="7440" y="0"/>
                    <a:pt x="7387" y="54"/>
                    <a:pt x="7387" y="107"/>
                  </a:cubicBezTo>
                  <a:lnTo>
                    <a:pt x="7387" y="14707"/>
                  </a:lnTo>
                  <a:cubicBezTo>
                    <a:pt x="7387" y="16058"/>
                    <a:pt x="6838" y="17289"/>
                    <a:pt x="5955" y="18186"/>
                  </a:cubicBezTo>
                  <a:cubicBezTo>
                    <a:pt x="5058" y="19069"/>
                    <a:pt x="3841" y="19618"/>
                    <a:pt x="2476" y="19618"/>
                  </a:cubicBezTo>
                  <a:lnTo>
                    <a:pt x="121" y="19618"/>
                  </a:lnTo>
                  <a:cubicBezTo>
                    <a:pt x="54" y="19618"/>
                    <a:pt x="0" y="19671"/>
                    <a:pt x="0" y="19725"/>
                  </a:cubicBezTo>
                  <a:cubicBezTo>
                    <a:pt x="0" y="19792"/>
                    <a:pt x="54" y="19845"/>
                    <a:pt x="121" y="19845"/>
                  </a:cubicBezTo>
                  <a:lnTo>
                    <a:pt x="2476" y="19845"/>
                  </a:lnTo>
                  <a:cubicBezTo>
                    <a:pt x="5313" y="19845"/>
                    <a:pt x="7614" y="17543"/>
                    <a:pt x="7614" y="14707"/>
                  </a:cubicBezTo>
                  <a:lnTo>
                    <a:pt x="7614" y="107"/>
                  </a:lnTo>
                  <a:cubicBezTo>
                    <a:pt x="7614" y="54"/>
                    <a:pt x="7561" y="0"/>
                    <a:pt x="7507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5" name="Google Shape;1367;p36">
              <a:extLst>
                <a:ext uri="{FF2B5EF4-FFF2-40B4-BE49-F238E27FC236}">
                  <a16:creationId xmlns:a16="http://schemas.microsoft.com/office/drawing/2014/main" id="{B465D4E6-8D80-2BFB-E16F-88C62ED65B75}"/>
                </a:ext>
              </a:extLst>
            </p:cNvPr>
            <p:cNvSpPr/>
            <p:nvPr/>
          </p:nvSpPr>
          <p:spPr>
            <a:xfrm>
              <a:off x="8997819" y="3882835"/>
              <a:ext cx="1606117" cy="8700"/>
            </a:xfrm>
            <a:custGeom>
              <a:avLst/>
              <a:gdLst/>
              <a:ahLst/>
              <a:cxnLst/>
              <a:rect l="l" t="t" r="r" b="b"/>
              <a:pathLst>
                <a:path w="39222" h="215" extrusionOk="0">
                  <a:moveTo>
                    <a:pt x="108" y="0"/>
                  </a:moveTo>
                  <a:cubicBezTo>
                    <a:pt x="54" y="0"/>
                    <a:pt x="1" y="41"/>
                    <a:pt x="1" y="107"/>
                  </a:cubicBezTo>
                  <a:cubicBezTo>
                    <a:pt x="1" y="174"/>
                    <a:pt x="54" y="215"/>
                    <a:pt x="108" y="215"/>
                  </a:cubicBezTo>
                  <a:lnTo>
                    <a:pt x="39102" y="215"/>
                  </a:lnTo>
                  <a:cubicBezTo>
                    <a:pt x="39168" y="215"/>
                    <a:pt x="39222" y="174"/>
                    <a:pt x="39222" y="107"/>
                  </a:cubicBezTo>
                  <a:cubicBezTo>
                    <a:pt x="39222" y="41"/>
                    <a:pt x="39168" y="0"/>
                    <a:pt x="39102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8" name="Google Shape;1370;p36">
              <a:extLst>
                <a:ext uri="{FF2B5EF4-FFF2-40B4-BE49-F238E27FC236}">
                  <a16:creationId xmlns:a16="http://schemas.microsoft.com/office/drawing/2014/main" id="{BB0B738A-6181-1E89-E906-896E0C097C64}"/>
                </a:ext>
              </a:extLst>
            </p:cNvPr>
            <p:cNvSpPr/>
            <p:nvPr/>
          </p:nvSpPr>
          <p:spPr>
            <a:xfrm>
              <a:off x="10808361" y="4729701"/>
              <a:ext cx="652119" cy="644385"/>
            </a:xfrm>
            <a:custGeom>
              <a:avLst/>
              <a:gdLst/>
              <a:ahLst/>
              <a:cxnLst/>
              <a:rect l="l" t="t" r="r" b="b"/>
              <a:pathLst>
                <a:path w="15925" h="15925" extrusionOk="0">
                  <a:moveTo>
                    <a:pt x="2008" y="0"/>
                  </a:moveTo>
                  <a:cubicBezTo>
                    <a:pt x="897" y="0"/>
                    <a:pt x="0" y="897"/>
                    <a:pt x="0" y="2007"/>
                  </a:cubicBezTo>
                  <a:lnTo>
                    <a:pt x="0" y="13917"/>
                  </a:lnTo>
                  <a:cubicBezTo>
                    <a:pt x="0" y="15028"/>
                    <a:pt x="897" y="15924"/>
                    <a:pt x="2008" y="15924"/>
                  </a:cubicBezTo>
                  <a:lnTo>
                    <a:pt x="13904" y="15924"/>
                  </a:lnTo>
                  <a:cubicBezTo>
                    <a:pt x="15028" y="15924"/>
                    <a:pt x="15924" y="15028"/>
                    <a:pt x="15924" y="13917"/>
                  </a:cubicBezTo>
                  <a:lnTo>
                    <a:pt x="15924" y="2007"/>
                  </a:lnTo>
                  <a:cubicBezTo>
                    <a:pt x="15924" y="897"/>
                    <a:pt x="15028" y="0"/>
                    <a:pt x="1390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03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19" name="Google Shape;1371;p36">
              <a:extLst>
                <a:ext uri="{FF2B5EF4-FFF2-40B4-BE49-F238E27FC236}">
                  <a16:creationId xmlns:a16="http://schemas.microsoft.com/office/drawing/2014/main" id="{1C10ACE4-B0CF-CE95-0B70-337FAF4D267E}"/>
                </a:ext>
              </a:extLst>
            </p:cNvPr>
            <p:cNvSpPr/>
            <p:nvPr/>
          </p:nvSpPr>
          <p:spPr>
            <a:xfrm>
              <a:off x="10818230" y="5312866"/>
              <a:ext cx="311829" cy="802478"/>
            </a:xfrm>
            <a:custGeom>
              <a:avLst/>
              <a:gdLst/>
              <a:ahLst/>
              <a:cxnLst/>
              <a:rect l="l" t="t" r="r" b="b"/>
              <a:pathLst>
                <a:path w="7615" h="19832" extrusionOk="0">
                  <a:moveTo>
                    <a:pt x="7507" y="0"/>
                  </a:moveTo>
                  <a:cubicBezTo>
                    <a:pt x="7440" y="0"/>
                    <a:pt x="7387" y="40"/>
                    <a:pt x="7387" y="107"/>
                  </a:cubicBezTo>
                  <a:lnTo>
                    <a:pt x="7387" y="14706"/>
                  </a:lnTo>
                  <a:cubicBezTo>
                    <a:pt x="7387" y="16058"/>
                    <a:pt x="6838" y="17289"/>
                    <a:pt x="5955" y="18172"/>
                  </a:cubicBezTo>
                  <a:cubicBezTo>
                    <a:pt x="5058" y="19069"/>
                    <a:pt x="3841" y="19617"/>
                    <a:pt x="2476" y="19617"/>
                  </a:cubicBezTo>
                  <a:lnTo>
                    <a:pt x="121" y="19617"/>
                  </a:lnTo>
                  <a:cubicBezTo>
                    <a:pt x="54" y="19617"/>
                    <a:pt x="0" y="19658"/>
                    <a:pt x="0" y="19724"/>
                  </a:cubicBezTo>
                  <a:cubicBezTo>
                    <a:pt x="0" y="19791"/>
                    <a:pt x="54" y="19831"/>
                    <a:pt x="121" y="19831"/>
                  </a:cubicBezTo>
                  <a:lnTo>
                    <a:pt x="2476" y="19831"/>
                  </a:lnTo>
                  <a:cubicBezTo>
                    <a:pt x="5313" y="19831"/>
                    <a:pt x="7614" y="17543"/>
                    <a:pt x="7614" y="14706"/>
                  </a:cubicBezTo>
                  <a:lnTo>
                    <a:pt x="7614" y="107"/>
                  </a:lnTo>
                  <a:cubicBezTo>
                    <a:pt x="7614" y="40"/>
                    <a:pt x="7561" y="0"/>
                    <a:pt x="7507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0" name="Google Shape;1372;p36">
              <a:extLst>
                <a:ext uri="{FF2B5EF4-FFF2-40B4-BE49-F238E27FC236}">
                  <a16:creationId xmlns:a16="http://schemas.microsoft.com/office/drawing/2014/main" id="{D868E2FC-62AF-6C54-5A11-FE33099989C4}"/>
                </a:ext>
              </a:extLst>
            </p:cNvPr>
            <p:cNvSpPr/>
            <p:nvPr/>
          </p:nvSpPr>
          <p:spPr>
            <a:xfrm>
              <a:off x="8997819" y="6104459"/>
              <a:ext cx="1606117" cy="9267"/>
            </a:xfrm>
            <a:custGeom>
              <a:avLst/>
              <a:gdLst/>
              <a:ahLst/>
              <a:cxnLst/>
              <a:rect l="l" t="t" r="r" b="b"/>
              <a:pathLst>
                <a:path w="39222" h="229" extrusionOk="0">
                  <a:moveTo>
                    <a:pt x="108" y="1"/>
                  </a:moveTo>
                  <a:cubicBezTo>
                    <a:pt x="54" y="1"/>
                    <a:pt x="1" y="54"/>
                    <a:pt x="1" y="121"/>
                  </a:cubicBezTo>
                  <a:cubicBezTo>
                    <a:pt x="1" y="175"/>
                    <a:pt x="54" y="228"/>
                    <a:pt x="108" y="228"/>
                  </a:cubicBezTo>
                  <a:lnTo>
                    <a:pt x="39102" y="228"/>
                  </a:lnTo>
                  <a:cubicBezTo>
                    <a:pt x="39168" y="228"/>
                    <a:pt x="39222" y="175"/>
                    <a:pt x="39222" y="121"/>
                  </a:cubicBezTo>
                  <a:cubicBezTo>
                    <a:pt x="39222" y="54"/>
                    <a:pt x="39168" y="1"/>
                    <a:pt x="39102" y="1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3" name="Google Shape;1377;p36">
              <a:extLst>
                <a:ext uri="{FF2B5EF4-FFF2-40B4-BE49-F238E27FC236}">
                  <a16:creationId xmlns:a16="http://schemas.microsoft.com/office/drawing/2014/main" id="{190D9D62-FDE0-1C7D-2294-28E110147351}"/>
                </a:ext>
              </a:extLst>
            </p:cNvPr>
            <p:cNvSpPr/>
            <p:nvPr/>
          </p:nvSpPr>
          <p:spPr>
            <a:xfrm>
              <a:off x="7359924" y="1696373"/>
              <a:ext cx="1055963" cy="1044006"/>
            </a:xfrm>
            <a:custGeom>
              <a:avLst/>
              <a:gdLst/>
              <a:ahLst/>
              <a:cxnLst/>
              <a:rect l="l" t="t" r="r" b="b"/>
              <a:pathLst>
                <a:path w="25787" h="25801" extrusionOk="0">
                  <a:moveTo>
                    <a:pt x="3265" y="1"/>
                  </a:moveTo>
                  <a:cubicBezTo>
                    <a:pt x="1459" y="1"/>
                    <a:pt x="0" y="1473"/>
                    <a:pt x="0" y="3266"/>
                  </a:cubicBezTo>
                  <a:lnTo>
                    <a:pt x="0" y="22535"/>
                  </a:lnTo>
                  <a:cubicBezTo>
                    <a:pt x="0" y="24328"/>
                    <a:pt x="1459" y="25800"/>
                    <a:pt x="3265" y="25800"/>
                  </a:cubicBezTo>
                  <a:lnTo>
                    <a:pt x="22521" y="25800"/>
                  </a:lnTo>
                  <a:cubicBezTo>
                    <a:pt x="24328" y="25800"/>
                    <a:pt x="25786" y="24328"/>
                    <a:pt x="25786" y="22535"/>
                  </a:cubicBezTo>
                  <a:lnTo>
                    <a:pt x="25786" y="3266"/>
                  </a:lnTo>
                  <a:cubicBezTo>
                    <a:pt x="25786" y="1473"/>
                    <a:pt x="24328" y="1"/>
                    <a:pt x="22521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4" name="Google Shape;1378;p36">
              <a:extLst>
                <a:ext uri="{FF2B5EF4-FFF2-40B4-BE49-F238E27FC236}">
                  <a16:creationId xmlns:a16="http://schemas.microsoft.com/office/drawing/2014/main" id="{4ACFC3C1-6FA2-7058-4E8E-91C5D316D218}"/>
                </a:ext>
              </a:extLst>
            </p:cNvPr>
            <p:cNvSpPr/>
            <p:nvPr/>
          </p:nvSpPr>
          <p:spPr>
            <a:xfrm>
              <a:off x="7359924" y="5213203"/>
              <a:ext cx="1055963" cy="1043480"/>
            </a:xfrm>
            <a:custGeom>
              <a:avLst/>
              <a:gdLst/>
              <a:ahLst/>
              <a:cxnLst/>
              <a:rect l="l" t="t" r="r" b="b"/>
              <a:pathLst>
                <a:path w="25787" h="25788" extrusionOk="0">
                  <a:moveTo>
                    <a:pt x="3265" y="1"/>
                  </a:moveTo>
                  <a:cubicBezTo>
                    <a:pt x="1459" y="1"/>
                    <a:pt x="0" y="1459"/>
                    <a:pt x="0" y="3266"/>
                  </a:cubicBezTo>
                  <a:lnTo>
                    <a:pt x="0" y="22522"/>
                  </a:lnTo>
                  <a:cubicBezTo>
                    <a:pt x="0" y="24328"/>
                    <a:pt x="1459" y="25787"/>
                    <a:pt x="3265" y="25787"/>
                  </a:cubicBezTo>
                  <a:lnTo>
                    <a:pt x="22521" y="25787"/>
                  </a:lnTo>
                  <a:cubicBezTo>
                    <a:pt x="24328" y="25787"/>
                    <a:pt x="25786" y="24328"/>
                    <a:pt x="25786" y="22522"/>
                  </a:cubicBezTo>
                  <a:lnTo>
                    <a:pt x="25786" y="3266"/>
                  </a:lnTo>
                  <a:cubicBezTo>
                    <a:pt x="25786" y="1459"/>
                    <a:pt x="24328" y="1"/>
                    <a:pt x="22521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5" name="Google Shape;1379;p36">
              <a:extLst>
                <a:ext uri="{FF2B5EF4-FFF2-40B4-BE49-F238E27FC236}">
                  <a16:creationId xmlns:a16="http://schemas.microsoft.com/office/drawing/2014/main" id="{6765865E-1FD1-5290-A7D7-C36F09A65E17}"/>
                </a:ext>
              </a:extLst>
            </p:cNvPr>
            <p:cNvSpPr/>
            <p:nvPr/>
          </p:nvSpPr>
          <p:spPr>
            <a:xfrm>
              <a:off x="3771190" y="5213203"/>
              <a:ext cx="1055963" cy="1043480"/>
            </a:xfrm>
            <a:custGeom>
              <a:avLst/>
              <a:gdLst/>
              <a:ahLst/>
              <a:cxnLst/>
              <a:rect l="l" t="t" r="r" b="b"/>
              <a:pathLst>
                <a:path w="25787" h="25788" extrusionOk="0">
                  <a:moveTo>
                    <a:pt x="3252" y="1"/>
                  </a:moveTo>
                  <a:cubicBezTo>
                    <a:pt x="1459" y="1"/>
                    <a:pt x="0" y="1459"/>
                    <a:pt x="0" y="3266"/>
                  </a:cubicBezTo>
                  <a:lnTo>
                    <a:pt x="0" y="22522"/>
                  </a:lnTo>
                  <a:cubicBezTo>
                    <a:pt x="0" y="24328"/>
                    <a:pt x="1459" y="25787"/>
                    <a:pt x="3252" y="25787"/>
                  </a:cubicBezTo>
                  <a:lnTo>
                    <a:pt x="22521" y="25787"/>
                  </a:lnTo>
                  <a:cubicBezTo>
                    <a:pt x="24328" y="25787"/>
                    <a:pt x="25786" y="24328"/>
                    <a:pt x="25786" y="22522"/>
                  </a:cubicBezTo>
                  <a:lnTo>
                    <a:pt x="25786" y="3266"/>
                  </a:lnTo>
                  <a:cubicBezTo>
                    <a:pt x="25786" y="1459"/>
                    <a:pt x="24328" y="1"/>
                    <a:pt x="22521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6" name="Google Shape;1380;p36">
              <a:extLst>
                <a:ext uri="{FF2B5EF4-FFF2-40B4-BE49-F238E27FC236}">
                  <a16:creationId xmlns:a16="http://schemas.microsoft.com/office/drawing/2014/main" id="{EA87CE19-B828-A0E8-1000-C7582D8F189C}"/>
                </a:ext>
              </a:extLst>
            </p:cNvPr>
            <p:cNvSpPr/>
            <p:nvPr/>
          </p:nvSpPr>
          <p:spPr>
            <a:xfrm>
              <a:off x="5044134" y="1696940"/>
              <a:ext cx="2012744" cy="1717039"/>
            </a:xfrm>
            <a:custGeom>
              <a:avLst/>
              <a:gdLst/>
              <a:ahLst/>
              <a:cxnLst/>
              <a:rect l="l" t="t" r="r" b="b"/>
              <a:pathLst>
                <a:path w="49152" h="42434" extrusionOk="0">
                  <a:moveTo>
                    <a:pt x="6116" y="0"/>
                  </a:moveTo>
                  <a:cubicBezTo>
                    <a:pt x="2730" y="0"/>
                    <a:pt x="1" y="2730"/>
                    <a:pt x="1" y="6116"/>
                  </a:cubicBezTo>
                  <a:lnTo>
                    <a:pt x="1" y="42433"/>
                  </a:lnTo>
                  <a:lnTo>
                    <a:pt x="49151" y="42433"/>
                  </a:lnTo>
                  <a:lnTo>
                    <a:pt x="49151" y="6116"/>
                  </a:lnTo>
                  <a:cubicBezTo>
                    <a:pt x="49151" y="2730"/>
                    <a:pt x="46421" y="0"/>
                    <a:pt x="43036" y="0"/>
                  </a:cubicBezTo>
                  <a:lnTo>
                    <a:pt x="38071" y="0"/>
                  </a:lnTo>
                  <a:cubicBezTo>
                    <a:pt x="38018" y="0"/>
                    <a:pt x="37964" y="40"/>
                    <a:pt x="37964" y="107"/>
                  </a:cubicBezTo>
                  <a:cubicBezTo>
                    <a:pt x="37964" y="174"/>
                    <a:pt x="38018" y="214"/>
                    <a:pt x="38071" y="214"/>
                  </a:cubicBezTo>
                  <a:lnTo>
                    <a:pt x="43036" y="214"/>
                  </a:lnTo>
                  <a:cubicBezTo>
                    <a:pt x="44668" y="214"/>
                    <a:pt x="46140" y="883"/>
                    <a:pt x="47211" y="1940"/>
                  </a:cubicBezTo>
                  <a:cubicBezTo>
                    <a:pt x="48268" y="3011"/>
                    <a:pt x="48937" y="4483"/>
                    <a:pt x="48937" y="6116"/>
                  </a:cubicBezTo>
                  <a:lnTo>
                    <a:pt x="48937" y="42219"/>
                  </a:lnTo>
                  <a:lnTo>
                    <a:pt x="215" y="42219"/>
                  </a:lnTo>
                  <a:lnTo>
                    <a:pt x="215" y="6116"/>
                  </a:lnTo>
                  <a:cubicBezTo>
                    <a:pt x="215" y="4483"/>
                    <a:pt x="884" y="3011"/>
                    <a:pt x="1941" y="1940"/>
                  </a:cubicBezTo>
                  <a:cubicBezTo>
                    <a:pt x="3011" y="883"/>
                    <a:pt x="4483" y="214"/>
                    <a:pt x="6116" y="214"/>
                  </a:cubicBezTo>
                  <a:lnTo>
                    <a:pt x="30230" y="214"/>
                  </a:lnTo>
                  <a:cubicBezTo>
                    <a:pt x="30283" y="214"/>
                    <a:pt x="30337" y="174"/>
                    <a:pt x="30337" y="107"/>
                  </a:cubicBezTo>
                  <a:cubicBezTo>
                    <a:pt x="30337" y="40"/>
                    <a:pt x="30283" y="0"/>
                    <a:pt x="30230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7" name="Google Shape;1381;p36">
              <a:extLst>
                <a:ext uri="{FF2B5EF4-FFF2-40B4-BE49-F238E27FC236}">
                  <a16:creationId xmlns:a16="http://schemas.microsoft.com/office/drawing/2014/main" id="{73165C4B-2293-A5EB-0F50-99E856261057}"/>
                </a:ext>
              </a:extLst>
            </p:cNvPr>
            <p:cNvSpPr/>
            <p:nvPr/>
          </p:nvSpPr>
          <p:spPr>
            <a:xfrm>
              <a:off x="6326416" y="1623416"/>
              <a:ext cx="78950" cy="161936"/>
            </a:xfrm>
            <a:custGeom>
              <a:avLst/>
              <a:gdLst/>
              <a:ahLst/>
              <a:cxnLst/>
              <a:rect l="l" t="t" r="r" b="b"/>
              <a:pathLst>
                <a:path w="1928" h="4002" extrusionOk="0">
                  <a:moveTo>
                    <a:pt x="121" y="1"/>
                  </a:moveTo>
                  <a:cubicBezTo>
                    <a:pt x="88" y="1"/>
                    <a:pt x="57" y="18"/>
                    <a:pt x="41" y="51"/>
                  </a:cubicBezTo>
                  <a:cubicBezTo>
                    <a:pt x="0" y="104"/>
                    <a:pt x="14" y="171"/>
                    <a:pt x="67" y="211"/>
                  </a:cubicBezTo>
                  <a:cubicBezTo>
                    <a:pt x="67" y="211"/>
                    <a:pt x="94" y="238"/>
                    <a:pt x="134" y="265"/>
                  </a:cubicBezTo>
                  <a:cubicBezTo>
                    <a:pt x="389" y="506"/>
                    <a:pt x="1151" y="1282"/>
                    <a:pt x="1593" y="1737"/>
                  </a:cubicBezTo>
                  <a:cubicBezTo>
                    <a:pt x="1673" y="1804"/>
                    <a:pt x="1700" y="1897"/>
                    <a:pt x="1700" y="1991"/>
                  </a:cubicBezTo>
                  <a:cubicBezTo>
                    <a:pt x="1700" y="2098"/>
                    <a:pt x="1660" y="2192"/>
                    <a:pt x="1593" y="2272"/>
                  </a:cubicBezTo>
                  <a:lnTo>
                    <a:pt x="54" y="3811"/>
                  </a:lnTo>
                  <a:cubicBezTo>
                    <a:pt x="0" y="3851"/>
                    <a:pt x="0" y="3918"/>
                    <a:pt x="54" y="3972"/>
                  </a:cubicBezTo>
                  <a:cubicBezTo>
                    <a:pt x="74" y="3992"/>
                    <a:pt x="101" y="4002"/>
                    <a:pt x="128" y="4002"/>
                  </a:cubicBezTo>
                  <a:cubicBezTo>
                    <a:pt x="154" y="4002"/>
                    <a:pt x="181" y="3992"/>
                    <a:pt x="201" y="3972"/>
                  </a:cubicBezTo>
                  <a:lnTo>
                    <a:pt x="1753" y="2419"/>
                  </a:lnTo>
                  <a:cubicBezTo>
                    <a:pt x="1860" y="2312"/>
                    <a:pt x="1927" y="2152"/>
                    <a:pt x="1927" y="1991"/>
                  </a:cubicBezTo>
                  <a:cubicBezTo>
                    <a:pt x="1927" y="1844"/>
                    <a:pt x="1874" y="1697"/>
                    <a:pt x="1753" y="1576"/>
                  </a:cubicBezTo>
                  <a:cubicBezTo>
                    <a:pt x="1499" y="1309"/>
                    <a:pt x="1125" y="934"/>
                    <a:pt x="817" y="626"/>
                  </a:cubicBezTo>
                  <a:cubicBezTo>
                    <a:pt x="656" y="466"/>
                    <a:pt x="522" y="332"/>
                    <a:pt x="415" y="225"/>
                  </a:cubicBezTo>
                  <a:cubicBezTo>
                    <a:pt x="348" y="171"/>
                    <a:pt x="308" y="131"/>
                    <a:pt x="268" y="91"/>
                  </a:cubicBezTo>
                  <a:lnTo>
                    <a:pt x="228" y="51"/>
                  </a:lnTo>
                  <a:lnTo>
                    <a:pt x="188" y="24"/>
                  </a:lnTo>
                  <a:cubicBezTo>
                    <a:pt x="167" y="8"/>
                    <a:pt x="143" y="1"/>
                    <a:pt x="121" y="1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8" name="Google Shape;1382;p36">
              <a:extLst>
                <a:ext uri="{FF2B5EF4-FFF2-40B4-BE49-F238E27FC236}">
                  <a16:creationId xmlns:a16="http://schemas.microsoft.com/office/drawing/2014/main" id="{D55E6F6E-7167-3672-518F-455BA54DB98C}"/>
                </a:ext>
              </a:extLst>
            </p:cNvPr>
            <p:cNvSpPr/>
            <p:nvPr/>
          </p:nvSpPr>
          <p:spPr>
            <a:xfrm>
              <a:off x="5070998" y="4502821"/>
              <a:ext cx="2013278" cy="1717566"/>
            </a:xfrm>
            <a:custGeom>
              <a:avLst/>
              <a:gdLst/>
              <a:ahLst/>
              <a:cxnLst/>
              <a:rect l="l" t="t" r="r" b="b"/>
              <a:pathLst>
                <a:path w="49165" h="42447" extrusionOk="0">
                  <a:moveTo>
                    <a:pt x="0" y="0"/>
                  </a:moveTo>
                  <a:lnTo>
                    <a:pt x="0" y="36331"/>
                  </a:lnTo>
                  <a:cubicBezTo>
                    <a:pt x="0" y="39703"/>
                    <a:pt x="2743" y="42446"/>
                    <a:pt x="6116" y="42446"/>
                  </a:cubicBezTo>
                  <a:lnTo>
                    <a:pt x="11094" y="42446"/>
                  </a:lnTo>
                  <a:cubicBezTo>
                    <a:pt x="11147" y="42446"/>
                    <a:pt x="11201" y="42393"/>
                    <a:pt x="11201" y="42326"/>
                  </a:cubicBezTo>
                  <a:cubicBezTo>
                    <a:pt x="11201" y="42273"/>
                    <a:pt x="11147" y="42219"/>
                    <a:pt x="11094" y="42219"/>
                  </a:cubicBezTo>
                  <a:lnTo>
                    <a:pt x="6116" y="42219"/>
                  </a:lnTo>
                  <a:cubicBezTo>
                    <a:pt x="4496" y="42219"/>
                    <a:pt x="3025" y="41563"/>
                    <a:pt x="1954" y="40493"/>
                  </a:cubicBezTo>
                  <a:cubicBezTo>
                    <a:pt x="883" y="39422"/>
                    <a:pt x="228" y="37950"/>
                    <a:pt x="228" y="36331"/>
                  </a:cubicBezTo>
                  <a:lnTo>
                    <a:pt x="228" y="228"/>
                  </a:lnTo>
                  <a:lnTo>
                    <a:pt x="48937" y="228"/>
                  </a:lnTo>
                  <a:lnTo>
                    <a:pt x="48937" y="36331"/>
                  </a:lnTo>
                  <a:cubicBezTo>
                    <a:pt x="48937" y="37950"/>
                    <a:pt x="48281" y="39422"/>
                    <a:pt x="47210" y="40493"/>
                  </a:cubicBezTo>
                  <a:cubicBezTo>
                    <a:pt x="46153" y="41563"/>
                    <a:pt x="44681" y="42219"/>
                    <a:pt x="43049" y="42219"/>
                  </a:cubicBezTo>
                  <a:lnTo>
                    <a:pt x="18935" y="42219"/>
                  </a:lnTo>
                  <a:cubicBezTo>
                    <a:pt x="18868" y="42219"/>
                    <a:pt x="18815" y="42273"/>
                    <a:pt x="18815" y="42326"/>
                  </a:cubicBezTo>
                  <a:cubicBezTo>
                    <a:pt x="18815" y="42393"/>
                    <a:pt x="18868" y="42446"/>
                    <a:pt x="18935" y="42446"/>
                  </a:cubicBezTo>
                  <a:lnTo>
                    <a:pt x="43049" y="42446"/>
                  </a:lnTo>
                  <a:cubicBezTo>
                    <a:pt x="46421" y="42446"/>
                    <a:pt x="49164" y="39703"/>
                    <a:pt x="49164" y="36331"/>
                  </a:cubicBezTo>
                  <a:lnTo>
                    <a:pt x="49164" y="0"/>
                  </a:ln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9" name="Google Shape;1383;p36">
              <a:extLst>
                <a:ext uri="{FF2B5EF4-FFF2-40B4-BE49-F238E27FC236}">
                  <a16:creationId xmlns:a16="http://schemas.microsoft.com/office/drawing/2014/main" id="{7793B19D-C396-0AE2-7B45-193DDC23F4C4}"/>
                </a:ext>
              </a:extLst>
            </p:cNvPr>
            <p:cNvSpPr/>
            <p:nvPr/>
          </p:nvSpPr>
          <p:spPr>
            <a:xfrm>
              <a:off x="5723094" y="6131529"/>
              <a:ext cx="78950" cy="161936"/>
            </a:xfrm>
            <a:custGeom>
              <a:avLst/>
              <a:gdLst/>
              <a:ahLst/>
              <a:cxnLst/>
              <a:rect l="l" t="t" r="r" b="b"/>
              <a:pathLst>
                <a:path w="1928" h="4002" extrusionOk="0">
                  <a:moveTo>
                    <a:pt x="1798" y="1"/>
                  </a:moveTo>
                  <a:cubicBezTo>
                    <a:pt x="1770" y="1"/>
                    <a:pt x="1740" y="14"/>
                    <a:pt x="1713" y="41"/>
                  </a:cubicBezTo>
                  <a:lnTo>
                    <a:pt x="174" y="1580"/>
                  </a:lnTo>
                  <a:cubicBezTo>
                    <a:pt x="54" y="1700"/>
                    <a:pt x="0" y="1848"/>
                    <a:pt x="0" y="2008"/>
                  </a:cubicBezTo>
                  <a:cubicBezTo>
                    <a:pt x="0" y="2155"/>
                    <a:pt x="54" y="2316"/>
                    <a:pt x="174" y="2423"/>
                  </a:cubicBezTo>
                  <a:cubicBezTo>
                    <a:pt x="429" y="2691"/>
                    <a:pt x="790" y="3065"/>
                    <a:pt x="1111" y="3373"/>
                  </a:cubicBezTo>
                  <a:cubicBezTo>
                    <a:pt x="1258" y="3534"/>
                    <a:pt x="1405" y="3667"/>
                    <a:pt x="1512" y="3775"/>
                  </a:cubicBezTo>
                  <a:cubicBezTo>
                    <a:pt x="1566" y="3828"/>
                    <a:pt x="1620" y="3882"/>
                    <a:pt x="1646" y="3908"/>
                  </a:cubicBezTo>
                  <a:lnTo>
                    <a:pt x="1700" y="3948"/>
                  </a:lnTo>
                  <a:lnTo>
                    <a:pt x="1740" y="3989"/>
                  </a:lnTo>
                  <a:cubicBezTo>
                    <a:pt x="1753" y="3998"/>
                    <a:pt x="1771" y="4002"/>
                    <a:pt x="1790" y="4002"/>
                  </a:cubicBezTo>
                  <a:cubicBezTo>
                    <a:pt x="1828" y="4002"/>
                    <a:pt x="1869" y="3984"/>
                    <a:pt x="1887" y="3948"/>
                  </a:cubicBezTo>
                  <a:cubicBezTo>
                    <a:pt x="1927" y="3895"/>
                    <a:pt x="1914" y="3828"/>
                    <a:pt x="1860" y="3801"/>
                  </a:cubicBezTo>
                  <a:cubicBezTo>
                    <a:pt x="1847" y="3788"/>
                    <a:pt x="1820" y="3775"/>
                    <a:pt x="1793" y="3734"/>
                  </a:cubicBezTo>
                  <a:cubicBezTo>
                    <a:pt x="1539" y="3507"/>
                    <a:pt x="776" y="2731"/>
                    <a:pt x="322" y="2276"/>
                  </a:cubicBezTo>
                  <a:cubicBezTo>
                    <a:pt x="255" y="2195"/>
                    <a:pt x="214" y="2102"/>
                    <a:pt x="214" y="2008"/>
                  </a:cubicBezTo>
                  <a:cubicBezTo>
                    <a:pt x="214" y="1914"/>
                    <a:pt x="255" y="1807"/>
                    <a:pt x="335" y="1741"/>
                  </a:cubicBezTo>
                  <a:lnTo>
                    <a:pt x="1874" y="188"/>
                  </a:lnTo>
                  <a:cubicBezTo>
                    <a:pt x="1914" y="148"/>
                    <a:pt x="1914" y="81"/>
                    <a:pt x="1874" y="41"/>
                  </a:cubicBezTo>
                  <a:cubicBezTo>
                    <a:pt x="1854" y="14"/>
                    <a:pt x="1827" y="1"/>
                    <a:pt x="1798" y="1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0" name="Google Shape;1384;p36">
              <a:extLst>
                <a:ext uri="{FF2B5EF4-FFF2-40B4-BE49-F238E27FC236}">
                  <a16:creationId xmlns:a16="http://schemas.microsoft.com/office/drawing/2014/main" id="{4FA3312D-72C0-05C0-88A3-B3F00CF4E457}"/>
                </a:ext>
              </a:extLst>
            </p:cNvPr>
            <p:cNvSpPr/>
            <p:nvPr/>
          </p:nvSpPr>
          <p:spPr>
            <a:xfrm>
              <a:off x="6654101" y="2950427"/>
              <a:ext cx="1738179" cy="1989402"/>
            </a:xfrm>
            <a:custGeom>
              <a:avLst/>
              <a:gdLst/>
              <a:ahLst/>
              <a:cxnLst/>
              <a:rect l="l" t="t" r="r" b="b"/>
              <a:pathLst>
                <a:path w="42447" h="49165" extrusionOk="0">
                  <a:moveTo>
                    <a:pt x="1" y="0"/>
                  </a:moveTo>
                  <a:lnTo>
                    <a:pt x="1" y="49164"/>
                  </a:lnTo>
                  <a:lnTo>
                    <a:pt x="36332" y="49164"/>
                  </a:lnTo>
                  <a:cubicBezTo>
                    <a:pt x="39704" y="49164"/>
                    <a:pt x="42447" y="46421"/>
                    <a:pt x="42447" y="43049"/>
                  </a:cubicBezTo>
                  <a:lnTo>
                    <a:pt x="42447" y="38084"/>
                  </a:lnTo>
                  <a:cubicBezTo>
                    <a:pt x="42447" y="38017"/>
                    <a:pt x="42393" y="37964"/>
                    <a:pt x="42340" y="37964"/>
                  </a:cubicBezTo>
                  <a:cubicBezTo>
                    <a:pt x="42273" y="37964"/>
                    <a:pt x="42219" y="38017"/>
                    <a:pt x="42219" y="38084"/>
                  </a:cubicBezTo>
                  <a:lnTo>
                    <a:pt x="42219" y="43049"/>
                  </a:lnTo>
                  <a:cubicBezTo>
                    <a:pt x="42219" y="44668"/>
                    <a:pt x="41564" y="46140"/>
                    <a:pt x="40493" y="47210"/>
                  </a:cubicBezTo>
                  <a:cubicBezTo>
                    <a:pt x="39423" y="48281"/>
                    <a:pt x="37951" y="48937"/>
                    <a:pt x="36332" y="48937"/>
                  </a:cubicBezTo>
                  <a:lnTo>
                    <a:pt x="228" y="48937"/>
                  </a:lnTo>
                  <a:lnTo>
                    <a:pt x="228" y="228"/>
                  </a:lnTo>
                  <a:lnTo>
                    <a:pt x="36332" y="228"/>
                  </a:lnTo>
                  <a:cubicBezTo>
                    <a:pt x="37951" y="228"/>
                    <a:pt x="39423" y="884"/>
                    <a:pt x="40493" y="1954"/>
                  </a:cubicBezTo>
                  <a:cubicBezTo>
                    <a:pt x="41564" y="3011"/>
                    <a:pt x="42219" y="4483"/>
                    <a:pt x="42219" y="6116"/>
                  </a:cubicBezTo>
                  <a:lnTo>
                    <a:pt x="42219" y="30229"/>
                  </a:lnTo>
                  <a:cubicBezTo>
                    <a:pt x="42219" y="30296"/>
                    <a:pt x="42273" y="30350"/>
                    <a:pt x="42340" y="30350"/>
                  </a:cubicBezTo>
                  <a:cubicBezTo>
                    <a:pt x="42393" y="30350"/>
                    <a:pt x="42447" y="30296"/>
                    <a:pt x="42447" y="30229"/>
                  </a:cubicBezTo>
                  <a:lnTo>
                    <a:pt x="42447" y="6116"/>
                  </a:lnTo>
                  <a:cubicBezTo>
                    <a:pt x="42447" y="2744"/>
                    <a:pt x="39704" y="0"/>
                    <a:pt x="36332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1" name="Google Shape;1385;p36">
              <a:extLst>
                <a:ext uri="{FF2B5EF4-FFF2-40B4-BE49-F238E27FC236}">
                  <a16:creationId xmlns:a16="http://schemas.microsoft.com/office/drawing/2014/main" id="{72E05C43-1B3B-634D-8B6D-F6A8435C7A2C}"/>
                </a:ext>
              </a:extLst>
            </p:cNvPr>
            <p:cNvSpPr/>
            <p:nvPr/>
          </p:nvSpPr>
          <p:spPr>
            <a:xfrm>
              <a:off x="8301907" y="4218158"/>
              <a:ext cx="164944" cy="77327"/>
            </a:xfrm>
            <a:custGeom>
              <a:avLst/>
              <a:gdLst/>
              <a:ahLst/>
              <a:cxnLst/>
              <a:rect l="l" t="t" r="r" b="b"/>
              <a:pathLst>
                <a:path w="4028" h="1911" extrusionOk="0">
                  <a:moveTo>
                    <a:pt x="3900" y="0"/>
                  </a:moveTo>
                  <a:cubicBezTo>
                    <a:pt x="3866" y="0"/>
                    <a:pt x="3830" y="18"/>
                    <a:pt x="3814" y="50"/>
                  </a:cubicBezTo>
                  <a:cubicBezTo>
                    <a:pt x="3814" y="63"/>
                    <a:pt x="3787" y="90"/>
                    <a:pt x="3747" y="117"/>
                  </a:cubicBezTo>
                  <a:cubicBezTo>
                    <a:pt x="3519" y="371"/>
                    <a:pt x="2743" y="1134"/>
                    <a:pt x="2288" y="1589"/>
                  </a:cubicBezTo>
                  <a:cubicBezTo>
                    <a:pt x="2208" y="1656"/>
                    <a:pt x="2114" y="1696"/>
                    <a:pt x="2021" y="1696"/>
                  </a:cubicBezTo>
                  <a:cubicBezTo>
                    <a:pt x="1927" y="1696"/>
                    <a:pt x="1820" y="1656"/>
                    <a:pt x="1753" y="1576"/>
                  </a:cubicBezTo>
                  <a:lnTo>
                    <a:pt x="214" y="37"/>
                  </a:lnTo>
                  <a:cubicBezTo>
                    <a:pt x="187" y="17"/>
                    <a:pt x="157" y="7"/>
                    <a:pt x="129" y="7"/>
                  </a:cubicBezTo>
                  <a:cubicBezTo>
                    <a:pt x="100" y="7"/>
                    <a:pt x="74" y="17"/>
                    <a:pt x="54" y="37"/>
                  </a:cubicBezTo>
                  <a:cubicBezTo>
                    <a:pt x="0" y="77"/>
                    <a:pt x="0" y="157"/>
                    <a:pt x="54" y="197"/>
                  </a:cubicBezTo>
                  <a:lnTo>
                    <a:pt x="1592" y="1736"/>
                  </a:lnTo>
                  <a:cubicBezTo>
                    <a:pt x="1713" y="1857"/>
                    <a:pt x="1860" y="1910"/>
                    <a:pt x="2021" y="1910"/>
                  </a:cubicBezTo>
                  <a:cubicBezTo>
                    <a:pt x="2168" y="1910"/>
                    <a:pt x="2328" y="1857"/>
                    <a:pt x="2435" y="1736"/>
                  </a:cubicBezTo>
                  <a:cubicBezTo>
                    <a:pt x="2703" y="1482"/>
                    <a:pt x="3078" y="1121"/>
                    <a:pt x="3386" y="799"/>
                  </a:cubicBezTo>
                  <a:cubicBezTo>
                    <a:pt x="3546" y="652"/>
                    <a:pt x="3693" y="505"/>
                    <a:pt x="3800" y="398"/>
                  </a:cubicBezTo>
                  <a:cubicBezTo>
                    <a:pt x="3854" y="345"/>
                    <a:pt x="3894" y="291"/>
                    <a:pt x="3921" y="264"/>
                  </a:cubicBezTo>
                  <a:lnTo>
                    <a:pt x="3961" y="211"/>
                  </a:lnTo>
                  <a:lnTo>
                    <a:pt x="4001" y="184"/>
                  </a:lnTo>
                  <a:cubicBezTo>
                    <a:pt x="4028" y="130"/>
                    <a:pt x="4014" y="50"/>
                    <a:pt x="3961" y="23"/>
                  </a:cubicBezTo>
                  <a:cubicBezTo>
                    <a:pt x="3945" y="8"/>
                    <a:pt x="3923" y="0"/>
                    <a:pt x="3900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2" name="Google Shape;1386;p36">
              <a:extLst>
                <a:ext uri="{FF2B5EF4-FFF2-40B4-BE49-F238E27FC236}">
                  <a16:creationId xmlns:a16="http://schemas.microsoft.com/office/drawing/2014/main" id="{D6FC76C8-D4AF-AD24-CA05-1E63B1877A93}"/>
                </a:ext>
              </a:extLst>
            </p:cNvPr>
            <p:cNvSpPr/>
            <p:nvPr/>
          </p:nvSpPr>
          <p:spPr>
            <a:xfrm>
              <a:off x="3814475" y="2977497"/>
              <a:ext cx="1737647" cy="1988835"/>
            </a:xfrm>
            <a:custGeom>
              <a:avLst/>
              <a:gdLst/>
              <a:ahLst/>
              <a:cxnLst/>
              <a:rect l="l" t="t" r="r" b="b"/>
              <a:pathLst>
                <a:path w="42434" h="49151" extrusionOk="0">
                  <a:moveTo>
                    <a:pt x="6116" y="0"/>
                  </a:moveTo>
                  <a:cubicBezTo>
                    <a:pt x="2730" y="0"/>
                    <a:pt x="0" y="2730"/>
                    <a:pt x="0" y="6116"/>
                  </a:cubicBezTo>
                  <a:lnTo>
                    <a:pt x="0" y="11080"/>
                  </a:lnTo>
                  <a:cubicBezTo>
                    <a:pt x="0" y="11134"/>
                    <a:pt x="40" y="11187"/>
                    <a:pt x="107" y="11187"/>
                  </a:cubicBezTo>
                  <a:cubicBezTo>
                    <a:pt x="174" y="11187"/>
                    <a:pt x="214" y="11134"/>
                    <a:pt x="214" y="11080"/>
                  </a:cubicBezTo>
                  <a:lnTo>
                    <a:pt x="214" y="6116"/>
                  </a:lnTo>
                  <a:cubicBezTo>
                    <a:pt x="214" y="4483"/>
                    <a:pt x="884" y="3011"/>
                    <a:pt x="1941" y="1941"/>
                  </a:cubicBezTo>
                  <a:cubicBezTo>
                    <a:pt x="3011" y="884"/>
                    <a:pt x="4483" y="215"/>
                    <a:pt x="6116" y="215"/>
                  </a:cubicBezTo>
                  <a:lnTo>
                    <a:pt x="42219" y="215"/>
                  </a:lnTo>
                  <a:lnTo>
                    <a:pt x="42219" y="48937"/>
                  </a:lnTo>
                  <a:lnTo>
                    <a:pt x="6116" y="48937"/>
                  </a:lnTo>
                  <a:cubicBezTo>
                    <a:pt x="4483" y="48937"/>
                    <a:pt x="3011" y="48268"/>
                    <a:pt x="1941" y="47211"/>
                  </a:cubicBezTo>
                  <a:cubicBezTo>
                    <a:pt x="884" y="46140"/>
                    <a:pt x="214" y="44668"/>
                    <a:pt x="214" y="43036"/>
                  </a:cubicBezTo>
                  <a:lnTo>
                    <a:pt x="214" y="18922"/>
                  </a:lnTo>
                  <a:cubicBezTo>
                    <a:pt x="214" y="18868"/>
                    <a:pt x="174" y="18815"/>
                    <a:pt x="107" y="18815"/>
                  </a:cubicBezTo>
                  <a:cubicBezTo>
                    <a:pt x="40" y="18815"/>
                    <a:pt x="0" y="18868"/>
                    <a:pt x="0" y="18922"/>
                  </a:cubicBezTo>
                  <a:lnTo>
                    <a:pt x="0" y="43036"/>
                  </a:lnTo>
                  <a:cubicBezTo>
                    <a:pt x="0" y="46421"/>
                    <a:pt x="2730" y="49151"/>
                    <a:pt x="6116" y="49151"/>
                  </a:cubicBezTo>
                  <a:lnTo>
                    <a:pt x="42433" y="49151"/>
                  </a:lnTo>
                  <a:lnTo>
                    <a:pt x="42433" y="0"/>
                  </a:ln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3" name="Google Shape;1387;p36">
              <a:extLst>
                <a:ext uri="{FF2B5EF4-FFF2-40B4-BE49-F238E27FC236}">
                  <a16:creationId xmlns:a16="http://schemas.microsoft.com/office/drawing/2014/main" id="{79C8D8A1-A63A-45FC-69D3-92A547FAF16E}"/>
                </a:ext>
              </a:extLst>
            </p:cNvPr>
            <p:cNvSpPr/>
            <p:nvPr/>
          </p:nvSpPr>
          <p:spPr>
            <a:xfrm>
              <a:off x="3739413" y="3621317"/>
              <a:ext cx="164944" cy="77448"/>
            </a:xfrm>
            <a:custGeom>
              <a:avLst/>
              <a:gdLst/>
              <a:ahLst/>
              <a:cxnLst/>
              <a:rect l="l" t="t" r="r" b="b"/>
              <a:pathLst>
                <a:path w="4028" h="1914" extrusionOk="0">
                  <a:moveTo>
                    <a:pt x="2021" y="0"/>
                  </a:moveTo>
                  <a:cubicBezTo>
                    <a:pt x="1860" y="0"/>
                    <a:pt x="1713" y="54"/>
                    <a:pt x="1592" y="174"/>
                  </a:cubicBezTo>
                  <a:cubicBezTo>
                    <a:pt x="1325" y="428"/>
                    <a:pt x="964" y="803"/>
                    <a:pt x="642" y="1111"/>
                  </a:cubicBezTo>
                  <a:cubicBezTo>
                    <a:pt x="495" y="1271"/>
                    <a:pt x="348" y="1405"/>
                    <a:pt x="241" y="1512"/>
                  </a:cubicBezTo>
                  <a:cubicBezTo>
                    <a:pt x="187" y="1579"/>
                    <a:pt x="147" y="1619"/>
                    <a:pt x="107" y="1659"/>
                  </a:cubicBezTo>
                  <a:lnTo>
                    <a:pt x="67" y="1700"/>
                  </a:lnTo>
                  <a:lnTo>
                    <a:pt x="40" y="1740"/>
                  </a:lnTo>
                  <a:cubicBezTo>
                    <a:pt x="0" y="1793"/>
                    <a:pt x="13" y="1860"/>
                    <a:pt x="67" y="1887"/>
                  </a:cubicBezTo>
                  <a:cubicBezTo>
                    <a:pt x="88" y="1903"/>
                    <a:pt x="111" y="1910"/>
                    <a:pt x="134" y="1910"/>
                  </a:cubicBezTo>
                  <a:cubicBezTo>
                    <a:pt x="169" y="1910"/>
                    <a:pt x="203" y="1893"/>
                    <a:pt x="228" y="1860"/>
                  </a:cubicBezTo>
                  <a:cubicBezTo>
                    <a:pt x="228" y="1860"/>
                    <a:pt x="254" y="1833"/>
                    <a:pt x="281" y="1793"/>
                  </a:cubicBezTo>
                  <a:cubicBezTo>
                    <a:pt x="522" y="1539"/>
                    <a:pt x="1298" y="776"/>
                    <a:pt x="1753" y="335"/>
                  </a:cubicBezTo>
                  <a:cubicBezTo>
                    <a:pt x="1820" y="254"/>
                    <a:pt x="1914" y="228"/>
                    <a:pt x="2021" y="228"/>
                  </a:cubicBezTo>
                  <a:cubicBezTo>
                    <a:pt x="2114" y="228"/>
                    <a:pt x="2208" y="268"/>
                    <a:pt x="2288" y="335"/>
                  </a:cubicBezTo>
                  <a:lnTo>
                    <a:pt x="3827" y="1874"/>
                  </a:lnTo>
                  <a:cubicBezTo>
                    <a:pt x="3847" y="1900"/>
                    <a:pt x="3877" y="1914"/>
                    <a:pt x="3907" y="1914"/>
                  </a:cubicBezTo>
                  <a:cubicBezTo>
                    <a:pt x="3938" y="1914"/>
                    <a:pt x="3968" y="1900"/>
                    <a:pt x="3988" y="1874"/>
                  </a:cubicBezTo>
                  <a:cubicBezTo>
                    <a:pt x="4028" y="1833"/>
                    <a:pt x="4028" y="1766"/>
                    <a:pt x="3988" y="1726"/>
                  </a:cubicBezTo>
                  <a:lnTo>
                    <a:pt x="2449" y="174"/>
                  </a:lnTo>
                  <a:cubicBezTo>
                    <a:pt x="2328" y="67"/>
                    <a:pt x="2168" y="0"/>
                    <a:pt x="2021" y="0"/>
                  </a:cubicBezTo>
                  <a:close/>
                </a:path>
              </a:pathLst>
            </a:custGeom>
            <a:solidFill>
              <a:srgbClr val="CFD8E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4" name="Google Shape;1388;p36">
              <a:extLst>
                <a:ext uri="{FF2B5EF4-FFF2-40B4-BE49-F238E27FC236}">
                  <a16:creationId xmlns:a16="http://schemas.microsoft.com/office/drawing/2014/main" id="{79B02138-A468-B76F-AC79-FEE8E3710FA0}"/>
                </a:ext>
              </a:extLst>
            </p:cNvPr>
            <p:cNvSpPr/>
            <p:nvPr/>
          </p:nvSpPr>
          <p:spPr>
            <a:xfrm>
              <a:off x="3771190" y="1696373"/>
              <a:ext cx="1055963" cy="1044006"/>
            </a:xfrm>
            <a:custGeom>
              <a:avLst/>
              <a:gdLst/>
              <a:ahLst/>
              <a:cxnLst/>
              <a:rect l="l" t="t" r="r" b="b"/>
              <a:pathLst>
                <a:path w="25787" h="25801" extrusionOk="0">
                  <a:moveTo>
                    <a:pt x="3252" y="1"/>
                  </a:moveTo>
                  <a:cubicBezTo>
                    <a:pt x="1459" y="1"/>
                    <a:pt x="0" y="1473"/>
                    <a:pt x="0" y="3266"/>
                  </a:cubicBezTo>
                  <a:lnTo>
                    <a:pt x="0" y="22535"/>
                  </a:lnTo>
                  <a:cubicBezTo>
                    <a:pt x="0" y="24328"/>
                    <a:pt x="1459" y="25800"/>
                    <a:pt x="3252" y="25800"/>
                  </a:cubicBezTo>
                  <a:lnTo>
                    <a:pt x="22521" y="25800"/>
                  </a:lnTo>
                  <a:cubicBezTo>
                    <a:pt x="24328" y="25800"/>
                    <a:pt x="25786" y="24328"/>
                    <a:pt x="25786" y="22535"/>
                  </a:cubicBezTo>
                  <a:lnTo>
                    <a:pt x="25786" y="3266"/>
                  </a:lnTo>
                  <a:cubicBezTo>
                    <a:pt x="25786" y="1473"/>
                    <a:pt x="24328" y="1"/>
                    <a:pt x="22521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5" name="Google Shape;1389;p36">
              <a:extLst>
                <a:ext uri="{FF2B5EF4-FFF2-40B4-BE49-F238E27FC236}">
                  <a16:creationId xmlns:a16="http://schemas.microsoft.com/office/drawing/2014/main" id="{0AF915E2-1122-A4BB-FF07-9824D1989A20}"/>
                </a:ext>
              </a:extLst>
            </p:cNvPr>
            <p:cNvSpPr/>
            <p:nvPr/>
          </p:nvSpPr>
          <p:spPr>
            <a:xfrm>
              <a:off x="4175044" y="2077056"/>
              <a:ext cx="1843951" cy="1821517"/>
            </a:xfrm>
            <a:custGeom>
              <a:avLst/>
              <a:gdLst/>
              <a:ahLst/>
              <a:cxnLst/>
              <a:rect l="l" t="t" r="r" b="b"/>
              <a:pathLst>
                <a:path w="45030" h="45016" extrusionOk="0">
                  <a:moveTo>
                    <a:pt x="11335" y="0"/>
                  </a:moveTo>
                  <a:cubicBezTo>
                    <a:pt x="5072" y="0"/>
                    <a:pt x="0" y="5072"/>
                    <a:pt x="0" y="11321"/>
                  </a:cubicBezTo>
                  <a:lnTo>
                    <a:pt x="0" y="33681"/>
                  </a:lnTo>
                  <a:cubicBezTo>
                    <a:pt x="0" y="39944"/>
                    <a:pt x="5072" y="45015"/>
                    <a:pt x="11335" y="45015"/>
                  </a:cubicBezTo>
                  <a:lnTo>
                    <a:pt x="33695" y="45015"/>
                  </a:lnTo>
                  <a:cubicBezTo>
                    <a:pt x="39958" y="45015"/>
                    <a:pt x="45029" y="39944"/>
                    <a:pt x="45029" y="33681"/>
                  </a:cubicBezTo>
                  <a:lnTo>
                    <a:pt x="45029" y="11321"/>
                  </a:lnTo>
                  <a:cubicBezTo>
                    <a:pt x="45029" y="5072"/>
                    <a:pt x="39958" y="0"/>
                    <a:pt x="33695" y="0"/>
                  </a:cubicBezTo>
                  <a:close/>
                </a:path>
              </a:pathLst>
            </a:custGeom>
            <a:solidFill>
              <a:srgbClr val="4F9A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FFFF"/>
                  </a:solidFill>
                  <a:latin typeface="Lora" pitchFamily="2" charset="0"/>
                  <a:ea typeface="Fira Sans ExtraBold"/>
                  <a:cs typeface="Fira Sans ExtraBold"/>
                  <a:sym typeface="Fira Sans ExtraBold"/>
                </a:rPr>
                <a:t>01</a:t>
              </a:r>
              <a:endParaRPr sz="3000" b="1">
                <a:solidFill>
                  <a:srgbClr val="FFFFFF"/>
                </a:solidFill>
                <a:latin typeface="Lora" pitchFamily="2" charset="0"/>
                <a:ea typeface="Fira Sans ExtraBold"/>
                <a:cs typeface="Fira Sans ExtraBold"/>
                <a:sym typeface="Fira Sans ExtraBold"/>
              </a:endParaRPr>
            </a:p>
          </p:txBody>
        </p:sp>
        <p:sp>
          <p:nvSpPr>
            <p:cNvPr id="36" name="Google Shape;1390;p36">
              <a:extLst>
                <a:ext uri="{FF2B5EF4-FFF2-40B4-BE49-F238E27FC236}">
                  <a16:creationId xmlns:a16="http://schemas.microsoft.com/office/drawing/2014/main" id="{5587C00D-F7DE-03B4-658E-442245E2492C}"/>
                </a:ext>
              </a:extLst>
            </p:cNvPr>
            <p:cNvSpPr/>
            <p:nvPr/>
          </p:nvSpPr>
          <p:spPr>
            <a:xfrm>
              <a:off x="6139559" y="2077056"/>
              <a:ext cx="1843379" cy="1821517"/>
            </a:xfrm>
            <a:custGeom>
              <a:avLst/>
              <a:gdLst/>
              <a:ahLst/>
              <a:cxnLst/>
              <a:rect l="l" t="t" r="r" b="b"/>
              <a:pathLst>
                <a:path w="45016" h="45016" extrusionOk="0">
                  <a:moveTo>
                    <a:pt x="11321" y="0"/>
                  </a:moveTo>
                  <a:cubicBezTo>
                    <a:pt x="5072" y="0"/>
                    <a:pt x="0" y="5072"/>
                    <a:pt x="0" y="11321"/>
                  </a:cubicBezTo>
                  <a:lnTo>
                    <a:pt x="0" y="33681"/>
                  </a:lnTo>
                  <a:cubicBezTo>
                    <a:pt x="0" y="39944"/>
                    <a:pt x="5072" y="45015"/>
                    <a:pt x="11321" y="45015"/>
                  </a:cubicBezTo>
                  <a:lnTo>
                    <a:pt x="33682" y="45015"/>
                  </a:lnTo>
                  <a:cubicBezTo>
                    <a:pt x="39944" y="45015"/>
                    <a:pt x="45016" y="39944"/>
                    <a:pt x="45016" y="33681"/>
                  </a:cubicBezTo>
                  <a:lnTo>
                    <a:pt x="45016" y="11321"/>
                  </a:lnTo>
                  <a:cubicBezTo>
                    <a:pt x="45016" y="5072"/>
                    <a:pt x="39944" y="0"/>
                    <a:pt x="336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rgbClr val="FFFFFF"/>
                  </a:solidFill>
                  <a:latin typeface="Lora" pitchFamily="2" charset="0"/>
                  <a:ea typeface="Fira Sans ExtraBold"/>
                  <a:cs typeface="Fira Sans ExtraBold"/>
                  <a:sym typeface="Fira Sans ExtraBold"/>
                </a:rPr>
                <a:t>02</a:t>
              </a:r>
              <a:endParaRPr sz="3000" b="1">
                <a:solidFill>
                  <a:srgbClr val="FFFFFF"/>
                </a:solidFill>
                <a:latin typeface="Lora" pitchFamily="2" charset="0"/>
                <a:ea typeface="Fira Sans ExtraBold"/>
                <a:cs typeface="Fira Sans ExtraBold"/>
                <a:sym typeface="Fira Sans ExtraBold"/>
              </a:endParaRPr>
            </a:p>
          </p:txBody>
        </p:sp>
        <p:sp>
          <p:nvSpPr>
            <p:cNvPr id="37" name="Google Shape;1391;p36">
              <a:extLst>
                <a:ext uri="{FF2B5EF4-FFF2-40B4-BE49-F238E27FC236}">
                  <a16:creationId xmlns:a16="http://schemas.microsoft.com/office/drawing/2014/main" id="{F66C1098-B980-9299-1E6F-7F8CB2D5EC47}"/>
                </a:ext>
              </a:extLst>
            </p:cNvPr>
            <p:cNvSpPr/>
            <p:nvPr/>
          </p:nvSpPr>
          <p:spPr>
            <a:xfrm>
              <a:off x="4175044" y="4006816"/>
              <a:ext cx="1843951" cy="1821557"/>
            </a:xfrm>
            <a:custGeom>
              <a:avLst/>
              <a:gdLst/>
              <a:ahLst/>
              <a:cxnLst/>
              <a:rect l="l" t="t" r="r" b="b"/>
              <a:pathLst>
                <a:path w="45030" h="45017" extrusionOk="0">
                  <a:moveTo>
                    <a:pt x="11335" y="1"/>
                  </a:moveTo>
                  <a:cubicBezTo>
                    <a:pt x="5072" y="1"/>
                    <a:pt x="0" y="5072"/>
                    <a:pt x="0" y="11335"/>
                  </a:cubicBezTo>
                  <a:lnTo>
                    <a:pt x="0" y="33695"/>
                  </a:lnTo>
                  <a:cubicBezTo>
                    <a:pt x="0" y="39945"/>
                    <a:pt x="5072" y="45016"/>
                    <a:pt x="11335" y="45016"/>
                  </a:cubicBezTo>
                  <a:lnTo>
                    <a:pt x="33695" y="45016"/>
                  </a:lnTo>
                  <a:cubicBezTo>
                    <a:pt x="39958" y="45016"/>
                    <a:pt x="45029" y="39945"/>
                    <a:pt x="45029" y="33695"/>
                  </a:cubicBezTo>
                  <a:lnTo>
                    <a:pt x="45029" y="11335"/>
                  </a:lnTo>
                  <a:cubicBezTo>
                    <a:pt x="45029" y="5072"/>
                    <a:pt x="39958" y="1"/>
                    <a:pt x="336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rgbClr val="FFFFFF"/>
                  </a:solidFill>
                  <a:latin typeface="Lora" pitchFamily="2" charset="0"/>
                  <a:ea typeface="Fira Sans ExtraBold"/>
                  <a:cs typeface="Fira Sans ExtraBold"/>
                  <a:sym typeface="Fira Sans ExtraBold"/>
                </a:rPr>
                <a:t>04</a:t>
              </a:r>
              <a:endParaRPr sz="3000" b="1">
                <a:solidFill>
                  <a:srgbClr val="FFFFFF"/>
                </a:solidFill>
                <a:latin typeface="Lora" pitchFamily="2" charset="0"/>
                <a:ea typeface="Fira Sans ExtraBold"/>
                <a:cs typeface="Fira Sans ExtraBold"/>
                <a:sym typeface="Fira Sans ExtraBold"/>
              </a:endParaRPr>
            </a:p>
          </p:txBody>
        </p:sp>
        <p:sp>
          <p:nvSpPr>
            <p:cNvPr id="38" name="Google Shape;1392;p36">
              <a:extLst>
                <a:ext uri="{FF2B5EF4-FFF2-40B4-BE49-F238E27FC236}">
                  <a16:creationId xmlns:a16="http://schemas.microsoft.com/office/drawing/2014/main" id="{1975621A-5183-34E4-4C46-D35C41A573FD}"/>
                </a:ext>
              </a:extLst>
            </p:cNvPr>
            <p:cNvSpPr/>
            <p:nvPr/>
          </p:nvSpPr>
          <p:spPr>
            <a:xfrm>
              <a:off x="6139559" y="4006816"/>
              <a:ext cx="1843379" cy="1821557"/>
            </a:xfrm>
            <a:custGeom>
              <a:avLst/>
              <a:gdLst/>
              <a:ahLst/>
              <a:cxnLst/>
              <a:rect l="l" t="t" r="r" b="b"/>
              <a:pathLst>
                <a:path w="45016" h="45017" extrusionOk="0">
                  <a:moveTo>
                    <a:pt x="11321" y="1"/>
                  </a:moveTo>
                  <a:cubicBezTo>
                    <a:pt x="5072" y="1"/>
                    <a:pt x="0" y="5072"/>
                    <a:pt x="0" y="11335"/>
                  </a:cubicBezTo>
                  <a:lnTo>
                    <a:pt x="0" y="33695"/>
                  </a:lnTo>
                  <a:cubicBezTo>
                    <a:pt x="0" y="39945"/>
                    <a:pt x="5072" y="45016"/>
                    <a:pt x="11321" y="45016"/>
                  </a:cubicBezTo>
                  <a:lnTo>
                    <a:pt x="33682" y="45016"/>
                  </a:lnTo>
                  <a:cubicBezTo>
                    <a:pt x="39944" y="45016"/>
                    <a:pt x="45016" y="39945"/>
                    <a:pt x="45016" y="33695"/>
                  </a:cubicBezTo>
                  <a:lnTo>
                    <a:pt x="45016" y="11335"/>
                  </a:lnTo>
                  <a:cubicBezTo>
                    <a:pt x="45016" y="5072"/>
                    <a:pt x="39944" y="1"/>
                    <a:pt x="336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rgbClr val="FFFFFF"/>
                  </a:solidFill>
                  <a:latin typeface="Lora" pitchFamily="2" charset="0"/>
                  <a:ea typeface="Fira Sans ExtraBold"/>
                  <a:cs typeface="Fira Sans ExtraBold"/>
                  <a:sym typeface="Fira Sans ExtraBold"/>
                </a:rPr>
                <a:t>03</a:t>
              </a:r>
              <a:endParaRPr sz="3000" b="1">
                <a:solidFill>
                  <a:srgbClr val="FFFFFF"/>
                </a:solidFill>
                <a:latin typeface="Lora" pitchFamily="2" charset="0"/>
                <a:ea typeface="Fira Sans ExtraBold"/>
                <a:cs typeface="Fira Sans ExtraBold"/>
                <a:sym typeface="Fira Sans ExtraBold"/>
              </a:endParaRPr>
            </a:p>
          </p:txBody>
        </p:sp>
        <p:sp>
          <p:nvSpPr>
            <p:cNvPr id="39" name="Google Shape;1393;p36">
              <a:extLst>
                <a:ext uri="{FF2B5EF4-FFF2-40B4-BE49-F238E27FC236}">
                  <a16:creationId xmlns:a16="http://schemas.microsoft.com/office/drawing/2014/main" id="{71FBF1AF-4ADA-6308-B6FE-803CAAA95437}"/>
                </a:ext>
              </a:extLst>
            </p:cNvPr>
            <p:cNvSpPr/>
            <p:nvPr/>
          </p:nvSpPr>
          <p:spPr>
            <a:xfrm>
              <a:off x="3881306" y="1804128"/>
              <a:ext cx="840650" cy="830641"/>
            </a:xfrm>
            <a:custGeom>
              <a:avLst/>
              <a:gdLst/>
              <a:ahLst/>
              <a:cxnLst/>
              <a:rect l="l" t="t" r="r" b="b"/>
              <a:pathLst>
                <a:path w="20529" h="20528" extrusionOk="0">
                  <a:moveTo>
                    <a:pt x="10265" y="1"/>
                  </a:moveTo>
                  <a:cubicBezTo>
                    <a:pt x="4604" y="1"/>
                    <a:pt x="1" y="4591"/>
                    <a:pt x="1" y="10264"/>
                  </a:cubicBezTo>
                  <a:cubicBezTo>
                    <a:pt x="1" y="15925"/>
                    <a:pt x="4604" y="20528"/>
                    <a:pt x="10265" y="20528"/>
                  </a:cubicBezTo>
                  <a:cubicBezTo>
                    <a:pt x="12125" y="20528"/>
                    <a:pt x="13878" y="20033"/>
                    <a:pt x="15376" y="19163"/>
                  </a:cubicBezTo>
                  <a:lnTo>
                    <a:pt x="18414" y="19163"/>
                  </a:lnTo>
                  <a:cubicBezTo>
                    <a:pt x="18869" y="19163"/>
                    <a:pt x="19244" y="18788"/>
                    <a:pt x="19244" y="18333"/>
                  </a:cubicBezTo>
                  <a:lnTo>
                    <a:pt x="19244" y="15229"/>
                  </a:lnTo>
                  <a:cubicBezTo>
                    <a:pt x="20060" y="13757"/>
                    <a:pt x="20528" y="12057"/>
                    <a:pt x="20528" y="10264"/>
                  </a:cubicBezTo>
                  <a:cubicBezTo>
                    <a:pt x="20528" y="4591"/>
                    <a:pt x="15938" y="1"/>
                    <a:pt x="10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0" name="Google Shape;1394;p36">
              <a:extLst>
                <a:ext uri="{FF2B5EF4-FFF2-40B4-BE49-F238E27FC236}">
                  <a16:creationId xmlns:a16="http://schemas.microsoft.com/office/drawing/2014/main" id="{4E4B348D-0902-9A64-BF34-720A82819E48}"/>
                </a:ext>
              </a:extLst>
            </p:cNvPr>
            <p:cNvSpPr/>
            <p:nvPr/>
          </p:nvSpPr>
          <p:spPr>
            <a:xfrm>
              <a:off x="7470040" y="1804128"/>
              <a:ext cx="841182" cy="830641"/>
            </a:xfrm>
            <a:custGeom>
              <a:avLst/>
              <a:gdLst/>
              <a:ahLst/>
              <a:cxnLst/>
              <a:rect l="l" t="t" r="r" b="b"/>
              <a:pathLst>
                <a:path w="20542" h="20528" extrusionOk="0">
                  <a:moveTo>
                    <a:pt x="10264" y="1"/>
                  </a:moveTo>
                  <a:cubicBezTo>
                    <a:pt x="4604" y="1"/>
                    <a:pt x="1" y="4591"/>
                    <a:pt x="1" y="10264"/>
                  </a:cubicBezTo>
                  <a:cubicBezTo>
                    <a:pt x="1" y="12124"/>
                    <a:pt x="509" y="13864"/>
                    <a:pt x="1366" y="15363"/>
                  </a:cubicBezTo>
                  <a:lnTo>
                    <a:pt x="1366" y="18414"/>
                  </a:lnTo>
                  <a:cubicBezTo>
                    <a:pt x="1366" y="18869"/>
                    <a:pt x="1740" y="19243"/>
                    <a:pt x="2195" y="19243"/>
                  </a:cubicBezTo>
                  <a:lnTo>
                    <a:pt x="5300" y="19243"/>
                  </a:lnTo>
                  <a:cubicBezTo>
                    <a:pt x="6772" y="20060"/>
                    <a:pt x="8471" y="20528"/>
                    <a:pt x="10264" y="20528"/>
                  </a:cubicBezTo>
                  <a:cubicBezTo>
                    <a:pt x="15938" y="20528"/>
                    <a:pt x="20541" y="15925"/>
                    <a:pt x="20541" y="10264"/>
                  </a:cubicBezTo>
                  <a:cubicBezTo>
                    <a:pt x="20541" y="4591"/>
                    <a:pt x="15938" y="1"/>
                    <a:pt x="102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1" name="Google Shape;1395;p36">
              <a:extLst>
                <a:ext uri="{FF2B5EF4-FFF2-40B4-BE49-F238E27FC236}">
                  <a16:creationId xmlns:a16="http://schemas.microsoft.com/office/drawing/2014/main" id="{38FED07B-57BD-331A-9895-719358B5A357}"/>
                </a:ext>
              </a:extLst>
            </p:cNvPr>
            <p:cNvSpPr/>
            <p:nvPr/>
          </p:nvSpPr>
          <p:spPr>
            <a:xfrm>
              <a:off x="7470040" y="5320432"/>
              <a:ext cx="841182" cy="830641"/>
            </a:xfrm>
            <a:custGeom>
              <a:avLst/>
              <a:gdLst/>
              <a:ahLst/>
              <a:cxnLst/>
              <a:rect l="l" t="t" r="r" b="b"/>
              <a:pathLst>
                <a:path w="20542" h="20528" extrusionOk="0">
                  <a:moveTo>
                    <a:pt x="10264" y="0"/>
                  </a:moveTo>
                  <a:cubicBezTo>
                    <a:pt x="8404" y="0"/>
                    <a:pt x="6665" y="496"/>
                    <a:pt x="5166" y="1365"/>
                  </a:cubicBezTo>
                  <a:lnTo>
                    <a:pt x="2115" y="1365"/>
                  </a:lnTo>
                  <a:cubicBezTo>
                    <a:pt x="1660" y="1365"/>
                    <a:pt x="1285" y="1740"/>
                    <a:pt x="1285" y="2195"/>
                  </a:cubicBezTo>
                  <a:lnTo>
                    <a:pt x="1285" y="5286"/>
                  </a:lnTo>
                  <a:cubicBezTo>
                    <a:pt x="469" y="6771"/>
                    <a:pt x="1" y="8458"/>
                    <a:pt x="1" y="10264"/>
                  </a:cubicBezTo>
                  <a:cubicBezTo>
                    <a:pt x="1" y="15938"/>
                    <a:pt x="4604" y="20528"/>
                    <a:pt x="10264" y="20528"/>
                  </a:cubicBezTo>
                  <a:cubicBezTo>
                    <a:pt x="15938" y="20528"/>
                    <a:pt x="20541" y="15938"/>
                    <a:pt x="20541" y="10264"/>
                  </a:cubicBezTo>
                  <a:cubicBezTo>
                    <a:pt x="20541" y="4590"/>
                    <a:pt x="15938" y="0"/>
                    <a:pt x="10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2" name="Google Shape;1396;p36">
              <a:extLst>
                <a:ext uri="{FF2B5EF4-FFF2-40B4-BE49-F238E27FC236}">
                  <a16:creationId xmlns:a16="http://schemas.microsoft.com/office/drawing/2014/main" id="{9F41EBA2-4FBE-7E71-3F04-683A669FA261}"/>
                </a:ext>
              </a:extLst>
            </p:cNvPr>
            <p:cNvSpPr/>
            <p:nvPr/>
          </p:nvSpPr>
          <p:spPr>
            <a:xfrm>
              <a:off x="3881306" y="5290651"/>
              <a:ext cx="840650" cy="830641"/>
            </a:xfrm>
            <a:custGeom>
              <a:avLst/>
              <a:gdLst/>
              <a:ahLst/>
              <a:cxnLst/>
              <a:rect l="l" t="t" r="r" b="b"/>
              <a:pathLst>
                <a:path w="20529" h="20528" extrusionOk="0">
                  <a:moveTo>
                    <a:pt x="10265" y="0"/>
                  </a:moveTo>
                  <a:cubicBezTo>
                    <a:pt x="4604" y="0"/>
                    <a:pt x="1" y="4590"/>
                    <a:pt x="1" y="10264"/>
                  </a:cubicBezTo>
                  <a:cubicBezTo>
                    <a:pt x="1" y="15938"/>
                    <a:pt x="4604" y="20528"/>
                    <a:pt x="10265" y="20528"/>
                  </a:cubicBezTo>
                  <a:cubicBezTo>
                    <a:pt x="15938" y="20528"/>
                    <a:pt x="20528" y="15938"/>
                    <a:pt x="20528" y="10264"/>
                  </a:cubicBezTo>
                  <a:cubicBezTo>
                    <a:pt x="20528" y="8404"/>
                    <a:pt x="20033" y="6664"/>
                    <a:pt x="19163" y="5152"/>
                  </a:cubicBezTo>
                  <a:lnTo>
                    <a:pt x="19163" y="2115"/>
                  </a:lnTo>
                  <a:cubicBezTo>
                    <a:pt x="19163" y="1660"/>
                    <a:pt x="18802" y="1285"/>
                    <a:pt x="18334" y="1285"/>
                  </a:cubicBezTo>
                  <a:lnTo>
                    <a:pt x="15242" y="1285"/>
                  </a:lnTo>
                  <a:cubicBezTo>
                    <a:pt x="13771" y="469"/>
                    <a:pt x="12071" y="0"/>
                    <a:pt x="10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3" name="Google Shape;1397;p36">
              <a:extLst>
                <a:ext uri="{FF2B5EF4-FFF2-40B4-BE49-F238E27FC236}">
                  <a16:creationId xmlns:a16="http://schemas.microsoft.com/office/drawing/2014/main" id="{36052414-FC7B-F7B8-B953-B7FB8A34E9F6}"/>
                </a:ext>
              </a:extLst>
            </p:cNvPr>
            <p:cNvSpPr txBox="1"/>
            <p:nvPr/>
          </p:nvSpPr>
          <p:spPr>
            <a:xfrm>
              <a:off x="1524967" y="4791378"/>
              <a:ext cx="1895327" cy="3574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Deliver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" name="Google Shape;1398;p36">
              <a:extLst>
                <a:ext uri="{FF2B5EF4-FFF2-40B4-BE49-F238E27FC236}">
                  <a16:creationId xmlns:a16="http://schemas.microsoft.com/office/drawing/2014/main" id="{E0553632-197B-B2B3-A6D6-4B651AE9DBD2}"/>
                </a:ext>
              </a:extLst>
            </p:cNvPr>
            <p:cNvSpPr txBox="1"/>
            <p:nvPr/>
          </p:nvSpPr>
          <p:spPr>
            <a:xfrm>
              <a:off x="8776428" y="2553785"/>
              <a:ext cx="1871470" cy="3574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Shipping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5" name="Google Shape;1399;p36">
              <a:extLst>
                <a:ext uri="{FF2B5EF4-FFF2-40B4-BE49-F238E27FC236}">
                  <a16:creationId xmlns:a16="http://schemas.microsoft.com/office/drawing/2014/main" id="{EF1C6709-EB01-5EE2-9FA4-D676D46464CB}"/>
                </a:ext>
              </a:extLst>
            </p:cNvPr>
            <p:cNvSpPr txBox="1"/>
            <p:nvPr/>
          </p:nvSpPr>
          <p:spPr>
            <a:xfrm>
              <a:off x="1524955" y="2553781"/>
              <a:ext cx="1896110" cy="362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Setting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6" name="Google Shape;1400;p36">
              <a:extLst>
                <a:ext uri="{FF2B5EF4-FFF2-40B4-BE49-F238E27FC236}">
                  <a16:creationId xmlns:a16="http://schemas.microsoft.com/office/drawing/2014/main" id="{65D67D13-E018-3B96-3471-F2D19AFF3646}"/>
                </a:ext>
              </a:extLst>
            </p:cNvPr>
            <p:cNvSpPr txBox="1"/>
            <p:nvPr/>
          </p:nvSpPr>
          <p:spPr>
            <a:xfrm>
              <a:off x="8776428" y="4791368"/>
              <a:ext cx="1871470" cy="3574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Purchase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7" name="Google Shape;1402;p36">
              <a:extLst>
                <a:ext uri="{FF2B5EF4-FFF2-40B4-BE49-F238E27FC236}">
                  <a16:creationId xmlns:a16="http://schemas.microsoft.com/office/drawing/2014/main" id="{03AFB79A-D914-1E64-FFAC-7DA70217F7B2}"/>
                </a:ext>
              </a:extLst>
            </p:cNvPr>
            <p:cNvSpPr txBox="1"/>
            <p:nvPr/>
          </p:nvSpPr>
          <p:spPr>
            <a:xfrm>
              <a:off x="8776428" y="2885311"/>
              <a:ext cx="1843486" cy="619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48" name="Google Shape;1403;p36">
              <a:extLst>
                <a:ext uri="{FF2B5EF4-FFF2-40B4-BE49-F238E27FC236}">
                  <a16:creationId xmlns:a16="http://schemas.microsoft.com/office/drawing/2014/main" id="{15716041-0875-194E-93ED-F165CA56E0A2}"/>
                </a:ext>
              </a:extLst>
            </p:cNvPr>
            <p:cNvSpPr txBox="1"/>
            <p:nvPr/>
          </p:nvSpPr>
          <p:spPr>
            <a:xfrm>
              <a:off x="1533982" y="5022785"/>
              <a:ext cx="1816996" cy="6152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49" name="Google Shape;1404;p36">
              <a:extLst>
                <a:ext uri="{FF2B5EF4-FFF2-40B4-BE49-F238E27FC236}">
                  <a16:creationId xmlns:a16="http://schemas.microsoft.com/office/drawing/2014/main" id="{2C22702A-1983-CCE5-DFC2-A1E12A413C31}"/>
                </a:ext>
              </a:extLst>
            </p:cNvPr>
            <p:cNvSpPr txBox="1"/>
            <p:nvPr/>
          </p:nvSpPr>
          <p:spPr>
            <a:xfrm>
              <a:off x="8664036" y="5022785"/>
              <a:ext cx="1955875" cy="619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0" name="Google Shape;1405;p36">
              <a:extLst>
                <a:ext uri="{FF2B5EF4-FFF2-40B4-BE49-F238E27FC236}">
                  <a16:creationId xmlns:a16="http://schemas.microsoft.com/office/drawing/2014/main" id="{BD805E13-B2F6-CB39-B675-3D72AF33E749}"/>
                </a:ext>
              </a:extLst>
            </p:cNvPr>
            <p:cNvSpPr txBox="1"/>
            <p:nvPr/>
          </p:nvSpPr>
          <p:spPr>
            <a:xfrm>
              <a:off x="1524954" y="2885311"/>
              <a:ext cx="1822647" cy="619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150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51" name="Google Shape;1406;p36">
              <a:extLst>
                <a:ext uri="{FF2B5EF4-FFF2-40B4-BE49-F238E27FC236}">
                  <a16:creationId xmlns:a16="http://schemas.microsoft.com/office/drawing/2014/main" id="{605696DE-04BF-F7C8-DE06-DB0232B37DA9}"/>
                </a:ext>
              </a:extLst>
            </p:cNvPr>
            <p:cNvGrpSpPr/>
            <p:nvPr/>
          </p:nvGrpSpPr>
          <p:grpSpPr>
            <a:xfrm>
              <a:off x="7613229" y="1994479"/>
              <a:ext cx="554825" cy="447758"/>
              <a:chOff x="6569275" y="2077500"/>
              <a:chExt cx="425575" cy="343450"/>
            </a:xfrm>
            <a:noFill/>
          </p:grpSpPr>
          <p:sp>
            <p:nvSpPr>
              <p:cNvPr id="63" name="Google Shape;1407;p36">
                <a:extLst>
                  <a:ext uri="{FF2B5EF4-FFF2-40B4-BE49-F238E27FC236}">
                    <a16:creationId xmlns:a16="http://schemas.microsoft.com/office/drawing/2014/main" id="{161C54A4-F8EA-CAA0-59D0-84012BC0F37E}"/>
                  </a:ext>
                </a:extLst>
              </p:cNvPr>
              <p:cNvSpPr/>
              <p:nvPr/>
            </p:nvSpPr>
            <p:spPr>
              <a:xfrm>
                <a:off x="6644325" y="2077500"/>
                <a:ext cx="315175" cy="194925"/>
              </a:xfrm>
              <a:custGeom>
                <a:avLst/>
                <a:gdLst/>
                <a:ahLst/>
                <a:cxnLst/>
                <a:rect l="l" t="t" r="r" b="b"/>
                <a:pathLst>
                  <a:path w="12607" h="7797" extrusionOk="0">
                    <a:moveTo>
                      <a:pt x="3773" y="5454"/>
                    </a:moveTo>
                    <a:lnTo>
                      <a:pt x="3773" y="6979"/>
                    </a:lnTo>
                    <a:lnTo>
                      <a:pt x="1604" y="6979"/>
                    </a:lnTo>
                    <a:lnTo>
                      <a:pt x="1604" y="5454"/>
                    </a:lnTo>
                    <a:close/>
                    <a:moveTo>
                      <a:pt x="7372" y="5454"/>
                    </a:moveTo>
                    <a:lnTo>
                      <a:pt x="7372" y="6979"/>
                    </a:lnTo>
                    <a:lnTo>
                      <a:pt x="5203" y="6979"/>
                    </a:lnTo>
                    <a:lnTo>
                      <a:pt x="5203" y="5454"/>
                    </a:lnTo>
                    <a:close/>
                    <a:moveTo>
                      <a:pt x="11003" y="5454"/>
                    </a:moveTo>
                    <a:lnTo>
                      <a:pt x="11003" y="6979"/>
                    </a:lnTo>
                    <a:lnTo>
                      <a:pt x="8834" y="6979"/>
                    </a:lnTo>
                    <a:lnTo>
                      <a:pt x="8834" y="5454"/>
                    </a:lnTo>
                    <a:close/>
                    <a:moveTo>
                      <a:pt x="8174" y="0"/>
                    </a:moveTo>
                    <a:lnTo>
                      <a:pt x="8174" y="4339"/>
                    </a:lnTo>
                    <a:lnTo>
                      <a:pt x="0" y="4339"/>
                    </a:lnTo>
                    <a:lnTo>
                      <a:pt x="0" y="7796"/>
                    </a:lnTo>
                    <a:lnTo>
                      <a:pt x="12606" y="7796"/>
                    </a:lnTo>
                    <a:lnTo>
                      <a:pt x="12606" y="4339"/>
                    </a:lnTo>
                    <a:lnTo>
                      <a:pt x="11097" y="4339"/>
                    </a:lnTo>
                    <a:lnTo>
                      <a:pt x="11097" y="0"/>
                    </a:lnTo>
                    <a:close/>
                  </a:path>
                </a:pathLst>
              </a:custGeom>
              <a:grpFill/>
              <a:ln>
                <a:solidFill>
                  <a:schemeClr val="accent6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4" name="Google Shape;1408;p36">
                <a:extLst>
                  <a:ext uri="{FF2B5EF4-FFF2-40B4-BE49-F238E27FC236}">
                    <a16:creationId xmlns:a16="http://schemas.microsoft.com/office/drawing/2014/main" id="{8A3EAA56-F1AE-A2C6-49D7-1D7E291123EB}"/>
                  </a:ext>
                </a:extLst>
              </p:cNvPr>
              <p:cNvSpPr/>
              <p:nvPr/>
            </p:nvSpPr>
            <p:spPr>
              <a:xfrm>
                <a:off x="6569275" y="2284175"/>
                <a:ext cx="425575" cy="136775"/>
              </a:xfrm>
              <a:custGeom>
                <a:avLst/>
                <a:gdLst/>
                <a:ahLst/>
                <a:cxnLst/>
                <a:rect l="l" t="t" r="r" b="b"/>
                <a:pathLst>
                  <a:path w="17023" h="5471" extrusionOk="0">
                    <a:moveTo>
                      <a:pt x="0" y="1"/>
                    </a:moveTo>
                    <a:lnTo>
                      <a:pt x="1902" y="5471"/>
                    </a:lnTo>
                    <a:lnTo>
                      <a:pt x="16425" y="5471"/>
                    </a:lnTo>
                    <a:lnTo>
                      <a:pt x="17023" y="1"/>
                    </a:lnTo>
                    <a:close/>
                  </a:path>
                </a:pathLst>
              </a:custGeom>
              <a:grpFill/>
              <a:ln>
                <a:solidFill>
                  <a:schemeClr val="accent6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52" name="Google Shape;1409;p36">
              <a:extLst>
                <a:ext uri="{FF2B5EF4-FFF2-40B4-BE49-F238E27FC236}">
                  <a16:creationId xmlns:a16="http://schemas.microsoft.com/office/drawing/2014/main" id="{DA7A2101-96D4-EFF3-1711-8076F22F09D0}"/>
                </a:ext>
              </a:extLst>
            </p:cNvPr>
            <p:cNvGrpSpPr/>
            <p:nvPr/>
          </p:nvGrpSpPr>
          <p:grpSpPr>
            <a:xfrm>
              <a:off x="7605000" y="5520026"/>
              <a:ext cx="571251" cy="429832"/>
              <a:chOff x="3879925" y="3450450"/>
              <a:chExt cx="438175" cy="329700"/>
            </a:xfrm>
            <a:noFill/>
          </p:grpSpPr>
          <p:sp>
            <p:nvSpPr>
              <p:cNvPr id="59" name="Google Shape;1410;p36">
                <a:extLst>
                  <a:ext uri="{FF2B5EF4-FFF2-40B4-BE49-F238E27FC236}">
                    <a16:creationId xmlns:a16="http://schemas.microsoft.com/office/drawing/2014/main" id="{C2556745-E5D6-E10D-1B02-90BA4C077EAA}"/>
                  </a:ext>
                </a:extLst>
              </p:cNvPr>
              <p:cNvSpPr/>
              <p:nvPr/>
            </p:nvSpPr>
            <p:spPr>
              <a:xfrm>
                <a:off x="3964800" y="3450450"/>
                <a:ext cx="353300" cy="205525"/>
              </a:xfrm>
              <a:custGeom>
                <a:avLst/>
                <a:gdLst/>
                <a:ahLst/>
                <a:cxnLst/>
                <a:rect l="l" t="t" r="r" b="b"/>
                <a:pathLst>
                  <a:path w="14132" h="8221" extrusionOk="0">
                    <a:moveTo>
                      <a:pt x="17" y="0"/>
                    </a:moveTo>
                    <a:lnTo>
                      <a:pt x="1" y="8221"/>
                    </a:lnTo>
                    <a:lnTo>
                      <a:pt x="11994" y="8221"/>
                    </a:lnTo>
                    <a:lnTo>
                      <a:pt x="14131" y="0"/>
                    </a:lnTo>
                    <a:close/>
                  </a:path>
                </a:pathLst>
              </a:custGeom>
              <a:grpFill/>
              <a:ln>
                <a:solidFill>
                  <a:schemeClr val="accent5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0" name="Google Shape;1411;p36">
                <a:extLst>
                  <a:ext uri="{FF2B5EF4-FFF2-40B4-BE49-F238E27FC236}">
                    <a16:creationId xmlns:a16="http://schemas.microsoft.com/office/drawing/2014/main" id="{D639DEF6-9E30-4529-CD09-8A2D600D532D}"/>
                  </a:ext>
                </a:extLst>
              </p:cNvPr>
              <p:cNvSpPr/>
              <p:nvPr/>
            </p:nvSpPr>
            <p:spPr>
              <a:xfrm>
                <a:off x="3965200" y="3709400"/>
                <a:ext cx="70750" cy="70750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830" extrusionOk="0">
                    <a:moveTo>
                      <a:pt x="1415" y="0"/>
                    </a:moveTo>
                    <a:lnTo>
                      <a:pt x="1132" y="16"/>
                    </a:lnTo>
                    <a:lnTo>
                      <a:pt x="614" y="236"/>
                    </a:lnTo>
                    <a:lnTo>
                      <a:pt x="236" y="613"/>
                    </a:lnTo>
                    <a:lnTo>
                      <a:pt x="16" y="1116"/>
                    </a:lnTo>
                    <a:lnTo>
                      <a:pt x="1" y="1415"/>
                    </a:lnTo>
                    <a:lnTo>
                      <a:pt x="16" y="1698"/>
                    </a:lnTo>
                    <a:lnTo>
                      <a:pt x="236" y="2201"/>
                    </a:lnTo>
                    <a:lnTo>
                      <a:pt x="614" y="2594"/>
                    </a:lnTo>
                    <a:lnTo>
                      <a:pt x="1132" y="2814"/>
                    </a:lnTo>
                    <a:lnTo>
                      <a:pt x="1415" y="2829"/>
                    </a:lnTo>
                    <a:lnTo>
                      <a:pt x="1698" y="2814"/>
                    </a:lnTo>
                    <a:lnTo>
                      <a:pt x="2217" y="2594"/>
                    </a:lnTo>
                    <a:lnTo>
                      <a:pt x="2594" y="2201"/>
                    </a:lnTo>
                    <a:lnTo>
                      <a:pt x="2814" y="1698"/>
                    </a:lnTo>
                    <a:lnTo>
                      <a:pt x="2830" y="1415"/>
                    </a:lnTo>
                    <a:lnTo>
                      <a:pt x="2814" y="1116"/>
                    </a:lnTo>
                    <a:lnTo>
                      <a:pt x="2594" y="613"/>
                    </a:lnTo>
                    <a:lnTo>
                      <a:pt x="2217" y="236"/>
                    </a:lnTo>
                    <a:lnTo>
                      <a:pt x="1698" y="16"/>
                    </a:lnTo>
                    <a:lnTo>
                      <a:pt x="1415" y="0"/>
                    </a:lnTo>
                    <a:close/>
                  </a:path>
                </a:pathLst>
              </a:custGeom>
              <a:grpFill/>
              <a:ln>
                <a:solidFill>
                  <a:schemeClr val="accent5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1" name="Google Shape;1412;p36">
                <a:extLst>
                  <a:ext uri="{FF2B5EF4-FFF2-40B4-BE49-F238E27FC236}">
                    <a16:creationId xmlns:a16="http://schemas.microsoft.com/office/drawing/2014/main" id="{2F2EC26B-8300-DC98-CFD0-B544FB1747C7}"/>
                  </a:ext>
                </a:extLst>
              </p:cNvPr>
              <p:cNvSpPr/>
              <p:nvPr/>
            </p:nvSpPr>
            <p:spPr>
              <a:xfrm>
                <a:off x="4168350" y="3709400"/>
                <a:ext cx="70750" cy="70750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830" extrusionOk="0">
                    <a:moveTo>
                      <a:pt x="1415" y="0"/>
                    </a:moveTo>
                    <a:lnTo>
                      <a:pt x="1117" y="16"/>
                    </a:lnTo>
                    <a:lnTo>
                      <a:pt x="614" y="236"/>
                    </a:lnTo>
                    <a:lnTo>
                      <a:pt x="221" y="613"/>
                    </a:lnTo>
                    <a:lnTo>
                      <a:pt x="16" y="1116"/>
                    </a:lnTo>
                    <a:lnTo>
                      <a:pt x="1" y="1415"/>
                    </a:lnTo>
                    <a:lnTo>
                      <a:pt x="16" y="1698"/>
                    </a:lnTo>
                    <a:lnTo>
                      <a:pt x="221" y="2201"/>
                    </a:lnTo>
                    <a:lnTo>
                      <a:pt x="614" y="2594"/>
                    </a:lnTo>
                    <a:lnTo>
                      <a:pt x="1117" y="2814"/>
                    </a:lnTo>
                    <a:lnTo>
                      <a:pt x="1415" y="2829"/>
                    </a:lnTo>
                    <a:lnTo>
                      <a:pt x="1698" y="2814"/>
                    </a:lnTo>
                    <a:lnTo>
                      <a:pt x="2201" y="2594"/>
                    </a:lnTo>
                    <a:lnTo>
                      <a:pt x="2594" y="2201"/>
                    </a:lnTo>
                    <a:lnTo>
                      <a:pt x="2798" y="1698"/>
                    </a:lnTo>
                    <a:lnTo>
                      <a:pt x="2830" y="1415"/>
                    </a:lnTo>
                    <a:lnTo>
                      <a:pt x="2798" y="1116"/>
                    </a:lnTo>
                    <a:lnTo>
                      <a:pt x="2594" y="613"/>
                    </a:lnTo>
                    <a:lnTo>
                      <a:pt x="2201" y="236"/>
                    </a:lnTo>
                    <a:lnTo>
                      <a:pt x="1698" y="16"/>
                    </a:lnTo>
                    <a:lnTo>
                      <a:pt x="1415" y="0"/>
                    </a:lnTo>
                    <a:close/>
                  </a:path>
                </a:pathLst>
              </a:custGeom>
              <a:grpFill/>
              <a:ln>
                <a:solidFill>
                  <a:schemeClr val="accent5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2" name="Google Shape;1413;p36">
                <a:extLst>
                  <a:ext uri="{FF2B5EF4-FFF2-40B4-BE49-F238E27FC236}">
                    <a16:creationId xmlns:a16="http://schemas.microsoft.com/office/drawing/2014/main" id="{8A03FD82-DA74-BEDE-DFC1-69499C4027A9}"/>
                  </a:ext>
                </a:extLst>
              </p:cNvPr>
              <p:cNvSpPr/>
              <p:nvPr/>
            </p:nvSpPr>
            <p:spPr>
              <a:xfrm>
                <a:off x="3879925" y="3450450"/>
                <a:ext cx="378825" cy="243250"/>
              </a:xfrm>
              <a:custGeom>
                <a:avLst/>
                <a:gdLst/>
                <a:ahLst/>
                <a:cxnLst/>
                <a:rect l="l" t="t" r="r" b="b"/>
                <a:pathLst>
                  <a:path w="15153" h="9730" extrusionOk="0">
                    <a:moveTo>
                      <a:pt x="614" y="0"/>
                    </a:moveTo>
                    <a:lnTo>
                      <a:pt x="488" y="16"/>
                    </a:lnTo>
                    <a:lnTo>
                      <a:pt x="268" y="126"/>
                    </a:lnTo>
                    <a:lnTo>
                      <a:pt x="95" y="299"/>
                    </a:lnTo>
                    <a:lnTo>
                      <a:pt x="1" y="535"/>
                    </a:lnTo>
                    <a:lnTo>
                      <a:pt x="1" y="660"/>
                    </a:lnTo>
                    <a:lnTo>
                      <a:pt x="1" y="786"/>
                    </a:lnTo>
                    <a:lnTo>
                      <a:pt x="95" y="1022"/>
                    </a:lnTo>
                    <a:lnTo>
                      <a:pt x="268" y="1195"/>
                    </a:lnTo>
                    <a:lnTo>
                      <a:pt x="488" y="1305"/>
                    </a:lnTo>
                    <a:lnTo>
                      <a:pt x="614" y="1320"/>
                    </a:lnTo>
                    <a:lnTo>
                      <a:pt x="1840" y="1320"/>
                    </a:lnTo>
                    <a:lnTo>
                      <a:pt x="1840" y="9730"/>
                    </a:lnTo>
                    <a:lnTo>
                      <a:pt x="14964" y="9730"/>
                    </a:lnTo>
                    <a:lnTo>
                      <a:pt x="15153" y="8786"/>
                    </a:lnTo>
                    <a:lnTo>
                      <a:pt x="2783" y="8786"/>
                    </a:lnTo>
                    <a:lnTo>
                      <a:pt x="2783" y="0"/>
                    </a:lnTo>
                    <a:close/>
                  </a:path>
                </a:pathLst>
              </a:custGeom>
              <a:grpFill/>
              <a:ln>
                <a:solidFill>
                  <a:schemeClr val="accent5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53" name="Google Shape;1414;p36">
              <a:extLst>
                <a:ext uri="{FF2B5EF4-FFF2-40B4-BE49-F238E27FC236}">
                  <a16:creationId xmlns:a16="http://schemas.microsoft.com/office/drawing/2014/main" id="{94150224-7808-51CC-754B-B6AF2FEE96D3}"/>
                </a:ext>
              </a:extLst>
            </p:cNvPr>
            <p:cNvSpPr/>
            <p:nvPr/>
          </p:nvSpPr>
          <p:spPr>
            <a:xfrm>
              <a:off x="4050467" y="1971584"/>
              <a:ext cx="481176" cy="481213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6427" y="3592"/>
                  </a:moveTo>
                  <a:cubicBezTo>
                    <a:pt x="7939" y="3592"/>
                    <a:pt x="9168" y="4821"/>
                    <a:pt x="9168" y="6365"/>
                  </a:cubicBezTo>
                  <a:cubicBezTo>
                    <a:pt x="9168" y="7846"/>
                    <a:pt x="7908" y="9106"/>
                    <a:pt x="6427" y="9106"/>
                  </a:cubicBezTo>
                  <a:cubicBezTo>
                    <a:pt x="4883" y="9106"/>
                    <a:pt x="3655" y="7877"/>
                    <a:pt x="3655" y="6365"/>
                  </a:cubicBezTo>
                  <a:cubicBezTo>
                    <a:pt x="3655" y="4821"/>
                    <a:pt x="4883" y="3592"/>
                    <a:pt x="6427" y="3592"/>
                  </a:cubicBez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52"/>
                  </a:cubicBezTo>
                  <a:lnTo>
                    <a:pt x="5009" y="1576"/>
                  </a:lnTo>
                  <a:cubicBezTo>
                    <a:pt x="4631" y="1702"/>
                    <a:pt x="4285" y="1828"/>
                    <a:pt x="3970" y="2017"/>
                  </a:cubicBezTo>
                  <a:lnTo>
                    <a:pt x="3466" y="1513"/>
                  </a:lnTo>
                  <a:cubicBezTo>
                    <a:pt x="3308" y="1356"/>
                    <a:pt x="3088" y="1277"/>
                    <a:pt x="2867" y="1277"/>
                  </a:cubicBezTo>
                  <a:cubicBezTo>
                    <a:pt x="2647" y="1277"/>
                    <a:pt x="2426" y="1356"/>
                    <a:pt x="2269" y="1513"/>
                  </a:cubicBezTo>
                  <a:lnTo>
                    <a:pt x="1481" y="2301"/>
                  </a:lnTo>
                  <a:cubicBezTo>
                    <a:pt x="1166" y="2616"/>
                    <a:pt x="1166" y="3151"/>
                    <a:pt x="1481" y="3466"/>
                  </a:cubicBezTo>
                  <a:lnTo>
                    <a:pt x="2017" y="4002"/>
                  </a:lnTo>
                  <a:cubicBezTo>
                    <a:pt x="1796" y="4317"/>
                    <a:pt x="1701" y="4664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7"/>
                    <a:pt x="0" y="5829"/>
                  </a:cubicBezTo>
                  <a:lnTo>
                    <a:pt x="0" y="6932"/>
                  </a:lnTo>
                  <a:cubicBezTo>
                    <a:pt x="0" y="7405"/>
                    <a:pt x="347" y="7783"/>
                    <a:pt x="819" y="7783"/>
                  </a:cubicBezTo>
                  <a:lnTo>
                    <a:pt x="1575" y="7783"/>
                  </a:lnTo>
                  <a:cubicBezTo>
                    <a:pt x="1701" y="8129"/>
                    <a:pt x="1796" y="8476"/>
                    <a:pt x="2017" y="8791"/>
                  </a:cubicBezTo>
                  <a:lnTo>
                    <a:pt x="1481" y="9295"/>
                  </a:lnTo>
                  <a:cubicBezTo>
                    <a:pt x="1166" y="9610"/>
                    <a:pt x="1166" y="10177"/>
                    <a:pt x="1481" y="10492"/>
                  </a:cubicBezTo>
                  <a:lnTo>
                    <a:pt x="2269" y="11280"/>
                  </a:lnTo>
                  <a:cubicBezTo>
                    <a:pt x="2426" y="11437"/>
                    <a:pt x="2647" y="11516"/>
                    <a:pt x="2867" y="11516"/>
                  </a:cubicBezTo>
                  <a:cubicBezTo>
                    <a:pt x="3088" y="11516"/>
                    <a:pt x="3308" y="11437"/>
                    <a:pt x="3466" y="11280"/>
                  </a:cubicBezTo>
                  <a:lnTo>
                    <a:pt x="3970" y="10776"/>
                  </a:lnTo>
                  <a:cubicBezTo>
                    <a:pt x="4285" y="10965"/>
                    <a:pt x="4631" y="11091"/>
                    <a:pt x="5009" y="11185"/>
                  </a:cubicBezTo>
                  <a:lnTo>
                    <a:pt x="5009" y="11941"/>
                  </a:lnTo>
                  <a:cubicBezTo>
                    <a:pt x="5009" y="12414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414"/>
                    <a:pt x="7750" y="11941"/>
                  </a:cubicBezTo>
                  <a:lnTo>
                    <a:pt x="7750" y="11185"/>
                  </a:lnTo>
                  <a:cubicBezTo>
                    <a:pt x="8097" y="11091"/>
                    <a:pt x="8475" y="10965"/>
                    <a:pt x="8790" y="10776"/>
                  </a:cubicBezTo>
                  <a:lnTo>
                    <a:pt x="9294" y="11280"/>
                  </a:lnTo>
                  <a:cubicBezTo>
                    <a:pt x="9452" y="11437"/>
                    <a:pt x="9664" y="11516"/>
                    <a:pt x="9877" y="11516"/>
                  </a:cubicBezTo>
                  <a:cubicBezTo>
                    <a:pt x="10090" y="11516"/>
                    <a:pt x="10302" y="11437"/>
                    <a:pt x="10460" y="11280"/>
                  </a:cubicBezTo>
                  <a:lnTo>
                    <a:pt x="11247" y="10492"/>
                  </a:lnTo>
                  <a:cubicBezTo>
                    <a:pt x="11563" y="10177"/>
                    <a:pt x="11563" y="9610"/>
                    <a:pt x="11247" y="9295"/>
                  </a:cubicBezTo>
                  <a:lnTo>
                    <a:pt x="10743" y="8791"/>
                  </a:lnTo>
                  <a:cubicBezTo>
                    <a:pt x="10932" y="8476"/>
                    <a:pt x="11058" y="8129"/>
                    <a:pt x="11184" y="7783"/>
                  </a:cubicBezTo>
                  <a:lnTo>
                    <a:pt x="11941" y="7783"/>
                  </a:lnTo>
                  <a:cubicBezTo>
                    <a:pt x="12413" y="7783"/>
                    <a:pt x="12760" y="7405"/>
                    <a:pt x="12760" y="6932"/>
                  </a:cubicBezTo>
                  <a:lnTo>
                    <a:pt x="12760" y="5829"/>
                  </a:lnTo>
                  <a:cubicBezTo>
                    <a:pt x="12760" y="5325"/>
                    <a:pt x="12350" y="4979"/>
                    <a:pt x="11941" y="4979"/>
                  </a:cubicBezTo>
                  <a:lnTo>
                    <a:pt x="11184" y="4979"/>
                  </a:lnTo>
                  <a:cubicBezTo>
                    <a:pt x="11058" y="4632"/>
                    <a:pt x="10932" y="4254"/>
                    <a:pt x="10743" y="3939"/>
                  </a:cubicBezTo>
                  <a:lnTo>
                    <a:pt x="11247" y="3435"/>
                  </a:lnTo>
                  <a:cubicBezTo>
                    <a:pt x="11563" y="3120"/>
                    <a:pt x="11563" y="2553"/>
                    <a:pt x="11247" y="2238"/>
                  </a:cubicBezTo>
                  <a:lnTo>
                    <a:pt x="10460" y="1450"/>
                  </a:lnTo>
                  <a:cubicBezTo>
                    <a:pt x="10302" y="1293"/>
                    <a:pt x="10090" y="1214"/>
                    <a:pt x="9877" y="1214"/>
                  </a:cubicBezTo>
                  <a:cubicBezTo>
                    <a:pt x="9664" y="1214"/>
                    <a:pt x="9452" y="1293"/>
                    <a:pt x="9294" y="1450"/>
                  </a:cubicBezTo>
                  <a:lnTo>
                    <a:pt x="8790" y="1986"/>
                  </a:lnTo>
                  <a:cubicBezTo>
                    <a:pt x="8475" y="1765"/>
                    <a:pt x="8097" y="1671"/>
                    <a:pt x="7750" y="1545"/>
                  </a:cubicBezTo>
                  <a:lnTo>
                    <a:pt x="7750" y="852"/>
                  </a:lnTo>
                  <a:cubicBezTo>
                    <a:pt x="7750" y="379"/>
                    <a:pt x="7404" y="1"/>
                    <a:pt x="6931" y="1"/>
                  </a:cubicBezTo>
                  <a:close/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54" name="Google Shape;1415;p36">
              <a:extLst>
                <a:ext uri="{FF2B5EF4-FFF2-40B4-BE49-F238E27FC236}">
                  <a16:creationId xmlns:a16="http://schemas.microsoft.com/office/drawing/2014/main" id="{72B346F3-69D2-86D0-99AE-57BF52925592}"/>
                </a:ext>
              </a:extLst>
            </p:cNvPr>
            <p:cNvGrpSpPr/>
            <p:nvPr/>
          </p:nvGrpSpPr>
          <p:grpSpPr>
            <a:xfrm>
              <a:off x="4069789" y="5491030"/>
              <a:ext cx="442492" cy="439600"/>
              <a:chOff x="3863900" y="4993625"/>
              <a:chExt cx="482050" cy="478900"/>
            </a:xfrm>
            <a:noFill/>
          </p:grpSpPr>
          <p:sp>
            <p:nvSpPr>
              <p:cNvPr id="55" name="Google Shape;1416;p36">
                <a:extLst>
                  <a:ext uri="{FF2B5EF4-FFF2-40B4-BE49-F238E27FC236}">
                    <a16:creationId xmlns:a16="http://schemas.microsoft.com/office/drawing/2014/main" id="{6C090ABE-E9ED-1B0E-4BA4-8BFE13A3BFB0}"/>
                  </a:ext>
                </a:extLst>
              </p:cNvPr>
              <p:cNvSpPr/>
              <p:nvPr/>
            </p:nvSpPr>
            <p:spPr>
              <a:xfrm>
                <a:off x="3877525" y="5058825"/>
                <a:ext cx="315450" cy="164750"/>
              </a:xfrm>
              <a:custGeom>
                <a:avLst/>
                <a:gdLst/>
                <a:ahLst/>
                <a:cxnLst/>
                <a:rect l="l" t="t" r="r" b="b"/>
                <a:pathLst>
                  <a:path w="12618" h="6590" extrusionOk="0">
                    <a:moveTo>
                      <a:pt x="3647" y="1"/>
                    </a:moveTo>
                    <a:lnTo>
                      <a:pt x="169" y="1846"/>
                    </a:lnTo>
                    <a:cubicBezTo>
                      <a:pt x="109" y="1877"/>
                      <a:pt x="51" y="1913"/>
                      <a:pt x="0" y="1952"/>
                    </a:cubicBezTo>
                    <a:lnTo>
                      <a:pt x="8892" y="6589"/>
                    </a:lnTo>
                    <a:lnTo>
                      <a:pt x="12617" y="4746"/>
                    </a:lnTo>
                    <a:lnTo>
                      <a:pt x="3647" y="1"/>
                    </a:ln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6" name="Google Shape;1417;p36">
                <a:extLst>
                  <a:ext uri="{FF2B5EF4-FFF2-40B4-BE49-F238E27FC236}">
                    <a16:creationId xmlns:a16="http://schemas.microsoft.com/office/drawing/2014/main" id="{D644FF1A-0925-5C57-785D-5F0713E027BC}"/>
                  </a:ext>
                </a:extLst>
              </p:cNvPr>
              <p:cNvSpPr/>
              <p:nvPr/>
            </p:nvSpPr>
            <p:spPr>
              <a:xfrm>
                <a:off x="4113750" y="5133350"/>
                <a:ext cx="232200" cy="339175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3567" extrusionOk="0">
                    <a:moveTo>
                      <a:pt x="9284" y="1"/>
                    </a:moveTo>
                    <a:lnTo>
                      <a:pt x="4836" y="2202"/>
                    </a:lnTo>
                    <a:lnTo>
                      <a:pt x="4836" y="4680"/>
                    </a:lnTo>
                    <a:cubicBezTo>
                      <a:pt x="4836" y="4993"/>
                      <a:pt x="4584" y="5246"/>
                      <a:pt x="4270" y="5246"/>
                    </a:cubicBezTo>
                    <a:cubicBezTo>
                      <a:pt x="3957" y="5246"/>
                      <a:pt x="3707" y="4993"/>
                      <a:pt x="3707" y="4680"/>
                    </a:cubicBezTo>
                    <a:lnTo>
                      <a:pt x="3707" y="2762"/>
                    </a:lnTo>
                    <a:lnTo>
                      <a:pt x="0" y="4593"/>
                    </a:lnTo>
                    <a:lnTo>
                      <a:pt x="0" y="13566"/>
                    </a:lnTo>
                    <a:cubicBezTo>
                      <a:pt x="12" y="13560"/>
                      <a:pt x="24" y="13557"/>
                      <a:pt x="37" y="13551"/>
                    </a:cubicBezTo>
                    <a:lnTo>
                      <a:pt x="8552" y="9236"/>
                    </a:lnTo>
                    <a:cubicBezTo>
                      <a:pt x="9004" y="9010"/>
                      <a:pt x="9287" y="8550"/>
                      <a:pt x="9287" y="8047"/>
                    </a:cubicBezTo>
                    <a:lnTo>
                      <a:pt x="9287" y="52"/>
                    </a:lnTo>
                    <a:cubicBezTo>
                      <a:pt x="9287" y="34"/>
                      <a:pt x="9287" y="19"/>
                      <a:pt x="9284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7" name="Google Shape;1418;p36">
                <a:extLst>
                  <a:ext uri="{FF2B5EF4-FFF2-40B4-BE49-F238E27FC236}">
                    <a16:creationId xmlns:a16="http://schemas.microsoft.com/office/drawing/2014/main" id="{B46FEF29-2E09-CD8C-026C-7E14C6AC4C7F}"/>
                  </a:ext>
                </a:extLst>
              </p:cNvPr>
              <p:cNvSpPr/>
              <p:nvPr/>
            </p:nvSpPr>
            <p:spPr>
              <a:xfrm>
                <a:off x="3998800" y="4993625"/>
                <a:ext cx="334125" cy="168500"/>
              </a:xfrm>
              <a:custGeom>
                <a:avLst/>
                <a:gdLst/>
                <a:ahLst/>
                <a:cxnLst/>
                <a:rect l="l" t="t" r="r" b="b"/>
                <a:pathLst>
                  <a:path w="13365" h="6740" extrusionOk="0">
                    <a:moveTo>
                      <a:pt x="4045" y="1"/>
                    </a:moveTo>
                    <a:cubicBezTo>
                      <a:pt x="3833" y="1"/>
                      <a:pt x="3623" y="51"/>
                      <a:pt x="3430" y="151"/>
                    </a:cubicBezTo>
                    <a:lnTo>
                      <a:pt x="0" y="1970"/>
                    </a:lnTo>
                    <a:lnTo>
                      <a:pt x="9013" y="6740"/>
                    </a:lnTo>
                    <a:lnTo>
                      <a:pt x="13364" y="4587"/>
                    </a:lnTo>
                    <a:cubicBezTo>
                      <a:pt x="13298" y="4536"/>
                      <a:pt x="13226" y="4491"/>
                      <a:pt x="13150" y="4454"/>
                    </a:cubicBezTo>
                    <a:lnTo>
                      <a:pt x="4638" y="139"/>
                    </a:lnTo>
                    <a:lnTo>
                      <a:pt x="4635" y="139"/>
                    </a:lnTo>
                    <a:cubicBezTo>
                      <a:pt x="4448" y="47"/>
                      <a:pt x="4246" y="1"/>
                      <a:pt x="4045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  <p:sp>
            <p:nvSpPr>
              <p:cNvPr id="58" name="Google Shape;1419;p36">
                <a:extLst>
                  <a:ext uri="{FF2B5EF4-FFF2-40B4-BE49-F238E27FC236}">
                    <a16:creationId xmlns:a16="http://schemas.microsoft.com/office/drawing/2014/main" id="{0D252CCD-E7D4-7F40-1F92-FDD5408573FD}"/>
                  </a:ext>
                </a:extLst>
              </p:cNvPr>
              <p:cNvSpPr/>
              <p:nvPr/>
            </p:nvSpPr>
            <p:spPr>
              <a:xfrm>
                <a:off x="3863900" y="5132450"/>
                <a:ext cx="221650" cy="339925"/>
              </a:xfrm>
              <a:custGeom>
                <a:avLst/>
                <a:gdLst/>
                <a:ahLst/>
                <a:cxnLst/>
                <a:rect l="l" t="t" r="r" b="b"/>
                <a:pathLst>
                  <a:path w="8866" h="13597" extrusionOk="0">
                    <a:moveTo>
                      <a:pt x="6" y="1"/>
                    </a:moveTo>
                    <a:cubicBezTo>
                      <a:pt x="3" y="25"/>
                      <a:pt x="0" y="52"/>
                      <a:pt x="0" y="76"/>
                    </a:cubicBezTo>
                    <a:lnTo>
                      <a:pt x="0" y="8095"/>
                    </a:lnTo>
                    <a:cubicBezTo>
                      <a:pt x="0" y="8589"/>
                      <a:pt x="274" y="9043"/>
                      <a:pt x="714" y="9269"/>
                    </a:cubicBezTo>
                    <a:lnTo>
                      <a:pt x="8820" y="13572"/>
                    </a:lnTo>
                    <a:lnTo>
                      <a:pt x="8826" y="13575"/>
                    </a:lnTo>
                    <a:lnTo>
                      <a:pt x="8865" y="13596"/>
                    </a:lnTo>
                    <a:lnTo>
                      <a:pt x="8865" y="4620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Lor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2899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E8DEFD1-74B5-7A15-CFA7-89ABFBE375B3}"/>
              </a:ext>
            </a:extLst>
          </p:cNvPr>
          <p:cNvGrpSpPr/>
          <p:nvPr/>
        </p:nvGrpSpPr>
        <p:grpSpPr>
          <a:xfrm>
            <a:off x="520123" y="1697332"/>
            <a:ext cx="11151753" cy="4577750"/>
            <a:chOff x="520123" y="1697332"/>
            <a:chExt cx="11151753" cy="457775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0290B07-879C-6A07-EB64-DA3385B70046}"/>
                </a:ext>
              </a:extLst>
            </p:cNvPr>
            <p:cNvGrpSpPr/>
            <p:nvPr/>
          </p:nvGrpSpPr>
          <p:grpSpPr>
            <a:xfrm>
              <a:off x="520123" y="1697332"/>
              <a:ext cx="11151753" cy="4577750"/>
              <a:chOff x="519967" y="1544932"/>
              <a:chExt cx="11151753" cy="457775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1875FC5-72BE-4A8F-7489-C0277BEADA02}"/>
                  </a:ext>
                </a:extLst>
              </p:cNvPr>
              <p:cNvGrpSpPr/>
              <p:nvPr/>
            </p:nvGrpSpPr>
            <p:grpSpPr>
              <a:xfrm>
                <a:off x="5347035" y="3082710"/>
                <a:ext cx="1499269" cy="1502194"/>
                <a:chOff x="1464462" y="2531912"/>
                <a:chExt cx="1499269" cy="1502194"/>
              </a:xfrm>
              <a:solidFill>
                <a:srgbClr val="DADFE1"/>
              </a:solidFill>
              <a:effectLst/>
            </p:grpSpPr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0B04DB11-98F5-8AED-CE6C-0090B8A915C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64462" y="2531912"/>
                  <a:ext cx="1499269" cy="1502194"/>
                </a:xfrm>
                <a:custGeom>
                  <a:avLst/>
                  <a:gdLst>
                    <a:gd name="T0" fmla="*/ 435 w 727"/>
                    <a:gd name="T1" fmla="*/ 722 h 728"/>
                    <a:gd name="T2" fmla="*/ 479 w 727"/>
                    <a:gd name="T3" fmla="*/ 646 h 728"/>
                    <a:gd name="T4" fmla="*/ 565 w 727"/>
                    <a:gd name="T5" fmla="*/ 668 h 728"/>
                    <a:gd name="T6" fmla="*/ 577 w 727"/>
                    <a:gd name="T7" fmla="*/ 582 h 728"/>
                    <a:gd name="T8" fmla="*/ 668 w 727"/>
                    <a:gd name="T9" fmla="*/ 567 h 728"/>
                    <a:gd name="T10" fmla="*/ 645 w 727"/>
                    <a:gd name="T11" fmla="*/ 481 h 728"/>
                    <a:gd name="T12" fmla="*/ 721 w 727"/>
                    <a:gd name="T13" fmla="*/ 437 h 728"/>
                    <a:gd name="T14" fmla="*/ 668 w 727"/>
                    <a:gd name="T15" fmla="*/ 367 h 728"/>
                    <a:gd name="T16" fmla="*/ 721 w 727"/>
                    <a:gd name="T17" fmla="*/ 293 h 728"/>
                    <a:gd name="T18" fmla="*/ 645 w 727"/>
                    <a:gd name="T19" fmla="*/ 248 h 728"/>
                    <a:gd name="T20" fmla="*/ 668 w 727"/>
                    <a:gd name="T21" fmla="*/ 163 h 728"/>
                    <a:gd name="T22" fmla="*/ 581 w 727"/>
                    <a:gd name="T23" fmla="*/ 151 h 728"/>
                    <a:gd name="T24" fmla="*/ 566 w 727"/>
                    <a:gd name="T25" fmla="*/ 60 h 728"/>
                    <a:gd name="T26" fmla="*/ 481 w 727"/>
                    <a:gd name="T27" fmla="*/ 83 h 728"/>
                    <a:gd name="T28" fmla="*/ 436 w 727"/>
                    <a:gd name="T29" fmla="*/ 7 h 728"/>
                    <a:gd name="T30" fmla="*/ 366 w 727"/>
                    <a:gd name="T31" fmla="*/ 59 h 728"/>
                    <a:gd name="T32" fmla="*/ 292 w 727"/>
                    <a:gd name="T33" fmla="*/ 7 h 728"/>
                    <a:gd name="T34" fmla="*/ 247 w 727"/>
                    <a:gd name="T35" fmla="*/ 82 h 728"/>
                    <a:gd name="T36" fmla="*/ 162 w 727"/>
                    <a:gd name="T37" fmla="*/ 60 h 728"/>
                    <a:gd name="T38" fmla="*/ 150 w 727"/>
                    <a:gd name="T39" fmla="*/ 147 h 728"/>
                    <a:gd name="T40" fmla="*/ 59 w 727"/>
                    <a:gd name="T41" fmla="*/ 162 h 728"/>
                    <a:gd name="T42" fmla="*/ 82 w 727"/>
                    <a:gd name="T43" fmla="*/ 247 h 728"/>
                    <a:gd name="T44" fmla="*/ 6 w 727"/>
                    <a:gd name="T45" fmla="*/ 291 h 728"/>
                    <a:gd name="T46" fmla="*/ 59 w 727"/>
                    <a:gd name="T47" fmla="*/ 361 h 728"/>
                    <a:gd name="T48" fmla="*/ 6 w 727"/>
                    <a:gd name="T49" fmla="*/ 436 h 728"/>
                    <a:gd name="T50" fmla="*/ 82 w 727"/>
                    <a:gd name="T51" fmla="*/ 480 h 728"/>
                    <a:gd name="T52" fmla="*/ 59 w 727"/>
                    <a:gd name="T53" fmla="*/ 565 h 728"/>
                    <a:gd name="T54" fmla="*/ 146 w 727"/>
                    <a:gd name="T55" fmla="*/ 578 h 728"/>
                    <a:gd name="T56" fmla="*/ 161 w 727"/>
                    <a:gd name="T57" fmla="*/ 668 h 728"/>
                    <a:gd name="T58" fmla="*/ 246 w 727"/>
                    <a:gd name="T59" fmla="*/ 645 h 728"/>
                    <a:gd name="T60" fmla="*/ 290 w 727"/>
                    <a:gd name="T61" fmla="*/ 721 h 728"/>
                    <a:gd name="T62" fmla="*/ 361 w 727"/>
                    <a:gd name="T63" fmla="*/ 669 h 728"/>
                    <a:gd name="T64" fmla="*/ 246 w 727"/>
                    <a:gd name="T65" fmla="*/ 567 h 728"/>
                    <a:gd name="T66" fmla="*/ 481 w 727"/>
                    <a:gd name="T67" fmla="*/ 161 h 728"/>
                    <a:gd name="T68" fmla="*/ 246 w 727"/>
                    <a:gd name="T69" fmla="*/ 567 h 7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727" h="728">
                      <a:moveTo>
                        <a:pt x="404" y="666"/>
                      </a:moveTo>
                      <a:cubicBezTo>
                        <a:pt x="435" y="722"/>
                        <a:pt x="435" y="722"/>
                        <a:pt x="435" y="722"/>
                      </a:cubicBezTo>
                      <a:cubicBezTo>
                        <a:pt x="480" y="710"/>
                        <a:pt x="480" y="710"/>
                        <a:pt x="480" y="710"/>
                      </a:cubicBezTo>
                      <a:cubicBezTo>
                        <a:pt x="479" y="646"/>
                        <a:pt x="479" y="646"/>
                        <a:pt x="479" y="646"/>
                      </a:cubicBezTo>
                      <a:cubicBezTo>
                        <a:pt x="491" y="641"/>
                        <a:pt x="503" y="635"/>
                        <a:pt x="514" y="629"/>
                      </a:cubicBezTo>
                      <a:cubicBezTo>
                        <a:pt x="565" y="668"/>
                        <a:pt x="565" y="668"/>
                        <a:pt x="565" y="668"/>
                      </a:cubicBezTo>
                      <a:cubicBezTo>
                        <a:pt x="601" y="640"/>
                        <a:pt x="601" y="640"/>
                        <a:pt x="601" y="640"/>
                      </a:cubicBezTo>
                      <a:cubicBezTo>
                        <a:pt x="577" y="582"/>
                        <a:pt x="577" y="582"/>
                        <a:pt x="577" y="582"/>
                      </a:cubicBezTo>
                      <a:cubicBezTo>
                        <a:pt x="587" y="572"/>
                        <a:pt x="597" y="561"/>
                        <a:pt x="605" y="549"/>
                      </a:cubicBezTo>
                      <a:cubicBezTo>
                        <a:pt x="668" y="567"/>
                        <a:pt x="668" y="567"/>
                        <a:pt x="668" y="567"/>
                      </a:cubicBezTo>
                      <a:cubicBezTo>
                        <a:pt x="691" y="527"/>
                        <a:pt x="691" y="527"/>
                        <a:pt x="691" y="527"/>
                      </a:cubicBezTo>
                      <a:cubicBezTo>
                        <a:pt x="645" y="481"/>
                        <a:pt x="645" y="481"/>
                        <a:pt x="645" y="481"/>
                      </a:cubicBezTo>
                      <a:cubicBezTo>
                        <a:pt x="650" y="469"/>
                        <a:pt x="654" y="457"/>
                        <a:pt x="657" y="445"/>
                      </a:cubicBezTo>
                      <a:cubicBezTo>
                        <a:pt x="721" y="437"/>
                        <a:pt x="721" y="437"/>
                        <a:pt x="721" y="437"/>
                      </a:cubicBezTo>
                      <a:cubicBezTo>
                        <a:pt x="727" y="391"/>
                        <a:pt x="727" y="391"/>
                        <a:pt x="727" y="391"/>
                      </a:cubicBezTo>
                      <a:cubicBezTo>
                        <a:pt x="668" y="367"/>
                        <a:pt x="668" y="367"/>
                        <a:pt x="668" y="367"/>
                      </a:cubicBezTo>
                      <a:cubicBezTo>
                        <a:pt x="668" y="352"/>
                        <a:pt x="667" y="338"/>
                        <a:pt x="666" y="324"/>
                      </a:cubicBezTo>
                      <a:cubicBezTo>
                        <a:pt x="721" y="293"/>
                        <a:pt x="721" y="293"/>
                        <a:pt x="721" y="293"/>
                      </a:cubicBezTo>
                      <a:cubicBezTo>
                        <a:pt x="709" y="248"/>
                        <a:pt x="709" y="248"/>
                        <a:pt x="709" y="248"/>
                      </a:cubicBezTo>
                      <a:cubicBezTo>
                        <a:pt x="645" y="248"/>
                        <a:pt x="645" y="248"/>
                        <a:pt x="645" y="248"/>
                      </a:cubicBezTo>
                      <a:cubicBezTo>
                        <a:pt x="640" y="236"/>
                        <a:pt x="635" y="224"/>
                        <a:pt x="628" y="213"/>
                      </a:cubicBezTo>
                      <a:cubicBezTo>
                        <a:pt x="668" y="163"/>
                        <a:pt x="668" y="163"/>
                        <a:pt x="668" y="163"/>
                      </a:cubicBezTo>
                      <a:cubicBezTo>
                        <a:pt x="640" y="126"/>
                        <a:pt x="640" y="126"/>
                        <a:pt x="640" y="126"/>
                      </a:cubicBezTo>
                      <a:cubicBezTo>
                        <a:pt x="581" y="151"/>
                        <a:pt x="581" y="151"/>
                        <a:pt x="581" y="151"/>
                      </a:cubicBezTo>
                      <a:cubicBezTo>
                        <a:pt x="571" y="140"/>
                        <a:pt x="560" y="131"/>
                        <a:pt x="549" y="122"/>
                      </a:cubicBezTo>
                      <a:cubicBezTo>
                        <a:pt x="566" y="60"/>
                        <a:pt x="566" y="60"/>
                        <a:pt x="566" y="60"/>
                      </a:cubicBezTo>
                      <a:cubicBezTo>
                        <a:pt x="526" y="37"/>
                        <a:pt x="526" y="37"/>
                        <a:pt x="526" y="37"/>
                      </a:cubicBezTo>
                      <a:cubicBezTo>
                        <a:pt x="481" y="83"/>
                        <a:pt x="481" y="83"/>
                        <a:pt x="481" y="83"/>
                      </a:cubicBezTo>
                      <a:cubicBezTo>
                        <a:pt x="469" y="78"/>
                        <a:pt x="456" y="74"/>
                        <a:pt x="444" y="70"/>
                      </a:cubicBezTo>
                      <a:cubicBezTo>
                        <a:pt x="436" y="7"/>
                        <a:pt x="436" y="7"/>
                        <a:pt x="436" y="7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66" y="59"/>
                        <a:pt x="366" y="59"/>
                        <a:pt x="366" y="59"/>
                      </a:cubicBezTo>
                      <a:cubicBezTo>
                        <a:pt x="352" y="59"/>
                        <a:pt x="338" y="60"/>
                        <a:pt x="323" y="62"/>
                      </a:cubicBezTo>
                      <a:cubicBezTo>
                        <a:pt x="292" y="7"/>
                        <a:pt x="292" y="7"/>
                        <a:pt x="292" y="7"/>
                      </a:cubicBezTo>
                      <a:cubicBezTo>
                        <a:pt x="247" y="18"/>
                        <a:pt x="247" y="18"/>
                        <a:pt x="247" y="18"/>
                      </a:cubicBezTo>
                      <a:cubicBezTo>
                        <a:pt x="247" y="82"/>
                        <a:pt x="247" y="82"/>
                        <a:pt x="247" y="82"/>
                      </a:cubicBezTo>
                      <a:cubicBezTo>
                        <a:pt x="236" y="87"/>
                        <a:pt x="224" y="93"/>
                        <a:pt x="212" y="99"/>
                      </a:cubicBezTo>
                      <a:cubicBezTo>
                        <a:pt x="162" y="60"/>
                        <a:pt x="162" y="60"/>
                        <a:pt x="162" y="60"/>
                      </a:cubicBezTo>
                      <a:cubicBezTo>
                        <a:pt x="125" y="88"/>
                        <a:pt x="125" y="88"/>
                        <a:pt x="125" y="88"/>
                      </a:cubicBezTo>
                      <a:cubicBezTo>
                        <a:pt x="150" y="147"/>
                        <a:pt x="150" y="147"/>
                        <a:pt x="150" y="147"/>
                      </a:cubicBezTo>
                      <a:cubicBezTo>
                        <a:pt x="140" y="157"/>
                        <a:pt x="130" y="167"/>
                        <a:pt x="121" y="179"/>
                      </a:cubicBezTo>
                      <a:cubicBezTo>
                        <a:pt x="59" y="162"/>
                        <a:pt x="59" y="162"/>
                        <a:pt x="59" y="162"/>
                      </a:cubicBezTo>
                      <a:cubicBezTo>
                        <a:pt x="36" y="202"/>
                        <a:pt x="36" y="202"/>
                        <a:pt x="36" y="202"/>
                      </a:cubicBezTo>
                      <a:cubicBezTo>
                        <a:pt x="82" y="247"/>
                        <a:pt x="82" y="247"/>
                        <a:pt x="82" y="247"/>
                      </a:cubicBezTo>
                      <a:cubicBezTo>
                        <a:pt x="77" y="259"/>
                        <a:pt x="73" y="271"/>
                        <a:pt x="69" y="284"/>
                      </a:cubicBezTo>
                      <a:cubicBezTo>
                        <a:pt x="6" y="291"/>
                        <a:pt x="6" y="291"/>
                        <a:pt x="6" y="291"/>
                      </a:cubicBezTo>
                      <a:cubicBezTo>
                        <a:pt x="0" y="337"/>
                        <a:pt x="0" y="337"/>
                        <a:pt x="0" y="337"/>
                      </a:cubicBezTo>
                      <a:cubicBezTo>
                        <a:pt x="59" y="361"/>
                        <a:pt x="59" y="361"/>
                        <a:pt x="59" y="361"/>
                      </a:cubicBezTo>
                      <a:cubicBezTo>
                        <a:pt x="59" y="376"/>
                        <a:pt x="59" y="390"/>
                        <a:pt x="61" y="404"/>
                      </a:cubicBezTo>
                      <a:cubicBezTo>
                        <a:pt x="6" y="436"/>
                        <a:pt x="6" y="436"/>
                        <a:pt x="6" y="436"/>
                      </a:cubicBezTo>
                      <a:cubicBezTo>
                        <a:pt x="18" y="481"/>
                        <a:pt x="18" y="481"/>
                        <a:pt x="18" y="481"/>
                      </a:cubicBezTo>
                      <a:cubicBezTo>
                        <a:pt x="82" y="480"/>
                        <a:pt x="82" y="480"/>
                        <a:pt x="82" y="480"/>
                      </a:cubicBezTo>
                      <a:cubicBezTo>
                        <a:pt x="87" y="492"/>
                        <a:pt x="92" y="504"/>
                        <a:pt x="99" y="515"/>
                      </a:cubicBezTo>
                      <a:cubicBezTo>
                        <a:pt x="59" y="565"/>
                        <a:pt x="59" y="565"/>
                        <a:pt x="59" y="565"/>
                      </a:cubicBezTo>
                      <a:cubicBezTo>
                        <a:pt x="87" y="602"/>
                        <a:pt x="87" y="602"/>
                        <a:pt x="87" y="602"/>
                      </a:cubicBezTo>
                      <a:cubicBezTo>
                        <a:pt x="146" y="578"/>
                        <a:pt x="146" y="578"/>
                        <a:pt x="146" y="578"/>
                      </a:cubicBezTo>
                      <a:cubicBezTo>
                        <a:pt x="156" y="588"/>
                        <a:pt x="167" y="597"/>
                        <a:pt x="178" y="606"/>
                      </a:cubicBezTo>
                      <a:cubicBezTo>
                        <a:pt x="161" y="668"/>
                        <a:pt x="161" y="668"/>
                        <a:pt x="161" y="668"/>
                      </a:cubicBezTo>
                      <a:cubicBezTo>
                        <a:pt x="201" y="691"/>
                        <a:pt x="201" y="691"/>
                        <a:pt x="201" y="691"/>
                      </a:cubicBezTo>
                      <a:cubicBezTo>
                        <a:pt x="246" y="645"/>
                        <a:pt x="246" y="645"/>
                        <a:pt x="246" y="645"/>
                      </a:cubicBezTo>
                      <a:cubicBezTo>
                        <a:pt x="258" y="650"/>
                        <a:pt x="271" y="655"/>
                        <a:pt x="283" y="658"/>
                      </a:cubicBezTo>
                      <a:cubicBezTo>
                        <a:pt x="290" y="721"/>
                        <a:pt x="290" y="721"/>
                        <a:pt x="290" y="721"/>
                      </a:cubicBezTo>
                      <a:cubicBezTo>
                        <a:pt x="336" y="728"/>
                        <a:pt x="336" y="728"/>
                        <a:pt x="336" y="728"/>
                      </a:cubicBezTo>
                      <a:cubicBezTo>
                        <a:pt x="361" y="669"/>
                        <a:pt x="361" y="669"/>
                        <a:pt x="361" y="669"/>
                      </a:cubicBezTo>
                      <a:cubicBezTo>
                        <a:pt x="375" y="669"/>
                        <a:pt x="389" y="668"/>
                        <a:pt x="404" y="666"/>
                      </a:cubicBezTo>
                      <a:close/>
                      <a:moveTo>
                        <a:pt x="246" y="567"/>
                      </a:moveTo>
                      <a:cubicBezTo>
                        <a:pt x="134" y="502"/>
                        <a:pt x="96" y="359"/>
                        <a:pt x="161" y="247"/>
                      </a:cubicBezTo>
                      <a:cubicBezTo>
                        <a:pt x="225" y="135"/>
                        <a:pt x="369" y="96"/>
                        <a:pt x="481" y="161"/>
                      </a:cubicBezTo>
                      <a:cubicBezTo>
                        <a:pt x="593" y="226"/>
                        <a:pt x="631" y="369"/>
                        <a:pt x="566" y="481"/>
                      </a:cubicBezTo>
                      <a:cubicBezTo>
                        <a:pt x="502" y="594"/>
                        <a:pt x="358" y="632"/>
                        <a:pt x="246" y="5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3EA38B0B-8E62-2885-4F7B-4FAD1B36E89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02736" y="3078962"/>
                  <a:ext cx="422721" cy="422720"/>
                </a:xfrm>
                <a:custGeom>
                  <a:avLst/>
                  <a:gdLst>
                    <a:gd name="T0" fmla="*/ 96 w 205"/>
                    <a:gd name="T1" fmla="*/ 202 h 205"/>
                    <a:gd name="T2" fmla="*/ 201 w 205"/>
                    <a:gd name="T3" fmla="*/ 110 h 205"/>
                    <a:gd name="T4" fmla="*/ 109 w 205"/>
                    <a:gd name="T5" fmla="*/ 4 h 205"/>
                    <a:gd name="T6" fmla="*/ 4 w 205"/>
                    <a:gd name="T7" fmla="*/ 96 h 205"/>
                    <a:gd name="T8" fmla="*/ 96 w 205"/>
                    <a:gd name="T9" fmla="*/ 202 h 205"/>
                    <a:gd name="T10" fmla="*/ 99 w 205"/>
                    <a:gd name="T11" fmla="*/ 147 h 205"/>
                    <a:gd name="T12" fmla="*/ 59 w 205"/>
                    <a:gd name="T13" fmla="*/ 100 h 205"/>
                    <a:gd name="T14" fmla="*/ 105 w 205"/>
                    <a:gd name="T15" fmla="*/ 59 h 205"/>
                    <a:gd name="T16" fmla="*/ 146 w 205"/>
                    <a:gd name="T17" fmla="*/ 106 h 205"/>
                    <a:gd name="T18" fmla="*/ 99 w 205"/>
                    <a:gd name="T19" fmla="*/ 147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5" h="205">
                      <a:moveTo>
                        <a:pt x="96" y="202"/>
                      </a:moveTo>
                      <a:cubicBezTo>
                        <a:pt x="150" y="205"/>
                        <a:pt x="197" y="164"/>
                        <a:pt x="201" y="110"/>
                      </a:cubicBezTo>
                      <a:cubicBezTo>
                        <a:pt x="205" y="55"/>
                        <a:pt x="164" y="8"/>
                        <a:pt x="109" y="4"/>
                      </a:cubicBezTo>
                      <a:cubicBezTo>
                        <a:pt x="55" y="0"/>
                        <a:pt x="7" y="42"/>
                        <a:pt x="4" y="96"/>
                      </a:cubicBezTo>
                      <a:cubicBezTo>
                        <a:pt x="0" y="151"/>
                        <a:pt x="41" y="198"/>
                        <a:pt x="96" y="202"/>
                      </a:cubicBezTo>
                      <a:close/>
                      <a:moveTo>
                        <a:pt x="99" y="147"/>
                      </a:moveTo>
                      <a:cubicBezTo>
                        <a:pt x="75" y="145"/>
                        <a:pt x="57" y="124"/>
                        <a:pt x="59" y="100"/>
                      </a:cubicBezTo>
                      <a:cubicBezTo>
                        <a:pt x="60" y="76"/>
                        <a:pt x="81" y="58"/>
                        <a:pt x="105" y="59"/>
                      </a:cubicBezTo>
                      <a:cubicBezTo>
                        <a:pt x="129" y="61"/>
                        <a:pt x="148" y="82"/>
                        <a:pt x="146" y="106"/>
                      </a:cubicBezTo>
                      <a:cubicBezTo>
                        <a:pt x="144" y="130"/>
                        <a:pt x="123" y="148"/>
                        <a:pt x="99" y="1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9DF4C3A-0F94-89D0-1D59-E269AD3EBDA1}"/>
                  </a:ext>
                </a:extLst>
              </p:cNvPr>
              <p:cNvGrpSpPr/>
              <p:nvPr/>
            </p:nvGrpSpPr>
            <p:grpSpPr>
              <a:xfrm>
                <a:off x="5346366" y="1544932"/>
                <a:ext cx="1499269" cy="1502194"/>
                <a:chOff x="1464462" y="2531912"/>
                <a:chExt cx="1499269" cy="1502194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/>
            </p:grpSpPr>
            <p:sp>
              <p:nvSpPr>
                <p:cNvPr id="22" name="Freeform 24">
                  <a:extLst>
                    <a:ext uri="{FF2B5EF4-FFF2-40B4-BE49-F238E27FC236}">
                      <a16:creationId xmlns:a16="http://schemas.microsoft.com/office/drawing/2014/main" id="{6CD672A2-2640-0F4A-D22D-DAE1A5E6564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64462" y="2531912"/>
                  <a:ext cx="1499269" cy="1502194"/>
                </a:xfrm>
                <a:custGeom>
                  <a:avLst/>
                  <a:gdLst>
                    <a:gd name="T0" fmla="*/ 435 w 727"/>
                    <a:gd name="T1" fmla="*/ 722 h 728"/>
                    <a:gd name="T2" fmla="*/ 479 w 727"/>
                    <a:gd name="T3" fmla="*/ 646 h 728"/>
                    <a:gd name="T4" fmla="*/ 565 w 727"/>
                    <a:gd name="T5" fmla="*/ 668 h 728"/>
                    <a:gd name="T6" fmla="*/ 577 w 727"/>
                    <a:gd name="T7" fmla="*/ 582 h 728"/>
                    <a:gd name="T8" fmla="*/ 668 w 727"/>
                    <a:gd name="T9" fmla="*/ 567 h 728"/>
                    <a:gd name="T10" fmla="*/ 645 w 727"/>
                    <a:gd name="T11" fmla="*/ 481 h 728"/>
                    <a:gd name="T12" fmla="*/ 721 w 727"/>
                    <a:gd name="T13" fmla="*/ 437 h 728"/>
                    <a:gd name="T14" fmla="*/ 668 w 727"/>
                    <a:gd name="T15" fmla="*/ 367 h 728"/>
                    <a:gd name="T16" fmla="*/ 721 w 727"/>
                    <a:gd name="T17" fmla="*/ 293 h 728"/>
                    <a:gd name="T18" fmla="*/ 645 w 727"/>
                    <a:gd name="T19" fmla="*/ 248 h 728"/>
                    <a:gd name="T20" fmla="*/ 668 w 727"/>
                    <a:gd name="T21" fmla="*/ 163 h 728"/>
                    <a:gd name="T22" fmla="*/ 581 w 727"/>
                    <a:gd name="T23" fmla="*/ 151 h 728"/>
                    <a:gd name="T24" fmla="*/ 566 w 727"/>
                    <a:gd name="T25" fmla="*/ 60 h 728"/>
                    <a:gd name="T26" fmla="*/ 481 w 727"/>
                    <a:gd name="T27" fmla="*/ 83 h 728"/>
                    <a:gd name="T28" fmla="*/ 436 w 727"/>
                    <a:gd name="T29" fmla="*/ 7 h 728"/>
                    <a:gd name="T30" fmla="*/ 366 w 727"/>
                    <a:gd name="T31" fmla="*/ 59 h 728"/>
                    <a:gd name="T32" fmla="*/ 292 w 727"/>
                    <a:gd name="T33" fmla="*/ 7 h 728"/>
                    <a:gd name="T34" fmla="*/ 247 w 727"/>
                    <a:gd name="T35" fmla="*/ 82 h 728"/>
                    <a:gd name="T36" fmla="*/ 162 w 727"/>
                    <a:gd name="T37" fmla="*/ 60 h 728"/>
                    <a:gd name="T38" fmla="*/ 150 w 727"/>
                    <a:gd name="T39" fmla="*/ 147 h 728"/>
                    <a:gd name="T40" fmla="*/ 59 w 727"/>
                    <a:gd name="T41" fmla="*/ 162 h 728"/>
                    <a:gd name="T42" fmla="*/ 82 w 727"/>
                    <a:gd name="T43" fmla="*/ 247 h 728"/>
                    <a:gd name="T44" fmla="*/ 6 w 727"/>
                    <a:gd name="T45" fmla="*/ 291 h 728"/>
                    <a:gd name="T46" fmla="*/ 59 w 727"/>
                    <a:gd name="T47" fmla="*/ 361 h 728"/>
                    <a:gd name="T48" fmla="*/ 6 w 727"/>
                    <a:gd name="T49" fmla="*/ 436 h 728"/>
                    <a:gd name="T50" fmla="*/ 82 w 727"/>
                    <a:gd name="T51" fmla="*/ 480 h 728"/>
                    <a:gd name="T52" fmla="*/ 59 w 727"/>
                    <a:gd name="T53" fmla="*/ 565 h 728"/>
                    <a:gd name="T54" fmla="*/ 146 w 727"/>
                    <a:gd name="T55" fmla="*/ 578 h 728"/>
                    <a:gd name="T56" fmla="*/ 161 w 727"/>
                    <a:gd name="T57" fmla="*/ 668 h 728"/>
                    <a:gd name="T58" fmla="*/ 246 w 727"/>
                    <a:gd name="T59" fmla="*/ 645 h 728"/>
                    <a:gd name="T60" fmla="*/ 290 w 727"/>
                    <a:gd name="T61" fmla="*/ 721 h 728"/>
                    <a:gd name="T62" fmla="*/ 361 w 727"/>
                    <a:gd name="T63" fmla="*/ 669 h 728"/>
                    <a:gd name="T64" fmla="*/ 246 w 727"/>
                    <a:gd name="T65" fmla="*/ 567 h 728"/>
                    <a:gd name="T66" fmla="*/ 481 w 727"/>
                    <a:gd name="T67" fmla="*/ 161 h 728"/>
                    <a:gd name="T68" fmla="*/ 246 w 727"/>
                    <a:gd name="T69" fmla="*/ 567 h 7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727" h="728">
                      <a:moveTo>
                        <a:pt x="404" y="666"/>
                      </a:moveTo>
                      <a:cubicBezTo>
                        <a:pt x="435" y="722"/>
                        <a:pt x="435" y="722"/>
                        <a:pt x="435" y="722"/>
                      </a:cubicBezTo>
                      <a:cubicBezTo>
                        <a:pt x="480" y="710"/>
                        <a:pt x="480" y="710"/>
                        <a:pt x="480" y="710"/>
                      </a:cubicBezTo>
                      <a:cubicBezTo>
                        <a:pt x="479" y="646"/>
                        <a:pt x="479" y="646"/>
                        <a:pt x="479" y="646"/>
                      </a:cubicBezTo>
                      <a:cubicBezTo>
                        <a:pt x="491" y="641"/>
                        <a:pt x="503" y="635"/>
                        <a:pt x="514" y="629"/>
                      </a:cubicBezTo>
                      <a:cubicBezTo>
                        <a:pt x="565" y="668"/>
                        <a:pt x="565" y="668"/>
                        <a:pt x="565" y="668"/>
                      </a:cubicBezTo>
                      <a:cubicBezTo>
                        <a:pt x="601" y="640"/>
                        <a:pt x="601" y="640"/>
                        <a:pt x="601" y="640"/>
                      </a:cubicBezTo>
                      <a:cubicBezTo>
                        <a:pt x="577" y="582"/>
                        <a:pt x="577" y="582"/>
                        <a:pt x="577" y="582"/>
                      </a:cubicBezTo>
                      <a:cubicBezTo>
                        <a:pt x="587" y="572"/>
                        <a:pt x="597" y="561"/>
                        <a:pt x="605" y="549"/>
                      </a:cubicBezTo>
                      <a:cubicBezTo>
                        <a:pt x="668" y="567"/>
                        <a:pt x="668" y="567"/>
                        <a:pt x="668" y="567"/>
                      </a:cubicBezTo>
                      <a:cubicBezTo>
                        <a:pt x="691" y="527"/>
                        <a:pt x="691" y="527"/>
                        <a:pt x="691" y="527"/>
                      </a:cubicBezTo>
                      <a:cubicBezTo>
                        <a:pt x="645" y="481"/>
                        <a:pt x="645" y="481"/>
                        <a:pt x="645" y="481"/>
                      </a:cubicBezTo>
                      <a:cubicBezTo>
                        <a:pt x="650" y="469"/>
                        <a:pt x="654" y="457"/>
                        <a:pt x="657" y="445"/>
                      </a:cubicBezTo>
                      <a:cubicBezTo>
                        <a:pt x="721" y="437"/>
                        <a:pt x="721" y="437"/>
                        <a:pt x="721" y="437"/>
                      </a:cubicBezTo>
                      <a:cubicBezTo>
                        <a:pt x="727" y="391"/>
                        <a:pt x="727" y="391"/>
                        <a:pt x="727" y="391"/>
                      </a:cubicBezTo>
                      <a:cubicBezTo>
                        <a:pt x="668" y="367"/>
                        <a:pt x="668" y="367"/>
                        <a:pt x="668" y="367"/>
                      </a:cubicBezTo>
                      <a:cubicBezTo>
                        <a:pt x="668" y="352"/>
                        <a:pt x="667" y="338"/>
                        <a:pt x="666" y="324"/>
                      </a:cubicBezTo>
                      <a:cubicBezTo>
                        <a:pt x="721" y="293"/>
                        <a:pt x="721" y="293"/>
                        <a:pt x="721" y="293"/>
                      </a:cubicBezTo>
                      <a:cubicBezTo>
                        <a:pt x="709" y="248"/>
                        <a:pt x="709" y="248"/>
                        <a:pt x="709" y="248"/>
                      </a:cubicBezTo>
                      <a:cubicBezTo>
                        <a:pt x="645" y="248"/>
                        <a:pt x="645" y="248"/>
                        <a:pt x="645" y="248"/>
                      </a:cubicBezTo>
                      <a:cubicBezTo>
                        <a:pt x="640" y="236"/>
                        <a:pt x="635" y="224"/>
                        <a:pt x="628" y="213"/>
                      </a:cubicBezTo>
                      <a:cubicBezTo>
                        <a:pt x="668" y="163"/>
                        <a:pt x="668" y="163"/>
                        <a:pt x="668" y="163"/>
                      </a:cubicBezTo>
                      <a:cubicBezTo>
                        <a:pt x="640" y="126"/>
                        <a:pt x="640" y="126"/>
                        <a:pt x="640" y="126"/>
                      </a:cubicBezTo>
                      <a:cubicBezTo>
                        <a:pt x="581" y="151"/>
                        <a:pt x="581" y="151"/>
                        <a:pt x="581" y="151"/>
                      </a:cubicBezTo>
                      <a:cubicBezTo>
                        <a:pt x="571" y="140"/>
                        <a:pt x="560" y="131"/>
                        <a:pt x="549" y="122"/>
                      </a:cubicBezTo>
                      <a:cubicBezTo>
                        <a:pt x="566" y="60"/>
                        <a:pt x="566" y="60"/>
                        <a:pt x="566" y="60"/>
                      </a:cubicBezTo>
                      <a:cubicBezTo>
                        <a:pt x="526" y="37"/>
                        <a:pt x="526" y="37"/>
                        <a:pt x="526" y="37"/>
                      </a:cubicBezTo>
                      <a:cubicBezTo>
                        <a:pt x="481" y="83"/>
                        <a:pt x="481" y="83"/>
                        <a:pt x="481" y="83"/>
                      </a:cubicBezTo>
                      <a:cubicBezTo>
                        <a:pt x="469" y="78"/>
                        <a:pt x="456" y="74"/>
                        <a:pt x="444" y="70"/>
                      </a:cubicBezTo>
                      <a:cubicBezTo>
                        <a:pt x="436" y="7"/>
                        <a:pt x="436" y="7"/>
                        <a:pt x="436" y="7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66" y="59"/>
                        <a:pt x="366" y="59"/>
                        <a:pt x="366" y="59"/>
                      </a:cubicBezTo>
                      <a:cubicBezTo>
                        <a:pt x="352" y="59"/>
                        <a:pt x="338" y="60"/>
                        <a:pt x="323" y="62"/>
                      </a:cubicBezTo>
                      <a:cubicBezTo>
                        <a:pt x="292" y="7"/>
                        <a:pt x="292" y="7"/>
                        <a:pt x="292" y="7"/>
                      </a:cubicBezTo>
                      <a:cubicBezTo>
                        <a:pt x="247" y="18"/>
                        <a:pt x="247" y="18"/>
                        <a:pt x="247" y="18"/>
                      </a:cubicBezTo>
                      <a:cubicBezTo>
                        <a:pt x="247" y="82"/>
                        <a:pt x="247" y="82"/>
                        <a:pt x="247" y="82"/>
                      </a:cubicBezTo>
                      <a:cubicBezTo>
                        <a:pt x="236" y="87"/>
                        <a:pt x="224" y="93"/>
                        <a:pt x="212" y="99"/>
                      </a:cubicBezTo>
                      <a:cubicBezTo>
                        <a:pt x="162" y="60"/>
                        <a:pt x="162" y="60"/>
                        <a:pt x="162" y="60"/>
                      </a:cubicBezTo>
                      <a:cubicBezTo>
                        <a:pt x="125" y="88"/>
                        <a:pt x="125" y="88"/>
                        <a:pt x="125" y="88"/>
                      </a:cubicBezTo>
                      <a:cubicBezTo>
                        <a:pt x="150" y="147"/>
                        <a:pt x="150" y="147"/>
                        <a:pt x="150" y="147"/>
                      </a:cubicBezTo>
                      <a:cubicBezTo>
                        <a:pt x="140" y="157"/>
                        <a:pt x="130" y="167"/>
                        <a:pt x="121" y="179"/>
                      </a:cubicBezTo>
                      <a:cubicBezTo>
                        <a:pt x="59" y="162"/>
                        <a:pt x="59" y="162"/>
                        <a:pt x="59" y="162"/>
                      </a:cubicBezTo>
                      <a:cubicBezTo>
                        <a:pt x="36" y="202"/>
                        <a:pt x="36" y="202"/>
                        <a:pt x="36" y="202"/>
                      </a:cubicBezTo>
                      <a:cubicBezTo>
                        <a:pt x="82" y="247"/>
                        <a:pt x="82" y="247"/>
                        <a:pt x="82" y="247"/>
                      </a:cubicBezTo>
                      <a:cubicBezTo>
                        <a:pt x="77" y="259"/>
                        <a:pt x="73" y="271"/>
                        <a:pt x="69" y="284"/>
                      </a:cubicBezTo>
                      <a:cubicBezTo>
                        <a:pt x="6" y="291"/>
                        <a:pt x="6" y="291"/>
                        <a:pt x="6" y="291"/>
                      </a:cubicBezTo>
                      <a:cubicBezTo>
                        <a:pt x="0" y="337"/>
                        <a:pt x="0" y="337"/>
                        <a:pt x="0" y="337"/>
                      </a:cubicBezTo>
                      <a:cubicBezTo>
                        <a:pt x="59" y="361"/>
                        <a:pt x="59" y="361"/>
                        <a:pt x="59" y="361"/>
                      </a:cubicBezTo>
                      <a:cubicBezTo>
                        <a:pt x="59" y="376"/>
                        <a:pt x="59" y="390"/>
                        <a:pt x="61" y="404"/>
                      </a:cubicBezTo>
                      <a:cubicBezTo>
                        <a:pt x="6" y="436"/>
                        <a:pt x="6" y="436"/>
                        <a:pt x="6" y="436"/>
                      </a:cubicBezTo>
                      <a:cubicBezTo>
                        <a:pt x="18" y="481"/>
                        <a:pt x="18" y="481"/>
                        <a:pt x="18" y="481"/>
                      </a:cubicBezTo>
                      <a:cubicBezTo>
                        <a:pt x="82" y="480"/>
                        <a:pt x="82" y="480"/>
                        <a:pt x="82" y="480"/>
                      </a:cubicBezTo>
                      <a:cubicBezTo>
                        <a:pt x="87" y="492"/>
                        <a:pt x="92" y="504"/>
                        <a:pt x="99" y="515"/>
                      </a:cubicBezTo>
                      <a:cubicBezTo>
                        <a:pt x="59" y="565"/>
                        <a:pt x="59" y="565"/>
                        <a:pt x="59" y="565"/>
                      </a:cubicBezTo>
                      <a:cubicBezTo>
                        <a:pt x="87" y="602"/>
                        <a:pt x="87" y="602"/>
                        <a:pt x="87" y="602"/>
                      </a:cubicBezTo>
                      <a:cubicBezTo>
                        <a:pt x="146" y="578"/>
                        <a:pt x="146" y="578"/>
                        <a:pt x="146" y="578"/>
                      </a:cubicBezTo>
                      <a:cubicBezTo>
                        <a:pt x="156" y="588"/>
                        <a:pt x="167" y="597"/>
                        <a:pt x="178" y="606"/>
                      </a:cubicBezTo>
                      <a:cubicBezTo>
                        <a:pt x="161" y="668"/>
                        <a:pt x="161" y="668"/>
                        <a:pt x="161" y="668"/>
                      </a:cubicBezTo>
                      <a:cubicBezTo>
                        <a:pt x="201" y="691"/>
                        <a:pt x="201" y="691"/>
                        <a:pt x="201" y="691"/>
                      </a:cubicBezTo>
                      <a:cubicBezTo>
                        <a:pt x="246" y="645"/>
                        <a:pt x="246" y="645"/>
                        <a:pt x="246" y="645"/>
                      </a:cubicBezTo>
                      <a:cubicBezTo>
                        <a:pt x="258" y="650"/>
                        <a:pt x="271" y="655"/>
                        <a:pt x="283" y="658"/>
                      </a:cubicBezTo>
                      <a:cubicBezTo>
                        <a:pt x="290" y="721"/>
                        <a:pt x="290" y="721"/>
                        <a:pt x="290" y="721"/>
                      </a:cubicBezTo>
                      <a:cubicBezTo>
                        <a:pt x="336" y="728"/>
                        <a:pt x="336" y="728"/>
                        <a:pt x="336" y="728"/>
                      </a:cubicBezTo>
                      <a:cubicBezTo>
                        <a:pt x="361" y="669"/>
                        <a:pt x="361" y="669"/>
                        <a:pt x="361" y="669"/>
                      </a:cubicBezTo>
                      <a:cubicBezTo>
                        <a:pt x="375" y="669"/>
                        <a:pt x="389" y="668"/>
                        <a:pt x="404" y="666"/>
                      </a:cubicBezTo>
                      <a:close/>
                      <a:moveTo>
                        <a:pt x="246" y="567"/>
                      </a:moveTo>
                      <a:cubicBezTo>
                        <a:pt x="134" y="502"/>
                        <a:pt x="96" y="359"/>
                        <a:pt x="161" y="247"/>
                      </a:cubicBezTo>
                      <a:cubicBezTo>
                        <a:pt x="225" y="135"/>
                        <a:pt x="369" y="96"/>
                        <a:pt x="481" y="161"/>
                      </a:cubicBezTo>
                      <a:cubicBezTo>
                        <a:pt x="593" y="226"/>
                        <a:pt x="631" y="369"/>
                        <a:pt x="566" y="481"/>
                      </a:cubicBezTo>
                      <a:cubicBezTo>
                        <a:pt x="502" y="594"/>
                        <a:pt x="358" y="632"/>
                        <a:pt x="246" y="56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23" name="Freeform 25">
                  <a:extLst>
                    <a:ext uri="{FF2B5EF4-FFF2-40B4-BE49-F238E27FC236}">
                      <a16:creationId xmlns:a16="http://schemas.microsoft.com/office/drawing/2014/main" id="{49EE0F09-92B7-16CC-9B9D-8CC3ED3AEFA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02736" y="3078962"/>
                  <a:ext cx="422721" cy="422720"/>
                </a:xfrm>
                <a:custGeom>
                  <a:avLst/>
                  <a:gdLst>
                    <a:gd name="T0" fmla="*/ 96 w 205"/>
                    <a:gd name="T1" fmla="*/ 202 h 205"/>
                    <a:gd name="T2" fmla="*/ 201 w 205"/>
                    <a:gd name="T3" fmla="*/ 110 h 205"/>
                    <a:gd name="T4" fmla="*/ 109 w 205"/>
                    <a:gd name="T5" fmla="*/ 4 h 205"/>
                    <a:gd name="T6" fmla="*/ 4 w 205"/>
                    <a:gd name="T7" fmla="*/ 96 h 205"/>
                    <a:gd name="T8" fmla="*/ 96 w 205"/>
                    <a:gd name="T9" fmla="*/ 202 h 205"/>
                    <a:gd name="T10" fmla="*/ 99 w 205"/>
                    <a:gd name="T11" fmla="*/ 147 h 205"/>
                    <a:gd name="T12" fmla="*/ 59 w 205"/>
                    <a:gd name="T13" fmla="*/ 100 h 205"/>
                    <a:gd name="T14" fmla="*/ 105 w 205"/>
                    <a:gd name="T15" fmla="*/ 59 h 205"/>
                    <a:gd name="T16" fmla="*/ 146 w 205"/>
                    <a:gd name="T17" fmla="*/ 106 h 205"/>
                    <a:gd name="T18" fmla="*/ 99 w 205"/>
                    <a:gd name="T19" fmla="*/ 147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5" h="205">
                      <a:moveTo>
                        <a:pt x="96" y="202"/>
                      </a:moveTo>
                      <a:cubicBezTo>
                        <a:pt x="150" y="205"/>
                        <a:pt x="197" y="164"/>
                        <a:pt x="201" y="110"/>
                      </a:cubicBezTo>
                      <a:cubicBezTo>
                        <a:pt x="205" y="55"/>
                        <a:pt x="164" y="8"/>
                        <a:pt x="109" y="4"/>
                      </a:cubicBezTo>
                      <a:cubicBezTo>
                        <a:pt x="55" y="0"/>
                        <a:pt x="7" y="42"/>
                        <a:pt x="4" y="96"/>
                      </a:cubicBezTo>
                      <a:cubicBezTo>
                        <a:pt x="0" y="151"/>
                        <a:pt x="41" y="198"/>
                        <a:pt x="96" y="202"/>
                      </a:cubicBezTo>
                      <a:close/>
                      <a:moveTo>
                        <a:pt x="99" y="147"/>
                      </a:moveTo>
                      <a:cubicBezTo>
                        <a:pt x="75" y="145"/>
                        <a:pt x="57" y="124"/>
                        <a:pt x="59" y="100"/>
                      </a:cubicBezTo>
                      <a:cubicBezTo>
                        <a:pt x="60" y="76"/>
                        <a:pt x="81" y="58"/>
                        <a:pt x="105" y="59"/>
                      </a:cubicBezTo>
                      <a:cubicBezTo>
                        <a:pt x="129" y="61"/>
                        <a:pt x="148" y="82"/>
                        <a:pt x="146" y="106"/>
                      </a:cubicBezTo>
                      <a:cubicBezTo>
                        <a:pt x="144" y="130"/>
                        <a:pt x="123" y="148"/>
                        <a:pt x="99" y="1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56B6FF6-2EFD-9073-38D6-F1BDA32D73B0}"/>
                  </a:ext>
                </a:extLst>
              </p:cNvPr>
              <p:cNvGrpSpPr/>
              <p:nvPr/>
            </p:nvGrpSpPr>
            <p:grpSpPr>
              <a:xfrm>
                <a:off x="5346366" y="4620488"/>
                <a:ext cx="1499269" cy="1502194"/>
                <a:chOff x="1464462" y="2531912"/>
                <a:chExt cx="1499269" cy="1502194"/>
              </a:xfrm>
              <a:solidFill>
                <a:srgbClr val="D2527F"/>
              </a:solidFill>
              <a:effectLst/>
            </p:grpSpPr>
            <p:sp>
              <p:nvSpPr>
                <p:cNvPr id="20" name="Freeform 24">
                  <a:extLst>
                    <a:ext uri="{FF2B5EF4-FFF2-40B4-BE49-F238E27FC236}">
                      <a16:creationId xmlns:a16="http://schemas.microsoft.com/office/drawing/2014/main" id="{D87A054F-7F8B-A217-18B5-7AC21D1627B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64462" y="2531912"/>
                  <a:ext cx="1499269" cy="1502194"/>
                </a:xfrm>
                <a:custGeom>
                  <a:avLst/>
                  <a:gdLst>
                    <a:gd name="T0" fmla="*/ 435 w 727"/>
                    <a:gd name="T1" fmla="*/ 722 h 728"/>
                    <a:gd name="T2" fmla="*/ 479 w 727"/>
                    <a:gd name="T3" fmla="*/ 646 h 728"/>
                    <a:gd name="T4" fmla="*/ 565 w 727"/>
                    <a:gd name="T5" fmla="*/ 668 h 728"/>
                    <a:gd name="T6" fmla="*/ 577 w 727"/>
                    <a:gd name="T7" fmla="*/ 582 h 728"/>
                    <a:gd name="T8" fmla="*/ 668 w 727"/>
                    <a:gd name="T9" fmla="*/ 567 h 728"/>
                    <a:gd name="T10" fmla="*/ 645 w 727"/>
                    <a:gd name="T11" fmla="*/ 481 h 728"/>
                    <a:gd name="T12" fmla="*/ 721 w 727"/>
                    <a:gd name="T13" fmla="*/ 437 h 728"/>
                    <a:gd name="T14" fmla="*/ 668 w 727"/>
                    <a:gd name="T15" fmla="*/ 367 h 728"/>
                    <a:gd name="T16" fmla="*/ 721 w 727"/>
                    <a:gd name="T17" fmla="*/ 293 h 728"/>
                    <a:gd name="T18" fmla="*/ 645 w 727"/>
                    <a:gd name="T19" fmla="*/ 248 h 728"/>
                    <a:gd name="T20" fmla="*/ 668 w 727"/>
                    <a:gd name="T21" fmla="*/ 163 h 728"/>
                    <a:gd name="T22" fmla="*/ 581 w 727"/>
                    <a:gd name="T23" fmla="*/ 151 h 728"/>
                    <a:gd name="T24" fmla="*/ 566 w 727"/>
                    <a:gd name="T25" fmla="*/ 60 h 728"/>
                    <a:gd name="T26" fmla="*/ 481 w 727"/>
                    <a:gd name="T27" fmla="*/ 83 h 728"/>
                    <a:gd name="T28" fmla="*/ 436 w 727"/>
                    <a:gd name="T29" fmla="*/ 7 h 728"/>
                    <a:gd name="T30" fmla="*/ 366 w 727"/>
                    <a:gd name="T31" fmla="*/ 59 h 728"/>
                    <a:gd name="T32" fmla="*/ 292 w 727"/>
                    <a:gd name="T33" fmla="*/ 7 h 728"/>
                    <a:gd name="T34" fmla="*/ 247 w 727"/>
                    <a:gd name="T35" fmla="*/ 82 h 728"/>
                    <a:gd name="T36" fmla="*/ 162 w 727"/>
                    <a:gd name="T37" fmla="*/ 60 h 728"/>
                    <a:gd name="T38" fmla="*/ 150 w 727"/>
                    <a:gd name="T39" fmla="*/ 147 h 728"/>
                    <a:gd name="T40" fmla="*/ 59 w 727"/>
                    <a:gd name="T41" fmla="*/ 162 h 728"/>
                    <a:gd name="T42" fmla="*/ 82 w 727"/>
                    <a:gd name="T43" fmla="*/ 247 h 728"/>
                    <a:gd name="T44" fmla="*/ 6 w 727"/>
                    <a:gd name="T45" fmla="*/ 291 h 728"/>
                    <a:gd name="T46" fmla="*/ 59 w 727"/>
                    <a:gd name="T47" fmla="*/ 361 h 728"/>
                    <a:gd name="T48" fmla="*/ 6 w 727"/>
                    <a:gd name="T49" fmla="*/ 436 h 728"/>
                    <a:gd name="T50" fmla="*/ 82 w 727"/>
                    <a:gd name="T51" fmla="*/ 480 h 728"/>
                    <a:gd name="T52" fmla="*/ 59 w 727"/>
                    <a:gd name="T53" fmla="*/ 565 h 728"/>
                    <a:gd name="T54" fmla="*/ 146 w 727"/>
                    <a:gd name="T55" fmla="*/ 578 h 728"/>
                    <a:gd name="T56" fmla="*/ 161 w 727"/>
                    <a:gd name="T57" fmla="*/ 668 h 728"/>
                    <a:gd name="T58" fmla="*/ 246 w 727"/>
                    <a:gd name="T59" fmla="*/ 645 h 728"/>
                    <a:gd name="T60" fmla="*/ 290 w 727"/>
                    <a:gd name="T61" fmla="*/ 721 h 728"/>
                    <a:gd name="T62" fmla="*/ 361 w 727"/>
                    <a:gd name="T63" fmla="*/ 669 h 728"/>
                    <a:gd name="T64" fmla="*/ 246 w 727"/>
                    <a:gd name="T65" fmla="*/ 567 h 728"/>
                    <a:gd name="T66" fmla="*/ 481 w 727"/>
                    <a:gd name="T67" fmla="*/ 161 h 728"/>
                    <a:gd name="T68" fmla="*/ 246 w 727"/>
                    <a:gd name="T69" fmla="*/ 567 h 7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727" h="728">
                      <a:moveTo>
                        <a:pt x="404" y="666"/>
                      </a:moveTo>
                      <a:cubicBezTo>
                        <a:pt x="435" y="722"/>
                        <a:pt x="435" y="722"/>
                        <a:pt x="435" y="722"/>
                      </a:cubicBezTo>
                      <a:cubicBezTo>
                        <a:pt x="480" y="710"/>
                        <a:pt x="480" y="710"/>
                        <a:pt x="480" y="710"/>
                      </a:cubicBezTo>
                      <a:cubicBezTo>
                        <a:pt x="479" y="646"/>
                        <a:pt x="479" y="646"/>
                        <a:pt x="479" y="646"/>
                      </a:cubicBezTo>
                      <a:cubicBezTo>
                        <a:pt x="491" y="641"/>
                        <a:pt x="503" y="635"/>
                        <a:pt x="514" y="629"/>
                      </a:cubicBezTo>
                      <a:cubicBezTo>
                        <a:pt x="565" y="668"/>
                        <a:pt x="565" y="668"/>
                        <a:pt x="565" y="668"/>
                      </a:cubicBezTo>
                      <a:cubicBezTo>
                        <a:pt x="601" y="640"/>
                        <a:pt x="601" y="640"/>
                        <a:pt x="601" y="640"/>
                      </a:cubicBezTo>
                      <a:cubicBezTo>
                        <a:pt x="577" y="582"/>
                        <a:pt x="577" y="582"/>
                        <a:pt x="577" y="582"/>
                      </a:cubicBezTo>
                      <a:cubicBezTo>
                        <a:pt x="587" y="572"/>
                        <a:pt x="597" y="561"/>
                        <a:pt x="605" y="549"/>
                      </a:cubicBezTo>
                      <a:cubicBezTo>
                        <a:pt x="668" y="567"/>
                        <a:pt x="668" y="567"/>
                        <a:pt x="668" y="567"/>
                      </a:cubicBezTo>
                      <a:cubicBezTo>
                        <a:pt x="691" y="527"/>
                        <a:pt x="691" y="527"/>
                        <a:pt x="691" y="527"/>
                      </a:cubicBezTo>
                      <a:cubicBezTo>
                        <a:pt x="645" y="481"/>
                        <a:pt x="645" y="481"/>
                        <a:pt x="645" y="481"/>
                      </a:cubicBezTo>
                      <a:cubicBezTo>
                        <a:pt x="650" y="469"/>
                        <a:pt x="654" y="457"/>
                        <a:pt x="657" y="445"/>
                      </a:cubicBezTo>
                      <a:cubicBezTo>
                        <a:pt x="721" y="437"/>
                        <a:pt x="721" y="437"/>
                        <a:pt x="721" y="437"/>
                      </a:cubicBezTo>
                      <a:cubicBezTo>
                        <a:pt x="727" y="391"/>
                        <a:pt x="727" y="391"/>
                        <a:pt x="727" y="391"/>
                      </a:cubicBezTo>
                      <a:cubicBezTo>
                        <a:pt x="668" y="367"/>
                        <a:pt x="668" y="367"/>
                        <a:pt x="668" y="367"/>
                      </a:cubicBezTo>
                      <a:cubicBezTo>
                        <a:pt x="668" y="352"/>
                        <a:pt x="667" y="338"/>
                        <a:pt x="666" y="324"/>
                      </a:cubicBezTo>
                      <a:cubicBezTo>
                        <a:pt x="721" y="293"/>
                        <a:pt x="721" y="293"/>
                        <a:pt x="721" y="293"/>
                      </a:cubicBezTo>
                      <a:cubicBezTo>
                        <a:pt x="709" y="248"/>
                        <a:pt x="709" y="248"/>
                        <a:pt x="709" y="248"/>
                      </a:cubicBezTo>
                      <a:cubicBezTo>
                        <a:pt x="645" y="248"/>
                        <a:pt x="645" y="248"/>
                        <a:pt x="645" y="248"/>
                      </a:cubicBezTo>
                      <a:cubicBezTo>
                        <a:pt x="640" y="236"/>
                        <a:pt x="635" y="224"/>
                        <a:pt x="628" y="213"/>
                      </a:cubicBezTo>
                      <a:cubicBezTo>
                        <a:pt x="668" y="163"/>
                        <a:pt x="668" y="163"/>
                        <a:pt x="668" y="163"/>
                      </a:cubicBezTo>
                      <a:cubicBezTo>
                        <a:pt x="640" y="126"/>
                        <a:pt x="640" y="126"/>
                        <a:pt x="640" y="126"/>
                      </a:cubicBezTo>
                      <a:cubicBezTo>
                        <a:pt x="581" y="151"/>
                        <a:pt x="581" y="151"/>
                        <a:pt x="581" y="151"/>
                      </a:cubicBezTo>
                      <a:cubicBezTo>
                        <a:pt x="571" y="140"/>
                        <a:pt x="560" y="131"/>
                        <a:pt x="549" y="122"/>
                      </a:cubicBezTo>
                      <a:cubicBezTo>
                        <a:pt x="566" y="60"/>
                        <a:pt x="566" y="60"/>
                        <a:pt x="566" y="60"/>
                      </a:cubicBezTo>
                      <a:cubicBezTo>
                        <a:pt x="526" y="37"/>
                        <a:pt x="526" y="37"/>
                        <a:pt x="526" y="37"/>
                      </a:cubicBezTo>
                      <a:cubicBezTo>
                        <a:pt x="481" y="83"/>
                        <a:pt x="481" y="83"/>
                        <a:pt x="481" y="83"/>
                      </a:cubicBezTo>
                      <a:cubicBezTo>
                        <a:pt x="469" y="78"/>
                        <a:pt x="456" y="74"/>
                        <a:pt x="444" y="70"/>
                      </a:cubicBezTo>
                      <a:cubicBezTo>
                        <a:pt x="436" y="7"/>
                        <a:pt x="436" y="7"/>
                        <a:pt x="436" y="7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66" y="59"/>
                        <a:pt x="366" y="59"/>
                        <a:pt x="366" y="59"/>
                      </a:cubicBezTo>
                      <a:cubicBezTo>
                        <a:pt x="352" y="59"/>
                        <a:pt x="338" y="60"/>
                        <a:pt x="323" y="62"/>
                      </a:cubicBezTo>
                      <a:cubicBezTo>
                        <a:pt x="292" y="7"/>
                        <a:pt x="292" y="7"/>
                        <a:pt x="292" y="7"/>
                      </a:cubicBezTo>
                      <a:cubicBezTo>
                        <a:pt x="247" y="18"/>
                        <a:pt x="247" y="18"/>
                        <a:pt x="247" y="18"/>
                      </a:cubicBezTo>
                      <a:cubicBezTo>
                        <a:pt x="247" y="82"/>
                        <a:pt x="247" y="82"/>
                        <a:pt x="247" y="82"/>
                      </a:cubicBezTo>
                      <a:cubicBezTo>
                        <a:pt x="236" y="87"/>
                        <a:pt x="224" y="93"/>
                        <a:pt x="212" y="99"/>
                      </a:cubicBezTo>
                      <a:cubicBezTo>
                        <a:pt x="162" y="60"/>
                        <a:pt x="162" y="60"/>
                        <a:pt x="162" y="60"/>
                      </a:cubicBezTo>
                      <a:cubicBezTo>
                        <a:pt x="125" y="88"/>
                        <a:pt x="125" y="88"/>
                        <a:pt x="125" y="88"/>
                      </a:cubicBezTo>
                      <a:cubicBezTo>
                        <a:pt x="150" y="147"/>
                        <a:pt x="150" y="147"/>
                        <a:pt x="150" y="147"/>
                      </a:cubicBezTo>
                      <a:cubicBezTo>
                        <a:pt x="140" y="157"/>
                        <a:pt x="130" y="167"/>
                        <a:pt x="121" y="179"/>
                      </a:cubicBezTo>
                      <a:cubicBezTo>
                        <a:pt x="59" y="162"/>
                        <a:pt x="59" y="162"/>
                        <a:pt x="59" y="162"/>
                      </a:cubicBezTo>
                      <a:cubicBezTo>
                        <a:pt x="36" y="202"/>
                        <a:pt x="36" y="202"/>
                        <a:pt x="36" y="202"/>
                      </a:cubicBezTo>
                      <a:cubicBezTo>
                        <a:pt x="82" y="247"/>
                        <a:pt x="82" y="247"/>
                        <a:pt x="82" y="247"/>
                      </a:cubicBezTo>
                      <a:cubicBezTo>
                        <a:pt x="77" y="259"/>
                        <a:pt x="73" y="271"/>
                        <a:pt x="69" y="284"/>
                      </a:cubicBezTo>
                      <a:cubicBezTo>
                        <a:pt x="6" y="291"/>
                        <a:pt x="6" y="291"/>
                        <a:pt x="6" y="291"/>
                      </a:cubicBezTo>
                      <a:cubicBezTo>
                        <a:pt x="0" y="337"/>
                        <a:pt x="0" y="337"/>
                        <a:pt x="0" y="337"/>
                      </a:cubicBezTo>
                      <a:cubicBezTo>
                        <a:pt x="59" y="361"/>
                        <a:pt x="59" y="361"/>
                        <a:pt x="59" y="361"/>
                      </a:cubicBezTo>
                      <a:cubicBezTo>
                        <a:pt x="59" y="376"/>
                        <a:pt x="59" y="390"/>
                        <a:pt x="61" y="404"/>
                      </a:cubicBezTo>
                      <a:cubicBezTo>
                        <a:pt x="6" y="436"/>
                        <a:pt x="6" y="436"/>
                        <a:pt x="6" y="436"/>
                      </a:cubicBezTo>
                      <a:cubicBezTo>
                        <a:pt x="18" y="481"/>
                        <a:pt x="18" y="481"/>
                        <a:pt x="18" y="481"/>
                      </a:cubicBezTo>
                      <a:cubicBezTo>
                        <a:pt x="82" y="480"/>
                        <a:pt x="82" y="480"/>
                        <a:pt x="82" y="480"/>
                      </a:cubicBezTo>
                      <a:cubicBezTo>
                        <a:pt x="87" y="492"/>
                        <a:pt x="92" y="504"/>
                        <a:pt x="99" y="515"/>
                      </a:cubicBezTo>
                      <a:cubicBezTo>
                        <a:pt x="59" y="565"/>
                        <a:pt x="59" y="565"/>
                        <a:pt x="59" y="565"/>
                      </a:cubicBezTo>
                      <a:cubicBezTo>
                        <a:pt x="87" y="602"/>
                        <a:pt x="87" y="602"/>
                        <a:pt x="87" y="602"/>
                      </a:cubicBezTo>
                      <a:cubicBezTo>
                        <a:pt x="146" y="578"/>
                        <a:pt x="146" y="578"/>
                        <a:pt x="146" y="578"/>
                      </a:cubicBezTo>
                      <a:cubicBezTo>
                        <a:pt x="156" y="588"/>
                        <a:pt x="167" y="597"/>
                        <a:pt x="178" y="606"/>
                      </a:cubicBezTo>
                      <a:cubicBezTo>
                        <a:pt x="161" y="668"/>
                        <a:pt x="161" y="668"/>
                        <a:pt x="161" y="668"/>
                      </a:cubicBezTo>
                      <a:cubicBezTo>
                        <a:pt x="201" y="691"/>
                        <a:pt x="201" y="691"/>
                        <a:pt x="201" y="691"/>
                      </a:cubicBezTo>
                      <a:cubicBezTo>
                        <a:pt x="246" y="645"/>
                        <a:pt x="246" y="645"/>
                        <a:pt x="246" y="645"/>
                      </a:cubicBezTo>
                      <a:cubicBezTo>
                        <a:pt x="258" y="650"/>
                        <a:pt x="271" y="655"/>
                        <a:pt x="283" y="658"/>
                      </a:cubicBezTo>
                      <a:cubicBezTo>
                        <a:pt x="290" y="721"/>
                        <a:pt x="290" y="721"/>
                        <a:pt x="290" y="721"/>
                      </a:cubicBezTo>
                      <a:cubicBezTo>
                        <a:pt x="336" y="728"/>
                        <a:pt x="336" y="728"/>
                        <a:pt x="336" y="728"/>
                      </a:cubicBezTo>
                      <a:cubicBezTo>
                        <a:pt x="361" y="669"/>
                        <a:pt x="361" y="669"/>
                        <a:pt x="361" y="669"/>
                      </a:cubicBezTo>
                      <a:cubicBezTo>
                        <a:pt x="375" y="669"/>
                        <a:pt x="389" y="668"/>
                        <a:pt x="404" y="666"/>
                      </a:cubicBezTo>
                      <a:close/>
                      <a:moveTo>
                        <a:pt x="246" y="567"/>
                      </a:moveTo>
                      <a:cubicBezTo>
                        <a:pt x="134" y="502"/>
                        <a:pt x="96" y="359"/>
                        <a:pt x="161" y="247"/>
                      </a:cubicBezTo>
                      <a:cubicBezTo>
                        <a:pt x="225" y="135"/>
                        <a:pt x="369" y="96"/>
                        <a:pt x="481" y="161"/>
                      </a:cubicBezTo>
                      <a:cubicBezTo>
                        <a:pt x="593" y="226"/>
                        <a:pt x="631" y="369"/>
                        <a:pt x="566" y="481"/>
                      </a:cubicBezTo>
                      <a:cubicBezTo>
                        <a:pt x="502" y="594"/>
                        <a:pt x="358" y="632"/>
                        <a:pt x="246" y="56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21" name="Freeform 25">
                  <a:extLst>
                    <a:ext uri="{FF2B5EF4-FFF2-40B4-BE49-F238E27FC236}">
                      <a16:creationId xmlns:a16="http://schemas.microsoft.com/office/drawing/2014/main" id="{1A58FC53-8CE4-C168-D7FA-12C3F2BD222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02736" y="3078962"/>
                  <a:ext cx="422721" cy="422720"/>
                </a:xfrm>
                <a:custGeom>
                  <a:avLst/>
                  <a:gdLst>
                    <a:gd name="T0" fmla="*/ 96 w 205"/>
                    <a:gd name="T1" fmla="*/ 202 h 205"/>
                    <a:gd name="T2" fmla="*/ 201 w 205"/>
                    <a:gd name="T3" fmla="*/ 110 h 205"/>
                    <a:gd name="T4" fmla="*/ 109 w 205"/>
                    <a:gd name="T5" fmla="*/ 4 h 205"/>
                    <a:gd name="T6" fmla="*/ 4 w 205"/>
                    <a:gd name="T7" fmla="*/ 96 h 205"/>
                    <a:gd name="T8" fmla="*/ 96 w 205"/>
                    <a:gd name="T9" fmla="*/ 202 h 205"/>
                    <a:gd name="T10" fmla="*/ 99 w 205"/>
                    <a:gd name="T11" fmla="*/ 147 h 205"/>
                    <a:gd name="T12" fmla="*/ 59 w 205"/>
                    <a:gd name="T13" fmla="*/ 100 h 205"/>
                    <a:gd name="T14" fmla="*/ 105 w 205"/>
                    <a:gd name="T15" fmla="*/ 59 h 205"/>
                    <a:gd name="T16" fmla="*/ 146 w 205"/>
                    <a:gd name="T17" fmla="*/ 106 h 205"/>
                    <a:gd name="T18" fmla="*/ 99 w 205"/>
                    <a:gd name="T19" fmla="*/ 147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5" h="205">
                      <a:moveTo>
                        <a:pt x="96" y="202"/>
                      </a:moveTo>
                      <a:cubicBezTo>
                        <a:pt x="150" y="205"/>
                        <a:pt x="197" y="164"/>
                        <a:pt x="201" y="110"/>
                      </a:cubicBezTo>
                      <a:cubicBezTo>
                        <a:pt x="205" y="55"/>
                        <a:pt x="164" y="8"/>
                        <a:pt x="109" y="4"/>
                      </a:cubicBezTo>
                      <a:cubicBezTo>
                        <a:pt x="55" y="0"/>
                        <a:pt x="7" y="42"/>
                        <a:pt x="4" y="96"/>
                      </a:cubicBezTo>
                      <a:cubicBezTo>
                        <a:pt x="0" y="151"/>
                        <a:pt x="41" y="198"/>
                        <a:pt x="96" y="202"/>
                      </a:cubicBezTo>
                      <a:close/>
                      <a:moveTo>
                        <a:pt x="99" y="147"/>
                      </a:moveTo>
                      <a:cubicBezTo>
                        <a:pt x="75" y="145"/>
                        <a:pt x="57" y="124"/>
                        <a:pt x="59" y="100"/>
                      </a:cubicBezTo>
                      <a:cubicBezTo>
                        <a:pt x="60" y="76"/>
                        <a:pt x="81" y="58"/>
                        <a:pt x="105" y="59"/>
                      </a:cubicBezTo>
                      <a:cubicBezTo>
                        <a:pt x="129" y="61"/>
                        <a:pt x="148" y="82"/>
                        <a:pt x="146" y="106"/>
                      </a:cubicBezTo>
                      <a:cubicBezTo>
                        <a:pt x="144" y="130"/>
                        <a:pt x="123" y="148"/>
                        <a:pt x="99" y="1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4F3B3DC-1E1F-ACFC-A969-508FA3CE4119}"/>
                  </a:ext>
                </a:extLst>
              </p:cNvPr>
              <p:cNvGrpSpPr/>
              <p:nvPr/>
            </p:nvGrpSpPr>
            <p:grpSpPr>
              <a:xfrm>
                <a:off x="6883735" y="3082710"/>
                <a:ext cx="1499269" cy="1502194"/>
                <a:chOff x="1464462" y="2531912"/>
                <a:chExt cx="1499269" cy="1502194"/>
              </a:xfrm>
              <a:solidFill>
                <a:srgbClr val="DC769A"/>
              </a:solidFill>
              <a:effectLst/>
            </p:grpSpPr>
            <p:sp>
              <p:nvSpPr>
                <p:cNvPr id="18" name="Freeform 24">
                  <a:extLst>
                    <a:ext uri="{FF2B5EF4-FFF2-40B4-BE49-F238E27FC236}">
                      <a16:creationId xmlns:a16="http://schemas.microsoft.com/office/drawing/2014/main" id="{4784A660-DE9F-2DF8-4016-D153955820A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64462" y="2531912"/>
                  <a:ext cx="1499269" cy="1502194"/>
                </a:xfrm>
                <a:custGeom>
                  <a:avLst/>
                  <a:gdLst>
                    <a:gd name="T0" fmla="*/ 435 w 727"/>
                    <a:gd name="T1" fmla="*/ 722 h 728"/>
                    <a:gd name="T2" fmla="*/ 479 w 727"/>
                    <a:gd name="T3" fmla="*/ 646 h 728"/>
                    <a:gd name="T4" fmla="*/ 565 w 727"/>
                    <a:gd name="T5" fmla="*/ 668 h 728"/>
                    <a:gd name="T6" fmla="*/ 577 w 727"/>
                    <a:gd name="T7" fmla="*/ 582 h 728"/>
                    <a:gd name="T8" fmla="*/ 668 w 727"/>
                    <a:gd name="T9" fmla="*/ 567 h 728"/>
                    <a:gd name="T10" fmla="*/ 645 w 727"/>
                    <a:gd name="T11" fmla="*/ 481 h 728"/>
                    <a:gd name="T12" fmla="*/ 721 w 727"/>
                    <a:gd name="T13" fmla="*/ 437 h 728"/>
                    <a:gd name="T14" fmla="*/ 668 w 727"/>
                    <a:gd name="T15" fmla="*/ 367 h 728"/>
                    <a:gd name="T16" fmla="*/ 721 w 727"/>
                    <a:gd name="T17" fmla="*/ 293 h 728"/>
                    <a:gd name="T18" fmla="*/ 645 w 727"/>
                    <a:gd name="T19" fmla="*/ 248 h 728"/>
                    <a:gd name="T20" fmla="*/ 668 w 727"/>
                    <a:gd name="T21" fmla="*/ 163 h 728"/>
                    <a:gd name="T22" fmla="*/ 581 w 727"/>
                    <a:gd name="T23" fmla="*/ 151 h 728"/>
                    <a:gd name="T24" fmla="*/ 566 w 727"/>
                    <a:gd name="T25" fmla="*/ 60 h 728"/>
                    <a:gd name="T26" fmla="*/ 481 w 727"/>
                    <a:gd name="T27" fmla="*/ 83 h 728"/>
                    <a:gd name="T28" fmla="*/ 436 w 727"/>
                    <a:gd name="T29" fmla="*/ 7 h 728"/>
                    <a:gd name="T30" fmla="*/ 366 w 727"/>
                    <a:gd name="T31" fmla="*/ 59 h 728"/>
                    <a:gd name="T32" fmla="*/ 292 w 727"/>
                    <a:gd name="T33" fmla="*/ 7 h 728"/>
                    <a:gd name="T34" fmla="*/ 247 w 727"/>
                    <a:gd name="T35" fmla="*/ 82 h 728"/>
                    <a:gd name="T36" fmla="*/ 162 w 727"/>
                    <a:gd name="T37" fmla="*/ 60 h 728"/>
                    <a:gd name="T38" fmla="*/ 150 w 727"/>
                    <a:gd name="T39" fmla="*/ 147 h 728"/>
                    <a:gd name="T40" fmla="*/ 59 w 727"/>
                    <a:gd name="T41" fmla="*/ 162 h 728"/>
                    <a:gd name="T42" fmla="*/ 82 w 727"/>
                    <a:gd name="T43" fmla="*/ 247 h 728"/>
                    <a:gd name="T44" fmla="*/ 6 w 727"/>
                    <a:gd name="T45" fmla="*/ 291 h 728"/>
                    <a:gd name="T46" fmla="*/ 59 w 727"/>
                    <a:gd name="T47" fmla="*/ 361 h 728"/>
                    <a:gd name="T48" fmla="*/ 6 w 727"/>
                    <a:gd name="T49" fmla="*/ 436 h 728"/>
                    <a:gd name="T50" fmla="*/ 82 w 727"/>
                    <a:gd name="T51" fmla="*/ 480 h 728"/>
                    <a:gd name="T52" fmla="*/ 59 w 727"/>
                    <a:gd name="T53" fmla="*/ 565 h 728"/>
                    <a:gd name="T54" fmla="*/ 146 w 727"/>
                    <a:gd name="T55" fmla="*/ 578 h 728"/>
                    <a:gd name="T56" fmla="*/ 161 w 727"/>
                    <a:gd name="T57" fmla="*/ 668 h 728"/>
                    <a:gd name="T58" fmla="*/ 246 w 727"/>
                    <a:gd name="T59" fmla="*/ 645 h 728"/>
                    <a:gd name="T60" fmla="*/ 290 w 727"/>
                    <a:gd name="T61" fmla="*/ 721 h 728"/>
                    <a:gd name="T62" fmla="*/ 361 w 727"/>
                    <a:gd name="T63" fmla="*/ 669 h 728"/>
                    <a:gd name="T64" fmla="*/ 246 w 727"/>
                    <a:gd name="T65" fmla="*/ 567 h 728"/>
                    <a:gd name="T66" fmla="*/ 481 w 727"/>
                    <a:gd name="T67" fmla="*/ 161 h 728"/>
                    <a:gd name="T68" fmla="*/ 246 w 727"/>
                    <a:gd name="T69" fmla="*/ 567 h 7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727" h="728">
                      <a:moveTo>
                        <a:pt x="404" y="666"/>
                      </a:moveTo>
                      <a:cubicBezTo>
                        <a:pt x="435" y="722"/>
                        <a:pt x="435" y="722"/>
                        <a:pt x="435" y="722"/>
                      </a:cubicBezTo>
                      <a:cubicBezTo>
                        <a:pt x="480" y="710"/>
                        <a:pt x="480" y="710"/>
                        <a:pt x="480" y="710"/>
                      </a:cubicBezTo>
                      <a:cubicBezTo>
                        <a:pt x="479" y="646"/>
                        <a:pt x="479" y="646"/>
                        <a:pt x="479" y="646"/>
                      </a:cubicBezTo>
                      <a:cubicBezTo>
                        <a:pt x="491" y="641"/>
                        <a:pt x="503" y="635"/>
                        <a:pt x="514" y="629"/>
                      </a:cubicBezTo>
                      <a:cubicBezTo>
                        <a:pt x="565" y="668"/>
                        <a:pt x="565" y="668"/>
                        <a:pt x="565" y="668"/>
                      </a:cubicBezTo>
                      <a:cubicBezTo>
                        <a:pt x="601" y="640"/>
                        <a:pt x="601" y="640"/>
                        <a:pt x="601" y="640"/>
                      </a:cubicBezTo>
                      <a:cubicBezTo>
                        <a:pt x="577" y="582"/>
                        <a:pt x="577" y="582"/>
                        <a:pt x="577" y="582"/>
                      </a:cubicBezTo>
                      <a:cubicBezTo>
                        <a:pt x="587" y="572"/>
                        <a:pt x="597" y="561"/>
                        <a:pt x="605" y="549"/>
                      </a:cubicBezTo>
                      <a:cubicBezTo>
                        <a:pt x="668" y="567"/>
                        <a:pt x="668" y="567"/>
                        <a:pt x="668" y="567"/>
                      </a:cubicBezTo>
                      <a:cubicBezTo>
                        <a:pt x="691" y="527"/>
                        <a:pt x="691" y="527"/>
                        <a:pt x="691" y="527"/>
                      </a:cubicBezTo>
                      <a:cubicBezTo>
                        <a:pt x="645" y="481"/>
                        <a:pt x="645" y="481"/>
                        <a:pt x="645" y="481"/>
                      </a:cubicBezTo>
                      <a:cubicBezTo>
                        <a:pt x="650" y="469"/>
                        <a:pt x="654" y="457"/>
                        <a:pt x="657" y="445"/>
                      </a:cubicBezTo>
                      <a:cubicBezTo>
                        <a:pt x="721" y="437"/>
                        <a:pt x="721" y="437"/>
                        <a:pt x="721" y="437"/>
                      </a:cubicBezTo>
                      <a:cubicBezTo>
                        <a:pt x="727" y="391"/>
                        <a:pt x="727" y="391"/>
                        <a:pt x="727" y="391"/>
                      </a:cubicBezTo>
                      <a:cubicBezTo>
                        <a:pt x="668" y="367"/>
                        <a:pt x="668" y="367"/>
                        <a:pt x="668" y="367"/>
                      </a:cubicBezTo>
                      <a:cubicBezTo>
                        <a:pt x="668" y="352"/>
                        <a:pt x="667" y="338"/>
                        <a:pt x="666" y="324"/>
                      </a:cubicBezTo>
                      <a:cubicBezTo>
                        <a:pt x="721" y="293"/>
                        <a:pt x="721" y="293"/>
                        <a:pt x="721" y="293"/>
                      </a:cubicBezTo>
                      <a:cubicBezTo>
                        <a:pt x="709" y="248"/>
                        <a:pt x="709" y="248"/>
                        <a:pt x="709" y="248"/>
                      </a:cubicBezTo>
                      <a:cubicBezTo>
                        <a:pt x="645" y="248"/>
                        <a:pt x="645" y="248"/>
                        <a:pt x="645" y="248"/>
                      </a:cubicBezTo>
                      <a:cubicBezTo>
                        <a:pt x="640" y="236"/>
                        <a:pt x="635" y="224"/>
                        <a:pt x="628" y="213"/>
                      </a:cubicBezTo>
                      <a:cubicBezTo>
                        <a:pt x="668" y="163"/>
                        <a:pt x="668" y="163"/>
                        <a:pt x="668" y="163"/>
                      </a:cubicBezTo>
                      <a:cubicBezTo>
                        <a:pt x="640" y="126"/>
                        <a:pt x="640" y="126"/>
                        <a:pt x="640" y="126"/>
                      </a:cubicBezTo>
                      <a:cubicBezTo>
                        <a:pt x="581" y="151"/>
                        <a:pt x="581" y="151"/>
                        <a:pt x="581" y="151"/>
                      </a:cubicBezTo>
                      <a:cubicBezTo>
                        <a:pt x="571" y="140"/>
                        <a:pt x="560" y="131"/>
                        <a:pt x="549" y="122"/>
                      </a:cubicBezTo>
                      <a:cubicBezTo>
                        <a:pt x="566" y="60"/>
                        <a:pt x="566" y="60"/>
                        <a:pt x="566" y="60"/>
                      </a:cubicBezTo>
                      <a:cubicBezTo>
                        <a:pt x="526" y="37"/>
                        <a:pt x="526" y="37"/>
                        <a:pt x="526" y="37"/>
                      </a:cubicBezTo>
                      <a:cubicBezTo>
                        <a:pt x="481" y="83"/>
                        <a:pt x="481" y="83"/>
                        <a:pt x="481" y="83"/>
                      </a:cubicBezTo>
                      <a:cubicBezTo>
                        <a:pt x="469" y="78"/>
                        <a:pt x="456" y="74"/>
                        <a:pt x="444" y="70"/>
                      </a:cubicBezTo>
                      <a:cubicBezTo>
                        <a:pt x="436" y="7"/>
                        <a:pt x="436" y="7"/>
                        <a:pt x="436" y="7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66" y="59"/>
                        <a:pt x="366" y="59"/>
                        <a:pt x="366" y="59"/>
                      </a:cubicBezTo>
                      <a:cubicBezTo>
                        <a:pt x="352" y="59"/>
                        <a:pt x="338" y="60"/>
                        <a:pt x="323" y="62"/>
                      </a:cubicBezTo>
                      <a:cubicBezTo>
                        <a:pt x="292" y="7"/>
                        <a:pt x="292" y="7"/>
                        <a:pt x="292" y="7"/>
                      </a:cubicBezTo>
                      <a:cubicBezTo>
                        <a:pt x="247" y="18"/>
                        <a:pt x="247" y="18"/>
                        <a:pt x="247" y="18"/>
                      </a:cubicBezTo>
                      <a:cubicBezTo>
                        <a:pt x="247" y="82"/>
                        <a:pt x="247" y="82"/>
                        <a:pt x="247" y="82"/>
                      </a:cubicBezTo>
                      <a:cubicBezTo>
                        <a:pt x="236" y="87"/>
                        <a:pt x="224" y="93"/>
                        <a:pt x="212" y="99"/>
                      </a:cubicBezTo>
                      <a:cubicBezTo>
                        <a:pt x="162" y="60"/>
                        <a:pt x="162" y="60"/>
                        <a:pt x="162" y="60"/>
                      </a:cubicBezTo>
                      <a:cubicBezTo>
                        <a:pt x="125" y="88"/>
                        <a:pt x="125" y="88"/>
                        <a:pt x="125" y="88"/>
                      </a:cubicBezTo>
                      <a:cubicBezTo>
                        <a:pt x="150" y="147"/>
                        <a:pt x="150" y="147"/>
                        <a:pt x="150" y="147"/>
                      </a:cubicBezTo>
                      <a:cubicBezTo>
                        <a:pt x="140" y="157"/>
                        <a:pt x="130" y="167"/>
                        <a:pt x="121" y="179"/>
                      </a:cubicBezTo>
                      <a:cubicBezTo>
                        <a:pt x="59" y="162"/>
                        <a:pt x="59" y="162"/>
                        <a:pt x="59" y="162"/>
                      </a:cubicBezTo>
                      <a:cubicBezTo>
                        <a:pt x="36" y="202"/>
                        <a:pt x="36" y="202"/>
                        <a:pt x="36" y="202"/>
                      </a:cubicBezTo>
                      <a:cubicBezTo>
                        <a:pt x="82" y="247"/>
                        <a:pt x="82" y="247"/>
                        <a:pt x="82" y="247"/>
                      </a:cubicBezTo>
                      <a:cubicBezTo>
                        <a:pt x="77" y="259"/>
                        <a:pt x="73" y="271"/>
                        <a:pt x="69" y="284"/>
                      </a:cubicBezTo>
                      <a:cubicBezTo>
                        <a:pt x="6" y="291"/>
                        <a:pt x="6" y="291"/>
                        <a:pt x="6" y="291"/>
                      </a:cubicBezTo>
                      <a:cubicBezTo>
                        <a:pt x="0" y="337"/>
                        <a:pt x="0" y="337"/>
                        <a:pt x="0" y="337"/>
                      </a:cubicBezTo>
                      <a:cubicBezTo>
                        <a:pt x="59" y="361"/>
                        <a:pt x="59" y="361"/>
                        <a:pt x="59" y="361"/>
                      </a:cubicBezTo>
                      <a:cubicBezTo>
                        <a:pt x="59" y="376"/>
                        <a:pt x="59" y="390"/>
                        <a:pt x="61" y="404"/>
                      </a:cubicBezTo>
                      <a:cubicBezTo>
                        <a:pt x="6" y="436"/>
                        <a:pt x="6" y="436"/>
                        <a:pt x="6" y="436"/>
                      </a:cubicBezTo>
                      <a:cubicBezTo>
                        <a:pt x="18" y="481"/>
                        <a:pt x="18" y="481"/>
                        <a:pt x="18" y="481"/>
                      </a:cubicBezTo>
                      <a:cubicBezTo>
                        <a:pt x="82" y="480"/>
                        <a:pt x="82" y="480"/>
                        <a:pt x="82" y="480"/>
                      </a:cubicBezTo>
                      <a:cubicBezTo>
                        <a:pt x="87" y="492"/>
                        <a:pt x="92" y="504"/>
                        <a:pt x="99" y="515"/>
                      </a:cubicBezTo>
                      <a:cubicBezTo>
                        <a:pt x="59" y="565"/>
                        <a:pt x="59" y="565"/>
                        <a:pt x="59" y="565"/>
                      </a:cubicBezTo>
                      <a:cubicBezTo>
                        <a:pt x="87" y="602"/>
                        <a:pt x="87" y="602"/>
                        <a:pt x="87" y="602"/>
                      </a:cubicBezTo>
                      <a:cubicBezTo>
                        <a:pt x="146" y="578"/>
                        <a:pt x="146" y="578"/>
                        <a:pt x="146" y="578"/>
                      </a:cubicBezTo>
                      <a:cubicBezTo>
                        <a:pt x="156" y="588"/>
                        <a:pt x="167" y="597"/>
                        <a:pt x="178" y="606"/>
                      </a:cubicBezTo>
                      <a:cubicBezTo>
                        <a:pt x="161" y="668"/>
                        <a:pt x="161" y="668"/>
                        <a:pt x="161" y="668"/>
                      </a:cubicBezTo>
                      <a:cubicBezTo>
                        <a:pt x="201" y="691"/>
                        <a:pt x="201" y="691"/>
                        <a:pt x="201" y="691"/>
                      </a:cubicBezTo>
                      <a:cubicBezTo>
                        <a:pt x="246" y="645"/>
                        <a:pt x="246" y="645"/>
                        <a:pt x="246" y="645"/>
                      </a:cubicBezTo>
                      <a:cubicBezTo>
                        <a:pt x="258" y="650"/>
                        <a:pt x="271" y="655"/>
                        <a:pt x="283" y="658"/>
                      </a:cubicBezTo>
                      <a:cubicBezTo>
                        <a:pt x="290" y="721"/>
                        <a:pt x="290" y="721"/>
                        <a:pt x="290" y="721"/>
                      </a:cubicBezTo>
                      <a:cubicBezTo>
                        <a:pt x="336" y="728"/>
                        <a:pt x="336" y="728"/>
                        <a:pt x="336" y="728"/>
                      </a:cubicBezTo>
                      <a:cubicBezTo>
                        <a:pt x="361" y="669"/>
                        <a:pt x="361" y="669"/>
                        <a:pt x="361" y="669"/>
                      </a:cubicBezTo>
                      <a:cubicBezTo>
                        <a:pt x="375" y="669"/>
                        <a:pt x="389" y="668"/>
                        <a:pt x="404" y="666"/>
                      </a:cubicBezTo>
                      <a:close/>
                      <a:moveTo>
                        <a:pt x="246" y="567"/>
                      </a:moveTo>
                      <a:cubicBezTo>
                        <a:pt x="134" y="502"/>
                        <a:pt x="96" y="359"/>
                        <a:pt x="161" y="247"/>
                      </a:cubicBezTo>
                      <a:cubicBezTo>
                        <a:pt x="225" y="135"/>
                        <a:pt x="369" y="96"/>
                        <a:pt x="481" y="161"/>
                      </a:cubicBezTo>
                      <a:cubicBezTo>
                        <a:pt x="593" y="226"/>
                        <a:pt x="631" y="369"/>
                        <a:pt x="566" y="481"/>
                      </a:cubicBezTo>
                      <a:cubicBezTo>
                        <a:pt x="502" y="594"/>
                        <a:pt x="358" y="632"/>
                        <a:pt x="246" y="56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19" name="Freeform 25">
                  <a:extLst>
                    <a:ext uri="{FF2B5EF4-FFF2-40B4-BE49-F238E27FC236}">
                      <a16:creationId xmlns:a16="http://schemas.microsoft.com/office/drawing/2014/main" id="{19C91E31-2D08-8505-0F6C-3979013E8C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02736" y="3078962"/>
                  <a:ext cx="422721" cy="422720"/>
                </a:xfrm>
                <a:custGeom>
                  <a:avLst/>
                  <a:gdLst>
                    <a:gd name="T0" fmla="*/ 96 w 205"/>
                    <a:gd name="T1" fmla="*/ 202 h 205"/>
                    <a:gd name="T2" fmla="*/ 201 w 205"/>
                    <a:gd name="T3" fmla="*/ 110 h 205"/>
                    <a:gd name="T4" fmla="*/ 109 w 205"/>
                    <a:gd name="T5" fmla="*/ 4 h 205"/>
                    <a:gd name="T6" fmla="*/ 4 w 205"/>
                    <a:gd name="T7" fmla="*/ 96 h 205"/>
                    <a:gd name="T8" fmla="*/ 96 w 205"/>
                    <a:gd name="T9" fmla="*/ 202 h 205"/>
                    <a:gd name="T10" fmla="*/ 99 w 205"/>
                    <a:gd name="T11" fmla="*/ 147 h 205"/>
                    <a:gd name="T12" fmla="*/ 59 w 205"/>
                    <a:gd name="T13" fmla="*/ 100 h 205"/>
                    <a:gd name="T14" fmla="*/ 105 w 205"/>
                    <a:gd name="T15" fmla="*/ 59 h 205"/>
                    <a:gd name="T16" fmla="*/ 146 w 205"/>
                    <a:gd name="T17" fmla="*/ 106 h 205"/>
                    <a:gd name="T18" fmla="*/ 99 w 205"/>
                    <a:gd name="T19" fmla="*/ 147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5" h="205">
                      <a:moveTo>
                        <a:pt x="96" y="202"/>
                      </a:moveTo>
                      <a:cubicBezTo>
                        <a:pt x="150" y="205"/>
                        <a:pt x="197" y="164"/>
                        <a:pt x="201" y="110"/>
                      </a:cubicBezTo>
                      <a:cubicBezTo>
                        <a:pt x="205" y="55"/>
                        <a:pt x="164" y="8"/>
                        <a:pt x="109" y="4"/>
                      </a:cubicBezTo>
                      <a:cubicBezTo>
                        <a:pt x="55" y="0"/>
                        <a:pt x="7" y="42"/>
                        <a:pt x="4" y="96"/>
                      </a:cubicBezTo>
                      <a:cubicBezTo>
                        <a:pt x="0" y="151"/>
                        <a:pt x="41" y="198"/>
                        <a:pt x="96" y="202"/>
                      </a:cubicBezTo>
                      <a:close/>
                      <a:moveTo>
                        <a:pt x="99" y="147"/>
                      </a:moveTo>
                      <a:cubicBezTo>
                        <a:pt x="75" y="145"/>
                        <a:pt x="57" y="124"/>
                        <a:pt x="59" y="100"/>
                      </a:cubicBezTo>
                      <a:cubicBezTo>
                        <a:pt x="60" y="76"/>
                        <a:pt x="81" y="58"/>
                        <a:pt x="105" y="59"/>
                      </a:cubicBezTo>
                      <a:cubicBezTo>
                        <a:pt x="129" y="61"/>
                        <a:pt x="148" y="82"/>
                        <a:pt x="146" y="106"/>
                      </a:cubicBezTo>
                      <a:cubicBezTo>
                        <a:pt x="144" y="130"/>
                        <a:pt x="123" y="148"/>
                        <a:pt x="99" y="14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A948B69-4070-03D5-5228-C8394F68846B}"/>
                  </a:ext>
                </a:extLst>
              </p:cNvPr>
              <p:cNvGrpSpPr/>
              <p:nvPr/>
            </p:nvGrpSpPr>
            <p:grpSpPr>
              <a:xfrm>
                <a:off x="3810335" y="3082710"/>
                <a:ext cx="1499269" cy="1502194"/>
                <a:chOff x="1464462" y="2531912"/>
                <a:chExt cx="1499269" cy="1502194"/>
              </a:xfrm>
              <a:solidFill>
                <a:srgbClr val="C03265"/>
              </a:solidFill>
              <a:effectLst/>
            </p:grpSpPr>
            <p:sp>
              <p:nvSpPr>
                <p:cNvPr id="16" name="Freeform 24">
                  <a:extLst>
                    <a:ext uri="{FF2B5EF4-FFF2-40B4-BE49-F238E27FC236}">
                      <a16:creationId xmlns:a16="http://schemas.microsoft.com/office/drawing/2014/main" id="{937FDE6E-9EFA-0F21-E85A-D15664E356D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64462" y="2531912"/>
                  <a:ext cx="1499269" cy="1502194"/>
                </a:xfrm>
                <a:custGeom>
                  <a:avLst/>
                  <a:gdLst>
                    <a:gd name="T0" fmla="*/ 435 w 727"/>
                    <a:gd name="T1" fmla="*/ 722 h 728"/>
                    <a:gd name="T2" fmla="*/ 479 w 727"/>
                    <a:gd name="T3" fmla="*/ 646 h 728"/>
                    <a:gd name="T4" fmla="*/ 565 w 727"/>
                    <a:gd name="T5" fmla="*/ 668 h 728"/>
                    <a:gd name="T6" fmla="*/ 577 w 727"/>
                    <a:gd name="T7" fmla="*/ 582 h 728"/>
                    <a:gd name="T8" fmla="*/ 668 w 727"/>
                    <a:gd name="T9" fmla="*/ 567 h 728"/>
                    <a:gd name="T10" fmla="*/ 645 w 727"/>
                    <a:gd name="T11" fmla="*/ 481 h 728"/>
                    <a:gd name="T12" fmla="*/ 721 w 727"/>
                    <a:gd name="T13" fmla="*/ 437 h 728"/>
                    <a:gd name="T14" fmla="*/ 668 w 727"/>
                    <a:gd name="T15" fmla="*/ 367 h 728"/>
                    <a:gd name="T16" fmla="*/ 721 w 727"/>
                    <a:gd name="T17" fmla="*/ 293 h 728"/>
                    <a:gd name="T18" fmla="*/ 645 w 727"/>
                    <a:gd name="T19" fmla="*/ 248 h 728"/>
                    <a:gd name="T20" fmla="*/ 668 w 727"/>
                    <a:gd name="T21" fmla="*/ 163 h 728"/>
                    <a:gd name="T22" fmla="*/ 581 w 727"/>
                    <a:gd name="T23" fmla="*/ 151 h 728"/>
                    <a:gd name="T24" fmla="*/ 566 w 727"/>
                    <a:gd name="T25" fmla="*/ 60 h 728"/>
                    <a:gd name="T26" fmla="*/ 481 w 727"/>
                    <a:gd name="T27" fmla="*/ 83 h 728"/>
                    <a:gd name="T28" fmla="*/ 436 w 727"/>
                    <a:gd name="T29" fmla="*/ 7 h 728"/>
                    <a:gd name="T30" fmla="*/ 366 w 727"/>
                    <a:gd name="T31" fmla="*/ 59 h 728"/>
                    <a:gd name="T32" fmla="*/ 292 w 727"/>
                    <a:gd name="T33" fmla="*/ 7 h 728"/>
                    <a:gd name="T34" fmla="*/ 247 w 727"/>
                    <a:gd name="T35" fmla="*/ 82 h 728"/>
                    <a:gd name="T36" fmla="*/ 162 w 727"/>
                    <a:gd name="T37" fmla="*/ 60 h 728"/>
                    <a:gd name="T38" fmla="*/ 150 w 727"/>
                    <a:gd name="T39" fmla="*/ 147 h 728"/>
                    <a:gd name="T40" fmla="*/ 59 w 727"/>
                    <a:gd name="T41" fmla="*/ 162 h 728"/>
                    <a:gd name="T42" fmla="*/ 82 w 727"/>
                    <a:gd name="T43" fmla="*/ 247 h 728"/>
                    <a:gd name="T44" fmla="*/ 6 w 727"/>
                    <a:gd name="T45" fmla="*/ 291 h 728"/>
                    <a:gd name="T46" fmla="*/ 59 w 727"/>
                    <a:gd name="T47" fmla="*/ 361 h 728"/>
                    <a:gd name="T48" fmla="*/ 6 w 727"/>
                    <a:gd name="T49" fmla="*/ 436 h 728"/>
                    <a:gd name="T50" fmla="*/ 82 w 727"/>
                    <a:gd name="T51" fmla="*/ 480 h 728"/>
                    <a:gd name="T52" fmla="*/ 59 w 727"/>
                    <a:gd name="T53" fmla="*/ 565 h 728"/>
                    <a:gd name="T54" fmla="*/ 146 w 727"/>
                    <a:gd name="T55" fmla="*/ 578 h 728"/>
                    <a:gd name="T56" fmla="*/ 161 w 727"/>
                    <a:gd name="T57" fmla="*/ 668 h 728"/>
                    <a:gd name="T58" fmla="*/ 246 w 727"/>
                    <a:gd name="T59" fmla="*/ 645 h 728"/>
                    <a:gd name="T60" fmla="*/ 290 w 727"/>
                    <a:gd name="T61" fmla="*/ 721 h 728"/>
                    <a:gd name="T62" fmla="*/ 361 w 727"/>
                    <a:gd name="T63" fmla="*/ 669 h 728"/>
                    <a:gd name="T64" fmla="*/ 246 w 727"/>
                    <a:gd name="T65" fmla="*/ 567 h 728"/>
                    <a:gd name="T66" fmla="*/ 481 w 727"/>
                    <a:gd name="T67" fmla="*/ 161 h 728"/>
                    <a:gd name="T68" fmla="*/ 246 w 727"/>
                    <a:gd name="T69" fmla="*/ 567 h 7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727" h="728">
                      <a:moveTo>
                        <a:pt x="404" y="666"/>
                      </a:moveTo>
                      <a:cubicBezTo>
                        <a:pt x="435" y="722"/>
                        <a:pt x="435" y="722"/>
                        <a:pt x="435" y="722"/>
                      </a:cubicBezTo>
                      <a:cubicBezTo>
                        <a:pt x="480" y="710"/>
                        <a:pt x="480" y="710"/>
                        <a:pt x="480" y="710"/>
                      </a:cubicBezTo>
                      <a:cubicBezTo>
                        <a:pt x="479" y="646"/>
                        <a:pt x="479" y="646"/>
                        <a:pt x="479" y="646"/>
                      </a:cubicBezTo>
                      <a:cubicBezTo>
                        <a:pt x="491" y="641"/>
                        <a:pt x="503" y="635"/>
                        <a:pt x="514" y="629"/>
                      </a:cubicBezTo>
                      <a:cubicBezTo>
                        <a:pt x="565" y="668"/>
                        <a:pt x="565" y="668"/>
                        <a:pt x="565" y="668"/>
                      </a:cubicBezTo>
                      <a:cubicBezTo>
                        <a:pt x="601" y="640"/>
                        <a:pt x="601" y="640"/>
                        <a:pt x="601" y="640"/>
                      </a:cubicBezTo>
                      <a:cubicBezTo>
                        <a:pt x="577" y="582"/>
                        <a:pt x="577" y="582"/>
                        <a:pt x="577" y="582"/>
                      </a:cubicBezTo>
                      <a:cubicBezTo>
                        <a:pt x="587" y="572"/>
                        <a:pt x="597" y="561"/>
                        <a:pt x="605" y="549"/>
                      </a:cubicBezTo>
                      <a:cubicBezTo>
                        <a:pt x="668" y="567"/>
                        <a:pt x="668" y="567"/>
                        <a:pt x="668" y="567"/>
                      </a:cubicBezTo>
                      <a:cubicBezTo>
                        <a:pt x="691" y="527"/>
                        <a:pt x="691" y="527"/>
                        <a:pt x="691" y="527"/>
                      </a:cubicBezTo>
                      <a:cubicBezTo>
                        <a:pt x="645" y="481"/>
                        <a:pt x="645" y="481"/>
                        <a:pt x="645" y="481"/>
                      </a:cubicBezTo>
                      <a:cubicBezTo>
                        <a:pt x="650" y="469"/>
                        <a:pt x="654" y="457"/>
                        <a:pt x="657" y="445"/>
                      </a:cubicBezTo>
                      <a:cubicBezTo>
                        <a:pt x="721" y="437"/>
                        <a:pt x="721" y="437"/>
                        <a:pt x="721" y="437"/>
                      </a:cubicBezTo>
                      <a:cubicBezTo>
                        <a:pt x="727" y="391"/>
                        <a:pt x="727" y="391"/>
                        <a:pt x="727" y="391"/>
                      </a:cubicBezTo>
                      <a:cubicBezTo>
                        <a:pt x="668" y="367"/>
                        <a:pt x="668" y="367"/>
                        <a:pt x="668" y="367"/>
                      </a:cubicBezTo>
                      <a:cubicBezTo>
                        <a:pt x="668" y="352"/>
                        <a:pt x="667" y="338"/>
                        <a:pt x="666" y="324"/>
                      </a:cubicBezTo>
                      <a:cubicBezTo>
                        <a:pt x="721" y="293"/>
                        <a:pt x="721" y="293"/>
                        <a:pt x="721" y="293"/>
                      </a:cubicBezTo>
                      <a:cubicBezTo>
                        <a:pt x="709" y="248"/>
                        <a:pt x="709" y="248"/>
                        <a:pt x="709" y="248"/>
                      </a:cubicBezTo>
                      <a:cubicBezTo>
                        <a:pt x="645" y="248"/>
                        <a:pt x="645" y="248"/>
                        <a:pt x="645" y="248"/>
                      </a:cubicBezTo>
                      <a:cubicBezTo>
                        <a:pt x="640" y="236"/>
                        <a:pt x="635" y="224"/>
                        <a:pt x="628" y="213"/>
                      </a:cubicBezTo>
                      <a:cubicBezTo>
                        <a:pt x="668" y="163"/>
                        <a:pt x="668" y="163"/>
                        <a:pt x="668" y="163"/>
                      </a:cubicBezTo>
                      <a:cubicBezTo>
                        <a:pt x="640" y="126"/>
                        <a:pt x="640" y="126"/>
                        <a:pt x="640" y="126"/>
                      </a:cubicBezTo>
                      <a:cubicBezTo>
                        <a:pt x="581" y="151"/>
                        <a:pt x="581" y="151"/>
                        <a:pt x="581" y="151"/>
                      </a:cubicBezTo>
                      <a:cubicBezTo>
                        <a:pt x="571" y="140"/>
                        <a:pt x="560" y="131"/>
                        <a:pt x="549" y="122"/>
                      </a:cubicBezTo>
                      <a:cubicBezTo>
                        <a:pt x="566" y="60"/>
                        <a:pt x="566" y="60"/>
                        <a:pt x="566" y="60"/>
                      </a:cubicBezTo>
                      <a:cubicBezTo>
                        <a:pt x="526" y="37"/>
                        <a:pt x="526" y="37"/>
                        <a:pt x="526" y="37"/>
                      </a:cubicBezTo>
                      <a:cubicBezTo>
                        <a:pt x="481" y="83"/>
                        <a:pt x="481" y="83"/>
                        <a:pt x="481" y="83"/>
                      </a:cubicBezTo>
                      <a:cubicBezTo>
                        <a:pt x="469" y="78"/>
                        <a:pt x="456" y="74"/>
                        <a:pt x="444" y="70"/>
                      </a:cubicBezTo>
                      <a:cubicBezTo>
                        <a:pt x="436" y="7"/>
                        <a:pt x="436" y="7"/>
                        <a:pt x="436" y="7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66" y="59"/>
                        <a:pt x="366" y="59"/>
                        <a:pt x="366" y="59"/>
                      </a:cubicBezTo>
                      <a:cubicBezTo>
                        <a:pt x="352" y="59"/>
                        <a:pt x="338" y="60"/>
                        <a:pt x="323" y="62"/>
                      </a:cubicBezTo>
                      <a:cubicBezTo>
                        <a:pt x="292" y="7"/>
                        <a:pt x="292" y="7"/>
                        <a:pt x="292" y="7"/>
                      </a:cubicBezTo>
                      <a:cubicBezTo>
                        <a:pt x="247" y="18"/>
                        <a:pt x="247" y="18"/>
                        <a:pt x="247" y="18"/>
                      </a:cubicBezTo>
                      <a:cubicBezTo>
                        <a:pt x="247" y="82"/>
                        <a:pt x="247" y="82"/>
                        <a:pt x="247" y="82"/>
                      </a:cubicBezTo>
                      <a:cubicBezTo>
                        <a:pt x="236" y="87"/>
                        <a:pt x="224" y="93"/>
                        <a:pt x="212" y="99"/>
                      </a:cubicBezTo>
                      <a:cubicBezTo>
                        <a:pt x="162" y="60"/>
                        <a:pt x="162" y="60"/>
                        <a:pt x="162" y="60"/>
                      </a:cubicBezTo>
                      <a:cubicBezTo>
                        <a:pt x="125" y="88"/>
                        <a:pt x="125" y="88"/>
                        <a:pt x="125" y="88"/>
                      </a:cubicBezTo>
                      <a:cubicBezTo>
                        <a:pt x="150" y="147"/>
                        <a:pt x="150" y="147"/>
                        <a:pt x="150" y="147"/>
                      </a:cubicBezTo>
                      <a:cubicBezTo>
                        <a:pt x="140" y="157"/>
                        <a:pt x="130" y="167"/>
                        <a:pt x="121" y="179"/>
                      </a:cubicBezTo>
                      <a:cubicBezTo>
                        <a:pt x="59" y="162"/>
                        <a:pt x="59" y="162"/>
                        <a:pt x="59" y="162"/>
                      </a:cubicBezTo>
                      <a:cubicBezTo>
                        <a:pt x="36" y="202"/>
                        <a:pt x="36" y="202"/>
                        <a:pt x="36" y="202"/>
                      </a:cubicBezTo>
                      <a:cubicBezTo>
                        <a:pt x="82" y="247"/>
                        <a:pt x="82" y="247"/>
                        <a:pt x="82" y="247"/>
                      </a:cubicBezTo>
                      <a:cubicBezTo>
                        <a:pt x="77" y="259"/>
                        <a:pt x="73" y="271"/>
                        <a:pt x="69" y="284"/>
                      </a:cubicBezTo>
                      <a:cubicBezTo>
                        <a:pt x="6" y="291"/>
                        <a:pt x="6" y="291"/>
                        <a:pt x="6" y="291"/>
                      </a:cubicBezTo>
                      <a:cubicBezTo>
                        <a:pt x="0" y="337"/>
                        <a:pt x="0" y="337"/>
                        <a:pt x="0" y="337"/>
                      </a:cubicBezTo>
                      <a:cubicBezTo>
                        <a:pt x="59" y="361"/>
                        <a:pt x="59" y="361"/>
                        <a:pt x="59" y="361"/>
                      </a:cubicBezTo>
                      <a:cubicBezTo>
                        <a:pt x="59" y="376"/>
                        <a:pt x="59" y="390"/>
                        <a:pt x="61" y="404"/>
                      </a:cubicBezTo>
                      <a:cubicBezTo>
                        <a:pt x="6" y="436"/>
                        <a:pt x="6" y="436"/>
                        <a:pt x="6" y="436"/>
                      </a:cubicBezTo>
                      <a:cubicBezTo>
                        <a:pt x="18" y="481"/>
                        <a:pt x="18" y="481"/>
                        <a:pt x="18" y="481"/>
                      </a:cubicBezTo>
                      <a:cubicBezTo>
                        <a:pt x="82" y="480"/>
                        <a:pt x="82" y="480"/>
                        <a:pt x="82" y="480"/>
                      </a:cubicBezTo>
                      <a:cubicBezTo>
                        <a:pt x="87" y="492"/>
                        <a:pt x="92" y="504"/>
                        <a:pt x="99" y="515"/>
                      </a:cubicBezTo>
                      <a:cubicBezTo>
                        <a:pt x="59" y="565"/>
                        <a:pt x="59" y="565"/>
                        <a:pt x="59" y="565"/>
                      </a:cubicBezTo>
                      <a:cubicBezTo>
                        <a:pt x="87" y="602"/>
                        <a:pt x="87" y="602"/>
                        <a:pt x="87" y="602"/>
                      </a:cubicBezTo>
                      <a:cubicBezTo>
                        <a:pt x="146" y="578"/>
                        <a:pt x="146" y="578"/>
                        <a:pt x="146" y="578"/>
                      </a:cubicBezTo>
                      <a:cubicBezTo>
                        <a:pt x="156" y="588"/>
                        <a:pt x="167" y="597"/>
                        <a:pt x="178" y="606"/>
                      </a:cubicBezTo>
                      <a:cubicBezTo>
                        <a:pt x="161" y="668"/>
                        <a:pt x="161" y="668"/>
                        <a:pt x="161" y="668"/>
                      </a:cubicBezTo>
                      <a:cubicBezTo>
                        <a:pt x="201" y="691"/>
                        <a:pt x="201" y="691"/>
                        <a:pt x="201" y="691"/>
                      </a:cubicBezTo>
                      <a:cubicBezTo>
                        <a:pt x="246" y="645"/>
                        <a:pt x="246" y="645"/>
                        <a:pt x="246" y="645"/>
                      </a:cubicBezTo>
                      <a:cubicBezTo>
                        <a:pt x="258" y="650"/>
                        <a:pt x="271" y="655"/>
                        <a:pt x="283" y="658"/>
                      </a:cubicBezTo>
                      <a:cubicBezTo>
                        <a:pt x="290" y="721"/>
                        <a:pt x="290" y="721"/>
                        <a:pt x="290" y="721"/>
                      </a:cubicBezTo>
                      <a:cubicBezTo>
                        <a:pt x="336" y="728"/>
                        <a:pt x="336" y="728"/>
                        <a:pt x="336" y="728"/>
                      </a:cubicBezTo>
                      <a:cubicBezTo>
                        <a:pt x="361" y="669"/>
                        <a:pt x="361" y="669"/>
                        <a:pt x="361" y="669"/>
                      </a:cubicBezTo>
                      <a:cubicBezTo>
                        <a:pt x="375" y="669"/>
                        <a:pt x="389" y="668"/>
                        <a:pt x="404" y="666"/>
                      </a:cubicBezTo>
                      <a:close/>
                      <a:moveTo>
                        <a:pt x="246" y="567"/>
                      </a:moveTo>
                      <a:cubicBezTo>
                        <a:pt x="134" y="502"/>
                        <a:pt x="96" y="359"/>
                        <a:pt x="161" y="247"/>
                      </a:cubicBezTo>
                      <a:cubicBezTo>
                        <a:pt x="225" y="135"/>
                        <a:pt x="369" y="96"/>
                        <a:pt x="481" y="161"/>
                      </a:cubicBezTo>
                      <a:cubicBezTo>
                        <a:pt x="593" y="226"/>
                        <a:pt x="631" y="369"/>
                        <a:pt x="566" y="481"/>
                      </a:cubicBezTo>
                      <a:cubicBezTo>
                        <a:pt x="502" y="594"/>
                        <a:pt x="358" y="632"/>
                        <a:pt x="246" y="56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17" name="Freeform 25">
                  <a:extLst>
                    <a:ext uri="{FF2B5EF4-FFF2-40B4-BE49-F238E27FC236}">
                      <a16:creationId xmlns:a16="http://schemas.microsoft.com/office/drawing/2014/main" id="{93360E8E-A482-E3A2-5771-401066DE4A7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02736" y="3078962"/>
                  <a:ext cx="422721" cy="422720"/>
                </a:xfrm>
                <a:custGeom>
                  <a:avLst/>
                  <a:gdLst>
                    <a:gd name="T0" fmla="*/ 96 w 205"/>
                    <a:gd name="T1" fmla="*/ 202 h 205"/>
                    <a:gd name="T2" fmla="*/ 201 w 205"/>
                    <a:gd name="T3" fmla="*/ 110 h 205"/>
                    <a:gd name="T4" fmla="*/ 109 w 205"/>
                    <a:gd name="T5" fmla="*/ 4 h 205"/>
                    <a:gd name="T6" fmla="*/ 4 w 205"/>
                    <a:gd name="T7" fmla="*/ 96 h 205"/>
                    <a:gd name="T8" fmla="*/ 96 w 205"/>
                    <a:gd name="T9" fmla="*/ 202 h 205"/>
                    <a:gd name="T10" fmla="*/ 99 w 205"/>
                    <a:gd name="T11" fmla="*/ 147 h 205"/>
                    <a:gd name="T12" fmla="*/ 59 w 205"/>
                    <a:gd name="T13" fmla="*/ 100 h 205"/>
                    <a:gd name="T14" fmla="*/ 105 w 205"/>
                    <a:gd name="T15" fmla="*/ 59 h 205"/>
                    <a:gd name="T16" fmla="*/ 146 w 205"/>
                    <a:gd name="T17" fmla="*/ 106 h 205"/>
                    <a:gd name="T18" fmla="*/ 99 w 205"/>
                    <a:gd name="T19" fmla="*/ 147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5" h="205">
                      <a:moveTo>
                        <a:pt x="96" y="202"/>
                      </a:moveTo>
                      <a:cubicBezTo>
                        <a:pt x="150" y="205"/>
                        <a:pt x="197" y="164"/>
                        <a:pt x="201" y="110"/>
                      </a:cubicBezTo>
                      <a:cubicBezTo>
                        <a:pt x="205" y="55"/>
                        <a:pt x="164" y="8"/>
                        <a:pt x="109" y="4"/>
                      </a:cubicBezTo>
                      <a:cubicBezTo>
                        <a:pt x="55" y="0"/>
                        <a:pt x="7" y="42"/>
                        <a:pt x="4" y="96"/>
                      </a:cubicBezTo>
                      <a:cubicBezTo>
                        <a:pt x="0" y="151"/>
                        <a:pt x="41" y="198"/>
                        <a:pt x="96" y="202"/>
                      </a:cubicBezTo>
                      <a:close/>
                      <a:moveTo>
                        <a:pt x="99" y="147"/>
                      </a:moveTo>
                      <a:cubicBezTo>
                        <a:pt x="75" y="145"/>
                        <a:pt x="57" y="124"/>
                        <a:pt x="59" y="100"/>
                      </a:cubicBezTo>
                      <a:cubicBezTo>
                        <a:pt x="60" y="76"/>
                        <a:pt x="81" y="58"/>
                        <a:pt x="105" y="59"/>
                      </a:cubicBezTo>
                      <a:cubicBezTo>
                        <a:pt x="129" y="61"/>
                        <a:pt x="148" y="82"/>
                        <a:pt x="146" y="106"/>
                      </a:cubicBezTo>
                      <a:cubicBezTo>
                        <a:pt x="144" y="130"/>
                        <a:pt x="123" y="148"/>
                        <a:pt x="99" y="14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spcBef>
                      <a:spcPts val="300"/>
                    </a:spcBef>
                  </a:pPr>
                  <a:endPara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01D5B8B-EB6F-4D17-F03C-5355F29EF6CA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7721935" y="2080584"/>
                <a:ext cx="2430734" cy="43088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1CFAFA4-70EB-D29E-A5D0-9EE43B911297}"/>
                  </a:ext>
                </a:extLst>
              </p:cNvPr>
              <p:cNvSpPr/>
              <p:nvPr/>
            </p:nvSpPr>
            <p:spPr>
              <a:xfrm>
                <a:off x="7112000" y="2039167"/>
                <a:ext cx="522351" cy="522351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01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44AA95E-2526-B747-AC02-C7225E8E6502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9224672" y="3618363"/>
                <a:ext cx="2447048" cy="43088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69313DD-EB55-4263-1DFD-36BF59658C57}"/>
                  </a:ext>
                </a:extLst>
              </p:cNvPr>
              <p:cNvSpPr/>
              <p:nvPr/>
            </p:nvSpPr>
            <p:spPr>
              <a:xfrm>
                <a:off x="8614738" y="3572632"/>
                <a:ext cx="522351" cy="522351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02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2842507-4414-8A46-3CCA-7C0463F35F2D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973871" y="5156141"/>
                <a:ext cx="2430734" cy="43088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D3DE50C-9A82-EDBF-5B3E-D04DC9126D8A}"/>
                  </a:ext>
                </a:extLst>
              </p:cNvPr>
              <p:cNvSpPr/>
              <p:nvPr/>
            </p:nvSpPr>
            <p:spPr>
              <a:xfrm>
                <a:off x="4510154" y="5110410"/>
                <a:ext cx="522351" cy="522351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03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EA1D23F-8963-B43D-2F7E-A377EA4171F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519967" y="3618363"/>
                <a:ext cx="2430734" cy="43088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B9A37AE-63CC-6B62-0F6B-C3AED7A9F153}"/>
                  </a:ext>
                </a:extLst>
              </p:cNvPr>
              <p:cNvSpPr/>
              <p:nvPr/>
            </p:nvSpPr>
            <p:spPr>
              <a:xfrm>
                <a:off x="3056250" y="3572632"/>
                <a:ext cx="522351" cy="522351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04</a:t>
                </a: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AE29BAB-EF35-A394-4D91-430ED3697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0893" y="3467725"/>
              <a:ext cx="1023861" cy="1023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6203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34E0EE0C-BA3C-E8E4-46F2-9902DDCC94E2}"/>
              </a:ext>
            </a:extLst>
          </p:cNvPr>
          <p:cNvGrpSpPr/>
          <p:nvPr/>
        </p:nvGrpSpPr>
        <p:grpSpPr>
          <a:xfrm>
            <a:off x="488079" y="1408737"/>
            <a:ext cx="11215842" cy="4931103"/>
            <a:chOff x="488079" y="1408737"/>
            <a:chExt cx="11215842" cy="4931103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3C0E596-7A26-1A63-C0BC-4DD18859A1A1}"/>
                </a:ext>
              </a:extLst>
            </p:cNvPr>
            <p:cNvGrpSpPr/>
            <p:nvPr/>
          </p:nvGrpSpPr>
          <p:grpSpPr>
            <a:xfrm>
              <a:off x="488079" y="1408737"/>
              <a:ext cx="11215842" cy="4931103"/>
              <a:chOff x="300810" y="1683057"/>
              <a:chExt cx="11215842" cy="4931103"/>
            </a:xfrm>
          </p:grpSpPr>
          <p:sp>
            <p:nvSpPr>
              <p:cNvPr id="2" name="Google Shape;969;p29">
                <a:extLst>
                  <a:ext uri="{FF2B5EF4-FFF2-40B4-BE49-F238E27FC236}">
                    <a16:creationId xmlns:a16="http://schemas.microsoft.com/office/drawing/2014/main" id="{87D1BF25-3299-C4F9-3DBD-B2B02421B90E}"/>
                  </a:ext>
                </a:extLst>
              </p:cNvPr>
              <p:cNvSpPr/>
              <p:nvPr/>
            </p:nvSpPr>
            <p:spPr>
              <a:xfrm>
                <a:off x="3959155" y="5648037"/>
                <a:ext cx="342479" cy="371303"/>
              </a:xfrm>
              <a:custGeom>
                <a:avLst/>
                <a:gdLst/>
                <a:ahLst/>
                <a:cxnLst/>
                <a:rect l="l" t="t" r="r" b="b"/>
                <a:pathLst>
                  <a:path w="9993" h="10834" extrusionOk="0">
                    <a:moveTo>
                      <a:pt x="9228" y="0"/>
                    </a:moveTo>
                    <a:cubicBezTo>
                      <a:pt x="9093" y="0"/>
                      <a:pt x="8958" y="54"/>
                      <a:pt x="8850" y="162"/>
                    </a:cubicBezTo>
                    <a:lnTo>
                      <a:pt x="8868" y="162"/>
                    </a:lnTo>
                    <a:lnTo>
                      <a:pt x="5924" y="3517"/>
                    </a:lnTo>
                    <a:lnTo>
                      <a:pt x="1249" y="8869"/>
                    </a:lnTo>
                    <a:lnTo>
                      <a:pt x="179" y="10101"/>
                    </a:lnTo>
                    <a:cubicBezTo>
                      <a:pt x="0" y="10297"/>
                      <a:pt x="286" y="10636"/>
                      <a:pt x="446" y="10725"/>
                    </a:cubicBezTo>
                    <a:cubicBezTo>
                      <a:pt x="543" y="10797"/>
                      <a:pt x="654" y="10833"/>
                      <a:pt x="763" y="10833"/>
                    </a:cubicBezTo>
                    <a:cubicBezTo>
                      <a:pt x="896" y="10833"/>
                      <a:pt x="1026" y="10779"/>
                      <a:pt x="1124" y="10671"/>
                    </a:cubicBezTo>
                    <a:lnTo>
                      <a:pt x="4069" y="7317"/>
                    </a:lnTo>
                    <a:lnTo>
                      <a:pt x="8743" y="1964"/>
                    </a:lnTo>
                    <a:lnTo>
                      <a:pt x="9814" y="733"/>
                    </a:lnTo>
                    <a:cubicBezTo>
                      <a:pt x="9992" y="537"/>
                      <a:pt x="9707" y="198"/>
                      <a:pt x="9546" y="109"/>
                    </a:cubicBezTo>
                    <a:cubicBezTo>
                      <a:pt x="9450" y="36"/>
                      <a:pt x="9339" y="0"/>
                      <a:pt x="9228" y="0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" name="Google Shape;970;p29">
                <a:extLst>
                  <a:ext uri="{FF2B5EF4-FFF2-40B4-BE49-F238E27FC236}">
                    <a16:creationId xmlns:a16="http://schemas.microsoft.com/office/drawing/2014/main" id="{380AFED0-952E-C6E3-F722-1A0A4A35CA38}"/>
                  </a:ext>
                </a:extLst>
              </p:cNvPr>
              <p:cNvSpPr/>
              <p:nvPr/>
            </p:nvSpPr>
            <p:spPr>
              <a:xfrm rot="2200949">
                <a:off x="6551009" y="2116889"/>
                <a:ext cx="32422" cy="594270"/>
              </a:xfrm>
              <a:custGeom>
                <a:avLst/>
                <a:gdLst/>
                <a:ahLst/>
                <a:cxnLst/>
                <a:rect l="l" t="t" r="r" b="b"/>
                <a:pathLst>
                  <a:path w="946" h="13177" extrusionOk="0">
                    <a:moveTo>
                      <a:pt x="147" y="1"/>
                    </a:moveTo>
                    <a:cubicBezTo>
                      <a:pt x="64" y="1"/>
                      <a:pt x="0" y="31"/>
                      <a:pt x="0" y="123"/>
                    </a:cubicBezTo>
                    <a:lnTo>
                      <a:pt x="0" y="12523"/>
                    </a:lnTo>
                    <a:cubicBezTo>
                      <a:pt x="0" y="12773"/>
                      <a:pt x="268" y="12969"/>
                      <a:pt x="446" y="13076"/>
                    </a:cubicBezTo>
                    <a:cubicBezTo>
                      <a:pt x="499" y="13108"/>
                      <a:pt x="663" y="13177"/>
                      <a:pt x="789" y="13177"/>
                    </a:cubicBezTo>
                    <a:cubicBezTo>
                      <a:pt x="877" y="13177"/>
                      <a:pt x="946" y="13143"/>
                      <a:pt x="946" y="13041"/>
                    </a:cubicBezTo>
                    <a:lnTo>
                      <a:pt x="946" y="640"/>
                    </a:lnTo>
                    <a:cubicBezTo>
                      <a:pt x="946" y="408"/>
                      <a:pt x="696" y="194"/>
                      <a:pt x="500" y="105"/>
                    </a:cubicBezTo>
                    <a:cubicBezTo>
                      <a:pt x="446" y="72"/>
                      <a:pt x="274" y="1"/>
                      <a:pt x="147" y="1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971;p29">
                <a:extLst>
                  <a:ext uri="{FF2B5EF4-FFF2-40B4-BE49-F238E27FC236}">
                    <a16:creationId xmlns:a16="http://schemas.microsoft.com/office/drawing/2014/main" id="{1DBA3A3B-0819-77EF-ADF2-9A45583E76A0}"/>
                  </a:ext>
                </a:extLst>
              </p:cNvPr>
              <p:cNvSpPr/>
              <p:nvPr/>
            </p:nvSpPr>
            <p:spPr>
              <a:xfrm rot="20875159">
                <a:off x="7046967" y="3148996"/>
                <a:ext cx="2000256" cy="204478"/>
              </a:xfrm>
              <a:custGeom>
                <a:avLst/>
                <a:gdLst/>
                <a:ahLst/>
                <a:cxnLst/>
                <a:rect l="l" t="t" r="r" b="b"/>
                <a:pathLst>
                  <a:path w="10153" h="5102" extrusionOk="0">
                    <a:moveTo>
                      <a:pt x="9722" y="0"/>
                    </a:moveTo>
                    <a:cubicBezTo>
                      <a:pt x="9534" y="0"/>
                      <a:pt x="9314" y="80"/>
                      <a:pt x="9189" y="142"/>
                    </a:cubicBezTo>
                    <a:lnTo>
                      <a:pt x="6192" y="1677"/>
                    </a:lnTo>
                    <a:lnTo>
                      <a:pt x="1428" y="4139"/>
                    </a:lnTo>
                    <a:lnTo>
                      <a:pt x="339" y="4710"/>
                    </a:lnTo>
                    <a:cubicBezTo>
                      <a:pt x="197" y="4781"/>
                      <a:pt x="0" y="4924"/>
                      <a:pt x="215" y="5049"/>
                    </a:cubicBezTo>
                    <a:cubicBezTo>
                      <a:pt x="274" y="5087"/>
                      <a:pt x="349" y="5102"/>
                      <a:pt x="431" y="5102"/>
                    </a:cubicBezTo>
                    <a:cubicBezTo>
                      <a:pt x="619" y="5102"/>
                      <a:pt x="839" y="5022"/>
                      <a:pt x="964" y="4960"/>
                    </a:cubicBezTo>
                    <a:lnTo>
                      <a:pt x="3962" y="3425"/>
                    </a:lnTo>
                    <a:lnTo>
                      <a:pt x="8726" y="963"/>
                    </a:lnTo>
                    <a:lnTo>
                      <a:pt x="9814" y="410"/>
                    </a:lnTo>
                    <a:cubicBezTo>
                      <a:pt x="9957" y="321"/>
                      <a:pt x="10153" y="178"/>
                      <a:pt x="9939" y="53"/>
                    </a:cubicBezTo>
                    <a:cubicBezTo>
                      <a:pt x="9880" y="15"/>
                      <a:pt x="9804" y="0"/>
                      <a:pt x="9722" y="0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" name="Google Shape;972;p29">
                <a:extLst>
                  <a:ext uri="{FF2B5EF4-FFF2-40B4-BE49-F238E27FC236}">
                    <a16:creationId xmlns:a16="http://schemas.microsoft.com/office/drawing/2014/main" id="{507CE4D7-0622-6F8D-A0F9-882214F46632}"/>
                  </a:ext>
                </a:extLst>
              </p:cNvPr>
              <p:cNvSpPr/>
              <p:nvPr/>
            </p:nvSpPr>
            <p:spPr>
              <a:xfrm rot="545975">
                <a:off x="7377633" y="5106163"/>
                <a:ext cx="1519068" cy="143133"/>
              </a:xfrm>
              <a:custGeom>
                <a:avLst/>
                <a:gdLst/>
                <a:ahLst/>
                <a:cxnLst/>
                <a:rect l="l" t="t" r="r" b="b"/>
                <a:pathLst>
                  <a:path w="6188" h="2646" extrusionOk="0">
                    <a:moveTo>
                      <a:pt x="162" y="1"/>
                    </a:moveTo>
                    <a:cubicBezTo>
                      <a:pt x="0" y="1"/>
                      <a:pt x="18" y="241"/>
                      <a:pt x="50" y="369"/>
                    </a:cubicBezTo>
                    <a:cubicBezTo>
                      <a:pt x="121" y="618"/>
                      <a:pt x="300" y="833"/>
                      <a:pt x="550" y="958"/>
                    </a:cubicBezTo>
                    <a:lnTo>
                      <a:pt x="5296" y="2421"/>
                    </a:lnTo>
                    <a:lnTo>
                      <a:pt x="5956" y="2635"/>
                    </a:lnTo>
                    <a:cubicBezTo>
                      <a:pt x="5981" y="2642"/>
                      <a:pt x="6003" y="2646"/>
                      <a:pt x="6023" y="2646"/>
                    </a:cubicBezTo>
                    <a:cubicBezTo>
                      <a:pt x="6187" y="2646"/>
                      <a:pt x="6182" y="2405"/>
                      <a:pt x="6134" y="2278"/>
                    </a:cubicBezTo>
                    <a:cubicBezTo>
                      <a:pt x="6063" y="2028"/>
                      <a:pt x="5884" y="1814"/>
                      <a:pt x="5635" y="1689"/>
                    </a:cubicBezTo>
                    <a:lnTo>
                      <a:pt x="906" y="226"/>
                    </a:lnTo>
                    <a:lnTo>
                      <a:pt x="228" y="12"/>
                    </a:lnTo>
                    <a:cubicBezTo>
                      <a:pt x="203" y="4"/>
                      <a:pt x="181" y="1"/>
                      <a:pt x="162" y="1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973;p29">
                <a:extLst>
                  <a:ext uri="{FF2B5EF4-FFF2-40B4-BE49-F238E27FC236}">
                    <a16:creationId xmlns:a16="http://schemas.microsoft.com/office/drawing/2014/main" id="{C648109F-A02C-DAC2-61D8-272D354BA04E}"/>
                  </a:ext>
                </a:extLst>
              </p:cNvPr>
              <p:cNvSpPr/>
              <p:nvPr/>
            </p:nvSpPr>
            <p:spPr>
              <a:xfrm rot="18729410">
                <a:off x="6589123" y="5750640"/>
                <a:ext cx="34903" cy="538631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5967" extrusionOk="0">
                    <a:moveTo>
                      <a:pt x="240" y="0"/>
                    </a:moveTo>
                    <a:cubicBezTo>
                      <a:pt x="101" y="0"/>
                      <a:pt x="1" y="60"/>
                      <a:pt x="1" y="206"/>
                    </a:cubicBezTo>
                    <a:lnTo>
                      <a:pt x="1" y="5398"/>
                    </a:lnTo>
                    <a:cubicBezTo>
                      <a:pt x="1" y="5682"/>
                      <a:pt x="488" y="5966"/>
                      <a:pt x="788" y="5966"/>
                    </a:cubicBezTo>
                    <a:cubicBezTo>
                      <a:pt x="921" y="5966"/>
                      <a:pt x="1018" y="5910"/>
                      <a:pt x="1018" y="5773"/>
                    </a:cubicBezTo>
                    <a:lnTo>
                      <a:pt x="1018" y="563"/>
                    </a:lnTo>
                    <a:cubicBezTo>
                      <a:pt x="1018" y="281"/>
                      <a:pt x="540" y="0"/>
                      <a:pt x="240" y="0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974;p29">
                <a:extLst>
                  <a:ext uri="{FF2B5EF4-FFF2-40B4-BE49-F238E27FC236}">
                    <a16:creationId xmlns:a16="http://schemas.microsoft.com/office/drawing/2014/main" id="{01B07DD2-6517-87C3-CED1-04F0B426449C}"/>
                  </a:ext>
                </a:extLst>
              </p:cNvPr>
              <p:cNvSpPr/>
              <p:nvPr/>
            </p:nvSpPr>
            <p:spPr>
              <a:xfrm>
                <a:off x="2391288" y="4961829"/>
                <a:ext cx="1265250" cy="352452"/>
              </a:xfrm>
              <a:custGeom>
                <a:avLst/>
                <a:gdLst/>
                <a:ahLst/>
                <a:cxnLst/>
                <a:rect l="l" t="t" r="r" b="b"/>
                <a:pathLst>
                  <a:path w="36918" h="10284" extrusionOk="0">
                    <a:moveTo>
                      <a:pt x="36211" y="1"/>
                    </a:moveTo>
                    <a:cubicBezTo>
                      <a:pt x="36138" y="1"/>
                      <a:pt x="36064" y="12"/>
                      <a:pt x="35989" y="35"/>
                    </a:cubicBezTo>
                    <a:lnTo>
                      <a:pt x="35989" y="17"/>
                    </a:lnTo>
                    <a:lnTo>
                      <a:pt x="32439" y="945"/>
                    </a:lnTo>
                    <a:lnTo>
                      <a:pt x="23910" y="3229"/>
                    </a:lnTo>
                    <a:lnTo>
                      <a:pt x="13597" y="5959"/>
                    </a:lnTo>
                    <a:lnTo>
                      <a:pt x="4711" y="8332"/>
                    </a:lnTo>
                    <a:lnTo>
                      <a:pt x="1785" y="9117"/>
                    </a:lnTo>
                    <a:cubicBezTo>
                      <a:pt x="1321" y="9224"/>
                      <a:pt x="839" y="9331"/>
                      <a:pt x="393" y="9474"/>
                    </a:cubicBezTo>
                    <a:lnTo>
                      <a:pt x="322" y="9492"/>
                    </a:lnTo>
                    <a:cubicBezTo>
                      <a:pt x="90" y="9563"/>
                      <a:pt x="1" y="9849"/>
                      <a:pt x="161" y="10027"/>
                    </a:cubicBezTo>
                    <a:cubicBezTo>
                      <a:pt x="313" y="10192"/>
                      <a:pt x="518" y="10283"/>
                      <a:pt x="726" y="10283"/>
                    </a:cubicBezTo>
                    <a:cubicBezTo>
                      <a:pt x="788" y="10283"/>
                      <a:pt x="850" y="10275"/>
                      <a:pt x="911" y="10259"/>
                    </a:cubicBezTo>
                    <a:lnTo>
                      <a:pt x="4479" y="9313"/>
                    </a:lnTo>
                    <a:lnTo>
                      <a:pt x="13008" y="7047"/>
                    </a:lnTo>
                    <a:lnTo>
                      <a:pt x="23321" y="4300"/>
                    </a:lnTo>
                    <a:lnTo>
                      <a:pt x="32207" y="1927"/>
                    </a:lnTo>
                    <a:lnTo>
                      <a:pt x="35133" y="1177"/>
                    </a:lnTo>
                    <a:cubicBezTo>
                      <a:pt x="35597" y="1052"/>
                      <a:pt x="36061" y="945"/>
                      <a:pt x="36525" y="802"/>
                    </a:cubicBezTo>
                    <a:lnTo>
                      <a:pt x="36578" y="785"/>
                    </a:lnTo>
                    <a:cubicBezTo>
                      <a:pt x="36828" y="713"/>
                      <a:pt x="36917" y="428"/>
                      <a:pt x="36757" y="249"/>
                    </a:cubicBezTo>
                    <a:cubicBezTo>
                      <a:pt x="36611" y="91"/>
                      <a:pt x="36417" y="1"/>
                      <a:pt x="36211" y="1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" name="Google Shape;975;p29">
                <a:extLst>
                  <a:ext uri="{FF2B5EF4-FFF2-40B4-BE49-F238E27FC236}">
                    <a16:creationId xmlns:a16="http://schemas.microsoft.com/office/drawing/2014/main" id="{9FFFE175-E33D-4999-3BAC-4546F38936C0}"/>
                  </a:ext>
                </a:extLst>
              </p:cNvPr>
              <p:cNvSpPr/>
              <p:nvPr/>
            </p:nvSpPr>
            <p:spPr>
              <a:xfrm rot="18398141">
                <a:off x="3292574" y="2384377"/>
                <a:ext cx="419489" cy="1681601"/>
              </a:xfrm>
              <a:custGeom>
                <a:avLst/>
                <a:gdLst/>
                <a:ahLst/>
                <a:cxnLst/>
                <a:rect l="l" t="t" r="r" b="b"/>
                <a:pathLst>
                  <a:path w="14935" h="8581" extrusionOk="0">
                    <a:moveTo>
                      <a:pt x="444" y="0"/>
                    </a:moveTo>
                    <a:cubicBezTo>
                      <a:pt x="317" y="0"/>
                      <a:pt x="196" y="41"/>
                      <a:pt x="125" y="148"/>
                    </a:cubicBezTo>
                    <a:cubicBezTo>
                      <a:pt x="0" y="380"/>
                      <a:pt x="250" y="647"/>
                      <a:pt x="428" y="754"/>
                    </a:cubicBezTo>
                    <a:lnTo>
                      <a:pt x="5085" y="3377"/>
                    </a:lnTo>
                    <a:lnTo>
                      <a:pt x="12454" y="7534"/>
                    </a:lnTo>
                    <a:lnTo>
                      <a:pt x="14132" y="8480"/>
                    </a:lnTo>
                    <a:cubicBezTo>
                      <a:pt x="14232" y="8535"/>
                      <a:pt x="14370" y="8581"/>
                      <a:pt x="14501" y="8581"/>
                    </a:cubicBezTo>
                    <a:cubicBezTo>
                      <a:pt x="14624" y="8581"/>
                      <a:pt x="14740" y="8540"/>
                      <a:pt x="14810" y="8427"/>
                    </a:cubicBezTo>
                    <a:cubicBezTo>
                      <a:pt x="14934" y="8195"/>
                      <a:pt x="14685" y="7927"/>
                      <a:pt x="14506" y="7820"/>
                    </a:cubicBezTo>
                    <a:lnTo>
                      <a:pt x="9849" y="5197"/>
                    </a:lnTo>
                    <a:lnTo>
                      <a:pt x="2480" y="1058"/>
                    </a:lnTo>
                    <a:lnTo>
                      <a:pt x="803" y="94"/>
                    </a:lnTo>
                    <a:cubicBezTo>
                      <a:pt x="705" y="41"/>
                      <a:pt x="571" y="0"/>
                      <a:pt x="444" y="0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976;p29">
                <a:extLst>
                  <a:ext uri="{FF2B5EF4-FFF2-40B4-BE49-F238E27FC236}">
                    <a16:creationId xmlns:a16="http://schemas.microsoft.com/office/drawing/2014/main" id="{0AD45618-18A7-CFEA-6F0A-7FD8CB5E7466}"/>
                  </a:ext>
                </a:extLst>
              </p:cNvPr>
              <p:cNvSpPr/>
              <p:nvPr/>
            </p:nvSpPr>
            <p:spPr>
              <a:xfrm>
                <a:off x="4227338" y="2375845"/>
                <a:ext cx="456604" cy="538686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5718" extrusionOk="0">
                    <a:moveTo>
                      <a:pt x="673" y="0"/>
                    </a:moveTo>
                    <a:cubicBezTo>
                      <a:pt x="319" y="0"/>
                      <a:pt x="0" y="290"/>
                      <a:pt x="315" y="677"/>
                    </a:cubicBezTo>
                    <a:lnTo>
                      <a:pt x="4330" y="5691"/>
                    </a:lnTo>
                    <a:lnTo>
                      <a:pt x="10735" y="13685"/>
                    </a:lnTo>
                    <a:lnTo>
                      <a:pt x="12198" y="15505"/>
                    </a:lnTo>
                    <a:cubicBezTo>
                      <a:pt x="12319" y="15653"/>
                      <a:pt x="12492" y="15718"/>
                      <a:pt x="12657" y="15718"/>
                    </a:cubicBezTo>
                    <a:cubicBezTo>
                      <a:pt x="13008" y="15718"/>
                      <a:pt x="13322" y="15429"/>
                      <a:pt x="13019" y="15041"/>
                    </a:cubicBezTo>
                    <a:lnTo>
                      <a:pt x="8987" y="10027"/>
                    </a:lnTo>
                    <a:lnTo>
                      <a:pt x="2599" y="2034"/>
                    </a:lnTo>
                    <a:lnTo>
                      <a:pt x="1136" y="214"/>
                    </a:lnTo>
                    <a:cubicBezTo>
                      <a:pt x="1016" y="65"/>
                      <a:pt x="841" y="0"/>
                      <a:pt x="673" y="0"/>
                    </a:cubicBezTo>
                    <a:close/>
                  </a:path>
                </a:pathLst>
              </a:custGeom>
              <a:solidFill>
                <a:srgbClr val="95BEC9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77;p29">
                <a:extLst>
                  <a:ext uri="{FF2B5EF4-FFF2-40B4-BE49-F238E27FC236}">
                    <a16:creationId xmlns:a16="http://schemas.microsoft.com/office/drawing/2014/main" id="{9939CB76-26DF-FB6E-4313-02740D9A403E}"/>
                  </a:ext>
                </a:extLst>
              </p:cNvPr>
              <p:cNvSpPr/>
              <p:nvPr/>
            </p:nvSpPr>
            <p:spPr>
              <a:xfrm>
                <a:off x="3093032" y="2507436"/>
                <a:ext cx="5304811" cy="344833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78;p29">
                <a:extLst>
                  <a:ext uri="{FF2B5EF4-FFF2-40B4-BE49-F238E27FC236}">
                    <a16:creationId xmlns:a16="http://schemas.microsoft.com/office/drawing/2014/main" id="{D47FF981-1742-7B49-5FE1-ECFE22B5DE28}"/>
                  </a:ext>
                </a:extLst>
              </p:cNvPr>
              <p:cNvSpPr/>
              <p:nvPr/>
            </p:nvSpPr>
            <p:spPr>
              <a:xfrm>
                <a:off x="5637052" y="2533257"/>
                <a:ext cx="25121" cy="1784984"/>
              </a:xfrm>
              <a:custGeom>
                <a:avLst/>
                <a:gdLst/>
                <a:ahLst/>
                <a:cxnLst/>
                <a:rect l="l" t="t" r="r" b="b"/>
                <a:pathLst>
                  <a:path w="733" h="52083" extrusionOk="0">
                    <a:moveTo>
                      <a:pt x="375" y="0"/>
                    </a:moveTo>
                    <a:cubicBezTo>
                      <a:pt x="357" y="0"/>
                      <a:pt x="340" y="18"/>
                      <a:pt x="340" y="36"/>
                    </a:cubicBezTo>
                    <a:cubicBezTo>
                      <a:pt x="126" y="4372"/>
                      <a:pt x="54" y="8690"/>
                      <a:pt x="18" y="13025"/>
                    </a:cubicBezTo>
                    <a:cubicBezTo>
                      <a:pt x="1" y="15202"/>
                      <a:pt x="36" y="17361"/>
                      <a:pt x="54" y="19538"/>
                    </a:cubicBezTo>
                    <a:cubicBezTo>
                      <a:pt x="72" y="21697"/>
                      <a:pt x="126" y="23874"/>
                      <a:pt x="197" y="26033"/>
                    </a:cubicBezTo>
                    <a:cubicBezTo>
                      <a:pt x="250" y="28209"/>
                      <a:pt x="286" y="30368"/>
                      <a:pt x="268" y="32545"/>
                    </a:cubicBezTo>
                    <a:cubicBezTo>
                      <a:pt x="250" y="33634"/>
                      <a:pt x="215" y="34704"/>
                      <a:pt x="179" y="35793"/>
                    </a:cubicBezTo>
                    <a:lnTo>
                      <a:pt x="90" y="39040"/>
                    </a:lnTo>
                    <a:cubicBezTo>
                      <a:pt x="54" y="41217"/>
                      <a:pt x="90" y="43376"/>
                      <a:pt x="108" y="45552"/>
                    </a:cubicBezTo>
                    <a:cubicBezTo>
                      <a:pt x="143" y="47729"/>
                      <a:pt x="215" y="49888"/>
                      <a:pt x="340" y="52065"/>
                    </a:cubicBezTo>
                    <a:cubicBezTo>
                      <a:pt x="340" y="52083"/>
                      <a:pt x="357" y="52083"/>
                      <a:pt x="375" y="52083"/>
                    </a:cubicBezTo>
                    <a:cubicBezTo>
                      <a:pt x="393" y="52083"/>
                      <a:pt x="411" y="52083"/>
                      <a:pt x="411" y="52065"/>
                    </a:cubicBezTo>
                    <a:cubicBezTo>
                      <a:pt x="536" y="49888"/>
                      <a:pt x="589" y="47729"/>
                      <a:pt x="625" y="45552"/>
                    </a:cubicBezTo>
                    <a:cubicBezTo>
                      <a:pt x="679" y="43376"/>
                      <a:pt x="696" y="41217"/>
                      <a:pt x="661" y="39040"/>
                    </a:cubicBezTo>
                    <a:lnTo>
                      <a:pt x="554" y="35793"/>
                    </a:lnTo>
                    <a:cubicBezTo>
                      <a:pt x="518" y="34722"/>
                      <a:pt x="500" y="33634"/>
                      <a:pt x="482" y="32545"/>
                    </a:cubicBezTo>
                    <a:cubicBezTo>
                      <a:pt x="465" y="30386"/>
                      <a:pt x="500" y="28209"/>
                      <a:pt x="554" y="26033"/>
                    </a:cubicBezTo>
                    <a:cubicBezTo>
                      <a:pt x="625" y="23874"/>
                      <a:pt x="661" y="21697"/>
                      <a:pt x="696" y="19538"/>
                    </a:cubicBezTo>
                    <a:cubicBezTo>
                      <a:pt x="714" y="17361"/>
                      <a:pt x="732" y="15202"/>
                      <a:pt x="732" y="13025"/>
                    </a:cubicBezTo>
                    <a:cubicBezTo>
                      <a:pt x="696" y="8690"/>
                      <a:pt x="625" y="4372"/>
                      <a:pt x="411" y="36"/>
                    </a:cubicBezTo>
                    <a:cubicBezTo>
                      <a:pt x="411" y="18"/>
                      <a:pt x="393" y="0"/>
                      <a:pt x="375" y="0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79;p29">
                <a:extLst>
                  <a:ext uri="{FF2B5EF4-FFF2-40B4-BE49-F238E27FC236}">
                    <a16:creationId xmlns:a16="http://schemas.microsoft.com/office/drawing/2014/main" id="{1D692069-19C7-FFFF-DA4F-13D80F687C12}"/>
                  </a:ext>
                </a:extLst>
              </p:cNvPr>
              <p:cNvSpPr/>
              <p:nvPr/>
            </p:nvSpPr>
            <p:spPr>
              <a:xfrm>
                <a:off x="5700042" y="2804884"/>
                <a:ext cx="1481712" cy="1444115"/>
              </a:xfrm>
              <a:custGeom>
                <a:avLst/>
                <a:gdLst/>
                <a:ahLst/>
                <a:cxnLst/>
                <a:rect l="l" t="t" r="r" b="b"/>
                <a:pathLst>
                  <a:path w="43234" h="42137" extrusionOk="0">
                    <a:moveTo>
                      <a:pt x="43206" y="1"/>
                    </a:moveTo>
                    <a:cubicBezTo>
                      <a:pt x="43197" y="1"/>
                      <a:pt x="43189" y="5"/>
                      <a:pt x="43180" y="14"/>
                    </a:cubicBezTo>
                    <a:cubicBezTo>
                      <a:pt x="39433" y="3369"/>
                      <a:pt x="35775" y="6812"/>
                      <a:pt x="32171" y="10292"/>
                    </a:cubicBezTo>
                    <a:cubicBezTo>
                      <a:pt x="30369" y="12040"/>
                      <a:pt x="28584" y="13824"/>
                      <a:pt x="26800" y="15591"/>
                    </a:cubicBezTo>
                    <a:cubicBezTo>
                      <a:pt x="25016" y="17357"/>
                      <a:pt x="23249" y="19142"/>
                      <a:pt x="21483" y="20944"/>
                    </a:cubicBezTo>
                    <a:cubicBezTo>
                      <a:pt x="19717" y="22746"/>
                      <a:pt x="17950" y="24530"/>
                      <a:pt x="16130" y="26261"/>
                    </a:cubicBezTo>
                    <a:cubicBezTo>
                      <a:pt x="15238" y="27135"/>
                      <a:pt x="14310" y="27974"/>
                      <a:pt x="13382" y="28830"/>
                    </a:cubicBezTo>
                    <a:lnTo>
                      <a:pt x="10617" y="31399"/>
                    </a:lnTo>
                    <a:cubicBezTo>
                      <a:pt x="8815" y="33112"/>
                      <a:pt x="7013" y="34897"/>
                      <a:pt x="5246" y="36663"/>
                    </a:cubicBezTo>
                    <a:cubicBezTo>
                      <a:pt x="3462" y="38447"/>
                      <a:pt x="1713" y="40249"/>
                      <a:pt x="0" y="42087"/>
                    </a:cubicBezTo>
                    <a:cubicBezTo>
                      <a:pt x="0" y="42105"/>
                      <a:pt x="0" y="42123"/>
                      <a:pt x="0" y="42123"/>
                    </a:cubicBezTo>
                    <a:cubicBezTo>
                      <a:pt x="9" y="42132"/>
                      <a:pt x="18" y="42136"/>
                      <a:pt x="27" y="42136"/>
                    </a:cubicBezTo>
                    <a:cubicBezTo>
                      <a:pt x="36" y="42136"/>
                      <a:pt x="45" y="42132"/>
                      <a:pt x="54" y="42123"/>
                    </a:cubicBezTo>
                    <a:cubicBezTo>
                      <a:pt x="1945" y="40463"/>
                      <a:pt x="3783" y="38768"/>
                      <a:pt x="5603" y="37038"/>
                    </a:cubicBezTo>
                    <a:cubicBezTo>
                      <a:pt x="7441" y="35307"/>
                      <a:pt x="9243" y="33576"/>
                      <a:pt x="11027" y="31792"/>
                    </a:cubicBezTo>
                    <a:lnTo>
                      <a:pt x="13650" y="29098"/>
                    </a:lnTo>
                    <a:cubicBezTo>
                      <a:pt x="14524" y="28206"/>
                      <a:pt x="15399" y="27313"/>
                      <a:pt x="16291" y="26421"/>
                    </a:cubicBezTo>
                    <a:cubicBezTo>
                      <a:pt x="18075" y="24637"/>
                      <a:pt x="19895" y="22906"/>
                      <a:pt x="21751" y="21211"/>
                    </a:cubicBezTo>
                    <a:cubicBezTo>
                      <a:pt x="23588" y="19498"/>
                      <a:pt x="25426" y="17768"/>
                      <a:pt x="27228" y="16037"/>
                    </a:cubicBezTo>
                    <a:cubicBezTo>
                      <a:pt x="29048" y="14306"/>
                      <a:pt x="30886" y="12558"/>
                      <a:pt x="32670" y="10809"/>
                    </a:cubicBezTo>
                    <a:cubicBezTo>
                      <a:pt x="36239" y="7276"/>
                      <a:pt x="39790" y="3708"/>
                      <a:pt x="43233" y="50"/>
                    </a:cubicBezTo>
                    <a:cubicBezTo>
                      <a:pt x="43233" y="32"/>
                      <a:pt x="43233" y="14"/>
                      <a:pt x="43233" y="14"/>
                    </a:cubicBezTo>
                    <a:cubicBezTo>
                      <a:pt x="43224" y="5"/>
                      <a:pt x="43215" y="1"/>
                      <a:pt x="43206" y="1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80;p29">
                <a:extLst>
                  <a:ext uri="{FF2B5EF4-FFF2-40B4-BE49-F238E27FC236}">
                    <a16:creationId xmlns:a16="http://schemas.microsoft.com/office/drawing/2014/main" id="{472D8C3F-2561-5CE3-75A3-4245553FA75A}"/>
                  </a:ext>
                </a:extLst>
              </p:cNvPr>
              <p:cNvSpPr/>
              <p:nvPr/>
            </p:nvSpPr>
            <p:spPr>
              <a:xfrm>
                <a:off x="5625433" y="4315134"/>
                <a:ext cx="2688801" cy="76432"/>
              </a:xfrm>
              <a:custGeom>
                <a:avLst/>
                <a:gdLst/>
                <a:ahLst/>
                <a:cxnLst/>
                <a:rect l="l" t="t" r="r" b="b"/>
                <a:pathLst>
                  <a:path w="66643" h="1929" extrusionOk="0">
                    <a:moveTo>
                      <a:pt x="3798" y="1"/>
                    </a:moveTo>
                    <a:cubicBezTo>
                      <a:pt x="2546" y="1"/>
                      <a:pt x="1293" y="10"/>
                      <a:pt x="36" y="34"/>
                    </a:cubicBezTo>
                    <a:cubicBezTo>
                      <a:pt x="18" y="34"/>
                      <a:pt x="1" y="52"/>
                      <a:pt x="1" y="70"/>
                    </a:cubicBezTo>
                    <a:cubicBezTo>
                      <a:pt x="1" y="88"/>
                      <a:pt x="18" y="106"/>
                      <a:pt x="36" y="106"/>
                    </a:cubicBezTo>
                    <a:cubicBezTo>
                      <a:pt x="2802" y="284"/>
                      <a:pt x="5585" y="427"/>
                      <a:pt x="8351" y="552"/>
                    </a:cubicBezTo>
                    <a:cubicBezTo>
                      <a:pt x="11117" y="659"/>
                      <a:pt x="13900" y="748"/>
                      <a:pt x="16666" y="784"/>
                    </a:cubicBezTo>
                    <a:lnTo>
                      <a:pt x="20841" y="819"/>
                    </a:lnTo>
                    <a:cubicBezTo>
                      <a:pt x="22215" y="819"/>
                      <a:pt x="23606" y="819"/>
                      <a:pt x="24998" y="855"/>
                    </a:cubicBezTo>
                    <a:cubicBezTo>
                      <a:pt x="27764" y="891"/>
                      <a:pt x="30547" y="1016"/>
                      <a:pt x="33313" y="1141"/>
                    </a:cubicBezTo>
                    <a:cubicBezTo>
                      <a:pt x="36096" y="1283"/>
                      <a:pt x="38862" y="1408"/>
                      <a:pt x="41645" y="1497"/>
                    </a:cubicBezTo>
                    <a:cubicBezTo>
                      <a:pt x="44411" y="1605"/>
                      <a:pt x="47177" y="1712"/>
                      <a:pt x="49960" y="1783"/>
                    </a:cubicBezTo>
                    <a:cubicBezTo>
                      <a:pt x="54059" y="1875"/>
                      <a:pt x="58157" y="1928"/>
                      <a:pt x="62256" y="1928"/>
                    </a:cubicBezTo>
                    <a:cubicBezTo>
                      <a:pt x="63706" y="1928"/>
                      <a:pt x="65157" y="1922"/>
                      <a:pt x="66607" y="1908"/>
                    </a:cubicBezTo>
                    <a:cubicBezTo>
                      <a:pt x="66625" y="1908"/>
                      <a:pt x="66643" y="1890"/>
                      <a:pt x="66643" y="1872"/>
                    </a:cubicBezTo>
                    <a:cubicBezTo>
                      <a:pt x="66643" y="1854"/>
                      <a:pt x="66625" y="1836"/>
                      <a:pt x="66607" y="1836"/>
                    </a:cubicBezTo>
                    <a:cubicBezTo>
                      <a:pt x="61076" y="1480"/>
                      <a:pt x="55527" y="1248"/>
                      <a:pt x="49978" y="1069"/>
                    </a:cubicBezTo>
                    <a:cubicBezTo>
                      <a:pt x="47194" y="980"/>
                      <a:pt x="44429" y="926"/>
                      <a:pt x="41645" y="873"/>
                    </a:cubicBezTo>
                    <a:cubicBezTo>
                      <a:pt x="38880" y="819"/>
                      <a:pt x="36096" y="802"/>
                      <a:pt x="33331" y="784"/>
                    </a:cubicBezTo>
                    <a:cubicBezTo>
                      <a:pt x="30547" y="766"/>
                      <a:pt x="27782" y="730"/>
                      <a:pt x="24998" y="623"/>
                    </a:cubicBezTo>
                    <a:cubicBezTo>
                      <a:pt x="23624" y="587"/>
                      <a:pt x="22233" y="516"/>
                      <a:pt x="20841" y="445"/>
                    </a:cubicBezTo>
                    <a:lnTo>
                      <a:pt x="16683" y="231"/>
                    </a:lnTo>
                    <a:cubicBezTo>
                      <a:pt x="13918" y="124"/>
                      <a:pt x="11134" y="70"/>
                      <a:pt x="8369" y="34"/>
                    </a:cubicBezTo>
                    <a:cubicBezTo>
                      <a:pt x="6842" y="15"/>
                      <a:pt x="5320" y="1"/>
                      <a:pt x="3798" y="1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81;p29">
                <a:extLst>
                  <a:ext uri="{FF2B5EF4-FFF2-40B4-BE49-F238E27FC236}">
                    <a16:creationId xmlns:a16="http://schemas.microsoft.com/office/drawing/2014/main" id="{E5EE13AE-1A26-F495-4ADF-C332AADE4A5F}"/>
                  </a:ext>
                </a:extLst>
              </p:cNvPr>
              <p:cNvSpPr/>
              <p:nvPr/>
            </p:nvSpPr>
            <p:spPr>
              <a:xfrm>
                <a:off x="5625434" y="4315683"/>
                <a:ext cx="1448673" cy="1563040"/>
              </a:xfrm>
              <a:custGeom>
                <a:avLst/>
                <a:gdLst/>
                <a:ahLst/>
                <a:cxnLst/>
                <a:rect l="l" t="t" r="r" b="b"/>
                <a:pathLst>
                  <a:path w="42270" h="45607" extrusionOk="0">
                    <a:moveTo>
                      <a:pt x="18" y="1"/>
                    </a:moveTo>
                    <a:cubicBezTo>
                      <a:pt x="1" y="18"/>
                      <a:pt x="1" y="36"/>
                      <a:pt x="18" y="54"/>
                    </a:cubicBezTo>
                    <a:cubicBezTo>
                      <a:pt x="1678" y="2035"/>
                      <a:pt x="3391" y="3979"/>
                      <a:pt x="5121" y="5906"/>
                    </a:cubicBezTo>
                    <a:cubicBezTo>
                      <a:pt x="6852" y="7816"/>
                      <a:pt x="8601" y="9725"/>
                      <a:pt x="10385" y="11598"/>
                    </a:cubicBezTo>
                    <a:lnTo>
                      <a:pt x="13079" y="14382"/>
                    </a:lnTo>
                    <a:cubicBezTo>
                      <a:pt x="13989" y="15309"/>
                      <a:pt x="14881" y="16237"/>
                      <a:pt x="15773" y="17183"/>
                    </a:cubicBezTo>
                    <a:cubicBezTo>
                      <a:pt x="17558" y="19056"/>
                      <a:pt x="19289" y="20983"/>
                      <a:pt x="21001" y="22928"/>
                    </a:cubicBezTo>
                    <a:cubicBezTo>
                      <a:pt x="22714" y="24873"/>
                      <a:pt x="24427" y="26800"/>
                      <a:pt x="26176" y="28709"/>
                    </a:cubicBezTo>
                    <a:cubicBezTo>
                      <a:pt x="27924" y="30618"/>
                      <a:pt x="29655" y="32545"/>
                      <a:pt x="31422" y="34437"/>
                    </a:cubicBezTo>
                    <a:cubicBezTo>
                      <a:pt x="34954" y="38202"/>
                      <a:pt x="38541" y="41949"/>
                      <a:pt x="42198" y="45606"/>
                    </a:cubicBezTo>
                    <a:lnTo>
                      <a:pt x="42252" y="45606"/>
                    </a:lnTo>
                    <a:cubicBezTo>
                      <a:pt x="42270" y="45588"/>
                      <a:pt x="42270" y="45571"/>
                      <a:pt x="42252" y="45553"/>
                    </a:cubicBezTo>
                    <a:cubicBezTo>
                      <a:pt x="38898" y="41627"/>
                      <a:pt x="35436" y="37773"/>
                      <a:pt x="31939" y="33955"/>
                    </a:cubicBezTo>
                    <a:cubicBezTo>
                      <a:pt x="30190" y="32046"/>
                      <a:pt x="28406" y="30172"/>
                      <a:pt x="26640" y="28299"/>
                    </a:cubicBezTo>
                    <a:cubicBezTo>
                      <a:pt x="24855" y="26408"/>
                      <a:pt x="23071" y="24534"/>
                      <a:pt x="21269" y="22678"/>
                    </a:cubicBezTo>
                    <a:cubicBezTo>
                      <a:pt x="19467" y="20841"/>
                      <a:pt x="17683" y="18967"/>
                      <a:pt x="15934" y="17040"/>
                    </a:cubicBezTo>
                    <a:cubicBezTo>
                      <a:pt x="15060" y="16095"/>
                      <a:pt x="14203" y="15113"/>
                      <a:pt x="13347" y="14150"/>
                    </a:cubicBezTo>
                    <a:lnTo>
                      <a:pt x="10778" y="11241"/>
                    </a:lnTo>
                    <a:cubicBezTo>
                      <a:pt x="9065" y="9314"/>
                      <a:pt x="7280" y="7441"/>
                      <a:pt x="5496" y="5567"/>
                    </a:cubicBezTo>
                    <a:cubicBezTo>
                      <a:pt x="3712" y="3694"/>
                      <a:pt x="1910" y="1838"/>
                      <a:pt x="54" y="18"/>
                    </a:cubicBezTo>
                    <a:cubicBezTo>
                      <a:pt x="54" y="1"/>
                      <a:pt x="36" y="1"/>
                      <a:pt x="18" y="1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82;p29">
                <a:extLst>
                  <a:ext uri="{FF2B5EF4-FFF2-40B4-BE49-F238E27FC236}">
                    <a16:creationId xmlns:a16="http://schemas.microsoft.com/office/drawing/2014/main" id="{65FDD989-DBCF-07F8-1C4B-77C41176AF53}"/>
                  </a:ext>
                </a:extLst>
              </p:cNvPr>
              <p:cNvSpPr/>
              <p:nvPr/>
            </p:nvSpPr>
            <p:spPr>
              <a:xfrm>
                <a:off x="5542259" y="4316300"/>
                <a:ext cx="86262" cy="1640700"/>
              </a:xfrm>
              <a:custGeom>
                <a:avLst/>
                <a:gdLst/>
                <a:ahLst/>
                <a:cxnLst/>
                <a:rect l="l" t="t" r="r" b="b"/>
                <a:pathLst>
                  <a:path w="2517" h="47873" extrusionOk="0">
                    <a:moveTo>
                      <a:pt x="2481" y="0"/>
                    </a:moveTo>
                    <a:cubicBezTo>
                      <a:pt x="2463" y="0"/>
                      <a:pt x="2463" y="0"/>
                      <a:pt x="2445" y="18"/>
                    </a:cubicBezTo>
                    <a:cubicBezTo>
                      <a:pt x="2231" y="2017"/>
                      <a:pt x="2071" y="3997"/>
                      <a:pt x="1928" y="5995"/>
                    </a:cubicBezTo>
                    <a:cubicBezTo>
                      <a:pt x="1785" y="7976"/>
                      <a:pt x="1660" y="9974"/>
                      <a:pt x="1589" y="11973"/>
                    </a:cubicBezTo>
                    <a:lnTo>
                      <a:pt x="1535" y="14952"/>
                    </a:lnTo>
                    <a:cubicBezTo>
                      <a:pt x="1518" y="15952"/>
                      <a:pt x="1500" y="16951"/>
                      <a:pt x="1464" y="17950"/>
                    </a:cubicBezTo>
                    <a:cubicBezTo>
                      <a:pt x="1393" y="19948"/>
                      <a:pt x="1250" y="21929"/>
                      <a:pt x="1089" y="23927"/>
                    </a:cubicBezTo>
                    <a:cubicBezTo>
                      <a:pt x="911" y="25908"/>
                      <a:pt x="768" y="27906"/>
                      <a:pt x="643" y="29887"/>
                    </a:cubicBezTo>
                    <a:cubicBezTo>
                      <a:pt x="518" y="31885"/>
                      <a:pt x="376" y="33884"/>
                      <a:pt x="286" y="35864"/>
                    </a:cubicBezTo>
                    <a:cubicBezTo>
                      <a:pt x="108" y="39861"/>
                      <a:pt x="1" y="43840"/>
                      <a:pt x="1" y="47836"/>
                    </a:cubicBezTo>
                    <a:cubicBezTo>
                      <a:pt x="1" y="47854"/>
                      <a:pt x="19" y="47872"/>
                      <a:pt x="37" y="47872"/>
                    </a:cubicBezTo>
                    <a:cubicBezTo>
                      <a:pt x="55" y="47872"/>
                      <a:pt x="72" y="47854"/>
                      <a:pt x="72" y="47836"/>
                    </a:cubicBezTo>
                    <a:cubicBezTo>
                      <a:pt x="483" y="43875"/>
                      <a:pt x="786" y="39879"/>
                      <a:pt x="1000" y="35900"/>
                    </a:cubicBezTo>
                    <a:cubicBezTo>
                      <a:pt x="1107" y="33919"/>
                      <a:pt x="1179" y="31921"/>
                      <a:pt x="1268" y="29922"/>
                    </a:cubicBezTo>
                    <a:cubicBezTo>
                      <a:pt x="1339" y="27924"/>
                      <a:pt x="1411" y="25944"/>
                      <a:pt x="1428" y="23945"/>
                    </a:cubicBezTo>
                    <a:cubicBezTo>
                      <a:pt x="1464" y="21947"/>
                      <a:pt x="1535" y="19948"/>
                      <a:pt x="1660" y="17968"/>
                    </a:cubicBezTo>
                    <a:cubicBezTo>
                      <a:pt x="1714" y="16969"/>
                      <a:pt x="1803" y="15970"/>
                      <a:pt x="1874" y="14970"/>
                    </a:cubicBezTo>
                    <a:lnTo>
                      <a:pt x="2124" y="11991"/>
                    </a:lnTo>
                    <a:cubicBezTo>
                      <a:pt x="2267" y="10010"/>
                      <a:pt x="2356" y="8012"/>
                      <a:pt x="2410" y="6013"/>
                    </a:cubicBezTo>
                    <a:cubicBezTo>
                      <a:pt x="2481" y="4015"/>
                      <a:pt x="2517" y="2034"/>
                      <a:pt x="2499" y="36"/>
                    </a:cubicBezTo>
                    <a:cubicBezTo>
                      <a:pt x="2499" y="18"/>
                      <a:pt x="2499" y="0"/>
                      <a:pt x="2481" y="0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83;p29">
                <a:extLst>
                  <a:ext uri="{FF2B5EF4-FFF2-40B4-BE49-F238E27FC236}">
                    <a16:creationId xmlns:a16="http://schemas.microsoft.com/office/drawing/2014/main" id="{8272129A-9331-B88F-A472-AA97DEAA305C}"/>
                  </a:ext>
                </a:extLst>
              </p:cNvPr>
              <p:cNvSpPr/>
              <p:nvPr/>
            </p:nvSpPr>
            <p:spPr>
              <a:xfrm>
                <a:off x="4050246" y="4375620"/>
                <a:ext cx="1498848" cy="1318406"/>
              </a:xfrm>
              <a:custGeom>
                <a:avLst/>
                <a:gdLst/>
                <a:ahLst/>
                <a:cxnLst/>
                <a:rect l="l" t="t" r="r" b="b"/>
                <a:pathLst>
                  <a:path w="43734" h="38469" extrusionOk="0">
                    <a:moveTo>
                      <a:pt x="43680" y="0"/>
                    </a:moveTo>
                    <a:cubicBezTo>
                      <a:pt x="41788" y="1517"/>
                      <a:pt x="39915" y="3069"/>
                      <a:pt x="38077" y="4639"/>
                    </a:cubicBezTo>
                    <a:cubicBezTo>
                      <a:pt x="36239" y="6209"/>
                      <a:pt x="34402" y="7797"/>
                      <a:pt x="32617" y="9421"/>
                    </a:cubicBezTo>
                    <a:lnTo>
                      <a:pt x="29941" y="11901"/>
                    </a:lnTo>
                    <a:cubicBezTo>
                      <a:pt x="29049" y="12722"/>
                      <a:pt x="28157" y="13543"/>
                      <a:pt x="27265" y="14346"/>
                    </a:cubicBezTo>
                    <a:cubicBezTo>
                      <a:pt x="25462" y="15969"/>
                      <a:pt x="23607" y="17539"/>
                      <a:pt x="21751" y="19092"/>
                    </a:cubicBezTo>
                    <a:cubicBezTo>
                      <a:pt x="19895" y="20644"/>
                      <a:pt x="18040" y="22214"/>
                      <a:pt x="16202" y="23802"/>
                    </a:cubicBezTo>
                    <a:cubicBezTo>
                      <a:pt x="14364" y="25390"/>
                      <a:pt x="12526" y="26960"/>
                      <a:pt x="10724" y="28566"/>
                    </a:cubicBezTo>
                    <a:cubicBezTo>
                      <a:pt x="7102" y="31796"/>
                      <a:pt x="3516" y="35061"/>
                      <a:pt x="19" y="38415"/>
                    </a:cubicBezTo>
                    <a:cubicBezTo>
                      <a:pt x="1" y="38433"/>
                      <a:pt x="1" y="38451"/>
                      <a:pt x="19" y="38469"/>
                    </a:cubicBezTo>
                    <a:lnTo>
                      <a:pt x="72" y="38469"/>
                    </a:lnTo>
                    <a:cubicBezTo>
                      <a:pt x="3837" y="35418"/>
                      <a:pt x="7531" y="32277"/>
                      <a:pt x="11188" y="29101"/>
                    </a:cubicBezTo>
                    <a:cubicBezTo>
                      <a:pt x="13008" y="27496"/>
                      <a:pt x="14810" y="25890"/>
                      <a:pt x="16612" y="24266"/>
                    </a:cubicBezTo>
                    <a:cubicBezTo>
                      <a:pt x="18415" y="22642"/>
                      <a:pt x="20217" y="21001"/>
                      <a:pt x="21983" y="19359"/>
                    </a:cubicBezTo>
                    <a:cubicBezTo>
                      <a:pt x="23767" y="17718"/>
                      <a:pt x="25569" y="16076"/>
                      <a:pt x="27407" y="14488"/>
                    </a:cubicBezTo>
                    <a:cubicBezTo>
                      <a:pt x="28317" y="13703"/>
                      <a:pt x="29245" y="12918"/>
                      <a:pt x="30173" y="12151"/>
                    </a:cubicBezTo>
                    <a:lnTo>
                      <a:pt x="32974" y="9814"/>
                    </a:lnTo>
                    <a:cubicBezTo>
                      <a:pt x="34812" y="8243"/>
                      <a:pt x="36632" y="6638"/>
                      <a:pt x="38416" y="4996"/>
                    </a:cubicBezTo>
                    <a:cubicBezTo>
                      <a:pt x="40218" y="3372"/>
                      <a:pt x="41985" y="1713"/>
                      <a:pt x="43715" y="36"/>
                    </a:cubicBezTo>
                    <a:cubicBezTo>
                      <a:pt x="43733" y="18"/>
                      <a:pt x="43733" y="18"/>
                      <a:pt x="43733" y="0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84;p29">
                <a:extLst>
                  <a:ext uri="{FF2B5EF4-FFF2-40B4-BE49-F238E27FC236}">
                    <a16:creationId xmlns:a16="http://schemas.microsoft.com/office/drawing/2014/main" id="{6FC2107A-6278-23EC-B50D-06A43C7AFCFB}"/>
                  </a:ext>
                </a:extLst>
              </p:cNvPr>
              <p:cNvSpPr/>
              <p:nvPr/>
            </p:nvSpPr>
            <p:spPr>
              <a:xfrm>
                <a:off x="3402084" y="4168664"/>
                <a:ext cx="2225892" cy="149495"/>
              </a:xfrm>
              <a:custGeom>
                <a:avLst/>
                <a:gdLst/>
                <a:ahLst/>
                <a:cxnLst/>
                <a:rect l="l" t="t" r="r" b="b"/>
                <a:pathLst>
                  <a:path w="64948" h="4362" extrusionOk="0">
                    <a:moveTo>
                      <a:pt x="21" y="1"/>
                    </a:moveTo>
                    <a:cubicBezTo>
                      <a:pt x="10" y="1"/>
                      <a:pt x="1" y="14"/>
                      <a:pt x="1" y="26"/>
                    </a:cubicBezTo>
                    <a:cubicBezTo>
                      <a:pt x="1" y="44"/>
                      <a:pt x="1" y="62"/>
                      <a:pt x="19" y="62"/>
                    </a:cubicBezTo>
                    <a:cubicBezTo>
                      <a:pt x="5425" y="633"/>
                      <a:pt x="10813" y="1079"/>
                      <a:pt x="16220" y="1471"/>
                    </a:cubicBezTo>
                    <a:cubicBezTo>
                      <a:pt x="18932" y="1650"/>
                      <a:pt x="21644" y="1793"/>
                      <a:pt x="24338" y="1953"/>
                    </a:cubicBezTo>
                    <a:cubicBezTo>
                      <a:pt x="27050" y="2114"/>
                      <a:pt x="29744" y="2239"/>
                      <a:pt x="32457" y="2364"/>
                    </a:cubicBezTo>
                    <a:cubicBezTo>
                      <a:pt x="35169" y="2488"/>
                      <a:pt x="37863" y="2631"/>
                      <a:pt x="40575" y="2827"/>
                    </a:cubicBezTo>
                    <a:cubicBezTo>
                      <a:pt x="41931" y="2934"/>
                      <a:pt x="43269" y="3059"/>
                      <a:pt x="44625" y="3184"/>
                    </a:cubicBezTo>
                    <a:lnTo>
                      <a:pt x="48675" y="3541"/>
                    </a:lnTo>
                    <a:cubicBezTo>
                      <a:pt x="51370" y="3755"/>
                      <a:pt x="54082" y="3916"/>
                      <a:pt x="56776" y="4059"/>
                    </a:cubicBezTo>
                    <a:cubicBezTo>
                      <a:pt x="59488" y="4201"/>
                      <a:pt x="62200" y="4308"/>
                      <a:pt x="64912" y="4362"/>
                    </a:cubicBezTo>
                    <a:cubicBezTo>
                      <a:pt x="64930" y="4362"/>
                      <a:pt x="64930" y="4362"/>
                      <a:pt x="64948" y="4344"/>
                    </a:cubicBezTo>
                    <a:cubicBezTo>
                      <a:pt x="64948" y="4326"/>
                      <a:pt x="64930" y="4308"/>
                      <a:pt x="64912" y="4308"/>
                    </a:cubicBezTo>
                    <a:cubicBezTo>
                      <a:pt x="62218" y="4005"/>
                      <a:pt x="59524" y="3755"/>
                      <a:pt x="56812" y="3541"/>
                    </a:cubicBezTo>
                    <a:cubicBezTo>
                      <a:pt x="54117" y="3327"/>
                      <a:pt x="51405" y="3131"/>
                      <a:pt x="48711" y="2988"/>
                    </a:cubicBezTo>
                    <a:lnTo>
                      <a:pt x="44643" y="2810"/>
                    </a:lnTo>
                    <a:cubicBezTo>
                      <a:pt x="43287" y="2756"/>
                      <a:pt x="41931" y="2703"/>
                      <a:pt x="40593" y="2613"/>
                    </a:cubicBezTo>
                    <a:cubicBezTo>
                      <a:pt x="37881" y="2471"/>
                      <a:pt x="35186" y="2256"/>
                      <a:pt x="32474" y="2007"/>
                    </a:cubicBezTo>
                    <a:cubicBezTo>
                      <a:pt x="29780" y="1757"/>
                      <a:pt x="27086" y="1543"/>
                      <a:pt x="24374" y="1329"/>
                    </a:cubicBezTo>
                    <a:cubicBezTo>
                      <a:pt x="21680" y="1132"/>
                      <a:pt x="18985" y="918"/>
                      <a:pt x="16273" y="758"/>
                    </a:cubicBezTo>
                    <a:cubicBezTo>
                      <a:pt x="10867" y="437"/>
                      <a:pt x="5461" y="151"/>
                      <a:pt x="36" y="8"/>
                    </a:cubicBezTo>
                    <a:cubicBezTo>
                      <a:pt x="31" y="3"/>
                      <a:pt x="26" y="1"/>
                      <a:pt x="21" y="1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85;p29">
                <a:extLst>
                  <a:ext uri="{FF2B5EF4-FFF2-40B4-BE49-F238E27FC236}">
                    <a16:creationId xmlns:a16="http://schemas.microsoft.com/office/drawing/2014/main" id="{5A05CC27-C793-9E71-6769-B77E067BDC37}"/>
                  </a:ext>
                </a:extLst>
              </p:cNvPr>
              <p:cNvSpPr/>
              <p:nvPr/>
            </p:nvSpPr>
            <p:spPr>
              <a:xfrm>
                <a:off x="4390865" y="3050703"/>
                <a:ext cx="1245647" cy="1296130"/>
              </a:xfrm>
              <a:custGeom>
                <a:avLst/>
                <a:gdLst/>
                <a:ahLst/>
                <a:cxnLst/>
                <a:rect l="l" t="t" r="r" b="b"/>
                <a:pathLst>
                  <a:path w="36346" h="37819" extrusionOk="0">
                    <a:moveTo>
                      <a:pt x="45" y="1"/>
                    </a:moveTo>
                    <a:cubicBezTo>
                      <a:pt x="36" y="1"/>
                      <a:pt x="27" y="5"/>
                      <a:pt x="18" y="14"/>
                    </a:cubicBezTo>
                    <a:cubicBezTo>
                      <a:pt x="0" y="14"/>
                      <a:pt x="0" y="32"/>
                      <a:pt x="18" y="50"/>
                    </a:cubicBezTo>
                    <a:cubicBezTo>
                      <a:pt x="2891" y="3351"/>
                      <a:pt x="5853" y="6544"/>
                      <a:pt x="8850" y="9720"/>
                    </a:cubicBezTo>
                    <a:cubicBezTo>
                      <a:pt x="10349" y="11291"/>
                      <a:pt x="11883" y="12843"/>
                      <a:pt x="13418" y="14395"/>
                    </a:cubicBezTo>
                    <a:cubicBezTo>
                      <a:pt x="14935" y="15965"/>
                      <a:pt x="16487" y="17500"/>
                      <a:pt x="18039" y="19034"/>
                    </a:cubicBezTo>
                    <a:cubicBezTo>
                      <a:pt x="19609" y="20569"/>
                      <a:pt x="21144" y="22103"/>
                      <a:pt x="22643" y="23691"/>
                    </a:cubicBezTo>
                    <a:cubicBezTo>
                      <a:pt x="23392" y="24494"/>
                      <a:pt x="24124" y="25297"/>
                      <a:pt x="24855" y="26118"/>
                    </a:cubicBezTo>
                    <a:lnTo>
                      <a:pt x="27050" y="28544"/>
                    </a:lnTo>
                    <a:cubicBezTo>
                      <a:pt x="28531" y="30132"/>
                      <a:pt x="30065" y="31702"/>
                      <a:pt x="31600" y="33237"/>
                    </a:cubicBezTo>
                    <a:cubicBezTo>
                      <a:pt x="33134" y="34789"/>
                      <a:pt x="34686" y="36324"/>
                      <a:pt x="36274" y="37805"/>
                    </a:cubicBezTo>
                    <a:cubicBezTo>
                      <a:pt x="36283" y="37814"/>
                      <a:pt x="36297" y="37818"/>
                      <a:pt x="36308" y="37818"/>
                    </a:cubicBezTo>
                    <a:cubicBezTo>
                      <a:pt x="36319" y="37818"/>
                      <a:pt x="36328" y="37814"/>
                      <a:pt x="36328" y="37805"/>
                    </a:cubicBezTo>
                    <a:cubicBezTo>
                      <a:pt x="36346" y="37787"/>
                      <a:pt x="36346" y="37769"/>
                      <a:pt x="36328" y="37751"/>
                    </a:cubicBezTo>
                    <a:cubicBezTo>
                      <a:pt x="34918" y="36092"/>
                      <a:pt x="33437" y="34468"/>
                      <a:pt x="31956" y="32880"/>
                    </a:cubicBezTo>
                    <a:cubicBezTo>
                      <a:pt x="30476" y="31274"/>
                      <a:pt x="28977" y="29686"/>
                      <a:pt x="27442" y="28152"/>
                    </a:cubicBezTo>
                    <a:lnTo>
                      <a:pt x="25105" y="25850"/>
                    </a:lnTo>
                    <a:cubicBezTo>
                      <a:pt x="24320" y="25101"/>
                      <a:pt x="23535" y="24333"/>
                      <a:pt x="22785" y="23548"/>
                    </a:cubicBezTo>
                    <a:cubicBezTo>
                      <a:pt x="21251" y="21996"/>
                      <a:pt x="19752" y="20390"/>
                      <a:pt x="18307" y="18784"/>
                    </a:cubicBezTo>
                    <a:cubicBezTo>
                      <a:pt x="16844" y="17161"/>
                      <a:pt x="15363" y="15555"/>
                      <a:pt x="13864" y="13967"/>
                    </a:cubicBezTo>
                    <a:cubicBezTo>
                      <a:pt x="12365" y="12379"/>
                      <a:pt x="10884" y="10791"/>
                      <a:pt x="9368" y="9221"/>
                    </a:cubicBezTo>
                    <a:cubicBezTo>
                      <a:pt x="6317" y="6098"/>
                      <a:pt x="3230" y="3012"/>
                      <a:pt x="72" y="14"/>
                    </a:cubicBezTo>
                    <a:cubicBezTo>
                      <a:pt x="63" y="5"/>
                      <a:pt x="54" y="1"/>
                      <a:pt x="45" y="1"/>
                    </a:cubicBez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" name="Google Shape;986;p29">
                <a:extLst>
                  <a:ext uri="{FF2B5EF4-FFF2-40B4-BE49-F238E27FC236}">
                    <a16:creationId xmlns:a16="http://schemas.microsoft.com/office/drawing/2014/main" id="{9C3EDE06-127C-DEC4-A1EC-B8B400924F44}"/>
                  </a:ext>
                </a:extLst>
              </p:cNvPr>
              <p:cNvGrpSpPr/>
              <p:nvPr/>
            </p:nvGrpSpPr>
            <p:grpSpPr>
              <a:xfrm>
                <a:off x="7134617" y="4878192"/>
                <a:ext cx="423145" cy="415155"/>
                <a:chOff x="5469127" y="3245905"/>
                <a:chExt cx="311415" cy="305534"/>
              </a:xfrm>
            </p:grpSpPr>
            <p:sp>
              <p:nvSpPr>
                <p:cNvPr id="20" name="Google Shape;987;p29">
                  <a:extLst>
                    <a:ext uri="{FF2B5EF4-FFF2-40B4-BE49-F238E27FC236}">
                      <a16:creationId xmlns:a16="http://schemas.microsoft.com/office/drawing/2014/main" id="{0E0D0F8D-43E1-6774-B6E7-40C0565A167F}"/>
                    </a:ext>
                  </a:extLst>
                </p:cNvPr>
                <p:cNvSpPr/>
                <p:nvPr/>
              </p:nvSpPr>
              <p:spPr>
                <a:xfrm>
                  <a:off x="5636498" y="3422353"/>
                  <a:ext cx="99478" cy="11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4" h="4747" extrusionOk="0">
                      <a:moveTo>
                        <a:pt x="3819" y="0"/>
                      </a:moveTo>
                      <a:lnTo>
                        <a:pt x="3819" y="0"/>
                      </a:lnTo>
                      <a:cubicBezTo>
                        <a:pt x="3658" y="178"/>
                        <a:pt x="3498" y="339"/>
                        <a:pt x="3337" y="517"/>
                      </a:cubicBezTo>
                      <a:cubicBezTo>
                        <a:pt x="2374" y="1481"/>
                        <a:pt x="1250" y="2266"/>
                        <a:pt x="1" y="2819"/>
                      </a:cubicBezTo>
                      <a:lnTo>
                        <a:pt x="143" y="4425"/>
                      </a:lnTo>
                      <a:cubicBezTo>
                        <a:pt x="179" y="4603"/>
                        <a:pt x="322" y="4728"/>
                        <a:pt x="500" y="4746"/>
                      </a:cubicBezTo>
                      <a:cubicBezTo>
                        <a:pt x="590" y="4728"/>
                        <a:pt x="679" y="4693"/>
                        <a:pt x="750" y="4639"/>
                      </a:cubicBezTo>
                      <a:lnTo>
                        <a:pt x="3052" y="2337"/>
                      </a:lnTo>
                      <a:cubicBezTo>
                        <a:pt x="3658" y="1731"/>
                        <a:pt x="3944" y="856"/>
                        <a:pt x="381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988;p29">
                  <a:extLst>
                    <a:ext uri="{FF2B5EF4-FFF2-40B4-BE49-F238E27FC236}">
                      <a16:creationId xmlns:a16="http://schemas.microsoft.com/office/drawing/2014/main" id="{2840B433-3E4A-9028-91A1-C072AAC4FBB7}"/>
                    </a:ext>
                  </a:extLst>
                </p:cNvPr>
                <p:cNvSpPr/>
                <p:nvPr/>
              </p:nvSpPr>
              <p:spPr>
                <a:xfrm>
                  <a:off x="5654633" y="3342679"/>
                  <a:ext cx="28703" cy="22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892" extrusionOk="0">
                      <a:moveTo>
                        <a:pt x="599" y="0"/>
                      </a:moveTo>
                      <a:cubicBezTo>
                        <a:pt x="202" y="0"/>
                        <a:pt x="1" y="488"/>
                        <a:pt x="299" y="768"/>
                      </a:cubicBezTo>
                      <a:cubicBezTo>
                        <a:pt x="389" y="851"/>
                        <a:pt x="501" y="892"/>
                        <a:pt x="610" y="892"/>
                      </a:cubicBezTo>
                      <a:cubicBezTo>
                        <a:pt x="782" y="892"/>
                        <a:pt x="947" y="793"/>
                        <a:pt x="1012" y="608"/>
                      </a:cubicBezTo>
                      <a:cubicBezTo>
                        <a:pt x="1137" y="322"/>
                        <a:pt x="923" y="1"/>
                        <a:pt x="620" y="1"/>
                      </a:cubicBezTo>
                      <a:cubicBezTo>
                        <a:pt x="613" y="1"/>
                        <a:pt x="606" y="0"/>
                        <a:pt x="59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989;p29">
                  <a:extLst>
                    <a:ext uri="{FF2B5EF4-FFF2-40B4-BE49-F238E27FC236}">
                      <a16:creationId xmlns:a16="http://schemas.microsoft.com/office/drawing/2014/main" id="{DB84D097-4262-78AC-54D3-B427BB09D16B}"/>
                    </a:ext>
                  </a:extLst>
                </p:cNvPr>
                <p:cNvSpPr/>
                <p:nvPr/>
              </p:nvSpPr>
              <p:spPr>
                <a:xfrm>
                  <a:off x="5693651" y="3245905"/>
                  <a:ext cx="86892" cy="84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5" h="3357" extrusionOk="0">
                      <a:moveTo>
                        <a:pt x="2081" y="1"/>
                      </a:moveTo>
                      <a:cubicBezTo>
                        <a:pt x="1368" y="1"/>
                        <a:pt x="663" y="132"/>
                        <a:pt x="1" y="394"/>
                      </a:cubicBezTo>
                      <a:lnTo>
                        <a:pt x="2963" y="3356"/>
                      </a:lnTo>
                      <a:cubicBezTo>
                        <a:pt x="3319" y="2393"/>
                        <a:pt x="3444" y="1358"/>
                        <a:pt x="3284" y="359"/>
                      </a:cubicBezTo>
                      <a:cubicBezTo>
                        <a:pt x="3248" y="216"/>
                        <a:pt x="3141" y="109"/>
                        <a:pt x="2998" y="73"/>
                      </a:cubicBezTo>
                      <a:cubicBezTo>
                        <a:pt x="2693" y="25"/>
                        <a:pt x="2386" y="1"/>
                        <a:pt x="208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990;p29">
                  <a:extLst>
                    <a:ext uri="{FF2B5EF4-FFF2-40B4-BE49-F238E27FC236}">
                      <a16:creationId xmlns:a16="http://schemas.microsoft.com/office/drawing/2014/main" id="{7AC66721-AA24-E81F-91C6-4F1C3CC58040}"/>
                    </a:ext>
                  </a:extLst>
                </p:cNvPr>
                <p:cNvSpPr/>
                <p:nvPr/>
              </p:nvSpPr>
              <p:spPr>
                <a:xfrm>
                  <a:off x="5541110" y="3375088"/>
                  <a:ext cx="108028" cy="105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3" h="4176" extrusionOk="0">
                      <a:moveTo>
                        <a:pt x="607" y="1"/>
                      </a:moveTo>
                      <a:cubicBezTo>
                        <a:pt x="464" y="286"/>
                        <a:pt x="321" y="554"/>
                        <a:pt x="196" y="839"/>
                      </a:cubicBezTo>
                      <a:cubicBezTo>
                        <a:pt x="0" y="1267"/>
                        <a:pt x="107" y="1785"/>
                        <a:pt x="446" y="2106"/>
                      </a:cubicBezTo>
                      <a:lnTo>
                        <a:pt x="2159" y="3837"/>
                      </a:lnTo>
                      <a:cubicBezTo>
                        <a:pt x="2373" y="4051"/>
                        <a:pt x="2676" y="4176"/>
                        <a:pt x="2980" y="4176"/>
                      </a:cubicBezTo>
                      <a:cubicBezTo>
                        <a:pt x="3140" y="4176"/>
                        <a:pt x="3301" y="4140"/>
                        <a:pt x="3444" y="4087"/>
                      </a:cubicBezTo>
                      <a:cubicBezTo>
                        <a:pt x="3729" y="3962"/>
                        <a:pt x="3997" y="3819"/>
                        <a:pt x="4282" y="3676"/>
                      </a:cubicBezTo>
                      <a:lnTo>
                        <a:pt x="60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991;p29">
                  <a:extLst>
                    <a:ext uri="{FF2B5EF4-FFF2-40B4-BE49-F238E27FC236}">
                      <a16:creationId xmlns:a16="http://schemas.microsoft.com/office/drawing/2014/main" id="{492683F7-E62C-7FF1-B350-D14F09A0CB5F}"/>
                    </a:ext>
                  </a:extLst>
                </p:cNvPr>
                <p:cNvSpPr/>
                <p:nvPr/>
              </p:nvSpPr>
              <p:spPr>
                <a:xfrm>
                  <a:off x="5565852" y="3263484"/>
                  <a:ext cx="194894" cy="19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7" h="7709" extrusionOk="0">
                      <a:moveTo>
                        <a:pt x="4148" y="2424"/>
                      </a:moveTo>
                      <a:cubicBezTo>
                        <a:pt x="4433" y="2424"/>
                        <a:pt x="4724" y="2530"/>
                        <a:pt x="4961" y="2766"/>
                      </a:cubicBezTo>
                      <a:cubicBezTo>
                        <a:pt x="5407" y="3212"/>
                        <a:pt x="5407" y="3962"/>
                        <a:pt x="4961" y="4408"/>
                      </a:cubicBezTo>
                      <a:cubicBezTo>
                        <a:pt x="4724" y="4644"/>
                        <a:pt x="4433" y="4750"/>
                        <a:pt x="4148" y="4750"/>
                      </a:cubicBezTo>
                      <a:cubicBezTo>
                        <a:pt x="3552" y="4750"/>
                        <a:pt x="2980" y="4287"/>
                        <a:pt x="2980" y="3587"/>
                      </a:cubicBezTo>
                      <a:cubicBezTo>
                        <a:pt x="2980" y="2887"/>
                        <a:pt x="3552" y="2424"/>
                        <a:pt x="4148" y="2424"/>
                      </a:cubicBezTo>
                      <a:close/>
                      <a:moveTo>
                        <a:pt x="4354" y="1"/>
                      </a:moveTo>
                      <a:cubicBezTo>
                        <a:pt x="3266" y="518"/>
                        <a:pt x="2266" y="1214"/>
                        <a:pt x="1410" y="2070"/>
                      </a:cubicBezTo>
                      <a:cubicBezTo>
                        <a:pt x="893" y="2606"/>
                        <a:pt x="411" y="3177"/>
                        <a:pt x="0" y="3801"/>
                      </a:cubicBezTo>
                      <a:lnTo>
                        <a:pt x="3908" y="7709"/>
                      </a:lnTo>
                      <a:cubicBezTo>
                        <a:pt x="4532" y="7298"/>
                        <a:pt x="5121" y="6834"/>
                        <a:pt x="5639" y="6299"/>
                      </a:cubicBezTo>
                      <a:cubicBezTo>
                        <a:pt x="6513" y="5460"/>
                        <a:pt x="7209" y="4461"/>
                        <a:pt x="7726" y="3373"/>
                      </a:cubicBezTo>
                      <a:lnTo>
                        <a:pt x="4354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992;p29">
                  <a:extLst>
                    <a:ext uri="{FF2B5EF4-FFF2-40B4-BE49-F238E27FC236}">
                      <a16:creationId xmlns:a16="http://schemas.microsoft.com/office/drawing/2014/main" id="{6FFFACB3-6A9F-5709-4776-511C8F234479}"/>
                    </a:ext>
                  </a:extLst>
                </p:cNvPr>
                <p:cNvSpPr/>
                <p:nvPr/>
              </p:nvSpPr>
              <p:spPr>
                <a:xfrm>
                  <a:off x="5469127" y="3461042"/>
                  <a:ext cx="94509" cy="90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7" h="3584" extrusionOk="0">
                      <a:moveTo>
                        <a:pt x="3365" y="1"/>
                      </a:moveTo>
                      <a:cubicBezTo>
                        <a:pt x="3273" y="1"/>
                        <a:pt x="3184" y="36"/>
                        <a:pt x="3122" y="108"/>
                      </a:cubicBezTo>
                      <a:lnTo>
                        <a:pt x="249" y="2980"/>
                      </a:lnTo>
                      <a:cubicBezTo>
                        <a:pt x="1" y="3228"/>
                        <a:pt x="243" y="3583"/>
                        <a:pt x="514" y="3583"/>
                      </a:cubicBezTo>
                      <a:cubicBezTo>
                        <a:pt x="594" y="3583"/>
                        <a:pt x="676" y="3553"/>
                        <a:pt x="749" y="3480"/>
                      </a:cubicBezTo>
                      <a:lnTo>
                        <a:pt x="3621" y="607"/>
                      </a:lnTo>
                      <a:cubicBezTo>
                        <a:pt x="3746" y="482"/>
                        <a:pt x="3746" y="250"/>
                        <a:pt x="3621" y="108"/>
                      </a:cubicBezTo>
                      <a:cubicBezTo>
                        <a:pt x="3550" y="36"/>
                        <a:pt x="3456" y="1"/>
                        <a:pt x="33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993;p29">
                  <a:extLst>
                    <a:ext uri="{FF2B5EF4-FFF2-40B4-BE49-F238E27FC236}">
                      <a16:creationId xmlns:a16="http://schemas.microsoft.com/office/drawing/2014/main" id="{38FD4C45-C223-153F-87DF-214F6185F1A3}"/>
                    </a:ext>
                  </a:extLst>
                </p:cNvPr>
                <p:cNvSpPr/>
                <p:nvPr/>
              </p:nvSpPr>
              <p:spPr>
                <a:xfrm>
                  <a:off x="5488497" y="3432542"/>
                  <a:ext cx="49814" cy="42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5" h="1681" extrusionOk="0">
                      <a:moveTo>
                        <a:pt x="1473" y="0"/>
                      </a:moveTo>
                      <a:cubicBezTo>
                        <a:pt x="1390" y="0"/>
                        <a:pt x="1305" y="34"/>
                        <a:pt x="1230" y="113"/>
                      </a:cubicBezTo>
                      <a:lnTo>
                        <a:pt x="248" y="1077"/>
                      </a:lnTo>
                      <a:cubicBezTo>
                        <a:pt x="0" y="1325"/>
                        <a:pt x="242" y="1680"/>
                        <a:pt x="521" y="1680"/>
                      </a:cubicBezTo>
                      <a:cubicBezTo>
                        <a:pt x="604" y="1680"/>
                        <a:pt x="689" y="1649"/>
                        <a:pt x="766" y="1577"/>
                      </a:cubicBezTo>
                      <a:lnTo>
                        <a:pt x="1729" y="613"/>
                      </a:lnTo>
                      <a:cubicBezTo>
                        <a:pt x="1975" y="354"/>
                        <a:pt x="1740" y="0"/>
                        <a:pt x="147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994;p29">
                  <a:extLst>
                    <a:ext uri="{FF2B5EF4-FFF2-40B4-BE49-F238E27FC236}">
                      <a16:creationId xmlns:a16="http://schemas.microsoft.com/office/drawing/2014/main" id="{42DC5439-7CDC-9946-08DF-6CC865C90806}"/>
                    </a:ext>
                  </a:extLst>
                </p:cNvPr>
                <p:cNvSpPr/>
                <p:nvPr/>
              </p:nvSpPr>
              <p:spPr>
                <a:xfrm>
                  <a:off x="5545347" y="3489693"/>
                  <a:ext cx="50016" cy="42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3" h="1690" extrusionOk="0">
                      <a:moveTo>
                        <a:pt x="1476" y="0"/>
                      </a:moveTo>
                      <a:cubicBezTo>
                        <a:pt x="1392" y="0"/>
                        <a:pt x="1303" y="34"/>
                        <a:pt x="1224" y="113"/>
                      </a:cubicBezTo>
                      <a:lnTo>
                        <a:pt x="260" y="1077"/>
                      </a:lnTo>
                      <a:cubicBezTo>
                        <a:pt x="1" y="1336"/>
                        <a:pt x="243" y="1690"/>
                        <a:pt x="515" y="1690"/>
                      </a:cubicBezTo>
                      <a:cubicBezTo>
                        <a:pt x="598" y="1690"/>
                        <a:pt x="684" y="1656"/>
                        <a:pt x="760" y="1577"/>
                      </a:cubicBezTo>
                      <a:lnTo>
                        <a:pt x="1723" y="613"/>
                      </a:lnTo>
                      <a:cubicBezTo>
                        <a:pt x="1983" y="354"/>
                        <a:pt x="1751" y="0"/>
                        <a:pt x="14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995;p29">
                  <a:extLst>
                    <a:ext uri="{FF2B5EF4-FFF2-40B4-BE49-F238E27FC236}">
                      <a16:creationId xmlns:a16="http://schemas.microsoft.com/office/drawing/2014/main" id="{C58FCBE6-7F1D-D453-82F6-D20D239CDB2F}"/>
                    </a:ext>
                  </a:extLst>
                </p:cNvPr>
                <p:cNvSpPr/>
                <p:nvPr/>
              </p:nvSpPr>
              <p:spPr>
                <a:xfrm>
                  <a:off x="5481688" y="3290471"/>
                  <a:ext cx="120185" cy="97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5" h="3856" extrusionOk="0">
                      <a:moveTo>
                        <a:pt x="4295" y="0"/>
                      </a:moveTo>
                      <a:cubicBezTo>
                        <a:pt x="3601" y="0"/>
                        <a:pt x="2913" y="301"/>
                        <a:pt x="2427" y="804"/>
                      </a:cubicBezTo>
                      <a:lnTo>
                        <a:pt x="126" y="3088"/>
                      </a:lnTo>
                      <a:cubicBezTo>
                        <a:pt x="37" y="3195"/>
                        <a:pt x="1" y="3338"/>
                        <a:pt x="54" y="3463"/>
                      </a:cubicBezTo>
                      <a:cubicBezTo>
                        <a:pt x="90" y="3588"/>
                        <a:pt x="215" y="3677"/>
                        <a:pt x="358" y="3695"/>
                      </a:cubicBezTo>
                      <a:lnTo>
                        <a:pt x="1928" y="3855"/>
                      </a:lnTo>
                      <a:cubicBezTo>
                        <a:pt x="2499" y="2606"/>
                        <a:pt x="3284" y="1464"/>
                        <a:pt x="4247" y="501"/>
                      </a:cubicBezTo>
                      <a:cubicBezTo>
                        <a:pt x="4408" y="340"/>
                        <a:pt x="4586" y="180"/>
                        <a:pt x="4765" y="19"/>
                      </a:cubicBezTo>
                      <a:cubicBezTo>
                        <a:pt x="4622" y="1"/>
                        <a:pt x="4497" y="1"/>
                        <a:pt x="4354" y="1"/>
                      </a:cubicBezTo>
                      <a:cubicBezTo>
                        <a:pt x="4335" y="1"/>
                        <a:pt x="4315" y="0"/>
                        <a:pt x="429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" name="Google Shape;996;p29">
                <a:extLst>
                  <a:ext uri="{FF2B5EF4-FFF2-40B4-BE49-F238E27FC236}">
                    <a16:creationId xmlns:a16="http://schemas.microsoft.com/office/drawing/2014/main" id="{D7697C2C-36CA-9228-59E2-DD8B1DF134AB}"/>
                  </a:ext>
                </a:extLst>
              </p:cNvPr>
              <p:cNvSpPr/>
              <p:nvPr/>
            </p:nvSpPr>
            <p:spPr>
              <a:xfrm>
                <a:off x="4755917" y="5305644"/>
                <a:ext cx="419523" cy="414930"/>
              </a:xfrm>
              <a:custGeom>
                <a:avLst/>
                <a:gdLst/>
                <a:ahLst/>
                <a:cxnLst/>
                <a:rect l="l" t="t" r="r" b="b"/>
                <a:pathLst>
                  <a:path w="12241" h="12107" extrusionOk="0">
                    <a:moveTo>
                      <a:pt x="1231" y="1"/>
                    </a:moveTo>
                    <a:cubicBezTo>
                      <a:pt x="1160" y="1"/>
                      <a:pt x="1089" y="1"/>
                      <a:pt x="1017" y="36"/>
                    </a:cubicBezTo>
                    <a:lnTo>
                      <a:pt x="964" y="72"/>
                    </a:lnTo>
                    <a:lnTo>
                      <a:pt x="250" y="679"/>
                    </a:lnTo>
                    <a:cubicBezTo>
                      <a:pt x="0" y="893"/>
                      <a:pt x="143" y="1303"/>
                      <a:pt x="482" y="1321"/>
                    </a:cubicBezTo>
                    <a:cubicBezTo>
                      <a:pt x="553" y="1303"/>
                      <a:pt x="643" y="1285"/>
                      <a:pt x="696" y="1232"/>
                    </a:cubicBezTo>
                    <a:lnTo>
                      <a:pt x="821" y="1125"/>
                    </a:lnTo>
                    <a:lnTo>
                      <a:pt x="821" y="10671"/>
                    </a:lnTo>
                    <a:lnTo>
                      <a:pt x="482" y="10671"/>
                    </a:lnTo>
                    <a:cubicBezTo>
                      <a:pt x="0" y="10671"/>
                      <a:pt x="0" y="11366"/>
                      <a:pt x="482" y="11366"/>
                    </a:cubicBezTo>
                    <a:lnTo>
                      <a:pt x="821" y="11366"/>
                    </a:lnTo>
                    <a:lnTo>
                      <a:pt x="821" y="11759"/>
                    </a:lnTo>
                    <a:cubicBezTo>
                      <a:pt x="821" y="11991"/>
                      <a:pt x="1000" y="12107"/>
                      <a:pt x="1178" y="12107"/>
                    </a:cubicBezTo>
                    <a:cubicBezTo>
                      <a:pt x="1356" y="12107"/>
                      <a:pt x="1535" y="11991"/>
                      <a:pt x="1535" y="11759"/>
                    </a:cubicBezTo>
                    <a:lnTo>
                      <a:pt x="1535" y="11366"/>
                    </a:lnTo>
                    <a:lnTo>
                      <a:pt x="11116" y="11366"/>
                    </a:lnTo>
                    <a:lnTo>
                      <a:pt x="10991" y="11527"/>
                    </a:lnTo>
                    <a:cubicBezTo>
                      <a:pt x="10867" y="11670"/>
                      <a:pt x="10884" y="11902"/>
                      <a:pt x="11045" y="12027"/>
                    </a:cubicBezTo>
                    <a:cubicBezTo>
                      <a:pt x="11098" y="12080"/>
                      <a:pt x="11188" y="12098"/>
                      <a:pt x="11259" y="12098"/>
                    </a:cubicBezTo>
                    <a:cubicBezTo>
                      <a:pt x="11366" y="12098"/>
                      <a:pt x="11473" y="12062"/>
                      <a:pt x="11545" y="11973"/>
                    </a:cubicBezTo>
                    <a:lnTo>
                      <a:pt x="12133" y="11259"/>
                    </a:lnTo>
                    <a:cubicBezTo>
                      <a:pt x="12187" y="11206"/>
                      <a:pt x="12223" y="11135"/>
                      <a:pt x="12223" y="11063"/>
                    </a:cubicBezTo>
                    <a:lnTo>
                      <a:pt x="12223" y="11010"/>
                    </a:lnTo>
                    <a:lnTo>
                      <a:pt x="12240" y="11010"/>
                    </a:lnTo>
                    <a:cubicBezTo>
                      <a:pt x="12240" y="10938"/>
                      <a:pt x="12205" y="10867"/>
                      <a:pt x="12169" y="10813"/>
                    </a:cubicBezTo>
                    <a:lnTo>
                      <a:pt x="11562" y="10082"/>
                    </a:lnTo>
                    <a:cubicBezTo>
                      <a:pt x="11492" y="9991"/>
                      <a:pt x="11388" y="9946"/>
                      <a:pt x="11285" y="9946"/>
                    </a:cubicBezTo>
                    <a:cubicBezTo>
                      <a:pt x="11205" y="9946"/>
                      <a:pt x="11125" y="9974"/>
                      <a:pt x="11063" y="10028"/>
                    </a:cubicBezTo>
                    <a:cubicBezTo>
                      <a:pt x="10902" y="10153"/>
                      <a:pt x="10884" y="10385"/>
                      <a:pt x="11009" y="10528"/>
                    </a:cubicBezTo>
                    <a:lnTo>
                      <a:pt x="11116" y="10653"/>
                    </a:lnTo>
                    <a:lnTo>
                      <a:pt x="10420" y="10653"/>
                    </a:lnTo>
                    <a:lnTo>
                      <a:pt x="10420" y="1928"/>
                    </a:lnTo>
                    <a:cubicBezTo>
                      <a:pt x="10420" y="1731"/>
                      <a:pt x="10260" y="1589"/>
                      <a:pt x="10064" y="1589"/>
                    </a:cubicBezTo>
                    <a:lnTo>
                      <a:pt x="8654" y="1589"/>
                    </a:lnTo>
                    <a:cubicBezTo>
                      <a:pt x="8458" y="1589"/>
                      <a:pt x="8297" y="1731"/>
                      <a:pt x="8297" y="1928"/>
                    </a:cubicBezTo>
                    <a:lnTo>
                      <a:pt x="8297" y="10671"/>
                    </a:lnTo>
                    <a:lnTo>
                      <a:pt x="7583" y="10671"/>
                    </a:lnTo>
                    <a:lnTo>
                      <a:pt x="7583" y="6067"/>
                    </a:lnTo>
                    <a:cubicBezTo>
                      <a:pt x="7583" y="5871"/>
                      <a:pt x="7423" y="5728"/>
                      <a:pt x="7227" y="5728"/>
                    </a:cubicBezTo>
                    <a:lnTo>
                      <a:pt x="5799" y="5728"/>
                    </a:lnTo>
                    <a:cubicBezTo>
                      <a:pt x="5621" y="5728"/>
                      <a:pt x="5460" y="5871"/>
                      <a:pt x="5460" y="6067"/>
                    </a:cubicBezTo>
                    <a:lnTo>
                      <a:pt x="5460" y="10671"/>
                    </a:lnTo>
                    <a:lnTo>
                      <a:pt x="4746" y="10671"/>
                    </a:lnTo>
                    <a:lnTo>
                      <a:pt x="4746" y="8494"/>
                    </a:lnTo>
                    <a:cubicBezTo>
                      <a:pt x="4746" y="8298"/>
                      <a:pt x="4586" y="8137"/>
                      <a:pt x="4390" y="8137"/>
                    </a:cubicBezTo>
                    <a:lnTo>
                      <a:pt x="2980" y="8137"/>
                    </a:lnTo>
                    <a:cubicBezTo>
                      <a:pt x="2784" y="8137"/>
                      <a:pt x="2623" y="8298"/>
                      <a:pt x="2623" y="8494"/>
                    </a:cubicBezTo>
                    <a:lnTo>
                      <a:pt x="2623" y="10671"/>
                    </a:lnTo>
                    <a:lnTo>
                      <a:pt x="1553" y="10671"/>
                    </a:lnTo>
                    <a:lnTo>
                      <a:pt x="1553" y="9957"/>
                    </a:lnTo>
                    <a:lnTo>
                      <a:pt x="1785" y="9957"/>
                    </a:lnTo>
                    <a:cubicBezTo>
                      <a:pt x="2266" y="9957"/>
                      <a:pt x="2266" y="9243"/>
                      <a:pt x="1785" y="9243"/>
                    </a:cubicBezTo>
                    <a:lnTo>
                      <a:pt x="1553" y="9243"/>
                    </a:lnTo>
                    <a:lnTo>
                      <a:pt x="1553" y="8529"/>
                    </a:lnTo>
                    <a:lnTo>
                      <a:pt x="1785" y="8529"/>
                    </a:lnTo>
                    <a:cubicBezTo>
                      <a:pt x="2266" y="8529"/>
                      <a:pt x="2266" y="7834"/>
                      <a:pt x="1785" y="7834"/>
                    </a:cubicBezTo>
                    <a:lnTo>
                      <a:pt x="1553" y="7834"/>
                    </a:lnTo>
                    <a:lnTo>
                      <a:pt x="1553" y="7120"/>
                    </a:lnTo>
                    <a:lnTo>
                      <a:pt x="1785" y="7120"/>
                    </a:lnTo>
                    <a:cubicBezTo>
                      <a:pt x="2266" y="7120"/>
                      <a:pt x="2266" y="6406"/>
                      <a:pt x="1785" y="6406"/>
                    </a:cubicBezTo>
                    <a:lnTo>
                      <a:pt x="1553" y="6406"/>
                    </a:lnTo>
                    <a:lnTo>
                      <a:pt x="1553" y="5693"/>
                    </a:lnTo>
                    <a:lnTo>
                      <a:pt x="1785" y="5693"/>
                    </a:lnTo>
                    <a:cubicBezTo>
                      <a:pt x="2266" y="5693"/>
                      <a:pt x="2266" y="4997"/>
                      <a:pt x="1785" y="4997"/>
                    </a:cubicBezTo>
                    <a:lnTo>
                      <a:pt x="1553" y="4997"/>
                    </a:lnTo>
                    <a:lnTo>
                      <a:pt x="1553" y="4283"/>
                    </a:lnTo>
                    <a:lnTo>
                      <a:pt x="1785" y="4283"/>
                    </a:lnTo>
                    <a:cubicBezTo>
                      <a:pt x="2266" y="4283"/>
                      <a:pt x="2266" y="3569"/>
                      <a:pt x="1785" y="3569"/>
                    </a:cubicBezTo>
                    <a:lnTo>
                      <a:pt x="1553" y="3569"/>
                    </a:lnTo>
                    <a:lnTo>
                      <a:pt x="1553" y="2856"/>
                    </a:lnTo>
                    <a:lnTo>
                      <a:pt x="1785" y="2856"/>
                    </a:lnTo>
                    <a:cubicBezTo>
                      <a:pt x="2266" y="2856"/>
                      <a:pt x="2266" y="2142"/>
                      <a:pt x="1785" y="2142"/>
                    </a:cubicBezTo>
                    <a:lnTo>
                      <a:pt x="1553" y="2142"/>
                    </a:lnTo>
                    <a:lnTo>
                      <a:pt x="1553" y="1107"/>
                    </a:lnTo>
                    <a:lnTo>
                      <a:pt x="1695" y="1232"/>
                    </a:lnTo>
                    <a:cubicBezTo>
                      <a:pt x="1759" y="1270"/>
                      <a:pt x="1823" y="1286"/>
                      <a:pt x="1883" y="1286"/>
                    </a:cubicBezTo>
                    <a:cubicBezTo>
                      <a:pt x="2164" y="1286"/>
                      <a:pt x="2376" y="928"/>
                      <a:pt x="2141" y="679"/>
                    </a:cubicBezTo>
                    <a:lnTo>
                      <a:pt x="1428" y="72"/>
                    </a:lnTo>
                    <a:cubicBezTo>
                      <a:pt x="1374" y="36"/>
                      <a:pt x="1303" y="1"/>
                      <a:pt x="1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" name="Google Shape;997;p29">
                <a:extLst>
                  <a:ext uri="{FF2B5EF4-FFF2-40B4-BE49-F238E27FC236}">
                    <a16:creationId xmlns:a16="http://schemas.microsoft.com/office/drawing/2014/main" id="{FF2CF5F5-0162-ADAB-FCE4-BEC941AD7114}"/>
                  </a:ext>
                </a:extLst>
              </p:cNvPr>
              <p:cNvGrpSpPr/>
              <p:nvPr/>
            </p:nvGrpSpPr>
            <p:grpSpPr>
              <a:xfrm>
                <a:off x="3626488" y="4694778"/>
                <a:ext cx="439709" cy="366946"/>
                <a:chOff x="2887310" y="3110921"/>
                <a:chExt cx="323605" cy="270055"/>
              </a:xfrm>
            </p:grpSpPr>
            <p:sp>
              <p:nvSpPr>
                <p:cNvPr id="31" name="Google Shape;998;p29">
                  <a:extLst>
                    <a:ext uri="{FF2B5EF4-FFF2-40B4-BE49-F238E27FC236}">
                      <a16:creationId xmlns:a16="http://schemas.microsoft.com/office/drawing/2014/main" id="{7DC88E61-4B3C-25DF-76B9-245E7546EDF5}"/>
                    </a:ext>
                  </a:extLst>
                </p:cNvPr>
                <p:cNvSpPr/>
                <p:nvPr/>
              </p:nvSpPr>
              <p:spPr>
                <a:xfrm>
                  <a:off x="2887310" y="3149712"/>
                  <a:ext cx="323605" cy="231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30" h="9169" extrusionOk="0">
                      <a:moveTo>
                        <a:pt x="9830" y="3125"/>
                      </a:moveTo>
                      <a:cubicBezTo>
                        <a:pt x="10011" y="3125"/>
                        <a:pt x="10189" y="3260"/>
                        <a:pt x="10189" y="3477"/>
                      </a:cubicBezTo>
                      <a:cubicBezTo>
                        <a:pt x="10189" y="3673"/>
                        <a:pt x="10029" y="3834"/>
                        <a:pt x="9832" y="3834"/>
                      </a:cubicBezTo>
                      <a:cubicBezTo>
                        <a:pt x="9511" y="3834"/>
                        <a:pt x="9351" y="3459"/>
                        <a:pt x="9582" y="3227"/>
                      </a:cubicBezTo>
                      <a:cubicBezTo>
                        <a:pt x="9652" y="3157"/>
                        <a:pt x="9741" y="3125"/>
                        <a:pt x="9830" y="3125"/>
                      </a:cubicBezTo>
                      <a:close/>
                      <a:moveTo>
                        <a:pt x="10051" y="1"/>
                      </a:moveTo>
                      <a:cubicBezTo>
                        <a:pt x="9682" y="1"/>
                        <a:pt x="9317" y="118"/>
                        <a:pt x="9012" y="354"/>
                      </a:cubicBezTo>
                      <a:cubicBezTo>
                        <a:pt x="9154" y="1175"/>
                        <a:pt x="8958" y="2049"/>
                        <a:pt x="8476" y="2745"/>
                      </a:cubicBezTo>
                      <a:cubicBezTo>
                        <a:pt x="8280" y="3013"/>
                        <a:pt x="7959" y="3191"/>
                        <a:pt x="7602" y="3191"/>
                      </a:cubicBezTo>
                      <a:lnTo>
                        <a:pt x="4158" y="3191"/>
                      </a:lnTo>
                      <a:cubicBezTo>
                        <a:pt x="3819" y="3191"/>
                        <a:pt x="3498" y="3013"/>
                        <a:pt x="3302" y="2745"/>
                      </a:cubicBezTo>
                      <a:cubicBezTo>
                        <a:pt x="2927" y="2228"/>
                        <a:pt x="2731" y="1621"/>
                        <a:pt x="2713" y="997"/>
                      </a:cubicBezTo>
                      <a:cubicBezTo>
                        <a:pt x="251" y="2192"/>
                        <a:pt x="1" y="5618"/>
                        <a:pt x="2267" y="7170"/>
                      </a:cubicBezTo>
                      <a:lnTo>
                        <a:pt x="2517" y="8865"/>
                      </a:lnTo>
                      <a:cubicBezTo>
                        <a:pt x="2535" y="9044"/>
                        <a:pt x="2695" y="9169"/>
                        <a:pt x="2874" y="9169"/>
                      </a:cubicBezTo>
                      <a:lnTo>
                        <a:pt x="4747" y="9169"/>
                      </a:lnTo>
                      <a:cubicBezTo>
                        <a:pt x="4926" y="9169"/>
                        <a:pt x="5068" y="9044"/>
                        <a:pt x="5104" y="8883"/>
                      </a:cubicBezTo>
                      <a:lnTo>
                        <a:pt x="5318" y="7795"/>
                      </a:lnTo>
                      <a:lnTo>
                        <a:pt x="6942" y="7795"/>
                      </a:lnTo>
                      <a:lnTo>
                        <a:pt x="7174" y="8883"/>
                      </a:lnTo>
                      <a:cubicBezTo>
                        <a:pt x="7209" y="9044"/>
                        <a:pt x="7352" y="9169"/>
                        <a:pt x="7513" y="9169"/>
                      </a:cubicBezTo>
                      <a:lnTo>
                        <a:pt x="9404" y="9169"/>
                      </a:lnTo>
                      <a:cubicBezTo>
                        <a:pt x="9582" y="9169"/>
                        <a:pt x="9725" y="9044"/>
                        <a:pt x="9761" y="8865"/>
                      </a:cubicBezTo>
                      <a:lnTo>
                        <a:pt x="9993" y="7331"/>
                      </a:lnTo>
                      <a:cubicBezTo>
                        <a:pt x="10492" y="7045"/>
                        <a:pt x="10903" y="6653"/>
                        <a:pt x="11206" y="6189"/>
                      </a:cubicBezTo>
                      <a:lnTo>
                        <a:pt x="11349" y="6189"/>
                      </a:lnTo>
                      <a:cubicBezTo>
                        <a:pt x="12170" y="6171"/>
                        <a:pt x="12830" y="5511"/>
                        <a:pt x="12830" y="4690"/>
                      </a:cubicBezTo>
                      <a:lnTo>
                        <a:pt x="12830" y="3727"/>
                      </a:lnTo>
                      <a:cubicBezTo>
                        <a:pt x="12830" y="2906"/>
                        <a:pt x="12170" y="2228"/>
                        <a:pt x="11349" y="2228"/>
                      </a:cubicBezTo>
                      <a:lnTo>
                        <a:pt x="11224" y="2228"/>
                      </a:lnTo>
                      <a:cubicBezTo>
                        <a:pt x="11046" y="1978"/>
                        <a:pt x="10849" y="1746"/>
                        <a:pt x="10617" y="1532"/>
                      </a:cubicBezTo>
                      <a:lnTo>
                        <a:pt x="11081" y="729"/>
                      </a:lnTo>
                      <a:cubicBezTo>
                        <a:pt x="11170" y="568"/>
                        <a:pt x="11117" y="354"/>
                        <a:pt x="10939" y="247"/>
                      </a:cubicBezTo>
                      <a:lnTo>
                        <a:pt x="10921" y="229"/>
                      </a:lnTo>
                      <a:cubicBezTo>
                        <a:pt x="10649" y="78"/>
                        <a:pt x="10349" y="1"/>
                        <a:pt x="1005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999;p29">
                  <a:extLst>
                    <a:ext uri="{FF2B5EF4-FFF2-40B4-BE49-F238E27FC236}">
                      <a16:creationId xmlns:a16="http://schemas.microsoft.com/office/drawing/2014/main" id="{7B1EC621-CB50-C03A-4EFF-0AA03B42E76E}"/>
                    </a:ext>
                  </a:extLst>
                </p:cNvPr>
                <p:cNvSpPr/>
                <p:nvPr/>
              </p:nvSpPr>
              <p:spPr>
                <a:xfrm>
                  <a:off x="2956166" y="3110921"/>
                  <a:ext cx="158902" cy="101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0" h="4016" extrusionOk="0">
                      <a:moveTo>
                        <a:pt x="3141" y="1"/>
                      </a:moveTo>
                      <a:cubicBezTo>
                        <a:pt x="1161" y="1"/>
                        <a:pt x="1" y="2249"/>
                        <a:pt x="1143" y="3873"/>
                      </a:cubicBezTo>
                      <a:cubicBezTo>
                        <a:pt x="1196" y="3962"/>
                        <a:pt x="1303" y="4016"/>
                        <a:pt x="1428" y="4016"/>
                      </a:cubicBezTo>
                      <a:lnTo>
                        <a:pt x="4872" y="4016"/>
                      </a:lnTo>
                      <a:cubicBezTo>
                        <a:pt x="4979" y="4016"/>
                        <a:pt x="5086" y="3962"/>
                        <a:pt x="5157" y="3873"/>
                      </a:cubicBezTo>
                      <a:cubicBezTo>
                        <a:pt x="6299" y="2249"/>
                        <a:pt x="5140" y="1"/>
                        <a:pt x="314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" name="Google Shape;1000;p29">
                <a:extLst>
                  <a:ext uri="{FF2B5EF4-FFF2-40B4-BE49-F238E27FC236}">
                    <a16:creationId xmlns:a16="http://schemas.microsoft.com/office/drawing/2014/main" id="{7D66EC79-1347-B73E-98B1-CE59EC4AAC6E}"/>
                  </a:ext>
                </a:extLst>
              </p:cNvPr>
              <p:cNvGrpSpPr/>
              <p:nvPr/>
            </p:nvGrpSpPr>
            <p:grpSpPr>
              <a:xfrm>
                <a:off x="7370157" y="3591707"/>
                <a:ext cx="358955" cy="415219"/>
                <a:chOff x="5385845" y="2298673"/>
                <a:chExt cx="264174" cy="305581"/>
              </a:xfrm>
            </p:grpSpPr>
            <p:sp>
              <p:nvSpPr>
                <p:cNvPr id="34" name="Google Shape;1001;p29">
                  <a:extLst>
                    <a:ext uri="{FF2B5EF4-FFF2-40B4-BE49-F238E27FC236}">
                      <a16:creationId xmlns:a16="http://schemas.microsoft.com/office/drawing/2014/main" id="{A878E2E4-9D36-8E70-A6B1-BDDCF0370F7D}"/>
                    </a:ext>
                  </a:extLst>
                </p:cNvPr>
                <p:cNvSpPr/>
                <p:nvPr/>
              </p:nvSpPr>
              <p:spPr>
                <a:xfrm>
                  <a:off x="5385845" y="2298673"/>
                  <a:ext cx="213332" cy="272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8" h="10795" extrusionOk="0">
                      <a:moveTo>
                        <a:pt x="1913" y="713"/>
                      </a:moveTo>
                      <a:cubicBezTo>
                        <a:pt x="2220" y="713"/>
                        <a:pt x="2368" y="1093"/>
                        <a:pt x="2141" y="1303"/>
                      </a:cubicBezTo>
                      <a:cubicBezTo>
                        <a:pt x="2071" y="1378"/>
                        <a:pt x="1982" y="1412"/>
                        <a:pt x="1894" y="1412"/>
                      </a:cubicBezTo>
                      <a:cubicBezTo>
                        <a:pt x="1713" y="1412"/>
                        <a:pt x="1535" y="1269"/>
                        <a:pt x="1535" y="1053"/>
                      </a:cubicBezTo>
                      <a:cubicBezTo>
                        <a:pt x="1535" y="856"/>
                        <a:pt x="1695" y="714"/>
                        <a:pt x="1892" y="714"/>
                      </a:cubicBezTo>
                      <a:cubicBezTo>
                        <a:pt x="1899" y="713"/>
                        <a:pt x="1906" y="713"/>
                        <a:pt x="1913" y="713"/>
                      </a:cubicBezTo>
                      <a:close/>
                      <a:moveTo>
                        <a:pt x="3444" y="714"/>
                      </a:moveTo>
                      <a:cubicBezTo>
                        <a:pt x="3747" y="714"/>
                        <a:pt x="3908" y="1088"/>
                        <a:pt x="3694" y="1303"/>
                      </a:cubicBezTo>
                      <a:cubicBezTo>
                        <a:pt x="3618" y="1378"/>
                        <a:pt x="3527" y="1412"/>
                        <a:pt x="3438" y="1412"/>
                      </a:cubicBezTo>
                      <a:cubicBezTo>
                        <a:pt x="3257" y="1412"/>
                        <a:pt x="3087" y="1269"/>
                        <a:pt x="3087" y="1053"/>
                      </a:cubicBezTo>
                      <a:cubicBezTo>
                        <a:pt x="3087" y="856"/>
                        <a:pt x="3248" y="714"/>
                        <a:pt x="3444" y="714"/>
                      </a:cubicBezTo>
                      <a:close/>
                      <a:moveTo>
                        <a:pt x="5000" y="713"/>
                      </a:moveTo>
                      <a:cubicBezTo>
                        <a:pt x="5307" y="713"/>
                        <a:pt x="5455" y="1093"/>
                        <a:pt x="5228" y="1303"/>
                      </a:cubicBezTo>
                      <a:cubicBezTo>
                        <a:pt x="5158" y="1378"/>
                        <a:pt x="5069" y="1412"/>
                        <a:pt x="4981" y="1412"/>
                      </a:cubicBezTo>
                      <a:cubicBezTo>
                        <a:pt x="4799" y="1412"/>
                        <a:pt x="4622" y="1269"/>
                        <a:pt x="4622" y="1053"/>
                      </a:cubicBezTo>
                      <a:cubicBezTo>
                        <a:pt x="4622" y="856"/>
                        <a:pt x="4782" y="714"/>
                        <a:pt x="4978" y="714"/>
                      </a:cubicBezTo>
                      <a:cubicBezTo>
                        <a:pt x="4986" y="713"/>
                        <a:pt x="4993" y="713"/>
                        <a:pt x="5000" y="713"/>
                      </a:cubicBezTo>
                      <a:close/>
                      <a:moveTo>
                        <a:pt x="6538" y="711"/>
                      </a:moveTo>
                      <a:cubicBezTo>
                        <a:pt x="6623" y="711"/>
                        <a:pt x="6711" y="745"/>
                        <a:pt x="6781" y="821"/>
                      </a:cubicBezTo>
                      <a:cubicBezTo>
                        <a:pt x="7013" y="1035"/>
                        <a:pt x="6852" y="1427"/>
                        <a:pt x="6531" y="1427"/>
                      </a:cubicBezTo>
                      <a:cubicBezTo>
                        <a:pt x="6335" y="1427"/>
                        <a:pt x="6192" y="1267"/>
                        <a:pt x="6192" y="1071"/>
                      </a:cubicBezTo>
                      <a:cubicBezTo>
                        <a:pt x="6192" y="854"/>
                        <a:pt x="6361" y="711"/>
                        <a:pt x="6538" y="711"/>
                      </a:cubicBezTo>
                      <a:close/>
                      <a:moveTo>
                        <a:pt x="5406" y="2962"/>
                      </a:moveTo>
                      <a:cubicBezTo>
                        <a:pt x="5853" y="2962"/>
                        <a:pt x="5847" y="3658"/>
                        <a:pt x="5389" y="3658"/>
                      </a:cubicBezTo>
                      <a:lnTo>
                        <a:pt x="1767" y="3658"/>
                      </a:lnTo>
                      <a:cubicBezTo>
                        <a:pt x="1303" y="3658"/>
                        <a:pt x="1303" y="2962"/>
                        <a:pt x="1767" y="2962"/>
                      </a:cubicBezTo>
                      <a:lnTo>
                        <a:pt x="5389" y="2962"/>
                      </a:lnTo>
                      <a:cubicBezTo>
                        <a:pt x="5395" y="2962"/>
                        <a:pt x="5400" y="2962"/>
                        <a:pt x="5406" y="2962"/>
                      </a:cubicBezTo>
                      <a:close/>
                      <a:moveTo>
                        <a:pt x="3498" y="4371"/>
                      </a:moveTo>
                      <a:cubicBezTo>
                        <a:pt x="3961" y="4371"/>
                        <a:pt x="3961" y="5085"/>
                        <a:pt x="3498" y="5085"/>
                      </a:cubicBezTo>
                      <a:lnTo>
                        <a:pt x="1767" y="5085"/>
                      </a:lnTo>
                      <a:cubicBezTo>
                        <a:pt x="1571" y="5085"/>
                        <a:pt x="1410" y="4925"/>
                        <a:pt x="1410" y="4728"/>
                      </a:cubicBezTo>
                      <a:cubicBezTo>
                        <a:pt x="1410" y="4532"/>
                        <a:pt x="1571" y="4371"/>
                        <a:pt x="1767" y="4371"/>
                      </a:cubicBezTo>
                      <a:close/>
                      <a:moveTo>
                        <a:pt x="4492" y="5796"/>
                      </a:moveTo>
                      <a:cubicBezTo>
                        <a:pt x="4944" y="5796"/>
                        <a:pt x="4944" y="6497"/>
                        <a:pt x="4492" y="6497"/>
                      </a:cubicBezTo>
                      <a:cubicBezTo>
                        <a:pt x="4476" y="6497"/>
                        <a:pt x="4460" y="6496"/>
                        <a:pt x="4443" y="6495"/>
                      </a:cubicBezTo>
                      <a:lnTo>
                        <a:pt x="1767" y="6495"/>
                      </a:lnTo>
                      <a:cubicBezTo>
                        <a:pt x="1321" y="6459"/>
                        <a:pt x="1321" y="5817"/>
                        <a:pt x="1767" y="5799"/>
                      </a:cubicBezTo>
                      <a:lnTo>
                        <a:pt x="4443" y="5799"/>
                      </a:lnTo>
                      <a:cubicBezTo>
                        <a:pt x="4460" y="5797"/>
                        <a:pt x="4476" y="5796"/>
                        <a:pt x="4492" y="5796"/>
                      </a:cubicBezTo>
                      <a:close/>
                      <a:moveTo>
                        <a:pt x="5389" y="7208"/>
                      </a:moveTo>
                      <a:cubicBezTo>
                        <a:pt x="5853" y="7208"/>
                        <a:pt x="5853" y="7922"/>
                        <a:pt x="5389" y="7922"/>
                      </a:cubicBezTo>
                      <a:lnTo>
                        <a:pt x="1767" y="7922"/>
                      </a:lnTo>
                      <a:cubicBezTo>
                        <a:pt x="1303" y="7922"/>
                        <a:pt x="1303" y="7208"/>
                        <a:pt x="1767" y="7208"/>
                      </a:cubicBezTo>
                      <a:close/>
                      <a:moveTo>
                        <a:pt x="4443" y="8636"/>
                      </a:moveTo>
                      <a:cubicBezTo>
                        <a:pt x="4907" y="8636"/>
                        <a:pt x="4907" y="9332"/>
                        <a:pt x="4443" y="9332"/>
                      </a:cubicBezTo>
                      <a:lnTo>
                        <a:pt x="1767" y="9332"/>
                      </a:lnTo>
                      <a:cubicBezTo>
                        <a:pt x="1285" y="9332"/>
                        <a:pt x="1285" y="8636"/>
                        <a:pt x="1767" y="8636"/>
                      </a:cubicBezTo>
                      <a:close/>
                      <a:moveTo>
                        <a:pt x="339" y="0"/>
                      </a:moveTo>
                      <a:cubicBezTo>
                        <a:pt x="143" y="0"/>
                        <a:pt x="0" y="161"/>
                        <a:pt x="0" y="357"/>
                      </a:cubicBezTo>
                      <a:lnTo>
                        <a:pt x="0" y="10438"/>
                      </a:lnTo>
                      <a:cubicBezTo>
                        <a:pt x="0" y="10634"/>
                        <a:pt x="143" y="10795"/>
                        <a:pt x="339" y="10795"/>
                      </a:cubicBezTo>
                      <a:lnTo>
                        <a:pt x="6459" y="10795"/>
                      </a:lnTo>
                      <a:cubicBezTo>
                        <a:pt x="6406" y="10670"/>
                        <a:pt x="6388" y="10563"/>
                        <a:pt x="6388" y="10438"/>
                      </a:cubicBezTo>
                      <a:lnTo>
                        <a:pt x="6388" y="4264"/>
                      </a:lnTo>
                      <a:cubicBezTo>
                        <a:pt x="6388" y="3294"/>
                        <a:pt x="7174" y="2498"/>
                        <a:pt x="8140" y="2498"/>
                      </a:cubicBezTo>
                      <a:cubicBezTo>
                        <a:pt x="8151" y="2498"/>
                        <a:pt x="8162" y="2498"/>
                        <a:pt x="8172" y="2498"/>
                      </a:cubicBezTo>
                      <a:lnTo>
                        <a:pt x="8458" y="2498"/>
                      </a:lnTo>
                      <a:lnTo>
                        <a:pt x="8458" y="357"/>
                      </a:lnTo>
                      <a:cubicBezTo>
                        <a:pt x="8458" y="161"/>
                        <a:pt x="8297" y="0"/>
                        <a:pt x="810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1002;p29">
                  <a:extLst>
                    <a:ext uri="{FF2B5EF4-FFF2-40B4-BE49-F238E27FC236}">
                      <a16:creationId xmlns:a16="http://schemas.microsoft.com/office/drawing/2014/main" id="{7C988423-DE34-D3C8-114E-E82AEFF709B5}"/>
                    </a:ext>
                  </a:extLst>
                </p:cNvPr>
                <p:cNvSpPr/>
                <p:nvPr/>
              </p:nvSpPr>
              <p:spPr>
                <a:xfrm>
                  <a:off x="5564944" y="2441324"/>
                  <a:ext cx="85075" cy="11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3" h="4550" extrusionOk="0">
                      <a:moveTo>
                        <a:pt x="1" y="0"/>
                      </a:moveTo>
                      <a:lnTo>
                        <a:pt x="1" y="4550"/>
                      </a:lnTo>
                      <a:lnTo>
                        <a:pt x="3373" y="4550"/>
                      </a:lnTo>
                      <a:lnTo>
                        <a:pt x="337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1003;p29">
                  <a:extLst>
                    <a:ext uri="{FF2B5EF4-FFF2-40B4-BE49-F238E27FC236}">
                      <a16:creationId xmlns:a16="http://schemas.microsoft.com/office/drawing/2014/main" id="{8D3552C7-F6BA-B224-25E6-3C40BFD3B544}"/>
                    </a:ext>
                  </a:extLst>
                </p:cNvPr>
                <p:cNvSpPr/>
                <p:nvPr/>
              </p:nvSpPr>
              <p:spPr>
                <a:xfrm>
                  <a:off x="5573495" y="2574063"/>
                  <a:ext cx="68429" cy="30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3" h="1197" extrusionOk="0">
                      <a:moveTo>
                        <a:pt x="1" y="1"/>
                      </a:moveTo>
                      <a:lnTo>
                        <a:pt x="1107" y="1089"/>
                      </a:lnTo>
                      <a:cubicBezTo>
                        <a:pt x="1161" y="1160"/>
                        <a:pt x="1250" y="1196"/>
                        <a:pt x="1357" y="1196"/>
                      </a:cubicBezTo>
                      <a:cubicBezTo>
                        <a:pt x="1446" y="1196"/>
                        <a:pt x="1535" y="1160"/>
                        <a:pt x="1607" y="1089"/>
                      </a:cubicBezTo>
                      <a:cubicBezTo>
                        <a:pt x="1607" y="1089"/>
                        <a:pt x="2410" y="304"/>
                        <a:pt x="271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004;p29">
                  <a:extLst>
                    <a:ext uri="{FF2B5EF4-FFF2-40B4-BE49-F238E27FC236}">
                      <a16:creationId xmlns:a16="http://schemas.microsoft.com/office/drawing/2014/main" id="{A171D371-4137-1D09-0951-BC812F6AD8DA}"/>
                    </a:ext>
                  </a:extLst>
                </p:cNvPr>
                <p:cNvSpPr/>
                <p:nvPr/>
              </p:nvSpPr>
              <p:spPr>
                <a:xfrm>
                  <a:off x="5564944" y="2379204"/>
                  <a:ext cx="85075" cy="4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3" h="1750" extrusionOk="0">
                      <a:moveTo>
                        <a:pt x="1071" y="1"/>
                      </a:moveTo>
                      <a:cubicBezTo>
                        <a:pt x="482" y="1"/>
                        <a:pt x="1" y="483"/>
                        <a:pt x="1" y="1071"/>
                      </a:cubicBezTo>
                      <a:lnTo>
                        <a:pt x="1" y="1749"/>
                      </a:lnTo>
                      <a:lnTo>
                        <a:pt x="3373" y="1749"/>
                      </a:lnTo>
                      <a:lnTo>
                        <a:pt x="3373" y="1071"/>
                      </a:lnTo>
                      <a:cubicBezTo>
                        <a:pt x="3373" y="483"/>
                        <a:pt x="2909" y="1"/>
                        <a:pt x="23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" name="Google Shape;1005;p29">
                <a:extLst>
                  <a:ext uri="{FF2B5EF4-FFF2-40B4-BE49-F238E27FC236}">
                    <a16:creationId xmlns:a16="http://schemas.microsoft.com/office/drawing/2014/main" id="{A5267E47-CCB4-708F-A8BE-33DBA85D083B}"/>
                  </a:ext>
                </a:extLst>
              </p:cNvPr>
              <p:cNvGrpSpPr/>
              <p:nvPr/>
            </p:nvGrpSpPr>
            <p:grpSpPr>
              <a:xfrm>
                <a:off x="6097686" y="2729523"/>
                <a:ext cx="389363" cy="414637"/>
                <a:chOff x="4705995" y="1664587"/>
                <a:chExt cx="286553" cy="305153"/>
              </a:xfrm>
            </p:grpSpPr>
            <p:sp>
              <p:nvSpPr>
                <p:cNvPr id="39" name="Google Shape;1006;p29">
                  <a:extLst>
                    <a:ext uri="{FF2B5EF4-FFF2-40B4-BE49-F238E27FC236}">
                      <a16:creationId xmlns:a16="http://schemas.microsoft.com/office/drawing/2014/main" id="{E7AA80B7-4297-D626-E595-F2B49F097B04}"/>
                    </a:ext>
                  </a:extLst>
                </p:cNvPr>
                <p:cNvSpPr/>
                <p:nvPr/>
              </p:nvSpPr>
              <p:spPr>
                <a:xfrm>
                  <a:off x="4795406" y="1905803"/>
                  <a:ext cx="107599" cy="17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6" h="697" extrusionOk="0">
                      <a:moveTo>
                        <a:pt x="1" y="0"/>
                      </a:moveTo>
                      <a:lnTo>
                        <a:pt x="1" y="54"/>
                      </a:lnTo>
                      <a:cubicBezTo>
                        <a:pt x="1" y="286"/>
                        <a:pt x="72" y="518"/>
                        <a:pt x="233" y="696"/>
                      </a:cubicBezTo>
                      <a:lnTo>
                        <a:pt x="4051" y="696"/>
                      </a:lnTo>
                      <a:cubicBezTo>
                        <a:pt x="4194" y="518"/>
                        <a:pt x="4265" y="286"/>
                        <a:pt x="4265" y="54"/>
                      </a:cubicBezTo>
                      <a:lnTo>
                        <a:pt x="426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1007;p29">
                  <a:extLst>
                    <a:ext uri="{FF2B5EF4-FFF2-40B4-BE49-F238E27FC236}">
                      <a16:creationId xmlns:a16="http://schemas.microsoft.com/office/drawing/2014/main" id="{0C3FC298-63AA-5093-25FE-10C907A876B1}"/>
                    </a:ext>
                  </a:extLst>
                </p:cNvPr>
                <p:cNvSpPr/>
                <p:nvPr/>
              </p:nvSpPr>
              <p:spPr>
                <a:xfrm>
                  <a:off x="4794952" y="1869787"/>
                  <a:ext cx="108053" cy="1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" h="715" extrusionOk="0">
                      <a:moveTo>
                        <a:pt x="1" y="1"/>
                      </a:moveTo>
                      <a:cubicBezTo>
                        <a:pt x="19" y="55"/>
                        <a:pt x="19" y="108"/>
                        <a:pt x="19" y="162"/>
                      </a:cubicBezTo>
                      <a:lnTo>
                        <a:pt x="19" y="715"/>
                      </a:lnTo>
                      <a:lnTo>
                        <a:pt x="4283" y="715"/>
                      </a:lnTo>
                      <a:lnTo>
                        <a:pt x="4283" y="162"/>
                      </a:lnTo>
                      <a:cubicBezTo>
                        <a:pt x="4283" y="108"/>
                        <a:pt x="4283" y="55"/>
                        <a:pt x="428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1008;p29">
                  <a:extLst>
                    <a:ext uri="{FF2B5EF4-FFF2-40B4-BE49-F238E27FC236}">
                      <a16:creationId xmlns:a16="http://schemas.microsoft.com/office/drawing/2014/main" id="{CF239334-25CE-7796-5999-055F347D570C}"/>
                    </a:ext>
                  </a:extLst>
                </p:cNvPr>
                <p:cNvSpPr/>
                <p:nvPr/>
              </p:nvSpPr>
              <p:spPr>
                <a:xfrm>
                  <a:off x="4814322" y="1941339"/>
                  <a:ext cx="69765" cy="28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6" h="1126" extrusionOk="0">
                      <a:moveTo>
                        <a:pt x="0" y="1"/>
                      </a:moveTo>
                      <a:cubicBezTo>
                        <a:pt x="125" y="661"/>
                        <a:pt x="714" y="1125"/>
                        <a:pt x="1374" y="1125"/>
                      </a:cubicBezTo>
                      <a:cubicBezTo>
                        <a:pt x="2052" y="1125"/>
                        <a:pt x="2641" y="661"/>
                        <a:pt x="276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1009;p29">
                  <a:extLst>
                    <a:ext uri="{FF2B5EF4-FFF2-40B4-BE49-F238E27FC236}">
                      <a16:creationId xmlns:a16="http://schemas.microsoft.com/office/drawing/2014/main" id="{B542F90D-F42F-7FDF-44C9-C10C7428F0C8}"/>
                    </a:ext>
                  </a:extLst>
                </p:cNvPr>
                <p:cNvSpPr/>
                <p:nvPr/>
              </p:nvSpPr>
              <p:spPr>
                <a:xfrm>
                  <a:off x="4807563" y="1719040"/>
                  <a:ext cx="83739" cy="83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" h="3320" extrusionOk="0">
                      <a:moveTo>
                        <a:pt x="1647" y="1308"/>
                      </a:moveTo>
                      <a:cubicBezTo>
                        <a:pt x="1829" y="1308"/>
                        <a:pt x="1999" y="1444"/>
                        <a:pt x="1999" y="1660"/>
                      </a:cubicBezTo>
                      <a:cubicBezTo>
                        <a:pt x="1999" y="1856"/>
                        <a:pt x="1838" y="2017"/>
                        <a:pt x="1642" y="2017"/>
                      </a:cubicBezTo>
                      <a:cubicBezTo>
                        <a:pt x="1339" y="2017"/>
                        <a:pt x="1178" y="1642"/>
                        <a:pt x="1392" y="1410"/>
                      </a:cubicBezTo>
                      <a:cubicBezTo>
                        <a:pt x="1468" y="1340"/>
                        <a:pt x="1559" y="1308"/>
                        <a:pt x="1647" y="1308"/>
                      </a:cubicBezTo>
                      <a:close/>
                      <a:moveTo>
                        <a:pt x="1642" y="1"/>
                      </a:moveTo>
                      <a:lnTo>
                        <a:pt x="1482" y="411"/>
                      </a:lnTo>
                      <a:cubicBezTo>
                        <a:pt x="1446" y="518"/>
                        <a:pt x="1374" y="590"/>
                        <a:pt x="1267" y="625"/>
                      </a:cubicBezTo>
                      <a:lnTo>
                        <a:pt x="1178" y="661"/>
                      </a:lnTo>
                      <a:cubicBezTo>
                        <a:pt x="1134" y="679"/>
                        <a:pt x="1085" y="688"/>
                        <a:pt x="1035" y="688"/>
                      </a:cubicBezTo>
                      <a:cubicBezTo>
                        <a:pt x="986" y="688"/>
                        <a:pt x="937" y="679"/>
                        <a:pt x="893" y="661"/>
                      </a:cubicBezTo>
                      <a:lnTo>
                        <a:pt x="482" y="482"/>
                      </a:lnTo>
                      <a:lnTo>
                        <a:pt x="464" y="500"/>
                      </a:lnTo>
                      <a:lnTo>
                        <a:pt x="643" y="893"/>
                      </a:lnTo>
                      <a:cubicBezTo>
                        <a:pt x="696" y="982"/>
                        <a:pt x="696" y="1107"/>
                        <a:pt x="643" y="1196"/>
                      </a:cubicBezTo>
                      <a:cubicBezTo>
                        <a:pt x="625" y="1214"/>
                        <a:pt x="625" y="1250"/>
                        <a:pt x="607" y="1285"/>
                      </a:cubicBezTo>
                      <a:cubicBezTo>
                        <a:pt x="572" y="1375"/>
                        <a:pt x="500" y="1464"/>
                        <a:pt x="411" y="1499"/>
                      </a:cubicBezTo>
                      <a:lnTo>
                        <a:pt x="1" y="1660"/>
                      </a:lnTo>
                      <a:lnTo>
                        <a:pt x="1" y="1678"/>
                      </a:lnTo>
                      <a:lnTo>
                        <a:pt x="393" y="1838"/>
                      </a:lnTo>
                      <a:cubicBezTo>
                        <a:pt x="482" y="1874"/>
                        <a:pt x="572" y="1946"/>
                        <a:pt x="607" y="2053"/>
                      </a:cubicBezTo>
                      <a:cubicBezTo>
                        <a:pt x="607" y="2088"/>
                        <a:pt x="625" y="2124"/>
                        <a:pt x="643" y="2142"/>
                      </a:cubicBezTo>
                      <a:cubicBezTo>
                        <a:pt x="679" y="2249"/>
                        <a:pt x="679" y="2356"/>
                        <a:pt x="643" y="2445"/>
                      </a:cubicBezTo>
                      <a:lnTo>
                        <a:pt x="464" y="2838"/>
                      </a:lnTo>
                      <a:lnTo>
                        <a:pt x="482" y="2856"/>
                      </a:lnTo>
                      <a:lnTo>
                        <a:pt x="875" y="2677"/>
                      </a:lnTo>
                      <a:cubicBezTo>
                        <a:pt x="919" y="2659"/>
                        <a:pt x="969" y="2650"/>
                        <a:pt x="1018" y="2650"/>
                      </a:cubicBezTo>
                      <a:cubicBezTo>
                        <a:pt x="1067" y="2650"/>
                        <a:pt x="1116" y="2659"/>
                        <a:pt x="1160" y="2677"/>
                      </a:cubicBezTo>
                      <a:lnTo>
                        <a:pt x="1285" y="2731"/>
                      </a:lnTo>
                      <a:cubicBezTo>
                        <a:pt x="1374" y="2766"/>
                        <a:pt x="1446" y="2838"/>
                        <a:pt x="1499" y="2927"/>
                      </a:cubicBezTo>
                      <a:lnTo>
                        <a:pt x="1642" y="3319"/>
                      </a:lnTo>
                      <a:lnTo>
                        <a:pt x="1660" y="3319"/>
                      </a:lnTo>
                      <a:lnTo>
                        <a:pt x="1821" y="2927"/>
                      </a:lnTo>
                      <a:cubicBezTo>
                        <a:pt x="1856" y="2838"/>
                        <a:pt x="1928" y="2766"/>
                        <a:pt x="2035" y="2731"/>
                      </a:cubicBezTo>
                      <a:lnTo>
                        <a:pt x="2142" y="2677"/>
                      </a:lnTo>
                      <a:cubicBezTo>
                        <a:pt x="2186" y="2659"/>
                        <a:pt x="2235" y="2650"/>
                        <a:pt x="2284" y="2650"/>
                      </a:cubicBezTo>
                      <a:cubicBezTo>
                        <a:pt x="2333" y="2650"/>
                        <a:pt x="2383" y="2659"/>
                        <a:pt x="2427" y="2677"/>
                      </a:cubicBezTo>
                      <a:lnTo>
                        <a:pt x="2820" y="2856"/>
                      </a:lnTo>
                      <a:lnTo>
                        <a:pt x="2838" y="2838"/>
                      </a:lnTo>
                      <a:lnTo>
                        <a:pt x="2659" y="2445"/>
                      </a:lnTo>
                      <a:cubicBezTo>
                        <a:pt x="2623" y="2356"/>
                        <a:pt x="2623" y="2249"/>
                        <a:pt x="2659" y="2142"/>
                      </a:cubicBezTo>
                      <a:cubicBezTo>
                        <a:pt x="2677" y="2124"/>
                        <a:pt x="2695" y="2088"/>
                        <a:pt x="2713" y="2053"/>
                      </a:cubicBezTo>
                      <a:cubicBezTo>
                        <a:pt x="2748" y="1946"/>
                        <a:pt x="2820" y="1874"/>
                        <a:pt x="2909" y="1838"/>
                      </a:cubicBezTo>
                      <a:lnTo>
                        <a:pt x="3319" y="1678"/>
                      </a:lnTo>
                      <a:lnTo>
                        <a:pt x="3319" y="1660"/>
                      </a:lnTo>
                      <a:lnTo>
                        <a:pt x="2909" y="1499"/>
                      </a:lnTo>
                      <a:cubicBezTo>
                        <a:pt x="2802" y="1464"/>
                        <a:pt x="2730" y="1392"/>
                        <a:pt x="2695" y="1285"/>
                      </a:cubicBezTo>
                      <a:cubicBezTo>
                        <a:pt x="2695" y="1250"/>
                        <a:pt x="2677" y="1232"/>
                        <a:pt x="2659" y="1196"/>
                      </a:cubicBezTo>
                      <a:cubicBezTo>
                        <a:pt x="2623" y="1107"/>
                        <a:pt x="2623" y="982"/>
                        <a:pt x="2659" y="893"/>
                      </a:cubicBezTo>
                      <a:lnTo>
                        <a:pt x="2838" y="500"/>
                      </a:lnTo>
                      <a:lnTo>
                        <a:pt x="2820" y="482"/>
                      </a:lnTo>
                      <a:lnTo>
                        <a:pt x="2409" y="661"/>
                      </a:lnTo>
                      <a:cubicBezTo>
                        <a:pt x="2365" y="679"/>
                        <a:pt x="2316" y="688"/>
                        <a:pt x="2267" y="688"/>
                      </a:cubicBezTo>
                      <a:cubicBezTo>
                        <a:pt x="2218" y="688"/>
                        <a:pt x="2168" y="679"/>
                        <a:pt x="2124" y="661"/>
                      </a:cubicBezTo>
                      <a:lnTo>
                        <a:pt x="2035" y="625"/>
                      </a:lnTo>
                      <a:cubicBezTo>
                        <a:pt x="1945" y="590"/>
                        <a:pt x="1856" y="518"/>
                        <a:pt x="1821" y="411"/>
                      </a:cubicBezTo>
                      <a:lnTo>
                        <a:pt x="166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1010;p29">
                  <a:extLst>
                    <a:ext uri="{FF2B5EF4-FFF2-40B4-BE49-F238E27FC236}">
                      <a16:creationId xmlns:a16="http://schemas.microsoft.com/office/drawing/2014/main" id="{0BD49B33-5236-5B7E-276D-2A09E17D45FB}"/>
                    </a:ext>
                  </a:extLst>
                </p:cNvPr>
                <p:cNvSpPr/>
                <p:nvPr/>
              </p:nvSpPr>
              <p:spPr>
                <a:xfrm>
                  <a:off x="4705995" y="1664587"/>
                  <a:ext cx="286553" cy="187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1" h="7424" extrusionOk="0">
                      <a:moveTo>
                        <a:pt x="5937" y="1446"/>
                      </a:moveTo>
                      <a:cubicBezTo>
                        <a:pt x="6079" y="1446"/>
                        <a:pt x="6204" y="1535"/>
                        <a:pt x="6258" y="1678"/>
                      </a:cubicBezTo>
                      <a:lnTo>
                        <a:pt x="6401" y="2053"/>
                      </a:lnTo>
                      <a:lnTo>
                        <a:pt x="6775" y="1892"/>
                      </a:lnTo>
                      <a:cubicBezTo>
                        <a:pt x="6827" y="1873"/>
                        <a:pt x="6880" y="1863"/>
                        <a:pt x="6932" y="1863"/>
                      </a:cubicBezTo>
                      <a:cubicBezTo>
                        <a:pt x="7024" y="1863"/>
                        <a:pt x="7111" y="1895"/>
                        <a:pt x="7168" y="1963"/>
                      </a:cubicBezTo>
                      <a:lnTo>
                        <a:pt x="7525" y="2320"/>
                      </a:lnTo>
                      <a:cubicBezTo>
                        <a:pt x="7632" y="2427"/>
                        <a:pt x="7667" y="2588"/>
                        <a:pt x="7614" y="2713"/>
                      </a:cubicBezTo>
                      <a:lnTo>
                        <a:pt x="7436" y="3088"/>
                      </a:lnTo>
                      <a:lnTo>
                        <a:pt x="7828" y="3248"/>
                      </a:lnTo>
                      <a:cubicBezTo>
                        <a:pt x="7953" y="3284"/>
                        <a:pt x="8042" y="3427"/>
                        <a:pt x="8042" y="3569"/>
                      </a:cubicBezTo>
                      <a:lnTo>
                        <a:pt x="8042" y="4069"/>
                      </a:lnTo>
                      <a:cubicBezTo>
                        <a:pt x="8042" y="4212"/>
                        <a:pt x="7953" y="4354"/>
                        <a:pt x="7828" y="4408"/>
                      </a:cubicBezTo>
                      <a:lnTo>
                        <a:pt x="7453" y="4551"/>
                      </a:lnTo>
                      <a:lnTo>
                        <a:pt x="7614" y="4925"/>
                      </a:lnTo>
                      <a:cubicBezTo>
                        <a:pt x="7667" y="5068"/>
                        <a:pt x="7632" y="5211"/>
                        <a:pt x="7543" y="5318"/>
                      </a:cubicBezTo>
                      <a:lnTo>
                        <a:pt x="7168" y="5675"/>
                      </a:lnTo>
                      <a:cubicBezTo>
                        <a:pt x="7110" y="5744"/>
                        <a:pt x="7023" y="5783"/>
                        <a:pt x="6930" y="5783"/>
                      </a:cubicBezTo>
                      <a:cubicBezTo>
                        <a:pt x="6879" y="5783"/>
                        <a:pt x="6826" y="5771"/>
                        <a:pt x="6775" y="5746"/>
                      </a:cubicBezTo>
                      <a:lnTo>
                        <a:pt x="6418" y="5585"/>
                      </a:lnTo>
                      <a:lnTo>
                        <a:pt x="6258" y="5978"/>
                      </a:lnTo>
                      <a:cubicBezTo>
                        <a:pt x="6204" y="6103"/>
                        <a:pt x="6079" y="6192"/>
                        <a:pt x="5937" y="6192"/>
                      </a:cubicBezTo>
                      <a:lnTo>
                        <a:pt x="5419" y="6192"/>
                      </a:lnTo>
                      <a:cubicBezTo>
                        <a:pt x="5277" y="6192"/>
                        <a:pt x="5152" y="6103"/>
                        <a:pt x="5098" y="5978"/>
                      </a:cubicBezTo>
                      <a:lnTo>
                        <a:pt x="4955" y="5585"/>
                      </a:lnTo>
                      <a:lnTo>
                        <a:pt x="4581" y="5746"/>
                      </a:lnTo>
                      <a:cubicBezTo>
                        <a:pt x="4530" y="5771"/>
                        <a:pt x="4477" y="5783"/>
                        <a:pt x="4425" y="5783"/>
                      </a:cubicBezTo>
                      <a:cubicBezTo>
                        <a:pt x="4331" y="5783"/>
                        <a:pt x="4239" y="5744"/>
                        <a:pt x="4170" y="5675"/>
                      </a:cubicBezTo>
                      <a:lnTo>
                        <a:pt x="3813" y="5318"/>
                      </a:lnTo>
                      <a:cubicBezTo>
                        <a:pt x="3724" y="5211"/>
                        <a:pt x="3689" y="5068"/>
                        <a:pt x="3742" y="4925"/>
                      </a:cubicBezTo>
                      <a:lnTo>
                        <a:pt x="3921" y="4551"/>
                      </a:lnTo>
                      <a:lnTo>
                        <a:pt x="3528" y="4408"/>
                      </a:lnTo>
                      <a:cubicBezTo>
                        <a:pt x="3403" y="4354"/>
                        <a:pt x="3314" y="4229"/>
                        <a:pt x="3314" y="4069"/>
                      </a:cubicBezTo>
                      <a:lnTo>
                        <a:pt x="3314" y="3569"/>
                      </a:lnTo>
                      <a:cubicBezTo>
                        <a:pt x="3314" y="3427"/>
                        <a:pt x="3403" y="3302"/>
                        <a:pt x="3528" y="3248"/>
                      </a:cubicBezTo>
                      <a:lnTo>
                        <a:pt x="3921" y="3088"/>
                      </a:lnTo>
                      <a:lnTo>
                        <a:pt x="3742" y="2713"/>
                      </a:lnTo>
                      <a:cubicBezTo>
                        <a:pt x="3689" y="2588"/>
                        <a:pt x="3724" y="2427"/>
                        <a:pt x="3813" y="2320"/>
                      </a:cubicBezTo>
                      <a:lnTo>
                        <a:pt x="4170" y="1963"/>
                      </a:lnTo>
                      <a:cubicBezTo>
                        <a:pt x="4239" y="1895"/>
                        <a:pt x="4330" y="1863"/>
                        <a:pt x="4423" y="1863"/>
                      </a:cubicBezTo>
                      <a:cubicBezTo>
                        <a:pt x="4476" y="1863"/>
                        <a:pt x="4529" y="1873"/>
                        <a:pt x="4581" y="1892"/>
                      </a:cubicBezTo>
                      <a:lnTo>
                        <a:pt x="4955" y="2053"/>
                      </a:lnTo>
                      <a:lnTo>
                        <a:pt x="5098" y="1678"/>
                      </a:lnTo>
                      <a:cubicBezTo>
                        <a:pt x="5152" y="1535"/>
                        <a:pt x="5277" y="1446"/>
                        <a:pt x="5419" y="1446"/>
                      </a:cubicBezTo>
                      <a:close/>
                      <a:moveTo>
                        <a:pt x="5648" y="1"/>
                      </a:moveTo>
                      <a:cubicBezTo>
                        <a:pt x="1720" y="1"/>
                        <a:pt x="1" y="4983"/>
                        <a:pt x="3100" y="7423"/>
                      </a:cubicBezTo>
                      <a:lnTo>
                        <a:pt x="8256" y="7423"/>
                      </a:lnTo>
                      <a:cubicBezTo>
                        <a:pt x="11361" y="4979"/>
                        <a:pt x="9630" y="1"/>
                        <a:pt x="5669" y="1"/>
                      </a:cubicBezTo>
                      <a:cubicBezTo>
                        <a:pt x="5662" y="1"/>
                        <a:pt x="5655" y="1"/>
                        <a:pt x="564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4" name="Google Shape;1011;p29">
                <a:extLst>
                  <a:ext uri="{FF2B5EF4-FFF2-40B4-BE49-F238E27FC236}">
                    <a16:creationId xmlns:a16="http://schemas.microsoft.com/office/drawing/2014/main" id="{79646169-5392-570E-732E-2054172F3102}"/>
                  </a:ext>
                </a:extLst>
              </p:cNvPr>
              <p:cNvSpPr/>
              <p:nvPr/>
            </p:nvSpPr>
            <p:spPr>
              <a:xfrm>
                <a:off x="4129138" y="3288263"/>
                <a:ext cx="3152330" cy="200898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" name="Google Shape;1012;p29">
                <a:extLst>
                  <a:ext uri="{FF2B5EF4-FFF2-40B4-BE49-F238E27FC236}">
                    <a16:creationId xmlns:a16="http://schemas.microsoft.com/office/drawing/2014/main" id="{72B604C4-C2B3-87C7-DB2D-1B08D44C188C}"/>
                  </a:ext>
                </a:extLst>
              </p:cNvPr>
              <p:cNvSpPr/>
              <p:nvPr/>
            </p:nvSpPr>
            <p:spPr>
              <a:xfrm>
                <a:off x="4351726" y="3466057"/>
                <a:ext cx="2688802" cy="1713117"/>
              </a:xfrm>
              <a:prstGeom prst="ellipse">
                <a:avLst/>
              </a:prstGeom>
              <a:solidFill>
                <a:srgbClr val="E8A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020;p29">
                <a:extLst>
                  <a:ext uri="{FF2B5EF4-FFF2-40B4-BE49-F238E27FC236}">
                    <a16:creationId xmlns:a16="http://schemas.microsoft.com/office/drawing/2014/main" id="{C7808EEA-4C18-4FBF-049D-E3A6272ADC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3054" y="3505092"/>
                <a:ext cx="1865745" cy="171288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spcBef>
                    <a:spcPts val="0"/>
                  </a:spcBef>
                </a:pPr>
                <a:endParaRPr lang="en-IN" sz="2200" b="1" dirty="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" name="Google Shape;1022;p29">
                <a:extLst>
                  <a:ext uri="{FF2B5EF4-FFF2-40B4-BE49-F238E27FC236}">
                    <a16:creationId xmlns:a16="http://schemas.microsoft.com/office/drawing/2014/main" id="{6CF038AD-1E7E-F43A-F7BC-616EED1C98BE}"/>
                  </a:ext>
                </a:extLst>
              </p:cNvPr>
              <p:cNvSpPr txBox="1"/>
              <p:nvPr/>
            </p:nvSpPr>
            <p:spPr>
              <a:xfrm>
                <a:off x="2910366" y="6191442"/>
                <a:ext cx="2308494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b" anchorCtr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55" name="Google Shape;1023;p29">
                <a:extLst>
                  <a:ext uri="{FF2B5EF4-FFF2-40B4-BE49-F238E27FC236}">
                    <a16:creationId xmlns:a16="http://schemas.microsoft.com/office/drawing/2014/main" id="{EB5B51C1-1537-F4F9-D168-5C14EF6D2DD6}"/>
                  </a:ext>
                </a:extLst>
              </p:cNvPr>
              <p:cNvSpPr txBox="1"/>
              <p:nvPr/>
            </p:nvSpPr>
            <p:spPr>
              <a:xfrm>
                <a:off x="300810" y="2631812"/>
                <a:ext cx="2308494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56" name="Google Shape;1024;p29">
                <a:extLst>
                  <a:ext uri="{FF2B5EF4-FFF2-40B4-BE49-F238E27FC236}">
                    <a16:creationId xmlns:a16="http://schemas.microsoft.com/office/drawing/2014/main" id="{6D691D39-FC7E-DD7C-F564-7B72C636BA90}"/>
                  </a:ext>
                </a:extLst>
              </p:cNvPr>
              <p:cNvSpPr txBox="1"/>
              <p:nvPr/>
            </p:nvSpPr>
            <p:spPr>
              <a:xfrm>
                <a:off x="2974891" y="1683057"/>
                <a:ext cx="2308494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57" name="Google Shape;1025;p29">
                <a:extLst>
                  <a:ext uri="{FF2B5EF4-FFF2-40B4-BE49-F238E27FC236}">
                    <a16:creationId xmlns:a16="http://schemas.microsoft.com/office/drawing/2014/main" id="{8E3317FB-81CA-C2CE-CB87-ABF373EC9DF1}"/>
                  </a:ext>
                </a:extLst>
              </p:cNvPr>
              <p:cNvSpPr txBox="1"/>
              <p:nvPr/>
            </p:nvSpPr>
            <p:spPr>
              <a:xfrm>
                <a:off x="773250" y="5345715"/>
                <a:ext cx="2308494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58" name="Google Shape;1026;p29">
                <a:extLst>
                  <a:ext uri="{FF2B5EF4-FFF2-40B4-BE49-F238E27FC236}">
                    <a16:creationId xmlns:a16="http://schemas.microsoft.com/office/drawing/2014/main" id="{5C44952E-2BBE-6A08-1738-EEFBFC659358}"/>
                  </a:ext>
                </a:extLst>
              </p:cNvPr>
              <p:cNvSpPr txBox="1"/>
              <p:nvPr/>
            </p:nvSpPr>
            <p:spPr>
              <a:xfrm>
                <a:off x="6727671" y="1683057"/>
                <a:ext cx="2308494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59" name="Google Shape;1027;p29">
                <a:extLst>
                  <a:ext uri="{FF2B5EF4-FFF2-40B4-BE49-F238E27FC236}">
                    <a16:creationId xmlns:a16="http://schemas.microsoft.com/office/drawing/2014/main" id="{1A75FE65-082C-2936-3D5E-FB598F448DCC}"/>
                  </a:ext>
                </a:extLst>
              </p:cNvPr>
              <p:cNvSpPr txBox="1"/>
              <p:nvPr/>
            </p:nvSpPr>
            <p:spPr>
              <a:xfrm>
                <a:off x="6663146" y="6191442"/>
                <a:ext cx="2308494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b" anchorCtr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61" name="Google Shape;1029;p29">
                <a:extLst>
                  <a:ext uri="{FF2B5EF4-FFF2-40B4-BE49-F238E27FC236}">
                    <a16:creationId xmlns:a16="http://schemas.microsoft.com/office/drawing/2014/main" id="{19065CC5-8AC9-8D64-38D2-0E96F0B5EDCE}"/>
                  </a:ext>
                </a:extLst>
              </p:cNvPr>
              <p:cNvSpPr txBox="1"/>
              <p:nvPr/>
            </p:nvSpPr>
            <p:spPr>
              <a:xfrm>
                <a:off x="8590452" y="5345715"/>
                <a:ext cx="2926200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grpSp>
            <p:nvGrpSpPr>
              <p:cNvPr id="62" name="Google Shape;1030;p29">
                <a:extLst>
                  <a:ext uri="{FF2B5EF4-FFF2-40B4-BE49-F238E27FC236}">
                    <a16:creationId xmlns:a16="http://schemas.microsoft.com/office/drawing/2014/main" id="{13AA4CAD-CD02-E558-A338-0B7A1786A4D5}"/>
                  </a:ext>
                </a:extLst>
              </p:cNvPr>
              <p:cNvGrpSpPr/>
              <p:nvPr/>
            </p:nvGrpSpPr>
            <p:grpSpPr>
              <a:xfrm>
                <a:off x="5935060" y="5405753"/>
                <a:ext cx="396341" cy="393816"/>
                <a:chOff x="3863900" y="4993625"/>
                <a:chExt cx="482050" cy="478900"/>
              </a:xfrm>
            </p:grpSpPr>
            <p:sp>
              <p:nvSpPr>
                <p:cNvPr id="63" name="Google Shape;1031;p29">
                  <a:extLst>
                    <a:ext uri="{FF2B5EF4-FFF2-40B4-BE49-F238E27FC236}">
                      <a16:creationId xmlns:a16="http://schemas.microsoft.com/office/drawing/2014/main" id="{28F8F6B9-4213-9253-B098-2FF9029F6CFF}"/>
                    </a:ext>
                  </a:extLst>
                </p:cNvPr>
                <p:cNvSpPr/>
                <p:nvPr/>
              </p:nvSpPr>
              <p:spPr>
                <a:xfrm>
                  <a:off x="3877525" y="5058825"/>
                  <a:ext cx="315450" cy="164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8" h="6590" extrusionOk="0">
                      <a:moveTo>
                        <a:pt x="3647" y="1"/>
                      </a:moveTo>
                      <a:lnTo>
                        <a:pt x="169" y="1846"/>
                      </a:lnTo>
                      <a:cubicBezTo>
                        <a:pt x="109" y="1877"/>
                        <a:pt x="51" y="1913"/>
                        <a:pt x="0" y="1952"/>
                      </a:cubicBezTo>
                      <a:lnTo>
                        <a:pt x="8892" y="6589"/>
                      </a:lnTo>
                      <a:lnTo>
                        <a:pt x="12617" y="4746"/>
                      </a:lnTo>
                      <a:lnTo>
                        <a:pt x="364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64" name="Google Shape;1032;p29">
                  <a:extLst>
                    <a:ext uri="{FF2B5EF4-FFF2-40B4-BE49-F238E27FC236}">
                      <a16:creationId xmlns:a16="http://schemas.microsoft.com/office/drawing/2014/main" id="{571E5B48-5397-5087-6215-445AC18CA4E2}"/>
                    </a:ext>
                  </a:extLst>
                </p:cNvPr>
                <p:cNvSpPr/>
                <p:nvPr/>
              </p:nvSpPr>
              <p:spPr>
                <a:xfrm>
                  <a:off x="4113750" y="5133350"/>
                  <a:ext cx="232200" cy="33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8" h="13567" extrusionOk="0">
                      <a:moveTo>
                        <a:pt x="9284" y="1"/>
                      </a:moveTo>
                      <a:lnTo>
                        <a:pt x="4836" y="2202"/>
                      </a:lnTo>
                      <a:lnTo>
                        <a:pt x="4836" y="4680"/>
                      </a:lnTo>
                      <a:cubicBezTo>
                        <a:pt x="4836" y="4993"/>
                        <a:pt x="4584" y="5246"/>
                        <a:pt x="4270" y="5246"/>
                      </a:cubicBezTo>
                      <a:cubicBezTo>
                        <a:pt x="3957" y="5246"/>
                        <a:pt x="3707" y="4993"/>
                        <a:pt x="3707" y="4680"/>
                      </a:cubicBezTo>
                      <a:lnTo>
                        <a:pt x="3707" y="2762"/>
                      </a:lnTo>
                      <a:lnTo>
                        <a:pt x="0" y="4593"/>
                      </a:lnTo>
                      <a:lnTo>
                        <a:pt x="0" y="13566"/>
                      </a:lnTo>
                      <a:cubicBezTo>
                        <a:pt x="12" y="13560"/>
                        <a:pt x="24" y="13557"/>
                        <a:pt x="37" y="13551"/>
                      </a:cubicBezTo>
                      <a:lnTo>
                        <a:pt x="8552" y="9236"/>
                      </a:lnTo>
                      <a:cubicBezTo>
                        <a:pt x="9004" y="9010"/>
                        <a:pt x="9287" y="8550"/>
                        <a:pt x="9287" y="8047"/>
                      </a:cubicBezTo>
                      <a:lnTo>
                        <a:pt x="9287" y="52"/>
                      </a:lnTo>
                      <a:cubicBezTo>
                        <a:pt x="9287" y="34"/>
                        <a:pt x="9287" y="19"/>
                        <a:pt x="928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65" name="Google Shape;1033;p29">
                  <a:extLst>
                    <a:ext uri="{FF2B5EF4-FFF2-40B4-BE49-F238E27FC236}">
                      <a16:creationId xmlns:a16="http://schemas.microsoft.com/office/drawing/2014/main" id="{39483F0B-74FE-E428-A4B6-E808E471C928}"/>
                    </a:ext>
                  </a:extLst>
                </p:cNvPr>
                <p:cNvSpPr/>
                <p:nvPr/>
              </p:nvSpPr>
              <p:spPr>
                <a:xfrm>
                  <a:off x="3998800" y="4993625"/>
                  <a:ext cx="334125" cy="16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5" h="6740" extrusionOk="0">
                      <a:moveTo>
                        <a:pt x="4045" y="1"/>
                      </a:moveTo>
                      <a:cubicBezTo>
                        <a:pt x="3833" y="1"/>
                        <a:pt x="3623" y="51"/>
                        <a:pt x="3430" y="151"/>
                      </a:cubicBezTo>
                      <a:lnTo>
                        <a:pt x="0" y="1970"/>
                      </a:lnTo>
                      <a:lnTo>
                        <a:pt x="9013" y="6740"/>
                      </a:lnTo>
                      <a:lnTo>
                        <a:pt x="13364" y="4587"/>
                      </a:lnTo>
                      <a:cubicBezTo>
                        <a:pt x="13298" y="4536"/>
                        <a:pt x="13226" y="4491"/>
                        <a:pt x="13150" y="4454"/>
                      </a:cubicBezTo>
                      <a:lnTo>
                        <a:pt x="4638" y="139"/>
                      </a:lnTo>
                      <a:lnTo>
                        <a:pt x="4635" y="139"/>
                      </a:lnTo>
                      <a:cubicBezTo>
                        <a:pt x="4448" y="47"/>
                        <a:pt x="4246" y="1"/>
                        <a:pt x="404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66" name="Google Shape;1034;p29">
                  <a:extLst>
                    <a:ext uri="{FF2B5EF4-FFF2-40B4-BE49-F238E27FC236}">
                      <a16:creationId xmlns:a16="http://schemas.microsoft.com/office/drawing/2014/main" id="{189E45E9-B089-BACF-1284-7B542338E864}"/>
                    </a:ext>
                  </a:extLst>
                </p:cNvPr>
                <p:cNvSpPr/>
                <p:nvPr/>
              </p:nvSpPr>
              <p:spPr>
                <a:xfrm>
                  <a:off x="3863900" y="5132450"/>
                  <a:ext cx="221650" cy="3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6" h="13597" extrusionOk="0">
                      <a:moveTo>
                        <a:pt x="6" y="1"/>
                      </a:moveTo>
                      <a:cubicBezTo>
                        <a:pt x="3" y="25"/>
                        <a:pt x="0" y="52"/>
                        <a:pt x="0" y="76"/>
                      </a:cubicBezTo>
                      <a:lnTo>
                        <a:pt x="0" y="8095"/>
                      </a:lnTo>
                      <a:cubicBezTo>
                        <a:pt x="0" y="8589"/>
                        <a:pt x="274" y="9043"/>
                        <a:pt x="714" y="9269"/>
                      </a:cubicBezTo>
                      <a:lnTo>
                        <a:pt x="8820" y="13572"/>
                      </a:lnTo>
                      <a:lnTo>
                        <a:pt x="8826" y="13575"/>
                      </a:lnTo>
                      <a:lnTo>
                        <a:pt x="8865" y="13596"/>
                      </a:lnTo>
                      <a:lnTo>
                        <a:pt x="8865" y="4620"/>
                      </a:lnTo>
                      <a:lnTo>
                        <a:pt x="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  <p:grpSp>
            <p:nvGrpSpPr>
              <p:cNvPr id="67" name="Google Shape;1035;p29">
                <a:extLst>
                  <a:ext uri="{FF2B5EF4-FFF2-40B4-BE49-F238E27FC236}">
                    <a16:creationId xmlns:a16="http://schemas.microsoft.com/office/drawing/2014/main" id="{79207A1F-DD7C-41E2-BFC3-902B29132E1D}"/>
                  </a:ext>
                </a:extLst>
              </p:cNvPr>
              <p:cNvGrpSpPr/>
              <p:nvPr/>
            </p:nvGrpSpPr>
            <p:grpSpPr>
              <a:xfrm>
                <a:off x="4958560" y="2740654"/>
                <a:ext cx="396262" cy="393617"/>
                <a:chOff x="-59470075" y="3308975"/>
                <a:chExt cx="318200" cy="316075"/>
              </a:xfrm>
            </p:grpSpPr>
            <p:sp>
              <p:nvSpPr>
                <p:cNvPr id="68" name="Google Shape;1036;p29">
                  <a:extLst>
                    <a:ext uri="{FF2B5EF4-FFF2-40B4-BE49-F238E27FC236}">
                      <a16:creationId xmlns:a16="http://schemas.microsoft.com/office/drawing/2014/main" id="{3DD0ACBF-F3B2-0BA0-04F6-4ED28128BCC2}"/>
                    </a:ext>
                  </a:extLst>
                </p:cNvPr>
                <p:cNvSpPr/>
                <p:nvPr/>
              </p:nvSpPr>
              <p:spPr>
                <a:xfrm>
                  <a:off x="-59403925" y="3522625"/>
                  <a:ext cx="21275" cy="2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820" extrusionOk="0">
                      <a:moveTo>
                        <a:pt x="0" y="1"/>
                      </a:moveTo>
                      <a:lnTo>
                        <a:pt x="0" y="820"/>
                      </a:lnTo>
                      <a:lnTo>
                        <a:pt x="851" y="820"/>
                      </a:lnTo>
                      <a:lnTo>
                        <a:pt x="85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1037;p29">
                  <a:extLst>
                    <a:ext uri="{FF2B5EF4-FFF2-40B4-BE49-F238E27FC236}">
                      <a16:creationId xmlns:a16="http://schemas.microsoft.com/office/drawing/2014/main" id="{66C06419-B112-5029-D46F-B5CB20E16CAA}"/>
                    </a:ext>
                  </a:extLst>
                </p:cNvPr>
                <p:cNvSpPr/>
                <p:nvPr/>
              </p:nvSpPr>
              <p:spPr>
                <a:xfrm>
                  <a:off x="-59362175" y="3522625"/>
                  <a:ext cx="20500" cy="2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820" extrusionOk="0">
                      <a:moveTo>
                        <a:pt x="0" y="1"/>
                      </a:moveTo>
                      <a:lnTo>
                        <a:pt x="0" y="820"/>
                      </a:lnTo>
                      <a:lnTo>
                        <a:pt x="819" y="820"/>
                      </a:lnTo>
                      <a:lnTo>
                        <a:pt x="8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1038;p29">
                  <a:extLst>
                    <a:ext uri="{FF2B5EF4-FFF2-40B4-BE49-F238E27FC236}">
                      <a16:creationId xmlns:a16="http://schemas.microsoft.com/office/drawing/2014/main" id="{E9F58E42-5707-9C74-A725-BB23DF3A3615}"/>
                    </a:ext>
                  </a:extLst>
                </p:cNvPr>
                <p:cNvSpPr/>
                <p:nvPr/>
              </p:nvSpPr>
              <p:spPr>
                <a:xfrm>
                  <a:off x="-59321225" y="3522625"/>
                  <a:ext cx="20500" cy="2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820" extrusionOk="0">
                      <a:moveTo>
                        <a:pt x="0" y="1"/>
                      </a:moveTo>
                      <a:lnTo>
                        <a:pt x="0" y="820"/>
                      </a:lnTo>
                      <a:lnTo>
                        <a:pt x="820" y="820"/>
                      </a:lnTo>
                      <a:lnTo>
                        <a:pt x="82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1039;p29">
                  <a:extLst>
                    <a:ext uri="{FF2B5EF4-FFF2-40B4-BE49-F238E27FC236}">
                      <a16:creationId xmlns:a16="http://schemas.microsoft.com/office/drawing/2014/main" id="{13DD04AA-69FB-D850-908B-C0170509B604}"/>
                    </a:ext>
                  </a:extLst>
                </p:cNvPr>
                <p:cNvSpPr/>
                <p:nvPr/>
              </p:nvSpPr>
              <p:spPr>
                <a:xfrm>
                  <a:off x="-59279475" y="3522625"/>
                  <a:ext cx="20500" cy="2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820" extrusionOk="0">
                      <a:moveTo>
                        <a:pt x="0" y="1"/>
                      </a:moveTo>
                      <a:lnTo>
                        <a:pt x="0" y="820"/>
                      </a:lnTo>
                      <a:lnTo>
                        <a:pt x="819" y="820"/>
                      </a:lnTo>
                      <a:lnTo>
                        <a:pt x="8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1040;p29">
                  <a:extLst>
                    <a:ext uri="{FF2B5EF4-FFF2-40B4-BE49-F238E27FC236}">
                      <a16:creationId xmlns:a16="http://schemas.microsoft.com/office/drawing/2014/main" id="{B1CAFCC5-C07D-BA4B-BF24-7A23BF910E0A}"/>
                    </a:ext>
                  </a:extLst>
                </p:cNvPr>
                <p:cNvSpPr/>
                <p:nvPr/>
              </p:nvSpPr>
              <p:spPr>
                <a:xfrm>
                  <a:off x="-59470075" y="3418825"/>
                  <a:ext cx="317425" cy="20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7" h="8249" extrusionOk="0">
                      <a:moveTo>
                        <a:pt x="10523" y="3334"/>
                      </a:moveTo>
                      <a:cubicBezTo>
                        <a:pt x="10775" y="3334"/>
                        <a:pt x="10932" y="3523"/>
                        <a:pt x="10932" y="3775"/>
                      </a:cubicBezTo>
                      <a:lnTo>
                        <a:pt x="10932" y="5413"/>
                      </a:lnTo>
                      <a:cubicBezTo>
                        <a:pt x="10932" y="5665"/>
                        <a:pt x="10712" y="5854"/>
                        <a:pt x="10523" y="5854"/>
                      </a:cubicBezTo>
                      <a:lnTo>
                        <a:pt x="2268" y="5854"/>
                      </a:lnTo>
                      <a:cubicBezTo>
                        <a:pt x="2016" y="5854"/>
                        <a:pt x="1827" y="5665"/>
                        <a:pt x="1827" y="5413"/>
                      </a:cubicBezTo>
                      <a:lnTo>
                        <a:pt x="1827" y="3775"/>
                      </a:lnTo>
                      <a:cubicBezTo>
                        <a:pt x="1827" y="3523"/>
                        <a:pt x="2016" y="3334"/>
                        <a:pt x="2268" y="3334"/>
                      </a:cubicBezTo>
                      <a:close/>
                      <a:moveTo>
                        <a:pt x="2893" y="1"/>
                      </a:moveTo>
                      <a:cubicBezTo>
                        <a:pt x="2822" y="1"/>
                        <a:pt x="2748" y="18"/>
                        <a:pt x="2678" y="57"/>
                      </a:cubicBezTo>
                      <a:lnTo>
                        <a:pt x="221" y="1727"/>
                      </a:lnTo>
                      <a:cubicBezTo>
                        <a:pt x="95" y="1790"/>
                        <a:pt x="0" y="1916"/>
                        <a:pt x="0" y="2073"/>
                      </a:cubicBezTo>
                      <a:lnTo>
                        <a:pt x="0" y="7870"/>
                      </a:lnTo>
                      <a:cubicBezTo>
                        <a:pt x="0" y="8091"/>
                        <a:pt x="221" y="8248"/>
                        <a:pt x="410" y="8248"/>
                      </a:cubicBezTo>
                      <a:lnTo>
                        <a:pt x="12255" y="8248"/>
                      </a:lnTo>
                      <a:cubicBezTo>
                        <a:pt x="12507" y="8248"/>
                        <a:pt x="12665" y="8059"/>
                        <a:pt x="12665" y="7870"/>
                      </a:cubicBezTo>
                      <a:lnTo>
                        <a:pt x="12665" y="2073"/>
                      </a:lnTo>
                      <a:cubicBezTo>
                        <a:pt x="12697" y="1884"/>
                        <a:pt x="12507" y="1664"/>
                        <a:pt x="12287" y="1664"/>
                      </a:cubicBezTo>
                      <a:lnTo>
                        <a:pt x="5797" y="1664"/>
                      </a:lnTo>
                      <a:lnTo>
                        <a:pt x="5797" y="404"/>
                      </a:lnTo>
                      <a:cubicBezTo>
                        <a:pt x="5797" y="166"/>
                        <a:pt x="5600" y="1"/>
                        <a:pt x="5382" y="1"/>
                      </a:cubicBezTo>
                      <a:cubicBezTo>
                        <a:pt x="5311" y="1"/>
                        <a:pt x="5237" y="18"/>
                        <a:pt x="5167" y="57"/>
                      </a:cubicBezTo>
                      <a:lnTo>
                        <a:pt x="3308" y="1286"/>
                      </a:lnTo>
                      <a:lnTo>
                        <a:pt x="3308" y="404"/>
                      </a:lnTo>
                      <a:cubicBezTo>
                        <a:pt x="3308" y="166"/>
                        <a:pt x="3111" y="1"/>
                        <a:pt x="289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1041;p29">
                  <a:extLst>
                    <a:ext uri="{FF2B5EF4-FFF2-40B4-BE49-F238E27FC236}">
                      <a16:creationId xmlns:a16="http://schemas.microsoft.com/office/drawing/2014/main" id="{D966C28F-212B-21E9-5E3B-F57C5F63F742}"/>
                    </a:ext>
                  </a:extLst>
                </p:cNvPr>
                <p:cNvSpPr/>
                <p:nvPr/>
              </p:nvSpPr>
              <p:spPr>
                <a:xfrm>
                  <a:off x="-59238525" y="3522625"/>
                  <a:ext cx="20500" cy="2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820" extrusionOk="0">
                      <a:moveTo>
                        <a:pt x="0" y="1"/>
                      </a:moveTo>
                      <a:lnTo>
                        <a:pt x="0" y="820"/>
                      </a:lnTo>
                      <a:lnTo>
                        <a:pt x="820" y="820"/>
                      </a:lnTo>
                      <a:lnTo>
                        <a:pt x="82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1042;p29">
                  <a:extLst>
                    <a:ext uri="{FF2B5EF4-FFF2-40B4-BE49-F238E27FC236}">
                      <a16:creationId xmlns:a16="http://schemas.microsoft.com/office/drawing/2014/main" id="{3D4E5F36-F813-211F-BE55-14140473B140}"/>
                    </a:ext>
                  </a:extLst>
                </p:cNvPr>
                <p:cNvSpPr/>
                <p:nvPr/>
              </p:nvSpPr>
              <p:spPr>
                <a:xfrm>
                  <a:off x="-59292875" y="3308975"/>
                  <a:ext cx="106350" cy="4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1656" extrusionOk="0">
                      <a:moveTo>
                        <a:pt x="1305" y="1"/>
                      </a:moveTo>
                      <a:cubicBezTo>
                        <a:pt x="904" y="1"/>
                        <a:pt x="497" y="175"/>
                        <a:pt x="158" y="545"/>
                      </a:cubicBezTo>
                      <a:cubicBezTo>
                        <a:pt x="1" y="702"/>
                        <a:pt x="64" y="986"/>
                        <a:pt x="221" y="1143"/>
                      </a:cubicBezTo>
                      <a:cubicBezTo>
                        <a:pt x="311" y="1218"/>
                        <a:pt x="409" y="1258"/>
                        <a:pt x="503" y="1258"/>
                      </a:cubicBezTo>
                      <a:cubicBezTo>
                        <a:pt x="606" y="1258"/>
                        <a:pt x="706" y="1210"/>
                        <a:pt x="788" y="1112"/>
                      </a:cubicBezTo>
                      <a:cubicBezTo>
                        <a:pt x="946" y="938"/>
                        <a:pt x="1127" y="852"/>
                        <a:pt x="1308" y="852"/>
                      </a:cubicBezTo>
                      <a:cubicBezTo>
                        <a:pt x="1489" y="852"/>
                        <a:pt x="1670" y="938"/>
                        <a:pt x="1828" y="1112"/>
                      </a:cubicBezTo>
                      <a:cubicBezTo>
                        <a:pt x="2150" y="1466"/>
                        <a:pt x="2562" y="1655"/>
                        <a:pt x="2977" y="1655"/>
                      </a:cubicBezTo>
                      <a:cubicBezTo>
                        <a:pt x="3374" y="1655"/>
                        <a:pt x="3773" y="1482"/>
                        <a:pt x="4096" y="1112"/>
                      </a:cubicBezTo>
                      <a:cubicBezTo>
                        <a:pt x="4254" y="954"/>
                        <a:pt x="4222" y="671"/>
                        <a:pt x="4065" y="513"/>
                      </a:cubicBezTo>
                      <a:cubicBezTo>
                        <a:pt x="3990" y="438"/>
                        <a:pt x="3886" y="399"/>
                        <a:pt x="3781" y="399"/>
                      </a:cubicBezTo>
                      <a:cubicBezTo>
                        <a:pt x="3665" y="399"/>
                        <a:pt x="3549" y="446"/>
                        <a:pt x="3466" y="545"/>
                      </a:cubicBezTo>
                      <a:cubicBezTo>
                        <a:pt x="3309" y="734"/>
                        <a:pt x="3135" y="828"/>
                        <a:pt x="2962" y="828"/>
                      </a:cubicBezTo>
                      <a:cubicBezTo>
                        <a:pt x="2789" y="828"/>
                        <a:pt x="2616" y="734"/>
                        <a:pt x="2458" y="545"/>
                      </a:cubicBezTo>
                      <a:cubicBezTo>
                        <a:pt x="2136" y="191"/>
                        <a:pt x="1724" y="1"/>
                        <a:pt x="130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1043;p29">
                  <a:extLst>
                    <a:ext uri="{FF2B5EF4-FFF2-40B4-BE49-F238E27FC236}">
                      <a16:creationId xmlns:a16="http://schemas.microsoft.com/office/drawing/2014/main" id="{5CDE4D4A-B98E-FF67-482B-2DA54607369F}"/>
                    </a:ext>
                  </a:extLst>
                </p:cNvPr>
                <p:cNvSpPr/>
                <p:nvPr/>
              </p:nvSpPr>
              <p:spPr>
                <a:xfrm>
                  <a:off x="-59214100" y="3371400"/>
                  <a:ext cx="622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9" h="2742" extrusionOk="0">
                      <a:moveTo>
                        <a:pt x="410" y="1"/>
                      </a:moveTo>
                      <a:cubicBezTo>
                        <a:pt x="158" y="1"/>
                        <a:pt x="0" y="190"/>
                        <a:pt x="0" y="379"/>
                      </a:cubicBezTo>
                      <a:lnTo>
                        <a:pt x="0" y="2742"/>
                      </a:lnTo>
                      <a:lnTo>
                        <a:pt x="2489" y="2742"/>
                      </a:lnTo>
                      <a:lnTo>
                        <a:pt x="2489" y="379"/>
                      </a:lnTo>
                      <a:cubicBezTo>
                        <a:pt x="2458" y="190"/>
                        <a:pt x="2268" y="1"/>
                        <a:pt x="204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1044;p29">
                  <a:extLst>
                    <a:ext uri="{FF2B5EF4-FFF2-40B4-BE49-F238E27FC236}">
                      <a16:creationId xmlns:a16="http://schemas.microsoft.com/office/drawing/2014/main" id="{843D2B14-BFEC-FF49-D609-C7672B341CE1}"/>
                    </a:ext>
                  </a:extLst>
                </p:cNvPr>
                <p:cNvSpPr/>
                <p:nvPr/>
              </p:nvSpPr>
              <p:spPr>
                <a:xfrm>
                  <a:off x="-59297600" y="3392600"/>
                  <a:ext cx="62250" cy="4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926" extrusionOk="0">
                      <a:moveTo>
                        <a:pt x="387" y="0"/>
                      </a:moveTo>
                      <a:cubicBezTo>
                        <a:pt x="163" y="0"/>
                        <a:pt x="1" y="177"/>
                        <a:pt x="1" y="382"/>
                      </a:cubicBezTo>
                      <a:lnTo>
                        <a:pt x="1" y="1925"/>
                      </a:lnTo>
                      <a:lnTo>
                        <a:pt x="2489" y="1925"/>
                      </a:lnTo>
                      <a:lnTo>
                        <a:pt x="2489" y="382"/>
                      </a:lnTo>
                      <a:cubicBezTo>
                        <a:pt x="2489" y="161"/>
                        <a:pt x="2300" y="4"/>
                        <a:pt x="2080" y="4"/>
                      </a:cubicBezTo>
                      <a:lnTo>
                        <a:pt x="442" y="4"/>
                      </a:lnTo>
                      <a:cubicBezTo>
                        <a:pt x="423" y="1"/>
                        <a:pt x="405" y="0"/>
                        <a:pt x="38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7" name="Google Shape;1045;p29">
                <a:extLst>
                  <a:ext uri="{FF2B5EF4-FFF2-40B4-BE49-F238E27FC236}">
                    <a16:creationId xmlns:a16="http://schemas.microsoft.com/office/drawing/2014/main" id="{E89D2C61-1479-A792-8572-2D8916F88127}"/>
                  </a:ext>
                </a:extLst>
              </p:cNvPr>
              <p:cNvSpPr/>
              <p:nvPr/>
            </p:nvSpPr>
            <p:spPr>
              <a:xfrm>
                <a:off x="3757177" y="3442087"/>
                <a:ext cx="396349" cy="359488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2666" extrusionOk="0">
                    <a:moveTo>
                      <a:pt x="1859" y="3308"/>
                    </a:moveTo>
                    <a:lnTo>
                      <a:pt x="1859" y="5230"/>
                    </a:lnTo>
                    <a:lnTo>
                      <a:pt x="882" y="5230"/>
                    </a:lnTo>
                    <a:lnTo>
                      <a:pt x="882" y="3308"/>
                    </a:lnTo>
                    <a:close/>
                    <a:moveTo>
                      <a:pt x="5765" y="2458"/>
                    </a:moveTo>
                    <a:cubicBezTo>
                      <a:pt x="5860" y="2458"/>
                      <a:pt x="5986" y="2584"/>
                      <a:pt x="5986" y="2710"/>
                    </a:cubicBezTo>
                    <a:lnTo>
                      <a:pt x="5986" y="5230"/>
                    </a:lnTo>
                    <a:lnTo>
                      <a:pt x="2678" y="5230"/>
                    </a:lnTo>
                    <a:lnTo>
                      <a:pt x="2678" y="2710"/>
                    </a:lnTo>
                    <a:cubicBezTo>
                      <a:pt x="2678" y="2584"/>
                      <a:pt x="2772" y="2458"/>
                      <a:pt x="2930" y="2458"/>
                    </a:cubicBezTo>
                    <a:close/>
                    <a:moveTo>
                      <a:pt x="9893" y="2458"/>
                    </a:moveTo>
                    <a:cubicBezTo>
                      <a:pt x="10019" y="2458"/>
                      <a:pt x="10113" y="2584"/>
                      <a:pt x="10113" y="2710"/>
                    </a:cubicBezTo>
                    <a:lnTo>
                      <a:pt x="10113" y="5230"/>
                    </a:lnTo>
                    <a:lnTo>
                      <a:pt x="6837" y="5230"/>
                    </a:lnTo>
                    <a:lnTo>
                      <a:pt x="6837" y="2710"/>
                    </a:lnTo>
                    <a:cubicBezTo>
                      <a:pt x="6805" y="2584"/>
                      <a:pt x="6900" y="2458"/>
                      <a:pt x="7057" y="2458"/>
                    </a:cubicBezTo>
                    <a:close/>
                    <a:moveTo>
                      <a:pt x="11940" y="3308"/>
                    </a:moveTo>
                    <a:lnTo>
                      <a:pt x="11940" y="5230"/>
                    </a:lnTo>
                    <a:lnTo>
                      <a:pt x="10964" y="5230"/>
                    </a:lnTo>
                    <a:lnTo>
                      <a:pt x="10964" y="3308"/>
                    </a:lnTo>
                    <a:close/>
                    <a:moveTo>
                      <a:pt x="7215" y="6900"/>
                    </a:moveTo>
                    <a:cubicBezTo>
                      <a:pt x="7435" y="6900"/>
                      <a:pt x="7656" y="7089"/>
                      <a:pt x="7656" y="7278"/>
                    </a:cubicBezTo>
                    <a:cubicBezTo>
                      <a:pt x="7656" y="7530"/>
                      <a:pt x="7435" y="7719"/>
                      <a:pt x="7215" y="7719"/>
                    </a:cubicBezTo>
                    <a:lnTo>
                      <a:pt x="5545" y="7719"/>
                    </a:lnTo>
                    <a:cubicBezTo>
                      <a:pt x="5324" y="7719"/>
                      <a:pt x="5135" y="7530"/>
                      <a:pt x="5135" y="7278"/>
                    </a:cubicBezTo>
                    <a:cubicBezTo>
                      <a:pt x="5135" y="7026"/>
                      <a:pt x="5324" y="6900"/>
                      <a:pt x="5545" y="6900"/>
                    </a:cubicBezTo>
                    <a:close/>
                    <a:moveTo>
                      <a:pt x="3088" y="6900"/>
                    </a:moveTo>
                    <a:cubicBezTo>
                      <a:pt x="3749" y="6900"/>
                      <a:pt x="4285" y="7436"/>
                      <a:pt x="4348" y="8097"/>
                    </a:cubicBezTo>
                    <a:cubicBezTo>
                      <a:pt x="4348" y="8790"/>
                      <a:pt x="3781" y="9326"/>
                      <a:pt x="3088" y="9326"/>
                    </a:cubicBezTo>
                    <a:cubicBezTo>
                      <a:pt x="2394" y="9326"/>
                      <a:pt x="1859" y="8790"/>
                      <a:pt x="1859" y="8097"/>
                    </a:cubicBezTo>
                    <a:cubicBezTo>
                      <a:pt x="1859" y="7436"/>
                      <a:pt x="2394" y="6900"/>
                      <a:pt x="3088" y="6900"/>
                    </a:cubicBezTo>
                    <a:close/>
                    <a:moveTo>
                      <a:pt x="7215" y="8570"/>
                    </a:moveTo>
                    <a:cubicBezTo>
                      <a:pt x="7435" y="8570"/>
                      <a:pt x="7656" y="8790"/>
                      <a:pt x="7656" y="8979"/>
                    </a:cubicBezTo>
                    <a:cubicBezTo>
                      <a:pt x="7656" y="9168"/>
                      <a:pt x="7435" y="9357"/>
                      <a:pt x="7215" y="9357"/>
                    </a:cubicBezTo>
                    <a:lnTo>
                      <a:pt x="5545" y="9357"/>
                    </a:lnTo>
                    <a:cubicBezTo>
                      <a:pt x="5324" y="9357"/>
                      <a:pt x="5135" y="9168"/>
                      <a:pt x="5135" y="8979"/>
                    </a:cubicBezTo>
                    <a:cubicBezTo>
                      <a:pt x="5135" y="8727"/>
                      <a:pt x="5324" y="8570"/>
                      <a:pt x="5545" y="8570"/>
                    </a:cubicBezTo>
                    <a:close/>
                    <a:moveTo>
                      <a:pt x="9790" y="6930"/>
                    </a:moveTo>
                    <a:cubicBezTo>
                      <a:pt x="10428" y="6930"/>
                      <a:pt x="10964" y="7456"/>
                      <a:pt x="10964" y="8160"/>
                    </a:cubicBezTo>
                    <a:cubicBezTo>
                      <a:pt x="10964" y="8822"/>
                      <a:pt x="10397" y="9357"/>
                      <a:pt x="9735" y="9357"/>
                    </a:cubicBezTo>
                    <a:cubicBezTo>
                      <a:pt x="9073" y="9357"/>
                      <a:pt x="8506" y="8822"/>
                      <a:pt x="8506" y="8160"/>
                    </a:cubicBezTo>
                    <a:cubicBezTo>
                      <a:pt x="8506" y="7467"/>
                      <a:pt x="9073" y="6931"/>
                      <a:pt x="9735" y="6931"/>
                    </a:cubicBezTo>
                    <a:cubicBezTo>
                      <a:pt x="9754" y="6931"/>
                      <a:pt x="9772" y="6930"/>
                      <a:pt x="9790" y="6930"/>
                    </a:cubicBezTo>
                    <a:close/>
                    <a:moveTo>
                      <a:pt x="3875" y="0"/>
                    </a:moveTo>
                    <a:cubicBezTo>
                      <a:pt x="2709" y="0"/>
                      <a:pt x="1827" y="946"/>
                      <a:pt x="1764" y="2080"/>
                    </a:cubicBezTo>
                    <a:lnTo>
                      <a:pt x="1764" y="2458"/>
                    </a:lnTo>
                    <a:lnTo>
                      <a:pt x="410" y="2458"/>
                    </a:lnTo>
                    <a:cubicBezTo>
                      <a:pt x="158" y="2458"/>
                      <a:pt x="0" y="2678"/>
                      <a:pt x="0" y="2899"/>
                    </a:cubicBezTo>
                    <a:lnTo>
                      <a:pt x="0" y="5671"/>
                    </a:lnTo>
                    <a:cubicBezTo>
                      <a:pt x="32" y="5860"/>
                      <a:pt x="252" y="6049"/>
                      <a:pt x="473" y="6049"/>
                    </a:cubicBezTo>
                    <a:lnTo>
                      <a:pt x="1449" y="6049"/>
                    </a:lnTo>
                    <a:cubicBezTo>
                      <a:pt x="1197" y="6427"/>
                      <a:pt x="1040" y="6837"/>
                      <a:pt x="1040" y="7278"/>
                    </a:cubicBezTo>
                    <a:lnTo>
                      <a:pt x="1040" y="9767"/>
                    </a:lnTo>
                    <a:cubicBezTo>
                      <a:pt x="1040" y="10302"/>
                      <a:pt x="1386" y="10744"/>
                      <a:pt x="1859" y="10933"/>
                    </a:cubicBezTo>
                    <a:lnTo>
                      <a:pt x="1859" y="12256"/>
                    </a:lnTo>
                    <a:cubicBezTo>
                      <a:pt x="1859" y="12476"/>
                      <a:pt x="2048" y="12665"/>
                      <a:pt x="2300" y="12665"/>
                    </a:cubicBezTo>
                    <a:lnTo>
                      <a:pt x="3938" y="12665"/>
                    </a:lnTo>
                    <a:cubicBezTo>
                      <a:pt x="4190" y="12665"/>
                      <a:pt x="4348" y="12476"/>
                      <a:pt x="4348" y="12256"/>
                    </a:cubicBezTo>
                    <a:lnTo>
                      <a:pt x="4348" y="10996"/>
                    </a:lnTo>
                    <a:lnTo>
                      <a:pt x="8475" y="10996"/>
                    </a:lnTo>
                    <a:lnTo>
                      <a:pt x="8475" y="12256"/>
                    </a:lnTo>
                    <a:cubicBezTo>
                      <a:pt x="8475" y="12476"/>
                      <a:pt x="8664" y="12665"/>
                      <a:pt x="8884" y="12665"/>
                    </a:cubicBezTo>
                    <a:lnTo>
                      <a:pt x="10523" y="12665"/>
                    </a:lnTo>
                    <a:cubicBezTo>
                      <a:pt x="10775" y="12665"/>
                      <a:pt x="10901" y="12476"/>
                      <a:pt x="10901" y="12256"/>
                    </a:cubicBezTo>
                    <a:lnTo>
                      <a:pt x="10901" y="10933"/>
                    </a:lnTo>
                    <a:cubicBezTo>
                      <a:pt x="11373" y="10775"/>
                      <a:pt x="11751" y="10302"/>
                      <a:pt x="11751" y="9767"/>
                    </a:cubicBezTo>
                    <a:lnTo>
                      <a:pt x="11751" y="7278"/>
                    </a:lnTo>
                    <a:cubicBezTo>
                      <a:pt x="11751" y="6805"/>
                      <a:pt x="11594" y="6364"/>
                      <a:pt x="11310" y="6049"/>
                    </a:cubicBezTo>
                    <a:lnTo>
                      <a:pt x="12287" y="6049"/>
                    </a:lnTo>
                    <a:cubicBezTo>
                      <a:pt x="12539" y="6049"/>
                      <a:pt x="12728" y="5860"/>
                      <a:pt x="12728" y="5671"/>
                    </a:cubicBezTo>
                    <a:lnTo>
                      <a:pt x="12728" y="2899"/>
                    </a:lnTo>
                    <a:cubicBezTo>
                      <a:pt x="12728" y="2678"/>
                      <a:pt x="12539" y="2458"/>
                      <a:pt x="12287" y="2458"/>
                    </a:cubicBezTo>
                    <a:lnTo>
                      <a:pt x="10901" y="2458"/>
                    </a:lnTo>
                    <a:lnTo>
                      <a:pt x="10901" y="2080"/>
                    </a:lnTo>
                    <a:cubicBezTo>
                      <a:pt x="10901" y="946"/>
                      <a:pt x="9987" y="32"/>
                      <a:pt x="88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046;p29">
                <a:extLst>
                  <a:ext uri="{FF2B5EF4-FFF2-40B4-BE49-F238E27FC236}">
                    <a16:creationId xmlns:a16="http://schemas.microsoft.com/office/drawing/2014/main" id="{F09A8413-BB88-FC66-8065-CB095B6725EB}"/>
                  </a:ext>
                </a:extLst>
              </p:cNvPr>
              <p:cNvSpPr txBox="1"/>
              <p:nvPr/>
            </p:nvSpPr>
            <p:spPr>
              <a:xfrm>
                <a:off x="8992608" y="2712203"/>
                <a:ext cx="2504250" cy="422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7150" rIns="0" bIns="0" anchor="t" anchorCtr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4EED80D-991B-EE26-B820-3C4223EF4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2206" y="3455615"/>
              <a:ext cx="1023861" cy="1023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5775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1F8A55D7-F546-8630-B79B-1038832CF22B}"/>
              </a:ext>
            </a:extLst>
          </p:cNvPr>
          <p:cNvGrpSpPr/>
          <p:nvPr/>
        </p:nvGrpSpPr>
        <p:grpSpPr>
          <a:xfrm>
            <a:off x="1071562" y="2147881"/>
            <a:ext cx="10048875" cy="3762805"/>
            <a:chOff x="1223963" y="1736401"/>
            <a:chExt cx="10048875" cy="3762805"/>
          </a:xfrm>
        </p:grpSpPr>
        <p:sp>
          <p:nvSpPr>
            <p:cNvPr id="27" name="Block Arc 26">
              <a:extLst>
                <a:ext uri="{FF2B5EF4-FFF2-40B4-BE49-F238E27FC236}">
                  <a16:creationId xmlns:a16="http://schemas.microsoft.com/office/drawing/2014/main" id="{C5D0376D-A0F3-60F6-220B-6EBC17CDA416}"/>
                </a:ext>
              </a:extLst>
            </p:cNvPr>
            <p:cNvSpPr/>
            <p:nvPr/>
          </p:nvSpPr>
          <p:spPr>
            <a:xfrm flipV="1">
              <a:off x="1223963" y="1773047"/>
              <a:ext cx="2854234" cy="2854234"/>
            </a:xfrm>
            <a:prstGeom prst="blockArc">
              <a:avLst>
                <a:gd name="adj1" fmla="val 10800000"/>
                <a:gd name="adj2" fmla="val 0"/>
                <a:gd name="adj3" fmla="val 1609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DDFF7000-A1FC-7E3B-5EC3-2414AE45AC47}"/>
                </a:ext>
              </a:extLst>
            </p:cNvPr>
            <p:cNvSpPr/>
            <p:nvPr/>
          </p:nvSpPr>
          <p:spPr>
            <a:xfrm flipV="1">
              <a:off x="3627529" y="1773047"/>
              <a:ext cx="2854234" cy="2854234"/>
            </a:xfrm>
            <a:prstGeom prst="blockArc">
              <a:avLst>
                <a:gd name="adj1" fmla="val 10800000"/>
                <a:gd name="adj2" fmla="val 0"/>
                <a:gd name="adj3" fmla="val 1609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9" name="Block Arc 28">
              <a:extLst>
                <a:ext uri="{FF2B5EF4-FFF2-40B4-BE49-F238E27FC236}">
                  <a16:creationId xmlns:a16="http://schemas.microsoft.com/office/drawing/2014/main" id="{6AC2FC26-57AB-0882-26EE-494B7DC1A0A2}"/>
                </a:ext>
              </a:extLst>
            </p:cNvPr>
            <p:cNvSpPr/>
            <p:nvPr/>
          </p:nvSpPr>
          <p:spPr>
            <a:xfrm flipV="1">
              <a:off x="6027829" y="1773047"/>
              <a:ext cx="2854234" cy="2854234"/>
            </a:xfrm>
            <a:prstGeom prst="blockArc">
              <a:avLst>
                <a:gd name="adj1" fmla="val 10800000"/>
                <a:gd name="adj2" fmla="val 0"/>
                <a:gd name="adj3" fmla="val 1609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8DB919D4-55BB-3E41-93CB-5A3EA3997140}"/>
                </a:ext>
              </a:extLst>
            </p:cNvPr>
            <p:cNvSpPr/>
            <p:nvPr/>
          </p:nvSpPr>
          <p:spPr>
            <a:xfrm flipV="1">
              <a:off x="8418604" y="1773047"/>
              <a:ext cx="2854234" cy="2854234"/>
            </a:xfrm>
            <a:prstGeom prst="blockArc">
              <a:avLst>
                <a:gd name="adj1" fmla="val 10800000"/>
                <a:gd name="adj2" fmla="val 0"/>
                <a:gd name="adj3" fmla="val 1609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33E1A3E-9604-7413-F4FD-FBEF9E38D4FE}"/>
                </a:ext>
              </a:extLst>
            </p:cNvPr>
            <p:cNvGrpSpPr/>
            <p:nvPr/>
          </p:nvGrpSpPr>
          <p:grpSpPr>
            <a:xfrm>
              <a:off x="1223963" y="1736401"/>
              <a:ext cx="10048875" cy="3762805"/>
              <a:chOff x="1071563" y="1584001"/>
              <a:chExt cx="10048875" cy="3762805"/>
            </a:xfrm>
          </p:grpSpPr>
          <p:sp>
            <p:nvSpPr>
              <p:cNvPr id="32" name="Block Arc 31">
                <a:extLst>
                  <a:ext uri="{FF2B5EF4-FFF2-40B4-BE49-F238E27FC236}">
                    <a16:creationId xmlns:a16="http://schemas.microsoft.com/office/drawing/2014/main" id="{324A1BBF-8654-AB4D-307B-5455FE5B3DD3}"/>
                  </a:ext>
                </a:extLst>
              </p:cNvPr>
              <p:cNvSpPr/>
              <p:nvPr/>
            </p:nvSpPr>
            <p:spPr>
              <a:xfrm>
                <a:off x="8266204" y="1584001"/>
                <a:ext cx="2854234" cy="2854234"/>
              </a:xfrm>
              <a:prstGeom prst="blockArc">
                <a:avLst>
                  <a:gd name="adj1" fmla="val 10800000"/>
                  <a:gd name="adj2" fmla="val 0"/>
                  <a:gd name="adj3" fmla="val 16096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33" name="Block Arc 32">
                <a:extLst>
                  <a:ext uri="{FF2B5EF4-FFF2-40B4-BE49-F238E27FC236}">
                    <a16:creationId xmlns:a16="http://schemas.microsoft.com/office/drawing/2014/main" id="{29773A8F-7B73-7C4C-8E08-91A4D59EFC38}"/>
                  </a:ext>
                </a:extLst>
              </p:cNvPr>
              <p:cNvSpPr/>
              <p:nvPr/>
            </p:nvSpPr>
            <p:spPr>
              <a:xfrm>
                <a:off x="3475129" y="1584001"/>
                <a:ext cx="2854234" cy="2854234"/>
              </a:xfrm>
              <a:prstGeom prst="blockArc">
                <a:avLst>
                  <a:gd name="adj1" fmla="val 10800000"/>
                  <a:gd name="adj2" fmla="val 0"/>
                  <a:gd name="adj3" fmla="val 16096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03402DED-0443-2DF3-7CBB-8AB72EA7960D}"/>
                  </a:ext>
                </a:extLst>
              </p:cNvPr>
              <p:cNvSpPr/>
              <p:nvPr/>
            </p:nvSpPr>
            <p:spPr>
              <a:xfrm>
                <a:off x="1071563" y="1584001"/>
                <a:ext cx="2854234" cy="2854234"/>
              </a:xfrm>
              <a:prstGeom prst="blockArc">
                <a:avLst>
                  <a:gd name="adj1" fmla="val 10800000"/>
                  <a:gd name="adj2" fmla="val 0"/>
                  <a:gd name="adj3" fmla="val 1609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DFC61C53-B9F5-A30C-475C-2043EECF260D}"/>
                  </a:ext>
                </a:extLst>
              </p:cNvPr>
              <p:cNvSpPr/>
              <p:nvPr/>
            </p:nvSpPr>
            <p:spPr>
              <a:xfrm>
                <a:off x="5875429" y="1584001"/>
                <a:ext cx="2854234" cy="2854234"/>
              </a:xfrm>
              <a:prstGeom prst="blockArc">
                <a:avLst>
                  <a:gd name="adj1" fmla="val 10800000"/>
                  <a:gd name="adj2" fmla="val 0"/>
                  <a:gd name="adj3" fmla="val 16096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5842016-5604-3898-CA88-CF764CF24D08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1283313" y="4608142"/>
                <a:ext cx="2430734" cy="73866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C317801-A3FB-8891-A797-996C38101672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3681526" y="4608142"/>
                <a:ext cx="2430734" cy="73866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DABD1BF-A11D-71F7-DCD3-F08916BF1EF5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6079739" y="4608142"/>
                <a:ext cx="2430734" cy="73866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D08FFAF-5EC7-25D7-E56A-CBB034E7D27E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8477953" y="4608142"/>
                <a:ext cx="2430734" cy="73866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04E42F08-1D0C-09F9-B458-9F478D3A18D6}"/>
                  </a:ext>
                </a:extLst>
              </p:cNvPr>
              <p:cNvGrpSpPr/>
              <p:nvPr/>
            </p:nvGrpSpPr>
            <p:grpSpPr>
              <a:xfrm>
                <a:off x="2200909" y="2749993"/>
                <a:ext cx="595542" cy="595542"/>
                <a:chOff x="9317038" y="769938"/>
                <a:chExt cx="287338" cy="287337"/>
              </a:xfrm>
              <a:solidFill>
                <a:schemeClr val="tx2"/>
              </a:solidFill>
            </p:grpSpPr>
            <p:sp>
              <p:nvSpPr>
                <p:cNvPr id="52" name="Freeform 317">
                  <a:extLst>
                    <a:ext uri="{FF2B5EF4-FFF2-40B4-BE49-F238E27FC236}">
                      <a16:creationId xmlns:a16="http://schemas.microsoft.com/office/drawing/2014/main" id="{77F72161-0330-2506-B60A-1C7E5054B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509126" y="769938"/>
                  <a:ext cx="33338" cy="52387"/>
                </a:xfrm>
                <a:custGeom>
                  <a:avLst/>
                  <a:gdLst>
                    <a:gd name="T0" fmla="*/ 18 w 106"/>
                    <a:gd name="T1" fmla="*/ 165 h 166"/>
                    <a:gd name="T2" fmla="*/ 24 w 106"/>
                    <a:gd name="T3" fmla="*/ 163 h 166"/>
                    <a:gd name="T4" fmla="*/ 28 w 106"/>
                    <a:gd name="T5" fmla="*/ 159 h 166"/>
                    <a:gd name="T6" fmla="*/ 30 w 106"/>
                    <a:gd name="T7" fmla="*/ 154 h 166"/>
                    <a:gd name="T8" fmla="*/ 31 w 106"/>
                    <a:gd name="T9" fmla="*/ 142 h 166"/>
                    <a:gd name="T10" fmla="*/ 36 w 106"/>
                    <a:gd name="T11" fmla="*/ 127 h 166"/>
                    <a:gd name="T12" fmla="*/ 42 w 106"/>
                    <a:gd name="T13" fmla="*/ 117 h 166"/>
                    <a:gd name="T14" fmla="*/ 53 w 106"/>
                    <a:gd name="T15" fmla="*/ 108 h 166"/>
                    <a:gd name="T16" fmla="*/ 67 w 106"/>
                    <a:gd name="T17" fmla="*/ 100 h 166"/>
                    <a:gd name="T18" fmla="*/ 83 w 106"/>
                    <a:gd name="T19" fmla="*/ 86 h 166"/>
                    <a:gd name="T20" fmla="*/ 94 w 106"/>
                    <a:gd name="T21" fmla="*/ 72 h 166"/>
                    <a:gd name="T22" fmla="*/ 99 w 106"/>
                    <a:gd name="T23" fmla="*/ 59 h 166"/>
                    <a:gd name="T24" fmla="*/ 103 w 106"/>
                    <a:gd name="T25" fmla="*/ 44 h 166"/>
                    <a:gd name="T26" fmla="*/ 105 w 106"/>
                    <a:gd name="T27" fmla="*/ 26 h 166"/>
                    <a:gd name="T28" fmla="*/ 105 w 106"/>
                    <a:gd name="T29" fmla="*/ 12 h 166"/>
                    <a:gd name="T30" fmla="*/ 103 w 106"/>
                    <a:gd name="T31" fmla="*/ 7 h 166"/>
                    <a:gd name="T32" fmla="*/ 100 w 106"/>
                    <a:gd name="T33" fmla="*/ 3 h 166"/>
                    <a:gd name="T34" fmla="*/ 94 w 106"/>
                    <a:gd name="T35" fmla="*/ 1 h 166"/>
                    <a:gd name="T36" fmla="*/ 88 w 106"/>
                    <a:gd name="T37" fmla="*/ 1 h 166"/>
                    <a:gd name="T38" fmla="*/ 83 w 106"/>
                    <a:gd name="T39" fmla="*/ 3 h 166"/>
                    <a:gd name="T40" fmla="*/ 78 w 106"/>
                    <a:gd name="T41" fmla="*/ 7 h 166"/>
                    <a:gd name="T42" fmla="*/ 76 w 106"/>
                    <a:gd name="T43" fmla="*/ 12 h 166"/>
                    <a:gd name="T44" fmla="*/ 75 w 106"/>
                    <a:gd name="T45" fmla="*/ 30 h 166"/>
                    <a:gd name="T46" fmla="*/ 70 w 106"/>
                    <a:gd name="T47" fmla="*/ 51 h 166"/>
                    <a:gd name="T48" fmla="*/ 61 w 106"/>
                    <a:gd name="T49" fmla="*/ 66 h 166"/>
                    <a:gd name="T50" fmla="*/ 48 w 106"/>
                    <a:gd name="T51" fmla="*/ 75 h 166"/>
                    <a:gd name="T52" fmla="*/ 35 w 106"/>
                    <a:gd name="T53" fmla="*/ 85 h 166"/>
                    <a:gd name="T54" fmla="*/ 21 w 106"/>
                    <a:gd name="T55" fmla="*/ 96 h 166"/>
                    <a:gd name="T56" fmla="*/ 9 w 106"/>
                    <a:gd name="T57" fmla="*/ 113 h 166"/>
                    <a:gd name="T58" fmla="*/ 1 w 106"/>
                    <a:gd name="T59" fmla="*/ 135 h 166"/>
                    <a:gd name="T60" fmla="*/ 1 w 106"/>
                    <a:gd name="T61" fmla="*/ 154 h 166"/>
                    <a:gd name="T62" fmla="*/ 3 w 106"/>
                    <a:gd name="T63" fmla="*/ 159 h 166"/>
                    <a:gd name="T64" fmla="*/ 8 w 106"/>
                    <a:gd name="T65" fmla="*/ 163 h 166"/>
                    <a:gd name="T66" fmla="*/ 13 w 106"/>
                    <a:gd name="T67" fmla="*/ 165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06" h="166">
                      <a:moveTo>
                        <a:pt x="15" y="166"/>
                      </a:moveTo>
                      <a:lnTo>
                        <a:pt x="18" y="165"/>
                      </a:lnTo>
                      <a:lnTo>
                        <a:pt x="22" y="165"/>
                      </a:lnTo>
                      <a:lnTo>
                        <a:pt x="24" y="163"/>
                      </a:lnTo>
                      <a:lnTo>
                        <a:pt x="26" y="162"/>
                      </a:lnTo>
                      <a:lnTo>
                        <a:pt x="28" y="159"/>
                      </a:lnTo>
                      <a:lnTo>
                        <a:pt x="29" y="157"/>
                      </a:lnTo>
                      <a:lnTo>
                        <a:pt x="30" y="154"/>
                      </a:lnTo>
                      <a:lnTo>
                        <a:pt x="31" y="151"/>
                      </a:lnTo>
                      <a:lnTo>
                        <a:pt x="31" y="142"/>
                      </a:lnTo>
                      <a:lnTo>
                        <a:pt x="32" y="133"/>
                      </a:lnTo>
                      <a:lnTo>
                        <a:pt x="36" y="127"/>
                      </a:lnTo>
                      <a:lnTo>
                        <a:pt x="39" y="121"/>
                      </a:lnTo>
                      <a:lnTo>
                        <a:pt x="42" y="117"/>
                      </a:lnTo>
                      <a:lnTo>
                        <a:pt x="47" y="113"/>
                      </a:lnTo>
                      <a:lnTo>
                        <a:pt x="53" y="108"/>
                      </a:lnTo>
                      <a:lnTo>
                        <a:pt x="58" y="105"/>
                      </a:lnTo>
                      <a:lnTo>
                        <a:pt x="67" y="100"/>
                      </a:lnTo>
                      <a:lnTo>
                        <a:pt x="75" y="93"/>
                      </a:lnTo>
                      <a:lnTo>
                        <a:pt x="83" y="86"/>
                      </a:lnTo>
                      <a:lnTo>
                        <a:pt x="90" y="76"/>
                      </a:lnTo>
                      <a:lnTo>
                        <a:pt x="94" y="72"/>
                      </a:lnTo>
                      <a:lnTo>
                        <a:pt x="97" y="66"/>
                      </a:lnTo>
                      <a:lnTo>
                        <a:pt x="99" y="59"/>
                      </a:lnTo>
                      <a:lnTo>
                        <a:pt x="102" y="52"/>
                      </a:lnTo>
                      <a:lnTo>
                        <a:pt x="103" y="44"/>
                      </a:lnTo>
                      <a:lnTo>
                        <a:pt x="105" y="36"/>
                      </a:lnTo>
                      <a:lnTo>
                        <a:pt x="105" y="26"/>
                      </a:lnTo>
                      <a:lnTo>
                        <a:pt x="106" y="15"/>
                      </a:lnTo>
                      <a:lnTo>
                        <a:pt x="105" y="12"/>
                      </a:lnTo>
                      <a:lnTo>
                        <a:pt x="105" y="10"/>
                      </a:lnTo>
                      <a:lnTo>
                        <a:pt x="103" y="7"/>
                      </a:lnTo>
                      <a:lnTo>
                        <a:pt x="102" y="4"/>
                      </a:lnTo>
                      <a:lnTo>
                        <a:pt x="100" y="3"/>
                      </a:lnTo>
                      <a:lnTo>
                        <a:pt x="97" y="1"/>
                      </a:lnTo>
                      <a:lnTo>
                        <a:pt x="94" y="1"/>
                      </a:lnTo>
                      <a:lnTo>
                        <a:pt x="91" y="0"/>
                      </a:lnTo>
                      <a:lnTo>
                        <a:pt x="88" y="1"/>
                      </a:lnTo>
                      <a:lnTo>
                        <a:pt x="85" y="1"/>
                      </a:lnTo>
                      <a:lnTo>
                        <a:pt x="83" y="3"/>
                      </a:lnTo>
                      <a:lnTo>
                        <a:pt x="81" y="4"/>
                      </a:lnTo>
                      <a:lnTo>
                        <a:pt x="78" y="7"/>
                      </a:lnTo>
                      <a:lnTo>
                        <a:pt x="77" y="10"/>
                      </a:lnTo>
                      <a:lnTo>
                        <a:pt x="76" y="12"/>
                      </a:lnTo>
                      <a:lnTo>
                        <a:pt x="76" y="15"/>
                      </a:lnTo>
                      <a:lnTo>
                        <a:pt x="75" y="30"/>
                      </a:lnTo>
                      <a:lnTo>
                        <a:pt x="73" y="42"/>
                      </a:lnTo>
                      <a:lnTo>
                        <a:pt x="70" y="51"/>
                      </a:lnTo>
                      <a:lnTo>
                        <a:pt x="66" y="59"/>
                      </a:lnTo>
                      <a:lnTo>
                        <a:pt x="61" y="66"/>
                      </a:lnTo>
                      <a:lnTo>
                        <a:pt x="55" y="70"/>
                      </a:lnTo>
                      <a:lnTo>
                        <a:pt x="48" y="75"/>
                      </a:lnTo>
                      <a:lnTo>
                        <a:pt x="42" y="80"/>
                      </a:lnTo>
                      <a:lnTo>
                        <a:pt x="35" y="85"/>
                      </a:lnTo>
                      <a:lnTo>
                        <a:pt x="28" y="90"/>
                      </a:lnTo>
                      <a:lnTo>
                        <a:pt x="21" y="96"/>
                      </a:lnTo>
                      <a:lnTo>
                        <a:pt x="14" y="103"/>
                      </a:lnTo>
                      <a:lnTo>
                        <a:pt x="9" y="113"/>
                      </a:lnTo>
                      <a:lnTo>
                        <a:pt x="4" y="124"/>
                      </a:lnTo>
                      <a:lnTo>
                        <a:pt x="1" y="135"/>
                      </a:lnTo>
                      <a:lnTo>
                        <a:pt x="0" y="151"/>
                      </a:lnTo>
                      <a:lnTo>
                        <a:pt x="1" y="154"/>
                      </a:lnTo>
                      <a:lnTo>
                        <a:pt x="2" y="157"/>
                      </a:lnTo>
                      <a:lnTo>
                        <a:pt x="3" y="159"/>
                      </a:lnTo>
                      <a:lnTo>
                        <a:pt x="6" y="162"/>
                      </a:lnTo>
                      <a:lnTo>
                        <a:pt x="8" y="163"/>
                      </a:lnTo>
                      <a:lnTo>
                        <a:pt x="10" y="165"/>
                      </a:lnTo>
                      <a:lnTo>
                        <a:pt x="13" y="165"/>
                      </a:lnTo>
                      <a:lnTo>
                        <a:pt x="15" y="1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53" name="Freeform 318">
                  <a:extLst>
                    <a:ext uri="{FF2B5EF4-FFF2-40B4-BE49-F238E27FC236}">
                      <a16:creationId xmlns:a16="http://schemas.microsoft.com/office/drawing/2014/main" id="{2FA37D22-6AE1-8CCC-317B-F56995E620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537701" y="769938"/>
                  <a:ext cx="33338" cy="52387"/>
                </a:xfrm>
                <a:custGeom>
                  <a:avLst/>
                  <a:gdLst>
                    <a:gd name="T0" fmla="*/ 19 w 105"/>
                    <a:gd name="T1" fmla="*/ 165 h 166"/>
                    <a:gd name="T2" fmla="*/ 24 w 105"/>
                    <a:gd name="T3" fmla="*/ 163 h 166"/>
                    <a:gd name="T4" fmla="*/ 27 w 105"/>
                    <a:gd name="T5" fmla="*/ 159 h 166"/>
                    <a:gd name="T6" fmla="*/ 29 w 105"/>
                    <a:gd name="T7" fmla="*/ 154 h 166"/>
                    <a:gd name="T8" fmla="*/ 30 w 105"/>
                    <a:gd name="T9" fmla="*/ 142 h 166"/>
                    <a:gd name="T10" fmla="*/ 35 w 105"/>
                    <a:gd name="T11" fmla="*/ 127 h 166"/>
                    <a:gd name="T12" fmla="*/ 42 w 105"/>
                    <a:gd name="T13" fmla="*/ 117 h 166"/>
                    <a:gd name="T14" fmla="*/ 52 w 105"/>
                    <a:gd name="T15" fmla="*/ 108 h 166"/>
                    <a:gd name="T16" fmla="*/ 66 w 105"/>
                    <a:gd name="T17" fmla="*/ 100 h 166"/>
                    <a:gd name="T18" fmla="*/ 82 w 105"/>
                    <a:gd name="T19" fmla="*/ 86 h 166"/>
                    <a:gd name="T20" fmla="*/ 93 w 105"/>
                    <a:gd name="T21" fmla="*/ 72 h 166"/>
                    <a:gd name="T22" fmla="*/ 99 w 105"/>
                    <a:gd name="T23" fmla="*/ 59 h 166"/>
                    <a:gd name="T24" fmla="*/ 103 w 105"/>
                    <a:gd name="T25" fmla="*/ 44 h 166"/>
                    <a:gd name="T26" fmla="*/ 105 w 105"/>
                    <a:gd name="T27" fmla="*/ 26 h 166"/>
                    <a:gd name="T28" fmla="*/ 105 w 105"/>
                    <a:gd name="T29" fmla="*/ 12 h 166"/>
                    <a:gd name="T30" fmla="*/ 103 w 105"/>
                    <a:gd name="T31" fmla="*/ 7 h 166"/>
                    <a:gd name="T32" fmla="*/ 99 w 105"/>
                    <a:gd name="T33" fmla="*/ 3 h 166"/>
                    <a:gd name="T34" fmla="*/ 94 w 105"/>
                    <a:gd name="T35" fmla="*/ 1 h 166"/>
                    <a:gd name="T36" fmla="*/ 87 w 105"/>
                    <a:gd name="T37" fmla="*/ 1 h 166"/>
                    <a:gd name="T38" fmla="*/ 82 w 105"/>
                    <a:gd name="T39" fmla="*/ 3 h 166"/>
                    <a:gd name="T40" fmla="*/ 78 w 105"/>
                    <a:gd name="T41" fmla="*/ 7 h 166"/>
                    <a:gd name="T42" fmla="*/ 75 w 105"/>
                    <a:gd name="T43" fmla="*/ 12 h 166"/>
                    <a:gd name="T44" fmla="*/ 74 w 105"/>
                    <a:gd name="T45" fmla="*/ 30 h 166"/>
                    <a:gd name="T46" fmla="*/ 69 w 105"/>
                    <a:gd name="T47" fmla="*/ 51 h 166"/>
                    <a:gd name="T48" fmla="*/ 60 w 105"/>
                    <a:gd name="T49" fmla="*/ 66 h 166"/>
                    <a:gd name="T50" fmla="*/ 49 w 105"/>
                    <a:gd name="T51" fmla="*/ 75 h 166"/>
                    <a:gd name="T52" fmla="*/ 35 w 105"/>
                    <a:gd name="T53" fmla="*/ 85 h 166"/>
                    <a:gd name="T54" fmla="*/ 20 w 105"/>
                    <a:gd name="T55" fmla="*/ 96 h 166"/>
                    <a:gd name="T56" fmla="*/ 8 w 105"/>
                    <a:gd name="T57" fmla="*/ 113 h 166"/>
                    <a:gd name="T58" fmla="*/ 1 w 105"/>
                    <a:gd name="T59" fmla="*/ 135 h 166"/>
                    <a:gd name="T60" fmla="*/ 0 w 105"/>
                    <a:gd name="T61" fmla="*/ 154 h 166"/>
                    <a:gd name="T62" fmla="*/ 3 w 105"/>
                    <a:gd name="T63" fmla="*/ 159 h 166"/>
                    <a:gd name="T64" fmla="*/ 7 w 105"/>
                    <a:gd name="T65" fmla="*/ 163 h 166"/>
                    <a:gd name="T66" fmla="*/ 12 w 105"/>
                    <a:gd name="T67" fmla="*/ 165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05" h="166">
                      <a:moveTo>
                        <a:pt x="15" y="166"/>
                      </a:moveTo>
                      <a:lnTo>
                        <a:pt x="19" y="165"/>
                      </a:lnTo>
                      <a:lnTo>
                        <a:pt x="21" y="165"/>
                      </a:lnTo>
                      <a:lnTo>
                        <a:pt x="24" y="163"/>
                      </a:lnTo>
                      <a:lnTo>
                        <a:pt x="26" y="162"/>
                      </a:lnTo>
                      <a:lnTo>
                        <a:pt x="27" y="159"/>
                      </a:lnTo>
                      <a:lnTo>
                        <a:pt x="29" y="157"/>
                      </a:lnTo>
                      <a:lnTo>
                        <a:pt x="29" y="154"/>
                      </a:lnTo>
                      <a:lnTo>
                        <a:pt x="30" y="151"/>
                      </a:lnTo>
                      <a:lnTo>
                        <a:pt x="30" y="142"/>
                      </a:lnTo>
                      <a:lnTo>
                        <a:pt x="33" y="133"/>
                      </a:lnTo>
                      <a:lnTo>
                        <a:pt x="35" y="127"/>
                      </a:lnTo>
                      <a:lnTo>
                        <a:pt x="38" y="121"/>
                      </a:lnTo>
                      <a:lnTo>
                        <a:pt x="42" y="117"/>
                      </a:lnTo>
                      <a:lnTo>
                        <a:pt x="46" y="113"/>
                      </a:lnTo>
                      <a:lnTo>
                        <a:pt x="52" y="108"/>
                      </a:lnTo>
                      <a:lnTo>
                        <a:pt x="58" y="105"/>
                      </a:lnTo>
                      <a:lnTo>
                        <a:pt x="66" y="100"/>
                      </a:lnTo>
                      <a:lnTo>
                        <a:pt x="74" y="93"/>
                      </a:lnTo>
                      <a:lnTo>
                        <a:pt x="82" y="86"/>
                      </a:lnTo>
                      <a:lnTo>
                        <a:pt x="89" y="76"/>
                      </a:lnTo>
                      <a:lnTo>
                        <a:pt x="93" y="72"/>
                      </a:lnTo>
                      <a:lnTo>
                        <a:pt x="96" y="66"/>
                      </a:lnTo>
                      <a:lnTo>
                        <a:pt x="99" y="59"/>
                      </a:lnTo>
                      <a:lnTo>
                        <a:pt x="101" y="52"/>
                      </a:lnTo>
                      <a:lnTo>
                        <a:pt x="103" y="44"/>
                      </a:lnTo>
                      <a:lnTo>
                        <a:pt x="104" y="36"/>
                      </a:lnTo>
                      <a:lnTo>
                        <a:pt x="105" y="26"/>
                      </a:lnTo>
                      <a:lnTo>
                        <a:pt x="105" y="15"/>
                      </a:lnTo>
                      <a:lnTo>
                        <a:pt x="105" y="12"/>
                      </a:lnTo>
                      <a:lnTo>
                        <a:pt x="104" y="10"/>
                      </a:lnTo>
                      <a:lnTo>
                        <a:pt x="103" y="7"/>
                      </a:lnTo>
                      <a:lnTo>
                        <a:pt x="101" y="4"/>
                      </a:lnTo>
                      <a:lnTo>
                        <a:pt x="99" y="3"/>
                      </a:lnTo>
                      <a:lnTo>
                        <a:pt x="96" y="1"/>
                      </a:lnTo>
                      <a:lnTo>
                        <a:pt x="94" y="1"/>
                      </a:lnTo>
                      <a:lnTo>
                        <a:pt x="90" y="0"/>
                      </a:lnTo>
                      <a:lnTo>
                        <a:pt x="87" y="1"/>
                      </a:lnTo>
                      <a:lnTo>
                        <a:pt x="84" y="1"/>
                      </a:lnTo>
                      <a:lnTo>
                        <a:pt x="82" y="3"/>
                      </a:lnTo>
                      <a:lnTo>
                        <a:pt x="80" y="4"/>
                      </a:lnTo>
                      <a:lnTo>
                        <a:pt x="78" y="7"/>
                      </a:lnTo>
                      <a:lnTo>
                        <a:pt x="77" y="10"/>
                      </a:lnTo>
                      <a:lnTo>
                        <a:pt x="75" y="12"/>
                      </a:lnTo>
                      <a:lnTo>
                        <a:pt x="75" y="15"/>
                      </a:lnTo>
                      <a:lnTo>
                        <a:pt x="74" y="30"/>
                      </a:lnTo>
                      <a:lnTo>
                        <a:pt x="72" y="42"/>
                      </a:lnTo>
                      <a:lnTo>
                        <a:pt x="69" y="51"/>
                      </a:lnTo>
                      <a:lnTo>
                        <a:pt x="66" y="59"/>
                      </a:lnTo>
                      <a:lnTo>
                        <a:pt x="60" y="66"/>
                      </a:lnTo>
                      <a:lnTo>
                        <a:pt x="55" y="70"/>
                      </a:lnTo>
                      <a:lnTo>
                        <a:pt x="49" y="75"/>
                      </a:lnTo>
                      <a:lnTo>
                        <a:pt x="41" y="80"/>
                      </a:lnTo>
                      <a:lnTo>
                        <a:pt x="35" y="85"/>
                      </a:lnTo>
                      <a:lnTo>
                        <a:pt x="27" y="90"/>
                      </a:lnTo>
                      <a:lnTo>
                        <a:pt x="20" y="96"/>
                      </a:lnTo>
                      <a:lnTo>
                        <a:pt x="13" y="103"/>
                      </a:lnTo>
                      <a:lnTo>
                        <a:pt x="8" y="113"/>
                      </a:lnTo>
                      <a:lnTo>
                        <a:pt x="4" y="124"/>
                      </a:lnTo>
                      <a:lnTo>
                        <a:pt x="1" y="135"/>
                      </a:lnTo>
                      <a:lnTo>
                        <a:pt x="0" y="151"/>
                      </a:lnTo>
                      <a:lnTo>
                        <a:pt x="0" y="154"/>
                      </a:lnTo>
                      <a:lnTo>
                        <a:pt x="1" y="157"/>
                      </a:lnTo>
                      <a:lnTo>
                        <a:pt x="3" y="159"/>
                      </a:lnTo>
                      <a:lnTo>
                        <a:pt x="5" y="162"/>
                      </a:lnTo>
                      <a:lnTo>
                        <a:pt x="7" y="163"/>
                      </a:lnTo>
                      <a:lnTo>
                        <a:pt x="9" y="165"/>
                      </a:lnTo>
                      <a:lnTo>
                        <a:pt x="12" y="165"/>
                      </a:lnTo>
                      <a:lnTo>
                        <a:pt x="15" y="1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54" name="Freeform 319">
                  <a:extLst>
                    <a:ext uri="{FF2B5EF4-FFF2-40B4-BE49-F238E27FC236}">
                      <a16:creationId xmlns:a16="http://schemas.microsoft.com/office/drawing/2014/main" id="{A8AD6F22-21CF-BA22-B575-8AF45FEC63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55138" y="931863"/>
                  <a:ext cx="211138" cy="125412"/>
                </a:xfrm>
                <a:custGeom>
                  <a:avLst/>
                  <a:gdLst>
                    <a:gd name="T0" fmla="*/ 647 w 662"/>
                    <a:gd name="T1" fmla="*/ 0 h 392"/>
                    <a:gd name="T2" fmla="*/ 644 w 662"/>
                    <a:gd name="T3" fmla="*/ 1 h 392"/>
                    <a:gd name="T4" fmla="*/ 641 w 662"/>
                    <a:gd name="T5" fmla="*/ 2 h 392"/>
                    <a:gd name="T6" fmla="*/ 639 w 662"/>
                    <a:gd name="T7" fmla="*/ 3 h 392"/>
                    <a:gd name="T8" fmla="*/ 637 w 662"/>
                    <a:gd name="T9" fmla="*/ 5 h 392"/>
                    <a:gd name="T10" fmla="*/ 635 w 662"/>
                    <a:gd name="T11" fmla="*/ 7 h 392"/>
                    <a:gd name="T12" fmla="*/ 633 w 662"/>
                    <a:gd name="T13" fmla="*/ 10 h 392"/>
                    <a:gd name="T14" fmla="*/ 632 w 662"/>
                    <a:gd name="T15" fmla="*/ 13 h 392"/>
                    <a:gd name="T16" fmla="*/ 632 w 662"/>
                    <a:gd name="T17" fmla="*/ 16 h 392"/>
                    <a:gd name="T18" fmla="*/ 632 w 662"/>
                    <a:gd name="T19" fmla="*/ 361 h 392"/>
                    <a:gd name="T20" fmla="*/ 451 w 662"/>
                    <a:gd name="T21" fmla="*/ 361 h 392"/>
                    <a:gd name="T22" fmla="*/ 451 w 662"/>
                    <a:gd name="T23" fmla="*/ 91 h 392"/>
                    <a:gd name="T24" fmla="*/ 211 w 662"/>
                    <a:gd name="T25" fmla="*/ 91 h 392"/>
                    <a:gd name="T26" fmla="*/ 211 w 662"/>
                    <a:gd name="T27" fmla="*/ 361 h 392"/>
                    <a:gd name="T28" fmla="*/ 30 w 662"/>
                    <a:gd name="T29" fmla="*/ 361 h 392"/>
                    <a:gd name="T30" fmla="*/ 30 w 662"/>
                    <a:gd name="T31" fmla="*/ 15 h 392"/>
                    <a:gd name="T32" fmla="*/ 30 w 662"/>
                    <a:gd name="T33" fmla="*/ 13 h 392"/>
                    <a:gd name="T34" fmla="*/ 29 w 662"/>
                    <a:gd name="T35" fmla="*/ 10 h 392"/>
                    <a:gd name="T36" fmla="*/ 28 w 662"/>
                    <a:gd name="T37" fmla="*/ 7 h 392"/>
                    <a:gd name="T38" fmla="*/ 25 w 662"/>
                    <a:gd name="T39" fmla="*/ 5 h 392"/>
                    <a:gd name="T40" fmla="*/ 23 w 662"/>
                    <a:gd name="T41" fmla="*/ 3 h 392"/>
                    <a:gd name="T42" fmla="*/ 21 w 662"/>
                    <a:gd name="T43" fmla="*/ 2 h 392"/>
                    <a:gd name="T44" fmla="*/ 18 w 662"/>
                    <a:gd name="T45" fmla="*/ 1 h 392"/>
                    <a:gd name="T46" fmla="*/ 15 w 662"/>
                    <a:gd name="T47" fmla="*/ 0 h 392"/>
                    <a:gd name="T48" fmla="*/ 13 w 662"/>
                    <a:gd name="T49" fmla="*/ 1 h 392"/>
                    <a:gd name="T50" fmla="*/ 9 w 662"/>
                    <a:gd name="T51" fmla="*/ 2 h 392"/>
                    <a:gd name="T52" fmla="*/ 7 w 662"/>
                    <a:gd name="T53" fmla="*/ 3 h 392"/>
                    <a:gd name="T54" fmla="*/ 4 w 662"/>
                    <a:gd name="T55" fmla="*/ 5 h 392"/>
                    <a:gd name="T56" fmla="*/ 3 w 662"/>
                    <a:gd name="T57" fmla="*/ 7 h 392"/>
                    <a:gd name="T58" fmla="*/ 1 w 662"/>
                    <a:gd name="T59" fmla="*/ 10 h 392"/>
                    <a:gd name="T60" fmla="*/ 1 w 662"/>
                    <a:gd name="T61" fmla="*/ 13 h 392"/>
                    <a:gd name="T62" fmla="*/ 0 w 662"/>
                    <a:gd name="T63" fmla="*/ 16 h 392"/>
                    <a:gd name="T64" fmla="*/ 0 w 662"/>
                    <a:gd name="T65" fmla="*/ 392 h 392"/>
                    <a:gd name="T66" fmla="*/ 241 w 662"/>
                    <a:gd name="T67" fmla="*/ 392 h 392"/>
                    <a:gd name="T68" fmla="*/ 241 w 662"/>
                    <a:gd name="T69" fmla="*/ 121 h 392"/>
                    <a:gd name="T70" fmla="*/ 421 w 662"/>
                    <a:gd name="T71" fmla="*/ 121 h 392"/>
                    <a:gd name="T72" fmla="*/ 421 w 662"/>
                    <a:gd name="T73" fmla="*/ 392 h 392"/>
                    <a:gd name="T74" fmla="*/ 662 w 662"/>
                    <a:gd name="T75" fmla="*/ 392 h 392"/>
                    <a:gd name="T76" fmla="*/ 662 w 662"/>
                    <a:gd name="T77" fmla="*/ 15 h 392"/>
                    <a:gd name="T78" fmla="*/ 662 w 662"/>
                    <a:gd name="T79" fmla="*/ 13 h 392"/>
                    <a:gd name="T80" fmla="*/ 661 w 662"/>
                    <a:gd name="T81" fmla="*/ 10 h 392"/>
                    <a:gd name="T82" fmla="*/ 659 w 662"/>
                    <a:gd name="T83" fmla="*/ 7 h 392"/>
                    <a:gd name="T84" fmla="*/ 658 w 662"/>
                    <a:gd name="T85" fmla="*/ 5 h 392"/>
                    <a:gd name="T86" fmla="*/ 656 w 662"/>
                    <a:gd name="T87" fmla="*/ 3 h 392"/>
                    <a:gd name="T88" fmla="*/ 653 w 662"/>
                    <a:gd name="T89" fmla="*/ 2 h 392"/>
                    <a:gd name="T90" fmla="*/ 651 w 662"/>
                    <a:gd name="T91" fmla="*/ 1 h 392"/>
                    <a:gd name="T92" fmla="*/ 647 w 662"/>
                    <a:gd name="T93" fmla="*/ 0 h 392"/>
                    <a:gd name="T94" fmla="*/ 647 w 662"/>
                    <a:gd name="T95" fmla="*/ 0 h 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662" h="392">
                      <a:moveTo>
                        <a:pt x="647" y="0"/>
                      </a:moveTo>
                      <a:lnTo>
                        <a:pt x="644" y="1"/>
                      </a:lnTo>
                      <a:lnTo>
                        <a:pt x="641" y="2"/>
                      </a:lnTo>
                      <a:lnTo>
                        <a:pt x="639" y="3"/>
                      </a:lnTo>
                      <a:lnTo>
                        <a:pt x="637" y="5"/>
                      </a:lnTo>
                      <a:lnTo>
                        <a:pt x="635" y="7"/>
                      </a:lnTo>
                      <a:lnTo>
                        <a:pt x="633" y="10"/>
                      </a:lnTo>
                      <a:lnTo>
                        <a:pt x="632" y="13"/>
                      </a:lnTo>
                      <a:lnTo>
                        <a:pt x="632" y="16"/>
                      </a:lnTo>
                      <a:lnTo>
                        <a:pt x="632" y="361"/>
                      </a:lnTo>
                      <a:lnTo>
                        <a:pt x="451" y="361"/>
                      </a:lnTo>
                      <a:lnTo>
                        <a:pt x="451" y="91"/>
                      </a:lnTo>
                      <a:lnTo>
                        <a:pt x="211" y="91"/>
                      </a:lnTo>
                      <a:lnTo>
                        <a:pt x="211" y="361"/>
                      </a:lnTo>
                      <a:lnTo>
                        <a:pt x="30" y="361"/>
                      </a:lnTo>
                      <a:lnTo>
                        <a:pt x="30" y="15"/>
                      </a:lnTo>
                      <a:lnTo>
                        <a:pt x="30" y="13"/>
                      </a:lnTo>
                      <a:lnTo>
                        <a:pt x="29" y="10"/>
                      </a:lnTo>
                      <a:lnTo>
                        <a:pt x="28" y="7"/>
                      </a:lnTo>
                      <a:lnTo>
                        <a:pt x="25" y="5"/>
                      </a:lnTo>
                      <a:lnTo>
                        <a:pt x="23" y="3"/>
                      </a:lnTo>
                      <a:lnTo>
                        <a:pt x="21" y="2"/>
                      </a:lnTo>
                      <a:lnTo>
                        <a:pt x="18" y="1"/>
                      </a:lnTo>
                      <a:lnTo>
                        <a:pt x="15" y="0"/>
                      </a:lnTo>
                      <a:lnTo>
                        <a:pt x="13" y="1"/>
                      </a:lnTo>
                      <a:lnTo>
                        <a:pt x="9" y="2"/>
                      </a:lnTo>
                      <a:lnTo>
                        <a:pt x="7" y="3"/>
                      </a:lnTo>
                      <a:lnTo>
                        <a:pt x="4" y="5"/>
                      </a:lnTo>
                      <a:lnTo>
                        <a:pt x="3" y="7"/>
                      </a:lnTo>
                      <a:lnTo>
                        <a:pt x="1" y="10"/>
                      </a:lnTo>
                      <a:lnTo>
                        <a:pt x="1" y="13"/>
                      </a:lnTo>
                      <a:lnTo>
                        <a:pt x="0" y="16"/>
                      </a:lnTo>
                      <a:lnTo>
                        <a:pt x="0" y="392"/>
                      </a:lnTo>
                      <a:lnTo>
                        <a:pt x="241" y="392"/>
                      </a:lnTo>
                      <a:lnTo>
                        <a:pt x="241" y="121"/>
                      </a:lnTo>
                      <a:lnTo>
                        <a:pt x="421" y="121"/>
                      </a:lnTo>
                      <a:lnTo>
                        <a:pt x="421" y="392"/>
                      </a:lnTo>
                      <a:lnTo>
                        <a:pt x="662" y="392"/>
                      </a:lnTo>
                      <a:lnTo>
                        <a:pt x="662" y="15"/>
                      </a:lnTo>
                      <a:lnTo>
                        <a:pt x="662" y="13"/>
                      </a:lnTo>
                      <a:lnTo>
                        <a:pt x="661" y="10"/>
                      </a:lnTo>
                      <a:lnTo>
                        <a:pt x="659" y="7"/>
                      </a:lnTo>
                      <a:lnTo>
                        <a:pt x="658" y="5"/>
                      </a:lnTo>
                      <a:lnTo>
                        <a:pt x="656" y="3"/>
                      </a:lnTo>
                      <a:lnTo>
                        <a:pt x="653" y="2"/>
                      </a:lnTo>
                      <a:lnTo>
                        <a:pt x="651" y="1"/>
                      </a:lnTo>
                      <a:lnTo>
                        <a:pt x="647" y="0"/>
                      </a:lnTo>
                      <a:lnTo>
                        <a:pt x="64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55" name="Freeform 320">
                  <a:extLst>
                    <a:ext uri="{FF2B5EF4-FFF2-40B4-BE49-F238E27FC236}">
                      <a16:creationId xmlns:a16="http://schemas.microsoft.com/office/drawing/2014/main" id="{23F78995-3272-2F72-B3AD-E7EDC10652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317038" y="788988"/>
                  <a:ext cx="287338" cy="149225"/>
                </a:xfrm>
                <a:custGeom>
                  <a:avLst/>
                  <a:gdLst>
                    <a:gd name="T0" fmla="*/ 722 w 903"/>
                    <a:gd name="T1" fmla="*/ 167 h 468"/>
                    <a:gd name="T2" fmla="*/ 722 w 903"/>
                    <a:gd name="T3" fmla="*/ 265 h 468"/>
                    <a:gd name="T4" fmla="*/ 623 w 903"/>
                    <a:gd name="T5" fmla="*/ 167 h 468"/>
                    <a:gd name="T6" fmla="*/ 722 w 903"/>
                    <a:gd name="T7" fmla="*/ 167 h 468"/>
                    <a:gd name="T8" fmla="*/ 898 w 903"/>
                    <a:gd name="T9" fmla="*/ 441 h 468"/>
                    <a:gd name="T10" fmla="*/ 752 w 903"/>
                    <a:gd name="T11" fmla="*/ 295 h 468"/>
                    <a:gd name="T12" fmla="*/ 752 w 903"/>
                    <a:gd name="T13" fmla="*/ 136 h 468"/>
                    <a:gd name="T14" fmla="*/ 593 w 903"/>
                    <a:gd name="T15" fmla="*/ 136 h 468"/>
                    <a:gd name="T16" fmla="*/ 462 w 903"/>
                    <a:gd name="T17" fmla="*/ 4 h 468"/>
                    <a:gd name="T18" fmla="*/ 460 w 903"/>
                    <a:gd name="T19" fmla="*/ 3 h 468"/>
                    <a:gd name="T20" fmla="*/ 456 w 903"/>
                    <a:gd name="T21" fmla="*/ 1 h 468"/>
                    <a:gd name="T22" fmla="*/ 454 w 903"/>
                    <a:gd name="T23" fmla="*/ 1 h 468"/>
                    <a:gd name="T24" fmla="*/ 451 w 903"/>
                    <a:gd name="T25" fmla="*/ 0 h 468"/>
                    <a:gd name="T26" fmla="*/ 448 w 903"/>
                    <a:gd name="T27" fmla="*/ 1 h 468"/>
                    <a:gd name="T28" fmla="*/ 446 w 903"/>
                    <a:gd name="T29" fmla="*/ 1 h 468"/>
                    <a:gd name="T30" fmla="*/ 442 w 903"/>
                    <a:gd name="T31" fmla="*/ 3 h 468"/>
                    <a:gd name="T32" fmla="*/ 440 w 903"/>
                    <a:gd name="T33" fmla="*/ 4 h 468"/>
                    <a:gd name="T34" fmla="*/ 4 w 903"/>
                    <a:gd name="T35" fmla="*/ 441 h 468"/>
                    <a:gd name="T36" fmla="*/ 2 w 903"/>
                    <a:gd name="T37" fmla="*/ 444 h 468"/>
                    <a:gd name="T38" fmla="*/ 1 w 903"/>
                    <a:gd name="T39" fmla="*/ 447 h 468"/>
                    <a:gd name="T40" fmla="*/ 0 w 903"/>
                    <a:gd name="T41" fmla="*/ 450 h 468"/>
                    <a:gd name="T42" fmla="*/ 0 w 903"/>
                    <a:gd name="T43" fmla="*/ 452 h 468"/>
                    <a:gd name="T44" fmla="*/ 0 w 903"/>
                    <a:gd name="T45" fmla="*/ 455 h 468"/>
                    <a:gd name="T46" fmla="*/ 1 w 903"/>
                    <a:gd name="T47" fmla="*/ 458 h 468"/>
                    <a:gd name="T48" fmla="*/ 2 w 903"/>
                    <a:gd name="T49" fmla="*/ 460 h 468"/>
                    <a:gd name="T50" fmla="*/ 4 w 903"/>
                    <a:gd name="T51" fmla="*/ 463 h 468"/>
                    <a:gd name="T52" fmla="*/ 6 w 903"/>
                    <a:gd name="T53" fmla="*/ 465 h 468"/>
                    <a:gd name="T54" fmla="*/ 9 w 903"/>
                    <a:gd name="T55" fmla="*/ 466 h 468"/>
                    <a:gd name="T56" fmla="*/ 11 w 903"/>
                    <a:gd name="T57" fmla="*/ 467 h 468"/>
                    <a:gd name="T58" fmla="*/ 15 w 903"/>
                    <a:gd name="T59" fmla="*/ 468 h 468"/>
                    <a:gd name="T60" fmla="*/ 18 w 903"/>
                    <a:gd name="T61" fmla="*/ 467 h 468"/>
                    <a:gd name="T62" fmla="*/ 20 w 903"/>
                    <a:gd name="T63" fmla="*/ 467 h 468"/>
                    <a:gd name="T64" fmla="*/ 23 w 903"/>
                    <a:gd name="T65" fmla="*/ 465 h 468"/>
                    <a:gd name="T66" fmla="*/ 25 w 903"/>
                    <a:gd name="T67" fmla="*/ 463 h 468"/>
                    <a:gd name="T68" fmla="*/ 451 w 903"/>
                    <a:gd name="T69" fmla="*/ 37 h 468"/>
                    <a:gd name="T70" fmla="*/ 575 w 903"/>
                    <a:gd name="T71" fmla="*/ 162 h 468"/>
                    <a:gd name="T72" fmla="*/ 575 w 903"/>
                    <a:gd name="T73" fmla="*/ 162 h 468"/>
                    <a:gd name="T74" fmla="*/ 727 w 903"/>
                    <a:gd name="T75" fmla="*/ 312 h 468"/>
                    <a:gd name="T76" fmla="*/ 727 w 903"/>
                    <a:gd name="T77" fmla="*/ 312 h 468"/>
                    <a:gd name="T78" fmla="*/ 727 w 903"/>
                    <a:gd name="T79" fmla="*/ 312 h 468"/>
                    <a:gd name="T80" fmla="*/ 877 w 903"/>
                    <a:gd name="T81" fmla="*/ 463 h 468"/>
                    <a:gd name="T82" fmla="*/ 879 w 903"/>
                    <a:gd name="T83" fmla="*/ 465 h 468"/>
                    <a:gd name="T84" fmla="*/ 882 w 903"/>
                    <a:gd name="T85" fmla="*/ 466 h 468"/>
                    <a:gd name="T86" fmla="*/ 884 w 903"/>
                    <a:gd name="T87" fmla="*/ 467 h 468"/>
                    <a:gd name="T88" fmla="*/ 888 w 903"/>
                    <a:gd name="T89" fmla="*/ 468 h 468"/>
                    <a:gd name="T90" fmla="*/ 891 w 903"/>
                    <a:gd name="T91" fmla="*/ 467 h 468"/>
                    <a:gd name="T92" fmla="*/ 893 w 903"/>
                    <a:gd name="T93" fmla="*/ 466 h 468"/>
                    <a:gd name="T94" fmla="*/ 896 w 903"/>
                    <a:gd name="T95" fmla="*/ 465 h 468"/>
                    <a:gd name="T96" fmla="*/ 898 w 903"/>
                    <a:gd name="T97" fmla="*/ 463 h 468"/>
                    <a:gd name="T98" fmla="*/ 900 w 903"/>
                    <a:gd name="T99" fmla="*/ 460 h 468"/>
                    <a:gd name="T100" fmla="*/ 901 w 903"/>
                    <a:gd name="T101" fmla="*/ 458 h 468"/>
                    <a:gd name="T102" fmla="*/ 903 w 903"/>
                    <a:gd name="T103" fmla="*/ 455 h 468"/>
                    <a:gd name="T104" fmla="*/ 903 w 903"/>
                    <a:gd name="T105" fmla="*/ 452 h 468"/>
                    <a:gd name="T106" fmla="*/ 903 w 903"/>
                    <a:gd name="T107" fmla="*/ 450 h 468"/>
                    <a:gd name="T108" fmla="*/ 901 w 903"/>
                    <a:gd name="T109" fmla="*/ 447 h 468"/>
                    <a:gd name="T110" fmla="*/ 900 w 903"/>
                    <a:gd name="T111" fmla="*/ 444 h 468"/>
                    <a:gd name="T112" fmla="*/ 898 w 903"/>
                    <a:gd name="T113" fmla="*/ 442 h 468"/>
                    <a:gd name="T114" fmla="*/ 898 w 903"/>
                    <a:gd name="T115" fmla="*/ 441 h 4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903" h="468">
                      <a:moveTo>
                        <a:pt x="722" y="167"/>
                      </a:moveTo>
                      <a:lnTo>
                        <a:pt x="722" y="265"/>
                      </a:lnTo>
                      <a:lnTo>
                        <a:pt x="623" y="167"/>
                      </a:lnTo>
                      <a:lnTo>
                        <a:pt x="722" y="167"/>
                      </a:lnTo>
                      <a:close/>
                      <a:moveTo>
                        <a:pt x="898" y="441"/>
                      </a:moveTo>
                      <a:lnTo>
                        <a:pt x="752" y="295"/>
                      </a:lnTo>
                      <a:lnTo>
                        <a:pt x="752" y="136"/>
                      </a:lnTo>
                      <a:lnTo>
                        <a:pt x="593" y="136"/>
                      </a:lnTo>
                      <a:lnTo>
                        <a:pt x="462" y="4"/>
                      </a:lnTo>
                      <a:lnTo>
                        <a:pt x="460" y="3"/>
                      </a:lnTo>
                      <a:lnTo>
                        <a:pt x="456" y="1"/>
                      </a:lnTo>
                      <a:lnTo>
                        <a:pt x="454" y="1"/>
                      </a:lnTo>
                      <a:lnTo>
                        <a:pt x="451" y="0"/>
                      </a:lnTo>
                      <a:lnTo>
                        <a:pt x="448" y="1"/>
                      </a:lnTo>
                      <a:lnTo>
                        <a:pt x="446" y="1"/>
                      </a:lnTo>
                      <a:lnTo>
                        <a:pt x="442" y="3"/>
                      </a:lnTo>
                      <a:lnTo>
                        <a:pt x="440" y="4"/>
                      </a:lnTo>
                      <a:lnTo>
                        <a:pt x="4" y="441"/>
                      </a:lnTo>
                      <a:lnTo>
                        <a:pt x="2" y="444"/>
                      </a:lnTo>
                      <a:lnTo>
                        <a:pt x="1" y="447"/>
                      </a:lnTo>
                      <a:lnTo>
                        <a:pt x="0" y="450"/>
                      </a:lnTo>
                      <a:lnTo>
                        <a:pt x="0" y="452"/>
                      </a:lnTo>
                      <a:lnTo>
                        <a:pt x="0" y="455"/>
                      </a:lnTo>
                      <a:lnTo>
                        <a:pt x="1" y="458"/>
                      </a:lnTo>
                      <a:lnTo>
                        <a:pt x="2" y="460"/>
                      </a:lnTo>
                      <a:lnTo>
                        <a:pt x="4" y="463"/>
                      </a:lnTo>
                      <a:lnTo>
                        <a:pt x="6" y="465"/>
                      </a:lnTo>
                      <a:lnTo>
                        <a:pt x="9" y="466"/>
                      </a:lnTo>
                      <a:lnTo>
                        <a:pt x="11" y="467"/>
                      </a:lnTo>
                      <a:lnTo>
                        <a:pt x="15" y="468"/>
                      </a:lnTo>
                      <a:lnTo>
                        <a:pt x="18" y="467"/>
                      </a:lnTo>
                      <a:lnTo>
                        <a:pt x="20" y="467"/>
                      </a:lnTo>
                      <a:lnTo>
                        <a:pt x="23" y="465"/>
                      </a:lnTo>
                      <a:lnTo>
                        <a:pt x="25" y="463"/>
                      </a:lnTo>
                      <a:lnTo>
                        <a:pt x="451" y="37"/>
                      </a:lnTo>
                      <a:lnTo>
                        <a:pt x="575" y="162"/>
                      </a:lnTo>
                      <a:lnTo>
                        <a:pt x="575" y="162"/>
                      </a:lnTo>
                      <a:lnTo>
                        <a:pt x="727" y="312"/>
                      </a:lnTo>
                      <a:lnTo>
                        <a:pt x="727" y="312"/>
                      </a:lnTo>
                      <a:lnTo>
                        <a:pt x="727" y="312"/>
                      </a:lnTo>
                      <a:lnTo>
                        <a:pt x="877" y="463"/>
                      </a:lnTo>
                      <a:lnTo>
                        <a:pt x="879" y="465"/>
                      </a:lnTo>
                      <a:lnTo>
                        <a:pt x="882" y="466"/>
                      </a:lnTo>
                      <a:lnTo>
                        <a:pt x="884" y="467"/>
                      </a:lnTo>
                      <a:lnTo>
                        <a:pt x="888" y="468"/>
                      </a:lnTo>
                      <a:lnTo>
                        <a:pt x="891" y="467"/>
                      </a:lnTo>
                      <a:lnTo>
                        <a:pt x="893" y="466"/>
                      </a:lnTo>
                      <a:lnTo>
                        <a:pt x="896" y="465"/>
                      </a:lnTo>
                      <a:lnTo>
                        <a:pt x="898" y="463"/>
                      </a:lnTo>
                      <a:lnTo>
                        <a:pt x="900" y="460"/>
                      </a:lnTo>
                      <a:lnTo>
                        <a:pt x="901" y="458"/>
                      </a:lnTo>
                      <a:lnTo>
                        <a:pt x="903" y="455"/>
                      </a:lnTo>
                      <a:lnTo>
                        <a:pt x="903" y="452"/>
                      </a:lnTo>
                      <a:lnTo>
                        <a:pt x="903" y="450"/>
                      </a:lnTo>
                      <a:lnTo>
                        <a:pt x="901" y="447"/>
                      </a:lnTo>
                      <a:lnTo>
                        <a:pt x="900" y="444"/>
                      </a:lnTo>
                      <a:lnTo>
                        <a:pt x="898" y="442"/>
                      </a:lnTo>
                      <a:lnTo>
                        <a:pt x="898" y="44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3D74485-0910-E425-A5B7-A5A0DAD9F91B}"/>
                  </a:ext>
                </a:extLst>
              </p:cNvPr>
              <p:cNvGrpSpPr/>
              <p:nvPr/>
            </p:nvGrpSpPr>
            <p:grpSpPr>
              <a:xfrm>
                <a:off x="7004774" y="2799347"/>
                <a:ext cx="595544" cy="496834"/>
                <a:chOff x="10464801" y="817563"/>
                <a:chExt cx="287338" cy="239712"/>
              </a:xfrm>
              <a:solidFill>
                <a:schemeClr val="tx2"/>
              </a:solidFill>
            </p:grpSpPr>
            <p:sp>
              <p:nvSpPr>
                <p:cNvPr id="49" name="Freeform 334">
                  <a:extLst>
                    <a:ext uri="{FF2B5EF4-FFF2-40B4-BE49-F238E27FC236}">
                      <a16:creationId xmlns:a16="http://schemas.microsoft.com/office/drawing/2014/main" id="{B327AD3F-900C-3112-03CB-ABE69DFB022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464801" y="817563"/>
                  <a:ext cx="287338" cy="239712"/>
                </a:xfrm>
                <a:custGeom>
                  <a:avLst/>
                  <a:gdLst>
                    <a:gd name="T0" fmla="*/ 723 w 904"/>
                    <a:gd name="T1" fmla="*/ 602 h 753"/>
                    <a:gd name="T2" fmla="*/ 512 w 904"/>
                    <a:gd name="T3" fmla="*/ 602 h 753"/>
                    <a:gd name="T4" fmla="*/ 512 w 904"/>
                    <a:gd name="T5" fmla="*/ 722 h 753"/>
                    <a:gd name="T6" fmla="*/ 181 w 904"/>
                    <a:gd name="T7" fmla="*/ 542 h 753"/>
                    <a:gd name="T8" fmla="*/ 181 w 904"/>
                    <a:gd name="T9" fmla="*/ 722 h 753"/>
                    <a:gd name="T10" fmla="*/ 391 w 904"/>
                    <a:gd name="T11" fmla="*/ 722 h 753"/>
                    <a:gd name="T12" fmla="*/ 331 w 904"/>
                    <a:gd name="T13" fmla="*/ 524 h 753"/>
                    <a:gd name="T14" fmla="*/ 327 w 904"/>
                    <a:gd name="T15" fmla="*/ 516 h 753"/>
                    <a:gd name="T16" fmla="*/ 319 w 904"/>
                    <a:gd name="T17" fmla="*/ 512 h 753"/>
                    <a:gd name="T18" fmla="*/ 163 w 904"/>
                    <a:gd name="T19" fmla="*/ 512 h 753"/>
                    <a:gd name="T20" fmla="*/ 155 w 904"/>
                    <a:gd name="T21" fmla="*/ 516 h 753"/>
                    <a:gd name="T22" fmla="*/ 151 w 904"/>
                    <a:gd name="T23" fmla="*/ 524 h 753"/>
                    <a:gd name="T24" fmla="*/ 91 w 904"/>
                    <a:gd name="T25" fmla="*/ 722 h 753"/>
                    <a:gd name="T26" fmla="*/ 813 w 904"/>
                    <a:gd name="T27" fmla="*/ 722 h 753"/>
                    <a:gd name="T28" fmla="*/ 753 w 904"/>
                    <a:gd name="T29" fmla="*/ 584 h 753"/>
                    <a:gd name="T30" fmla="*/ 748 w 904"/>
                    <a:gd name="T31" fmla="*/ 577 h 753"/>
                    <a:gd name="T32" fmla="*/ 741 w 904"/>
                    <a:gd name="T33" fmla="*/ 572 h 753"/>
                    <a:gd name="T34" fmla="*/ 494 w 904"/>
                    <a:gd name="T35" fmla="*/ 572 h 753"/>
                    <a:gd name="T36" fmla="*/ 487 w 904"/>
                    <a:gd name="T37" fmla="*/ 577 h 753"/>
                    <a:gd name="T38" fmla="*/ 482 w 904"/>
                    <a:gd name="T39" fmla="*/ 584 h 753"/>
                    <a:gd name="T40" fmla="*/ 421 w 904"/>
                    <a:gd name="T41" fmla="*/ 722 h 753"/>
                    <a:gd name="T42" fmla="*/ 723 w 904"/>
                    <a:gd name="T43" fmla="*/ 121 h 753"/>
                    <a:gd name="T44" fmla="*/ 723 w 904"/>
                    <a:gd name="T45" fmla="*/ 241 h 753"/>
                    <a:gd name="T46" fmla="*/ 843 w 904"/>
                    <a:gd name="T47" fmla="*/ 722 h 753"/>
                    <a:gd name="T48" fmla="*/ 885 w 904"/>
                    <a:gd name="T49" fmla="*/ 376 h 753"/>
                    <a:gd name="T50" fmla="*/ 895 w 904"/>
                    <a:gd name="T51" fmla="*/ 375 h 753"/>
                    <a:gd name="T52" fmla="*/ 903 w 904"/>
                    <a:gd name="T53" fmla="*/ 366 h 753"/>
                    <a:gd name="T54" fmla="*/ 903 w 904"/>
                    <a:gd name="T55" fmla="*/ 358 h 753"/>
                    <a:gd name="T56" fmla="*/ 898 w 904"/>
                    <a:gd name="T57" fmla="*/ 350 h 753"/>
                    <a:gd name="T58" fmla="*/ 813 w 904"/>
                    <a:gd name="T59" fmla="*/ 106 h 753"/>
                    <a:gd name="T60" fmla="*/ 811 w 904"/>
                    <a:gd name="T61" fmla="*/ 97 h 753"/>
                    <a:gd name="T62" fmla="*/ 804 w 904"/>
                    <a:gd name="T63" fmla="*/ 92 h 753"/>
                    <a:gd name="T64" fmla="*/ 708 w 904"/>
                    <a:gd name="T65" fmla="*/ 91 h 753"/>
                    <a:gd name="T66" fmla="*/ 699 w 904"/>
                    <a:gd name="T67" fmla="*/ 93 h 753"/>
                    <a:gd name="T68" fmla="*/ 694 w 904"/>
                    <a:gd name="T69" fmla="*/ 99 h 753"/>
                    <a:gd name="T70" fmla="*/ 693 w 904"/>
                    <a:gd name="T71" fmla="*/ 221 h 753"/>
                    <a:gd name="T72" fmla="*/ 333 w 904"/>
                    <a:gd name="T73" fmla="*/ 0 h 753"/>
                    <a:gd name="T74" fmla="*/ 325 w 904"/>
                    <a:gd name="T75" fmla="*/ 1 h 753"/>
                    <a:gd name="T76" fmla="*/ 318 w 904"/>
                    <a:gd name="T77" fmla="*/ 7 h 753"/>
                    <a:gd name="T78" fmla="*/ 316 w 904"/>
                    <a:gd name="T79" fmla="*/ 15 h 753"/>
                    <a:gd name="T80" fmla="*/ 319 w 904"/>
                    <a:gd name="T81" fmla="*/ 24 h 753"/>
                    <a:gd name="T82" fmla="*/ 391 w 904"/>
                    <a:gd name="T83" fmla="*/ 70 h 753"/>
                    <a:gd name="T84" fmla="*/ 69 w 904"/>
                    <a:gd name="T85" fmla="*/ 394 h 753"/>
                    <a:gd name="T86" fmla="*/ 6 w 904"/>
                    <a:gd name="T87" fmla="*/ 424 h 753"/>
                    <a:gd name="T88" fmla="*/ 1 w 904"/>
                    <a:gd name="T89" fmla="*/ 432 h 753"/>
                    <a:gd name="T90" fmla="*/ 1 w 904"/>
                    <a:gd name="T91" fmla="*/ 440 h 753"/>
                    <a:gd name="T92" fmla="*/ 7 w 904"/>
                    <a:gd name="T93" fmla="*/ 450 h 753"/>
                    <a:gd name="T94" fmla="*/ 19 w 904"/>
                    <a:gd name="T95" fmla="*/ 451 h 753"/>
                    <a:gd name="T96" fmla="*/ 61 w 904"/>
                    <a:gd name="T97" fmla="*/ 722 h 753"/>
                    <a:gd name="T98" fmla="*/ 9 w 904"/>
                    <a:gd name="T99" fmla="*/ 724 h 753"/>
                    <a:gd name="T100" fmla="*/ 3 w 904"/>
                    <a:gd name="T101" fmla="*/ 730 h 753"/>
                    <a:gd name="T102" fmla="*/ 0 w 904"/>
                    <a:gd name="T103" fmla="*/ 738 h 753"/>
                    <a:gd name="T104" fmla="*/ 3 w 904"/>
                    <a:gd name="T105" fmla="*/ 746 h 753"/>
                    <a:gd name="T106" fmla="*/ 9 w 904"/>
                    <a:gd name="T107" fmla="*/ 751 h 753"/>
                    <a:gd name="T108" fmla="*/ 166 w 904"/>
                    <a:gd name="T109" fmla="*/ 753 h 753"/>
                    <a:gd name="T110" fmla="*/ 738 w 904"/>
                    <a:gd name="T111" fmla="*/ 753 h 753"/>
                    <a:gd name="T112" fmla="*/ 894 w 904"/>
                    <a:gd name="T113" fmla="*/ 751 h 753"/>
                    <a:gd name="T114" fmla="*/ 901 w 904"/>
                    <a:gd name="T115" fmla="*/ 746 h 753"/>
                    <a:gd name="T116" fmla="*/ 904 w 904"/>
                    <a:gd name="T117" fmla="*/ 738 h 753"/>
                    <a:gd name="T118" fmla="*/ 901 w 904"/>
                    <a:gd name="T119" fmla="*/ 730 h 753"/>
                    <a:gd name="T120" fmla="*/ 894 w 904"/>
                    <a:gd name="T121" fmla="*/ 724 h 7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904" h="753">
                      <a:moveTo>
                        <a:pt x="632" y="722"/>
                      </a:moveTo>
                      <a:lnTo>
                        <a:pt x="632" y="602"/>
                      </a:lnTo>
                      <a:lnTo>
                        <a:pt x="723" y="602"/>
                      </a:lnTo>
                      <a:lnTo>
                        <a:pt x="723" y="722"/>
                      </a:lnTo>
                      <a:lnTo>
                        <a:pt x="632" y="722"/>
                      </a:lnTo>
                      <a:close/>
                      <a:moveTo>
                        <a:pt x="512" y="602"/>
                      </a:moveTo>
                      <a:lnTo>
                        <a:pt x="602" y="602"/>
                      </a:lnTo>
                      <a:lnTo>
                        <a:pt x="602" y="722"/>
                      </a:lnTo>
                      <a:lnTo>
                        <a:pt x="512" y="722"/>
                      </a:lnTo>
                      <a:lnTo>
                        <a:pt x="512" y="602"/>
                      </a:lnTo>
                      <a:close/>
                      <a:moveTo>
                        <a:pt x="181" y="722"/>
                      </a:moveTo>
                      <a:lnTo>
                        <a:pt x="181" y="542"/>
                      </a:lnTo>
                      <a:lnTo>
                        <a:pt x="301" y="542"/>
                      </a:lnTo>
                      <a:lnTo>
                        <a:pt x="301" y="722"/>
                      </a:lnTo>
                      <a:lnTo>
                        <a:pt x="181" y="722"/>
                      </a:lnTo>
                      <a:close/>
                      <a:moveTo>
                        <a:pt x="91" y="417"/>
                      </a:moveTo>
                      <a:lnTo>
                        <a:pt x="391" y="273"/>
                      </a:lnTo>
                      <a:lnTo>
                        <a:pt x="391" y="722"/>
                      </a:lnTo>
                      <a:lnTo>
                        <a:pt x="331" y="722"/>
                      </a:lnTo>
                      <a:lnTo>
                        <a:pt x="331" y="527"/>
                      </a:lnTo>
                      <a:lnTo>
                        <a:pt x="331" y="524"/>
                      </a:lnTo>
                      <a:lnTo>
                        <a:pt x="330" y="521"/>
                      </a:lnTo>
                      <a:lnTo>
                        <a:pt x="329" y="519"/>
                      </a:lnTo>
                      <a:lnTo>
                        <a:pt x="327" y="516"/>
                      </a:lnTo>
                      <a:lnTo>
                        <a:pt x="325" y="514"/>
                      </a:lnTo>
                      <a:lnTo>
                        <a:pt x="323" y="513"/>
                      </a:lnTo>
                      <a:lnTo>
                        <a:pt x="319" y="512"/>
                      </a:lnTo>
                      <a:lnTo>
                        <a:pt x="316" y="512"/>
                      </a:lnTo>
                      <a:lnTo>
                        <a:pt x="166" y="512"/>
                      </a:lnTo>
                      <a:lnTo>
                        <a:pt x="163" y="512"/>
                      </a:lnTo>
                      <a:lnTo>
                        <a:pt x="160" y="513"/>
                      </a:lnTo>
                      <a:lnTo>
                        <a:pt x="157" y="514"/>
                      </a:lnTo>
                      <a:lnTo>
                        <a:pt x="155" y="516"/>
                      </a:lnTo>
                      <a:lnTo>
                        <a:pt x="153" y="519"/>
                      </a:lnTo>
                      <a:lnTo>
                        <a:pt x="152" y="521"/>
                      </a:lnTo>
                      <a:lnTo>
                        <a:pt x="151" y="524"/>
                      </a:lnTo>
                      <a:lnTo>
                        <a:pt x="151" y="527"/>
                      </a:lnTo>
                      <a:lnTo>
                        <a:pt x="151" y="722"/>
                      </a:lnTo>
                      <a:lnTo>
                        <a:pt x="91" y="722"/>
                      </a:lnTo>
                      <a:lnTo>
                        <a:pt x="91" y="417"/>
                      </a:lnTo>
                      <a:close/>
                      <a:moveTo>
                        <a:pt x="813" y="332"/>
                      </a:moveTo>
                      <a:lnTo>
                        <a:pt x="813" y="722"/>
                      </a:lnTo>
                      <a:lnTo>
                        <a:pt x="753" y="722"/>
                      </a:lnTo>
                      <a:lnTo>
                        <a:pt x="753" y="587"/>
                      </a:lnTo>
                      <a:lnTo>
                        <a:pt x="753" y="584"/>
                      </a:lnTo>
                      <a:lnTo>
                        <a:pt x="752" y="582"/>
                      </a:lnTo>
                      <a:lnTo>
                        <a:pt x="750" y="579"/>
                      </a:lnTo>
                      <a:lnTo>
                        <a:pt x="748" y="577"/>
                      </a:lnTo>
                      <a:lnTo>
                        <a:pt x="746" y="574"/>
                      </a:lnTo>
                      <a:lnTo>
                        <a:pt x="744" y="573"/>
                      </a:lnTo>
                      <a:lnTo>
                        <a:pt x="741" y="572"/>
                      </a:lnTo>
                      <a:lnTo>
                        <a:pt x="738" y="572"/>
                      </a:lnTo>
                      <a:lnTo>
                        <a:pt x="497" y="572"/>
                      </a:lnTo>
                      <a:lnTo>
                        <a:pt x="494" y="572"/>
                      </a:lnTo>
                      <a:lnTo>
                        <a:pt x="491" y="573"/>
                      </a:lnTo>
                      <a:lnTo>
                        <a:pt x="489" y="574"/>
                      </a:lnTo>
                      <a:lnTo>
                        <a:pt x="487" y="577"/>
                      </a:lnTo>
                      <a:lnTo>
                        <a:pt x="484" y="579"/>
                      </a:lnTo>
                      <a:lnTo>
                        <a:pt x="483" y="582"/>
                      </a:lnTo>
                      <a:lnTo>
                        <a:pt x="482" y="584"/>
                      </a:lnTo>
                      <a:lnTo>
                        <a:pt x="482" y="587"/>
                      </a:lnTo>
                      <a:lnTo>
                        <a:pt x="482" y="722"/>
                      </a:lnTo>
                      <a:lnTo>
                        <a:pt x="421" y="722"/>
                      </a:lnTo>
                      <a:lnTo>
                        <a:pt x="421" y="89"/>
                      </a:lnTo>
                      <a:lnTo>
                        <a:pt x="813" y="332"/>
                      </a:lnTo>
                      <a:close/>
                      <a:moveTo>
                        <a:pt x="723" y="121"/>
                      </a:moveTo>
                      <a:lnTo>
                        <a:pt x="783" y="121"/>
                      </a:lnTo>
                      <a:lnTo>
                        <a:pt x="783" y="278"/>
                      </a:lnTo>
                      <a:lnTo>
                        <a:pt x="723" y="241"/>
                      </a:lnTo>
                      <a:lnTo>
                        <a:pt x="723" y="121"/>
                      </a:lnTo>
                      <a:close/>
                      <a:moveTo>
                        <a:pt x="889" y="722"/>
                      </a:moveTo>
                      <a:lnTo>
                        <a:pt x="843" y="722"/>
                      </a:lnTo>
                      <a:lnTo>
                        <a:pt x="843" y="351"/>
                      </a:lnTo>
                      <a:lnTo>
                        <a:pt x="880" y="374"/>
                      </a:lnTo>
                      <a:lnTo>
                        <a:pt x="885" y="376"/>
                      </a:lnTo>
                      <a:lnTo>
                        <a:pt x="889" y="377"/>
                      </a:lnTo>
                      <a:lnTo>
                        <a:pt x="892" y="376"/>
                      </a:lnTo>
                      <a:lnTo>
                        <a:pt x="895" y="375"/>
                      </a:lnTo>
                      <a:lnTo>
                        <a:pt x="898" y="373"/>
                      </a:lnTo>
                      <a:lnTo>
                        <a:pt x="901" y="369"/>
                      </a:lnTo>
                      <a:lnTo>
                        <a:pt x="903" y="366"/>
                      </a:lnTo>
                      <a:lnTo>
                        <a:pt x="903" y="364"/>
                      </a:lnTo>
                      <a:lnTo>
                        <a:pt x="904" y="361"/>
                      </a:lnTo>
                      <a:lnTo>
                        <a:pt x="903" y="358"/>
                      </a:lnTo>
                      <a:lnTo>
                        <a:pt x="902" y="356"/>
                      </a:lnTo>
                      <a:lnTo>
                        <a:pt x="901" y="352"/>
                      </a:lnTo>
                      <a:lnTo>
                        <a:pt x="898" y="350"/>
                      </a:lnTo>
                      <a:lnTo>
                        <a:pt x="896" y="349"/>
                      </a:lnTo>
                      <a:lnTo>
                        <a:pt x="813" y="297"/>
                      </a:lnTo>
                      <a:lnTo>
                        <a:pt x="813" y="106"/>
                      </a:lnTo>
                      <a:lnTo>
                        <a:pt x="813" y="102"/>
                      </a:lnTo>
                      <a:lnTo>
                        <a:pt x="812" y="99"/>
                      </a:lnTo>
                      <a:lnTo>
                        <a:pt x="811" y="97"/>
                      </a:lnTo>
                      <a:lnTo>
                        <a:pt x="808" y="95"/>
                      </a:lnTo>
                      <a:lnTo>
                        <a:pt x="806" y="93"/>
                      </a:lnTo>
                      <a:lnTo>
                        <a:pt x="804" y="92"/>
                      </a:lnTo>
                      <a:lnTo>
                        <a:pt x="801" y="91"/>
                      </a:lnTo>
                      <a:lnTo>
                        <a:pt x="798" y="91"/>
                      </a:lnTo>
                      <a:lnTo>
                        <a:pt x="708" y="91"/>
                      </a:lnTo>
                      <a:lnTo>
                        <a:pt x="704" y="91"/>
                      </a:lnTo>
                      <a:lnTo>
                        <a:pt x="702" y="92"/>
                      </a:lnTo>
                      <a:lnTo>
                        <a:pt x="699" y="93"/>
                      </a:lnTo>
                      <a:lnTo>
                        <a:pt x="697" y="95"/>
                      </a:lnTo>
                      <a:lnTo>
                        <a:pt x="695" y="97"/>
                      </a:lnTo>
                      <a:lnTo>
                        <a:pt x="694" y="99"/>
                      </a:lnTo>
                      <a:lnTo>
                        <a:pt x="693" y="102"/>
                      </a:lnTo>
                      <a:lnTo>
                        <a:pt x="693" y="106"/>
                      </a:lnTo>
                      <a:lnTo>
                        <a:pt x="693" y="221"/>
                      </a:lnTo>
                      <a:lnTo>
                        <a:pt x="340" y="3"/>
                      </a:lnTo>
                      <a:lnTo>
                        <a:pt x="336" y="0"/>
                      </a:lnTo>
                      <a:lnTo>
                        <a:pt x="333" y="0"/>
                      </a:lnTo>
                      <a:lnTo>
                        <a:pt x="331" y="0"/>
                      </a:lnTo>
                      <a:lnTo>
                        <a:pt x="328" y="0"/>
                      </a:lnTo>
                      <a:lnTo>
                        <a:pt x="325" y="1"/>
                      </a:lnTo>
                      <a:lnTo>
                        <a:pt x="323" y="3"/>
                      </a:lnTo>
                      <a:lnTo>
                        <a:pt x="320" y="5"/>
                      </a:lnTo>
                      <a:lnTo>
                        <a:pt x="318" y="7"/>
                      </a:lnTo>
                      <a:lnTo>
                        <a:pt x="317" y="10"/>
                      </a:lnTo>
                      <a:lnTo>
                        <a:pt x="316" y="12"/>
                      </a:lnTo>
                      <a:lnTo>
                        <a:pt x="316" y="15"/>
                      </a:lnTo>
                      <a:lnTo>
                        <a:pt x="317" y="19"/>
                      </a:lnTo>
                      <a:lnTo>
                        <a:pt x="317" y="21"/>
                      </a:lnTo>
                      <a:lnTo>
                        <a:pt x="319" y="24"/>
                      </a:lnTo>
                      <a:lnTo>
                        <a:pt x="321" y="26"/>
                      </a:lnTo>
                      <a:lnTo>
                        <a:pt x="324" y="28"/>
                      </a:lnTo>
                      <a:lnTo>
                        <a:pt x="391" y="70"/>
                      </a:lnTo>
                      <a:lnTo>
                        <a:pt x="391" y="239"/>
                      </a:lnTo>
                      <a:lnTo>
                        <a:pt x="72" y="393"/>
                      </a:lnTo>
                      <a:lnTo>
                        <a:pt x="69" y="394"/>
                      </a:lnTo>
                      <a:lnTo>
                        <a:pt x="67" y="395"/>
                      </a:lnTo>
                      <a:lnTo>
                        <a:pt x="8" y="423"/>
                      </a:lnTo>
                      <a:lnTo>
                        <a:pt x="6" y="424"/>
                      </a:lnTo>
                      <a:lnTo>
                        <a:pt x="4" y="426"/>
                      </a:lnTo>
                      <a:lnTo>
                        <a:pt x="2" y="429"/>
                      </a:lnTo>
                      <a:lnTo>
                        <a:pt x="1" y="432"/>
                      </a:lnTo>
                      <a:lnTo>
                        <a:pt x="1" y="435"/>
                      </a:lnTo>
                      <a:lnTo>
                        <a:pt x="1" y="437"/>
                      </a:lnTo>
                      <a:lnTo>
                        <a:pt x="1" y="440"/>
                      </a:lnTo>
                      <a:lnTo>
                        <a:pt x="2" y="444"/>
                      </a:lnTo>
                      <a:lnTo>
                        <a:pt x="4" y="447"/>
                      </a:lnTo>
                      <a:lnTo>
                        <a:pt x="7" y="450"/>
                      </a:lnTo>
                      <a:lnTo>
                        <a:pt x="12" y="451"/>
                      </a:lnTo>
                      <a:lnTo>
                        <a:pt x="16" y="452"/>
                      </a:lnTo>
                      <a:lnTo>
                        <a:pt x="19" y="451"/>
                      </a:lnTo>
                      <a:lnTo>
                        <a:pt x="22" y="450"/>
                      </a:lnTo>
                      <a:lnTo>
                        <a:pt x="61" y="432"/>
                      </a:lnTo>
                      <a:lnTo>
                        <a:pt x="61" y="722"/>
                      </a:lnTo>
                      <a:lnTo>
                        <a:pt x="16" y="722"/>
                      </a:lnTo>
                      <a:lnTo>
                        <a:pt x="13" y="724"/>
                      </a:lnTo>
                      <a:lnTo>
                        <a:pt x="9" y="724"/>
                      </a:lnTo>
                      <a:lnTo>
                        <a:pt x="7" y="726"/>
                      </a:lnTo>
                      <a:lnTo>
                        <a:pt x="5" y="727"/>
                      </a:lnTo>
                      <a:lnTo>
                        <a:pt x="3" y="730"/>
                      </a:lnTo>
                      <a:lnTo>
                        <a:pt x="2" y="732"/>
                      </a:lnTo>
                      <a:lnTo>
                        <a:pt x="1" y="735"/>
                      </a:lnTo>
                      <a:lnTo>
                        <a:pt x="0" y="738"/>
                      </a:lnTo>
                      <a:lnTo>
                        <a:pt x="1" y="741"/>
                      </a:lnTo>
                      <a:lnTo>
                        <a:pt x="2" y="744"/>
                      </a:lnTo>
                      <a:lnTo>
                        <a:pt x="3" y="746"/>
                      </a:lnTo>
                      <a:lnTo>
                        <a:pt x="5" y="748"/>
                      </a:lnTo>
                      <a:lnTo>
                        <a:pt x="7" y="750"/>
                      </a:lnTo>
                      <a:lnTo>
                        <a:pt x="9" y="751"/>
                      </a:lnTo>
                      <a:lnTo>
                        <a:pt x="13" y="753"/>
                      </a:lnTo>
                      <a:lnTo>
                        <a:pt x="16" y="753"/>
                      </a:lnTo>
                      <a:lnTo>
                        <a:pt x="166" y="753"/>
                      </a:lnTo>
                      <a:lnTo>
                        <a:pt x="316" y="753"/>
                      </a:lnTo>
                      <a:lnTo>
                        <a:pt x="497" y="753"/>
                      </a:lnTo>
                      <a:lnTo>
                        <a:pt x="738" y="753"/>
                      </a:lnTo>
                      <a:lnTo>
                        <a:pt x="889" y="753"/>
                      </a:lnTo>
                      <a:lnTo>
                        <a:pt x="891" y="753"/>
                      </a:lnTo>
                      <a:lnTo>
                        <a:pt x="894" y="751"/>
                      </a:lnTo>
                      <a:lnTo>
                        <a:pt x="896" y="750"/>
                      </a:lnTo>
                      <a:lnTo>
                        <a:pt x="898" y="748"/>
                      </a:lnTo>
                      <a:lnTo>
                        <a:pt x="901" y="746"/>
                      </a:lnTo>
                      <a:lnTo>
                        <a:pt x="902" y="744"/>
                      </a:lnTo>
                      <a:lnTo>
                        <a:pt x="903" y="741"/>
                      </a:lnTo>
                      <a:lnTo>
                        <a:pt x="904" y="738"/>
                      </a:lnTo>
                      <a:lnTo>
                        <a:pt x="903" y="735"/>
                      </a:lnTo>
                      <a:lnTo>
                        <a:pt x="902" y="732"/>
                      </a:lnTo>
                      <a:lnTo>
                        <a:pt x="901" y="730"/>
                      </a:lnTo>
                      <a:lnTo>
                        <a:pt x="898" y="727"/>
                      </a:lnTo>
                      <a:lnTo>
                        <a:pt x="896" y="726"/>
                      </a:lnTo>
                      <a:lnTo>
                        <a:pt x="894" y="724"/>
                      </a:lnTo>
                      <a:lnTo>
                        <a:pt x="891" y="724"/>
                      </a:lnTo>
                      <a:lnTo>
                        <a:pt x="889" y="7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50" name="Freeform 335">
                  <a:extLst>
                    <a:ext uri="{FF2B5EF4-FFF2-40B4-BE49-F238E27FC236}">
                      <a16:creationId xmlns:a16="http://schemas.microsoft.com/office/drawing/2014/main" id="{433159D7-8C8A-3EE5-3190-C2D0DA2F38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12426" y="962025"/>
                  <a:ext cx="57150" cy="9525"/>
                </a:xfrm>
                <a:custGeom>
                  <a:avLst/>
                  <a:gdLst>
                    <a:gd name="T0" fmla="*/ 15 w 180"/>
                    <a:gd name="T1" fmla="*/ 30 h 30"/>
                    <a:gd name="T2" fmla="*/ 165 w 180"/>
                    <a:gd name="T3" fmla="*/ 30 h 30"/>
                    <a:gd name="T4" fmla="*/ 168 w 180"/>
                    <a:gd name="T5" fmla="*/ 29 h 30"/>
                    <a:gd name="T6" fmla="*/ 172 w 180"/>
                    <a:gd name="T7" fmla="*/ 29 h 30"/>
                    <a:gd name="T8" fmla="*/ 174 w 180"/>
                    <a:gd name="T9" fmla="*/ 27 h 30"/>
                    <a:gd name="T10" fmla="*/ 176 w 180"/>
                    <a:gd name="T11" fmla="*/ 26 h 30"/>
                    <a:gd name="T12" fmla="*/ 178 w 180"/>
                    <a:gd name="T13" fmla="*/ 24 h 30"/>
                    <a:gd name="T14" fmla="*/ 179 w 180"/>
                    <a:gd name="T15" fmla="*/ 20 h 30"/>
                    <a:gd name="T16" fmla="*/ 180 w 180"/>
                    <a:gd name="T17" fmla="*/ 18 h 30"/>
                    <a:gd name="T18" fmla="*/ 180 w 180"/>
                    <a:gd name="T19" fmla="*/ 15 h 30"/>
                    <a:gd name="T20" fmla="*/ 180 w 180"/>
                    <a:gd name="T21" fmla="*/ 12 h 30"/>
                    <a:gd name="T22" fmla="*/ 179 w 180"/>
                    <a:gd name="T23" fmla="*/ 9 h 30"/>
                    <a:gd name="T24" fmla="*/ 178 w 180"/>
                    <a:gd name="T25" fmla="*/ 7 h 30"/>
                    <a:gd name="T26" fmla="*/ 176 w 180"/>
                    <a:gd name="T27" fmla="*/ 4 h 30"/>
                    <a:gd name="T28" fmla="*/ 174 w 180"/>
                    <a:gd name="T29" fmla="*/ 2 h 30"/>
                    <a:gd name="T30" fmla="*/ 172 w 180"/>
                    <a:gd name="T31" fmla="*/ 1 h 30"/>
                    <a:gd name="T32" fmla="*/ 168 w 180"/>
                    <a:gd name="T33" fmla="*/ 0 h 30"/>
                    <a:gd name="T34" fmla="*/ 165 w 180"/>
                    <a:gd name="T35" fmla="*/ 0 h 30"/>
                    <a:gd name="T36" fmla="*/ 15 w 180"/>
                    <a:gd name="T37" fmla="*/ 0 h 30"/>
                    <a:gd name="T38" fmla="*/ 12 w 180"/>
                    <a:gd name="T39" fmla="*/ 0 h 30"/>
                    <a:gd name="T40" fmla="*/ 9 w 180"/>
                    <a:gd name="T41" fmla="*/ 1 h 30"/>
                    <a:gd name="T42" fmla="*/ 6 w 180"/>
                    <a:gd name="T43" fmla="*/ 2 h 30"/>
                    <a:gd name="T44" fmla="*/ 4 w 180"/>
                    <a:gd name="T45" fmla="*/ 4 h 30"/>
                    <a:gd name="T46" fmla="*/ 2 w 180"/>
                    <a:gd name="T47" fmla="*/ 7 h 30"/>
                    <a:gd name="T48" fmla="*/ 1 w 180"/>
                    <a:gd name="T49" fmla="*/ 9 h 30"/>
                    <a:gd name="T50" fmla="*/ 0 w 180"/>
                    <a:gd name="T51" fmla="*/ 12 h 30"/>
                    <a:gd name="T52" fmla="*/ 0 w 180"/>
                    <a:gd name="T53" fmla="*/ 15 h 30"/>
                    <a:gd name="T54" fmla="*/ 0 w 180"/>
                    <a:gd name="T55" fmla="*/ 18 h 30"/>
                    <a:gd name="T56" fmla="*/ 1 w 180"/>
                    <a:gd name="T57" fmla="*/ 20 h 30"/>
                    <a:gd name="T58" fmla="*/ 2 w 180"/>
                    <a:gd name="T59" fmla="*/ 24 h 30"/>
                    <a:gd name="T60" fmla="*/ 4 w 180"/>
                    <a:gd name="T61" fmla="*/ 26 h 30"/>
                    <a:gd name="T62" fmla="*/ 6 w 180"/>
                    <a:gd name="T63" fmla="*/ 27 h 30"/>
                    <a:gd name="T64" fmla="*/ 9 w 180"/>
                    <a:gd name="T65" fmla="*/ 29 h 30"/>
                    <a:gd name="T66" fmla="*/ 12 w 180"/>
                    <a:gd name="T67" fmla="*/ 29 h 30"/>
                    <a:gd name="T68" fmla="*/ 15 w 180"/>
                    <a:gd name="T69" fmla="*/ 30 h 30"/>
                    <a:gd name="T70" fmla="*/ 15 w 180"/>
                    <a:gd name="T71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80" h="30">
                      <a:moveTo>
                        <a:pt x="15" y="30"/>
                      </a:moveTo>
                      <a:lnTo>
                        <a:pt x="165" y="30"/>
                      </a:lnTo>
                      <a:lnTo>
                        <a:pt x="168" y="29"/>
                      </a:lnTo>
                      <a:lnTo>
                        <a:pt x="172" y="29"/>
                      </a:lnTo>
                      <a:lnTo>
                        <a:pt x="174" y="27"/>
                      </a:lnTo>
                      <a:lnTo>
                        <a:pt x="176" y="26"/>
                      </a:lnTo>
                      <a:lnTo>
                        <a:pt x="178" y="24"/>
                      </a:lnTo>
                      <a:lnTo>
                        <a:pt x="179" y="20"/>
                      </a:lnTo>
                      <a:lnTo>
                        <a:pt x="180" y="18"/>
                      </a:lnTo>
                      <a:lnTo>
                        <a:pt x="180" y="15"/>
                      </a:lnTo>
                      <a:lnTo>
                        <a:pt x="180" y="12"/>
                      </a:lnTo>
                      <a:lnTo>
                        <a:pt x="179" y="9"/>
                      </a:lnTo>
                      <a:lnTo>
                        <a:pt x="178" y="7"/>
                      </a:lnTo>
                      <a:lnTo>
                        <a:pt x="176" y="4"/>
                      </a:lnTo>
                      <a:lnTo>
                        <a:pt x="174" y="2"/>
                      </a:lnTo>
                      <a:lnTo>
                        <a:pt x="172" y="1"/>
                      </a:lnTo>
                      <a:lnTo>
                        <a:pt x="168" y="0"/>
                      </a:lnTo>
                      <a:lnTo>
                        <a:pt x="165" y="0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9" y="1"/>
                      </a:lnTo>
                      <a:lnTo>
                        <a:pt x="6" y="2"/>
                      </a:lnTo>
                      <a:lnTo>
                        <a:pt x="4" y="4"/>
                      </a:lnTo>
                      <a:lnTo>
                        <a:pt x="2" y="7"/>
                      </a:lnTo>
                      <a:lnTo>
                        <a:pt x="1" y="9"/>
                      </a:lnTo>
                      <a:lnTo>
                        <a:pt x="0" y="12"/>
                      </a:lnTo>
                      <a:lnTo>
                        <a:pt x="0" y="15"/>
                      </a:lnTo>
                      <a:lnTo>
                        <a:pt x="0" y="18"/>
                      </a:lnTo>
                      <a:lnTo>
                        <a:pt x="1" y="20"/>
                      </a:lnTo>
                      <a:lnTo>
                        <a:pt x="2" y="24"/>
                      </a:lnTo>
                      <a:lnTo>
                        <a:pt x="4" y="26"/>
                      </a:lnTo>
                      <a:lnTo>
                        <a:pt x="6" y="27"/>
                      </a:lnTo>
                      <a:lnTo>
                        <a:pt x="9" y="29"/>
                      </a:lnTo>
                      <a:lnTo>
                        <a:pt x="12" y="29"/>
                      </a:lnTo>
                      <a:lnTo>
                        <a:pt x="15" y="30"/>
                      </a:lnTo>
                      <a:lnTo>
                        <a:pt x="15" y="3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51" name="Freeform 336">
                  <a:extLst>
                    <a:ext uri="{FF2B5EF4-FFF2-40B4-BE49-F238E27FC236}">
                      <a16:creationId xmlns:a16="http://schemas.microsoft.com/office/drawing/2014/main" id="{3C5D5841-424D-3AC0-C825-12C7D8DEE2F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607676" y="893763"/>
                  <a:ext cx="47625" cy="49212"/>
                </a:xfrm>
                <a:custGeom>
                  <a:avLst/>
                  <a:gdLst>
                    <a:gd name="T0" fmla="*/ 84 w 150"/>
                    <a:gd name="T1" fmla="*/ 31 h 151"/>
                    <a:gd name="T2" fmla="*/ 100 w 150"/>
                    <a:gd name="T3" fmla="*/ 37 h 151"/>
                    <a:gd name="T4" fmla="*/ 113 w 150"/>
                    <a:gd name="T5" fmla="*/ 50 h 151"/>
                    <a:gd name="T6" fmla="*/ 119 w 150"/>
                    <a:gd name="T7" fmla="*/ 66 h 151"/>
                    <a:gd name="T8" fmla="*/ 119 w 150"/>
                    <a:gd name="T9" fmla="*/ 84 h 151"/>
                    <a:gd name="T10" fmla="*/ 113 w 150"/>
                    <a:gd name="T11" fmla="*/ 101 h 151"/>
                    <a:gd name="T12" fmla="*/ 100 w 150"/>
                    <a:gd name="T13" fmla="*/ 112 h 151"/>
                    <a:gd name="T14" fmla="*/ 84 w 150"/>
                    <a:gd name="T15" fmla="*/ 120 h 151"/>
                    <a:gd name="T16" fmla="*/ 66 w 150"/>
                    <a:gd name="T17" fmla="*/ 120 h 151"/>
                    <a:gd name="T18" fmla="*/ 50 w 150"/>
                    <a:gd name="T19" fmla="*/ 112 h 151"/>
                    <a:gd name="T20" fmla="*/ 38 w 150"/>
                    <a:gd name="T21" fmla="*/ 101 h 151"/>
                    <a:gd name="T22" fmla="*/ 30 w 150"/>
                    <a:gd name="T23" fmla="*/ 84 h 151"/>
                    <a:gd name="T24" fmla="*/ 30 w 150"/>
                    <a:gd name="T25" fmla="*/ 66 h 151"/>
                    <a:gd name="T26" fmla="*/ 38 w 150"/>
                    <a:gd name="T27" fmla="*/ 50 h 151"/>
                    <a:gd name="T28" fmla="*/ 50 w 150"/>
                    <a:gd name="T29" fmla="*/ 37 h 151"/>
                    <a:gd name="T30" fmla="*/ 66 w 150"/>
                    <a:gd name="T31" fmla="*/ 31 h 151"/>
                    <a:gd name="T32" fmla="*/ 75 w 150"/>
                    <a:gd name="T33" fmla="*/ 150 h 151"/>
                    <a:gd name="T34" fmla="*/ 90 w 150"/>
                    <a:gd name="T35" fmla="*/ 149 h 151"/>
                    <a:gd name="T36" fmla="*/ 104 w 150"/>
                    <a:gd name="T37" fmla="*/ 145 h 151"/>
                    <a:gd name="T38" fmla="*/ 117 w 150"/>
                    <a:gd name="T39" fmla="*/ 137 h 151"/>
                    <a:gd name="T40" fmla="*/ 128 w 150"/>
                    <a:gd name="T41" fmla="*/ 128 h 151"/>
                    <a:gd name="T42" fmla="*/ 138 w 150"/>
                    <a:gd name="T43" fmla="*/ 118 h 151"/>
                    <a:gd name="T44" fmla="*/ 144 w 150"/>
                    <a:gd name="T45" fmla="*/ 105 h 151"/>
                    <a:gd name="T46" fmla="*/ 148 w 150"/>
                    <a:gd name="T47" fmla="*/ 90 h 151"/>
                    <a:gd name="T48" fmla="*/ 150 w 150"/>
                    <a:gd name="T49" fmla="*/ 75 h 151"/>
                    <a:gd name="T50" fmla="*/ 148 w 150"/>
                    <a:gd name="T51" fmla="*/ 60 h 151"/>
                    <a:gd name="T52" fmla="*/ 144 w 150"/>
                    <a:gd name="T53" fmla="*/ 46 h 151"/>
                    <a:gd name="T54" fmla="*/ 138 w 150"/>
                    <a:gd name="T55" fmla="*/ 33 h 151"/>
                    <a:gd name="T56" fmla="*/ 128 w 150"/>
                    <a:gd name="T57" fmla="*/ 22 h 151"/>
                    <a:gd name="T58" fmla="*/ 117 w 150"/>
                    <a:gd name="T59" fmla="*/ 13 h 151"/>
                    <a:gd name="T60" fmla="*/ 104 w 150"/>
                    <a:gd name="T61" fmla="*/ 6 h 151"/>
                    <a:gd name="T62" fmla="*/ 90 w 150"/>
                    <a:gd name="T63" fmla="*/ 2 h 151"/>
                    <a:gd name="T64" fmla="*/ 75 w 150"/>
                    <a:gd name="T65" fmla="*/ 0 h 151"/>
                    <a:gd name="T66" fmla="*/ 60 w 150"/>
                    <a:gd name="T67" fmla="*/ 2 h 151"/>
                    <a:gd name="T68" fmla="*/ 45 w 150"/>
                    <a:gd name="T69" fmla="*/ 6 h 151"/>
                    <a:gd name="T70" fmla="*/ 32 w 150"/>
                    <a:gd name="T71" fmla="*/ 13 h 151"/>
                    <a:gd name="T72" fmla="*/ 22 w 150"/>
                    <a:gd name="T73" fmla="*/ 22 h 151"/>
                    <a:gd name="T74" fmla="*/ 13 w 150"/>
                    <a:gd name="T75" fmla="*/ 33 h 151"/>
                    <a:gd name="T76" fmla="*/ 6 w 150"/>
                    <a:gd name="T77" fmla="*/ 46 h 151"/>
                    <a:gd name="T78" fmla="*/ 1 w 150"/>
                    <a:gd name="T79" fmla="*/ 60 h 151"/>
                    <a:gd name="T80" fmla="*/ 0 w 150"/>
                    <a:gd name="T81" fmla="*/ 75 h 151"/>
                    <a:gd name="T82" fmla="*/ 1 w 150"/>
                    <a:gd name="T83" fmla="*/ 90 h 151"/>
                    <a:gd name="T84" fmla="*/ 6 w 150"/>
                    <a:gd name="T85" fmla="*/ 105 h 151"/>
                    <a:gd name="T86" fmla="*/ 13 w 150"/>
                    <a:gd name="T87" fmla="*/ 117 h 151"/>
                    <a:gd name="T88" fmla="*/ 22 w 150"/>
                    <a:gd name="T89" fmla="*/ 128 h 151"/>
                    <a:gd name="T90" fmla="*/ 32 w 150"/>
                    <a:gd name="T91" fmla="*/ 137 h 151"/>
                    <a:gd name="T92" fmla="*/ 45 w 150"/>
                    <a:gd name="T93" fmla="*/ 145 h 151"/>
                    <a:gd name="T94" fmla="*/ 60 w 150"/>
                    <a:gd name="T95" fmla="*/ 149 h 151"/>
                    <a:gd name="T96" fmla="*/ 75 w 150"/>
                    <a:gd name="T97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50" h="151">
                      <a:moveTo>
                        <a:pt x="75" y="30"/>
                      </a:moveTo>
                      <a:lnTo>
                        <a:pt x="84" y="31"/>
                      </a:lnTo>
                      <a:lnTo>
                        <a:pt x="93" y="34"/>
                      </a:lnTo>
                      <a:lnTo>
                        <a:pt x="100" y="37"/>
                      </a:lnTo>
                      <a:lnTo>
                        <a:pt x="106" y="44"/>
                      </a:lnTo>
                      <a:lnTo>
                        <a:pt x="113" y="50"/>
                      </a:lnTo>
                      <a:lnTo>
                        <a:pt x="116" y="58"/>
                      </a:lnTo>
                      <a:lnTo>
                        <a:pt x="119" y="66"/>
                      </a:lnTo>
                      <a:lnTo>
                        <a:pt x="120" y="75"/>
                      </a:lnTo>
                      <a:lnTo>
                        <a:pt x="119" y="84"/>
                      </a:lnTo>
                      <a:lnTo>
                        <a:pt x="116" y="93"/>
                      </a:lnTo>
                      <a:lnTo>
                        <a:pt x="113" y="101"/>
                      </a:lnTo>
                      <a:lnTo>
                        <a:pt x="106" y="107"/>
                      </a:lnTo>
                      <a:lnTo>
                        <a:pt x="100" y="112"/>
                      </a:lnTo>
                      <a:lnTo>
                        <a:pt x="93" y="117"/>
                      </a:lnTo>
                      <a:lnTo>
                        <a:pt x="84" y="120"/>
                      </a:lnTo>
                      <a:lnTo>
                        <a:pt x="75" y="120"/>
                      </a:lnTo>
                      <a:lnTo>
                        <a:pt x="66" y="120"/>
                      </a:lnTo>
                      <a:lnTo>
                        <a:pt x="57" y="117"/>
                      </a:lnTo>
                      <a:lnTo>
                        <a:pt x="50" y="112"/>
                      </a:lnTo>
                      <a:lnTo>
                        <a:pt x="43" y="107"/>
                      </a:lnTo>
                      <a:lnTo>
                        <a:pt x="38" y="101"/>
                      </a:lnTo>
                      <a:lnTo>
                        <a:pt x="34" y="93"/>
                      </a:lnTo>
                      <a:lnTo>
                        <a:pt x="30" y="84"/>
                      </a:lnTo>
                      <a:lnTo>
                        <a:pt x="30" y="75"/>
                      </a:lnTo>
                      <a:lnTo>
                        <a:pt x="30" y="66"/>
                      </a:lnTo>
                      <a:lnTo>
                        <a:pt x="34" y="58"/>
                      </a:lnTo>
                      <a:lnTo>
                        <a:pt x="38" y="50"/>
                      </a:lnTo>
                      <a:lnTo>
                        <a:pt x="43" y="44"/>
                      </a:lnTo>
                      <a:lnTo>
                        <a:pt x="50" y="37"/>
                      </a:lnTo>
                      <a:lnTo>
                        <a:pt x="57" y="34"/>
                      </a:lnTo>
                      <a:lnTo>
                        <a:pt x="66" y="31"/>
                      </a:lnTo>
                      <a:lnTo>
                        <a:pt x="75" y="30"/>
                      </a:lnTo>
                      <a:close/>
                      <a:moveTo>
                        <a:pt x="75" y="150"/>
                      </a:moveTo>
                      <a:lnTo>
                        <a:pt x="83" y="150"/>
                      </a:lnTo>
                      <a:lnTo>
                        <a:pt x="90" y="149"/>
                      </a:lnTo>
                      <a:lnTo>
                        <a:pt x="98" y="147"/>
                      </a:lnTo>
                      <a:lnTo>
                        <a:pt x="104" y="145"/>
                      </a:lnTo>
                      <a:lnTo>
                        <a:pt x="111" y="141"/>
                      </a:lnTo>
                      <a:lnTo>
                        <a:pt x="117" y="137"/>
                      </a:lnTo>
                      <a:lnTo>
                        <a:pt x="123" y="133"/>
                      </a:lnTo>
                      <a:lnTo>
                        <a:pt x="128" y="128"/>
                      </a:lnTo>
                      <a:lnTo>
                        <a:pt x="133" y="123"/>
                      </a:lnTo>
                      <a:lnTo>
                        <a:pt x="138" y="118"/>
                      </a:lnTo>
                      <a:lnTo>
                        <a:pt x="141" y="111"/>
                      </a:lnTo>
                      <a:lnTo>
                        <a:pt x="144" y="105"/>
                      </a:lnTo>
                      <a:lnTo>
                        <a:pt x="147" y="97"/>
                      </a:lnTo>
                      <a:lnTo>
                        <a:pt x="148" y="90"/>
                      </a:lnTo>
                      <a:lnTo>
                        <a:pt x="150" y="83"/>
                      </a:lnTo>
                      <a:lnTo>
                        <a:pt x="150" y="75"/>
                      </a:lnTo>
                      <a:lnTo>
                        <a:pt x="150" y="67"/>
                      </a:lnTo>
                      <a:lnTo>
                        <a:pt x="148" y="60"/>
                      </a:lnTo>
                      <a:lnTo>
                        <a:pt x="147" y="52"/>
                      </a:lnTo>
                      <a:lnTo>
                        <a:pt x="144" y="46"/>
                      </a:lnTo>
                      <a:lnTo>
                        <a:pt x="141" y="39"/>
                      </a:lnTo>
                      <a:lnTo>
                        <a:pt x="138" y="33"/>
                      </a:lnTo>
                      <a:lnTo>
                        <a:pt x="133" y="28"/>
                      </a:lnTo>
                      <a:lnTo>
                        <a:pt x="128" y="22"/>
                      </a:lnTo>
                      <a:lnTo>
                        <a:pt x="123" y="17"/>
                      </a:lnTo>
                      <a:lnTo>
                        <a:pt x="117" y="13"/>
                      </a:lnTo>
                      <a:lnTo>
                        <a:pt x="111" y="9"/>
                      </a:lnTo>
                      <a:lnTo>
                        <a:pt x="104" y="6"/>
                      </a:lnTo>
                      <a:lnTo>
                        <a:pt x="98" y="3"/>
                      </a:lnTo>
                      <a:lnTo>
                        <a:pt x="90" y="2"/>
                      </a:lnTo>
                      <a:lnTo>
                        <a:pt x="83" y="1"/>
                      </a:lnTo>
                      <a:lnTo>
                        <a:pt x="75" y="0"/>
                      </a:lnTo>
                      <a:lnTo>
                        <a:pt x="68" y="1"/>
                      </a:lnTo>
                      <a:lnTo>
                        <a:pt x="60" y="2"/>
                      </a:lnTo>
                      <a:lnTo>
                        <a:pt x="53" y="3"/>
                      </a:lnTo>
                      <a:lnTo>
                        <a:pt x="45" y="6"/>
                      </a:lnTo>
                      <a:lnTo>
                        <a:pt x="39" y="9"/>
                      </a:lnTo>
                      <a:lnTo>
                        <a:pt x="32" y="13"/>
                      </a:lnTo>
                      <a:lnTo>
                        <a:pt x="27" y="17"/>
                      </a:lnTo>
                      <a:lnTo>
                        <a:pt x="22" y="22"/>
                      </a:lnTo>
                      <a:lnTo>
                        <a:pt x="17" y="28"/>
                      </a:lnTo>
                      <a:lnTo>
                        <a:pt x="13" y="33"/>
                      </a:lnTo>
                      <a:lnTo>
                        <a:pt x="9" y="39"/>
                      </a:lnTo>
                      <a:lnTo>
                        <a:pt x="6" y="46"/>
                      </a:lnTo>
                      <a:lnTo>
                        <a:pt x="4" y="53"/>
                      </a:lnTo>
                      <a:lnTo>
                        <a:pt x="1" y="60"/>
                      </a:lnTo>
                      <a:lnTo>
                        <a:pt x="0" y="67"/>
                      </a:lnTo>
                      <a:lnTo>
                        <a:pt x="0" y="75"/>
                      </a:lnTo>
                      <a:lnTo>
                        <a:pt x="0" y="83"/>
                      </a:lnTo>
                      <a:lnTo>
                        <a:pt x="1" y="90"/>
                      </a:lnTo>
                      <a:lnTo>
                        <a:pt x="4" y="97"/>
                      </a:lnTo>
                      <a:lnTo>
                        <a:pt x="6" y="105"/>
                      </a:lnTo>
                      <a:lnTo>
                        <a:pt x="9" y="111"/>
                      </a:lnTo>
                      <a:lnTo>
                        <a:pt x="13" y="117"/>
                      </a:lnTo>
                      <a:lnTo>
                        <a:pt x="17" y="123"/>
                      </a:lnTo>
                      <a:lnTo>
                        <a:pt x="22" y="128"/>
                      </a:lnTo>
                      <a:lnTo>
                        <a:pt x="27" y="133"/>
                      </a:lnTo>
                      <a:lnTo>
                        <a:pt x="32" y="137"/>
                      </a:lnTo>
                      <a:lnTo>
                        <a:pt x="39" y="141"/>
                      </a:lnTo>
                      <a:lnTo>
                        <a:pt x="45" y="145"/>
                      </a:lnTo>
                      <a:lnTo>
                        <a:pt x="53" y="147"/>
                      </a:lnTo>
                      <a:lnTo>
                        <a:pt x="60" y="149"/>
                      </a:lnTo>
                      <a:lnTo>
                        <a:pt x="68" y="150"/>
                      </a:lnTo>
                      <a:lnTo>
                        <a:pt x="75" y="151"/>
                      </a:lnTo>
                      <a:lnTo>
                        <a:pt x="75" y="15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3696EC9-BB5D-C7F6-6AA2-A1AA210891E0}"/>
                  </a:ext>
                </a:extLst>
              </p:cNvPr>
              <p:cNvGrpSpPr/>
              <p:nvPr/>
            </p:nvGrpSpPr>
            <p:grpSpPr>
              <a:xfrm>
                <a:off x="9338099" y="2773452"/>
                <a:ext cx="710444" cy="548624"/>
                <a:chOff x="7018338" y="2565400"/>
                <a:chExt cx="285750" cy="220663"/>
              </a:xfrm>
              <a:solidFill>
                <a:schemeClr val="tx2"/>
              </a:solidFill>
            </p:grpSpPr>
            <p:sp>
              <p:nvSpPr>
                <p:cNvPr id="47" name="Freeform 225">
                  <a:extLst>
                    <a:ext uri="{FF2B5EF4-FFF2-40B4-BE49-F238E27FC236}">
                      <a16:creationId xmlns:a16="http://schemas.microsoft.com/office/drawing/2014/main" id="{E325D6D2-7CAB-C751-1DF5-3F11F21C8FD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18338" y="2565400"/>
                  <a:ext cx="85725" cy="220663"/>
                </a:xfrm>
                <a:custGeom>
                  <a:avLst/>
                  <a:gdLst>
                    <a:gd name="T0" fmla="*/ 181 w 271"/>
                    <a:gd name="T1" fmla="*/ 60 h 691"/>
                    <a:gd name="T2" fmla="*/ 182 w 271"/>
                    <a:gd name="T3" fmla="*/ 46 h 691"/>
                    <a:gd name="T4" fmla="*/ 187 w 271"/>
                    <a:gd name="T5" fmla="*/ 37 h 691"/>
                    <a:gd name="T6" fmla="*/ 197 w 271"/>
                    <a:gd name="T7" fmla="*/ 31 h 691"/>
                    <a:gd name="T8" fmla="*/ 211 w 271"/>
                    <a:gd name="T9" fmla="*/ 30 h 691"/>
                    <a:gd name="T10" fmla="*/ 225 w 271"/>
                    <a:gd name="T11" fmla="*/ 31 h 691"/>
                    <a:gd name="T12" fmla="*/ 234 w 271"/>
                    <a:gd name="T13" fmla="*/ 37 h 691"/>
                    <a:gd name="T14" fmla="*/ 239 w 271"/>
                    <a:gd name="T15" fmla="*/ 46 h 691"/>
                    <a:gd name="T16" fmla="*/ 241 w 271"/>
                    <a:gd name="T17" fmla="*/ 60 h 691"/>
                    <a:gd name="T18" fmla="*/ 181 w 271"/>
                    <a:gd name="T19" fmla="*/ 661 h 691"/>
                    <a:gd name="T20" fmla="*/ 204 w 271"/>
                    <a:gd name="T21" fmla="*/ 0 h 691"/>
                    <a:gd name="T22" fmla="*/ 191 w 271"/>
                    <a:gd name="T23" fmla="*/ 3 h 691"/>
                    <a:gd name="T24" fmla="*/ 180 w 271"/>
                    <a:gd name="T25" fmla="*/ 6 h 691"/>
                    <a:gd name="T26" fmla="*/ 170 w 271"/>
                    <a:gd name="T27" fmla="*/ 12 h 691"/>
                    <a:gd name="T28" fmla="*/ 163 w 271"/>
                    <a:gd name="T29" fmla="*/ 20 h 691"/>
                    <a:gd name="T30" fmla="*/ 156 w 271"/>
                    <a:gd name="T31" fmla="*/ 29 h 691"/>
                    <a:gd name="T32" fmla="*/ 153 w 271"/>
                    <a:gd name="T33" fmla="*/ 40 h 691"/>
                    <a:gd name="T34" fmla="*/ 151 w 271"/>
                    <a:gd name="T35" fmla="*/ 53 h 691"/>
                    <a:gd name="T36" fmla="*/ 151 w 271"/>
                    <a:gd name="T37" fmla="*/ 481 h 691"/>
                    <a:gd name="T38" fmla="*/ 73 w 271"/>
                    <a:gd name="T39" fmla="*/ 481 h 691"/>
                    <a:gd name="T40" fmla="*/ 67 w 271"/>
                    <a:gd name="T41" fmla="*/ 484 h 691"/>
                    <a:gd name="T42" fmla="*/ 63 w 271"/>
                    <a:gd name="T43" fmla="*/ 488 h 691"/>
                    <a:gd name="T44" fmla="*/ 61 w 271"/>
                    <a:gd name="T45" fmla="*/ 493 h 691"/>
                    <a:gd name="T46" fmla="*/ 61 w 271"/>
                    <a:gd name="T47" fmla="*/ 500 h 691"/>
                    <a:gd name="T48" fmla="*/ 63 w 271"/>
                    <a:gd name="T49" fmla="*/ 505 h 691"/>
                    <a:gd name="T50" fmla="*/ 67 w 271"/>
                    <a:gd name="T51" fmla="*/ 508 h 691"/>
                    <a:gd name="T52" fmla="*/ 73 w 271"/>
                    <a:gd name="T53" fmla="*/ 510 h 691"/>
                    <a:gd name="T54" fmla="*/ 151 w 271"/>
                    <a:gd name="T55" fmla="*/ 511 h 691"/>
                    <a:gd name="T56" fmla="*/ 15 w 271"/>
                    <a:gd name="T57" fmla="*/ 661 h 691"/>
                    <a:gd name="T58" fmla="*/ 10 w 271"/>
                    <a:gd name="T59" fmla="*/ 662 h 691"/>
                    <a:gd name="T60" fmla="*/ 4 w 271"/>
                    <a:gd name="T61" fmla="*/ 666 h 691"/>
                    <a:gd name="T62" fmla="*/ 1 w 271"/>
                    <a:gd name="T63" fmla="*/ 671 h 691"/>
                    <a:gd name="T64" fmla="*/ 0 w 271"/>
                    <a:gd name="T65" fmla="*/ 676 h 691"/>
                    <a:gd name="T66" fmla="*/ 1 w 271"/>
                    <a:gd name="T67" fmla="*/ 683 h 691"/>
                    <a:gd name="T68" fmla="*/ 4 w 271"/>
                    <a:gd name="T69" fmla="*/ 687 h 691"/>
                    <a:gd name="T70" fmla="*/ 10 w 271"/>
                    <a:gd name="T71" fmla="*/ 690 h 691"/>
                    <a:gd name="T72" fmla="*/ 15 w 271"/>
                    <a:gd name="T73" fmla="*/ 691 h 691"/>
                    <a:gd name="T74" fmla="*/ 256 w 271"/>
                    <a:gd name="T75" fmla="*/ 691 h 691"/>
                    <a:gd name="T76" fmla="*/ 261 w 271"/>
                    <a:gd name="T77" fmla="*/ 690 h 691"/>
                    <a:gd name="T78" fmla="*/ 267 w 271"/>
                    <a:gd name="T79" fmla="*/ 687 h 691"/>
                    <a:gd name="T80" fmla="*/ 270 w 271"/>
                    <a:gd name="T81" fmla="*/ 683 h 691"/>
                    <a:gd name="T82" fmla="*/ 271 w 271"/>
                    <a:gd name="T83" fmla="*/ 676 h 691"/>
                    <a:gd name="T84" fmla="*/ 271 w 271"/>
                    <a:gd name="T85" fmla="*/ 53 h 691"/>
                    <a:gd name="T86" fmla="*/ 269 w 271"/>
                    <a:gd name="T87" fmla="*/ 40 h 691"/>
                    <a:gd name="T88" fmla="*/ 265 w 271"/>
                    <a:gd name="T89" fmla="*/ 29 h 691"/>
                    <a:gd name="T90" fmla="*/ 259 w 271"/>
                    <a:gd name="T91" fmla="*/ 20 h 691"/>
                    <a:gd name="T92" fmla="*/ 251 w 271"/>
                    <a:gd name="T93" fmla="*/ 12 h 691"/>
                    <a:gd name="T94" fmla="*/ 242 w 271"/>
                    <a:gd name="T95" fmla="*/ 6 h 691"/>
                    <a:gd name="T96" fmla="*/ 230 w 271"/>
                    <a:gd name="T97" fmla="*/ 3 h 691"/>
                    <a:gd name="T98" fmla="*/ 217 w 271"/>
                    <a:gd name="T99" fmla="*/ 0 h 6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71" h="691">
                      <a:moveTo>
                        <a:pt x="181" y="661"/>
                      </a:moveTo>
                      <a:lnTo>
                        <a:pt x="181" y="60"/>
                      </a:lnTo>
                      <a:lnTo>
                        <a:pt x="181" y="53"/>
                      </a:lnTo>
                      <a:lnTo>
                        <a:pt x="182" y="46"/>
                      </a:lnTo>
                      <a:lnTo>
                        <a:pt x="184" y="41"/>
                      </a:lnTo>
                      <a:lnTo>
                        <a:pt x="187" y="37"/>
                      </a:lnTo>
                      <a:lnTo>
                        <a:pt x="192" y="34"/>
                      </a:lnTo>
                      <a:lnTo>
                        <a:pt x="197" y="31"/>
                      </a:lnTo>
                      <a:lnTo>
                        <a:pt x="204" y="30"/>
                      </a:lnTo>
                      <a:lnTo>
                        <a:pt x="211" y="30"/>
                      </a:lnTo>
                      <a:lnTo>
                        <a:pt x="219" y="30"/>
                      </a:lnTo>
                      <a:lnTo>
                        <a:pt x="225" y="31"/>
                      </a:lnTo>
                      <a:lnTo>
                        <a:pt x="229" y="34"/>
                      </a:lnTo>
                      <a:lnTo>
                        <a:pt x="234" y="37"/>
                      </a:lnTo>
                      <a:lnTo>
                        <a:pt x="237" y="41"/>
                      </a:lnTo>
                      <a:lnTo>
                        <a:pt x="239" y="46"/>
                      </a:lnTo>
                      <a:lnTo>
                        <a:pt x="240" y="53"/>
                      </a:lnTo>
                      <a:lnTo>
                        <a:pt x="241" y="60"/>
                      </a:lnTo>
                      <a:lnTo>
                        <a:pt x="241" y="661"/>
                      </a:lnTo>
                      <a:lnTo>
                        <a:pt x="181" y="661"/>
                      </a:lnTo>
                      <a:close/>
                      <a:moveTo>
                        <a:pt x="211" y="0"/>
                      </a:moveTo>
                      <a:lnTo>
                        <a:pt x="204" y="0"/>
                      </a:lnTo>
                      <a:lnTo>
                        <a:pt x="197" y="0"/>
                      </a:lnTo>
                      <a:lnTo>
                        <a:pt x="191" y="3"/>
                      </a:lnTo>
                      <a:lnTo>
                        <a:pt x="185" y="4"/>
                      </a:lnTo>
                      <a:lnTo>
                        <a:pt x="180" y="6"/>
                      </a:lnTo>
                      <a:lnTo>
                        <a:pt x="175" y="9"/>
                      </a:lnTo>
                      <a:lnTo>
                        <a:pt x="170" y="12"/>
                      </a:lnTo>
                      <a:lnTo>
                        <a:pt x="166" y="15"/>
                      </a:lnTo>
                      <a:lnTo>
                        <a:pt x="163" y="20"/>
                      </a:lnTo>
                      <a:lnTo>
                        <a:pt x="160" y="24"/>
                      </a:lnTo>
                      <a:lnTo>
                        <a:pt x="156" y="29"/>
                      </a:lnTo>
                      <a:lnTo>
                        <a:pt x="154" y="35"/>
                      </a:lnTo>
                      <a:lnTo>
                        <a:pt x="153" y="40"/>
                      </a:lnTo>
                      <a:lnTo>
                        <a:pt x="152" y="46"/>
                      </a:lnTo>
                      <a:lnTo>
                        <a:pt x="151" y="53"/>
                      </a:lnTo>
                      <a:lnTo>
                        <a:pt x="151" y="60"/>
                      </a:lnTo>
                      <a:lnTo>
                        <a:pt x="151" y="481"/>
                      </a:lnTo>
                      <a:lnTo>
                        <a:pt x="75" y="481"/>
                      </a:lnTo>
                      <a:lnTo>
                        <a:pt x="73" y="481"/>
                      </a:lnTo>
                      <a:lnTo>
                        <a:pt x="70" y="482"/>
                      </a:lnTo>
                      <a:lnTo>
                        <a:pt x="67" y="484"/>
                      </a:lnTo>
                      <a:lnTo>
                        <a:pt x="65" y="486"/>
                      </a:lnTo>
                      <a:lnTo>
                        <a:pt x="63" y="488"/>
                      </a:lnTo>
                      <a:lnTo>
                        <a:pt x="61" y="490"/>
                      </a:lnTo>
                      <a:lnTo>
                        <a:pt x="61" y="493"/>
                      </a:lnTo>
                      <a:lnTo>
                        <a:pt x="60" y="496"/>
                      </a:lnTo>
                      <a:lnTo>
                        <a:pt x="61" y="500"/>
                      </a:lnTo>
                      <a:lnTo>
                        <a:pt x="61" y="502"/>
                      </a:lnTo>
                      <a:lnTo>
                        <a:pt x="63" y="505"/>
                      </a:lnTo>
                      <a:lnTo>
                        <a:pt x="65" y="507"/>
                      </a:lnTo>
                      <a:lnTo>
                        <a:pt x="67" y="508"/>
                      </a:lnTo>
                      <a:lnTo>
                        <a:pt x="70" y="510"/>
                      </a:lnTo>
                      <a:lnTo>
                        <a:pt x="73" y="510"/>
                      </a:lnTo>
                      <a:lnTo>
                        <a:pt x="75" y="511"/>
                      </a:lnTo>
                      <a:lnTo>
                        <a:pt x="151" y="511"/>
                      </a:lnTo>
                      <a:lnTo>
                        <a:pt x="151" y="661"/>
                      </a:lnTo>
                      <a:lnTo>
                        <a:pt x="15" y="661"/>
                      </a:lnTo>
                      <a:lnTo>
                        <a:pt x="12" y="661"/>
                      </a:lnTo>
                      <a:lnTo>
                        <a:pt x="10" y="662"/>
                      </a:lnTo>
                      <a:lnTo>
                        <a:pt x="6" y="663"/>
                      </a:lnTo>
                      <a:lnTo>
                        <a:pt x="4" y="666"/>
                      </a:lnTo>
                      <a:lnTo>
                        <a:pt x="3" y="668"/>
                      </a:lnTo>
                      <a:lnTo>
                        <a:pt x="1" y="671"/>
                      </a:lnTo>
                      <a:lnTo>
                        <a:pt x="1" y="673"/>
                      </a:lnTo>
                      <a:lnTo>
                        <a:pt x="0" y="676"/>
                      </a:lnTo>
                      <a:lnTo>
                        <a:pt x="1" y="680"/>
                      </a:lnTo>
                      <a:lnTo>
                        <a:pt x="1" y="683"/>
                      </a:lnTo>
                      <a:lnTo>
                        <a:pt x="3" y="685"/>
                      </a:lnTo>
                      <a:lnTo>
                        <a:pt x="4" y="687"/>
                      </a:lnTo>
                      <a:lnTo>
                        <a:pt x="6" y="689"/>
                      </a:lnTo>
                      <a:lnTo>
                        <a:pt x="10" y="690"/>
                      </a:lnTo>
                      <a:lnTo>
                        <a:pt x="12" y="691"/>
                      </a:lnTo>
                      <a:lnTo>
                        <a:pt x="15" y="691"/>
                      </a:lnTo>
                      <a:lnTo>
                        <a:pt x="166" y="691"/>
                      </a:lnTo>
                      <a:lnTo>
                        <a:pt x="256" y="691"/>
                      </a:lnTo>
                      <a:lnTo>
                        <a:pt x="259" y="691"/>
                      </a:lnTo>
                      <a:lnTo>
                        <a:pt x="261" y="690"/>
                      </a:lnTo>
                      <a:lnTo>
                        <a:pt x="265" y="689"/>
                      </a:lnTo>
                      <a:lnTo>
                        <a:pt x="267" y="687"/>
                      </a:lnTo>
                      <a:lnTo>
                        <a:pt x="268" y="685"/>
                      </a:lnTo>
                      <a:lnTo>
                        <a:pt x="270" y="683"/>
                      </a:lnTo>
                      <a:lnTo>
                        <a:pt x="271" y="680"/>
                      </a:lnTo>
                      <a:lnTo>
                        <a:pt x="271" y="676"/>
                      </a:lnTo>
                      <a:lnTo>
                        <a:pt x="271" y="60"/>
                      </a:lnTo>
                      <a:lnTo>
                        <a:pt x="271" y="53"/>
                      </a:lnTo>
                      <a:lnTo>
                        <a:pt x="270" y="46"/>
                      </a:lnTo>
                      <a:lnTo>
                        <a:pt x="269" y="40"/>
                      </a:lnTo>
                      <a:lnTo>
                        <a:pt x="267" y="35"/>
                      </a:lnTo>
                      <a:lnTo>
                        <a:pt x="265" y="29"/>
                      </a:lnTo>
                      <a:lnTo>
                        <a:pt x="262" y="24"/>
                      </a:lnTo>
                      <a:lnTo>
                        <a:pt x="259" y="20"/>
                      </a:lnTo>
                      <a:lnTo>
                        <a:pt x="255" y="15"/>
                      </a:lnTo>
                      <a:lnTo>
                        <a:pt x="251" y="12"/>
                      </a:lnTo>
                      <a:lnTo>
                        <a:pt x="246" y="9"/>
                      </a:lnTo>
                      <a:lnTo>
                        <a:pt x="242" y="6"/>
                      </a:lnTo>
                      <a:lnTo>
                        <a:pt x="237" y="4"/>
                      </a:lnTo>
                      <a:lnTo>
                        <a:pt x="230" y="3"/>
                      </a:lnTo>
                      <a:lnTo>
                        <a:pt x="224" y="0"/>
                      </a:lnTo>
                      <a:lnTo>
                        <a:pt x="217" y="0"/>
                      </a:lnTo>
                      <a:lnTo>
                        <a:pt x="21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48" name="Freeform 226">
                  <a:extLst>
                    <a:ext uri="{FF2B5EF4-FFF2-40B4-BE49-F238E27FC236}">
                      <a16:creationId xmlns:a16="http://schemas.microsoft.com/office/drawing/2014/main" id="{60803841-02C9-BA6A-A430-57F5CB2B237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13588" y="2584450"/>
                  <a:ext cx="190500" cy="201613"/>
                </a:xfrm>
                <a:custGeom>
                  <a:avLst/>
                  <a:gdLst>
                    <a:gd name="T0" fmla="*/ 530 w 601"/>
                    <a:gd name="T1" fmla="*/ 499 h 631"/>
                    <a:gd name="T2" fmla="*/ 486 w 601"/>
                    <a:gd name="T3" fmla="*/ 458 h 631"/>
                    <a:gd name="T4" fmla="*/ 424 w 601"/>
                    <a:gd name="T5" fmla="*/ 456 h 631"/>
                    <a:gd name="T6" fmla="*/ 376 w 601"/>
                    <a:gd name="T7" fmla="*/ 491 h 631"/>
                    <a:gd name="T8" fmla="*/ 327 w 601"/>
                    <a:gd name="T9" fmla="*/ 541 h 631"/>
                    <a:gd name="T10" fmla="*/ 322 w 601"/>
                    <a:gd name="T11" fmla="*/ 466 h 631"/>
                    <a:gd name="T12" fmla="*/ 285 w 601"/>
                    <a:gd name="T13" fmla="*/ 417 h 631"/>
                    <a:gd name="T14" fmla="*/ 520 w 601"/>
                    <a:gd name="T15" fmla="*/ 330 h 631"/>
                    <a:gd name="T16" fmla="*/ 427 w 601"/>
                    <a:gd name="T17" fmla="*/ 597 h 631"/>
                    <a:gd name="T18" fmla="*/ 399 w 601"/>
                    <a:gd name="T19" fmla="*/ 570 h 631"/>
                    <a:gd name="T20" fmla="*/ 392 w 601"/>
                    <a:gd name="T21" fmla="*/ 530 h 631"/>
                    <a:gd name="T22" fmla="*/ 412 w 601"/>
                    <a:gd name="T23" fmla="*/ 495 h 631"/>
                    <a:gd name="T24" fmla="*/ 451 w 601"/>
                    <a:gd name="T25" fmla="*/ 481 h 631"/>
                    <a:gd name="T26" fmla="*/ 490 w 601"/>
                    <a:gd name="T27" fmla="*/ 495 h 631"/>
                    <a:gd name="T28" fmla="*/ 510 w 601"/>
                    <a:gd name="T29" fmla="*/ 530 h 631"/>
                    <a:gd name="T30" fmla="*/ 503 w 601"/>
                    <a:gd name="T31" fmla="*/ 570 h 631"/>
                    <a:gd name="T32" fmla="*/ 475 w 601"/>
                    <a:gd name="T33" fmla="*/ 597 h 631"/>
                    <a:gd name="T34" fmla="*/ 192 w 601"/>
                    <a:gd name="T35" fmla="*/ 599 h 631"/>
                    <a:gd name="T36" fmla="*/ 140 w 601"/>
                    <a:gd name="T37" fmla="*/ 568 h 631"/>
                    <a:gd name="T38" fmla="*/ 120 w 601"/>
                    <a:gd name="T39" fmla="*/ 511 h 631"/>
                    <a:gd name="T40" fmla="*/ 140 w 601"/>
                    <a:gd name="T41" fmla="*/ 454 h 631"/>
                    <a:gd name="T42" fmla="*/ 192 w 601"/>
                    <a:gd name="T43" fmla="*/ 422 h 631"/>
                    <a:gd name="T44" fmla="*/ 254 w 601"/>
                    <a:gd name="T45" fmla="*/ 432 h 631"/>
                    <a:gd name="T46" fmla="*/ 294 w 601"/>
                    <a:gd name="T47" fmla="*/ 476 h 631"/>
                    <a:gd name="T48" fmla="*/ 297 w 601"/>
                    <a:gd name="T49" fmla="*/ 538 h 631"/>
                    <a:gd name="T50" fmla="*/ 260 w 601"/>
                    <a:gd name="T51" fmla="*/ 586 h 631"/>
                    <a:gd name="T52" fmla="*/ 30 w 601"/>
                    <a:gd name="T53" fmla="*/ 541 h 631"/>
                    <a:gd name="T54" fmla="*/ 195 w 601"/>
                    <a:gd name="T55" fmla="*/ 285 h 631"/>
                    <a:gd name="T56" fmla="*/ 210 w 601"/>
                    <a:gd name="T57" fmla="*/ 268 h 631"/>
                    <a:gd name="T58" fmla="*/ 168 w 601"/>
                    <a:gd name="T59" fmla="*/ 223 h 631"/>
                    <a:gd name="T60" fmla="*/ 151 w 601"/>
                    <a:gd name="T61" fmla="*/ 232 h 631"/>
                    <a:gd name="T62" fmla="*/ 160 w 601"/>
                    <a:gd name="T63" fmla="*/ 254 h 631"/>
                    <a:gd name="T64" fmla="*/ 41 w 601"/>
                    <a:gd name="T65" fmla="*/ 279 h 631"/>
                    <a:gd name="T66" fmla="*/ 88 w 601"/>
                    <a:gd name="T67" fmla="*/ 177 h 631"/>
                    <a:gd name="T68" fmla="*/ 164 w 601"/>
                    <a:gd name="T69" fmla="*/ 97 h 631"/>
                    <a:gd name="T70" fmla="*/ 264 w 601"/>
                    <a:gd name="T71" fmla="*/ 45 h 631"/>
                    <a:gd name="T72" fmla="*/ 451 w 601"/>
                    <a:gd name="T73" fmla="*/ 30 h 631"/>
                    <a:gd name="T74" fmla="*/ 490 w 601"/>
                    <a:gd name="T75" fmla="*/ 43 h 631"/>
                    <a:gd name="T76" fmla="*/ 510 w 601"/>
                    <a:gd name="T77" fmla="*/ 78 h 631"/>
                    <a:gd name="T78" fmla="*/ 436 w 601"/>
                    <a:gd name="T79" fmla="*/ 148 h 631"/>
                    <a:gd name="T80" fmla="*/ 422 w 601"/>
                    <a:gd name="T81" fmla="*/ 135 h 631"/>
                    <a:gd name="T82" fmla="*/ 406 w 601"/>
                    <a:gd name="T83" fmla="*/ 146 h 631"/>
                    <a:gd name="T84" fmla="*/ 219 w 601"/>
                    <a:gd name="T85" fmla="*/ 391 h 631"/>
                    <a:gd name="T86" fmla="*/ 153 w 601"/>
                    <a:gd name="T87" fmla="*/ 405 h 631"/>
                    <a:gd name="T88" fmla="*/ 100 w 601"/>
                    <a:gd name="T89" fmla="*/ 464 h 631"/>
                    <a:gd name="T90" fmla="*/ 30 w 601"/>
                    <a:gd name="T91" fmla="*/ 541 h 631"/>
                    <a:gd name="T92" fmla="*/ 535 w 601"/>
                    <a:gd name="T93" fmla="*/ 55 h 631"/>
                    <a:gd name="T94" fmla="*/ 494 w 601"/>
                    <a:gd name="T95" fmla="*/ 11 h 631"/>
                    <a:gd name="T96" fmla="*/ 343 w 601"/>
                    <a:gd name="T97" fmla="*/ 0 h 631"/>
                    <a:gd name="T98" fmla="*/ 222 w 601"/>
                    <a:gd name="T99" fmla="*/ 29 h 631"/>
                    <a:gd name="T100" fmla="*/ 120 w 601"/>
                    <a:gd name="T101" fmla="*/ 95 h 631"/>
                    <a:gd name="T102" fmla="*/ 44 w 601"/>
                    <a:gd name="T103" fmla="*/ 190 h 631"/>
                    <a:gd name="T104" fmla="*/ 4 w 601"/>
                    <a:gd name="T105" fmla="*/ 307 h 631"/>
                    <a:gd name="T106" fmla="*/ 2 w 601"/>
                    <a:gd name="T107" fmla="*/ 565 h 631"/>
                    <a:gd name="T108" fmla="*/ 115 w 601"/>
                    <a:gd name="T109" fmla="*/ 584 h 631"/>
                    <a:gd name="T110" fmla="*/ 194 w 601"/>
                    <a:gd name="T111" fmla="*/ 630 h 631"/>
                    <a:gd name="T112" fmla="*/ 257 w 601"/>
                    <a:gd name="T113" fmla="*/ 622 h 631"/>
                    <a:gd name="T114" fmla="*/ 372 w 601"/>
                    <a:gd name="T115" fmla="*/ 584 h 631"/>
                    <a:gd name="T116" fmla="*/ 437 w 601"/>
                    <a:gd name="T117" fmla="*/ 630 h 631"/>
                    <a:gd name="T118" fmla="*/ 492 w 601"/>
                    <a:gd name="T119" fmla="*/ 622 h 631"/>
                    <a:gd name="T120" fmla="*/ 589 w 601"/>
                    <a:gd name="T121" fmla="*/ 571 h 631"/>
                    <a:gd name="T122" fmla="*/ 601 w 601"/>
                    <a:gd name="T123" fmla="*/ 556 h 6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01" h="631">
                      <a:moveTo>
                        <a:pt x="571" y="541"/>
                      </a:moveTo>
                      <a:lnTo>
                        <a:pt x="541" y="541"/>
                      </a:lnTo>
                      <a:lnTo>
                        <a:pt x="541" y="532"/>
                      </a:lnTo>
                      <a:lnTo>
                        <a:pt x="539" y="523"/>
                      </a:lnTo>
                      <a:lnTo>
                        <a:pt x="537" y="515"/>
                      </a:lnTo>
                      <a:lnTo>
                        <a:pt x="535" y="506"/>
                      </a:lnTo>
                      <a:lnTo>
                        <a:pt x="530" y="499"/>
                      </a:lnTo>
                      <a:lnTo>
                        <a:pt x="526" y="491"/>
                      </a:lnTo>
                      <a:lnTo>
                        <a:pt x="521" y="484"/>
                      </a:lnTo>
                      <a:lnTo>
                        <a:pt x="515" y="477"/>
                      </a:lnTo>
                      <a:lnTo>
                        <a:pt x="509" y="472"/>
                      </a:lnTo>
                      <a:lnTo>
                        <a:pt x="501" y="466"/>
                      </a:lnTo>
                      <a:lnTo>
                        <a:pt x="494" y="462"/>
                      </a:lnTo>
                      <a:lnTo>
                        <a:pt x="486" y="458"/>
                      </a:lnTo>
                      <a:lnTo>
                        <a:pt x="478" y="456"/>
                      </a:lnTo>
                      <a:lnTo>
                        <a:pt x="469" y="452"/>
                      </a:lnTo>
                      <a:lnTo>
                        <a:pt x="461" y="451"/>
                      </a:lnTo>
                      <a:lnTo>
                        <a:pt x="451" y="451"/>
                      </a:lnTo>
                      <a:lnTo>
                        <a:pt x="441" y="451"/>
                      </a:lnTo>
                      <a:lnTo>
                        <a:pt x="433" y="452"/>
                      </a:lnTo>
                      <a:lnTo>
                        <a:pt x="424" y="456"/>
                      </a:lnTo>
                      <a:lnTo>
                        <a:pt x="416" y="458"/>
                      </a:lnTo>
                      <a:lnTo>
                        <a:pt x="408" y="462"/>
                      </a:lnTo>
                      <a:lnTo>
                        <a:pt x="401" y="466"/>
                      </a:lnTo>
                      <a:lnTo>
                        <a:pt x="393" y="472"/>
                      </a:lnTo>
                      <a:lnTo>
                        <a:pt x="387" y="477"/>
                      </a:lnTo>
                      <a:lnTo>
                        <a:pt x="381" y="484"/>
                      </a:lnTo>
                      <a:lnTo>
                        <a:pt x="376" y="491"/>
                      </a:lnTo>
                      <a:lnTo>
                        <a:pt x="372" y="499"/>
                      </a:lnTo>
                      <a:lnTo>
                        <a:pt x="367" y="506"/>
                      </a:lnTo>
                      <a:lnTo>
                        <a:pt x="365" y="515"/>
                      </a:lnTo>
                      <a:lnTo>
                        <a:pt x="362" y="523"/>
                      </a:lnTo>
                      <a:lnTo>
                        <a:pt x="361" y="532"/>
                      </a:lnTo>
                      <a:lnTo>
                        <a:pt x="361" y="541"/>
                      </a:lnTo>
                      <a:lnTo>
                        <a:pt x="327" y="541"/>
                      </a:lnTo>
                      <a:lnTo>
                        <a:pt x="330" y="526"/>
                      </a:lnTo>
                      <a:lnTo>
                        <a:pt x="331" y="511"/>
                      </a:lnTo>
                      <a:lnTo>
                        <a:pt x="330" y="502"/>
                      </a:lnTo>
                      <a:lnTo>
                        <a:pt x="329" y="492"/>
                      </a:lnTo>
                      <a:lnTo>
                        <a:pt x="328" y="484"/>
                      </a:lnTo>
                      <a:lnTo>
                        <a:pt x="325" y="475"/>
                      </a:lnTo>
                      <a:lnTo>
                        <a:pt x="322" y="466"/>
                      </a:lnTo>
                      <a:lnTo>
                        <a:pt x="318" y="458"/>
                      </a:lnTo>
                      <a:lnTo>
                        <a:pt x="314" y="450"/>
                      </a:lnTo>
                      <a:lnTo>
                        <a:pt x="310" y="443"/>
                      </a:lnTo>
                      <a:lnTo>
                        <a:pt x="303" y="435"/>
                      </a:lnTo>
                      <a:lnTo>
                        <a:pt x="298" y="429"/>
                      </a:lnTo>
                      <a:lnTo>
                        <a:pt x="291" y="422"/>
                      </a:lnTo>
                      <a:lnTo>
                        <a:pt x="285" y="417"/>
                      </a:lnTo>
                      <a:lnTo>
                        <a:pt x="277" y="412"/>
                      </a:lnTo>
                      <a:lnTo>
                        <a:pt x="270" y="406"/>
                      </a:lnTo>
                      <a:lnTo>
                        <a:pt x="261" y="403"/>
                      </a:lnTo>
                      <a:lnTo>
                        <a:pt x="254" y="399"/>
                      </a:lnTo>
                      <a:lnTo>
                        <a:pt x="321" y="330"/>
                      </a:lnTo>
                      <a:lnTo>
                        <a:pt x="376" y="330"/>
                      </a:lnTo>
                      <a:lnTo>
                        <a:pt x="520" y="330"/>
                      </a:lnTo>
                      <a:lnTo>
                        <a:pt x="571" y="382"/>
                      </a:lnTo>
                      <a:lnTo>
                        <a:pt x="571" y="541"/>
                      </a:lnTo>
                      <a:close/>
                      <a:moveTo>
                        <a:pt x="451" y="601"/>
                      </a:moveTo>
                      <a:lnTo>
                        <a:pt x="445" y="601"/>
                      </a:lnTo>
                      <a:lnTo>
                        <a:pt x="439" y="600"/>
                      </a:lnTo>
                      <a:lnTo>
                        <a:pt x="433" y="599"/>
                      </a:lnTo>
                      <a:lnTo>
                        <a:pt x="427" y="597"/>
                      </a:lnTo>
                      <a:lnTo>
                        <a:pt x="422" y="594"/>
                      </a:lnTo>
                      <a:lnTo>
                        <a:pt x="418" y="591"/>
                      </a:lnTo>
                      <a:lnTo>
                        <a:pt x="412" y="587"/>
                      </a:lnTo>
                      <a:lnTo>
                        <a:pt x="408" y="584"/>
                      </a:lnTo>
                      <a:lnTo>
                        <a:pt x="405" y="580"/>
                      </a:lnTo>
                      <a:lnTo>
                        <a:pt x="401" y="575"/>
                      </a:lnTo>
                      <a:lnTo>
                        <a:pt x="399" y="570"/>
                      </a:lnTo>
                      <a:lnTo>
                        <a:pt x="395" y="565"/>
                      </a:lnTo>
                      <a:lnTo>
                        <a:pt x="393" y="560"/>
                      </a:lnTo>
                      <a:lnTo>
                        <a:pt x="392" y="553"/>
                      </a:lnTo>
                      <a:lnTo>
                        <a:pt x="391" y="548"/>
                      </a:lnTo>
                      <a:lnTo>
                        <a:pt x="391" y="541"/>
                      </a:lnTo>
                      <a:lnTo>
                        <a:pt x="391" y="535"/>
                      </a:lnTo>
                      <a:lnTo>
                        <a:pt x="392" y="530"/>
                      </a:lnTo>
                      <a:lnTo>
                        <a:pt x="393" y="523"/>
                      </a:lnTo>
                      <a:lnTo>
                        <a:pt x="395" y="518"/>
                      </a:lnTo>
                      <a:lnTo>
                        <a:pt x="399" y="512"/>
                      </a:lnTo>
                      <a:lnTo>
                        <a:pt x="401" y="508"/>
                      </a:lnTo>
                      <a:lnTo>
                        <a:pt x="405" y="503"/>
                      </a:lnTo>
                      <a:lnTo>
                        <a:pt x="408" y="499"/>
                      </a:lnTo>
                      <a:lnTo>
                        <a:pt x="412" y="495"/>
                      </a:lnTo>
                      <a:lnTo>
                        <a:pt x="418" y="491"/>
                      </a:lnTo>
                      <a:lnTo>
                        <a:pt x="422" y="489"/>
                      </a:lnTo>
                      <a:lnTo>
                        <a:pt x="427" y="486"/>
                      </a:lnTo>
                      <a:lnTo>
                        <a:pt x="433" y="484"/>
                      </a:lnTo>
                      <a:lnTo>
                        <a:pt x="439" y="482"/>
                      </a:lnTo>
                      <a:lnTo>
                        <a:pt x="445" y="481"/>
                      </a:lnTo>
                      <a:lnTo>
                        <a:pt x="451" y="481"/>
                      </a:lnTo>
                      <a:lnTo>
                        <a:pt x="457" y="481"/>
                      </a:lnTo>
                      <a:lnTo>
                        <a:pt x="463" y="482"/>
                      </a:lnTo>
                      <a:lnTo>
                        <a:pt x="469" y="484"/>
                      </a:lnTo>
                      <a:lnTo>
                        <a:pt x="475" y="486"/>
                      </a:lnTo>
                      <a:lnTo>
                        <a:pt x="480" y="489"/>
                      </a:lnTo>
                      <a:lnTo>
                        <a:pt x="484" y="491"/>
                      </a:lnTo>
                      <a:lnTo>
                        <a:pt x="490" y="495"/>
                      </a:lnTo>
                      <a:lnTo>
                        <a:pt x="494" y="499"/>
                      </a:lnTo>
                      <a:lnTo>
                        <a:pt x="497" y="503"/>
                      </a:lnTo>
                      <a:lnTo>
                        <a:pt x="501" y="508"/>
                      </a:lnTo>
                      <a:lnTo>
                        <a:pt x="503" y="512"/>
                      </a:lnTo>
                      <a:lnTo>
                        <a:pt x="507" y="518"/>
                      </a:lnTo>
                      <a:lnTo>
                        <a:pt x="509" y="523"/>
                      </a:lnTo>
                      <a:lnTo>
                        <a:pt x="510" y="530"/>
                      </a:lnTo>
                      <a:lnTo>
                        <a:pt x="511" y="535"/>
                      </a:lnTo>
                      <a:lnTo>
                        <a:pt x="511" y="541"/>
                      </a:lnTo>
                      <a:lnTo>
                        <a:pt x="511" y="548"/>
                      </a:lnTo>
                      <a:lnTo>
                        <a:pt x="510" y="553"/>
                      </a:lnTo>
                      <a:lnTo>
                        <a:pt x="509" y="560"/>
                      </a:lnTo>
                      <a:lnTo>
                        <a:pt x="507" y="565"/>
                      </a:lnTo>
                      <a:lnTo>
                        <a:pt x="503" y="570"/>
                      </a:lnTo>
                      <a:lnTo>
                        <a:pt x="501" y="575"/>
                      </a:lnTo>
                      <a:lnTo>
                        <a:pt x="497" y="580"/>
                      </a:lnTo>
                      <a:lnTo>
                        <a:pt x="494" y="584"/>
                      </a:lnTo>
                      <a:lnTo>
                        <a:pt x="490" y="587"/>
                      </a:lnTo>
                      <a:lnTo>
                        <a:pt x="484" y="591"/>
                      </a:lnTo>
                      <a:lnTo>
                        <a:pt x="480" y="594"/>
                      </a:lnTo>
                      <a:lnTo>
                        <a:pt x="475" y="597"/>
                      </a:lnTo>
                      <a:lnTo>
                        <a:pt x="469" y="599"/>
                      </a:lnTo>
                      <a:lnTo>
                        <a:pt x="463" y="600"/>
                      </a:lnTo>
                      <a:lnTo>
                        <a:pt x="457" y="601"/>
                      </a:lnTo>
                      <a:lnTo>
                        <a:pt x="451" y="601"/>
                      </a:lnTo>
                      <a:close/>
                      <a:moveTo>
                        <a:pt x="210" y="601"/>
                      </a:moveTo>
                      <a:lnTo>
                        <a:pt x="201" y="601"/>
                      </a:lnTo>
                      <a:lnTo>
                        <a:pt x="192" y="599"/>
                      </a:lnTo>
                      <a:lnTo>
                        <a:pt x="183" y="597"/>
                      </a:lnTo>
                      <a:lnTo>
                        <a:pt x="176" y="594"/>
                      </a:lnTo>
                      <a:lnTo>
                        <a:pt x="167" y="591"/>
                      </a:lnTo>
                      <a:lnTo>
                        <a:pt x="160" y="586"/>
                      </a:lnTo>
                      <a:lnTo>
                        <a:pt x="153" y="581"/>
                      </a:lnTo>
                      <a:lnTo>
                        <a:pt x="147" y="575"/>
                      </a:lnTo>
                      <a:lnTo>
                        <a:pt x="140" y="568"/>
                      </a:lnTo>
                      <a:lnTo>
                        <a:pt x="136" y="562"/>
                      </a:lnTo>
                      <a:lnTo>
                        <a:pt x="131" y="554"/>
                      </a:lnTo>
                      <a:lnTo>
                        <a:pt x="127" y="547"/>
                      </a:lnTo>
                      <a:lnTo>
                        <a:pt x="124" y="538"/>
                      </a:lnTo>
                      <a:lnTo>
                        <a:pt x="122" y="530"/>
                      </a:lnTo>
                      <a:lnTo>
                        <a:pt x="121" y="520"/>
                      </a:lnTo>
                      <a:lnTo>
                        <a:pt x="120" y="511"/>
                      </a:lnTo>
                      <a:lnTo>
                        <a:pt x="121" y="502"/>
                      </a:lnTo>
                      <a:lnTo>
                        <a:pt x="122" y="493"/>
                      </a:lnTo>
                      <a:lnTo>
                        <a:pt x="124" y="485"/>
                      </a:lnTo>
                      <a:lnTo>
                        <a:pt x="127" y="476"/>
                      </a:lnTo>
                      <a:lnTo>
                        <a:pt x="131" y="469"/>
                      </a:lnTo>
                      <a:lnTo>
                        <a:pt x="136" y="461"/>
                      </a:lnTo>
                      <a:lnTo>
                        <a:pt x="140" y="454"/>
                      </a:lnTo>
                      <a:lnTo>
                        <a:pt x="147" y="447"/>
                      </a:lnTo>
                      <a:lnTo>
                        <a:pt x="153" y="442"/>
                      </a:lnTo>
                      <a:lnTo>
                        <a:pt x="160" y="436"/>
                      </a:lnTo>
                      <a:lnTo>
                        <a:pt x="167" y="432"/>
                      </a:lnTo>
                      <a:lnTo>
                        <a:pt x="176" y="428"/>
                      </a:lnTo>
                      <a:lnTo>
                        <a:pt x="183" y="425"/>
                      </a:lnTo>
                      <a:lnTo>
                        <a:pt x="192" y="422"/>
                      </a:lnTo>
                      <a:lnTo>
                        <a:pt x="201" y="421"/>
                      </a:lnTo>
                      <a:lnTo>
                        <a:pt x="210" y="421"/>
                      </a:lnTo>
                      <a:lnTo>
                        <a:pt x="220" y="421"/>
                      </a:lnTo>
                      <a:lnTo>
                        <a:pt x="228" y="422"/>
                      </a:lnTo>
                      <a:lnTo>
                        <a:pt x="237" y="425"/>
                      </a:lnTo>
                      <a:lnTo>
                        <a:pt x="245" y="428"/>
                      </a:lnTo>
                      <a:lnTo>
                        <a:pt x="254" y="432"/>
                      </a:lnTo>
                      <a:lnTo>
                        <a:pt x="260" y="436"/>
                      </a:lnTo>
                      <a:lnTo>
                        <a:pt x="268" y="442"/>
                      </a:lnTo>
                      <a:lnTo>
                        <a:pt x="274" y="447"/>
                      </a:lnTo>
                      <a:lnTo>
                        <a:pt x="280" y="454"/>
                      </a:lnTo>
                      <a:lnTo>
                        <a:pt x="285" y="461"/>
                      </a:lnTo>
                      <a:lnTo>
                        <a:pt x="289" y="469"/>
                      </a:lnTo>
                      <a:lnTo>
                        <a:pt x="294" y="476"/>
                      </a:lnTo>
                      <a:lnTo>
                        <a:pt x="297" y="485"/>
                      </a:lnTo>
                      <a:lnTo>
                        <a:pt x="299" y="493"/>
                      </a:lnTo>
                      <a:lnTo>
                        <a:pt x="300" y="502"/>
                      </a:lnTo>
                      <a:lnTo>
                        <a:pt x="301" y="511"/>
                      </a:lnTo>
                      <a:lnTo>
                        <a:pt x="300" y="520"/>
                      </a:lnTo>
                      <a:lnTo>
                        <a:pt x="299" y="530"/>
                      </a:lnTo>
                      <a:lnTo>
                        <a:pt x="297" y="538"/>
                      </a:lnTo>
                      <a:lnTo>
                        <a:pt x="294" y="547"/>
                      </a:lnTo>
                      <a:lnTo>
                        <a:pt x="289" y="554"/>
                      </a:lnTo>
                      <a:lnTo>
                        <a:pt x="285" y="562"/>
                      </a:lnTo>
                      <a:lnTo>
                        <a:pt x="280" y="568"/>
                      </a:lnTo>
                      <a:lnTo>
                        <a:pt x="274" y="575"/>
                      </a:lnTo>
                      <a:lnTo>
                        <a:pt x="268" y="581"/>
                      </a:lnTo>
                      <a:lnTo>
                        <a:pt x="260" y="586"/>
                      </a:lnTo>
                      <a:lnTo>
                        <a:pt x="254" y="591"/>
                      </a:lnTo>
                      <a:lnTo>
                        <a:pt x="245" y="594"/>
                      </a:lnTo>
                      <a:lnTo>
                        <a:pt x="237" y="597"/>
                      </a:lnTo>
                      <a:lnTo>
                        <a:pt x="228" y="599"/>
                      </a:lnTo>
                      <a:lnTo>
                        <a:pt x="220" y="601"/>
                      </a:lnTo>
                      <a:lnTo>
                        <a:pt x="210" y="601"/>
                      </a:lnTo>
                      <a:close/>
                      <a:moveTo>
                        <a:pt x="30" y="541"/>
                      </a:moveTo>
                      <a:lnTo>
                        <a:pt x="30" y="427"/>
                      </a:lnTo>
                      <a:lnTo>
                        <a:pt x="181" y="277"/>
                      </a:lnTo>
                      <a:lnTo>
                        <a:pt x="184" y="281"/>
                      </a:lnTo>
                      <a:lnTo>
                        <a:pt x="186" y="283"/>
                      </a:lnTo>
                      <a:lnTo>
                        <a:pt x="190" y="284"/>
                      </a:lnTo>
                      <a:lnTo>
                        <a:pt x="193" y="285"/>
                      </a:lnTo>
                      <a:lnTo>
                        <a:pt x="195" y="285"/>
                      </a:lnTo>
                      <a:lnTo>
                        <a:pt x="200" y="284"/>
                      </a:lnTo>
                      <a:lnTo>
                        <a:pt x="206" y="282"/>
                      </a:lnTo>
                      <a:lnTo>
                        <a:pt x="208" y="279"/>
                      </a:lnTo>
                      <a:lnTo>
                        <a:pt x="209" y="277"/>
                      </a:lnTo>
                      <a:lnTo>
                        <a:pt x="210" y="274"/>
                      </a:lnTo>
                      <a:lnTo>
                        <a:pt x="210" y="271"/>
                      </a:lnTo>
                      <a:lnTo>
                        <a:pt x="210" y="268"/>
                      </a:lnTo>
                      <a:lnTo>
                        <a:pt x="210" y="265"/>
                      </a:lnTo>
                      <a:lnTo>
                        <a:pt x="208" y="263"/>
                      </a:lnTo>
                      <a:lnTo>
                        <a:pt x="207" y="261"/>
                      </a:lnTo>
                      <a:lnTo>
                        <a:pt x="176" y="227"/>
                      </a:lnTo>
                      <a:lnTo>
                        <a:pt x="174" y="225"/>
                      </a:lnTo>
                      <a:lnTo>
                        <a:pt x="170" y="223"/>
                      </a:lnTo>
                      <a:lnTo>
                        <a:pt x="168" y="223"/>
                      </a:lnTo>
                      <a:lnTo>
                        <a:pt x="165" y="222"/>
                      </a:lnTo>
                      <a:lnTo>
                        <a:pt x="162" y="222"/>
                      </a:lnTo>
                      <a:lnTo>
                        <a:pt x="160" y="223"/>
                      </a:lnTo>
                      <a:lnTo>
                        <a:pt x="156" y="224"/>
                      </a:lnTo>
                      <a:lnTo>
                        <a:pt x="154" y="226"/>
                      </a:lnTo>
                      <a:lnTo>
                        <a:pt x="152" y="229"/>
                      </a:lnTo>
                      <a:lnTo>
                        <a:pt x="151" y="232"/>
                      </a:lnTo>
                      <a:lnTo>
                        <a:pt x="150" y="234"/>
                      </a:lnTo>
                      <a:lnTo>
                        <a:pt x="149" y="237"/>
                      </a:lnTo>
                      <a:lnTo>
                        <a:pt x="150" y="239"/>
                      </a:lnTo>
                      <a:lnTo>
                        <a:pt x="150" y="242"/>
                      </a:lnTo>
                      <a:lnTo>
                        <a:pt x="151" y="246"/>
                      </a:lnTo>
                      <a:lnTo>
                        <a:pt x="153" y="248"/>
                      </a:lnTo>
                      <a:lnTo>
                        <a:pt x="160" y="254"/>
                      </a:lnTo>
                      <a:lnTo>
                        <a:pt x="30" y="385"/>
                      </a:lnTo>
                      <a:lnTo>
                        <a:pt x="30" y="360"/>
                      </a:lnTo>
                      <a:lnTo>
                        <a:pt x="30" y="344"/>
                      </a:lnTo>
                      <a:lnTo>
                        <a:pt x="32" y="327"/>
                      </a:lnTo>
                      <a:lnTo>
                        <a:pt x="34" y="311"/>
                      </a:lnTo>
                      <a:lnTo>
                        <a:pt x="36" y="295"/>
                      </a:lnTo>
                      <a:lnTo>
                        <a:pt x="41" y="279"/>
                      </a:lnTo>
                      <a:lnTo>
                        <a:pt x="45" y="264"/>
                      </a:lnTo>
                      <a:lnTo>
                        <a:pt x="50" y="249"/>
                      </a:lnTo>
                      <a:lnTo>
                        <a:pt x="57" y="234"/>
                      </a:lnTo>
                      <a:lnTo>
                        <a:pt x="63" y="219"/>
                      </a:lnTo>
                      <a:lnTo>
                        <a:pt x="71" y="205"/>
                      </a:lnTo>
                      <a:lnTo>
                        <a:pt x="78" y="191"/>
                      </a:lnTo>
                      <a:lnTo>
                        <a:pt x="88" y="177"/>
                      </a:lnTo>
                      <a:lnTo>
                        <a:pt x="96" y="164"/>
                      </a:lnTo>
                      <a:lnTo>
                        <a:pt x="107" y="151"/>
                      </a:lnTo>
                      <a:lnTo>
                        <a:pt x="117" y="140"/>
                      </a:lnTo>
                      <a:lnTo>
                        <a:pt x="129" y="128"/>
                      </a:lnTo>
                      <a:lnTo>
                        <a:pt x="139" y="117"/>
                      </a:lnTo>
                      <a:lnTo>
                        <a:pt x="152" y="106"/>
                      </a:lnTo>
                      <a:lnTo>
                        <a:pt x="164" y="97"/>
                      </a:lnTo>
                      <a:lnTo>
                        <a:pt x="178" y="87"/>
                      </a:lnTo>
                      <a:lnTo>
                        <a:pt x="191" y="79"/>
                      </a:lnTo>
                      <a:lnTo>
                        <a:pt x="205" y="71"/>
                      </a:lnTo>
                      <a:lnTo>
                        <a:pt x="219" y="64"/>
                      </a:lnTo>
                      <a:lnTo>
                        <a:pt x="234" y="56"/>
                      </a:lnTo>
                      <a:lnTo>
                        <a:pt x="249" y="51"/>
                      </a:lnTo>
                      <a:lnTo>
                        <a:pt x="264" y="45"/>
                      </a:lnTo>
                      <a:lnTo>
                        <a:pt x="280" y="41"/>
                      </a:lnTo>
                      <a:lnTo>
                        <a:pt x="295" y="37"/>
                      </a:lnTo>
                      <a:lnTo>
                        <a:pt x="311" y="34"/>
                      </a:lnTo>
                      <a:lnTo>
                        <a:pt x="328" y="31"/>
                      </a:lnTo>
                      <a:lnTo>
                        <a:pt x="344" y="30"/>
                      </a:lnTo>
                      <a:lnTo>
                        <a:pt x="361" y="30"/>
                      </a:lnTo>
                      <a:lnTo>
                        <a:pt x="451" y="30"/>
                      </a:lnTo>
                      <a:lnTo>
                        <a:pt x="457" y="30"/>
                      </a:lnTo>
                      <a:lnTo>
                        <a:pt x="463" y="31"/>
                      </a:lnTo>
                      <a:lnTo>
                        <a:pt x="469" y="33"/>
                      </a:lnTo>
                      <a:lnTo>
                        <a:pt x="475" y="35"/>
                      </a:lnTo>
                      <a:lnTo>
                        <a:pt x="480" y="37"/>
                      </a:lnTo>
                      <a:lnTo>
                        <a:pt x="485" y="40"/>
                      </a:lnTo>
                      <a:lnTo>
                        <a:pt x="490" y="43"/>
                      </a:lnTo>
                      <a:lnTo>
                        <a:pt x="494" y="48"/>
                      </a:lnTo>
                      <a:lnTo>
                        <a:pt x="497" y="52"/>
                      </a:lnTo>
                      <a:lnTo>
                        <a:pt x="501" y="56"/>
                      </a:lnTo>
                      <a:lnTo>
                        <a:pt x="503" y="61"/>
                      </a:lnTo>
                      <a:lnTo>
                        <a:pt x="507" y="67"/>
                      </a:lnTo>
                      <a:lnTo>
                        <a:pt x="509" y="72"/>
                      </a:lnTo>
                      <a:lnTo>
                        <a:pt x="510" y="78"/>
                      </a:lnTo>
                      <a:lnTo>
                        <a:pt x="511" y="84"/>
                      </a:lnTo>
                      <a:lnTo>
                        <a:pt x="511" y="90"/>
                      </a:lnTo>
                      <a:lnTo>
                        <a:pt x="511" y="300"/>
                      </a:lnTo>
                      <a:lnTo>
                        <a:pt x="395" y="300"/>
                      </a:lnTo>
                      <a:lnTo>
                        <a:pt x="435" y="155"/>
                      </a:lnTo>
                      <a:lnTo>
                        <a:pt x="436" y="151"/>
                      </a:lnTo>
                      <a:lnTo>
                        <a:pt x="436" y="148"/>
                      </a:lnTo>
                      <a:lnTo>
                        <a:pt x="435" y="145"/>
                      </a:lnTo>
                      <a:lnTo>
                        <a:pt x="434" y="143"/>
                      </a:lnTo>
                      <a:lnTo>
                        <a:pt x="433" y="141"/>
                      </a:lnTo>
                      <a:lnTo>
                        <a:pt x="431" y="139"/>
                      </a:lnTo>
                      <a:lnTo>
                        <a:pt x="427" y="138"/>
                      </a:lnTo>
                      <a:lnTo>
                        <a:pt x="425" y="135"/>
                      </a:lnTo>
                      <a:lnTo>
                        <a:pt x="422" y="135"/>
                      </a:lnTo>
                      <a:lnTo>
                        <a:pt x="419" y="135"/>
                      </a:lnTo>
                      <a:lnTo>
                        <a:pt x="416" y="136"/>
                      </a:lnTo>
                      <a:lnTo>
                        <a:pt x="414" y="138"/>
                      </a:lnTo>
                      <a:lnTo>
                        <a:pt x="411" y="139"/>
                      </a:lnTo>
                      <a:lnTo>
                        <a:pt x="409" y="141"/>
                      </a:lnTo>
                      <a:lnTo>
                        <a:pt x="407" y="144"/>
                      </a:lnTo>
                      <a:lnTo>
                        <a:pt x="406" y="146"/>
                      </a:lnTo>
                      <a:lnTo>
                        <a:pt x="364" y="300"/>
                      </a:lnTo>
                      <a:lnTo>
                        <a:pt x="316" y="300"/>
                      </a:lnTo>
                      <a:lnTo>
                        <a:pt x="313" y="301"/>
                      </a:lnTo>
                      <a:lnTo>
                        <a:pt x="310" y="301"/>
                      </a:lnTo>
                      <a:lnTo>
                        <a:pt x="307" y="304"/>
                      </a:lnTo>
                      <a:lnTo>
                        <a:pt x="305" y="306"/>
                      </a:lnTo>
                      <a:lnTo>
                        <a:pt x="219" y="391"/>
                      </a:lnTo>
                      <a:lnTo>
                        <a:pt x="214" y="391"/>
                      </a:lnTo>
                      <a:lnTo>
                        <a:pt x="210" y="391"/>
                      </a:lnTo>
                      <a:lnTo>
                        <a:pt x="198" y="391"/>
                      </a:lnTo>
                      <a:lnTo>
                        <a:pt x="186" y="394"/>
                      </a:lnTo>
                      <a:lnTo>
                        <a:pt x="175" y="397"/>
                      </a:lnTo>
                      <a:lnTo>
                        <a:pt x="164" y="400"/>
                      </a:lnTo>
                      <a:lnTo>
                        <a:pt x="153" y="405"/>
                      </a:lnTo>
                      <a:lnTo>
                        <a:pt x="144" y="412"/>
                      </a:lnTo>
                      <a:lnTo>
                        <a:pt x="134" y="418"/>
                      </a:lnTo>
                      <a:lnTo>
                        <a:pt x="125" y="426"/>
                      </a:lnTo>
                      <a:lnTo>
                        <a:pt x="118" y="434"/>
                      </a:lnTo>
                      <a:lnTo>
                        <a:pt x="110" y="444"/>
                      </a:lnTo>
                      <a:lnTo>
                        <a:pt x="105" y="454"/>
                      </a:lnTo>
                      <a:lnTo>
                        <a:pt x="100" y="464"/>
                      </a:lnTo>
                      <a:lnTo>
                        <a:pt x="95" y="476"/>
                      </a:lnTo>
                      <a:lnTo>
                        <a:pt x="92" y="487"/>
                      </a:lnTo>
                      <a:lnTo>
                        <a:pt x="91" y="499"/>
                      </a:lnTo>
                      <a:lnTo>
                        <a:pt x="90" y="511"/>
                      </a:lnTo>
                      <a:lnTo>
                        <a:pt x="91" y="526"/>
                      </a:lnTo>
                      <a:lnTo>
                        <a:pt x="94" y="541"/>
                      </a:lnTo>
                      <a:lnTo>
                        <a:pt x="30" y="541"/>
                      </a:lnTo>
                      <a:close/>
                      <a:moveTo>
                        <a:pt x="597" y="366"/>
                      </a:moveTo>
                      <a:lnTo>
                        <a:pt x="541" y="310"/>
                      </a:lnTo>
                      <a:lnTo>
                        <a:pt x="541" y="90"/>
                      </a:lnTo>
                      <a:lnTo>
                        <a:pt x="541" y="81"/>
                      </a:lnTo>
                      <a:lnTo>
                        <a:pt x="540" y="72"/>
                      </a:lnTo>
                      <a:lnTo>
                        <a:pt x="537" y="64"/>
                      </a:lnTo>
                      <a:lnTo>
                        <a:pt x="535" y="55"/>
                      </a:lnTo>
                      <a:lnTo>
                        <a:pt x="530" y="46"/>
                      </a:lnTo>
                      <a:lnTo>
                        <a:pt x="526" y="39"/>
                      </a:lnTo>
                      <a:lnTo>
                        <a:pt x="521" y="33"/>
                      </a:lnTo>
                      <a:lnTo>
                        <a:pt x="515" y="26"/>
                      </a:lnTo>
                      <a:lnTo>
                        <a:pt x="509" y="21"/>
                      </a:lnTo>
                      <a:lnTo>
                        <a:pt x="501" y="15"/>
                      </a:lnTo>
                      <a:lnTo>
                        <a:pt x="494" y="11"/>
                      </a:lnTo>
                      <a:lnTo>
                        <a:pt x="486" y="7"/>
                      </a:lnTo>
                      <a:lnTo>
                        <a:pt x="478" y="4"/>
                      </a:lnTo>
                      <a:lnTo>
                        <a:pt x="469" y="1"/>
                      </a:lnTo>
                      <a:lnTo>
                        <a:pt x="461" y="0"/>
                      </a:lnTo>
                      <a:lnTo>
                        <a:pt x="451" y="0"/>
                      </a:lnTo>
                      <a:lnTo>
                        <a:pt x="361" y="0"/>
                      </a:lnTo>
                      <a:lnTo>
                        <a:pt x="343" y="0"/>
                      </a:lnTo>
                      <a:lnTo>
                        <a:pt x="325" y="1"/>
                      </a:lnTo>
                      <a:lnTo>
                        <a:pt x="306" y="5"/>
                      </a:lnTo>
                      <a:lnTo>
                        <a:pt x="289" y="8"/>
                      </a:lnTo>
                      <a:lnTo>
                        <a:pt x="272" y="11"/>
                      </a:lnTo>
                      <a:lnTo>
                        <a:pt x="255" y="16"/>
                      </a:lnTo>
                      <a:lnTo>
                        <a:pt x="238" y="22"/>
                      </a:lnTo>
                      <a:lnTo>
                        <a:pt x="222" y="29"/>
                      </a:lnTo>
                      <a:lnTo>
                        <a:pt x="206" y="36"/>
                      </a:lnTo>
                      <a:lnTo>
                        <a:pt x="191" y="44"/>
                      </a:lnTo>
                      <a:lnTo>
                        <a:pt x="176" y="53"/>
                      </a:lnTo>
                      <a:lnTo>
                        <a:pt x="161" y="63"/>
                      </a:lnTo>
                      <a:lnTo>
                        <a:pt x="147" y="73"/>
                      </a:lnTo>
                      <a:lnTo>
                        <a:pt x="133" y="84"/>
                      </a:lnTo>
                      <a:lnTo>
                        <a:pt x="120" y="95"/>
                      </a:lnTo>
                      <a:lnTo>
                        <a:pt x="107" y="108"/>
                      </a:lnTo>
                      <a:lnTo>
                        <a:pt x="95" y="119"/>
                      </a:lnTo>
                      <a:lnTo>
                        <a:pt x="84" y="133"/>
                      </a:lnTo>
                      <a:lnTo>
                        <a:pt x="73" y="146"/>
                      </a:lnTo>
                      <a:lnTo>
                        <a:pt x="62" y="161"/>
                      </a:lnTo>
                      <a:lnTo>
                        <a:pt x="54" y="175"/>
                      </a:lnTo>
                      <a:lnTo>
                        <a:pt x="44" y="190"/>
                      </a:lnTo>
                      <a:lnTo>
                        <a:pt x="36" y="206"/>
                      </a:lnTo>
                      <a:lnTo>
                        <a:pt x="29" y="222"/>
                      </a:lnTo>
                      <a:lnTo>
                        <a:pt x="23" y="238"/>
                      </a:lnTo>
                      <a:lnTo>
                        <a:pt x="16" y="255"/>
                      </a:lnTo>
                      <a:lnTo>
                        <a:pt x="12" y="272"/>
                      </a:lnTo>
                      <a:lnTo>
                        <a:pt x="8" y="290"/>
                      </a:lnTo>
                      <a:lnTo>
                        <a:pt x="4" y="307"/>
                      </a:lnTo>
                      <a:lnTo>
                        <a:pt x="2" y="325"/>
                      </a:lnTo>
                      <a:lnTo>
                        <a:pt x="0" y="343"/>
                      </a:lnTo>
                      <a:lnTo>
                        <a:pt x="0" y="361"/>
                      </a:lnTo>
                      <a:lnTo>
                        <a:pt x="0" y="556"/>
                      </a:lnTo>
                      <a:lnTo>
                        <a:pt x="0" y="560"/>
                      </a:lnTo>
                      <a:lnTo>
                        <a:pt x="1" y="562"/>
                      </a:lnTo>
                      <a:lnTo>
                        <a:pt x="2" y="565"/>
                      </a:lnTo>
                      <a:lnTo>
                        <a:pt x="4" y="567"/>
                      </a:lnTo>
                      <a:lnTo>
                        <a:pt x="6" y="569"/>
                      </a:lnTo>
                      <a:lnTo>
                        <a:pt x="10" y="570"/>
                      </a:lnTo>
                      <a:lnTo>
                        <a:pt x="12" y="571"/>
                      </a:lnTo>
                      <a:lnTo>
                        <a:pt x="15" y="571"/>
                      </a:lnTo>
                      <a:lnTo>
                        <a:pt x="106" y="571"/>
                      </a:lnTo>
                      <a:lnTo>
                        <a:pt x="115" y="584"/>
                      </a:lnTo>
                      <a:lnTo>
                        <a:pt x="125" y="596"/>
                      </a:lnTo>
                      <a:lnTo>
                        <a:pt x="137" y="606"/>
                      </a:lnTo>
                      <a:lnTo>
                        <a:pt x="150" y="615"/>
                      </a:lnTo>
                      <a:lnTo>
                        <a:pt x="164" y="622"/>
                      </a:lnTo>
                      <a:lnTo>
                        <a:pt x="179" y="627"/>
                      </a:lnTo>
                      <a:lnTo>
                        <a:pt x="186" y="629"/>
                      </a:lnTo>
                      <a:lnTo>
                        <a:pt x="194" y="630"/>
                      </a:lnTo>
                      <a:lnTo>
                        <a:pt x="202" y="631"/>
                      </a:lnTo>
                      <a:lnTo>
                        <a:pt x="210" y="631"/>
                      </a:lnTo>
                      <a:lnTo>
                        <a:pt x="219" y="631"/>
                      </a:lnTo>
                      <a:lnTo>
                        <a:pt x="227" y="630"/>
                      </a:lnTo>
                      <a:lnTo>
                        <a:pt x="235" y="629"/>
                      </a:lnTo>
                      <a:lnTo>
                        <a:pt x="242" y="627"/>
                      </a:lnTo>
                      <a:lnTo>
                        <a:pt x="257" y="622"/>
                      </a:lnTo>
                      <a:lnTo>
                        <a:pt x="271" y="615"/>
                      </a:lnTo>
                      <a:lnTo>
                        <a:pt x="284" y="607"/>
                      </a:lnTo>
                      <a:lnTo>
                        <a:pt x="296" y="596"/>
                      </a:lnTo>
                      <a:lnTo>
                        <a:pt x="305" y="584"/>
                      </a:lnTo>
                      <a:lnTo>
                        <a:pt x="315" y="571"/>
                      </a:lnTo>
                      <a:lnTo>
                        <a:pt x="366" y="571"/>
                      </a:lnTo>
                      <a:lnTo>
                        <a:pt x="372" y="584"/>
                      </a:lnTo>
                      <a:lnTo>
                        <a:pt x="379" y="596"/>
                      </a:lnTo>
                      <a:lnTo>
                        <a:pt x="388" y="606"/>
                      </a:lnTo>
                      <a:lnTo>
                        <a:pt x="399" y="614"/>
                      </a:lnTo>
                      <a:lnTo>
                        <a:pt x="410" y="622"/>
                      </a:lnTo>
                      <a:lnTo>
                        <a:pt x="423" y="627"/>
                      </a:lnTo>
                      <a:lnTo>
                        <a:pt x="430" y="629"/>
                      </a:lnTo>
                      <a:lnTo>
                        <a:pt x="437" y="630"/>
                      </a:lnTo>
                      <a:lnTo>
                        <a:pt x="444" y="631"/>
                      </a:lnTo>
                      <a:lnTo>
                        <a:pt x="451" y="631"/>
                      </a:lnTo>
                      <a:lnTo>
                        <a:pt x="459" y="631"/>
                      </a:lnTo>
                      <a:lnTo>
                        <a:pt x="465" y="630"/>
                      </a:lnTo>
                      <a:lnTo>
                        <a:pt x="472" y="629"/>
                      </a:lnTo>
                      <a:lnTo>
                        <a:pt x="479" y="627"/>
                      </a:lnTo>
                      <a:lnTo>
                        <a:pt x="492" y="622"/>
                      </a:lnTo>
                      <a:lnTo>
                        <a:pt x="503" y="614"/>
                      </a:lnTo>
                      <a:lnTo>
                        <a:pt x="514" y="606"/>
                      </a:lnTo>
                      <a:lnTo>
                        <a:pt x="523" y="596"/>
                      </a:lnTo>
                      <a:lnTo>
                        <a:pt x="530" y="584"/>
                      </a:lnTo>
                      <a:lnTo>
                        <a:pt x="536" y="571"/>
                      </a:lnTo>
                      <a:lnTo>
                        <a:pt x="586" y="571"/>
                      </a:lnTo>
                      <a:lnTo>
                        <a:pt x="589" y="571"/>
                      </a:lnTo>
                      <a:lnTo>
                        <a:pt x="592" y="570"/>
                      </a:lnTo>
                      <a:lnTo>
                        <a:pt x="595" y="569"/>
                      </a:lnTo>
                      <a:lnTo>
                        <a:pt x="597" y="567"/>
                      </a:lnTo>
                      <a:lnTo>
                        <a:pt x="599" y="565"/>
                      </a:lnTo>
                      <a:lnTo>
                        <a:pt x="600" y="562"/>
                      </a:lnTo>
                      <a:lnTo>
                        <a:pt x="601" y="560"/>
                      </a:lnTo>
                      <a:lnTo>
                        <a:pt x="601" y="556"/>
                      </a:lnTo>
                      <a:lnTo>
                        <a:pt x="601" y="376"/>
                      </a:lnTo>
                      <a:lnTo>
                        <a:pt x="601" y="373"/>
                      </a:lnTo>
                      <a:lnTo>
                        <a:pt x="600" y="370"/>
                      </a:lnTo>
                      <a:lnTo>
                        <a:pt x="599" y="368"/>
                      </a:lnTo>
                      <a:lnTo>
                        <a:pt x="597" y="366"/>
                      </a:lnTo>
                      <a:lnTo>
                        <a:pt x="597" y="3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F544D4D-09ED-C16F-19B6-34E911071C7A}"/>
                  </a:ext>
                </a:extLst>
              </p:cNvPr>
              <p:cNvGrpSpPr/>
              <p:nvPr/>
            </p:nvGrpSpPr>
            <p:grpSpPr>
              <a:xfrm>
                <a:off x="4629907" y="2690567"/>
                <a:ext cx="544678" cy="714394"/>
                <a:chOff x="6445250" y="2498725"/>
                <a:chExt cx="219075" cy="287338"/>
              </a:xfrm>
              <a:solidFill>
                <a:schemeClr val="tx2"/>
              </a:solidFill>
            </p:grpSpPr>
            <p:sp>
              <p:nvSpPr>
                <p:cNvPr id="44" name="Freeform 227">
                  <a:extLst>
                    <a:ext uri="{FF2B5EF4-FFF2-40B4-BE49-F238E27FC236}">
                      <a16:creationId xmlns:a16="http://schemas.microsoft.com/office/drawing/2014/main" id="{AE995373-BFC8-1BBB-CD8A-BC29A235F52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445250" y="2498725"/>
                  <a:ext cx="219075" cy="287338"/>
                </a:xfrm>
                <a:custGeom>
                  <a:avLst/>
                  <a:gdLst>
                    <a:gd name="T0" fmla="*/ 104 w 692"/>
                    <a:gd name="T1" fmla="*/ 868 h 902"/>
                    <a:gd name="T2" fmla="*/ 69 w 692"/>
                    <a:gd name="T3" fmla="*/ 849 h 902"/>
                    <a:gd name="T4" fmla="*/ 43 w 692"/>
                    <a:gd name="T5" fmla="*/ 818 h 902"/>
                    <a:gd name="T6" fmla="*/ 31 w 692"/>
                    <a:gd name="T7" fmla="*/ 778 h 902"/>
                    <a:gd name="T8" fmla="*/ 35 w 692"/>
                    <a:gd name="T9" fmla="*/ 736 h 902"/>
                    <a:gd name="T10" fmla="*/ 55 w 692"/>
                    <a:gd name="T11" fmla="*/ 700 h 902"/>
                    <a:gd name="T12" fmla="*/ 86 w 692"/>
                    <a:gd name="T13" fmla="*/ 674 h 902"/>
                    <a:gd name="T14" fmla="*/ 124 w 692"/>
                    <a:gd name="T15" fmla="*/ 662 h 902"/>
                    <a:gd name="T16" fmla="*/ 167 w 692"/>
                    <a:gd name="T17" fmla="*/ 667 h 902"/>
                    <a:gd name="T18" fmla="*/ 202 w 692"/>
                    <a:gd name="T19" fmla="*/ 686 h 902"/>
                    <a:gd name="T20" fmla="*/ 228 w 692"/>
                    <a:gd name="T21" fmla="*/ 717 h 902"/>
                    <a:gd name="T22" fmla="*/ 240 w 692"/>
                    <a:gd name="T23" fmla="*/ 757 h 902"/>
                    <a:gd name="T24" fmla="*/ 236 w 692"/>
                    <a:gd name="T25" fmla="*/ 798 h 902"/>
                    <a:gd name="T26" fmla="*/ 216 w 692"/>
                    <a:gd name="T27" fmla="*/ 834 h 902"/>
                    <a:gd name="T28" fmla="*/ 185 w 692"/>
                    <a:gd name="T29" fmla="*/ 859 h 902"/>
                    <a:gd name="T30" fmla="*/ 146 w 692"/>
                    <a:gd name="T31" fmla="*/ 872 h 902"/>
                    <a:gd name="T32" fmla="*/ 511 w 692"/>
                    <a:gd name="T33" fmla="*/ 361 h 902"/>
                    <a:gd name="T34" fmla="*/ 271 w 692"/>
                    <a:gd name="T35" fmla="*/ 722 h 902"/>
                    <a:gd name="T36" fmla="*/ 632 w 692"/>
                    <a:gd name="T37" fmla="*/ 722 h 902"/>
                    <a:gd name="T38" fmla="*/ 622 w 692"/>
                    <a:gd name="T39" fmla="*/ 813 h 902"/>
                    <a:gd name="T40" fmla="*/ 266 w 692"/>
                    <a:gd name="T41" fmla="*/ 802 h 902"/>
                    <a:gd name="T42" fmla="*/ 270 w 692"/>
                    <a:gd name="T43" fmla="*/ 760 h 902"/>
                    <a:gd name="T44" fmla="*/ 652 w 692"/>
                    <a:gd name="T45" fmla="*/ 751 h 902"/>
                    <a:gd name="T46" fmla="*/ 660 w 692"/>
                    <a:gd name="T47" fmla="*/ 743 h 902"/>
                    <a:gd name="T48" fmla="*/ 661 w 692"/>
                    <a:gd name="T49" fmla="*/ 373 h 902"/>
                    <a:gd name="T50" fmla="*/ 655 w 692"/>
                    <a:gd name="T51" fmla="*/ 364 h 902"/>
                    <a:gd name="T52" fmla="*/ 541 w 692"/>
                    <a:gd name="T53" fmla="*/ 361 h 902"/>
                    <a:gd name="T54" fmla="*/ 539 w 692"/>
                    <a:gd name="T55" fmla="*/ 158 h 902"/>
                    <a:gd name="T56" fmla="*/ 529 w 692"/>
                    <a:gd name="T57" fmla="*/ 151 h 902"/>
                    <a:gd name="T58" fmla="*/ 250 w 692"/>
                    <a:gd name="T59" fmla="*/ 151 h 902"/>
                    <a:gd name="T60" fmla="*/ 242 w 692"/>
                    <a:gd name="T61" fmla="*/ 160 h 902"/>
                    <a:gd name="T62" fmla="*/ 241 w 692"/>
                    <a:gd name="T63" fmla="*/ 683 h 902"/>
                    <a:gd name="T64" fmla="*/ 213 w 692"/>
                    <a:gd name="T65" fmla="*/ 657 h 902"/>
                    <a:gd name="T66" fmla="*/ 180 w 692"/>
                    <a:gd name="T67" fmla="*/ 640 h 902"/>
                    <a:gd name="T68" fmla="*/ 178 w 692"/>
                    <a:gd name="T69" fmla="*/ 7 h 902"/>
                    <a:gd name="T70" fmla="*/ 168 w 692"/>
                    <a:gd name="T71" fmla="*/ 0 h 902"/>
                    <a:gd name="T72" fmla="*/ 70 w 692"/>
                    <a:gd name="T73" fmla="*/ 1 h 902"/>
                    <a:gd name="T74" fmla="*/ 61 w 692"/>
                    <a:gd name="T75" fmla="*/ 10 h 902"/>
                    <a:gd name="T76" fmla="*/ 61 w 692"/>
                    <a:gd name="T77" fmla="*/ 22 h 902"/>
                    <a:gd name="T78" fmla="*/ 70 w 692"/>
                    <a:gd name="T79" fmla="*/ 29 h 902"/>
                    <a:gd name="T80" fmla="*/ 150 w 692"/>
                    <a:gd name="T81" fmla="*/ 632 h 902"/>
                    <a:gd name="T82" fmla="*/ 108 w 692"/>
                    <a:gd name="T83" fmla="*/ 635 h 902"/>
                    <a:gd name="T84" fmla="*/ 60 w 692"/>
                    <a:gd name="T85" fmla="*/ 655 h 902"/>
                    <a:gd name="T86" fmla="*/ 24 w 692"/>
                    <a:gd name="T87" fmla="*/ 691 h 902"/>
                    <a:gd name="T88" fmla="*/ 3 w 692"/>
                    <a:gd name="T89" fmla="*/ 740 h 902"/>
                    <a:gd name="T90" fmla="*/ 3 w 692"/>
                    <a:gd name="T91" fmla="*/ 794 h 902"/>
                    <a:gd name="T92" fmla="*/ 24 w 692"/>
                    <a:gd name="T93" fmla="*/ 842 h 902"/>
                    <a:gd name="T94" fmla="*/ 60 w 692"/>
                    <a:gd name="T95" fmla="*/ 880 h 902"/>
                    <a:gd name="T96" fmla="*/ 108 w 692"/>
                    <a:gd name="T97" fmla="*/ 900 h 902"/>
                    <a:gd name="T98" fmla="*/ 152 w 692"/>
                    <a:gd name="T99" fmla="*/ 901 h 902"/>
                    <a:gd name="T100" fmla="*/ 200 w 692"/>
                    <a:gd name="T101" fmla="*/ 886 h 902"/>
                    <a:gd name="T102" fmla="*/ 247 w 692"/>
                    <a:gd name="T103" fmla="*/ 842 h 902"/>
                    <a:gd name="T104" fmla="*/ 671 w 692"/>
                    <a:gd name="T105" fmla="*/ 901 h 902"/>
                    <a:gd name="T106" fmla="*/ 682 w 692"/>
                    <a:gd name="T107" fmla="*/ 901 h 902"/>
                    <a:gd name="T108" fmla="*/ 691 w 692"/>
                    <a:gd name="T109" fmla="*/ 893 h 902"/>
                    <a:gd name="T110" fmla="*/ 691 w 692"/>
                    <a:gd name="T111" fmla="*/ 882 h 9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692" h="902">
                      <a:moveTo>
                        <a:pt x="135" y="872"/>
                      </a:moveTo>
                      <a:lnTo>
                        <a:pt x="124" y="872"/>
                      </a:lnTo>
                      <a:lnTo>
                        <a:pt x="115" y="870"/>
                      </a:lnTo>
                      <a:lnTo>
                        <a:pt x="104" y="868"/>
                      </a:lnTo>
                      <a:lnTo>
                        <a:pt x="94" y="864"/>
                      </a:lnTo>
                      <a:lnTo>
                        <a:pt x="86" y="859"/>
                      </a:lnTo>
                      <a:lnTo>
                        <a:pt x="76" y="854"/>
                      </a:lnTo>
                      <a:lnTo>
                        <a:pt x="69" y="849"/>
                      </a:lnTo>
                      <a:lnTo>
                        <a:pt x="61" y="841"/>
                      </a:lnTo>
                      <a:lnTo>
                        <a:pt x="55" y="834"/>
                      </a:lnTo>
                      <a:lnTo>
                        <a:pt x="48" y="826"/>
                      </a:lnTo>
                      <a:lnTo>
                        <a:pt x="43" y="818"/>
                      </a:lnTo>
                      <a:lnTo>
                        <a:pt x="39" y="808"/>
                      </a:lnTo>
                      <a:lnTo>
                        <a:pt x="35" y="798"/>
                      </a:lnTo>
                      <a:lnTo>
                        <a:pt x="32" y="789"/>
                      </a:lnTo>
                      <a:lnTo>
                        <a:pt x="31" y="778"/>
                      </a:lnTo>
                      <a:lnTo>
                        <a:pt x="30" y="767"/>
                      </a:lnTo>
                      <a:lnTo>
                        <a:pt x="31" y="757"/>
                      </a:lnTo>
                      <a:lnTo>
                        <a:pt x="32" y="746"/>
                      </a:lnTo>
                      <a:lnTo>
                        <a:pt x="35" y="736"/>
                      </a:lnTo>
                      <a:lnTo>
                        <a:pt x="39" y="727"/>
                      </a:lnTo>
                      <a:lnTo>
                        <a:pt x="43" y="717"/>
                      </a:lnTo>
                      <a:lnTo>
                        <a:pt x="48" y="708"/>
                      </a:lnTo>
                      <a:lnTo>
                        <a:pt x="55" y="700"/>
                      </a:lnTo>
                      <a:lnTo>
                        <a:pt x="61" y="692"/>
                      </a:lnTo>
                      <a:lnTo>
                        <a:pt x="69" y="686"/>
                      </a:lnTo>
                      <a:lnTo>
                        <a:pt x="76" y="680"/>
                      </a:lnTo>
                      <a:lnTo>
                        <a:pt x="86" y="674"/>
                      </a:lnTo>
                      <a:lnTo>
                        <a:pt x="94" y="670"/>
                      </a:lnTo>
                      <a:lnTo>
                        <a:pt x="104" y="667"/>
                      </a:lnTo>
                      <a:lnTo>
                        <a:pt x="115" y="665"/>
                      </a:lnTo>
                      <a:lnTo>
                        <a:pt x="124" y="662"/>
                      </a:lnTo>
                      <a:lnTo>
                        <a:pt x="135" y="662"/>
                      </a:lnTo>
                      <a:lnTo>
                        <a:pt x="146" y="662"/>
                      </a:lnTo>
                      <a:lnTo>
                        <a:pt x="156" y="665"/>
                      </a:lnTo>
                      <a:lnTo>
                        <a:pt x="167" y="667"/>
                      </a:lnTo>
                      <a:lnTo>
                        <a:pt x="177" y="670"/>
                      </a:lnTo>
                      <a:lnTo>
                        <a:pt x="185" y="674"/>
                      </a:lnTo>
                      <a:lnTo>
                        <a:pt x="194" y="680"/>
                      </a:lnTo>
                      <a:lnTo>
                        <a:pt x="202" y="686"/>
                      </a:lnTo>
                      <a:lnTo>
                        <a:pt x="210" y="692"/>
                      </a:lnTo>
                      <a:lnTo>
                        <a:pt x="216" y="700"/>
                      </a:lnTo>
                      <a:lnTo>
                        <a:pt x="223" y="708"/>
                      </a:lnTo>
                      <a:lnTo>
                        <a:pt x="228" y="717"/>
                      </a:lnTo>
                      <a:lnTo>
                        <a:pt x="232" y="727"/>
                      </a:lnTo>
                      <a:lnTo>
                        <a:pt x="236" y="736"/>
                      </a:lnTo>
                      <a:lnTo>
                        <a:pt x="239" y="746"/>
                      </a:lnTo>
                      <a:lnTo>
                        <a:pt x="240" y="757"/>
                      </a:lnTo>
                      <a:lnTo>
                        <a:pt x="241" y="767"/>
                      </a:lnTo>
                      <a:lnTo>
                        <a:pt x="240" y="778"/>
                      </a:lnTo>
                      <a:lnTo>
                        <a:pt x="239" y="789"/>
                      </a:lnTo>
                      <a:lnTo>
                        <a:pt x="236" y="798"/>
                      </a:lnTo>
                      <a:lnTo>
                        <a:pt x="232" y="808"/>
                      </a:lnTo>
                      <a:lnTo>
                        <a:pt x="228" y="818"/>
                      </a:lnTo>
                      <a:lnTo>
                        <a:pt x="223" y="826"/>
                      </a:lnTo>
                      <a:lnTo>
                        <a:pt x="216" y="834"/>
                      </a:lnTo>
                      <a:lnTo>
                        <a:pt x="210" y="841"/>
                      </a:lnTo>
                      <a:lnTo>
                        <a:pt x="202" y="849"/>
                      </a:lnTo>
                      <a:lnTo>
                        <a:pt x="194" y="854"/>
                      </a:lnTo>
                      <a:lnTo>
                        <a:pt x="185" y="859"/>
                      </a:lnTo>
                      <a:lnTo>
                        <a:pt x="177" y="864"/>
                      </a:lnTo>
                      <a:lnTo>
                        <a:pt x="167" y="868"/>
                      </a:lnTo>
                      <a:lnTo>
                        <a:pt x="156" y="870"/>
                      </a:lnTo>
                      <a:lnTo>
                        <a:pt x="146" y="872"/>
                      </a:lnTo>
                      <a:lnTo>
                        <a:pt x="135" y="872"/>
                      </a:lnTo>
                      <a:close/>
                      <a:moveTo>
                        <a:pt x="271" y="180"/>
                      </a:moveTo>
                      <a:lnTo>
                        <a:pt x="511" y="180"/>
                      </a:lnTo>
                      <a:lnTo>
                        <a:pt x="511" y="361"/>
                      </a:lnTo>
                      <a:lnTo>
                        <a:pt x="271" y="361"/>
                      </a:lnTo>
                      <a:lnTo>
                        <a:pt x="271" y="180"/>
                      </a:lnTo>
                      <a:close/>
                      <a:moveTo>
                        <a:pt x="632" y="722"/>
                      </a:moveTo>
                      <a:lnTo>
                        <a:pt x="271" y="722"/>
                      </a:lnTo>
                      <a:lnTo>
                        <a:pt x="271" y="391"/>
                      </a:lnTo>
                      <a:lnTo>
                        <a:pt x="526" y="391"/>
                      </a:lnTo>
                      <a:lnTo>
                        <a:pt x="632" y="391"/>
                      </a:lnTo>
                      <a:lnTo>
                        <a:pt x="632" y="722"/>
                      </a:lnTo>
                      <a:close/>
                      <a:moveTo>
                        <a:pt x="688" y="877"/>
                      </a:moveTo>
                      <a:lnTo>
                        <a:pt x="627" y="817"/>
                      </a:lnTo>
                      <a:lnTo>
                        <a:pt x="625" y="814"/>
                      </a:lnTo>
                      <a:lnTo>
                        <a:pt x="622" y="813"/>
                      </a:lnTo>
                      <a:lnTo>
                        <a:pt x="619" y="812"/>
                      </a:lnTo>
                      <a:lnTo>
                        <a:pt x="616" y="812"/>
                      </a:lnTo>
                      <a:lnTo>
                        <a:pt x="262" y="812"/>
                      </a:lnTo>
                      <a:lnTo>
                        <a:pt x="266" y="802"/>
                      </a:lnTo>
                      <a:lnTo>
                        <a:pt x="269" y="790"/>
                      </a:lnTo>
                      <a:lnTo>
                        <a:pt x="270" y="779"/>
                      </a:lnTo>
                      <a:lnTo>
                        <a:pt x="271" y="767"/>
                      </a:lnTo>
                      <a:lnTo>
                        <a:pt x="270" y="760"/>
                      </a:lnTo>
                      <a:lnTo>
                        <a:pt x="270" y="752"/>
                      </a:lnTo>
                      <a:lnTo>
                        <a:pt x="647" y="752"/>
                      </a:lnTo>
                      <a:lnTo>
                        <a:pt x="649" y="752"/>
                      </a:lnTo>
                      <a:lnTo>
                        <a:pt x="652" y="751"/>
                      </a:lnTo>
                      <a:lnTo>
                        <a:pt x="655" y="749"/>
                      </a:lnTo>
                      <a:lnTo>
                        <a:pt x="657" y="748"/>
                      </a:lnTo>
                      <a:lnTo>
                        <a:pt x="659" y="746"/>
                      </a:lnTo>
                      <a:lnTo>
                        <a:pt x="660" y="743"/>
                      </a:lnTo>
                      <a:lnTo>
                        <a:pt x="661" y="741"/>
                      </a:lnTo>
                      <a:lnTo>
                        <a:pt x="662" y="737"/>
                      </a:lnTo>
                      <a:lnTo>
                        <a:pt x="662" y="376"/>
                      </a:lnTo>
                      <a:lnTo>
                        <a:pt x="661" y="373"/>
                      </a:lnTo>
                      <a:lnTo>
                        <a:pt x="660" y="370"/>
                      </a:lnTo>
                      <a:lnTo>
                        <a:pt x="659" y="368"/>
                      </a:lnTo>
                      <a:lnTo>
                        <a:pt x="657" y="366"/>
                      </a:lnTo>
                      <a:lnTo>
                        <a:pt x="655" y="364"/>
                      </a:lnTo>
                      <a:lnTo>
                        <a:pt x="652" y="362"/>
                      </a:lnTo>
                      <a:lnTo>
                        <a:pt x="649" y="361"/>
                      </a:lnTo>
                      <a:lnTo>
                        <a:pt x="647" y="361"/>
                      </a:lnTo>
                      <a:lnTo>
                        <a:pt x="541" y="361"/>
                      </a:lnTo>
                      <a:lnTo>
                        <a:pt x="541" y="165"/>
                      </a:lnTo>
                      <a:lnTo>
                        <a:pt x="541" y="163"/>
                      </a:lnTo>
                      <a:lnTo>
                        <a:pt x="540" y="160"/>
                      </a:lnTo>
                      <a:lnTo>
                        <a:pt x="539" y="158"/>
                      </a:lnTo>
                      <a:lnTo>
                        <a:pt x="537" y="155"/>
                      </a:lnTo>
                      <a:lnTo>
                        <a:pt x="535" y="154"/>
                      </a:lnTo>
                      <a:lnTo>
                        <a:pt x="532" y="152"/>
                      </a:lnTo>
                      <a:lnTo>
                        <a:pt x="529" y="151"/>
                      </a:lnTo>
                      <a:lnTo>
                        <a:pt x="526" y="150"/>
                      </a:lnTo>
                      <a:lnTo>
                        <a:pt x="256" y="150"/>
                      </a:lnTo>
                      <a:lnTo>
                        <a:pt x="253" y="151"/>
                      </a:lnTo>
                      <a:lnTo>
                        <a:pt x="250" y="151"/>
                      </a:lnTo>
                      <a:lnTo>
                        <a:pt x="247" y="154"/>
                      </a:lnTo>
                      <a:lnTo>
                        <a:pt x="245" y="155"/>
                      </a:lnTo>
                      <a:lnTo>
                        <a:pt x="243" y="158"/>
                      </a:lnTo>
                      <a:lnTo>
                        <a:pt x="242" y="160"/>
                      </a:lnTo>
                      <a:lnTo>
                        <a:pt x="241" y="163"/>
                      </a:lnTo>
                      <a:lnTo>
                        <a:pt x="241" y="165"/>
                      </a:lnTo>
                      <a:lnTo>
                        <a:pt x="241" y="376"/>
                      </a:lnTo>
                      <a:lnTo>
                        <a:pt x="241" y="683"/>
                      </a:lnTo>
                      <a:lnTo>
                        <a:pt x="235" y="675"/>
                      </a:lnTo>
                      <a:lnTo>
                        <a:pt x="228" y="669"/>
                      </a:lnTo>
                      <a:lnTo>
                        <a:pt x="221" y="662"/>
                      </a:lnTo>
                      <a:lnTo>
                        <a:pt x="213" y="657"/>
                      </a:lnTo>
                      <a:lnTo>
                        <a:pt x="206" y="652"/>
                      </a:lnTo>
                      <a:lnTo>
                        <a:pt x="198" y="647"/>
                      </a:lnTo>
                      <a:lnTo>
                        <a:pt x="190" y="643"/>
                      </a:lnTo>
                      <a:lnTo>
                        <a:pt x="180" y="640"/>
                      </a:lnTo>
                      <a:lnTo>
                        <a:pt x="180" y="15"/>
                      </a:lnTo>
                      <a:lnTo>
                        <a:pt x="180" y="12"/>
                      </a:lnTo>
                      <a:lnTo>
                        <a:pt x="179" y="10"/>
                      </a:lnTo>
                      <a:lnTo>
                        <a:pt x="178" y="7"/>
                      </a:lnTo>
                      <a:lnTo>
                        <a:pt x="176" y="5"/>
                      </a:lnTo>
                      <a:lnTo>
                        <a:pt x="174" y="3"/>
                      </a:lnTo>
                      <a:lnTo>
                        <a:pt x="171" y="1"/>
                      </a:lnTo>
                      <a:lnTo>
                        <a:pt x="168" y="0"/>
                      </a:lnTo>
                      <a:lnTo>
                        <a:pt x="165" y="0"/>
                      </a:lnTo>
                      <a:lnTo>
                        <a:pt x="75" y="0"/>
                      </a:lnTo>
                      <a:lnTo>
                        <a:pt x="72" y="0"/>
                      </a:lnTo>
                      <a:lnTo>
                        <a:pt x="70" y="1"/>
                      </a:lnTo>
                      <a:lnTo>
                        <a:pt x="66" y="3"/>
                      </a:lnTo>
                      <a:lnTo>
                        <a:pt x="64" y="5"/>
                      </a:lnTo>
                      <a:lnTo>
                        <a:pt x="63" y="7"/>
                      </a:lnTo>
                      <a:lnTo>
                        <a:pt x="61" y="10"/>
                      </a:lnTo>
                      <a:lnTo>
                        <a:pt x="60" y="12"/>
                      </a:lnTo>
                      <a:lnTo>
                        <a:pt x="60" y="15"/>
                      </a:lnTo>
                      <a:lnTo>
                        <a:pt x="60" y="19"/>
                      </a:lnTo>
                      <a:lnTo>
                        <a:pt x="61" y="22"/>
                      </a:lnTo>
                      <a:lnTo>
                        <a:pt x="63" y="24"/>
                      </a:lnTo>
                      <a:lnTo>
                        <a:pt x="64" y="26"/>
                      </a:lnTo>
                      <a:lnTo>
                        <a:pt x="66" y="28"/>
                      </a:lnTo>
                      <a:lnTo>
                        <a:pt x="70" y="29"/>
                      </a:lnTo>
                      <a:lnTo>
                        <a:pt x="72" y="30"/>
                      </a:lnTo>
                      <a:lnTo>
                        <a:pt x="75" y="30"/>
                      </a:lnTo>
                      <a:lnTo>
                        <a:pt x="150" y="30"/>
                      </a:lnTo>
                      <a:lnTo>
                        <a:pt x="150" y="632"/>
                      </a:lnTo>
                      <a:lnTo>
                        <a:pt x="142" y="632"/>
                      </a:lnTo>
                      <a:lnTo>
                        <a:pt x="135" y="632"/>
                      </a:lnTo>
                      <a:lnTo>
                        <a:pt x="121" y="632"/>
                      </a:lnTo>
                      <a:lnTo>
                        <a:pt x="108" y="635"/>
                      </a:lnTo>
                      <a:lnTo>
                        <a:pt x="95" y="638"/>
                      </a:lnTo>
                      <a:lnTo>
                        <a:pt x="82" y="642"/>
                      </a:lnTo>
                      <a:lnTo>
                        <a:pt x="71" y="648"/>
                      </a:lnTo>
                      <a:lnTo>
                        <a:pt x="60" y="655"/>
                      </a:lnTo>
                      <a:lnTo>
                        <a:pt x="49" y="662"/>
                      </a:lnTo>
                      <a:lnTo>
                        <a:pt x="40" y="672"/>
                      </a:lnTo>
                      <a:lnTo>
                        <a:pt x="31" y="682"/>
                      </a:lnTo>
                      <a:lnTo>
                        <a:pt x="24" y="691"/>
                      </a:lnTo>
                      <a:lnTo>
                        <a:pt x="16" y="703"/>
                      </a:lnTo>
                      <a:lnTo>
                        <a:pt x="11" y="715"/>
                      </a:lnTo>
                      <a:lnTo>
                        <a:pt x="6" y="727"/>
                      </a:lnTo>
                      <a:lnTo>
                        <a:pt x="3" y="740"/>
                      </a:lnTo>
                      <a:lnTo>
                        <a:pt x="1" y="753"/>
                      </a:lnTo>
                      <a:lnTo>
                        <a:pt x="0" y="767"/>
                      </a:lnTo>
                      <a:lnTo>
                        <a:pt x="1" y="781"/>
                      </a:lnTo>
                      <a:lnTo>
                        <a:pt x="3" y="794"/>
                      </a:lnTo>
                      <a:lnTo>
                        <a:pt x="6" y="807"/>
                      </a:lnTo>
                      <a:lnTo>
                        <a:pt x="11" y="820"/>
                      </a:lnTo>
                      <a:lnTo>
                        <a:pt x="16" y="832"/>
                      </a:lnTo>
                      <a:lnTo>
                        <a:pt x="24" y="842"/>
                      </a:lnTo>
                      <a:lnTo>
                        <a:pt x="31" y="853"/>
                      </a:lnTo>
                      <a:lnTo>
                        <a:pt x="40" y="863"/>
                      </a:lnTo>
                      <a:lnTo>
                        <a:pt x="49" y="871"/>
                      </a:lnTo>
                      <a:lnTo>
                        <a:pt x="60" y="880"/>
                      </a:lnTo>
                      <a:lnTo>
                        <a:pt x="71" y="886"/>
                      </a:lnTo>
                      <a:lnTo>
                        <a:pt x="82" y="892"/>
                      </a:lnTo>
                      <a:lnTo>
                        <a:pt x="95" y="896"/>
                      </a:lnTo>
                      <a:lnTo>
                        <a:pt x="108" y="900"/>
                      </a:lnTo>
                      <a:lnTo>
                        <a:pt x="121" y="902"/>
                      </a:lnTo>
                      <a:lnTo>
                        <a:pt x="135" y="902"/>
                      </a:lnTo>
                      <a:lnTo>
                        <a:pt x="144" y="902"/>
                      </a:lnTo>
                      <a:lnTo>
                        <a:pt x="152" y="901"/>
                      </a:lnTo>
                      <a:lnTo>
                        <a:pt x="161" y="900"/>
                      </a:lnTo>
                      <a:lnTo>
                        <a:pt x="169" y="898"/>
                      </a:lnTo>
                      <a:lnTo>
                        <a:pt x="185" y="893"/>
                      </a:lnTo>
                      <a:lnTo>
                        <a:pt x="200" y="886"/>
                      </a:lnTo>
                      <a:lnTo>
                        <a:pt x="214" y="878"/>
                      </a:lnTo>
                      <a:lnTo>
                        <a:pt x="226" y="867"/>
                      </a:lnTo>
                      <a:lnTo>
                        <a:pt x="238" y="855"/>
                      </a:lnTo>
                      <a:lnTo>
                        <a:pt x="247" y="842"/>
                      </a:lnTo>
                      <a:lnTo>
                        <a:pt x="611" y="842"/>
                      </a:lnTo>
                      <a:lnTo>
                        <a:pt x="666" y="898"/>
                      </a:lnTo>
                      <a:lnTo>
                        <a:pt x="668" y="900"/>
                      </a:lnTo>
                      <a:lnTo>
                        <a:pt x="671" y="901"/>
                      </a:lnTo>
                      <a:lnTo>
                        <a:pt x="674" y="902"/>
                      </a:lnTo>
                      <a:lnTo>
                        <a:pt x="677" y="902"/>
                      </a:lnTo>
                      <a:lnTo>
                        <a:pt x="679" y="902"/>
                      </a:lnTo>
                      <a:lnTo>
                        <a:pt x="682" y="901"/>
                      </a:lnTo>
                      <a:lnTo>
                        <a:pt x="685" y="900"/>
                      </a:lnTo>
                      <a:lnTo>
                        <a:pt x="688" y="898"/>
                      </a:lnTo>
                      <a:lnTo>
                        <a:pt x="689" y="896"/>
                      </a:lnTo>
                      <a:lnTo>
                        <a:pt x="691" y="893"/>
                      </a:lnTo>
                      <a:lnTo>
                        <a:pt x="691" y="891"/>
                      </a:lnTo>
                      <a:lnTo>
                        <a:pt x="692" y="887"/>
                      </a:lnTo>
                      <a:lnTo>
                        <a:pt x="691" y="884"/>
                      </a:lnTo>
                      <a:lnTo>
                        <a:pt x="691" y="882"/>
                      </a:lnTo>
                      <a:lnTo>
                        <a:pt x="689" y="879"/>
                      </a:lnTo>
                      <a:lnTo>
                        <a:pt x="688" y="877"/>
                      </a:lnTo>
                      <a:lnTo>
                        <a:pt x="688" y="87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45" name="Freeform 228">
                  <a:extLst>
                    <a:ext uri="{FF2B5EF4-FFF2-40B4-BE49-F238E27FC236}">
                      <a16:creationId xmlns:a16="http://schemas.microsoft.com/office/drawing/2014/main" id="{8199B213-D976-F1DD-4D43-74BBA7DF22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92888" y="2709863"/>
                  <a:ext cx="42863" cy="9525"/>
                </a:xfrm>
                <a:custGeom>
                  <a:avLst/>
                  <a:gdLst>
                    <a:gd name="T0" fmla="*/ 0 w 135"/>
                    <a:gd name="T1" fmla="*/ 15 h 30"/>
                    <a:gd name="T2" fmla="*/ 0 w 135"/>
                    <a:gd name="T3" fmla="*/ 18 h 30"/>
                    <a:gd name="T4" fmla="*/ 1 w 135"/>
                    <a:gd name="T5" fmla="*/ 21 h 30"/>
                    <a:gd name="T6" fmla="*/ 3 w 135"/>
                    <a:gd name="T7" fmla="*/ 23 h 30"/>
                    <a:gd name="T8" fmla="*/ 4 w 135"/>
                    <a:gd name="T9" fmla="*/ 26 h 30"/>
                    <a:gd name="T10" fmla="*/ 6 w 135"/>
                    <a:gd name="T11" fmla="*/ 27 h 30"/>
                    <a:gd name="T12" fmla="*/ 10 w 135"/>
                    <a:gd name="T13" fmla="*/ 29 h 30"/>
                    <a:gd name="T14" fmla="*/ 12 w 135"/>
                    <a:gd name="T15" fmla="*/ 29 h 30"/>
                    <a:gd name="T16" fmla="*/ 15 w 135"/>
                    <a:gd name="T17" fmla="*/ 30 h 30"/>
                    <a:gd name="T18" fmla="*/ 120 w 135"/>
                    <a:gd name="T19" fmla="*/ 30 h 30"/>
                    <a:gd name="T20" fmla="*/ 123 w 135"/>
                    <a:gd name="T21" fmla="*/ 29 h 30"/>
                    <a:gd name="T22" fmla="*/ 126 w 135"/>
                    <a:gd name="T23" fmla="*/ 28 h 30"/>
                    <a:gd name="T24" fmla="*/ 129 w 135"/>
                    <a:gd name="T25" fmla="*/ 27 h 30"/>
                    <a:gd name="T26" fmla="*/ 131 w 135"/>
                    <a:gd name="T27" fmla="*/ 26 h 30"/>
                    <a:gd name="T28" fmla="*/ 133 w 135"/>
                    <a:gd name="T29" fmla="*/ 23 h 30"/>
                    <a:gd name="T30" fmla="*/ 134 w 135"/>
                    <a:gd name="T31" fmla="*/ 21 h 30"/>
                    <a:gd name="T32" fmla="*/ 135 w 135"/>
                    <a:gd name="T33" fmla="*/ 18 h 30"/>
                    <a:gd name="T34" fmla="*/ 135 w 135"/>
                    <a:gd name="T35" fmla="*/ 15 h 30"/>
                    <a:gd name="T36" fmla="*/ 135 w 135"/>
                    <a:gd name="T37" fmla="*/ 12 h 30"/>
                    <a:gd name="T38" fmla="*/ 134 w 135"/>
                    <a:gd name="T39" fmla="*/ 9 h 30"/>
                    <a:gd name="T40" fmla="*/ 133 w 135"/>
                    <a:gd name="T41" fmla="*/ 7 h 30"/>
                    <a:gd name="T42" fmla="*/ 131 w 135"/>
                    <a:gd name="T43" fmla="*/ 5 h 30"/>
                    <a:gd name="T44" fmla="*/ 129 w 135"/>
                    <a:gd name="T45" fmla="*/ 3 h 30"/>
                    <a:gd name="T46" fmla="*/ 126 w 135"/>
                    <a:gd name="T47" fmla="*/ 1 h 30"/>
                    <a:gd name="T48" fmla="*/ 123 w 135"/>
                    <a:gd name="T49" fmla="*/ 0 h 30"/>
                    <a:gd name="T50" fmla="*/ 120 w 135"/>
                    <a:gd name="T51" fmla="*/ 0 h 30"/>
                    <a:gd name="T52" fmla="*/ 15 w 135"/>
                    <a:gd name="T53" fmla="*/ 0 h 30"/>
                    <a:gd name="T54" fmla="*/ 12 w 135"/>
                    <a:gd name="T55" fmla="*/ 0 h 30"/>
                    <a:gd name="T56" fmla="*/ 10 w 135"/>
                    <a:gd name="T57" fmla="*/ 1 h 30"/>
                    <a:gd name="T58" fmla="*/ 6 w 135"/>
                    <a:gd name="T59" fmla="*/ 3 h 30"/>
                    <a:gd name="T60" fmla="*/ 4 w 135"/>
                    <a:gd name="T61" fmla="*/ 5 h 30"/>
                    <a:gd name="T62" fmla="*/ 3 w 135"/>
                    <a:gd name="T63" fmla="*/ 7 h 30"/>
                    <a:gd name="T64" fmla="*/ 1 w 135"/>
                    <a:gd name="T65" fmla="*/ 9 h 30"/>
                    <a:gd name="T66" fmla="*/ 0 w 135"/>
                    <a:gd name="T67" fmla="*/ 12 h 30"/>
                    <a:gd name="T68" fmla="*/ 0 w 135"/>
                    <a:gd name="T69" fmla="*/ 15 h 30"/>
                    <a:gd name="T70" fmla="*/ 0 w 135"/>
                    <a:gd name="T71" fmla="*/ 15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35" h="30">
                      <a:moveTo>
                        <a:pt x="0" y="15"/>
                      </a:moveTo>
                      <a:lnTo>
                        <a:pt x="0" y="18"/>
                      </a:lnTo>
                      <a:lnTo>
                        <a:pt x="1" y="21"/>
                      </a:lnTo>
                      <a:lnTo>
                        <a:pt x="3" y="23"/>
                      </a:lnTo>
                      <a:lnTo>
                        <a:pt x="4" y="26"/>
                      </a:lnTo>
                      <a:lnTo>
                        <a:pt x="6" y="27"/>
                      </a:lnTo>
                      <a:lnTo>
                        <a:pt x="10" y="29"/>
                      </a:lnTo>
                      <a:lnTo>
                        <a:pt x="12" y="29"/>
                      </a:lnTo>
                      <a:lnTo>
                        <a:pt x="15" y="30"/>
                      </a:lnTo>
                      <a:lnTo>
                        <a:pt x="120" y="30"/>
                      </a:lnTo>
                      <a:lnTo>
                        <a:pt x="123" y="29"/>
                      </a:lnTo>
                      <a:lnTo>
                        <a:pt x="126" y="28"/>
                      </a:lnTo>
                      <a:lnTo>
                        <a:pt x="129" y="27"/>
                      </a:lnTo>
                      <a:lnTo>
                        <a:pt x="131" y="26"/>
                      </a:lnTo>
                      <a:lnTo>
                        <a:pt x="133" y="23"/>
                      </a:lnTo>
                      <a:lnTo>
                        <a:pt x="134" y="21"/>
                      </a:lnTo>
                      <a:lnTo>
                        <a:pt x="135" y="18"/>
                      </a:lnTo>
                      <a:lnTo>
                        <a:pt x="135" y="15"/>
                      </a:lnTo>
                      <a:lnTo>
                        <a:pt x="135" y="12"/>
                      </a:lnTo>
                      <a:lnTo>
                        <a:pt x="134" y="9"/>
                      </a:lnTo>
                      <a:lnTo>
                        <a:pt x="133" y="7"/>
                      </a:lnTo>
                      <a:lnTo>
                        <a:pt x="131" y="5"/>
                      </a:lnTo>
                      <a:lnTo>
                        <a:pt x="129" y="3"/>
                      </a:lnTo>
                      <a:lnTo>
                        <a:pt x="126" y="1"/>
                      </a:lnTo>
                      <a:lnTo>
                        <a:pt x="123" y="0"/>
                      </a:lnTo>
                      <a:lnTo>
                        <a:pt x="120" y="0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10" y="1"/>
                      </a:lnTo>
                      <a:lnTo>
                        <a:pt x="6" y="3"/>
                      </a:lnTo>
                      <a:lnTo>
                        <a:pt x="4" y="5"/>
                      </a:lnTo>
                      <a:lnTo>
                        <a:pt x="3" y="7"/>
                      </a:lnTo>
                      <a:lnTo>
                        <a:pt x="1" y="9"/>
                      </a:lnTo>
                      <a:lnTo>
                        <a:pt x="0" y="12"/>
                      </a:lnTo>
                      <a:lnTo>
                        <a:pt x="0" y="15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  <p:sp>
              <p:nvSpPr>
                <p:cNvPr id="46" name="Freeform 229">
                  <a:extLst>
                    <a:ext uri="{FF2B5EF4-FFF2-40B4-BE49-F238E27FC236}">
                      <a16:creationId xmlns:a16="http://schemas.microsoft.com/office/drawing/2014/main" id="{29E42D3B-6054-FA9F-8F73-38FE62F26D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40500" y="2593975"/>
                  <a:ext cx="28575" cy="9525"/>
                </a:xfrm>
                <a:custGeom>
                  <a:avLst/>
                  <a:gdLst>
                    <a:gd name="T0" fmla="*/ 75 w 90"/>
                    <a:gd name="T1" fmla="*/ 0 h 30"/>
                    <a:gd name="T2" fmla="*/ 15 w 90"/>
                    <a:gd name="T3" fmla="*/ 0 h 30"/>
                    <a:gd name="T4" fmla="*/ 12 w 90"/>
                    <a:gd name="T5" fmla="*/ 0 h 30"/>
                    <a:gd name="T6" fmla="*/ 9 w 90"/>
                    <a:gd name="T7" fmla="*/ 1 h 30"/>
                    <a:gd name="T8" fmla="*/ 6 w 90"/>
                    <a:gd name="T9" fmla="*/ 3 h 30"/>
                    <a:gd name="T10" fmla="*/ 4 w 90"/>
                    <a:gd name="T11" fmla="*/ 5 h 30"/>
                    <a:gd name="T12" fmla="*/ 2 w 90"/>
                    <a:gd name="T13" fmla="*/ 7 h 30"/>
                    <a:gd name="T14" fmla="*/ 1 w 90"/>
                    <a:gd name="T15" fmla="*/ 9 h 30"/>
                    <a:gd name="T16" fmla="*/ 0 w 90"/>
                    <a:gd name="T17" fmla="*/ 12 h 30"/>
                    <a:gd name="T18" fmla="*/ 0 w 90"/>
                    <a:gd name="T19" fmla="*/ 15 h 30"/>
                    <a:gd name="T20" fmla="*/ 0 w 90"/>
                    <a:gd name="T21" fmla="*/ 19 h 30"/>
                    <a:gd name="T22" fmla="*/ 1 w 90"/>
                    <a:gd name="T23" fmla="*/ 21 h 30"/>
                    <a:gd name="T24" fmla="*/ 2 w 90"/>
                    <a:gd name="T25" fmla="*/ 24 h 30"/>
                    <a:gd name="T26" fmla="*/ 4 w 90"/>
                    <a:gd name="T27" fmla="*/ 26 h 30"/>
                    <a:gd name="T28" fmla="*/ 6 w 90"/>
                    <a:gd name="T29" fmla="*/ 27 h 30"/>
                    <a:gd name="T30" fmla="*/ 9 w 90"/>
                    <a:gd name="T31" fmla="*/ 29 h 30"/>
                    <a:gd name="T32" fmla="*/ 12 w 90"/>
                    <a:gd name="T33" fmla="*/ 30 h 30"/>
                    <a:gd name="T34" fmla="*/ 15 w 90"/>
                    <a:gd name="T35" fmla="*/ 30 h 30"/>
                    <a:gd name="T36" fmla="*/ 75 w 90"/>
                    <a:gd name="T37" fmla="*/ 30 h 30"/>
                    <a:gd name="T38" fmla="*/ 78 w 90"/>
                    <a:gd name="T39" fmla="*/ 30 h 30"/>
                    <a:gd name="T40" fmla="*/ 80 w 90"/>
                    <a:gd name="T41" fmla="*/ 29 h 30"/>
                    <a:gd name="T42" fmla="*/ 84 w 90"/>
                    <a:gd name="T43" fmla="*/ 27 h 30"/>
                    <a:gd name="T44" fmla="*/ 86 w 90"/>
                    <a:gd name="T45" fmla="*/ 26 h 30"/>
                    <a:gd name="T46" fmla="*/ 88 w 90"/>
                    <a:gd name="T47" fmla="*/ 24 h 30"/>
                    <a:gd name="T48" fmla="*/ 89 w 90"/>
                    <a:gd name="T49" fmla="*/ 21 h 30"/>
                    <a:gd name="T50" fmla="*/ 90 w 90"/>
                    <a:gd name="T51" fmla="*/ 19 h 30"/>
                    <a:gd name="T52" fmla="*/ 90 w 90"/>
                    <a:gd name="T53" fmla="*/ 15 h 30"/>
                    <a:gd name="T54" fmla="*/ 90 w 90"/>
                    <a:gd name="T55" fmla="*/ 12 h 30"/>
                    <a:gd name="T56" fmla="*/ 89 w 90"/>
                    <a:gd name="T57" fmla="*/ 9 h 30"/>
                    <a:gd name="T58" fmla="*/ 88 w 90"/>
                    <a:gd name="T59" fmla="*/ 7 h 30"/>
                    <a:gd name="T60" fmla="*/ 86 w 90"/>
                    <a:gd name="T61" fmla="*/ 5 h 30"/>
                    <a:gd name="T62" fmla="*/ 84 w 90"/>
                    <a:gd name="T63" fmla="*/ 3 h 30"/>
                    <a:gd name="T64" fmla="*/ 80 w 90"/>
                    <a:gd name="T65" fmla="*/ 1 h 30"/>
                    <a:gd name="T66" fmla="*/ 78 w 90"/>
                    <a:gd name="T67" fmla="*/ 0 h 30"/>
                    <a:gd name="T68" fmla="*/ 75 w 90"/>
                    <a:gd name="T69" fmla="*/ 0 h 30"/>
                    <a:gd name="T70" fmla="*/ 75 w 90"/>
                    <a:gd name="T71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90" h="30">
                      <a:moveTo>
                        <a:pt x="75" y="0"/>
                      </a:move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9" y="1"/>
                      </a:lnTo>
                      <a:lnTo>
                        <a:pt x="6" y="3"/>
                      </a:lnTo>
                      <a:lnTo>
                        <a:pt x="4" y="5"/>
                      </a:lnTo>
                      <a:lnTo>
                        <a:pt x="2" y="7"/>
                      </a:lnTo>
                      <a:lnTo>
                        <a:pt x="1" y="9"/>
                      </a:lnTo>
                      <a:lnTo>
                        <a:pt x="0" y="12"/>
                      </a:lnTo>
                      <a:lnTo>
                        <a:pt x="0" y="15"/>
                      </a:lnTo>
                      <a:lnTo>
                        <a:pt x="0" y="19"/>
                      </a:lnTo>
                      <a:lnTo>
                        <a:pt x="1" y="21"/>
                      </a:lnTo>
                      <a:lnTo>
                        <a:pt x="2" y="24"/>
                      </a:lnTo>
                      <a:lnTo>
                        <a:pt x="4" y="26"/>
                      </a:lnTo>
                      <a:lnTo>
                        <a:pt x="6" y="27"/>
                      </a:lnTo>
                      <a:lnTo>
                        <a:pt x="9" y="29"/>
                      </a:lnTo>
                      <a:lnTo>
                        <a:pt x="12" y="30"/>
                      </a:lnTo>
                      <a:lnTo>
                        <a:pt x="15" y="30"/>
                      </a:lnTo>
                      <a:lnTo>
                        <a:pt x="75" y="30"/>
                      </a:lnTo>
                      <a:lnTo>
                        <a:pt x="78" y="30"/>
                      </a:lnTo>
                      <a:lnTo>
                        <a:pt x="80" y="29"/>
                      </a:lnTo>
                      <a:lnTo>
                        <a:pt x="84" y="27"/>
                      </a:lnTo>
                      <a:lnTo>
                        <a:pt x="86" y="26"/>
                      </a:lnTo>
                      <a:lnTo>
                        <a:pt x="88" y="24"/>
                      </a:lnTo>
                      <a:lnTo>
                        <a:pt x="89" y="21"/>
                      </a:lnTo>
                      <a:lnTo>
                        <a:pt x="90" y="19"/>
                      </a:lnTo>
                      <a:lnTo>
                        <a:pt x="90" y="15"/>
                      </a:lnTo>
                      <a:lnTo>
                        <a:pt x="90" y="12"/>
                      </a:lnTo>
                      <a:lnTo>
                        <a:pt x="89" y="9"/>
                      </a:lnTo>
                      <a:lnTo>
                        <a:pt x="88" y="7"/>
                      </a:lnTo>
                      <a:lnTo>
                        <a:pt x="86" y="5"/>
                      </a:lnTo>
                      <a:lnTo>
                        <a:pt x="84" y="3"/>
                      </a:lnTo>
                      <a:lnTo>
                        <a:pt x="80" y="1"/>
                      </a:lnTo>
                      <a:lnTo>
                        <a:pt x="78" y="0"/>
                      </a:lnTo>
                      <a:lnTo>
                        <a:pt x="75" y="0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43974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860D70C-1BF7-C79C-3101-C8F98A7BB0FB}"/>
              </a:ext>
            </a:extLst>
          </p:cNvPr>
          <p:cNvSpPr/>
          <p:nvPr/>
        </p:nvSpPr>
        <p:spPr>
          <a:xfrm>
            <a:off x="9800220" y="1883321"/>
            <a:ext cx="1497285" cy="5078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300"/>
              </a:spcBef>
            </a:pPr>
            <a:r>
              <a: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Planning</a:t>
            </a:r>
          </a:p>
          <a:p>
            <a:pPr>
              <a:spcBef>
                <a:spcPts val="600"/>
              </a:spcBef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Maecenas Non Laoreet Odio. Fusce Lobortis Porttitor Purus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  <a:cs typeface="Arial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314966-9F28-A2A4-CDDB-8C8AC0B4FB30}"/>
              </a:ext>
            </a:extLst>
          </p:cNvPr>
          <p:cNvSpPr/>
          <p:nvPr/>
        </p:nvSpPr>
        <p:spPr>
          <a:xfrm>
            <a:off x="9800220" y="5505716"/>
            <a:ext cx="1497285" cy="5078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300"/>
              </a:spcBef>
            </a:pPr>
            <a:r>
              <a: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Procurement</a:t>
            </a:r>
          </a:p>
          <a:p>
            <a:pPr>
              <a:spcBef>
                <a:spcPts val="600"/>
              </a:spcBef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Maecenas Non Laoreet Odio. Fusce Lobortis Porttitor Purus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  <a:cs typeface="Arial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8F6C603-3DC6-65B5-1F52-7A0F0BBDF1D5}"/>
              </a:ext>
            </a:extLst>
          </p:cNvPr>
          <p:cNvSpPr/>
          <p:nvPr/>
        </p:nvSpPr>
        <p:spPr>
          <a:xfrm>
            <a:off x="9800220" y="3694519"/>
            <a:ext cx="1497285" cy="5078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300"/>
              </a:spcBef>
            </a:pPr>
            <a:r>
              <a: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Marketing</a:t>
            </a:r>
          </a:p>
          <a:p>
            <a:pPr>
              <a:spcBef>
                <a:spcPts val="600"/>
              </a:spcBef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Maecenas Non Laoreet Odio. Fusce Lobortis Porttitor Purus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  <a:cs typeface="Arial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D179565-DFB7-5B87-00E3-924CB8669C18}"/>
              </a:ext>
            </a:extLst>
          </p:cNvPr>
          <p:cNvSpPr/>
          <p:nvPr/>
        </p:nvSpPr>
        <p:spPr>
          <a:xfrm flipH="1">
            <a:off x="954699" y="1871586"/>
            <a:ext cx="1497285" cy="5078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300"/>
              </a:spcBef>
            </a:pPr>
            <a:r>
              <a: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Analysis</a:t>
            </a:r>
          </a:p>
          <a:p>
            <a:pPr algn="r">
              <a:spcBef>
                <a:spcPts val="600"/>
              </a:spcBef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Maecenas Non Laoreet Odio. Fusce Lobortis Porttitor Purus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  <a:cs typeface="Arial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BD90182-9785-B5D5-7E47-38E0DCD4D0EF}"/>
              </a:ext>
            </a:extLst>
          </p:cNvPr>
          <p:cNvSpPr/>
          <p:nvPr/>
        </p:nvSpPr>
        <p:spPr>
          <a:xfrm flipH="1">
            <a:off x="954699" y="5505716"/>
            <a:ext cx="1497285" cy="5078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300"/>
              </a:spcBef>
            </a:pPr>
            <a:r>
              <a: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Logistics</a:t>
            </a:r>
          </a:p>
          <a:p>
            <a:pPr algn="r">
              <a:spcBef>
                <a:spcPts val="600"/>
              </a:spcBef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Maecenas Non Laoreet Odio. Fusce Lobortis Porttitor Purus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  <a:cs typeface="Arial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5428604-1882-7260-AE45-1910FA2C88F4}"/>
              </a:ext>
            </a:extLst>
          </p:cNvPr>
          <p:cNvSpPr/>
          <p:nvPr/>
        </p:nvSpPr>
        <p:spPr>
          <a:xfrm flipH="1">
            <a:off x="851337" y="3688651"/>
            <a:ext cx="1600645" cy="5078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300"/>
              </a:spcBef>
            </a:pPr>
            <a:r>
              <a: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Successful Operation</a:t>
            </a:r>
          </a:p>
          <a:p>
            <a:pPr algn="r">
              <a:spcBef>
                <a:spcPts val="600"/>
              </a:spcBef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Roboto" panose="02000000000000000000" pitchFamily="2" charset="0"/>
                <a:cs typeface="Roboto" panose="02000000000000000000" pitchFamily="2" charset="0"/>
              </a:rPr>
              <a:t>Maecenas Non Laoreet Odio. Fusce Lobortis Porttitor Purus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  <a:cs typeface="Arial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1BF861-D39B-D1AC-D822-DC0D66D4F279}"/>
              </a:ext>
            </a:extLst>
          </p:cNvPr>
          <p:cNvGrpSpPr/>
          <p:nvPr/>
        </p:nvGrpSpPr>
        <p:grpSpPr>
          <a:xfrm>
            <a:off x="694758" y="1481959"/>
            <a:ext cx="10802484" cy="4894258"/>
            <a:chOff x="694758" y="1481959"/>
            <a:chExt cx="10802484" cy="489425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CAF8344-F976-3152-5D27-9BEA36C36CAA}"/>
                </a:ext>
              </a:extLst>
            </p:cNvPr>
            <p:cNvGrpSpPr/>
            <p:nvPr/>
          </p:nvGrpSpPr>
          <p:grpSpPr>
            <a:xfrm>
              <a:off x="694758" y="1481959"/>
              <a:ext cx="10802484" cy="4894258"/>
              <a:chOff x="486300" y="1034425"/>
              <a:chExt cx="8171355" cy="3702178"/>
            </a:xfrm>
          </p:grpSpPr>
          <p:sp>
            <p:nvSpPr>
              <p:cNvPr id="3" name="Google Shape;1143;p32">
                <a:extLst>
                  <a:ext uri="{FF2B5EF4-FFF2-40B4-BE49-F238E27FC236}">
                    <a16:creationId xmlns:a16="http://schemas.microsoft.com/office/drawing/2014/main" id="{9D94A443-4CBF-5D3E-3BC3-78D99C4CDFFD}"/>
                  </a:ext>
                </a:extLst>
              </p:cNvPr>
              <p:cNvSpPr/>
              <p:nvPr/>
            </p:nvSpPr>
            <p:spPr>
              <a:xfrm rot="10800000" flipH="1">
                <a:off x="2010078" y="2888362"/>
                <a:ext cx="1447785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8297" h="1" fill="none" extrusionOk="0">
                    <a:moveTo>
                      <a:pt x="0" y="1"/>
                    </a:moveTo>
                    <a:lnTo>
                      <a:pt x="8297" y="1"/>
                    </a:lnTo>
                  </a:path>
                </a:pathLst>
              </a:custGeom>
              <a:noFill/>
              <a:ln w="19050" cap="flat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" name="Google Shape;1144;p32">
                <a:extLst>
                  <a:ext uri="{FF2B5EF4-FFF2-40B4-BE49-F238E27FC236}">
                    <a16:creationId xmlns:a16="http://schemas.microsoft.com/office/drawing/2014/main" id="{5DEDC6FB-52BC-E81C-9486-97E55E4CF02A}"/>
                  </a:ext>
                </a:extLst>
              </p:cNvPr>
              <p:cNvSpPr/>
              <p:nvPr/>
            </p:nvSpPr>
            <p:spPr>
              <a:xfrm>
                <a:off x="2008950" y="4259236"/>
                <a:ext cx="518654" cy="31325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" fill="none" extrusionOk="0">
                    <a:moveTo>
                      <a:pt x="5407" y="0"/>
                    </a:moveTo>
                    <a:lnTo>
                      <a:pt x="1" y="0"/>
                    </a:lnTo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" name="Google Shape;1145;p32">
                <a:extLst>
                  <a:ext uri="{FF2B5EF4-FFF2-40B4-BE49-F238E27FC236}">
                    <a16:creationId xmlns:a16="http://schemas.microsoft.com/office/drawing/2014/main" id="{0162F1F1-C67E-4325-6687-E0485D0CB761}"/>
                  </a:ext>
                </a:extLst>
              </p:cNvPr>
              <p:cNvSpPr/>
              <p:nvPr/>
            </p:nvSpPr>
            <p:spPr>
              <a:xfrm>
                <a:off x="2010075" y="1514436"/>
                <a:ext cx="518654" cy="31325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" fill="none" extrusionOk="0">
                    <a:moveTo>
                      <a:pt x="5407" y="0"/>
                    </a:moveTo>
                    <a:lnTo>
                      <a:pt x="1" y="0"/>
                    </a:lnTo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" name="Google Shape;1146;p32">
                <a:extLst>
                  <a:ext uri="{FF2B5EF4-FFF2-40B4-BE49-F238E27FC236}">
                    <a16:creationId xmlns:a16="http://schemas.microsoft.com/office/drawing/2014/main" id="{3FD8733D-6304-93CF-4CB4-9B185442235F}"/>
                  </a:ext>
                </a:extLst>
              </p:cNvPr>
              <p:cNvSpPr/>
              <p:nvPr/>
            </p:nvSpPr>
            <p:spPr>
              <a:xfrm>
                <a:off x="5623413" y="2884495"/>
                <a:ext cx="1511900" cy="86075"/>
              </a:xfrm>
              <a:custGeom>
                <a:avLst/>
                <a:gdLst/>
                <a:ahLst/>
                <a:cxnLst/>
                <a:rect l="l" t="t" r="r" b="b"/>
                <a:pathLst>
                  <a:path w="8297" h="1" fill="none" extrusionOk="0">
                    <a:moveTo>
                      <a:pt x="0" y="0"/>
                    </a:moveTo>
                    <a:lnTo>
                      <a:pt x="8297" y="0"/>
                    </a:lnTo>
                  </a:path>
                </a:pathLst>
              </a:custGeom>
              <a:noFill/>
              <a:ln w="19050" cap="flat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" name="Google Shape;1147;p32">
                <a:extLst>
                  <a:ext uri="{FF2B5EF4-FFF2-40B4-BE49-F238E27FC236}">
                    <a16:creationId xmlns:a16="http://schemas.microsoft.com/office/drawing/2014/main" id="{F66697D9-106C-46BA-2D9A-84389950984B}"/>
                  </a:ext>
                </a:extLst>
              </p:cNvPr>
              <p:cNvSpPr/>
              <p:nvPr/>
            </p:nvSpPr>
            <p:spPr>
              <a:xfrm>
                <a:off x="6616675" y="4259236"/>
                <a:ext cx="518654" cy="31325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" fill="none" extrusionOk="0">
                    <a:moveTo>
                      <a:pt x="5407" y="0"/>
                    </a:moveTo>
                    <a:lnTo>
                      <a:pt x="1" y="0"/>
                    </a:lnTo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" name="Google Shape;1148;p32">
                <a:extLst>
                  <a:ext uri="{FF2B5EF4-FFF2-40B4-BE49-F238E27FC236}">
                    <a16:creationId xmlns:a16="http://schemas.microsoft.com/office/drawing/2014/main" id="{7BC57AC4-C2CF-6A54-6F0D-9671BF7B7ED6}"/>
                  </a:ext>
                </a:extLst>
              </p:cNvPr>
              <p:cNvSpPr/>
              <p:nvPr/>
            </p:nvSpPr>
            <p:spPr>
              <a:xfrm>
                <a:off x="486300" y="1206047"/>
                <a:ext cx="1522331" cy="621129"/>
              </a:xfrm>
              <a:custGeom>
                <a:avLst/>
                <a:gdLst/>
                <a:ahLst/>
                <a:cxnLst/>
                <a:rect l="l" t="t" r="r" b="b"/>
                <a:pathLst>
                  <a:path w="50425" h="20574" fill="none" extrusionOk="0">
                    <a:moveTo>
                      <a:pt x="50192" y="9975"/>
                    </a:moveTo>
                    <a:lnTo>
                      <a:pt x="49211" y="9350"/>
                    </a:lnTo>
                    <a:cubicBezTo>
                      <a:pt x="47962" y="8547"/>
                      <a:pt x="47213" y="7156"/>
                      <a:pt x="47213" y="5675"/>
                    </a:cubicBezTo>
                    <a:lnTo>
                      <a:pt x="47213" y="2766"/>
                    </a:lnTo>
                    <a:cubicBezTo>
                      <a:pt x="47213" y="1232"/>
                      <a:pt x="45964" y="1"/>
                      <a:pt x="44447" y="1"/>
                    </a:cubicBezTo>
                    <a:lnTo>
                      <a:pt x="2766" y="1"/>
                    </a:lnTo>
                    <a:cubicBezTo>
                      <a:pt x="1232" y="1"/>
                      <a:pt x="1" y="1232"/>
                      <a:pt x="1" y="2766"/>
                    </a:cubicBezTo>
                    <a:lnTo>
                      <a:pt x="1" y="17808"/>
                    </a:lnTo>
                    <a:cubicBezTo>
                      <a:pt x="1" y="19342"/>
                      <a:pt x="1232" y="20573"/>
                      <a:pt x="2766" y="20573"/>
                    </a:cubicBezTo>
                    <a:lnTo>
                      <a:pt x="44447" y="20573"/>
                    </a:lnTo>
                    <a:cubicBezTo>
                      <a:pt x="45964" y="20573"/>
                      <a:pt x="47213" y="19324"/>
                      <a:pt x="47213" y="17808"/>
                    </a:cubicBezTo>
                    <a:lnTo>
                      <a:pt x="47213" y="14899"/>
                    </a:lnTo>
                    <a:cubicBezTo>
                      <a:pt x="47213" y="13401"/>
                      <a:pt x="47962" y="12027"/>
                      <a:pt x="49211" y="11224"/>
                    </a:cubicBezTo>
                    <a:lnTo>
                      <a:pt x="50192" y="10599"/>
                    </a:lnTo>
                    <a:cubicBezTo>
                      <a:pt x="50424" y="10457"/>
                      <a:pt x="50406" y="10118"/>
                      <a:pt x="50192" y="9975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9" name="Google Shape;1149;p32">
                <a:extLst>
                  <a:ext uri="{FF2B5EF4-FFF2-40B4-BE49-F238E27FC236}">
                    <a16:creationId xmlns:a16="http://schemas.microsoft.com/office/drawing/2014/main" id="{71FEB619-782A-C836-4C55-0774B64AC9FD}"/>
                  </a:ext>
                </a:extLst>
              </p:cNvPr>
              <p:cNvSpPr/>
              <p:nvPr/>
            </p:nvSpPr>
            <p:spPr>
              <a:xfrm>
                <a:off x="6617800" y="1514436"/>
                <a:ext cx="518654" cy="31325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" fill="none" extrusionOk="0">
                    <a:moveTo>
                      <a:pt x="5407" y="0"/>
                    </a:moveTo>
                    <a:lnTo>
                      <a:pt x="1" y="0"/>
                    </a:lnTo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0" name="Google Shape;1150;p32">
                <a:extLst>
                  <a:ext uri="{FF2B5EF4-FFF2-40B4-BE49-F238E27FC236}">
                    <a16:creationId xmlns:a16="http://schemas.microsoft.com/office/drawing/2014/main" id="{C39AC624-AC78-829B-88CF-6DCF902C7901}"/>
                  </a:ext>
                </a:extLst>
              </p:cNvPr>
              <p:cNvSpPr/>
              <p:nvPr/>
            </p:nvSpPr>
            <p:spPr>
              <a:xfrm>
                <a:off x="7135868" y="1204109"/>
                <a:ext cx="1521787" cy="621129"/>
              </a:xfrm>
              <a:custGeom>
                <a:avLst/>
                <a:gdLst/>
                <a:ahLst/>
                <a:cxnLst/>
                <a:rect l="l" t="t" r="r" b="b"/>
                <a:pathLst>
                  <a:path w="50407" h="20574" fill="none" extrusionOk="0">
                    <a:moveTo>
                      <a:pt x="233" y="9975"/>
                    </a:moveTo>
                    <a:lnTo>
                      <a:pt x="1196" y="9350"/>
                    </a:lnTo>
                    <a:cubicBezTo>
                      <a:pt x="2445" y="8547"/>
                      <a:pt x="3212" y="7156"/>
                      <a:pt x="3212" y="5675"/>
                    </a:cubicBezTo>
                    <a:lnTo>
                      <a:pt x="3212" y="2766"/>
                    </a:lnTo>
                    <a:cubicBezTo>
                      <a:pt x="3212" y="1232"/>
                      <a:pt x="4443" y="1"/>
                      <a:pt x="5960" y="1"/>
                    </a:cubicBezTo>
                    <a:lnTo>
                      <a:pt x="47658" y="1"/>
                    </a:lnTo>
                    <a:cubicBezTo>
                      <a:pt x="49175" y="1"/>
                      <a:pt x="50406" y="1232"/>
                      <a:pt x="50406" y="2766"/>
                    </a:cubicBezTo>
                    <a:lnTo>
                      <a:pt x="50406" y="17808"/>
                    </a:lnTo>
                    <a:cubicBezTo>
                      <a:pt x="50406" y="19342"/>
                      <a:pt x="49175" y="20573"/>
                      <a:pt x="47658" y="20573"/>
                    </a:cubicBezTo>
                    <a:lnTo>
                      <a:pt x="5960" y="20573"/>
                    </a:lnTo>
                    <a:cubicBezTo>
                      <a:pt x="4443" y="20573"/>
                      <a:pt x="3194" y="19342"/>
                      <a:pt x="3194" y="17808"/>
                    </a:cubicBezTo>
                    <a:lnTo>
                      <a:pt x="3194" y="14899"/>
                    </a:lnTo>
                    <a:cubicBezTo>
                      <a:pt x="3194" y="13401"/>
                      <a:pt x="2445" y="12027"/>
                      <a:pt x="1196" y="11224"/>
                    </a:cubicBezTo>
                    <a:lnTo>
                      <a:pt x="233" y="10599"/>
                    </a:lnTo>
                    <a:cubicBezTo>
                      <a:pt x="1" y="10439"/>
                      <a:pt x="1" y="10118"/>
                      <a:pt x="233" y="9975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2" name="Google Shape;1152;p32">
                <a:extLst>
                  <a:ext uri="{FF2B5EF4-FFF2-40B4-BE49-F238E27FC236}">
                    <a16:creationId xmlns:a16="http://schemas.microsoft.com/office/drawing/2014/main" id="{E8DFB4DF-6772-6D70-1A2B-C39ABD0DA16E}"/>
                  </a:ext>
                </a:extLst>
              </p:cNvPr>
              <p:cNvSpPr/>
              <p:nvPr/>
            </p:nvSpPr>
            <p:spPr>
              <a:xfrm>
                <a:off x="7135324" y="3946884"/>
                <a:ext cx="1522331" cy="621099"/>
              </a:xfrm>
              <a:custGeom>
                <a:avLst/>
                <a:gdLst/>
                <a:ahLst/>
                <a:cxnLst/>
                <a:rect l="l" t="t" r="r" b="b"/>
                <a:pathLst>
                  <a:path w="50425" h="20573" fill="none" extrusionOk="0">
                    <a:moveTo>
                      <a:pt x="251" y="9974"/>
                    </a:moveTo>
                    <a:lnTo>
                      <a:pt x="1214" y="9350"/>
                    </a:lnTo>
                    <a:cubicBezTo>
                      <a:pt x="2463" y="8547"/>
                      <a:pt x="3230" y="7173"/>
                      <a:pt x="3230" y="5674"/>
                    </a:cubicBezTo>
                    <a:lnTo>
                      <a:pt x="3230" y="2766"/>
                    </a:lnTo>
                    <a:cubicBezTo>
                      <a:pt x="3230" y="1249"/>
                      <a:pt x="4461" y="18"/>
                      <a:pt x="5978" y="0"/>
                    </a:cubicBezTo>
                    <a:lnTo>
                      <a:pt x="47676" y="0"/>
                    </a:lnTo>
                    <a:cubicBezTo>
                      <a:pt x="49193" y="0"/>
                      <a:pt x="50424" y="1249"/>
                      <a:pt x="50424" y="2766"/>
                    </a:cubicBezTo>
                    <a:lnTo>
                      <a:pt x="50424" y="17825"/>
                    </a:lnTo>
                    <a:cubicBezTo>
                      <a:pt x="50424" y="19342"/>
                      <a:pt x="49193" y="20573"/>
                      <a:pt x="47676" y="20573"/>
                    </a:cubicBezTo>
                    <a:lnTo>
                      <a:pt x="5978" y="20573"/>
                    </a:lnTo>
                    <a:cubicBezTo>
                      <a:pt x="4461" y="20573"/>
                      <a:pt x="3212" y="19342"/>
                      <a:pt x="3212" y="17825"/>
                    </a:cubicBezTo>
                    <a:lnTo>
                      <a:pt x="3212" y="14899"/>
                    </a:lnTo>
                    <a:cubicBezTo>
                      <a:pt x="3212" y="13418"/>
                      <a:pt x="2463" y="12026"/>
                      <a:pt x="1214" y="11223"/>
                    </a:cubicBezTo>
                    <a:lnTo>
                      <a:pt x="233" y="10599"/>
                    </a:lnTo>
                    <a:cubicBezTo>
                      <a:pt x="1" y="10456"/>
                      <a:pt x="19" y="10117"/>
                      <a:pt x="251" y="997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3" name="Google Shape;1153;p32">
                <a:extLst>
                  <a:ext uri="{FF2B5EF4-FFF2-40B4-BE49-F238E27FC236}">
                    <a16:creationId xmlns:a16="http://schemas.microsoft.com/office/drawing/2014/main" id="{EBBA7054-D5EC-4034-AB34-EF5519E4697B}"/>
                  </a:ext>
                </a:extLst>
              </p:cNvPr>
              <p:cNvSpPr/>
              <p:nvPr/>
            </p:nvSpPr>
            <p:spPr>
              <a:xfrm>
                <a:off x="7135324" y="2574968"/>
                <a:ext cx="1522331" cy="621099"/>
              </a:xfrm>
              <a:custGeom>
                <a:avLst/>
                <a:gdLst/>
                <a:ahLst/>
                <a:cxnLst/>
                <a:rect l="l" t="t" r="r" b="b"/>
                <a:pathLst>
                  <a:path w="50425" h="20573" fill="none" extrusionOk="0">
                    <a:moveTo>
                      <a:pt x="233" y="9974"/>
                    </a:moveTo>
                    <a:lnTo>
                      <a:pt x="1214" y="9350"/>
                    </a:lnTo>
                    <a:cubicBezTo>
                      <a:pt x="2463" y="8547"/>
                      <a:pt x="3213" y="7155"/>
                      <a:pt x="3213" y="5674"/>
                    </a:cubicBezTo>
                    <a:lnTo>
                      <a:pt x="3213" y="2766"/>
                    </a:lnTo>
                    <a:cubicBezTo>
                      <a:pt x="3213" y="1231"/>
                      <a:pt x="4444" y="0"/>
                      <a:pt x="5960" y="0"/>
                    </a:cubicBezTo>
                    <a:lnTo>
                      <a:pt x="47659" y="0"/>
                    </a:lnTo>
                    <a:cubicBezTo>
                      <a:pt x="49193" y="0"/>
                      <a:pt x="50424" y="1231"/>
                      <a:pt x="50424" y="2766"/>
                    </a:cubicBezTo>
                    <a:lnTo>
                      <a:pt x="50424" y="17825"/>
                    </a:lnTo>
                    <a:cubicBezTo>
                      <a:pt x="50424" y="19342"/>
                      <a:pt x="49193" y="20573"/>
                      <a:pt x="47659" y="20573"/>
                    </a:cubicBezTo>
                    <a:lnTo>
                      <a:pt x="5960" y="20573"/>
                    </a:lnTo>
                    <a:cubicBezTo>
                      <a:pt x="4444" y="20573"/>
                      <a:pt x="3213" y="19342"/>
                      <a:pt x="3213" y="17825"/>
                    </a:cubicBezTo>
                    <a:lnTo>
                      <a:pt x="3213" y="14899"/>
                    </a:lnTo>
                    <a:cubicBezTo>
                      <a:pt x="3213" y="13418"/>
                      <a:pt x="2463" y="12026"/>
                      <a:pt x="1214" y="11223"/>
                    </a:cubicBezTo>
                    <a:lnTo>
                      <a:pt x="233" y="10599"/>
                    </a:lnTo>
                    <a:cubicBezTo>
                      <a:pt x="1" y="10456"/>
                      <a:pt x="1" y="10117"/>
                      <a:pt x="233" y="997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4" name="Google Shape;1154;p32">
                <a:extLst>
                  <a:ext uri="{FF2B5EF4-FFF2-40B4-BE49-F238E27FC236}">
                    <a16:creationId xmlns:a16="http://schemas.microsoft.com/office/drawing/2014/main" id="{79D9335A-C15B-7D92-5EE6-F9AABE84DB5E}"/>
                  </a:ext>
                </a:extLst>
              </p:cNvPr>
              <p:cNvSpPr/>
              <p:nvPr/>
            </p:nvSpPr>
            <p:spPr>
              <a:xfrm>
                <a:off x="486300" y="3947735"/>
                <a:ext cx="1522331" cy="621672"/>
              </a:xfrm>
              <a:custGeom>
                <a:avLst/>
                <a:gdLst/>
                <a:ahLst/>
                <a:cxnLst/>
                <a:rect l="l" t="t" r="r" b="b"/>
                <a:pathLst>
                  <a:path w="50425" h="20592" fill="none" extrusionOk="0">
                    <a:moveTo>
                      <a:pt x="50192" y="9975"/>
                    </a:moveTo>
                    <a:lnTo>
                      <a:pt x="49211" y="9350"/>
                    </a:lnTo>
                    <a:cubicBezTo>
                      <a:pt x="47962" y="8547"/>
                      <a:pt x="47213" y="7156"/>
                      <a:pt x="47213" y="5675"/>
                    </a:cubicBezTo>
                    <a:lnTo>
                      <a:pt x="47213" y="2766"/>
                    </a:lnTo>
                    <a:cubicBezTo>
                      <a:pt x="47213" y="1232"/>
                      <a:pt x="45964" y="1"/>
                      <a:pt x="44447" y="1"/>
                    </a:cubicBezTo>
                    <a:lnTo>
                      <a:pt x="2766" y="1"/>
                    </a:lnTo>
                    <a:cubicBezTo>
                      <a:pt x="1232" y="1"/>
                      <a:pt x="1" y="1232"/>
                      <a:pt x="1" y="2766"/>
                    </a:cubicBezTo>
                    <a:lnTo>
                      <a:pt x="1" y="17808"/>
                    </a:lnTo>
                    <a:cubicBezTo>
                      <a:pt x="1" y="19342"/>
                      <a:pt x="1232" y="20591"/>
                      <a:pt x="2766" y="20591"/>
                    </a:cubicBezTo>
                    <a:lnTo>
                      <a:pt x="44447" y="20591"/>
                    </a:lnTo>
                    <a:cubicBezTo>
                      <a:pt x="45964" y="20573"/>
                      <a:pt x="47213" y="19342"/>
                      <a:pt x="47213" y="17826"/>
                    </a:cubicBezTo>
                    <a:lnTo>
                      <a:pt x="47213" y="14899"/>
                    </a:lnTo>
                    <a:cubicBezTo>
                      <a:pt x="47213" y="13418"/>
                      <a:pt x="47962" y="12027"/>
                      <a:pt x="49211" y="11224"/>
                    </a:cubicBezTo>
                    <a:lnTo>
                      <a:pt x="50192" y="10599"/>
                    </a:lnTo>
                    <a:cubicBezTo>
                      <a:pt x="50424" y="10457"/>
                      <a:pt x="50406" y="10118"/>
                      <a:pt x="50192" y="9975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5" name="Google Shape;1155;p32">
                <a:extLst>
                  <a:ext uri="{FF2B5EF4-FFF2-40B4-BE49-F238E27FC236}">
                    <a16:creationId xmlns:a16="http://schemas.microsoft.com/office/drawing/2014/main" id="{838A6947-CFD0-C7BE-30FC-DFEA1DCC0E40}"/>
                  </a:ext>
                </a:extLst>
              </p:cNvPr>
              <p:cNvSpPr/>
              <p:nvPr/>
            </p:nvSpPr>
            <p:spPr>
              <a:xfrm>
                <a:off x="486300" y="2579049"/>
                <a:ext cx="1521787" cy="621129"/>
              </a:xfrm>
              <a:custGeom>
                <a:avLst/>
                <a:gdLst/>
                <a:ahLst/>
                <a:cxnLst/>
                <a:rect l="l" t="t" r="r" b="b"/>
                <a:pathLst>
                  <a:path w="50407" h="20574" fill="none" extrusionOk="0">
                    <a:moveTo>
                      <a:pt x="50174" y="9975"/>
                    </a:moveTo>
                    <a:lnTo>
                      <a:pt x="49211" y="9350"/>
                    </a:lnTo>
                    <a:cubicBezTo>
                      <a:pt x="47944" y="8547"/>
                      <a:pt x="47194" y="7156"/>
                      <a:pt x="47194" y="5675"/>
                    </a:cubicBezTo>
                    <a:lnTo>
                      <a:pt x="47194" y="2766"/>
                    </a:lnTo>
                    <a:cubicBezTo>
                      <a:pt x="47194" y="1232"/>
                      <a:pt x="45963" y="1"/>
                      <a:pt x="44447" y="1"/>
                    </a:cubicBezTo>
                    <a:lnTo>
                      <a:pt x="2748" y="1"/>
                    </a:lnTo>
                    <a:cubicBezTo>
                      <a:pt x="1232" y="1"/>
                      <a:pt x="1" y="1232"/>
                      <a:pt x="1" y="2766"/>
                    </a:cubicBezTo>
                    <a:lnTo>
                      <a:pt x="1" y="17808"/>
                    </a:lnTo>
                    <a:cubicBezTo>
                      <a:pt x="1" y="19324"/>
                      <a:pt x="1232" y="20573"/>
                      <a:pt x="2748" y="20573"/>
                    </a:cubicBezTo>
                    <a:lnTo>
                      <a:pt x="44447" y="20573"/>
                    </a:lnTo>
                    <a:cubicBezTo>
                      <a:pt x="45963" y="20573"/>
                      <a:pt x="47194" y="19342"/>
                      <a:pt x="47194" y="17808"/>
                    </a:cubicBezTo>
                    <a:lnTo>
                      <a:pt x="47194" y="14899"/>
                    </a:lnTo>
                    <a:cubicBezTo>
                      <a:pt x="47194" y="13400"/>
                      <a:pt x="47962" y="12027"/>
                      <a:pt x="49211" y="11224"/>
                    </a:cubicBezTo>
                    <a:lnTo>
                      <a:pt x="50174" y="10599"/>
                    </a:lnTo>
                    <a:cubicBezTo>
                      <a:pt x="50406" y="10456"/>
                      <a:pt x="50406" y="10117"/>
                      <a:pt x="50174" y="9975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sp>
            <p:nvSpPr>
              <p:cNvPr id="16" name="Google Shape;1156;p32">
                <a:extLst>
                  <a:ext uri="{FF2B5EF4-FFF2-40B4-BE49-F238E27FC236}">
                    <a16:creationId xmlns:a16="http://schemas.microsoft.com/office/drawing/2014/main" id="{046546DD-2E34-B9B1-3BC8-73D8A357BB9F}"/>
                  </a:ext>
                </a:extLst>
              </p:cNvPr>
              <p:cNvSpPr/>
              <p:nvPr/>
            </p:nvSpPr>
            <p:spPr>
              <a:xfrm>
                <a:off x="5902415" y="1571473"/>
                <a:ext cx="715382" cy="2514525"/>
              </a:xfrm>
              <a:custGeom>
                <a:avLst/>
                <a:gdLst/>
                <a:ahLst/>
                <a:cxnLst/>
                <a:rect l="l" t="t" r="r" b="b"/>
                <a:pathLst>
                  <a:path w="23696" h="83290" fill="none" extrusionOk="0">
                    <a:moveTo>
                      <a:pt x="1" y="0"/>
                    </a:moveTo>
                    <a:cubicBezTo>
                      <a:pt x="22215" y="22821"/>
                      <a:pt x="23696" y="58721"/>
                      <a:pt x="3426" y="83290"/>
                    </a:cubicBez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7" name="Google Shape;1157;p32">
                <a:extLst>
                  <a:ext uri="{FF2B5EF4-FFF2-40B4-BE49-F238E27FC236}">
                    <a16:creationId xmlns:a16="http://schemas.microsoft.com/office/drawing/2014/main" id="{EE58609B-8468-D6B1-CAF6-EFAC6B7CD27F}"/>
                  </a:ext>
                </a:extLst>
              </p:cNvPr>
              <p:cNvSpPr/>
              <p:nvPr/>
            </p:nvSpPr>
            <p:spPr>
              <a:xfrm>
                <a:off x="2496572" y="1604861"/>
                <a:ext cx="672814" cy="2565727"/>
              </a:xfrm>
              <a:custGeom>
                <a:avLst/>
                <a:gdLst/>
                <a:ahLst/>
                <a:cxnLst/>
                <a:rect l="l" t="t" r="r" b="b"/>
                <a:pathLst>
                  <a:path w="22286" h="84986" fill="none" extrusionOk="0">
                    <a:moveTo>
                      <a:pt x="22286" y="84985"/>
                    </a:moveTo>
                    <a:cubicBezTo>
                      <a:pt x="36" y="61040"/>
                      <a:pt x="1" y="23981"/>
                      <a:pt x="22215" y="1"/>
                    </a:cubicBez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8" name="Google Shape;1158;p32">
                <a:extLst>
                  <a:ext uri="{FF2B5EF4-FFF2-40B4-BE49-F238E27FC236}">
                    <a16:creationId xmlns:a16="http://schemas.microsoft.com/office/drawing/2014/main" id="{9D961F3C-0FAF-D822-0274-FB01C6299471}"/>
                  </a:ext>
                </a:extLst>
              </p:cNvPr>
              <p:cNvSpPr/>
              <p:nvPr/>
            </p:nvSpPr>
            <p:spPr>
              <a:xfrm>
                <a:off x="3682137" y="2017478"/>
                <a:ext cx="1737767" cy="1737767"/>
              </a:xfrm>
              <a:custGeom>
                <a:avLst/>
                <a:gdLst/>
                <a:ahLst/>
                <a:cxnLst/>
                <a:rect l="l" t="t" r="r" b="b"/>
                <a:pathLst>
                  <a:path w="57561" h="57561" extrusionOk="0">
                    <a:moveTo>
                      <a:pt x="28780" y="0"/>
                    </a:moveTo>
                    <a:cubicBezTo>
                      <a:pt x="12883" y="0"/>
                      <a:pt x="0" y="12883"/>
                      <a:pt x="0" y="28780"/>
                    </a:cubicBezTo>
                    <a:cubicBezTo>
                      <a:pt x="0" y="44678"/>
                      <a:pt x="12883" y="57560"/>
                      <a:pt x="28780" y="57560"/>
                    </a:cubicBezTo>
                    <a:cubicBezTo>
                      <a:pt x="44660" y="57560"/>
                      <a:pt x="57561" y="44678"/>
                      <a:pt x="57561" y="28780"/>
                    </a:cubicBezTo>
                    <a:cubicBezTo>
                      <a:pt x="57561" y="12883"/>
                      <a:pt x="44660" y="0"/>
                      <a:pt x="287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70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endParaRPr lang="en-IN" sz="2400" dirty="0">
                  <a:latin typeface="Lora" pitchFamily="2" charset="0"/>
                </a:endParaRPr>
              </a:p>
            </p:txBody>
          </p:sp>
          <p:sp>
            <p:nvSpPr>
              <p:cNvPr id="19" name="Google Shape;1159;p32">
                <a:extLst>
                  <a:ext uri="{FF2B5EF4-FFF2-40B4-BE49-F238E27FC236}">
                    <a16:creationId xmlns:a16="http://schemas.microsoft.com/office/drawing/2014/main" id="{DEB1F7C8-4B39-C738-DBC7-136C58AA0092}"/>
                  </a:ext>
                </a:extLst>
              </p:cNvPr>
              <p:cNvSpPr/>
              <p:nvPr/>
            </p:nvSpPr>
            <p:spPr>
              <a:xfrm>
                <a:off x="2471787" y="1034450"/>
                <a:ext cx="960495" cy="96046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31814" extrusionOk="0">
                    <a:moveTo>
                      <a:pt x="15899" y="0"/>
                    </a:moveTo>
                    <a:cubicBezTo>
                      <a:pt x="7120" y="0"/>
                      <a:pt x="1" y="7120"/>
                      <a:pt x="1" y="15898"/>
                    </a:cubicBezTo>
                    <a:cubicBezTo>
                      <a:pt x="1" y="24695"/>
                      <a:pt x="7120" y="31814"/>
                      <a:pt x="15899" y="31814"/>
                    </a:cubicBezTo>
                    <a:cubicBezTo>
                      <a:pt x="24695" y="31814"/>
                      <a:pt x="31814" y="24695"/>
                      <a:pt x="31814" y="15898"/>
                    </a:cubicBezTo>
                    <a:cubicBezTo>
                      <a:pt x="31814" y="7120"/>
                      <a:pt x="24695" y="0"/>
                      <a:pt x="158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 b="1">
                    <a:solidFill>
                      <a:srgbClr val="FFFFFF"/>
                    </a:solidFill>
                    <a:latin typeface="Lora" pitchFamily="2" charset="0"/>
                  </a:rPr>
                  <a:t>01</a:t>
                </a:r>
                <a:endParaRPr sz="2600" b="1">
                  <a:solidFill>
                    <a:srgbClr val="FFFFFF"/>
                  </a:solidFill>
                  <a:latin typeface="Lora" pitchFamily="2" charset="0"/>
                </a:endParaRPr>
              </a:p>
            </p:txBody>
          </p:sp>
          <p:sp>
            <p:nvSpPr>
              <p:cNvPr id="20" name="Google Shape;1160;p32">
                <a:extLst>
                  <a:ext uri="{FF2B5EF4-FFF2-40B4-BE49-F238E27FC236}">
                    <a16:creationId xmlns:a16="http://schemas.microsoft.com/office/drawing/2014/main" id="{D8FC1082-3923-2A5C-970D-2DB3D45CBF02}"/>
                  </a:ext>
                </a:extLst>
              </p:cNvPr>
              <p:cNvSpPr/>
              <p:nvPr/>
            </p:nvSpPr>
            <p:spPr>
              <a:xfrm>
                <a:off x="2267108" y="2405279"/>
                <a:ext cx="960495" cy="96049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31815" extrusionOk="0">
                    <a:moveTo>
                      <a:pt x="15916" y="1"/>
                    </a:moveTo>
                    <a:cubicBezTo>
                      <a:pt x="7138" y="1"/>
                      <a:pt x="1" y="7120"/>
                      <a:pt x="1" y="15899"/>
                    </a:cubicBezTo>
                    <a:cubicBezTo>
                      <a:pt x="1" y="24695"/>
                      <a:pt x="7138" y="31814"/>
                      <a:pt x="15916" y="31814"/>
                    </a:cubicBezTo>
                    <a:cubicBezTo>
                      <a:pt x="24695" y="31814"/>
                      <a:pt x="31814" y="24695"/>
                      <a:pt x="31814" y="15899"/>
                    </a:cubicBezTo>
                    <a:cubicBezTo>
                      <a:pt x="31814" y="7120"/>
                      <a:pt x="24695" y="1"/>
                      <a:pt x="159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 b="1" dirty="0">
                    <a:solidFill>
                      <a:srgbClr val="FFFFFF"/>
                    </a:solidFill>
                    <a:latin typeface="Lora" pitchFamily="2" charset="0"/>
                  </a:rPr>
                  <a:t>02</a:t>
                </a:r>
                <a:endParaRPr sz="2600" b="1" dirty="0">
                  <a:solidFill>
                    <a:srgbClr val="FFFFFF"/>
                  </a:solidFill>
                  <a:latin typeface="Lora" pitchFamily="2" charset="0"/>
                </a:endParaRPr>
              </a:p>
            </p:txBody>
          </p:sp>
          <p:sp>
            <p:nvSpPr>
              <p:cNvPr id="21" name="Google Shape;1161;p32">
                <a:extLst>
                  <a:ext uri="{FF2B5EF4-FFF2-40B4-BE49-F238E27FC236}">
                    <a16:creationId xmlns:a16="http://schemas.microsoft.com/office/drawing/2014/main" id="{79C78D92-D5A8-7EC5-BD41-5E6E8B9A60F7}"/>
                  </a:ext>
                </a:extLst>
              </p:cNvPr>
              <p:cNvSpPr/>
              <p:nvPr/>
            </p:nvSpPr>
            <p:spPr>
              <a:xfrm>
                <a:off x="2471787" y="3776138"/>
                <a:ext cx="960495" cy="96046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31814" extrusionOk="0">
                    <a:moveTo>
                      <a:pt x="15899" y="0"/>
                    </a:moveTo>
                    <a:cubicBezTo>
                      <a:pt x="7120" y="0"/>
                      <a:pt x="1" y="7120"/>
                      <a:pt x="1" y="15916"/>
                    </a:cubicBezTo>
                    <a:cubicBezTo>
                      <a:pt x="1" y="24695"/>
                      <a:pt x="7120" y="31814"/>
                      <a:pt x="15899" y="31814"/>
                    </a:cubicBezTo>
                    <a:cubicBezTo>
                      <a:pt x="24695" y="31814"/>
                      <a:pt x="31814" y="24695"/>
                      <a:pt x="31814" y="15916"/>
                    </a:cubicBezTo>
                    <a:cubicBezTo>
                      <a:pt x="31814" y="7120"/>
                      <a:pt x="24695" y="0"/>
                      <a:pt x="158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 b="1">
                    <a:solidFill>
                      <a:srgbClr val="FFFFFF"/>
                    </a:solidFill>
                    <a:latin typeface="Lora" pitchFamily="2" charset="0"/>
                  </a:rPr>
                  <a:t>03</a:t>
                </a:r>
                <a:endParaRPr sz="2600" b="1">
                  <a:solidFill>
                    <a:srgbClr val="FFFFFF"/>
                  </a:solidFill>
                  <a:latin typeface="Lora" pitchFamily="2" charset="0"/>
                </a:endParaRPr>
              </a:p>
            </p:txBody>
          </p:sp>
          <p:sp>
            <p:nvSpPr>
              <p:cNvPr id="22" name="Google Shape;1162;p32">
                <a:extLst>
                  <a:ext uri="{FF2B5EF4-FFF2-40B4-BE49-F238E27FC236}">
                    <a16:creationId xmlns:a16="http://schemas.microsoft.com/office/drawing/2014/main" id="{97F2B48C-DC19-2FE2-E342-0F7B5B55CF72}"/>
                  </a:ext>
                </a:extLst>
              </p:cNvPr>
              <p:cNvSpPr/>
              <p:nvPr/>
            </p:nvSpPr>
            <p:spPr>
              <a:xfrm>
                <a:off x="5669178" y="1034425"/>
                <a:ext cx="960495" cy="96046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31814" extrusionOk="0">
                    <a:moveTo>
                      <a:pt x="15916" y="0"/>
                    </a:moveTo>
                    <a:cubicBezTo>
                      <a:pt x="7138" y="0"/>
                      <a:pt x="1" y="7120"/>
                      <a:pt x="1" y="15898"/>
                    </a:cubicBezTo>
                    <a:cubicBezTo>
                      <a:pt x="1" y="24695"/>
                      <a:pt x="7138" y="31814"/>
                      <a:pt x="15916" y="31814"/>
                    </a:cubicBezTo>
                    <a:cubicBezTo>
                      <a:pt x="24695" y="31814"/>
                      <a:pt x="31814" y="24695"/>
                      <a:pt x="31814" y="15898"/>
                    </a:cubicBezTo>
                    <a:cubicBezTo>
                      <a:pt x="31814" y="7120"/>
                      <a:pt x="24695" y="0"/>
                      <a:pt x="1591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 b="1">
                    <a:solidFill>
                      <a:srgbClr val="FFFFFF"/>
                    </a:solidFill>
                    <a:latin typeface="Lora" pitchFamily="2" charset="0"/>
                  </a:rPr>
                  <a:t>06</a:t>
                </a:r>
                <a:endParaRPr sz="2600" b="1">
                  <a:solidFill>
                    <a:srgbClr val="FFFFFF"/>
                  </a:solidFill>
                  <a:latin typeface="Lora" pitchFamily="2" charset="0"/>
                </a:endParaRPr>
              </a:p>
            </p:txBody>
          </p:sp>
          <p:sp>
            <p:nvSpPr>
              <p:cNvPr id="23" name="Google Shape;1163;p32">
                <a:extLst>
                  <a:ext uri="{FF2B5EF4-FFF2-40B4-BE49-F238E27FC236}">
                    <a16:creationId xmlns:a16="http://schemas.microsoft.com/office/drawing/2014/main" id="{B43ACBD1-8021-39F0-9A9F-EF01589452C2}"/>
                  </a:ext>
                </a:extLst>
              </p:cNvPr>
              <p:cNvSpPr/>
              <p:nvPr/>
            </p:nvSpPr>
            <p:spPr>
              <a:xfrm>
                <a:off x="5873857" y="2405279"/>
                <a:ext cx="960495" cy="96049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31815" extrusionOk="0">
                    <a:moveTo>
                      <a:pt x="15899" y="1"/>
                    </a:moveTo>
                    <a:cubicBezTo>
                      <a:pt x="7120" y="1"/>
                      <a:pt x="1" y="7120"/>
                      <a:pt x="1" y="15899"/>
                    </a:cubicBezTo>
                    <a:cubicBezTo>
                      <a:pt x="1" y="24695"/>
                      <a:pt x="7120" y="31814"/>
                      <a:pt x="15899" y="31814"/>
                    </a:cubicBezTo>
                    <a:cubicBezTo>
                      <a:pt x="24695" y="31814"/>
                      <a:pt x="31814" y="24695"/>
                      <a:pt x="31814" y="15899"/>
                    </a:cubicBezTo>
                    <a:cubicBezTo>
                      <a:pt x="31814" y="7120"/>
                      <a:pt x="24695" y="1"/>
                      <a:pt x="158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 b="1">
                    <a:solidFill>
                      <a:srgbClr val="FFFFFF"/>
                    </a:solidFill>
                    <a:latin typeface="Lora" pitchFamily="2" charset="0"/>
                  </a:rPr>
                  <a:t>05</a:t>
                </a:r>
                <a:endParaRPr sz="2600" b="1">
                  <a:solidFill>
                    <a:srgbClr val="FFFFFF"/>
                  </a:solidFill>
                  <a:latin typeface="Lora" pitchFamily="2" charset="0"/>
                </a:endParaRPr>
              </a:p>
            </p:txBody>
          </p:sp>
          <p:sp>
            <p:nvSpPr>
              <p:cNvPr id="24" name="Google Shape;1164;p32">
                <a:extLst>
                  <a:ext uri="{FF2B5EF4-FFF2-40B4-BE49-F238E27FC236}">
                    <a16:creationId xmlns:a16="http://schemas.microsoft.com/office/drawing/2014/main" id="{217578CD-73CE-7A2E-8F18-28043C7FABC7}"/>
                  </a:ext>
                </a:extLst>
              </p:cNvPr>
              <p:cNvSpPr/>
              <p:nvPr/>
            </p:nvSpPr>
            <p:spPr>
              <a:xfrm>
                <a:off x="5669178" y="3776138"/>
                <a:ext cx="960495" cy="96046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31814" extrusionOk="0">
                    <a:moveTo>
                      <a:pt x="15916" y="0"/>
                    </a:moveTo>
                    <a:cubicBezTo>
                      <a:pt x="7138" y="0"/>
                      <a:pt x="1" y="7120"/>
                      <a:pt x="1" y="15916"/>
                    </a:cubicBezTo>
                    <a:cubicBezTo>
                      <a:pt x="1" y="24695"/>
                      <a:pt x="7138" y="31814"/>
                      <a:pt x="15916" y="31814"/>
                    </a:cubicBezTo>
                    <a:cubicBezTo>
                      <a:pt x="24695" y="31814"/>
                      <a:pt x="31814" y="24695"/>
                      <a:pt x="31814" y="15916"/>
                    </a:cubicBezTo>
                    <a:cubicBezTo>
                      <a:pt x="31814" y="7120"/>
                      <a:pt x="24695" y="0"/>
                      <a:pt x="159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 b="1">
                    <a:solidFill>
                      <a:srgbClr val="FFFFFF"/>
                    </a:solidFill>
                    <a:latin typeface="Lora" pitchFamily="2" charset="0"/>
                  </a:rPr>
                  <a:t>04</a:t>
                </a:r>
                <a:endParaRPr sz="2600" b="1">
                  <a:solidFill>
                    <a:srgbClr val="FFFFFF"/>
                  </a:solidFill>
                  <a:latin typeface="Lora" pitchFamily="2" charset="0"/>
                </a:endParaRPr>
              </a:p>
            </p:txBody>
          </p:sp>
          <p:sp>
            <p:nvSpPr>
              <p:cNvPr id="25" name="Google Shape;1165;p32">
                <a:extLst>
                  <a:ext uri="{FF2B5EF4-FFF2-40B4-BE49-F238E27FC236}">
                    <a16:creationId xmlns:a16="http://schemas.microsoft.com/office/drawing/2014/main" id="{637A3146-7A04-2A17-3466-F8F32DBAFCE8}"/>
                  </a:ext>
                </a:extLst>
              </p:cNvPr>
              <p:cNvSpPr/>
              <p:nvPr/>
            </p:nvSpPr>
            <p:spPr>
              <a:xfrm>
                <a:off x="3895419" y="1713148"/>
                <a:ext cx="1837967" cy="1792169"/>
              </a:xfrm>
              <a:custGeom>
                <a:avLst/>
                <a:gdLst/>
                <a:ahLst/>
                <a:cxnLst/>
                <a:rect l="l" t="t" r="r" b="b"/>
                <a:pathLst>
                  <a:path w="60880" h="59363" fill="none" extrusionOk="0">
                    <a:moveTo>
                      <a:pt x="1" y="10741"/>
                    </a:moveTo>
                    <a:cubicBezTo>
                      <a:pt x="13918" y="0"/>
                      <a:pt x="33599" y="1053"/>
                      <a:pt x="46285" y="13221"/>
                    </a:cubicBezTo>
                    <a:cubicBezTo>
                      <a:pt x="58989" y="25372"/>
                      <a:pt x="60880" y="44999"/>
                      <a:pt x="50745" y="59362"/>
                    </a:cubicBezTo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6" name="Google Shape;1166;p32">
                <a:extLst>
                  <a:ext uri="{FF2B5EF4-FFF2-40B4-BE49-F238E27FC236}">
                    <a16:creationId xmlns:a16="http://schemas.microsoft.com/office/drawing/2014/main" id="{B0EC3322-9017-9B6D-8551-F112ECCB03FF}"/>
                  </a:ext>
                </a:extLst>
              </p:cNvPr>
              <p:cNvSpPr/>
              <p:nvPr/>
            </p:nvSpPr>
            <p:spPr>
              <a:xfrm>
                <a:off x="3828491" y="1958731"/>
                <a:ext cx="149380" cy="143372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4749" extrusionOk="0">
                    <a:moveTo>
                      <a:pt x="1574" y="1"/>
                    </a:moveTo>
                    <a:cubicBezTo>
                      <a:pt x="1356" y="1"/>
                      <a:pt x="1144" y="138"/>
                      <a:pt x="1076" y="376"/>
                    </a:cubicBezTo>
                    <a:lnTo>
                      <a:pt x="95" y="4105"/>
                    </a:lnTo>
                    <a:cubicBezTo>
                      <a:pt x="1" y="4434"/>
                      <a:pt x="264" y="4749"/>
                      <a:pt x="583" y="4749"/>
                    </a:cubicBezTo>
                    <a:cubicBezTo>
                      <a:pt x="627" y="4749"/>
                      <a:pt x="673" y="4743"/>
                      <a:pt x="719" y="4730"/>
                    </a:cubicBezTo>
                    <a:lnTo>
                      <a:pt x="4448" y="3730"/>
                    </a:lnTo>
                    <a:cubicBezTo>
                      <a:pt x="4823" y="3623"/>
                      <a:pt x="4948" y="3159"/>
                      <a:pt x="4662" y="2874"/>
                    </a:cubicBezTo>
                    <a:lnTo>
                      <a:pt x="1932" y="144"/>
                    </a:lnTo>
                    <a:cubicBezTo>
                      <a:pt x="1828" y="46"/>
                      <a:pt x="1700" y="1"/>
                      <a:pt x="15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sp>
            <p:nvSpPr>
              <p:cNvPr id="27" name="Google Shape;1167;p32">
                <a:extLst>
                  <a:ext uri="{FF2B5EF4-FFF2-40B4-BE49-F238E27FC236}">
                    <a16:creationId xmlns:a16="http://schemas.microsoft.com/office/drawing/2014/main" id="{19D07B15-E29E-E185-26B8-3EE5D52B9BBF}"/>
                  </a:ext>
                </a:extLst>
              </p:cNvPr>
              <p:cNvSpPr/>
              <p:nvPr/>
            </p:nvSpPr>
            <p:spPr>
              <a:xfrm>
                <a:off x="3361625" y="2200058"/>
                <a:ext cx="1936024" cy="1860610"/>
              </a:xfrm>
              <a:custGeom>
                <a:avLst/>
                <a:gdLst/>
                <a:ahLst/>
                <a:cxnLst/>
                <a:rect l="l" t="t" r="r" b="b"/>
                <a:pathLst>
                  <a:path w="64128" h="61630" fill="none" extrusionOk="0">
                    <a:moveTo>
                      <a:pt x="64127" y="48247"/>
                    </a:moveTo>
                    <a:cubicBezTo>
                      <a:pt x="50567" y="61397"/>
                      <a:pt x="29084" y="61629"/>
                      <a:pt x="15238" y="48783"/>
                    </a:cubicBezTo>
                    <a:cubicBezTo>
                      <a:pt x="1375" y="35954"/>
                      <a:pt x="1" y="14507"/>
                      <a:pt x="12080" y="1"/>
                    </a:cubicBezTo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9050" cap="rnd" cmpd="sng">
                <a:solidFill>
                  <a:schemeClr val="bg1">
                    <a:lumMod val="6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sp>
            <p:nvSpPr>
              <p:cNvPr id="28" name="Google Shape;1168;p32">
                <a:extLst>
                  <a:ext uri="{FF2B5EF4-FFF2-40B4-BE49-F238E27FC236}">
                    <a16:creationId xmlns:a16="http://schemas.microsoft.com/office/drawing/2014/main" id="{5CD6CA0C-A6E0-08FA-06E3-B318C3CBD912}"/>
                  </a:ext>
                </a:extLst>
              </p:cNvPr>
              <p:cNvSpPr/>
              <p:nvPr/>
            </p:nvSpPr>
            <p:spPr>
              <a:xfrm>
                <a:off x="5192471" y="3611792"/>
                <a:ext cx="149410" cy="143342"/>
              </a:xfrm>
              <a:custGeom>
                <a:avLst/>
                <a:gdLst/>
                <a:ahLst/>
                <a:cxnLst/>
                <a:rect l="l" t="t" r="r" b="b"/>
                <a:pathLst>
                  <a:path w="4949" h="4748" extrusionOk="0">
                    <a:moveTo>
                      <a:pt x="4354" y="1"/>
                    </a:moveTo>
                    <a:cubicBezTo>
                      <a:pt x="4308" y="1"/>
                      <a:pt x="4260" y="7"/>
                      <a:pt x="4212" y="20"/>
                    </a:cubicBezTo>
                    <a:lnTo>
                      <a:pt x="501" y="1019"/>
                    </a:lnTo>
                    <a:cubicBezTo>
                      <a:pt x="126" y="1109"/>
                      <a:pt x="1" y="1590"/>
                      <a:pt x="286" y="1876"/>
                    </a:cubicBezTo>
                    <a:lnTo>
                      <a:pt x="2999" y="4606"/>
                    </a:lnTo>
                    <a:cubicBezTo>
                      <a:pt x="3102" y="4703"/>
                      <a:pt x="3231" y="4748"/>
                      <a:pt x="3358" y="4748"/>
                    </a:cubicBezTo>
                    <a:cubicBezTo>
                      <a:pt x="3584" y="4748"/>
                      <a:pt x="3805" y="4606"/>
                      <a:pt x="3873" y="4356"/>
                    </a:cubicBezTo>
                    <a:lnTo>
                      <a:pt x="4854" y="645"/>
                    </a:lnTo>
                    <a:cubicBezTo>
                      <a:pt x="4948" y="316"/>
                      <a:pt x="4685" y="1"/>
                      <a:pt x="43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1" name="Google Shape;1171;p32">
                <a:extLst>
                  <a:ext uri="{FF2B5EF4-FFF2-40B4-BE49-F238E27FC236}">
                    <a16:creationId xmlns:a16="http://schemas.microsoft.com/office/drawing/2014/main" id="{B8950116-0233-B8E7-49CA-CE8492BED6CD}"/>
                  </a:ext>
                </a:extLst>
              </p:cNvPr>
              <p:cNvSpPr/>
              <p:nvPr/>
            </p:nvSpPr>
            <p:spPr>
              <a:xfrm>
                <a:off x="4510028" y="3918869"/>
                <a:ext cx="81362" cy="81362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2695" extrusionOk="0">
                    <a:moveTo>
                      <a:pt x="1356" y="1"/>
                    </a:moveTo>
                    <a:cubicBezTo>
                      <a:pt x="607" y="1"/>
                      <a:pt x="0" y="589"/>
                      <a:pt x="0" y="1339"/>
                    </a:cubicBezTo>
                    <a:cubicBezTo>
                      <a:pt x="0" y="2088"/>
                      <a:pt x="607" y="2695"/>
                      <a:pt x="1356" y="2695"/>
                    </a:cubicBezTo>
                    <a:cubicBezTo>
                      <a:pt x="2088" y="2695"/>
                      <a:pt x="2695" y="2088"/>
                      <a:pt x="2695" y="1339"/>
                    </a:cubicBezTo>
                    <a:cubicBezTo>
                      <a:pt x="2695" y="589"/>
                      <a:pt x="2088" y="1"/>
                      <a:pt x="1356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2" name="Google Shape;1172;p32">
                <a:extLst>
                  <a:ext uri="{FF2B5EF4-FFF2-40B4-BE49-F238E27FC236}">
                    <a16:creationId xmlns:a16="http://schemas.microsoft.com/office/drawing/2014/main" id="{4C0DBCBB-BD5E-8F9A-01C8-8FEFDAD12C46}"/>
                  </a:ext>
                </a:extLst>
              </p:cNvPr>
              <p:cNvSpPr/>
              <p:nvPr/>
            </p:nvSpPr>
            <p:spPr>
              <a:xfrm>
                <a:off x="4510028" y="1772377"/>
                <a:ext cx="81362" cy="81905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2713" extrusionOk="0">
                    <a:moveTo>
                      <a:pt x="1356" y="1"/>
                    </a:moveTo>
                    <a:cubicBezTo>
                      <a:pt x="607" y="1"/>
                      <a:pt x="0" y="607"/>
                      <a:pt x="0" y="1357"/>
                    </a:cubicBezTo>
                    <a:cubicBezTo>
                      <a:pt x="0" y="2106"/>
                      <a:pt x="607" y="2713"/>
                      <a:pt x="1356" y="2713"/>
                    </a:cubicBezTo>
                    <a:cubicBezTo>
                      <a:pt x="2088" y="2713"/>
                      <a:pt x="2695" y="2106"/>
                      <a:pt x="2695" y="1357"/>
                    </a:cubicBezTo>
                    <a:cubicBezTo>
                      <a:pt x="2695" y="607"/>
                      <a:pt x="2088" y="1"/>
                      <a:pt x="1356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3" name="Google Shape;1173;p32">
                <a:extLst>
                  <a:ext uri="{FF2B5EF4-FFF2-40B4-BE49-F238E27FC236}">
                    <a16:creationId xmlns:a16="http://schemas.microsoft.com/office/drawing/2014/main" id="{E917277C-AF5D-8DF6-9058-A973980F0936}"/>
                  </a:ext>
                </a:extLst>
              </p:cNvPr>
              <p:cNvSpPr/>
              <p:nvPr/>
            </p:nvSpPr>
            <p:spPr>
              <a:xfrm>
                <a:off x="5582990" y="2846967"/>
                <a:ext cx="81392" cy="81392"/>
              </a:xfrm>
              <a:custGeom>
                <a:avLst/>
                <a:gdLst/>
                <a:ahLst/>
                <a:cxnLst/>
                <a:rect l="l" t="t" r="r" b="b"/>
                <a:pathLst>
                  <a:path w="2696" h="2696" extrusionOk="0">
                    <a:moveTo>
                      <a:pt x="1339" y="1"/>
                    </a:moveTo>
                    <a:cubicBezTo>
                      <a:pt x="590" y="1"/>
                      <a:pt x="1" y="590"/>
                      <a:pt x="1" y="1339"/>
                    </a:cubicBezTo>
                    <a:cubicBezTo>
                      <a:pt x="1" y="2088"/>
                      <a:pt x="590" y="2695"/>
                      <a:pt x="1339" y="2695"/>
                    </a:cubicBezTo>
                    <a:cubicBezTo>
                      <a:pt x="2089" y="2695"/>
                      <a:pt x="2695" y="2088"/>
                      <a:pt x="2695" y="1339"/>
                    </a:cubicBezTo>
                    <a:cubicBezTo>
                      <a:pt x="2695" y="590"/>
                      <a:pt x="2089" y="1"/>
                      <a:pt x="1339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34" name="Google Shape;1174;p32">
                <a:extLst>
                  <a:ext uri="{FF2B5EF4-FFF2-40B4-BE49-F238E27FC236}">
                    <a16:creationId xmlns:a16="http://schemas.microsoft.com/office/drawing/2014/main" id="{47A90814-A373-6A79-48DD-1180CB9A3E7E}"/>
                  </a:ext>
                </a:extLst>
              </p:cNvPr>
              <p:cNvSpPr/>
              <p:nvPr/>
            </p:nvSpPr>
            <p:spPr>
              <a:xfrm>
                <a:off x="3423723" y="2846967"/>
                <a:ext cx="95219" cy="81211"/>
              </a:xfrm>
              <a:custGeom>
                <a:avLst/>
                <a:gdLst/>
                <a:ahLst/>
                <a:cxnLst/>
                <a:rect l="l" t="t" r="r" b="b"/>
                <a:pathLst>
                  <a:path w="3154" h="2690" extrusionOk="0">
                    <a:moveTo>
                      <a:pt x="1794" y="1"/>
                    </a:moveTo>
                    <a:cubicBezTo>
                      <a:pt x="595" y="1"/>
                      <a:pt x="1" y="1451"/>
                      <a:pt x="834" y="2285"/>
                    </a:cubicBezTo>
                    <a:cubicBezTo>
                      <a:pt x="1114" y="2564"/>
                      <a:pt x="1458" y="2690"/>
                      <a:pt x="1795" y="2690"/>
                    </a:cubicBezTo>
                    <a:cubicBezTo>
                      <a:pt x="2490" y="2690"/>
                      <a:pt x="3154" y="2156"/>
                      <a:pt x="3154" y="1339"/>
                    </a:cubicBezTo>
                    <a:cubicBezTo>
                      <a:pt x="3154" y="607"/>
                      <a:pt x="2547" y="1"/>
                      <a:pt x="1816" y="1"/>
                    </a:cubicBezTo>
                    <a:cubicBezTo>
                      <a:pt x="1808" y="1"/>
                      <a:pt x="1801" y="1"/>
                      <a:pt x="1794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BC1EF4-47B5-9757-6B80-C4702BDC9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7823" y="3391685"/>
              <a:ext cx="1023861" cy="1023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2032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FC51E25C-C7FD-6194-5DC7-DA24F18D4C89}"/>
              </a:ext>
            </a:extLst>
          </p:cNvPr>
          <p:cNvGrpSpPr/>
          <p:nvPr/>
        </p:nvGrpSpPr>
        <p:grpSpPr>
          <a:xfrm>
            <a:off x="482060" y="1983599"/>
            <a:ext cx="11227879" cy="3842118"/>
            <a:chOff x="482060" y="1983599"/>
            <a:chExt cx="11227879" cy="3842118"/>
          </a:xfrm>
        </p:grpSpPr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FCE37A98-39A9-63A1-96F1-2323FE053F58}"/>
                </a:ext>
              </a:extLst>
            </p:cNvPr>
            <p:cNvGrpSpPr/>
            <p:nvPr/>
          </p:nvGrpSpPr>
          <p:grpSpPr>
            <a:xfrm>
              <a:off x="2585370" y="3065339"/>
              <a:ext cx="2814446" cy="1707737"/>
              <a:chOff x="2584322" y="2883217"/>
              <a:chExt cx="2814446" cy="1707737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FE2AF03-BD12-9E4F-5513-CD9CBFAF9E55}"/>
                  </a:ext>
                </a:extLst>
              </p:cNvPr>
              <p:cNvSpPr/>
              <p:nvPr/>
            </p:nvSpPr>
            <p:spPr>
              <a:xfrm>
                <a:off x="2724054" y="3044190"/>
                <a:ext cx="431577" cy="468915"/>
              </a:xfrm>
              <a:custGeom>
                <a:avLst/>
                <a:gdLst>
                  <a:gd name="connsiteX0" fmla="*/ 215836 w 431577"/>
                  <a:gd name="connsiteY0" fmla="*/ 0 h 468915"/>
                  <a:gd name="connsiteX1" fmla="*/ 0 w 431577"/>
                  <a:gd name="connsiteY1" fmla="*/ 225457 h 468915"/>
                  <a:gd name="connsiteX2" fmla="*/ 215836 w 431577"/>
                  <a:gd name="connsiteY2" fmla="*/ 468916 h 468915"/>
                  <a:gd name="connsiteX3" fmla="*/ 431578 w 431577"/>
                  <a:gd name="connsiteY3" fmla="*/ 225457 h 468915"/>
                  <a:gd name="connsiteX4" fmla="*/ 215836 w 431577"/>
                  <a:gd name="connsiteY4" fmla="*/ 0 h 468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1577" h="468915">
                    <a:moveTo>
                      <a:pt x="215836" y="0"/>
                    </a:moveTo>
                    <a:cubicBezTo>
                      <a:pt x="130873" y="61246"/>
                      <a:pt x="57531" y="137731"/>
                      <a:pt x="0" y="225457"/>
                    </a:cubicBezTo>
                    <a:cubicBezTo>
                      <a:pt x="94297" y="282607"/>
                      <a:pt x="170117" y="367570"/>
                      <a:pt x="215836" y="468916"/>
                    </a:cubicBezTo>
                    <a:cubicBezTo>
                      <a:pt x="261461" y="367665"/>
                      <a:pt x="337185" y="282702"/>
                      <a:pt x="431578" y="225457"/>
                    </a:cubicBezTo>
                    <a:cubicBezTo>
                      <a:pt x="374047" y="137827"/>
                      <a:pt x="300800" y="61246"/>
                      <a:pt x="21583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CA80E5B2-4F5D-E847-9C95-C5ADDF0CA6FF}"/>
                  </a:ext>
                </a:extLst>
              </p:cNvPr>
              <p:cNvSpPr/>
              <p:nvPr/>
            </p:nvSpPr>
            <p:spPr>
              <a:xfrm>
                <a:off x="2584322" y="3269551"/>
                <a:ext cx="2458974" cy="1321403"/>
              </a:xfrm>
              <a:custGeom>
                <a:avLst/>
                <a:gdLst>
                  <a:gd name="connsiteX0" fmla="*/ 2458974 w 2458974"/>
                  <a:gd name="connsiteY0" fmla="*/ 1160526 h 1321403"/>
                  <a:gd name="connsiteX1" fmla="*/ 1960531 w 2458974"/>
                  <a:gd name="connsiteY1" fmla="*/ 1321403 h 1321403"/>
                  <a:gd name="connsiteX2" fmla="*/ 853916 w 2458974"/>
                  <a:gd name="connsiteY2" fmla="*/ 1321403 h 1321403"/>
                  <a:gd name="connsiteX3" fmla="*/ 356045 w 2458974"/>
                  <a:gd name="connsiteY3" fmla="*/ 1160812 h 1321403"/>
                  <a:gd name="connsiteX4" fmla="*/ 140017 w 2458974"/>
                  <a:gd name="connsiteY4" fmla="*/ 935355 h 1321403"/>
                  <a:gd name="connsiteX5" fmla="*/ 0 w 2458974"/>
                  <a:gd name="connsiteY5" fmla="*/ 467582 h 1321403"/>
                  <a:gd name="connsiteX6" fmla="*/ 139732 w 2458974"/>
                  <a:gd name="connsiteY6" fmla="*/ 0 h 1321403"/>
                  <a:gd name="connsiteX7" fmla="*/ 355568 w 2458974"/>
                  <a:gd name="connsiteY7" fmla="*/ 243459 h 1321403"/>
                  <a:gd name="connsiteX8" fmla="*/ 307372 w 2458974"/>
                  <a:gd name="connsiteY8" fmla="*/ 467582 h 1321403"/>
                  <a:gd name="connsiteX9" fmla="*/ 355663 w 2458974"/>
                  <a:gd name="connsiteY9" fmla="*/ 691896 h 1321403"/>
                  <a:gd name="connsiteX10" fmla="*/ 571786 w 2458974"/>
                  <a:gd name="connsiteY10" fmla="*/ 935355 h 1321403"/>
                  <a:gd name="connsiteX11" fmla="*/ 853916 w 2458974"/>
                  <a:gd name="connsiteY11" fmla="*/ 1013936 h 1321403"/>
                  <a:gd name="connsiteX12" fmla="*/ 1960626 w 2458974"/>
                  <a:gd name="connsiteY12" fmla="*/ 1013936 h 1321403"/>
                  <a:gd name="connsiteX13" fmla="*/ 2243138 w 2458974"/>
                  <a:gd name="connsiteY13" fmla="*/ 935069 h 1321403"/>
                  <a:gd name="connsiteX14" fmla="*/ 2458974 w 2458974"/>
                  <a:gd name="connsiteY14" fmla="*/ 1160526 h 1321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58974" h="1321403">
                    <a:moveTo>
                      <a:pt x="2458974" y="1160526"/>
                    </a:moveTo>
                    <a:cubicBezTo>
                      <a:pt x="2318671" y="1261682"/>
                      <a:pt x="2146459" y="1321403"/>
                      <a:pt x="1960531" y="1321403"/>
                    </a:cubicBezTo>
                    <a:lnTo>
                      <a:pt x="853916" y="1321403"/>
                    </a:lnTo>
                    <a:cubicBezTo>
                      <a:pt x="668274" y="1321403"/>
                      <a:pt x="496157" y="1261872"/>
                      <a:pt x="356045" y="1160812"/>
                    </a:cubicBezTo>
                    <a:cubicBezTo>
                      <a:pt x="270986" y="1099661"/>
                      <a:pt x="197644" y="1023080"/>
                      <a:pt x="140017" y="935355"/>
                    </a:cubicBezTo>
                    <a:cubicBezTo>
                      <a:pt x="51625" y="800957"/>
                      <a:pt x="0" y="640175"/>
                      <a:pt x="0" y="467582"/>
                    </a:cubicBezTo>
                    <a:cubicBezTo>
                      <a:pt x="0" y="295085"/>
                      <a:pt x="51435" y="134493"/>
                      <a:pt x="139732" y="0"/>
                    </a:cubicBezTo>
                    <a:cubicBezTo>
                      <a:pt x="234029" y="57150"/>
                      <a:pt x="309848" y="142113"/>
                      <a:pt x="355568" y="243459"/>
                    </a:cubicBezTo>
                    <a:cubicBezTo>
                      <a:pt x="324612" y="311849"/>
                      <a:pt x="307372" y="387763"/>
                      <a:pt x="307372" y="467582"/>
                    </a:cubicBezTo>
                    <a:cubicBezTo>
                      <a:pt x="307372" y="547497"/>
                      <a:pt x="324612" y="623411"/>
                      <a:pt x="355663" y="691896"/>
                    </a:cubicBezTo>
                    <a:cubicBezTo>
                      <a:pt x="401479" y="793242"/>
                      <a:pt x="477298" y="878205"/>
                      <a:pt x="571786" y="935355"/>
                    </a:cubicBezTo>
                    <a:cubicBezTo>
                      <a:pt x="654177" y="985266"/>
                      <a:pt x="750761" y="1013936"/>
                      <a:pt x="853916" y="1013936"/>
                    </a:cubicBezTo>
                    <a:lnTo>
                      <a:pt x="1960626" y="1013936"/>
                    </a:lnTo>
                    <a:cubicBezTo>
                      <a:pt x="2063877" y="1013936"/>
                      <a:pt x="2160651" y="985171"/>
                      <a:pt x="2243138" y="935069"/>
                    </a:cubicBezTo>
                    <a:cubicBezTo>
                      <a:pt x="2300668" y="1022795"/>
                      <a:pt x="2374011" y="1099280"/>
                      <a:pt x="2458974" y="1160526"/>
                    </a:cubicBezTo>
                    <a:close/>
                  </a:path>
                </a:pathLst>
              </a:custGeom>
              <a:solidFill>
                <a:srgbClr val="00B0F0"/>
              </a:solidFill>
              <a:ln w="381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C70E371-AC72-2CEF-A2D3-BDB4FA0D10F9}"/>
                  </a:ext>
                </a:extLst>
              </p:cNvPr>
              <p:cNvSpPr/>
              <p:nvPr/>
            </p:nvSpPr>
            <p:spPr>
              <a:xfrm>
                <a:off x="2939890" y="2883217"/>
                <a:ext cx="2458878" cy="1321498"/>
              </a:xfrm>
              <a:custGeom>
                <a:avLst/>
                <a:gdLst>
                  <a:gd name="connsiteX0" fmla="*/ 2458879 w 2458878"/>
                  <a:gd name="connsiteY0" fmla="*/ 853916 h 1321498"/>
                  <a:gd name="connsiteX1" fmla="*/ 2319147 w 2458878"/>
                  <a:gd name="connsiteY1" fmla="*/ 1321499 h 1321498"/>
                  <a:gd name="connsiteX2" fmla="*/ 2103406 w 2458878"/>
                  <a:gd name="connsiteY2" fmla="*/ 1077944 h 1321498"/>
                  <a:gd name="connsiteX3" fmla="*/ 2151507 w 2458878"/>
                  <a:gd name="connsiteY3" fmla="*/ 853916 h 1321498"/>
                  <a:gd name="connsiteX4" fmla="*/ 2103406 w 2458878"/>
                  <a:gd name="connsiteY4" fmla="*/ 629793 h 1321498"/>
                  <a:gd name="connsiteX5" fmla="*/ 1887569 w 2458878"/>
                  <a:gd name="connsiteY5" fmla="*/ 386334 h 1321498"/>
                  <a:gd name="connsiteX6" fmla="*/ 1604963 w 2458878"/>
                  <a:gd name="connsiteY6" fmla="*/ 307467 h 1321498"/>
                  <a:gd name="connsiteX7" fmla="*/ 498348 w 2458878"/>
                  <a:gd name="connsiteY7" fmla="*/ 307467 h 1321498"/>
                  <a:gd name="connsiteX8" fmla="*/ 215741 w 2458878"/>
                  <a:gd name="connsiteY8" fmla="*/ 386334 h 1321498"/>
                  <a:gd name="connsiteX9" fmla="*/ 0 w 2458878"/>
                  <a:gd name="connsiteY9" fmla="*/ 160877 h 1321498"/>
                  <a:gd name="connsiteX10" fmla="*/ 498348 w 2458878"/>
                  <a:gd name="connsiteY10" fmla="*/ 0 h 1321498"/>
                  <a:gd name="connsiteX11" fmla="*/ 1605058 w 2458878"/>
                  <a:gd name="connsiteY11" fmla="*/ 0 h 1321498"/>
                  <a:gd name="connsiteX12" fmla="*/ 2103501 w 2458878"/>
                  <a:gd name="connsiteY12" fmla="*/ 160877 h 1321498"/>
                  <a:gd name="connsiteX13" fmla="*/ 2319243 w 2458878"/>
                  <a:gd name="connsiteY13" fmla="*/ 386334 h 1321498"/>
                  <a:gd name="connsiteX14" fmla="*/ 2458879 w 2458878"/>
                  <a:gd name="connsiteY14" fmla="*/ 853916 h 1321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58878" h="1321498">
                    <a:moveTo>
                      <a:pt x="2458879" y="853916"/>
                    </a:moveTo>
                    <a:cubicBezTo>
                      <a:pt x="2458879" y="1026414"/>
                      <a:pt x="2407444" y="1187006"/>
                      <a:pt x="2319147" y="1321499"/>
                    </a:cubicBezTo>
                    <a:cubicBezTo>
                      <a:pt x="2224850" y="1264253"/>
                      <a:pt x="2149031" y="1179290"/>
                      <a:pt x="2103406" y="1077944"/>
                    </a:cubicBezTo>
                    <a:cubicBezTo>
                      <a:pt x="2134267" y="1009555"/>
                      <a:pt x="2151507" y="933736"/>
                      <a:pt x="2151507" y="853916"/>
                    </a:cubicBezTo>
                    <a:cubicBezTo>
                      <a:pt x="2151507" y="774097"/>
                      <a:pt x="2134267" y="698183"/>
                      <a:pt x="2103406" y="629793"/>
                    </a:cubicBezTo>
                    <a:cubicBezTo>
                      <a:pt x="2057686" y="528542"/>
                      <a:pt x="1981962" y="443579"/>
                      <a:pt x="1887569" y="386334"/>
                    </a:cubicBezTo>
                    <a:cubicBezTo>
                      <a:pt x="1805083" y="336233"/>
                      <a:pt x="1708309" y="307467"/>
                      <a:pt x="1604963" y="307467"/>
                    </a:cubicBezTo>
                    <a:lnTo>
                      <a:pt x="498348" y="307467"/>
                    </a:lnTo>
                    <a:cubicBezTo>
                      <a:pt x="395002" y="307467"/>
                      <a:pt x="298228" y="336233"/>
                      <a:pt x="215741" y="386334"/>
                    </a:cubicBezTo>
                    <a:cubicBezTo>
                      <a:pt x="158210" y="298704"/>
                      <a:pt x="84963" y="222218"/>
                      <a:pt x="0" y="160877"/>
                    </a:cubicBezTo>
                    <a:cubicBezTo>
                      <a:pt x="140303" y="59627"/>
                      <a:pt x="312420" y="0"/>
                      <a:pt x="498348" y="0"/>
                    </a:cubicBezTo>
                    <a:lnTo>
                      <a:pt x="1605058" y="0"/>
                    </a:lnTo>
                    <a:cubicBezTo>
                      <a:pt x="1790986" y="0"/>
                      <a:pt x="1963198" y="59627"/>
                      <a:pt x="2103501" y="160877"/>
                    </a:cubicBezTo>
                    <a:cubicBezTo>
                      <a:pt x="2188464" y="222123"/>
                      <a:pt x="2261711" y="298704"/>
                      <a:pt x="2319243" y="386334"/>
                    </a:cubicBezTo>
                    <a:cubicBezTo>
                      <a:pt x="2407444" y="520827"/>
                      <a:pt x="2458879" y="681514"/>
                      <a:pt x="2458879" y="853916"/>
                    </a:cubicBezTo>
                    <a:close/>
                  </a:path>
                </a:pathLst>
              </a:custGeom>
              <a:solidFill>
                <a:srgbClr val="00B0F0"/>
              </a:solidFill>
              <a:ln w="381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DC97CC-4DE3-74F0-A825-B730CC16486A}"/>
                </a:ext>
              </a:extLst>
            </p:cNvPr>
            <p:cNvSpPr/>
            <p:nvPr/>
          </p:nvSpPr>
          <p:spPr>
            <a:xfrm>
              <a:off x="482060" y="3065434"/>
              <a:ext cx="2814447" cy="1707641"/>
            </a:xfrm>
            <a:custGeom>
              <a:avLst/>
              <a:gdLst>
                <a:gd name="connsiteX0" fmla="*/ 2674620 w 2814447"/>
                <a:gd name="connsiteY0" fmla="*/ 386334 h 1707641"/>
                <a:gd name="connsiteX1" fmla="*/ 2458879 w 2814447"/>
                <a:gd name="connsiteY1" fmla="*/ 160877 h 1707641"/>
                <a:gd name="connsiteX2" fmla="*/ 1960436 w 2814447"/>
                <a:gd name="connsiteY2" fmla="*/ 0 h 1707641"/>
                <a:gd name="connsiteX3" fmla="*/ 853821 w 2814447"/>
                <a:gd name="connsiteY3" fmla="*/ 0 h 1707641"/>
                <a:gd name="connsiteX4" fmla="*/ 0 w 2814447"/>
                <a:gd name="connsiteY4" fmla="*/ 853821 h 1707641"/>
                <a:gd name="connsiteX5" fmla="*/ 853821 w 2814447"/>
                <a:gd name="connsiteY5" fmla="*/ 1707642 h 1707641"/>
                <a:gd name="connsiteX6" fmla="*/ 1960531 w 2814447"/>
                <a:gd name="connsiteY6" fmla="*/ 1707642 h 1707641"/>
                <a:gd name="connsiteX7" fmla="*/ 2338578 w 2814447"/>
                <a:gd name="connsiteY7" fmla="*/ 1619631 h 1707641"/>
                <a:gd name="connsiteX8" fmla="*/ 2459355 w 2814447"/>
                <a:gd name="connsiteY8" fmla="*/ 1547051 h 1707641"/>
                <a:gd name="connsiteX9" fmla="*/ 2243328 w 2814447"/>
                <a:gd name="connsiteY9" fmla="*/ 1321594 h 1707641"/>
                <a:gd name="connsiteX10" fmla="*/ 2202371 w 2814447"/>
                <a:gd name="connsiteY10" fmla="*/ 1344073 h 1707641"/>
                <a:gd name="connsiteX11" fmla="*/ 1960531 w 2814447"/>
                <a:gd name="connsiteY11" fmla="*/ 1400270 h 1707641"/>
                <a:gd name="connsiteX12" fmla="*/ 853821 w 2814447"/>
                <a:gd name="connsiteY12" fmla="*/ 1400270 h 1707641"/>
                <a:gd name="connsiteX13" fmla="*/ 307467 w 2814447"/>
                <a:gd name="connsiteY13" fmla="*/ 853916 h 1707641"/>
                <a:gd name="connsiteX14" fmla="*/ 853821 w 2814447"/>
                <a:gd name="connsiteY14" fmla="*/ 307467 h 1707641"/>
                <a:gd name="connsiteX15" fmla="*/ 1960531 w 2814447"/>
                <a:gd name="connsiteY15" fmla="*/ 307467 h 1707641"/>
                <a:gd name="connsiteX16" fmla="*/ 2243138 w 2814447"/>
                <a:gd name="connsiteY16" fmla="*/ 386334 h 1707641"/>
                <a:gd name="connsiteX17" fmla="*/ 2458974 w 2814447"/>
                <a:gd name="connsiteY17" fmla="*/ 629793 h 1707641"/>
                <a:gd name="connsiteX18" fmla="*/ 2507075 w 2814447"/>
                <a:gd name="connsiteY18" fmla="*/ 853916 h 1707641"/>
                <a:gd name="connsiteX19" fmla="*/ 2469642 w 2814447"/>
                <a:gd name="connsiteY19" fmla="*/ 1053084 h 1707641"/>
                <a:gd name="connsiteX20" fmla="*/ 2459070 w 2814447"/>
                <a:gd name="connsiteY20" fmla="*/ 1078230 h 1707641"/>
                <a:gd name="connsiteX21" fmla="*/ 2675191 w 2814447"/>
                <a:gd name="connsiteY21" fmla="*/ 1321689 h 1707641"/>
                <a:gd name="connsiteX22" fmla="*/ 2755964 w 2814447"/>
                <a:gd name="connsiteY22" fmla="*/ 1165193 h 1707641"/>
                <a:gd name="connsiteX23" fmla="*/ 2814447 w 2814447"/>
                <a:gd name="connsiteY23" fmla="*/ 853916 h 1707641"/>
                <a:gd name="connsiteX24" fmla="*/ 2674620 w 2814447"/>
                <a:gd name="connsiteY24" fmla="*/ 386334 h 1707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14447" h="1707641">
                  <a:moveTo>
                    <a:pt x="2674620" y="386334"/>
                  </a:moveTo>
                  <a:cubicBezTo>
                    <a:pt x="2617089" y="298704"/>
                    <a:pt x="2543842" y="222218"/>
                    <a:pt x="2458879" y="160877"/>
                  </a:cubicBezTo>
                  <a:cubicBezTo>
                    <a:pt x="2318480" y="59626"/>
                    <a:pt x="2146364" y="0"/>
                    <a:pt x="1960436" y="0"/>
                  </a:cubicBezTo>
                  <a:lnTo>
                    <a:pt x="853821" y="0"/>
                  </a:lnTo>
                  <a:cubicBezTo>
                    <a:pt x="383000" y="0"/>
                    <a:pt x="0" y="383000"/>
                    <a:pt x="0" y="853821"/>
                  </a:cubicBezTo>
                  <a:cubicBezTo>
                    <a:pt x="0" y="1324546"/>
                    <a:pt x="383000" y="1707642"/>
                    <a:pt x="853821" y="1707642"/>
                  </a:cubicBezTo>
                  <a:lnTo>
                    <a:pt x="1960531" y="1707642"/>
                  </a:lnTo>
                  <a:cubicBezTo>
                    <a:pt x="2093214" y="1707642"/>
                    <a:pt x="2220373" y="1678019"/>
                    <a:pt x="2338578" y="1619631"/>
                  </a:cubicBezTo>
                  <a:cubicBezTo>
                    <a:pt x="2381060" y="1598581"/>
                    <a:pt x="2421446" y="1574197"/>
                    <a:pt x="2459355" y="1547051"/>
                  </a:cubicBezTo>
                  <a:cubicBezTo>
                    <a:pt x="2374297" y="1485900"/>
                    <a:pt x="2300954" y="1409319"/>
                    <a:pt x="2243328" y="1321594"/>
                  </a:cubicBezTo>
                  <a:cubicBezTo>
                    <a:pt x="2229993" y="1329595"/>
                    <a:pt x="2216372" y="1337024"/>
                    <a:pt x="2202371" y="1344073"/>
                  </a:cubicBezTo>
                  <a:cubicBezTo>
                    <a:pt x="2126837" y="1381411"/>
                    <a:pt x="2045589" y="1400270"/>
                    <a:pt x="1960531" y="1400270"/>
                  </a:cubicBezTo>
                  <a:lnTo>
                    <a:pt x="853821" y="1400270"/>
                  </a:lnTo>
                  <a:cubicBezTo>
                    <a:pt x="552545" y="1400270"/>
                    <a:pt x="307467" y="1155192"/>
                    <a:pt x="307467" y="853916"/>
                  </a:cubicBezTo>
                  <a:cubicBezTo>
                    <a:pt x="307467" y="552545"/>
                    <a:pt x="552545" y="307467"/>
                    <a:pt x="853821" y="307467"/>
                  </a:cubicBezTo>
                  <a:lnTo>
                    <a:pt x="1960531" y="307467"/>
                  </a:lnTo>
                  <a:cubicBezTo>
                    <a:pt x="2063877" y="307467"/>
                    <a:pt x="2160651" y="336232"/>
                    <a:pt x="2243138" y="386334"/>
                  </a:cubicBezTo>
                  <a:cubicBezTo>
                    <a:pt x="2337435" y="443484"/>
                    <a:pt x="2413254" y="528447"/>
                    <a:pt x="2458974" y="629793"/>
                  </a:cubicBezTo>
                  <a:cubicBezTo>
                    <a:pt x="2489835" y="698182"/>
                    <a:pt x="2507075" y="774097"/>
                    <a:pt x="2507075" y="853916"/>
                  </a:cubicBezTo>
                  <a:cubicBezTo>
                    <a:pt x="2507075" y="922687"/>
                    <a:pt x="2494503" y="989647"/>
                    <a:pt x="2469642" y="1053084"/>
                  </a:cubicBezTo>
                  <a:cubicBezTo>
                    <a:pt x="2466404" y="1061561"/>
                    <a:pt x="2462784" y="1069848"/>
                    <a:pt x="2459070" y="1078230"/>
                  </a:cubicBezTo>
                  <a:cubicBezTo>
                    <a:pt x="2504885" y="1179576"/>
                    <a:pt x="2580704" y="1264539"/>
                    <a:pt x="2675191" y="1321689"/>
                  </a:cubicBezTo>
                  <a:cubicBezTo>
                    <a:pt x="2707196" y="1272921"/>
                    <a:pt x="2734342" y="1220438"/>
                    <a:pt x="2755964" y="1165193"/>
                  </a:cubicBezTo>
                  <a:cubicBezTo>
                    <a:pt x="2794826" y="1065943"/>
                    <a:pt x="2814447" y="961168"/>
                    <a:pt x="2814447" y="853916"/>
                  </a:cubicBezTo>
                  <a:cubicBezTo>
                    <a:pt x="2814352" y="681418"/>
                    <a:pt x="2763012" y="520732"/>
                    <a:pt x="2674620" y="386334"/>
                  </a:cubicBezTo>
                  <a:close/>
                </a:path>
              </a:pathLst>
            </a:custGeom>
            <a:solidFill>
              <a:schemeClr val="accent5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grpSp>
          <p:nvGrpSpPr>
            <p:cNvPr id="19" name="Graphic 4">
              <a:extLst>
                <a:ext uri="{FF2B5EF4-FFF2-40B4-BE49-F238E27FC236}">
                  <a16:creationId xmlns:a16="http://schemas.microsoft.com/office/drawing/2014/main" id="{85B426FE-42C4-D7E4-06C0-394610A2C3A4}"/>
                </a:ext>
              </a:extLst>
            </p:cNvPr>
            <p:cNvGrpSpPr/>
            <p:nvPr/>
          </p:nvGrpSpPr>
          <p:grpSpPr>
            <a:xfrm>
              <a:off x="4688776" y="3065339"/>
              <a:ext cx="2814351" cy="1707737"/>
              <a:chOff x="4687728" y="2883217"/>
              <a:chExt cx="2814351" cy="1707737"/>
            </a:xfrm>
            <a:solidFill>
              <a:srgbClr val="FFC000"/>
            </a:solidFill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0677820-9CAA-25F5-2833-7149D3380B0A}"/>
                  </a:ext>
                </a:extLst>
              </p:cNvPr>
              <p:cNvSpPr/>
              <p:nvPr/>
            </p:nvSpPr>
            <p:spPr>
              <a:xfrm>
                <a:off x="4687728" y="3269551"/>
                <a:ext cx="2458878" cy="1321403"/>
              </a:xfrm>
              <a:custGeom>
                <a:avLst/>
                <a:gdLst>
                  <a:gd name="connsiteX0" fmla="*/ 2458879 w 2458878"/>
                  <a:gd name="connsiteY0" fmla="*/ 1160431 h 1321403"/>
                  <a:gd name="connsiteX1" fmla="*/ 1960531 w 2458878"/>
                  <a:gd name="connsiteY1" fmla="*/ 1321403 h 1321403"/>
                  <a:gd name="connsiteX2" fmla="*/ 853916 w 2458878"/>
                  <a:gd name="connsiteY2" fmla="*/ 1321403 h 1321403"/>
                  <a:gd name="connsiteX3" fmla="*/ 355568 w 2458878"/>
                  <a:gd name="connsiteY3" fmla="*/ 1160526 h 1321403"/>
                  <a:gd name="connsiteX4" fmla="*/ 139637 w 2458878"/>
                  <a:gd name="connsiteY4" fmla="*/ 935069 h 1321403"/>
                  <a:gd name="connsiteX5" fmla="*/ 0 w 2458878"/>
                  <a:gd name="connsiteY5" fmla="*/ 467582 h 1321403"/>
                  <a:gd name="connsiteX6" fmla="*/ 139732 w 2458878"/>
                  <a:gd name="connsiteY6" fmla="*/ 0 h 1321403"/>
                  <a:gd name="connsiteX7" fmla="*/ 355568 w 2458878"/>
                  <a:gd name="connsiteY7" fmla="*/ 243459 h 1321403"/>
                  <a:gd name="connsiteX8" fmla="*/ 307372 w 2458878"/>
                  <a:gd name="connsiteY8" fmla="*/ 467582 h 1321403"/>
                  <a:gd name="connsiteX9" fmla="*/ 355568 w 2458878"/>
                  <a:gd name="connsiteY9" fmla="*/ 691610 h 1321403"/>
                  <a:gd name="connsiteX10" fmla="*/ 571310 w 2458878"/>
                  <a:gd name="connsiteY10" fmla="*/ 935165 h 1321403"/>
                  <a:gd name="connsiteX11" fmla="*/ 853916 w 2458878"/>
                  <a:gd name="connsiteY11" fmla="*/ 1013936 h 1321403"/>
                  <a:gd name="connsiteX12" fmla="*/ 1960626 w 2458878"/>
                  <a:gd name="connsiteY12" fmla="*/ 1013936 h 1321403"/>
                  <a:gd name="connsiteX13" fmla="*/ 2243233 w 2458878"/>
                  <a:gd name="connsiteY13" fmla="*/ 935069 h 1321403"/>
                  <a:gd name="connsiteX14" fmla="*/ 2458879 w 2458878"/>
                  <a:gd name="connsiteY14" fmla="*/ 1160431 h 1321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58878" h="1321403">
                    <a:moveTo>
                      <a:pt x="2458879" y="1160431"/>
                    </a:moveTo>
                    <a:cubicBezTo>
                      <a:pt x="2318576" y="1261682"/>
                      <a:pt x="2146459" y="1321403"/>
                      <a:pt x="1960531" y="1321403"/>
                    </a:cubicBezTo>
                    <a:lnTo>
                      <a:pt x="853916" y="1321403"/>
                    </a:lnTo>
                    <a:cubicBezTo>
                      <a:pt x="668179" y="1321403"/>
                      <a:pt x="495871" y="1261682"/>
                      <a:pt x="355568" y="1160526"/>
                    </a:cubicBezTo>
                    <a:cubicBezTo>
                      <a:pt x="270605" y="1099280"/>
                      <a:pt x="197263" y="1022795"/>
                      <a:pt x="139637" y="935069"/>
                    </a:cubicBezTo>
                    <a:cubicBezTo>
                      <a:pt x="51340" y="800767"/>
                      <a:pt x="0" y="640080"/>
                      <a:pt x="0" y="467582"/>
                    </a:cubicBezTo>
                    <a:cubicBezTo>
                      <a:pt x="0" y="295085"/>
                      <a:pt x="51340" y="134493"/>
                      <a:pt x="139732" y="0"/>
                    </a:cubicBezTo>
                    <a:cubicBezTo>
                      <a:pt x="234125" y="57245"/>
                      <a:pt x="309848" y="142208"/>
                      <a:pt x="355568" y="243459"/>
                    </a:cubicBezTo>
                    <a:cubicBezTo>
                      <a:pt x="324612" y="311849"/>
                      <a:pt x="307372" y="387763"/>
                      <a:pt x="307372" y="467582"/>
                    </a:cubicBezTo>
                    <a:cubicBezTo>
                      <a:pt x="307372" y="547402"/>
                      <a:pt x="324612" y="623221"/>
                      <a:pt x="355568" y="691610"/>
                    </a:cubicBezTo>
                    <a:cubicBezTo>
                      <a:pt x="401193" y="792956"/>
                      <a:pt x="477012" y="877919"/>
                      <a:pt x="571310" y="935165"/>
                    </a:cubicBezTo>
                    <a:cubicBezTo>
                      <a:pt x="653796" y="985171"/>
                      <a:pt x="750570" y="1013936"/>
                      <a:pt x="853916" y="1013936"/>
                    </a:cubicBezTo>
                    <a:lnTo>
                      <a:pt x="1960626" y="1013936"/>
                    </a:lnTo>
                    <a:cubicBezTo>
                      <a:pt x="2063973" y="1013936"/>
                      <a:pt x="2160746" y="985171"/>
                      <a:pt x="2243233" y="935069"/>
                    </a:cubicBezTo>
                    <a:cubicBezTo>
                      <a:pt x="2300669" y="1022795"/>
                      <a:pt x="2373916" y="1099280"/>
                      <a:pt x="2458879" y="1160431"/>
                    </a:cubicBezTo>
                    <a:close/>
                  </a:path>
                </a:pathLst>
              </a:custGeom>
              <a:solidFill>
                <a:srgbClr val="92D050"/>
              </a:solidFill>
              <a:ln w="381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F356CF3-62B0-9840-4480-4A7A80211F72}"/>
                  </a:ext>
                </a:extLst>
              </p:cNvPr>
              <p:cNvSpPr/>
              <p:nvPr/>
            </p:nvSpPr>
            <p:spPr>
              <a:xfrm>
                <a:off x="5043296" y="2883217"/>
                <a:ext cx="2458783" cy="1321403"/>
              </a:xfrm>
              <a:custGeom>
                <a:avLst/>
                <a:gdLst>
                  <a:gd name="connsiteX0" fmla="*/ 2458783 w 2458783"/>
                  <a:gd name="connsiteY0" fmla="*/ 853916 h 1321403"/>
                  <a:gd name="connsiteX1" fmla="*/ 2319052 w 2458783"/>
                  <a:gd name="connsiteY1" fmla="*/ 1321403 h 1321403"/>
                  <a:gd name="connsiteX2" fmla="*/ 2103310 w 2458783"/>
                  <a:gd name="connsiteY2" fmla="*/ 1077849 h 1321403"/>
                  <a:gd name="connsiteX3" fmla="*/ 2151412 w 2458783"/>
                  <a:gd name="connsiteY3" fmla="*/ 853916 h 1321403"/>
                  <a:gd name="connsiteX4" fmla="*/ 2103310 w 2458783"/>
                  <a:gd name="connsiteY4" fmla="*/ 629888 h 1321403"/>
                  <a:gd name="connsiteX5" fmla="*/ 1887569 w 2458783"/>
                  <a:gd name="connsiteY5" fmla="*/ 386334 h 1321403"/>
                  <a:gd name="connsiteX6" fmla="*/ 1604962 w 2458783"/>
                  <a:gd name="connsiteY6" fmla="*/ 307467 h 1321403"/>
                  <a:gd name="connsiteX7" fmla="*/ 498348 w 2458783"/>
                  <a:gd name="connsiteY7" fmla="*/ 307467 h 1321403"/>
                  <a:gd name="connsiteX8" fmla="*/ 215741 w 2458783"/>
                  <a:gd name="connsiteY8" fmla="*/ 386334 h 1321403"/>
                  <a:gd name="connsiteX9" fmla="*/ 0 w 2458783"/>
                  <a:gd name="connsiteY9" fmla="*/ 160877 h 1321403"/>
                  <a:gd name="connsiteX10" fmla="*/ 498348 w 2458783"/>
                  <a:gd name="connsiteY10" fmla="*/ 0 h 1321403"/>
                  <a:gd name="connsiteX11" fmla="*/ 1605058 w 2458783"/>
                  <a:gd name="connsiteY11" fmla="*/ 0 h 1321403"/>
                  <a:gd name="connsiteX12" fmla="*/ 2103406 w 2458783"/>
                  <a:gd name="connsiteY12" fmla="*/ 160877 h 1321403"/>
                  <a:gd name="connsiteX13" fmla="*/ 2319147 w 2458783"/>
                  <a:gd name="connsiteY13" fmla="*/ 386429 h 1321403"/>
                  <a:gd name="connsiteX14" fmla="*/ 2458783 w 2458783"/>
                  <a:gd name="connsiteY14" fmla="*/ 853916 h 1321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58783" h="1321403">
                    <a:moveTo>
                      <a:pt x="2458783" y="853916"/>
                    </a:moveTo>
                    <a:cubicBezTo>
                      <a:pt x="2458783" y="1026414"/>
                      <a:pt x="2407348" y="1187006"/>
                      <a:pt x="2319052" y="1321403"/>
                    </a:cubicBezTo>
                    <a:cubicBezTo>
                      <a:pt x="2224659" y="1264158"/>
                      <a:pt x="2149030" y="1179195"/>
                      <a:pt x="2103310" y="1077849"/>
                    </a:cubicBezTo>
                    <a:cubicBezTo>
                      <a:pt x="2134171" y="1009459"/>
                      <a:pt x="2151412" y="933641"/>
                      <a:pt x="2151412" y="853916"/>
                    </a:cubicBezTo>
                    <a:cubicBezTo>
                      <a:pt x="2151412" y="774097"/>
                      <a:pt x="2134171" y="698278"/>
                      <a:pt x="2103310" y="629888"/>
                    </a:cubicBezTo>
                    <a:cubicBezTo>
                      <a:pt x="2057590" y="528542"/>
                      <a:pt x="1981867" y="443579"/>
                      <a:pt x="1887569" y="386334"/>
                    </a:cubicBezTo>
                    <a:cubicBezTo>
                      <a:pt x="1805083" y="336233"/>
                      <a:pt x="1708309" y="307467"/>
                      <a:pt x="1604962" y="307467"/>
                    </a:cubicBezTo>
                    <a:lnTo>
                      <a:pt x="498348" y="307467"/>
                    </a:lnTo>
                    <a:cubicBezTo>
                      <a:pt x="395002" y="307467"/>
                      <a:pt x="298228" y="336233"/>
                      <a:pt x="215741" y="386334"/>
                    </a:cubicBezTo>
                    <a:cubicBezTo>
                      <a:pt x="158210" y="298704"/>
                      <a:pt x="84963" y="222218"/>
                      <a:pt x="0" y="160877"/>
                    </a:cubicBezTo>
                    <a:cubicBezTo>
                      <a:pt x="140303" y="59627"/>
                      <a:pt x="312515" y="0"/>
                      <a:pt x="498348" y="0"/>
                    </a:cubicBezTo>
                    <a:lnTo>
                      <a:pt x="1605058" y="0"/>
                    </a:lnTo>
                    <a:cubicBezTo>
                      <a:pt x="1790986" y="0"/>
                      <a:pt x="1963103" y="59627"/>
                      <a:pt x="2103406" y="160877"/>
                    </a:cubicBezTo>
                    <a:cubicBezTo>
                      <a:pt x="2188369" y="222218"/>
                      <a:pt x="2261711" y="298704"/>
                      <a:pt x="2319147" y="386429"/>
                    </a:cubicBezTo>
                    <a:cubicBezTo>
                      <a:pt x="2407348" y="520922"/>
                      <a:pt x="2458783" y="681609"/>
                      <a:pt x="2458783" y="853916"/>
                    </a:cubicBezTo>
                    <a:close/>
                  </a:path>
                </a:pathLst>
              </a:custGeom>
              <a:solidFill>
                <a:srgbClr val="92D050"/>
              </a:solidFill>
              <a:ln w="381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3BF6D903-F964-A662-9B2F-C492A7A386D8}"/>
                </a:ext>
              </a:extLst>
            </p:cNvPr>
            <p:cNvGrpSpPr/>
            <p:nvPr/>
          </p:nvGrpSpPr>
          <p:grpSpPr>
            <a:xfrm>
              <a:off x="6792181" y="3065339"/>
              <a:ext cx="2814352" cy="1707737"/>
              <a:chOff x="6791133" y="2883217"/>
              <a:chExt cx="2814352" cy="1707737"/>
            </a:xfrm>
            <a:solidFill>
              <a:srgbClr val="70AD47"/>
            </a:solidFill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69A824D-B4B2-A306-E2FD-AEB94D9A3B89}"/>
                  </a:ext>
                </a:extLst>
              </p:cNvPr>
              <p:cNvSpPr/>
              <p:nvPr/>
            </p:nvSpPr>
            <p:spPr>
              <a:xfrm>
                <a:off x="6791133" y="3269551"/>
                <a:ext cx="2458878" cy="1321403"/>
              </a:xfrm>
              <a:custGeom>
                <a:avLst/>
                <a:gdLst>
                  <a:gd name="connsiteX0" fmla="*/ 2458879 w 2458878"/>
                  <a:gd name="connsiteY0" fmla="*/ 1160431 h 1321403"/>
                  <a:gd name="connsiteX1" fmla="*/ 1960531 w 2458878"/>
                  <a:gd name="connsiteY1" fmla="*/ 1321403 h 1321403"/>
                  <a:gd name="connsiteX2" fmla="*/ 853917 w 2458878"/>
                  <a:gd name="connsiteY2" fmla="*/ 1321403 h 1321403"/>
                  <a:gd name="connsiteX3" fmla="*/ 355473 w 2458878"/>
                  <a:gd name="connsiteY3" fmla="*/ 1160431 h 1321403"/>
                  <a:gd name="connsiteX4" fmla="*/ 139732 w 2458878"/>
                  <a:gd name="connsiteY4" fmla="*/ 935069 h 1321403"/>
                  <a:gd name="connsiteX5" fmla="*/ 0 w 2458878"/>
                  <a:gd name="connsiteY5" fmla="*/ 467582 h 1321403"/>
                  <a:gd name="connsiteX6" fmla="*/ 139732 w 2458878"/>
                  <a:gd name="connsiteY6" fmla="*/ 0 h 1321403"/>
                  <a:gd name="connsiteX7" fmla="*/ 355473 w 2458878"/>
                  <a:gd name="connsiteY7" fmla="*/ 243554 h 1321403"/>
                  <a:gd name="connsiteX8" fmla="*/ 307372 w 2458878"/>
                  <a:gd name="connsiteY8" fmla="*/ 467582 h 1321403"/>
                  <a:gd name="connsiteX9" fmla="*/ 355473 w 2458878"/>
                  <a:gd name="connsiteY9" fmla="*/ 691515 h 1321403"/>
                  <a:gd name="connsiteX10" fmla="*/ 571215 w 2458878"/>
                  <a:gd name="connsiteY10" fmla="*/ 935069 h 1321403"/>
                  <a:gd name="connsiteX11" fmla="*/ 853917 w 2458878"/>
                  <a:gd name="connsiteY11" fmla="*/ 1013936 h 1321403"/>
                  <a:gd name="connsiteX12" fmla="*/ 1960626 w 2458878"/>
                  <a:gd name="connsiteY12" fmla="*/ 1013936 h 1321403"/>
                  <a:gd name="connsiteX13" fmla="*/ 2243138 w 2458878"/>
                  <a:gd name="connsiteY13" fmla="*/ 935069 h 1321403"/>
                  <a:gd name="connsiteX14" fmla="*/ 2458879 w 2458878"/>
                  <a:gd name="connsiteY14" fmla="*/ 1160431 h 1321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58878" h="1321403">
                    <a:moveTo>
                      <a:pt x="2458879" y="1160431"/>
                    </a:moveTo>
                    <a:cubicBezTo>
                      <a:pt x="2318576" y="1261682"/>
                      <a:pt x="2146459" y="1321403"/>
                      <a:pt x="1960531" y="1321403"/>
                    </a:cubicBezTo>
                    <a:lnTo>
                      <a:pt x="853917" y="1321403"/>
                    </a:lnTo>
                    <a:cubicBezTo>
                      <a:pt x="667988" y="1321403"/>
                      <a:pt x="495777" y="1261682"/>
                      <a:pt x="355473" y="1160431"/>
                    </a:cubicBezTo>
                    <a:cubicBezTo>
                      <a:pt x="270510" y="1099280"/>
                      <a:pt x="197263" y="1022795"/>
                      <a:pt x="139732" y="935069"/>
                    </a:cubicBezTo>
                    <a:cubicBezTo>
                      <a:pt x="51435" y="800767"/>
                      <a:pt x="0" y="640080"/>
                      <a:pt x="0" y="467582"/>
                    </a:cubicBezTo>
                    <a:cubicBezTo>
                      <a:pt x="0" y="295085"/>
                      <a:pt x="51435" y="134493"/>
                      <a:pt x="139732" y="0"/>
                    </a:cubicBezTo>
                    <a:cubicBezTo>
                      <a:pt x="234029" y="57245"/>
                      <a:pt x="309753" y="142208"/>
                      <a:pt x="355473" y="243554"/>
                    </a:cubicBezTo>
                    <a:cubicBezTo>
                      <a:pt x="324612" y="311944"/>
                      <a:pt x="307372" y="387763"/>
                      <a:pt x="307372" y="467582"/>
                    </a:cubicBezTo>
                    <a:cubicBezTo>
                      <a:pt x="307372" y="547307"/>
                      <a:pt x="324612" y="623126"/>
                      <a:pt x="355473" y="691515"/>
                    </a:cubicBezTo>
                    <a:cubicBezTo>
                      <a:pt x="401193" y="792861"/>
                      <a:pt x="476821" y="877824"/>
                      <a:pt x="571215" y="935069"/>
                    </a:cubicBezTo>
                    <a:cubicBezTo>
                      <a:pt x="653701" y="985076"/>
                      <a:pt x="750570" y="1013936"/>
                      <a:pt x="853917" y="1013936"/>
                    </a:cubicBezTo>
                    <a:lnTo>
                      <a:pt x="1960626" y="1013936"/>
                    </a:lnTo>
                    <a:cubicBezTo>
                      <a:pt x="2063877" y="1013936"/>
                      <a:pt x="2160651" y="985171"/>
                      <a:pt x="2243138" y="935069"/>
                    </a:cubicBezTo>
                    <a:cubicBezTo>
                      <a:pt x="2300669" y="1022795"/>
                      <a:pt x="2373916" y="1099280"/>
                      <a:pt x="2458879" y="116043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6313D7D-CF8B-5A85-A72D-4A790B362612}"/>
                  </a:ext>
                </a:extLst>
              </p:cNvPr>
              <p:cNvSpPr/>
              <p:nvPr/>
            </p:nvSpPr>
            <p:spPr>
              <a:xfrm>
                <a:off x="7146606" y="2883217"/>
                <a:ext cx="2458878" cy="1321403"/>
              </a:xfrm>
              <a:custGeom>
                <a:avLst/>
                <a:gdLst>
                  <a:gd name="connsiteX0" fmla="*/ 2458879 w 2458878"/>
                  <a:gd name="connsiteY0" fmla="*/ 853916 h 1321403"/>
                  <a:gd name="connsiteX1" fmla="*/ 2319242 w 2458878"/>
                  <a:gd name="connsiteY1" fmla="*/ 1321403 h 1321403"/>
                  <a:gd name="connsiteX2" fmla="*/ 2103406 w 2458878"/>
                  <a:gd name="connsiteY2" fmla="*/ 1077849 h 1321403"/>
                  <a:gd name="connsiteX3" fmla="*/ 2151507 w 2458878"/>
                  <a:gd name="connsiteY3" fmla="*/ 853916 h 1321403"/>
                  <a:gd name="connsiteX4" fmla="*/ 2103406 w 2458878"/>
                  <a:gd name="connsiteY4" fmla="*/ 629888 h 1321403"/>
                  <a:gd name="connsiteX5" fmla="*/ 1887664 w 2458878"/>
                  <a:gd name="connsiteY5" fmla="*/ 386334 h 1321403"/>
                  <a:gd name="connsiteX6" fmla="*/ 1605058 w 2458878"/>
                  <a:gd name="connsiteY6" fmla="*/ 307467 h 1321403"/>
                  <a:gd name="connsiteX7" fmla="*/ 498443 w 2458878"/>
                  <a:gd name="connsiteY7" fmla="*/ 307467 h 1321403"/>
                  <a:gd name="connsiteX8" fmla="*/ 215741 w 2458878"/>
                  <a:gd name="connsiteY8" fmla="*/ 386429 h 1321403"/>
                  <a:gd name="connsiteX9" fmla="*/ 0 w 2458878"/>
                  <a:gd name="connsiteY9" fmla="*/ 160877 h 1321403"/>
                  <a:gd name="connsiteX10" fmla="*/ 498443 w 2458878"/>
                  <a:gd name="connsiteY10" fmla="*/ 0 h 1321403"/>
                  <a:gd name="connsiteX11" fmla="*/ 1605153 w 2458878"/>
                  <a:gd name="connsiteY11" fmla="*/ 0 h 1321403"/>
                  <a:gd name="connsiteX12" fmla="*/ 2103501 w 2458878"/>
                  <a:gd name="connsiteY12" fmla="*/ 160877 h 1321403"/>
                  <a:gd name="connsiteX13" fmla="*/ 2319242 w 2458878"/>
                  <a:gd name="connsiteY13" fmla="*/ 386334 h 1321403"/>
                  <a:gd name="connsiteX14" fmla="*/ 2458879 w 2458878"/>
                  <a:gd name="connsiteY14" fmla="*/ 853916 h 1321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58878" h="1321403">
                    <a:moveTo>
                      <a:pt x="2458879" y="853916"/>
                    </a:moveTo>
                    <a:cubicBezTo>
                      <a:pt x="2458879" y="1026414"/>
                      <a:pt x="2407539" y="1187006"/>
                      <a:pt x="2319242" y="1321403"/>
                    </a:cubicBezTo>
                    <a:cubicBezTo>
                      <a:pt x="2224850" y="1264253"/>
                      <a:pt x="2149126" y="1179195"/>
                      <a:pt x="2103406" y="1077849"/>
                    </a:cubicBezTo>
                    <a:cubicBezTo>
                      <a:pt x="2134267" y="1009459"/>
                      <a:pt x="2151507" y="933641"/>
                      <a:pt x="2151507" y="853916"/>
                    </a:cubicBezTo>
                    <a:cubicBezTo>
                      <a:pt x="2151507" y="774097"/>
                      <a:pt x="2134267" y="698278"/>
                      <a:pt x="2103406" y="629888"/>
                    </a:cubicBezTo>
                    <a:cubicBezTo>
                      <a:pt x="2057686" y="528542"/>
                      <a:pt x="1981962" y="443579"/>
                      <a:pt x="1887664" y="386334"/>
                    </a:cubicBezTo>
                    <a:cubicBezTo>
                      <a:pt x="1805178" y="336233"/>
                      <a:pt x="1708404" y="307467"/>
                      <a:pt x="1605058" y="307467"/>
                    </a:cubicBezTo>
                    <a:lnTo>
                      <a:pt x="498443" y="307467"/>
                    </a:lnTo>
                    <a:cubicBezTo>
                      <a:pt x="395097" y="307467"/>
                      <a:pt x="298228" y="336328"/>
                      <a:pt x="215741" y="386429"/>
                    </a:cubicBezTo>
                    <a:cubicBezTo>
                      <a:pt x="158401" y="298704"/>
                      <a:pt x="84963" y="222313"/>
                      <a:pt x="0" y="160877"/>
                    </a:cubicBezTo>
                    <a:cubicBezTo>
                      <a:pt x="140304" y="59627"/>
                      <a:pt x="312515" y="0"/>
                      <a:pt x="498443" y="0"/>
                    </a:cubicBezTo>
                    <a:lnTo>
                      <a:pt x="1605153" y="0"/>
                    </a:lnTo>
                    <a:cubicBezTo>
                      <a:pt x="1791081" y="0"/>
                      <a:pt x="1963198" y="59627"/>
                      <a:pt x="2103501" y="160877"/>
                    </a:cubicBezTo>
                    <a:cubicBezTo>
                      <a:pt x="2188464" y="222123"/>
                      <a:pt x="2261711" y="298704"/>
                      <a:pt x="2319242" y="386334"/>
                    </a:cubicBezTo>
                    <a:cubicBezTo>
                      <a:pt x="2407539" y="520827"/>
                      <a:pt x="2458879" y="681514"/>
                      <a:pt x="2458879" y="85391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F58CEB-7DE3-4CF6-2897-1DD1415E1417}"/>
                </a:ext>
              </a:extLst>
            </p:cNvPr>
            <p:cNvSpPr/>
            <p:nvPr/>
          </p:nvSpPr>
          <p:spPr>
            <a:xfrm>
              <a:off x="8895587" y="3065339"/>
              <a:ext cx="2814352" cy="1707737"/>
            </a:xfrm>
            <a:custGeom>
              <a:avLst/>
              <a:gdLst>
                <a:gd name="connsiteX0" fmla="*/ 2814352 w 2814352"/>
                <a:gd name="connsiteY0" fmla="*/ 853916 h 1707737"/>
                <a:gd name="connsiteX1" fmla="*/ 1960436 w 2814352"/>
                <a:gd name="connsiteY1" fmla="*/ 1707737 h 1707737"/>
                <a:gd name="connsiteX2" fmla="*/ 853821 w 2814352"/>
                <a:gd name="connsiteY2" fmla="*/ 1707737 h 1707737"/>
                <a:gd name="connsiteX3" fmla="*/ 355473 w 2814352"/>
                <a:gd name="connsiteY3" fmla="*/ 1546765 h 1707737"/>
                <a:gd name="connsiteX4" fmla="*/ 139636 w 2814352"/>
                <a:gd name="connsiteY4" fmla="*/ 1321403 h 1707737"/>
                <a:gd name="connsiteX5" fmla="*/ 0 w 2814352"/>
                <a:gd name="connsiteY5" fmla="*/ 853916 h 1707737"/>
                <a:gd name="connsiteX6" fmla="*/ 139732 w 2814352"/>
                <a:gd name="connsiteY6" fmla="*/ 386334 h 1707737"/>
                <a:gd name="connsiteX7" fmla="*/ 355473 w 2814352"/>
                <a:gd name="connsiteY7" fmla="*/ 629888 h 1707737"/>
                <a:gd name="connsiteX8" fmla="*/ 307372 w 2814352"/>
                <a:gd name="connsiteY8" fmla="*/ 853916 h 1707737"/>
                <a:gd name="connsiteX9" fmla="*/ 355473 w 2814352"/>
                <a:gd name="connsiteY9" fmla="*/ 1077849 h 1707737"/>
                <a:gd name="connsiteX10" fmla="*/ 571309 w 2814352"/>
                <a:gd name="connsiteY10" fmla="*/ 1321403 h 1707737"/>
                <a:gd name="connsiteX11" fmla="*/ 853821 w 2814352"/>
                <a:gd name="connsiteY11" fmla="*/ 1400270 h 1707737"/>
                <a:gd name="connsiteX12" fmla="*/ 1960531 w 2814352"/>
                <a:gd name="connsiteY12" fmla="*/ 1400270 h 1707737"/>
                <a:gd name="connsiteX13" fmla="*/ 2506980 w 2814352"/>
                <a:gd name="connsiteY13" fmla="*/ 853916 h 1707737"/>
                <a:gd name="connsiteX14" fmla="*/ 1960531 w 2814352"/>
                <a:gd name="connsiteY14" fmla="*/ 307467 h 1707737"/>
                <a:gd name="connsiteX15" fmla="*/ 853821 w 2814352"/>
                <a:gd name="connsiteY15" fmla="*/ 307467 h 1707737"/>
                <a:gd name="connsiteX16" fmla="*/ 571215 w 2814352"/>
                <a:gd name="connsiteY16" fmla="*/ 386334 h 1707737"/>
                <a:gd name="connsiteX17" fmla="*/ 355473 w 2814352"/>
                <a:gd name="connsiteY17" fmla="*/ 160877 h 1707737"/>
                <a:gd name="connsiteX18" fmla="*/ 853821 w 2814352"/>
                <a:gd name="connsiteY18" fmla="*/ 0 h 1707737"/>
                <a:gd name="connsiteX19" fmla="*/ 1960531 w 2814352"/>
                <a:gd name="connsiteY19" fmla="*/ 0 h 1707737"/>
                <a:gd name="connsiteX20" fmla="*/ 2814352 w 2814352"/>
                <a:gd name="connsiteY20" fmla="*/ 853916 h 170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14352" h="1707737">
                  <a:moveTo>
                    <a:pt x="2814352" y="853916"/>
                  </a:moveTo>
                  <a:cubicBezTo>
                    <a:pt x="2814352" y="1324642"/>
                    <a:pt x="2431351" y="1707737"/>
                    <a:pt x="1960436" y="1707737"/>
                  </a:cubicBezTo>
                  <a:lnTo>
                    <a:pt x="853821" y="1707737"/>
                  </a:lnTo>
                  <a:cubicBezTo>
                    <a:pt x="667893" y="1707737"/>
                    <a:pt x="495776" y="1648016"/>
                    <a:pt x="355473" y="1546765"/>
                  </a:cubicBezTo>
                  <a:cubicBezTo>
                    <a:pt x="270510" y="1485614"/>
                    <a:pt x="197263" y="1409129"/>
                    <a:pt x="139636" y="1321403"/>
                  </a:cubicBezTo>
                  <a:cubicBezTo>
                    <a:pt x="51340" y="1187101"/>
                    <a:pt x="0" y="1026414"/>
                    <a:pt x="0" y="853916"/>
                  </a:cubicBezTo>
                  <a:cubicBezTo>
                    <a:pt x="0" y="681419"/>
                    <a:pt x="51340" y="520827"/>
                    <a:pt x="139732" y="386334"/>
                  </a:cubicBezTo>
                  <a:cubicBezTo>
                    <a:pt x="234029" y="443579"/>
                    <a:pt x="309753" y="528542"/>
                    <a:pt x="355473" y="629888"/>
                  </a:cubicBezTo>
                  <a:cubicBezTo>
                    <a:pt x="324612" y="698278"/>
                    <a:pt x="307372" y="774097"/>
                    <a:pt x="307372" y="853916"/>
                  </a:cubicBezTo>
                  <a:cubicBezTo>
                    <a:pt x="307372" y="933641"/>
                    <a:pt x="324612" y="1009459"/>
                    <a:pt x="355473" y="1077849"/>
                  </a:cubicBezTo>
                  <a:cubicBezTo>
                    <a:pt x="401193" y="1179195"/>
                    <a:pt x="476917" y="1264253"/>
                    <a:pt x="571309" y="1321403"/>
                  </a:cubicBezTo>
                  <a:cubicBezTo>
                    <a:pt x="653796" y="1371505"/>
                    <a:pt x="750570" y="1400270"/>
                    <a:pt x="853821" y="1400270"/>
                  </a:cubicBezTo>
                  <a:lnTo>
                    <a:pt x="1960531" y="1400270"/>
                  </a:lnTo>
                  <a:cubicBezTo>
                    <a:pt x="2261902" y="1400270"/>
                    <a:pt x="2506980" y="1155192"/>
                    <a:pt x="2506980" y="853916"/>
                  </a:cubicBezTo>
                  <a:cubicBezTo>
                    <a:pt x="2506980" y="552545"/>
                    <a:pt x="2261902" y="307467"/>
                    <a:pt x="1960531" y="307467"/>
                  </a:cubicBezTo>
                  <a:lnTo>
                    <a:pt x="853821" y="307467"/>
                  </a:lnTo>
                  <a:cubicBezTo>
                    <a:pt x="750475" y="307467"/>
                    <a:pt x="653701" y="336233"/>
                    <a:pt x="571215" y="386334"/>
                  </a:cubicBezTo>
                  <a:cubicBezTo>
                    <a:pt x="513683" y="298704"/>
                    <a:pt x="440436" y="222218"/>
                    <a:pt x="355473" y="160877"/>
                  </a:cubicBezTo>
                  <a:cubicBezTo>
                    <a:pt x="495776" y="59627"/>
                    <a:pt x="667893" y="0"/>
                    <a:pt x="853821" y="0"/>
                  </a:cubicBezTo>
                  <a:lnTo>
                    <a:pt x="1960531" y="0"/>
                  </a:lnTo>
                  <a:cubicBezTo>
                    <a:pt x="2431351" y="95"/>
                    <a:pt x="2814352" y="383096"/>
                    <a:pt x="2814352" y="853916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A4CFEA-4EA6-B644-FA7C-90136BC6C535}"/>
                </a:ext>
              </a:extLst>
            </p:cNvPr>
            <p:cNvSpPr txBox="1"/>
            <p:nvPr/>
          </p:nvSpPr>
          <p:spPr>
            <a:xfrm>
              <a:off x="6923891" y="2041090"/>
              <a:ext cx="2533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spc="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Calibri"/>
                  <a:sym typeface="Calibri"/>
                  <a:rtl val="0"/>
                </a:rPr>
                <a:t>Remarkable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264CCC-765B-E74C-614B-19216400145A}"/>
                </a:ext>
              </a:extLst>
            </p:cNvPr>
            <p:cNvSpPr txBox="1"/>
            <p:nvPr/>
          </p:nvSpPr>
          <p:spPr>
            <a:xfrm>
              <a:off x="6923891" y="2405646"/>
              <a:ext cx="25431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0ECFF9-8AF7-61F8-9BE0-C189F65A6510}"/>
                </a:ext>
              </a:extLst>
            </p:cNvPr>
            <p:cNvSpPr txBox="1"/>
            <p:nvPr/>
          </p:nvSpPr>
          <p:spPr>
            <a:xfrm>
              <a:off x="2796217" y="1983599"/>
              <a:ext cx="2533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spc="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Calibri"/>
                  <a:sym typeface="Calibri"/>
                  <a:rtl val="0"/>
                </a:rPr>
                <a:t>Impressive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7315F3-8410-DDEB-81A8-0283CCA231CB}"/>
                </a:ext>
              </a:extLst>
            </p:cNvPr>
            <p:cNvSpPr txBox="1"/>
            <p:nvPr/>
          </p:nvSpPr>
          <p:spPr>
            <a:xfrm>
              <a:off x="2796217" y="2348155"/>
              <a:ext cx="25431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DDDC395-05CA-30D2-E6A8-E6805F4F19D8}"/>
                </a:ext>
              </a:extLst>
            </p:cNvPr>
            <p:cNvGrpSpPr/>
            <p:nvPr/>
          </p:nvGrpSpPr>
          <p:grpSpPr>
            <a:xfrm>
              <a:off x="652306" y="4999496"/>
              <a:ext cx="2543170" cy="826221"/>
              <a:chOff x="652306" y="4905166"/>
              <a:chExt cx="2543170" cy="826221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10C758-D129-1247-F25F-805C07F785E0}"/>
                  </a:ext>
                </a:extLst>
              </p:cNvPr>
              <p:cNvSpPr txBox="1"/>
              <p:nvPr/>
            </p:nvSpPr>
            <p:spPr>
              <a:xfrm>
                <a:off x="652306" y="4905166"/>
                <a:ext cx="2533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spc="0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Calibri"/>
                    <a:sym typeface="Calibri"/>
                    <a:rtl val="0"/>
                  </a:rPr>
                  <a:t>Produce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5EAB337-A17E-C5E2-2854-4860416212F3}"/>
                  </a:ext>
                </a:extLst>
              </p:cNvPr>
              <p:cNvSpPr txBox="1"/>
              <p:nvPr/>
            </p:nvSpPr>
            <p:spPr>
              <a:xfrm>
                <a:off x="652306" y="5269722"/>
                <a:ext cx="25431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C897CFD-30D8-B3DC-90FC-CDF6AA23DD47}"/>
                </a:ext>
              </a:extLst>
            </p:cNvPr>
            <p:cNvGrpSpPr/>
            <p:nvPr/>
          </p:nvGrpSpPr>
          <p:grpSpPr>
            <a:xfrm>
              <a:off x="9120150" y="4999496"/>
              <a:ext cx="2543170" cy="826221"/>
              <a:chOff x="9120150" y="5058021"/>
              <a:chExt cx="2543170" cy="826221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C8E1DDF-7190-9A4F-5348-7D105E851D58}"/>
                  </a:ext>
                </a:extLst>
              </p:cNvPr>
              <p:cNvSpPr txBox="1"/>
              <p:nvPr/>
            </p:nvSpPr>
            <p:spPr>
              <a:xfrm>
                <a:off x="9120150" y="5058021"/>
                <a:ext cx="2533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spc="0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Calibri"/>
                    <a:sym typeface="Calibri"/>
                    <a:rtl val="0"/>
                  </a:rPr>
                  <a:t>Deliver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D36742C-5C05-8F77-D303-75C45A607645}"/>
                  </a:ext>
                </a:extLst>
              </p:cNvPr>
              <p:cNvSpPr txBox="1"/>
              <p:nvPr/>
            </p:nvSpPr>
            <p:spPr>
              <a:xfrm>
                <a:off x="9120150" y="5422577"/>
                <a:ext cx="25431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1D619C8-3A3F-B9F9-3F3B-7A46CFC6B7EB}"/>
                </a:ext>
              </a:extLst>
            </p:cNvPr>
            <p:cNvGrpSpPr/>
            <p:nvPr/>
          </p:nvGrpSpPr>
          <p:grpSpPr>
            <a:xfrm>
              <a:off x="4833219" y="4999496"/>
              <a:ext cx="2543170" cy="826221"/>
              <a:chOff x="4833219" y="5093826"/>
              <a:chExt cx="2543170" cy="82622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C92FD2-1FF2-082A-38FD-ADA4D6B013DD}"/>
                  </a:ext>
                </a:extLst>
              </p:cNvPr>
              <p:cNvSpPr txBox="1"/>
              <p:nvPr/>
            </p:nvSpPr>
            <p:spPr>
              <a:xfrm>
                <a:off x="4833219" y="5093826"/>
                <a:ext cx="2533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spc="0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cs typeface="Calibri"/>
                    <a:sym typeface="Calibri"/>
                    <a:rtl val="0"/>
                  </a:rPr>
                  <a:t>Inspiring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C3F594-0161-CB65-4E3A-1469D95D5AFF}"/>
                  </a:ext>
                </a:extLst>
              </p:cNvPr>
              <p:cNvSpPr txBox="1"/>
              <p:nvPr/>
            </p:nvSpPr>
            <p:spPr>
              <a:xfrm>
                <a:off x="4833219" y="5458382"/>
                <a:ext cx="25431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1F52723-A327-5954-3CB7-6B60B0657149}"/>
                </a:ext>
              </a:extLst>
            </p:cNvPr>
            <p:cNvGrpSpPr/>
            <p:nvPr/>
          </p:nvGrpSpPr>
          <p:grpSpPr>
            <a:xfrm>
              <a:off x="3820545" y="3639571"/>
              <a:ext cx="534331" cy="445767"/>
              <a:chOff x="10464801" y="817563"/>
              <a:chExt cx="287338" cy="239712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5" name="Freeform 334">
                <a:extLst>
                  <a:ext uri="{FF2B5EF4-FFF2-40B4-BE49-F238E27FC236}">
                    <a16:creationId xmlns:a16="http://schemas.microsoft.com/office/drawing/2014/main" id="{538485BE-6236-825E-6C4E-C586F7B4AB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64801" y="817563"/>
                <a:ext cx="287338" cy="239712"/>
              </a:xfrm>
              <a:custGeom>
                <a:avLst/>
                <a:gdLst>
                  <a:gd name="T0" fmla="*/ 723 w 904"/>
                  <a:gd name="T1" fmla="*/ 602 h 753"/>
                  <a:gd name="T2" fmla="*/ 512 w 904"/>
                  <a:gd name="T3" fmla="*/ 602 h 753"/>
                  <a:gd name="T4" fmla="*/ 512 w 904"/>
                  <a:gd name="T5" fmla="*/ 722 h 753"/>
                  <a:gd name="T6" fmla="*/ 181 w 904"/>
                  <a:gd name="T7" fmla="*/ 542 h 753"/>
                  <a:gd name="T8" fmla="*/ 181 w 904"/>
                  <a:gd name="T9" fmla="*/ 722 h 753"/>
                  <a:gd name="T10" fmla="*/ 391 w 904"/>
                  <a:gd name="T11" fmla="*/ 722 h 753"/>
                  <a:gd name="T12" fmla="*/ 331 w 904"/>
                  <a:gd name="T13" fmla="*/ 524 h 753"/>
                  <a:gd name="T14" fmla="*/ 327 w 904"/>
                  <a:gd name="T15" fmla="*/ 516 h 753"/>
                  <a:gd name="T16" fmla="*/ 319 w 904"/>
                  <a:gd name="T17" fmla="*/ 512 h 753"/>
                  <a:gd name="T18" fmla="*/ 163 w 904"/>
                  <a:gd name="T19" fmla="*/ 512 h 753"/>
                  <a:gd name="T20" fmla="*/ 155 w 904"/>
                  <a:gd name="T21" fmla="*/ 516 h 753"/>
                  <a:gd name="T22" fmla="*/ 151 w 904"/>
                  <a:gd name="T23" fmla="*/ 524 h 753"/>
                  <a:gd name="T24" fmla="*/ 91 w 904"/>
                  <a:gd name="T25" fmla="*/ 722 h 753"/>
                  <a:gd name="T26" fmla="*/ 813 w 904"/>
                  <a:gd name="T27" fmla="*/ 722 h 753"/>
                  <a:gd name="T28" fmla="*/ 753 w 904"/>
                  <a:gd name="T29" fmla="*/ 584 h 753"/>
                  <a:gd name="T30" fmla="*/ 748 w 904"/>
                  <a:gd name="T31" fmla="*/ 577 h 753"/>
                  <a:gd name="T32" fmla="*/ 741 w 904"/>
                  <a:gd name="T33" fmla="*/ 572 h 753"/>
                  <a:gd name="T34" fmla="*/ 494 w 904"/>
                  <a:gd name="T35" fmla="*/ 572 h 753"/>
                  <a:gd name="T36" fmla="*/ 487 w 904"/>
                  <a:gd name="T37" fmla="*/ 577 h 753"/>
                  <a:gd name="T38" fmla="*/ 482 w 904"/>
                  <a:gd name="T39" fmla="*/ 584 h 753"/>
                  <a:gd name="T40" fmla="*/ 421 w 904"/>
                  <a:gd name="T41" fmla="*/ 722 h 753"/>
                  <a:gd name="T42" fmla="*/ 723 w 904"/>
                  <a:gd name="T43" fmla="*/ 121 h 753"/>
                  <a:gd name="T44" fmla="*/ 723 w 904"/>
                  <a:gd name="T45" fmla="*/ 241 h 753"/>
                  <a:gd name="T46" fmla="*/ 843 w 904"/>
                  <a:gd name="T47" fmla="*/ 722 h 753"/>
                  <a:gd name="T48" fmla="*/ 885 w 904"/>
                  <a:gd name="T49" fmla="*/ 376 h 753"/>
                  <a:gd name="T50" fmla="*/ 895 w 904"/>
                  <a:gd name="T51" fmla="*/ 375 h 753"/>
                  <a:gd name="T52" fmla="*/ 903 w 904"/>
                  <a:gd name="T53" fmla="*/ 366 h 753"/>
                  <a:gd name="T54" fmla="*/ 903 w 904"/>
                  <a:gd name="T55" fmla="*/ 358 h 753"/>
                  <a:gd name="T56" fmla="*/ 898 w 904"/>
                  <a:gd name="T57" fmla="*/ 350 h 753"/>
                  <a:gd name="T58" fmla="*/ 813 w 904"/>
                  <a:gd name="T59" fmla="*/ 106 h 753"/>
                  <a:gd name="T60" fmla="*/ 811 w 904"/>
                  <a:gd name="T61" fmla="*/ 97 h 753"/>
                  <a:gd name="T62" fmla="*/ 804 w 904"/>
                  <a:gd name="T63" fmla="*/ 92 h 753"/>
                  <a:gd name="T64" fmla="*/ 708 w 904"/>
                  <a:gd name="T65" fmla="*/ 91 h 753"/>
                  <a:gd name="T66" fmla="*/ 699 w 904"/>
                  <a:gd name="T67" fmla="*/ 93 h 753"/>
                  <a:gd name="T68" fmla="*/ 694 w 904"/>
                  <a:gd name="T69" fmla="*/ 99 h 753"/>
                  <a:gd name="T70" fmla="*/ 693 w 904"/>
                  <a:gd name="T71" fmla="*/ 221 h 753"/>
                  <a:gd name="T72" fmla="*/ 333 w 904"/>
                  <a:gd name="T73" fmla="*/ 0 h 753"/>
                  <a:gd name="T74" fmla="*/ 325 w 904"/>
                  <a:gd name="T75" fmla="*/ 1 h 753"/>
                  <a:gd name="T76" fmla="*/ 318 w 904"/>
                  <a:gd name="T77" fmla="*/ 7 h 753"/>
                  <a:gd name="T78" fmla="*/ 316 w 904"/>
                  <a:gd name="T79" fmla="*/ 15 h 753"/>
                  <a:gd name="T80" fmla="*/ 319 w 904"/>
                  <a:gd name="T81" fmla="*/ 24 h 753"/>
                  <a:gd name="T82" fmla="*/ 391 w 904"/>
                  <a:gd name="T83" fmla="*/ 70 h 753"/>
                  <a:gd name="T84" fmla="*/ 69 w 904"/>
                  <a:gd name="T85" fmla="*/ 394 h 753"/>
                  <a:gd name="T86" fmla="*/ 6 w 904"/>
                  <a:gd name="T87" fmla="*/ 424 h 753"/>
                  <a:gd name="T88" fmla="*/ 1 w 904"/>
                  <a:gd name="T89" fmla="*/ 432 h 753"/>
                  <a:gd name="T90" fmla="*/ 1 w 904"/>
                  <a:gd name="T91" fmla="*/ 440 h 753"/>
                  <a:gd name="T92" fmla="*/ 7 w 904"/>
                  <a:gd name="T93" fmla="*/ 450 h 753"/>
                  <a:gd name="T94" fmla="*/ 19 w 904"/>
                  <a:gd name="T95" fmla="*/ 451 h 753"/>
                  <a:gd name="T96" fmla="*/ 61 w 904"/>
                  <a:gd name="T97" fmla="*/ 722 h 753"/>
                  <a:gd name="T98" fmla="*/ 9 w 904"/>
                  <a:gd name="T99" fmla="*/ 724 h 753"/>
                  <a:gd name="T100" fmla="*/ 3 w 904"/>
                  <a:gd name="T101" fmla="*/ 730 h 753"/>
                  <a:gd name="T102" fmla="*/ 0 w 904"/>
                  <a:gd name="T103" fmla="*/ 738 h 753"/>
                  <a:gd name="T104" fmla="*/ 3 w 904"/>
                  <a:gd name="T105" fmla="*/ 746 h 753"/>
                  <a:gd name="T106" fmla="*/ 9 w 904"/>
                  <a:gd name="T107" fmla="*/ 751 h 753"/>
                  <a:gd name="T108" fmla="*/ 166 w 904"/>
                  <a:gd name="T109" fmla="*/ 753 h 753"/>
                  <a:gd name="T110" fmla="*/ 738 w 904"/>
                  <a:gd name="T111" fmla="*/ 753 h 753"/>
                  <a:gd name="T112" fmla="*/ 894 w 904"/>
                  <a:gd name="T113" fmla="*/ 751 h 753"/>
                  <a:gd name="T114" fmla="*/ 901 w 904"/>
                  <a:gd name="T115" fmla="*/ 746 h 753"/>
                  <a:gd name="T116" fmla="*/ 904 w 904"/>
                  <a:gd name="T117" fmla="*/ 738 h 753"/>
                  <a:gd name="T118" fmla="*/ 901 w 904"/>
                  <a:gd name="T119" fmla="*/ 730 h 753"/>
                  <a:gd name="T120" fmla="*/ 894 w 904"/>
                  <a:gd name="T121" fmla="*/ 724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04" h="753">
                    <a:moveTo>
                      <a:pt x="632" y="722"/>
                    </a:moveTo>
                    <a:lnTo>
                      <a:pt x="632" y="602"/>
                    </a:lnTo>
                    <a:lnTo>
                      <a:pt x="723" y="602"/>
                    </a:lnTo>
                    <a:lnTo>
                      <a:pt x="723" y="722"/>
                    </a:lnTo>
                    <a:lnTo>
                      <a:pt x="632" y="722"/>
                    </a:lnTo>
                    <a:close/>
                    <a:moveTo>
                      <a:pt x="512" y="602"/>
                    </a:moveTo>
                    <a:lnTo>
                      <a:pt x="602" y="602"/>
                    </a:lnTo>
                    <a:lnTo>
                      <a:pt x="602" y="722"/>
                    </a:lnTo>
                    <a:lnTo>
                      <a:pt x="512" y="722"/>
                    </a:lnTo>
                    <a:lnTo>
                      <a:pt x="512" y="602"/>
                    </a:lnTo>
                    <a:close/>
                    <a:moveTo>
                      <a:pt x="181" y="722"/>
                    </a:moveTo>
                    <a:lnTo>
                      <a:pt x="181" y="542"/>
                    </a:lnTo>
                    <a:lnTo>
                      <a:pt x="301" y="542"/>
                    </a:lnTo>
                    <a:lnTo>
                      <a:pt x="301" y="722"/>
                    </a:lnTo>
                    <a:lnTo>
                      <a:pt x="181" y="722"/>
                    </a:lnTo>
                    <a:close/>
                    <a:moveTo>
                      <a:pt x="91" y="417"/>
                    </a:moveTo>
                    <a:lnTo>
                      <a:pt x="391" y="273"/>
                    </a:lnTo>
                    <a:lnTo>
                      <a:pt x="391" y="722"/>
                    </a:lnTo>
                    <a:lnTo>
                      <a:pt x="331" y="722"/>
                    </a:lnTo>
                    <a:lnTo>
                      <a:pt x="331" y="527"/>
                    </a:lnTo>
                    <a:lnTo>
                      <a:pt x="331" y="524"/>
                    </a:lnTo>
                    <a:lnTo>
                      <a:pt x="330" y="521"/>
                    </a:lnTo>
                    <a:lnTo>
                      <a:pt x="329" y="519"/>
                    </a:lnTo>
                    <a:lnTo>
                      <a:pt x="327" y="516"/>
                    </a:lnTo>
                    <a:lnTo>
                      <a:pt x="325" y="514"/>
                    </a:lnTo>
                    <a:lnTo>
                      <a:pt x="323" y="513"/>
                    </a:lnTo>
                    <a:lnTo>
                      <a:pt x="319" y="512"/>
                    </a:lnTo>
                    <a:lnTo>
                      <a:pt x="316" y="512"/>
                    </a:lnTo>
                    <a:lnTo>
                      <a:pt x="166" y="512"/>
                    </a:lnTo>
                    <a:lnTo>
                      <a:pt x="163" y="512"/>
                    </a:lnTo>
                    <a:lnTo>
                      <a:pt x="160" y="513"/>
                    </a:lnTo>
                    <a:lnTo>
                      <a:pt x="157" y="514"/>
                    </a:lnTo>
                    <a:lnTo>
                      <a:pt x="155" y="516"/>
                    </a:lnTo>
                    <a:lnTo>
                      <a:pt x="153" y="519"/>
                    </a:lnTo>
                    <a:lnTo>
                      <a:pt x="152" y="521"/>
                    </a:lnTo>
                    <a:lnTo>
                      <a:pt x="151" y="524"/>
                    </a:lnTo>
                    <a:lnTo>
                      <a:pt x="151" y="527"/>
                    </a:lnTo>
                    <a:lnTo>
                      <a:pt x="151" y="722"/>
                    </a:lnTo>
                    <a:lnTo>
                      <a:pt x="91" y="722"/>
                    </a:lnTo>
                    <a:lnTo>
                      <a:pt x="91" y="417"/>
                    </a:lnTo>
                    <a:close/>
                    <a:moveTo>
                      <a:pt x="813" y="332"/>
                    </a:moveTo>
                    <a:lnTo>
                      <a:pt x="813" y="722"/>
                    </a:lnTo>
                    <a:lnTo>
                      <a:pt x="753" y="722"/>
                    </a:lnTo>
                    <a:lnTo>
                      <a:pt x="753" y="587"/>
                    </a:lnTo>
                    <a:lnTo>
                      <a:pt x="753" y="584"/>
                    </a:lnTo>
                    <a:lnTo>
                      <a:pt x="752" y="582"/>
                    </a:lnTo>
                    <a:lnTo>
                      <a:pt x="750" y="579"/>
                    </a:lnTo>
                    <a:lnTo>
                      <a:pt x="748" y="577"/>
                    </a:lnTo>
                    <a:lnTo>
                      <a:pt x="746" y="574"/>
                    </a:lnTo>
                    <a:lnTo>
                      <a:pt x="744" y="573"/>
                    </a:lnTo>
                    <a:lnTo>
                      <a:pt x="741" y="572"/>
                    </a:lnTo>
                    <a:lnTo>
                      <a:pt x="738" y="572"/>
                    </a:lnTo>
                    <a:lnTo>
                      <a:pt x="497" y="572"/>
                    </a:lnTo>
                    <a:lnTo>
                      <a:pt x="494" y="572"/>
                    </a:lnTo>
                    <a:lnTo>
                      <a:pt x="491" y="573"/>
                    </a:lnTo>
                    <a:lnTo>
                      <a:pt x="489" y="574"/>
                    </a:lnTo>
                    <a:lnTo>
                      <a:pt x="487" y="577"/>
                    </a:lnTo>
                    <a:lnTo>
                      <a:pt x="484" y="579"/>
                    </a:lnTo>
                    <a:lnTo>
                      <a:pt x="483" y="582"/>
                    </a:lnTo>
                    <a:lnTo>
                      <a:pt x="482" y="584"/>
                    </a:lnTo>
                    <a:lnTo>
                      <a:pt x="482" y="587"/>
                    </a:lnTo>
                    <a:lnTo>
                      <a:pt x="482" y="722"/>
                    </a:lnTo>
                    <a:lnTo>
                      <a:pt x="421" y="722"/>
                    </a:lnTo>
                    <a:lnTo>
                      <a:pt x="421" y="89"/>
                    </a:lnTo>
                    <a:lnTo>
                      <a:pt x="813" y="332"/>
                    </a:lnTo>
                    <a:close/>
                    <a:moveTo>
                      <a:pt x="723" y="121"/>
                    </a:moveTo>
                    <a:lnTo>
                      <a:pt x="783" y="121"/>
                    </a:lnTo>
                    <a:lnTo>
                      <a:pt x="783" y="278"/>
                    </a:lnTo>
                    <a:lnTo>
                      <a:pt x="723" y="241"/>
                    </a:lnTo>
                    <a:lnTo>
                      <a:pt x="723" y="121"/>
                    </a:lnTo>
                    <a:close/>
                    <a:moveTo>
                      <a:pt x="889" y="722"/>
                    </a:moveTo>
                    <a:lnTo>
                      <a:pt x="843" y="722"/>
                    </a:lnTo>
                    <a:lnTo>
                      <a:pt x="843" y="351"/>
                    </a:lnTo>
                    <a:lnTo>
                      <a:pt x="880" y="374"/>
                    </a:lnTo>
                    <a:lnTo>
                      <a:pt x="885" y="376"/>
                    </a:lnTo>
                    <a:lnTo>
                      <a:pt x="889" y="377"/>
                    </a:lnTo>
                    <a:lnTo>
                      <a:pt x="892" y="376"/>
                    </a:lnTo>
                    <a:lnTo>
                      <a:pt x="895" y="375"/>
                    </a:lnTo>
                    <a:lnTo>
                      <a:pt x="898" y="373"/>
                    </a:lnTo>
                    <a:lnTo>
                      <a:pt x="901" y="369"/>
                    </a:lnTo>
                    <a:lnTo>
                      <a:pt x="903" y="366"/>
                    </a:lnTo>
                    <a:lnTo>
                      <a:pt x="903" y="364"/>
                    </a:lnTo>
                    <a:lnTo>
                      <a:pt x="904" y="361"/>
                    </a:lnTo>
                    <a:lnTo>
                      <a:pt x="903" y="358"/>
                    </a:lnTo>
                    <a:lnTo>
                      <a:pt x="902" y="356"/>
                    </a:lnTo>
                    <a:lnTo>
                      <a:pt x="901" y="352"/>
                    </a:lnTo>
                    <a:lnTo>
                      <a:pt x="898" y="350"/>
                    </a:lnTo>
                    <a:lnTo>
                      <a:pt x="896" y="349"/>
                    </a:lnTo>
                    <a:lnTo>
                      <a:pt x="813" y="297"/>
                    </a:lnTo>
                    <a:lnTo>
                      <a:pt x="813" y="106"/>
                    </a:lnTo>
                    <a:lnTo>
                      <a:pt x="813" y="102"/>
                    </a:lnTo>
                    <a:lnTo>
                      <a:pt x="812" y="99"/>
                    </a:lnTo>
                    <a:lnTo>
                      <a:pt x="811" y="97"/>
                    </a:lnTo>
                    <a:lnTo>
                      <a:pt x="808" y="95"/>
                    </a:lnTo>
                    <a:lnTo>
                      <a:pt x="806" y="93"/>
                    </a:lnTo>
                    <a:lnTo>
                      <a:pt x="804" y="92"/>
                    </a:lnTo>
                    <a:lnTo>
                      <a:pt x="801" y="91"/>
                    </a:lnTo>
                    <a:lnTo>
                      <a:pt x="798" y="91"/>
                    </a:lnTo>
                    <a:lnTo>
                      <a:pt x="708" y="91"/>
                    </a:lnTo>
                    <a:lnTo>
                      <a:pt x="704" y="91"/>
                    </a:lnTo>
                    <a:lnTo>
                      <a:pt x="702" y="92"/>
                    </a:lnTo>
                    <a:lnTo>
                      <a:pt x="699" y="93"/>
                    </a:lnTo>
                    <a:lnTo>
                      <a:pt x="697" y="95"/>
                    </a:lnTo>
                    <a:lnTo>
                      <a:pt x="695" y="97"/>
                    </a:lnTo>
                    <a:lnTo>
                      <a:pt x="694" y="99"/>
                    </a:lnTo>
                    <a:lnTo>
                      <a:pt x="693" y="102"/>
                    </a:lnTo>
                    <a:lnTo>
                      <a:pt x="693" y="106"/>
                    </a:lnTo>
                    <a:lnTo>
                      <a:pt x="693" y="221"/>
                    </a:lnTo>
                    <a:lnTo>
                      <a:pt x="340" y="3"/>
                    </a:lnTo>
                    <a:lnTo>
                      <a:pt x="336" y="0"/>
                    </a:lnTo>
                    <a:lnTo>
                      <a:pt x="333" y="0"/>
                    </a:lnTo>
                    <a:lnTo>
                      <a:pt x="331" y="0"/>
                    </a:lnTo>
                    <a:lnTo>
                      <a:pt x="328" y="0"/>
                    </a:lnTo>
                    <a:lnTo>
                      <a:pt x="325" y="1"/>
                    </a:lnTo>
                    <a:lnTo>
                      <a:pt x="323" y="3"/>
                    </a:lnTo>
                    <a:lnTo>
                      <a:pt x="320" y="5"/>
                    </a:lnTo>
                    <a:lnTo>
                      <a:pt x="318" y="7"/>
                    </a:lnTo>
                    <a:lnTo>
                      <a:pt x="317" y="10"/>
                    </a:lnTo>
                    <a:lnTo>
                      <a:pt x="316" y="12"/>
                    </a:lnTo>
                    <a:lnTo>
                      <a:pt x="316" y="15"/>
                    </a:lnTo>
                    <a:lnTo>
                      <a:pt x="317" y="19"/>
                    </a:lnTo>
                    <a:lnTo>
                      <a:pt x="317" y="21"/>
                    </a:lnTo>
                    <a:lnTo>
                      <a:pt x="319" y="24"/>
                    </a:lnTo>
                    <a:lnTo>
                      <a:pt x="321" y="26"/>
                    </a:lnTo>
                    <a:lnTo>
                      <a:pt x="324" y="28"/>
                    </a:lnTo>
                    <a:lnTo>
                      <a:pt x="391" y="70"/>
                    </a:lnTo>
                    <a:lnTo>
                      <a:pt x="391" y="239"/>
                    </a:lnTo>
                    <a:lnTo>
                      <a:pt x="72" y="393"/>
                    </a:lnTo>
                    <a:lnTo>
                      <a:pt x="69" y="394"/>
                    </a:lnTo>
                    <a:lnTo>
                      <a:pt x="67" y="395"/>
                    </a:lnTo>
                    <a:lnTo>
                      <a:pt x="8" y="423"/>
                    </a:lnTo>
                    <a:lnTo>
                      <a:pt x="6" y="424"/>
                    </a:lnTo>
                    <a:lnTo>
                      <a:pt x="4" y="426"/>
                    </a:lnTo>
                    <a:lnTo>
                      <a:pt x="2" y="429"/>
                    </a:lnTo>
                    <a:lnTo>
                      <a:pt x="1" y="432"/>
                    </a:lnTo>
                    <a:lnTo>
                      <a:pt x="1" y="435"/>
                    </a:lnTo>
                    <a:lnTo>
                      <a:pt x="1" y="437"/>
                    </a:lnTo>
                    <a:lnTo>
                      <a:pt x="1" y="440"/>
                    </a:lnTo>
                    <a:lnTo>
                      <a:pt x="2" y="444"/>
                    </a:lnTo>
                    <a:lnTo>
                      <a:pt x="4" y="447"/>
                    </a:lnTo>
                    <a:lnTo>
                      <a:pt x="7" y="450"/>
                    </a:lnTo>
                    <a:lnTo>
                      <a:pt x="12" y="451"/>
                    </a:lnTo>
                    <a:lnTo>
                      <a:pt x="16" y="452"/>
                    </a:lnTo>
                    <a:lnTo>
                      <a:pt x="19" y="451"/>
                    </a:lnTo>
                    <a:lnTo>
                      <a:pt x="22" y="450"/>
                    </a:lnTo>
                    <a:lnTo>
                      <a:pt x="61" y="432"/>
                    </a:lnTo>
                    <a:lnTo>
                      <a:pt x="61" y="722"/>
                    </a:lnTo>
                    <a:lnTo>
                      <a:pt x="16" y="722"/>
                    </a:lnTo>
                    <a:lnTo>
                      <a:pt x="13" y="724"/>
                    </a:lnTo>
                    <a:lnTo>
                      <a:pt x="9" y="724"/>
                    </a:lnTo>
                    <a:lnTo>
                      <a:pt x="7" y="726"/>
                    </a:lnTo>
                    <a:lnTo>
                      <a:pt x="5" y="727"/>
                    </a:lnTo>
                    <a:lnTo>
                      <a:pt x="3" y="730"/>
                    </a:lnTo>
                    <a:lnTo>
                      <a:pt x="2" y="732"/>
                    </a:lnTo>
                    <a:lnTo>
                      <a:pt x="1" y="735"/>
                    </a:lnTo>
                    <a:lnTo>
                      <a:pt x="0" y="738"/>
                    </a:lnTo>
                    <a:lnTo>
                      <a:pt x="1" y="741"/>
                    </a:lnTo>
                    <a:lnTo>
                      <a:pt x="2" y="744"/>
                    </a:lnTo>
                    <a:lnTo>
                      <a:pt x="3" y="746"/>
                    </a:lnTo>
                    <a:lnTo>
                      <a:pt x="5" y="748"/>
                    </a:lnTo>
                    <a:lnTo>
                      <a:pt x="7" y="750"/>
                    </a:lnTo>
                    <a:lnTo>
                      <a:pt x="9" y="751"/>
                    </a:lnTo>
                    <a:lnTo>
                      <a:pt x="13" y="753"/>
                    </a:lnTo>
                    <a:lnTo>
                      <a:pt x="16" y="753"/>
                    </a:lnTo>
                    <a:lnTo>
                      <a:pt x="166" y="753"/>
                    </a:lnTo>
                    <a:lnTo>
                      <a:pt x="316" y="753"/>
                    </a:lnTo>
                    <a:lnTo>
                      <a:pt x="497" y="753"/>
                    </a:lnTo>
                    <a:lnTo>
                      <a:pt x="738" y="753"/>
                    </a:lnTo>
                    <a:lnTo>
                      <a:pt x="889" y="753"/>
                    </a:lnTo>
                    <a:lnTo>
                      <a:pt x="891" y="753"/>
                    </a:lnTo>
                    <a:lnTo>
                      <a:pt x="894" y="751"/>
                    </a:lnTo>
                    <a:lnTo>
                      <a:pt x="896" y="750"/>
                    </a:lnTo>
                    <a:lnTo>
                      <a:pt x="898" y="748"/>
                    </a:lnTo>
                    <a:lnTo>
                      <a:pt x="901" y="746"/>
                    </a:lnTo>
                    <a:lnTo>
                      <a:pt x="902" y="744"/>
                    </a:lnTo>
                    <a:lnTo>
                      <a:pt x="903" y="741"/>
                    </a:lnTo>
                    <a:lnTo>
                      <a:pt x="904" y="738"/>
                    </a:lnTo>
                    <a:lnTo>
                      <a:pt x="903" y="735"/>
                    </a:lnTo>
                    <a:lnTo>
                      <a:pt x="902" y="732"/>
                    </a:lnTo>
                    <a:lnTo>
                      <a:pt x="901" y="730"/>
                    </a:lnTo>
                    <a:lnTo>
                      <a:pt x="898" y="727"/>
                    </a:lnTo>
                    <a:lnTo>
                      <a:pt x="896" y="726"/>
                    </a:lnTo>
                    <a:lnTo>
                      <a:pt x="894" y="724"/>
                    </a:lnTo>
                    <a:lnTo>
                      <a:pt x="891" y="724"/>
                    </a:lnTo>
                    <a:lnTo>
                      <a:pt x="889" y="72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335">
                <a:extLst>
                  <a:ext uri="{FF2B5EF4-FFF2-40B4-BE49-F238E27FC236}">
                    <a16:creationId xmlns:a16="http://schemas.microsoft.com/office/drawing/2014/main" id="{1B45F8CE-7522-10FE-6623-595D79474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2426" y="962025"/>
                <a:ext cx="57150" cy="9525"/>
              </a:xfrm>
              <a:custGeom>
                <a:avLst/>
                <a:gdLst>
                  <a:gd name="T0" fmla="*/ 15 w 180"/>
                  <a:gd name="T1" fmla="*/ 30 h 30"/>
                  <a:gd name="T2" fmla="*/ 165 w 180"/>
                  <a:gd name="T3" fmla="*/ 30 h 30"/>
                  <a:gd name="T4" fmla="*/ 168 w 180"/>
                  <a:gd name="T5" fmla="*/ 29 h 30"/>
                  <a:gd name="T6" fmla="*/ 172 w 180"/>
                  <a:gd name="T7" fmla="*/ 29 h 30"/>
                  <a:gd name="T8" fmla="*/ 174 w 180"/>
                  <a:gd name="T9" fmla="*/ 27 h 30"/>
                  <a:gd name="T10" fmla="*/ 176 w 180"/>
                  <a:gd name="T11" fmla="*/ 26 h 30"/>
                  <a:gd name="T12" fmla="*/ 178 w 180"/>
                  <a:gd name="T13" fmla="*/ 24 h 30"/>
                  <a:gd name="T14" fmla="*/ 179 w 180"/>
                  <a:gd name="T15" fmla="*/ 20 h 30"/>
                  <a:gd name="T16" fmla="*/ 180 w 180"/>
                  <a:gd name="T17" fmla="*/ 18 h 30"/>
                  <a:gd name="T18" fmla="*/ 180 w 180"/>
                  <a:gd name="T19" fmla="*/ 15 h 30"/>
                  <a:gd name="T20" fmla="*/ 180 w 180"/>
                  <a:gd name="T21" fmla="*/ 12 h 30"/>
                  <a:gd name="T22" fmla="*/ 179 w 180"/>
                  <a:gd name="T23" fmla="*/ 9 h 30"/>
                  <a:gd name="T24" fmla="*/ 178 w 180"/>
                  <a:gd name="T25" fmla="*/ 7 h 30"/>
                  <a:gd name="T26" fmla="*/ 176 w 180"/>
                  <a:gd name="T27" fmla="*/ 4 h 30"/>
                  <a:gd name="T28" fmla="*/ 174 w 180"/>
                  <a:gd name="T29" fmla="*/ 2 h 30"/>
                  <a:gd name="T30" fmla="*/ 172 w 180"/>
                  <a:gd name="T31" fmla="*/ 1 h 30"/>
                  <a:gd name="T32" fmla="*/ 168 w 180"/>
                  <a:gd name="T33" fmla="*/ 0 h 30"/>
                  <a:gd name="T34" fmla="*/ 165 w 180"/>
                  <a:gd name="T35" fmla="*/ 0 h 30"/>
                  <a:gd name="T36" fmla="*/ 15 w 180"/>
                  <a:gd name="T37" fmla="*/ 0 h 30"/>
                  <a:gd name="T38" fmla="*/ 12 w 180"/>
                  <a:gd name="T39" fmla="*/ 0 h 30"/>
                  <a:gd name="T40" fmla="*/ 9 w 180"/>
                  <a:gd name="T41" fmla="*/ 1 h 30"/>
                  <a:gd name="T42" fmla="*/ 6 w 180"/>
                  <a:gd name="T43" fmla="*/ 2 h 30"/>
                  <a:gd name="T44" fmla="*/ 4 w 180"/>
                  <a:gd name="T45" fmla="*/ 4 h 30"/>
                  <a:gd name="T46" fmla="*/ 2 w 180"/>
                  <a:gd name="T47" fmla="*/ 7 h 30"/>
                  <a:gd name="T48" fmla="*/ 1 w 180"/>
                  <a:gd name="T49" fmla="*/ 9 h 30"/>
                  <a:gd name="T50" fmla="*/ 0 w 180"/>
                  <a:gd name="T51" fmla="*/ 12 h 30"/>
                  <a:gd name="T52" fmla="*/ 0 w 180"/>
                  <a:gd name="T53" fmla="*/ 15 h 30"/>
                  <a:gd name="T54" fmla="*/ 0 w 180"/>
                  <a:gd name="T55" fmla="*/ 18 h 30"/>
                  <a:gd name="T56" fmla="*/ 1 w 180"/>
                  <a:gd name="T57" fmla="*/ 20 h 30"/>
                  <a:gd name="T58" fmla="*/ 2 w 180"/>
                  <a:gd name="T59" fmla="*/ 24 h 30"/>
                  <a:gd name="T60" fmla="*/ 4 w 180"/>
                  <a:gd name="T61" fmla="*/ 26 h 30"/>
                  <a:gd name="T62" fmla="*/ 6 w 180"/>
                  <a:gd name="T63" fmla="*/ 27 h 30"/>
                  <a:gd name="T64" fmla="*/ 9 w 180"/>
                  <a:gd name="T65" fmla="*/ 29 h 30"/>
                  <a:gd name="T66" fmla="*/ 12 w 180"/>
                  <a:gd name="T67" fmla="*/ 29 h 30"/>
                  <a:gd name="T68" fmla="*/ 15 w 180"/>
                  <a:gd name="T69" fmla="*/ 30 h 30"/>
                  <a:gd name="T70" fmla="*/ 15 w 18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0" h="30">
                    <a:moveTo>
                      <a:pt x="15" y="30"/>
                    </a:moveTo>
                    <a:lnTo>
                      <a:pt x="165" y="30"/>
                    </a:lnTo>
                    <a:lnTo>
                      <a:pt x="168" y="29"/>
                    </a:lnTo>
                    <a:lnTo>
                      <a:pt x="172" y="29"/>
                    </a:lnTo>
                    <a:lnTo>
                      <a:pt x="174" y="27"/>
                    </a:lnTo>
                    <a:lnTo>
                      <a:pt x="176" y="26"/>
                    </a:lnTo>
                    <a:lnTo>
                      <a:pt x="178" y="24"/>
                    </a:lnTo>
                    <a:lnTo>
                      <a:pt x="179" y="20"/>
                    </a:lnTo>
                    <a:lnTo>
                      <a:pt x="180" y="18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9"/>
                    </a:lnTo>
                    <a:lnTo>
                      <a:pt x="178" y="7"/>
                    </a:lnTo>
                    <a:lnTo>
                      <a:pt x="176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336">
                <a:extLst>
                  <a:ext uri="{FF2B5EF4-FFF2-40B4-BE49-F238E27FC236}">
                    <a16:creationId xmlns:a16="http://schemas.microsoft.com/office/drawing/2014/main" id="{C8405F0A-06D9-0512-25BA-D4B862E3FA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607676" y="893763"/>
                <a:ext cx="47625" cy="49212"/>
              </a:xfrm>
              <a:custGeom>
                <a:avLst/>
                <a:gdLst>
                  <a:gd name="T0" fmla="*/ 84 w 150"/>
                  <a:gd name="T1" fmla="*/ 31 h 151"/>
                  <a:gd name="T2" fmla="*/ 100 w 150"/>
                  <a:gd name="T3" fmla="*/ 37 h 151"/>
                  <a:gd name="T4" fmla="*/ 113 w 150"/>
                  <a:gd name="T5" fmla="*/ 50 h 151"/>
                  <a:gd name="T6" fmla="*/ 119 w 150"/>
                  <a:gd name="T7" fmla="*/ 66 h 151"/>
                  <a:gd name="T8" fmla="*/ 119 w 150"/>
                  <a:gd name="T9" fmla="*/ 84 h 151"/>
                  <a:gd name="T10" fmla="*/ 113 w 150"/>
                  <a:gd name="T11" fmla="*/ 101 h 151"/>
                  <a:gd name="T12" fmla="*/ 100 w 150"/>
                  <a:gd name="T13" fmla="*/ 112 h 151"/>
                  <a:gd name="T14" fmla="*/ 84 w 150"/>
                  <a:gd name="T15" fmla="*/ 120 h 151"/>
                  <a:gd name="T16" fmla="*/ 66 w 150"/>
                  <a:gd name="T17" fmla="*/ 120 h 151"/>
                  <a:gd name="T18" fmla="*/ 50 w 150"/>
                  <a:gd name="T19" fmla="*/ 112 h 151"/>
                  <a:gd name="T20" fmla="*/ 38 w 150"/>
                  <a:gd name="T21" fmla="*/ 101 h 151"/>
                  <a:gd name="T22" fmla="*/ 30 w 150"/>
                  <a:gd name="T23" fmla="*/ 84 h 151"/>
                  <a:gd name="T24" fmla="*/ 30 w 150"/>
                  <a:gd name="T25" fmla="*/ 66 h 151"/>
                  <a:gd name="T26" fmla="*/ 38 w 150"/>
                  <a:gd name="T27" fmla="*/ 50 h 151"/>
                  <a:gd name="T28" fmla="*/ 50 w 150"/>
                  <a:gd name="T29" fmla="*/ 37 h 151"/>
                  <a:gd name="T30" fmla="*/ 66 w 150"/>
                  <a:gd name="T31" fmla="*/ 31 h 151"/>
                  <a:gd name="T32" fmla="*/ 75 w 150"/>
                  <a:gd name="T33" fmla="*/ 150 h 151"/>
                  <a:gd name="T34" fmla="*/ 90 w 150"/>
                  <a:gd name="T35" fmla="*/ 149 h 151"/>
                  <a:gd name="T36" fmla="*/ 104 w 150"/>
                  <a:gd name="T37" fmla="*/ 145 h 151"/>
                  <a:gd name="T38" fmla="*/ 117 w 150"/>
                  <a:gd name="T39" fmla="*/ 137 h 151"/>
                  <a:gd name="T40" fmla="*/ 128 w 150"/>
                  <a:gd name="T41" fmla="*/ 128 h 151"/>
                  <a:gd name="T42" fmla="*/ 138 w 150"/>
                  <a:gd name="T43" fmla="*/ 118 h 151"/>
                  <a:gd name="T44" fmla="*/ 144 w 150"/>
                  <a:gd name="T45" fmla="*/ 105 h 151"/>
                  <a:gd name="T46" fmla="*/ 148 w 150"/>
                  <a:gd name="T47" fmla="*/ 90 h 151"/>
                  <a:gd name="T48" fmla="*/ 150 w 150"/>
                  <a:gd name="T49" fmla="*/ 75 h 151"/>
                  <a:gd name="T50" fmla="*/ 148 w 150"/>
                  <a:gd name="T51" fmla="*/ 60 h 151"/>
                  <a:gd name="T52" fmla="*/ 144 w 150"/>
                  <a:gd name="T53" fmla="*/ 46 h 151"/>
                  <a:gd name="T54" fmla="*/ 138 w 150"/>
                  <a:gd name="T55" fmla="*/ 33 h 151"/>
                  <a:gd name="T56" fmla="*/ 128 w 150"/>
                  <a:gd name="T57" fmla="*/ 22 h 151"/>
                  <a:gd name="T58" fmla="*/ 117 w 150"/>
                  <a:gd name="T59" fmla="*/ 13 h 151"/>
                  <a:gd name="T60" fmla="*/ 104 w 150"/>
                  <a:gd name="T61" fmla="*/ 6 h 151"/>
                  <a:gd name="T62" fmla="*/ 90 w 150"/>
                  <a:gd name="T63" fmla="*/ 2 h 151"/>
                  <a:gd name="T64" fmla="*/ 75 w 150"/>
                  <a:gd name="T65" fmla="*/ 0 h 151"/>
                  <a:gd name="T66" fmla="*/ 60 w 150"/>
                  <a:gd name="T67" fmla="*/ 2 h 151"/>
                  <a:gd name="T68" fmla="*/ 45 w 150"/>
                  <a:gd name="T69" fmla="*/ 6 h 151"/>
                  <a:gd name="T70" fmla="*/ 32 w 150"/>
                  <a:gd name="T71" fmla="*/ 13 h 151"/>
                  <a:gd name="T72" fmla="*/ 22 w 150"/>
                  <a:gd name="T73" fmla="*/ 22 h 151"/>
                  <a:gd name="T74" fmla="*/ 13 w 150"/>
                  <a:gd name="T75" fmla="*/ 33 h 151"/>
                  <a:gd name="T76" fmla="*/ 6 w 150"/>
                  <a:gd name="T77" fmla="*/ 46 h 151"/>
                  <a:gd name="T78" fmla="*/ 1 w 150"/>
                  <a:gd name="T79" fmla="*/ 60 h 151"/>
                  <a:gd name="T80" fmla="*/ 0 w 150"/>
                  <a:gd name="T81" fmla="*/ 75 h 151"/>
                  <a:gd name="T82" fmla="*/ 1 w 150"/>
                  <a:gd name="T83" fmla="*/ 90 h 151"/>
                  <a:gd name="T84" fmla="*/ 6 w 150"/>
                  <a:gd name="T85" fmla="*/ 105 h 151"/>
                  <a:gd name="T86" fmla="*/ 13 w 150"/>
                  <a:gd name="T87" fmla="*/ 117 h 151"/>
                  <a:gd name="T88" fmla="*/ 22 w 150"/>
                  <a:gd name="T89" fmla="*/ 128 h 151"/>
                  <a:gd name="T90" fmla="*/ 32 w 150"/>
                  <a:gd name="T91" fmla="*/ 137 h 151"/>
                  <a:gd name="T92" fmla="*/ 45 w 150"/>
                  <a:gd name="T93" fmla="*/ 145 h 151"/>
                  <a:gd name="T94" fmla="*/ 60 w 150"/>
                  <a:gd name="T95" fmla="*/ 149 h 151"/>
                  <a:gd name="T96" fmla="*/ 75 w 150"/>
                  <a:gd name="T97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0" h="151">
                    <a:moveTo>
                      <a:pt x="75" y="30"/>
                    </a:moveTo>
                    <a:lnTo>
                      <a:pt x="84" y="31"/>
                    </a:lnTo>
                    <a:lnTo>
                      <a:pt x="93" y="34"/>
                    </a:lnTo>
                    <a:lnTo>
                      <a:pt x="100" y="37"/>
                    </a:lnTo>
                    <a:lnTo>
                      <a:pt x="106" y="44"/>
                    </a:lnTo>
                    <a:lnTo>
                      <a:pt x="113" y="50"/>
                    </a:lnTo>
                    <a:lnTo>
                      <a:pt x="116" y="58"/>
                    </a:lnTo>
                    <a:lnTo>
                      <a:pt x="119" y="66"/>
                    </a:lnTo>
                    <a:lnTo>
                      <a:pt x="120" y="75"/>
                    </a:lnTo>
                    <a:lnTo>
                      <a:pt x="119" y="84"/>
                    </a:lnTo>
                    <a:lnTo>
                      <a:pt x="116" y="93"/>
                    </a:lnTo>
                    <a:lnTo>
                      <a:pt x="113" y="101"/>
                    </a:lnTo>
                    <a:lnTo>
                      <a:pt x="106" y="107"/>
                    </a:lnTo>
                    <a:lnTo>
                      <a:pt x="100" y="112"/>
                    </a:lnTo>
                    <a:lnTo>
                      <a:pt x="93" y="117"/>
                    </a:lnTo>
                    <a:lnTo>
                      <a:pt x="84" y="120"/>
                    </a:lnTo>
                    <a:lnTo>
                      <a:pt x="75" y="120"/>
                    </a:lnTo>
                    <a:lnTo>
                      <a:pt x="66" y="120"/>
                    </a:lnTo>
                    <a:lnTo>
                      <a:pt x="57" y="117"/>
                    </a:lnTo>
                    <a:lnTo>
                      <a:pt x="50" y="112"/>
                    </a:lnTo>
                    <a:lnTo>
                      <a:pt x="43" y="107"/>
                    </a:lnTo>
                    <a:lnTo>
                      <a:pt x="38" y="101"/>
                    </a:lnTo>
                    <a:lnTo>
                      <a:pt x="34" y="93"/>
                    </a:lnTo>
                    <a:lnTo>
                      <a:pt x="30" y="84"/>
                    </a:lnTo>
                    <a:lnTo>
                      <a:pt x="30" y="75"/>
                    </a:lnTo>
                    <a:lnTo>
                      <a:pt x="30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3" y="44"/>
                    </a:lnTo>
                    <a:lnTo>
                      <a:pt x="50" y="37"/>
                    </a:lnTo>
                    <a:lnTo>
                      <a:pt x="57" y="34"/>
                    </a:lnTo>
                    <a:lnTo>
                      <a:pt x="66" y="31"/>
                    </a:lnTo>
                    <a:lnTo>
                      <a:pt x="75" y="30"/>
                    </a:lnTo>
                    <a:close/>
                    <a:moveTo>
                      <a:pt x="75" y="150"/>
                    </a:moveTo>
                    <a:lnTo>
                      <a:pt x="83" y="150"/>
                    </a:lnTo>
                    <a:lnTo>
                      <a:pt x="90" y="149"/>
                    </a:lnTo>
                    <a:lnTo>
                      <a:pt x="98" y="147"/>
                    </a:lnTo>
                    <a:lnTo>
                      <a:pt x="104" y="145"/>
                    </a:lnTo>
                    <a:lnTo>
                      <a:pt x="111" y="141"/>
                    </a:lnTo>
                    <a:lnTo>
                      <a:pt x="117" y="137"/>
                    </a:lnTo>
                    <a:lnTo>
                      <a:pt x="123" y="133"/>
                    </a:lnTo>
                    <a:lnTo>
                      <a:pt x="128" y="128"/>
                    </a:lnTo>
                    <a:lnTo>
                      <a:pt x="133" y="123"/>
                    </a:lnTo>
                    <a:lnTo>
                      <a:pt x="138" y="118"/>
                    </a:lnTo>
                    <a:lnTo>
                      <a:pt x="141" y="111"/>
                    </a:lnTo>
                    <a:lnTo>
                      <a:pt x="144" y="105"/>
                    </a:lnTo>
                    <a:lnTo>
                      <a:pt x="147" y="97"/>
                    </a:lnTo>
                    <a:lnTo>
                      <a:pt x="148" y="90"/>
                    </a:lnTo>
                    <a:lnTo>
                      <a:pt x="150" y="83"/>
                    </a:lnTo>
                    <a:lnTo>
                      <a:pt x="150" y="75"/>
                    </a:lnTo>
                    <a:lnTo>
                      <a:pt x="150" y="67"/>
                    </a:lnTo>
                    <a:lnTo>
                      <a:pt x="148" y="60"/>
                    </a:lnTo>
                    <a:lnTo>
                      <a:pt x="147" y="52"/>
                    </a:lnTo>
                    <a:lnTo>
                      <a:pt x="144" y="46"/>
                    </a:lnTo>
                    <a:lnTo>
                      <a:pt x="141" y="39"/>
                    </a:lnTo>
                    <a:lnTo>
                      <a:pt x="138" y="33"/>
                    </a:lnTo>
                    <a:lnTo>
                      <a:pt x="133" y="28"/>
                    </a:lnTo>
                    <a:lnTo>
                      <a:pt x="128" y="22"/>
                    </a:lnTo>
                    <a:lnTo>
                      <a:pt x="123" y="17"/>
                    </a:lnTo>
                    <a:lnTo>
                      <a:pt x="117" y="13"/>
                    </a:lnTo>
                    <a:lnTo>
                      <a:pt x="111" y="9"/>
                    </a:lnTo>
                    <a:lnTo>
                      <a:pt x="104" y="6"/>
                    </a:lnTo>
                    <a:lnTo>
                      <a:pt x="98" y="3"/>
                    </a:lnTo>
                    <a:lnTo>
                      <a:pt x="90" y="2"/>
                    </a:lnTo>
                    <a:lnTo>
                      <a:pt x="83" y="1"/>
                    </a:lnTo>
                    <a:lnTo>
                      <a:pt x="75" y="0"/>
                    </a:lnTo>
                    <a:lnTo>
                      <a:pt x="68" y="1"/>
                    </a:lnTo>
                    <a:lnTo>
                      <a:pt x="60" y="2"/>
                    </a:lnTo>
                    <a:lnTo>
                      <a:pt x="53" y="3"/>
                    </a:lnTo>
                    <a:lnTo>
                      <a:pt x="45" y="6"/>
                    </a:lnTo>
                    <a:lnTo>
                      <a:pt x="39" y="9"/>
                    </a:lnTo>
                    <a:lnTo>
                      <a:pt x="32" y="13"/>
                    </a:lnTo>
                    <a:lnTo>
                      <a:pt x="27" y="17"/>
                    </a:lnTo>
                    <a:lnTo>
                      <a:pt x="22" y="22"/>
                    </a:lnTo>
                    <a:lnTo>
                      <a:pt x="17" y="28"/>
                    </a:lnTo>
                    <a:lnTo>
                      <a:pt x="13" y="33"/>
                    </a:lnTo>
                    <a:lnTo>
                      <a:pt x="9" y="39"/>
                    </a:lnTo>
                    <a:lnTo>
                      <a:pt x="6" y="46"/>
                    </a:lnTo>
                    <a:lnTo>
                      <a:pt x="4" y="53"/>
                    </a:lnTo>
                    <a:lnTo>
                      <a:pt x="1" y="60"/>
                    </a:lnTo>
                    <a:lnTo>
                      <a:pt x="0" y="67"/>
                    </a:lnTo>
                    <a:lnTo>
                      <a:pt x="0" y="75"/>
                    </a:lnTo>
                    <a:lnTo>
                      <a:pt x="0" y="83"/>
                    </a:lnTo>
                    <a:lnTo>
                      <a:pt x="1" y="90"/>
                    </a:lnTo>
                    <a:lnTo>
                      <a:pt x="4" y="97"/>
                    </a:lnTo>
                    <a:lnTo>
                      <a:pt x="6" y="105"/>
                    </a:lnTo>
                    <a:lnTo>
                      <a:pt x="9" y="111"/>
                    </a:lnTo>
                    <a:lnTo>
                      <a:pt x="13" y="117"/>
                    </a:lnTo>
                    <a:lnTo>
                      <a:pt x="17" y="123"/>
                    </a:lnTo>
                    <a:lnTo>
                      <a:pt x="22" y="128"/>
                    </a:lnTo>
                    <a:lnTo>
                      <a:pt x="27" y="133"/>
                    </a:lnTo>
                    <a:lnTo>
                      <a:pt x="32" y="137"/>
                    </a:lnTo>
                    <a:lnTo>
                      <a:pt x="39" y="141"/>
                    </a:lnTo>
                    <a:lnTo>
                      <a:pt x="45" y="145"/>
                    </a:lnTo>
                    <a:lnTo>
                      <a:pt x="53" y="147"/>
                    </a:lnTo>
                    <a:lnTo>
                      <a:pt x="60" y="149"/>
                    </a:lnTo>
                    <a:lnTo>
                      <a:pt x="68" y="150"/>
                    </a:lnTo>
                    <a:lnTo>
                      <a:pt x="75" y="151"/>
                    </a:lnTo>
                    <a:lnTo>
                      <a:pt x="75" y="1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486316C-23C0-4FCF-6F12-136D7433D6FF}"/>
                </a:ext>
              </a:extLst>
            </p:cNvPr>
            <p:cNvGrpSpPr/>
            <p:nvPr/>
          </p:nvGrpSpPr>
          <p:grpSpPr>
            <a:xfrm>
              <a:off x="7981474" y="3595289"/>
              <a:ext cx="534331" cy="534331"/>
              <a:chOff x="8743951" y="1343025"/>
              <a:chExt cx="287338" cy="287338"/>
            </a:xfrm>
            <a:solidFill>
              <a:schemeClr val="accent4"/>
            </a:solidFill>
          </p:grpSpPr>
          <p:sp>
            <p:nvSpPr>
              <p:cNvPr id="39" name="Freeform 369">
                <a:extLst>
                  <a:ext uri="{FF2B5EF4-FFF2-40B4-BE49-F238E27FC236}">
                    <a16:creationId xmlns:a16="http://schemas.microsoft.com/office/drawing/2014/main" id="{EBDBF297-87AE-3461-26AB-6F54B6DDC7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67763" y="1343025"/>
                <a:ext cx="171450" cy="53975"/>
              </a:xfrm>
              <a:custGeom>
                <a:avLst/>
                <a:gdLst>
                  <a:gd name="T0" fmla="*/ 209 w 541"/>
                  <a:gd name="T1" fmla="*/ 33 h 167"/>
                  <a:gd name="T2" fmla="*/ 267 w 541"/>
                  <a:gd name="T3" fmla="*/ 47 h 167"/>
                  <a:gd name="T4" fmla="*/ 356 w 541"/>
                  <a:gd name="T5" fmla="*/ 75 h 167"/>
                  <a:gd name="T6" fmla="*/ 402 w 541"/>
                  <a:gd name="T7" fmla="*/ 84 h 167"/>
                  <a:gd name="T8" fmla="*/ 442 w 541"/>
                  <a:gd name="T9" fmla="*/ 83 h 167"/>
                  <a:gd name="T10" fmla="*/ 449 w 541"/>
                  <a:gd name="T11" fmla="*/ 92 h 167"/>
                  <a:gd name="T12" fmla="*/ 398 w 541"/>
                  <a:gd name="T13" fmla="*/ 122 h 167"/>
                  <a:gd name="T14" fmla="*/ 344 w 541"/>
                  <a:gd name="T15" fmla="*/ 136 h 167"/>
                  <a:gd name="T16" fmla="*/ 289 w 541"/>
                  <a:gd name="T17" fmla="*/ 134 h 167"/>
                  <a:gd name="T18" fmla="*/ 218 w 541"/>
                  <a:gd name="T19" fmla="*/ 116 h 167"/>
                  <a:gd name="T20" fmla="*/ 125 w 541"/>
                  <a:gd name="T21" fmla="*/ 85 h 167"/>
                  <a:gd name="T22" fmla="*/ 82 w 541"/>
                  <a:gd name="T23" fmla="*/ 77 h 167"/>
                  <a:gd name="T24" fmla="*/ 66 w 541"/>
                  <a:gd name="T25" fmla="*/ 76 h 167"/>
                  <a:gd name="T26" fmla="*/ 108 w 541"/>
                  <a:gd name="T27" fmla="*/ 48 h 167"/>
                  <a:gd name="T28" fmla="*/ 151 w 541"/>
                  <a:gd name="T29" fmla="*/ 33 h 167"/>
                  <a:gd name="T30" fmla="*/ 181 w 541"/>
                  <a:gd name="T31" fmla="*/ 31 h 167"/>
                  <a:gd name="T32" fmla="*/ 43 w 541"/>
                  <a:gd name="T33" fmla="*/ 109 h 167"/>
                  <a:gd name="T34" fmla="*/ 80 w 541"/>
                  <a:gd name="T35" fmla="*/ 107 h 167"/>
                  <a:gd name="T36" fmla="*/ 119 w 541"/>
                  <a:gd name="T37" fmla="*/ 115 h 167"/>
                  <a:gd name="T38" fmla="*/ 210 w 541"/>
                  <a:gd name="T39" fmla="*/ 145 h 167"/>
                  <a:gd name="T40" fmla="*/ 285 w 541"/>
                  <a:gd name="T41" fmla="*/ 164 h 167"/>
                  <a:gd name="T42" fmla="*/ 339 w 541"/>
                  <a:gd name="T43" fmla="*/ 166 h 167"/>
                  <a:gd name="T44" fmla="*/ 383 w 541"/>
                  <a:gd name="T45" fmla="*/ 159 h 167"/>
                  <a:gd name="T46" fmla="*/ 425 w 541"/>
                  <a:gd name="T47" fmla="*/ 143 h 167"/>
                  <a:gd name="T48" fmla="*/ 465 w 541"/>
                  <a:gd name="T49" fmla="*/ 118 h 167"/>
                  <a:gd name="T50" fmla="*/ 503 w 541"/>
                  <a:gd name="T51" fmla="*/ 84 h 167"/>
                  <a:gd name="T52" fmla="*/ 539 w 541"/>
                  <a:gd name="T53" fmla="*/ 40 h 167"/>
                  <a:gd name="T54" fmla="*/ 540 w 541"/>
                  <a:gd name="T55" fmla="*/ 25 h 167"/>
                  <a:gd name="T56" fmla="*/ 527 w 541"/>
                  <a:gd name="T57" fmla="*/ 16 h 167"/>
                  <a:gd name="T58" fmla="*/ 506 w 541"/>
                  <a:gd name="T59" fmla="*/ 27 h 167"/>
                  <a:gd name="T60" fmla="*/ 469 w 541"/>
                  <a:gd name="T61" fmla="*/ 45 h 167"/>
                  <a:gd name="T62" fmla="*/ 432 w 541"/>
                  <a:gd name="T63" fmla="*/ 54 h 167"/>
                  <a:gd name="T64" fmla="*/ 390 w 541"/>
                  <a:gd name="T65" fmla="*/ 51 h 167"/>
                  <a:gd name="T66" fmla="*/ 333 w 541"/>
                  <a:gd name="T67" fmla="*/ 37 h 167"/>
                  <a:gd name="T68" fmla="*/ 244 w 541"/>
                  <a:gd name="T69" fmla="*/ 10 h 167"/>
                  <a:gd name="T70" fmla="*/ 197 w 541"/>
                  <a:gd name="T71" fmla="*/ 1 h 167"/>
                  <a:gd name="T72" fmla="*/ 156 w 541"/>
                  <a:gd name="T73" fmla="*/ 2 h 167"/>
                  <a:gd name="T74" fmla="*/ 122 w 541"/>
                  <a:gd name="T75" fmla="*/ 10 h 167"/>
                  <a:gd name="T76" fmla="*/ 89 w 541"/>
                  <a:gd name="T77" fmla="*/ 24 h 167"/>
                  <a:gd name="T78" fmla="*/ 56 w 541"/>
                  <a:gd name="T79" fmla="*/ 45 h 167"/>
                  <a:gd name="T80" fmla="*/ 24 w 541"/>
                  <a:gd name="T81" fmla="*/ 73 h 167"/>
                  <a:gd name="T82" fmla="*/ 1 w 541"/>
                  <a:gd name="T83" fmla="*/ 101 h 167"/>
                  <a:gd name="T84" fmla="*/ 3 w 541"/>
                  <a:gd name="T85" fmla="*/ 116 h 167"/>
                  <a:gd name="T86" fmla="*/ 18 w 541"/>
                  <a:gd name="T87" fmla="*/ 12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41" h="167">
                    <a:moveTo>
                      <a:pt x="181" y="31"/>
                    </a:moveTo>
                    <a:lnTo>
                      <a:pt x="195" y="31"/>
                    </a:lnTo>
                    <a:lnTo>
                      <a:pt x="209" y="33"/>
                    </a:lnTo>
                    <a:lnTo>
                      <a:pt x="224" y="35"/>
                    </a:lnTo>
                    <a:lnTo>
                      <a:pt x="238" y="39"/>
                    </a:lnTo>
                    <a:lnTo>
                      <a:pt x="267" y="47"/>
                    </a:lnTo>
                    <a:lnTo>
                      <a:pt x="296" y="57"/>
                    </a:lnTo>
                    <a:lnTo>
                      <a:pt x="324" y="66"/>
                    </a:lnTo>
                    <a:lnTo>
                      <a:pt x="356" y="75"/>
                    </a:lnTo>
                    <a:lnTo>
                      <a:pt x="371" y="78"/>
                    </a:lnTo>
                    <a:lnTo>
                      <a:pt x="387" y="81"/>
                    </a:lnTo>
                    <a:lnTo>
                      <a:pt x="402" y="84"/>
                    </a:lnTo>
                    <a:lnTo>
                      <a:pt x="418" y="84"/>
                    </a:lnTo>
                    <a:lnTo>
                      <a:pt x="430" y="84"/>
                    </a:lnTo>
                    <a:lnTo>
                      <a:pt x="442" y="83"/>
                    </a:lnTo>
                    <a:lnTo>
                      <a:pt x="453" y="80"/>
                    </a:lnTo>
                    <a:lnTo>
                      <a:pt x="465" y="77"/>
                    </a:lnTo>
                    <a:lnTo>
                      <a:pt x="449" y="92"/>
                    </a:lnTo>
                    <a:lnTo>
                      <a:pt x="433" y="104"/>
                    </a:lnTo>
                    <a:lnTo>
                      <a:pt x="416" y="114"/>
                    </a:lnTo>
                    <a:lnTo>
                      <a:pt x="398" y="122"/>
                    </a:lnTo>
                    <a:lnTo>
                      <a:pt x="380" y="129"/>
                    </a:lnTo>
                    <a:lnTo>
                      <a:pt x="363" y="133"/>
                    </a:lnTo>
                    <a:lnTo>
                      <a:pt x="344" y="136"/>
                    </a:lnTo>
                    <a:lnTo>
                      <a:pt x="324" y="137"/>
                    </a:lnTo>
                    <a:lnTo>
                      <a:pt x="307" y="136"/>
                    </a:lnTo>
                    <a:lnTo>
                      <a:pt x="289" y="134"/>
                    </a:lnTo>
                    <a:lnTo>
                      <a:pt x="271" y="131"/>
                    </a:lnTo>
                    <a:lnTo>
                      <a:pt x="254" y="127"/>
                    </a:lnTo>
                    <a:lnTo>
                      <a:pt x="218" y="116"/>
                    </a:lnTo>
                    <a:lnTo>
                      <a:pt x="184" y="104"/>
                    </a:lnTo>
                    <a:lnTo>
                      <a:pt x="154" y="94"/>
                    </a:lnTo>
                    <a:lnTo>
                      <a:pt x="125" y="85"/>
                    </a:lnTo>
                    <a:lnTo>
                      <a:pt x="110" y="81"/>
                    </a:lnTo>
                    <a:lnTo>
                      <a:pt x="96" y="78"/>
                    </a:lnTo>
                    <a:lnTo>
                      <a:pt x="82" y="77"/>
                    </a:lnTo>
                    <a:lnTo>
                      <a:pt x="68" y="76"/>
                    </a:lnTo>
                    <a:lnTo>
                      <a:pt x="67" y="76"/>
                    </a:lnTo>
                    <a:lnTo>
                      <a:pt x="66" y="76"/>
                    </a:lnTo>
                    <a:lnTo>
                      <a:pt x="80" y="65"/>
                    </a:lnTo>
                    <a:lnTo>
                      <a:pt x="94" y="56"/>
                    </a:lnTo>
                    <a:lnTo>
                      <a:pt x="108" y="48"/>
                    </a:lnTo>
                    <a:lnTo>
                      <a:pt x="122" y="42"/>
                    </a:lnTo>
                    <a:lnTo>
                      <a:pt x="136" y="36"/>
                    </a:lnTo>
                    <a:lnTo>
                      <a:pt x="151" y="33"/>
                    </a:lnTo>
                    <a:lnTo>
                      <a:pt x="166" y="31"/>
                    </a:lnTo>
                    <a:lnTo>
                      <a:pt x="181" y="31"/>
                    </a:lnTo>
                    <a:lnTo>
                      <a:pt x="181" y="31"/>
                    </a:lnTo>
                    <a:close/>
                    <a:moveTo>
                      <a:pt x="23" y="119"/>
                    </a:moveTo>
                    <a:lnTo>
                      <a:pt x="33" y="114"/>
                    </a:lnTo>
                    <a:lnTo>
                      <a:pt x="43" y="109"/>
                    </a:lnTo>
                    <a:lnTo>
                      <a:pt x="55" y="107"/>
                    </a:lnTo>
                    <a:lnTo>
                      <a:pt x="68" y="106"/>
                    </a:lnTo>
                    <a:lnTo>
                      <a:pt x="80" y="107"/>
                    </a:lnTo>
                    <a:lnTo>
                      <a:pt x="93" y="108"/>
                    </a:lnTo>
                    <a:lnTo>
                      <a:pt x="106" y="112"/>
                    </a:lnTo>
                    <a:lnTo>
                      <a:pt x="119" y="115"/>
                    </a:lnTo>
                    <a:lnTo>
                      <a:pt x="145" y="123"/>
                    </a:lnTo>
                    <a:lnTo>
                      <a:pt x="174" y="133"/>
                    </a:lnTo>
                    <a:lnTo>
                      <a:pt x="210" y="145"/>
                    </a:lnTo>
                    <a:lnTo>
                      <a:pt x="246" y="155"/>
                    </a:lnTo>
                    <a:lnTo>
                      <a:pt x="265" y="161"/>
                    </a:lnTo>
                    <a:lnTo>
                      <a:pt x="285" y="164"/>
                    </a:lnTo>
                    <a:lnTo>
                      <a:pt x="305" y="166"/>
                    </a:lnTo>
                    <a:lnTo>
                      <a:pt x="324" y="167"/>
                    </a:lnTo>
                    <a:lnTo>
                      <a:pt x="339" y="166"/>
                    </a:lnTo>
                    <a:lnTo>
                      <a:pt x="355" y="165"/>
                    </a:lnTo>
                    <a:lnTo>
                      <a:pt x="370" y="163"/>
                    </a:lnTo>
                    <a:lnTo>
                      <a:pt x="383" y="159"/>
                    </a:lnTo>
                    <a:lnTo>
                      <a:pt x="397" y="154"/>
                    </a:lnTo>
                    <a:lnTo>
                      <a:pt x="411" y="149"/>
                    </a:lnTo>
                    <a:lnTo>
                      <a:pt x="425" y="143"/>
                    </a:lnTo>
                    <a:lnTo>
                      <a:pt x="438" y="135"/>
                    </a:lnTo>
                    <a:lnTo>
                      <a:pt x="451" y="127"/>
                    </a:lnTo>
                    <a:lnTo>
                      <a:pt x="465" y="118"/>
                    </a:lnTo>
                    <a:lnTo>
                      <a:pt x="478" y="107"/>
                    </a:lnTo>
                    <a:lnTo>
                      <a:pt x="490" y="95"/>
                    </a:lnTo>
                    <a:lnTo>
                      <a:pt x="503" y="84"/>
                    </a:lnTo>
                    <a:lnTo>
                      <a:pt x="514" y="70"/>
                    </a:lnTo>
                    <a:lnTo>
                      <a:pt x="527" y="55"/>
                    </a:lnTo>
                    <a:lnTo>
                      <a:pt x="539" y="40"/>
                    </a:lnTo>
                    <a:lnTo>
                      <a:pt x="541" y="34"/>
                    </a:lnTo>
                    <a:lnTo>
                      <a:pt x="541" y="29"/>
                    </a:lnTo>
                    <a:lnTo>
                      <a:pt x="540" y="25"/>
                    </a:lnTo>
                    <a:lnTo>
                      <a:pt x="537" y="20"/>
                    </a:lnTo>
                    <a:lnTo>
                      <a:pt x="533" y="17"/>
                    </a:lnTo>
                    <a:lnTo>
                      <a:pt x="527" y="16"/>
                    </a:lnTo>
                    <a:lnTo>
                      <a:pt x="522" y="16"/>
                    </a:lnTo>
                    <a:lnTo>
                      <a:pt x="518" y="18"/>
                    </a:lnTo>
                    <a:lnTo>
                      <a:pt x="506" y="27"/>
                    </a:lnTo>
                    <a:lnTo>
                      <a:pt x="493" y="34"/>
                    </a:lnTo>
                    <a:lnTo>
                      <a:pt x="481" y="41"/>
                    </a:lnTo>
                    <a:lnTo>
                      <a:pt x="469" y="45"/>
                    </a:lnTo>
                    <a:lnTo>
                      <a:pt x="456" y="49"/>
                    </a:lnTo>
                    <a:lnTo>
                      <a:pt x="445" y="51"/>
                    </a:lnTo>
                    <a:lnTo>
                      <a:pt x="432" y="54"/>
                    </a:lnTo>
                    <a:lnTo>
                      <a:pt x="418" y="54"/>
                    </a:lnTo>
                    <a:lnTo>
                      <a:pt x="404" y="54"/>
                    </a:lnTo>
                    <a:lnTo>
                      <a:pt x="390" y="51"/>
                    </a:lnTo>
                    <a:lnTo>
                      <a:pt x="376" y="49"/>
                    </a:lnTo>
                    <a:lnTo>
                      <a:pt x="362" y="46"/>
                    </a:lnTo>
                    <a:lnTo>
                      <a:pt x="333" y="37"/>
                    </a:lnTo>
                    <a:lnTo>
                      <a:pt x="305" y="28"/>
                    </a:lnTo>
                    <a:lnTo>
                      <a:pt x="275" y="18"/>
                    </a:lnTo>
                    <a:lnTo>
                      <a:pt x="244" y="10"/>
                    </a:lnTo>
                    <a:lnTo>
                      <a:pt x="228" y="5"/>
                    </a:lnTo>
                    <a:lnTo>
                      <a:pt x="213" y="3"/>
                    </a:lnTo>
                    <a:lnTo>
                      <a:pt x="197" y="1"/>
                    </a:lnTo>
                    <a:lnTo>
                      <a:pt x="181" y="0"/>
                    </a:lnTo>
                    <a:lnTo>
                      <a:pt x="168" y="1"/>
                    </a:lnTo>
                    <a:lnTo>
                      <a:pt x="156" y="2"/>
                    </a:lnTo>
                    <a:lnTo>
                      <a:pt x="145" y="3"/>
                    </a:lnTo>
                    <a:lnTo>
                      <a:pt x="134" y="6"/>
                    </a:lnTo>
                    <a:lnTo>
                      <a:pt x="122" y="10"/>
                    </a:lnTo>
                    <a:lnTo>
                      <a:pt x="111" y="14"/>
                    </a:lnTo>
                    <a:lnTo>
                      <a:pt x="99" y="18"/>
                    </a:lnTo>
                    <a:lnTo>
                      <a:pt x="89" y="24"/>
                    </a:lnTo>
                    <a:lnTo>
                      <a:pt x="78" y="30"/>
                    </a:lnTo>
                    <a:lnTo>
                      <a:pt x="67" y="37"/>
                    </a:lnTo>
                    <a:lnTo>
                      <a:pt x="56" y="45"/>
                    </a:lnTo>
                    <a:lnTo>
                      <a:pt x="46" y="54"/>
                    </a:lnTo>
                    <a:lnTo>
                      <a:pt x="35" y="63"/>
                    </a:lnTo>
                    <a:lnTo>
                      <a:pt x="24" y="73"/>
                    </a:lnTo>
                    <a:lnTo>
                      <a:pt x="13" y="84"/>
                    </a:lnTo>
                    <a:lnTo>
                      <a:pt x="3" y="95"/>
                    </a:lnTo>
                    <a:lnTo>
                      <a:pt x="1" y="101"/>
                    </a:lnTo>
                    <a:lnTo>
                      <a:pt x="0" y="106"/>
                    </a:lnTo>
                    <a:lnTo>
                      <a:pt x="1" y="110"/>
                    </a:lnTo>
                    <a:lnTo>
                      <a:pt x="3" y="116"/>
                    </a:lnTo>
                    <a:lnTo>
                      <a:pt x="7" y="119"/>
                    </a:lnTo>
                    <a:lnTo>
                      <a:pt x="12" y="121"/>
                    </a:lnTo>
                    <a:lnTo>
                      <a:pt x="18" y="120"/>
                    </a:lnTo>
                    <a:lnTo>
                      <a:pt x="23" y="11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370">
                <a:extLst>
                  <a:ext uri="{FF2B5EF4-FFF2-40B4-BE49-F238E27FC236}">
                    <a16:creationId xmlns:a16="http://schemas.microsoft.com/office/drawing/2014/main" id="{AEA8BE06-EBC3-533F-4DA0-ADC8683B7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9676" y="1563688"/>
                <a:ext cx="28575" cy="9525"/>
              </a:xfrm>
              <a:custGeom>
                <a:avLst/>
                <a:gdLst>
                  <a:gd name="T0" fmla="*/ 76 w 91"/>
                  <a:gd name="T1" fmla="*/ 0 h 30"/>
                  <a:gd name="T2" fmla="*/ 16 w 91"/>
                  <a:gd name="T3" fmla="*/ 0 h 30"/>
                  <a:gd name="T4" fmla="*/ 13 w 91"/>
                  <a:gd name="T5" fmla="*/ 0 h 30"/>
                  <a:gd name="T6" fmla="*/ 9 w 91"/>
                  <a:gd name="T7" fmla="*/ 1 h 30"/>
                  <a:gd name="T8" fmla="*/ 7 w 91"/>
                  <a:gd name="T9" fmla="*/ 2 h 30"/>
                  <a:gd name="T10" fmla="*/ 5 w 91"/>
                  <a:gd name="T11" fmla="*/ 4 h 30"/>
                  <a:gd name="T12" fmla="*/ 3 w 91"/>
                  <a:gd name="T13" fmla="*/ 6 h 30"/>
                  <a:gd name="T14" fmla="*/ 2 w 91"/>
                  <a:gd name="T15" fmla="*/ 10 h 30"/>
                  <a:gd name="T16" fmla="*/ 1 w 91"/>
                  <a:gd name="T17" fmla="*/ 12 h 30"/>
                  <a:gd name="T18" fmla="*/ 0 w 91"/>
                  <a:gd name="T19" fmla="*/ 15 h 30"/>
                  <a:gd name="T20" fmla="*/ 1 w 91"/>
                  <a:gd name="T21" fmla="*/ 18 h 30"/>
                  <a:gd name="T22" fmla="*/ 2 w 91"/>
                  <a:gd name="T23" fmla="*/ 21 h 30"/>
                  <a:gd name="T24" fmla="*/ 3 w 91"/>
                  <a:gd name="T25" fmla="*/ 24 h 30"/>
                  <a:gd name="T26" fmla="*/ 5 w 91"/>
                  <a:gd name="T27" fmla="*/ 26 h 30"/>
                  <a:gd name="T28" fmla="*/ 7 w 91"/>
                  <a:gd name="T29" fmla="*/ 28 h 30"/>
                  <a:gd name="T30" fmla="*/ 9 w 91"/>
                  <a:gd name="T31" fmla="*/ 29 h 30"/>
                  <a:gd name="T32" fmla="*/ 13 w 91"/>
                  <a:gd name="T33" fmla="*/ 30 h 30"/>
                  <a:gd name="T34" fmla="*/ 16 w 91"/>
                  <a:gd name="T35" fmla="*/ 30 h 30"/>
                  <a:gd name="T36" fmla="*/ 76 w 91"/>
                  <a:gd name="T37" fmla="*/ 30 h 30"/>
                  <a:gd name="T38" fmla="*/ 78 w 91"/>
                  <a:gd name="T39" fmla="*/ 30 h 30"/>
                  <a:gd name="T40" fmla="*/ 81 w 91"/>
                  <a:gd name="T41" fmla="*/ 29 h 30"/>
                  <a:gd name="T42" fmla="*/ 83 w 91"/>
                  <a:gd name="T43" fmla="*/ 28 h 30"/>
                  <a:gd name="T44" fmla="*/ 87 w 91"/>
                  <a:gd name="T45" fmla="*/ 26 h 30"/>
                  <a:gd name="T46" fmla="*/ 88 w 91"/>
                  <a:gd name="T47" fmla="*/ 24 h 30"/>
                  <a:gd name="T48" fmla="*/ 90 w 91"/>
                  <a:gd name="T49" fmla="*/ 21 h 30"/>
                  <a:gd name="T50" fmla="*/ 90 w 91"/>
                  <a:gd name="T51" fmla="*/ 18 h 30"/>
                  <a:gd name="T52" fmla="*/ 91 w 91"/>
                  <a:gd name="T53" fmla="*/ 15 h 30"/>
                  <a:gd name="T54" fmla="*/ 90 w 91"/>
                  <a:gd name="T55" fmla="*/ 12 h 30"/>
                  <a:gd name="T56" fmla="*/ 90 w 91"/>
                  <a:gd name="T57" fmla="*/ 10 h 30"/>
                  <a:gd name="T58" fmla="*/ 88 w 91"/>
                  <a:gd name="T59" fmla="*/ 6 h 30"/>
                  <a:gd name="T60" fmla="*/ 87 w 91"/>
                  <a:gd name="T61" fmla="*/ 4 h 30"/>
                  <a:gd name="T62" fmla="*/ 83 w 91"/>
                  <a:gd name="T63" fmla="*/ 2 h 30"/>
                  <a:gd name="T64" fmla="*/ 81 w 91"/>
                  <a:gd name="T65" fmla="*/ 1 h 30"/>
                  <a:gd name="T66" fmla="*/ 78 w 91"/>
                  <a:gd name="T67" fmla="*/ 0 h 30"/>
                  <a:gd name="T68" fmla="*/ 76 w 91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1" h="30">
                    <a:moveTo>
                      <a:pt x="76" y="0"/>
                    </a:moveTo>
                    <a:lnTo>
                      <a:pt x="16" y="0"/>
                    </a:lnTo>
                    <a:lnTo>
                      <a:pt x="13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5" y="4"/>
                    </a:lnTo>
                    <a:lnTo>
                      <a:pt x="3" y="6"/>
                    </a:lnTo>
                    <a:lnTo>
                      <a:pt x="2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2" y="21"/>
                    </a:lnTo>
                    <a:lnTo>
                      <a:pt x="3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3" y="30"/>
                    </a:lnTo>
                    <a:lnTo>
                      <a:pt x="16" y="30"/>
                    </a:lnTo>
                    <a:lnTo>
                      <a:pt x="76" y="30"/>
                    </a:lnTo>
                    <a:lnTo>
                      <a:pt x="78" y="30"/>
                    </a:lnTo>
                    <a:lnTo>
                      <a:pt x="81" y="29"/>
                    </a:lnTo>
                    <a:lnTo>
                      <a:pt x="83" y="28"/>
                    </a:lnTo>
                    <a:lnTo>
                      <a:pt x="87" y="26"/>
                    </a:lnTo>
                    <a:lnTo>
                      <a:pt x="88" y="24"/>
                    </a:lnTo>
                    <a:lnTo>
                      <a:pt x="90" y="21"/>
                    </a:lnTo>
                    <a:lnTo>
                      <a:pt x="90" y="18"/>
                    </a:lnTo>
                    <a:lnTo>
                      <a:pt x="91" y="15"/>
                    </a:lnTo>
                    <a:lnTo>
                      <a:pt x="90" y="12"/>
                    </a:lnTo>
                    <a:lnTo>
                      <a:pt x="90" y="10"/>
                    </a:lnTo>
                    <a:lnTo>
                      <a:pt x="88" y="6"/>
                    </a:lnTo>
                    <a:lnTo>
                      <a:pt x="87" y="4"/>
                    </a:lnTo>
                    <a:lnTo>
                      <a:pt x="83" y="2"/>
                    </a:lnTo>
                    <a:lnTo>
                      <a:pt x="81" y="1"/>
                    </a:lnTo>
                    <a:lnTo>
                      <a:pt x="78" y="0"/>
                    </a:lnTo>
                    <a:lnTo>
                      <a:pt x="7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371">
                <a:extLst>
                  <a:ext uri="{FF2B5EF4-FFF2-40B4-BE49-F238E27FC236}">
                    <a16:creationId xmlns:a16="http://schemas.microsoft.com/office/drawing/2014/main" id="{49D6F45C-14E9-619F-88ED-CD4A9694F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9676" y="1592263"/>
                <a:ext cx="28575" cy="9525"/>
              </a:xfrm>
              <a:custGeom>
                <a:avLst/>
                <a:gdLst>
                  <a:gd name="T0" fmla="*/ 76 w 91"/>
                  <a:gd name="T1" fmla="*/ 0 h 30"/>
                  <a:gd name="T2" fmla="*/ 16 w 91"/>
                  <a:gd name="T3" fmla="*/ 0 h 30"/>
                  <a:gd name="T4" fmla="*/ 13 w 91"/>
                  <a:gd name="T5" fmla="*/ 1 h 30"/>
                  <a:gd name="T6" fmla="*/ 9 w 91"/>
                  <a:gd name="T7" fmla="*/ 1 h 30"/>
                  <a:gd name="T8" fmla="*/ 7 w 91"/>
                  <a:gd name="T9" fmla="*/ 3 h 30"/>
                  <a:gd name="T10" fmla="*/ 5 w 91"/>
                  <a:gd name="T11" fmla="*/ 4 h 30"/>
                  <a:gd name="T12" fmla="*/ 3 w 91"/>
                  <a:gd name="T13" fmla="*/ 8 h 30"/>
                  <a:gd name="T14" fmla="*/ 2 w 91"/>
                  <a:gd name="T15" fmla="*/ 10 h 30"/>
                  <a:gd name="T16" fmla="*/ 1 w 91"/>
                  <a:gd name="T17" fmla="*/ 13 h 30"/>
                  <a:gd name="T18" fmla="*/ 0 w 91"/>
                  <a:gd name="T19" fmla="*/ 15 h 30"/>
                  <a:gd name="T20" fmla="*/ 1 w 91"/>
                  <a:gd name="T21" fmla="*/ 18 h 30"/>
                  <a:gd name="T22" fmla="*/ 2 w 91"/>
                  <a:gd name="T23" fmla="*/ 22 h 30"/>
                  <a:gd name="T24" fmla="*/ 3 w 91"/>
                  <a:gd name="T25" fmla="*/ 24 h 30"/>
                  <a:gd name="T26" fmla="*/ 5 w 91"/>
                  <a:gd name="T27" fmla="*/ 26 h 30"/>
                  <a:gd name="T28" fmla="*/ 7 w 91"/>
                  <a:gd name="T29" fmla="*/ 28 h 30"/>
                  <a:gd name="T30" fmla="*/ 9 w 91"/>
                  <a:gd name="T31" fmla="*/ 29 h 30"/>
                  <a:gd name="T32" fmla="*/ 13 w 91"/>
                  <a:gd name="T33" fmla="*/ 30 h 30"/>
                  <a:gd name="T34" fmla="*/ 16 w 91"/>
                  <a:gd name="T35" fmla="*/ 30 h 30"/>
                  <a:gd name="T36" fmla="*/ 76 w 91"/>
                  <a:gd name="T37" fmla="*/ 30 h 30"/>
                  <a:gd name="T38" fmla="*/ 78 w 91"/>
                  <a:gd name="T39" fmla="*/ 30 h 30"/>
                  <a:gd name="T40" fmla="*/ 81 w 91"/>
                  <a:gd name="T41" fmla="*/ 29 h 30"/>
                  <a:gd name="T42" fmla="*/ 83 w 91"/>
                  <a:gd name="T43" fmla="*/ 28 h 30"/>
                  <a:gd name="T44" fmla="*/ 87 w 91"/>
                  <a:gd name="T45" fmla="*/ 26 h 30"/>
                  <a:gd name="T46" fmla="*/ 88 w 91"/>
                  <a:gd name="T47" fmla="*/ 24 h 30"/>
                  <a:gd name="T48" fmla="*/ 90 w 91"/>
                  <a:gd name="T49" fmla="*/ 22 h 30"/>
                  <a:gd name="T50" fmla="*/ 90 w 91"/>
                  <a:gd name="T51" fmla="*/ 18 h 30"/>
                  <a:gd name="T52" fmla="*/ 91 w 91"/>
                  <a:gd name="T53" fmla="*/ 15 h 30"/>
                  <a:gd name="T54" fmla="*/ 90 w 91"/>
                  <a:gd name="T55" fmla="*/ 13 h 30"/>
                  <a:gd name="T56" fmla="*/ 90 w 91"/>
                  <a:gd name="T57" fmla="*/ 10 h 30"/>
                  <a:gd name="T58" fmla="*/ 88 w 91"/>
                  <a:gd name="T59" fmla="*/ 8 h 30"/>
                  <a:gd name="T60" fmla="*/ 87 w 91"/>
                  <a:gd name="T61" fmla="*/ 4 h 30"/>
                  <a:gd name="T62" fmla="*/ 83 w 91"/>
                  <a:gd name="T63" fmla="*/ 3 h 30"/>
                  <a:gd name="T64" fmla="*/ 81 w 91"/>
                  <a:gd name="T65" fmla="*/ 1 h 30"/>
                  <a:gd name="T66" fmla="*/ 78 w 91"/>
                  <a:gd name="T67" fmla="*/ 1 h 30"/>
                  <a:gd name="T68" fmla="*/ 76 w 91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1" h="30">
                    <a:moveTo>
                      <a:pt x="76" y="0"/>
                    </a:moveTo>
                    <a:lnTo>
                      <a:pt x="16" y="0"/>
                    </a:lnTo>
                    <a:lnTo>
                      <a:pt x="13" y="1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3" y="8"/>
                    </a:lnTo>
                    <a:lnTo>
                      <a:pt x="2" y="10"/>
                    </a:lnTo>
                    <a:lnTo>
                      <a:pt x="1" y="13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3" y="30"/>
                    </a:lnTo>
                    <a:lnTo>
                      <a:pt x="16" y="30"/>
                    </a:lnTo>
                    <a:lnTo>
                      <a:pt x="76" y="30"/>
                    </a:lnTo>
                    <a:lnTo>
                      <a:pt x="78" y="30"/>
                    </a:lnTo>
                    <a:lnTo>
                      <a:pt x="81" y="29"/>
                    </a:lnTo>
                    <a:lnTo>
                      <a:pt x="83" y="28"/>
                    </a:lnTo>
                    <a:lnTo>
                      <a:pt x="87" y="26"/>
                    </a:lnTo>
                    <a:lnTo>
                      <a:pt x="88" y="24"/>
                    </a:lnTo>
                    <a:lnTo>
                      <a:pt x="90" y="22"/>
                    </a:lnTo>
                    <a:lnTo>
                      <a:pt x="90" y="18"/>
                    </a:lnTo>
                    <a:lnTo>
                      <a:pt x="91" y="15"/>
                    </a:lnTo>
                    <a:lnTo>
                      <a:pt x="90" y="13"/>
                    </a:lnTo>
                    <a:lnTo>
                      <a:pt x="90" y="10"/>
                    </a:lnTo>
                    <a:lnTo>
                      <a:pt x="88" y="8"/>
                    </a:lnTo>
                    <a:lnTo>
                      <a:pt x="87" y="4"/>
                    </a:lnTo>
                    <a:lnTo>
                      <a:pt x="83" y="3"/>
                    </a:lnTo>
                    <a:lnTo>
                      <a:pt x="81" y="1"/>
                    </a:lnTo>
                    <a:lnTo>
                      <a:pt x="78" y="1"/>
                    </a:lnTo>
                    <a:lnTo>
                      <a:pt x="7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372">
                <a:extLst>
                  <a:ext uri="{FF2B5EF4-FFF2-40B4-BE49-F238E27FC236}">
                    <a16:creationId xmlns:a16="http://schemas.microsoft.com/office/drawing/2014/main" id="{2D5955D7-163F-35B1-E22A-4E54CA530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1113" y="1563688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10 w 90"/>
                  <a:gd name="T7" fmla="*/ 1 h 30"/>
                  <a:gd name="T8" fmla="*/ 6 w 90"/>
                  <a:gd name="T9" fmla="*/ 2 h 30"/>
                  <a:gd name="T10" fmla="*/ 4 w 90"/>
                  <a:gd name="T11" fmla="*/ 4 h 30"/>
                  <a:gd name="T12" fmla="*/ 2 w 90"/>
                  <a:gd name="T13" fmla="*/ 6 h 30"/>
                  <a:gd name="T14" fmla="*/ 1 w 90"/>
                  <a:gd name="T15" fmla="*/ 10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8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8 h 30"/>
                  <a:gd name="T30" fmla="*/ 10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2 w 90"/>
                  <a:gd name="T41" fmla="*/ 29 h 30"/>
                  <a:gd name="T42" fmla="*/ 84 w 90"/>
                  <a:gd name="T43" fmla="*/ 28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8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10 h 30"/>
                  <a:gd name="T58" fmla="*/ 88 w 90"/>
                  <a:gd name="T59" fmla="*/ 6 h 30"/>
                  <a:gd name="T60" fmla="*/ 86 w 90"/>
                  <a:gd name="T61" fmla="*/ 4 h 30"/>
                  <a:gd name="T62" fmla="*/ 84 w 90"/>
                  <a:gd name="T63" fmla="*/ 2 h 30"/>
                  <a:gd name="T64" fmla="*/ 82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2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8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10"/>
                    </a:lnTo>
                    <a:lnTo>
                      <a:pt x="88" y="6"/>
                    </a:lnTo>
                    <a:lnTo>
                      <a:pt x="86" y="4"/>
                    </a:lnTo>
                    <a:lnTo>
                      <a:pt x="84" y="2"/>
                    </a:lnTo>
                    <a:lnTo>
                      <a:pt x="82" y="1"/>
                    </a:lnTo>
                    <a:lnTo>
                      <a:pt x="78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373">
                <a:extLst>
                  <a:ext uri="{FF2B5EF4-FFF2-40B4-BE49-F238E27FC236}">
                    <a16:creationId xmlns:a16="http://schemas.microsoft.com/office/drawing/2014/main" id="{562C4E28-5A28-F66A-9BE3-ED56A0E45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1113" y="1592263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1 h 30"/>
                  <a:gd name="T6" fmla="*/ 10 w 90"/>
                  <a:gd name="T7" fmla="*/ 1 h 30"/>
                  <a:gd name="T8" fmla="*/ 6 w 90"/>
                  <a:gd name="T9" fmla="*/ 3 h 30"/>
                  <a:gd name="T10" fmla="*/ 4 w 90"/>
                  <a:gd name="T11" fmla="*/ 4 h 30"/>
                  <a:gd name="T12" fmla="*/ 2 w 90"/>
                  <a:gd name="T13" fmla="*/ 8 h 30"/>
                  <a:gd name="T14" fmla="*/ 1 w 90"/>
                  <a:gd name="T15" fmla="*/ 10 h 30"/>
                  <a:gd name="T16" fmla="*/ 0 w 90"/>
                  <a:gd name="T17" fmla="*/ 13 h 30"/>
                  <a:gd name="T18" fmla="*/ 0 w 90"/>
                  <a:gd name="T19" fmla="*/ 15 h 30"/>
                  <a:gd name="T20" fmla="*/ 0 w 90"/>
                  <a:gd name="T21" fmla="*/ 18 h 30"/>
                  <a:gd name="T22" fmla="*/ 1 w 90"/>
                  <a:gd name="T23" fmla="*/ 22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8 h 30"/>
                  <a:gd name="T30" fmla="*/ 10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2 w 90"/>
                  <a:gd name="T41" fmla="*/ 29 h 30"/>
                  <a:gd name="T42" fmla="*/ 84 w 90"/>
                  <a:gd name="T43" fmla="*/ 28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2 h 30"/>
                  <a:gd name="T50" fmla="*/ 90 w 90"/>
                  <a:gd name="T51" fmla="*/ 18 h 30"/>
                  <a:gd name="T52" fmla="*/ 90 w 90"/>
                  <a:gd name="T53" fmla="*/ 15 h 30"/>
                  <a:gd name="T54" fmla="*/ 90 w 90"/>
                  <a:gd name="T55" fmla="*/ 13 h 30"/>
                  <a:gd name="T56" fmla="*/ 89 w 90"/>
                  <a:gd name="T57" fmla="*/ 10 h 30"/>
                  <a:gd name="T58" fmla="*/ 88 w 90"/>
                  <a:gd name="T59" fmla="*/ 8 h 30"/>
                  <a:gd name="T60" fmla="*/ 86 w 90"/>
                  <a:gd name="T61" fmla="*/ 4 h 30"/>
                  <a:gd name="T62" fmla="*/ 84 w 90"/>
                  <a:gd name="T63" fmla="*/ 3 h 30"/>
                  <a:gd name="T64" fmla="*/ 82 w 90"/>
                  <a:gd name="T65" fmla="*/ 1 h 30"/>
                  <a:gd name="T66" fmla="*/ 78 w 90"/>
                  <a:gd name="T67" fmla="*/ 1 h 30"/>
                  <a:gd name="T68" fmla="*/ 75 w 9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2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2"/>
                    </a:lnTo>
                    <a:lnTo>
                      <a:pt x="90" y="18"/>
                    </a:lnTo>
                    <a:lnTo>
                      <a:pt x="90" y="15"/>
                    </a:lnTo>
                    <a:lnTo>
                      <a:pt x="90" y="13"/>
                    </a:lnTo>
                    <a:lnTo>
                      <a:pt x="89" y="10"/>
                    </a:lnTo>
                    <a:lnTo>
                      <a:pt x="88" y="8"/>
                    </a:lnTo>
                    <a:lnTo>
                      <a:pt x="86" y="4"/>
                    </a:lnTo>
                    <a:lnTo>
                      <a:pt x="84" y="3"/>
                    </a:lnTo>
                    <a:lnTo>
                      <a:pt x="82" y="1"/>
                    </a:lnTo>
                    <a:lnTo>
                      <a:pt x="78" y="1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374">
                <a:extLst>
                  <a:ext uri="{FF2B5EF4-FFF2-40B4-BE49-F238E27FC236}">
                    <a16:creationId xmlns:a16="http://schemas.microsoft.com/office/drawing/2014/main" id="{6F23E0A4-8AF1-BDD7-B1E6-D259B5C73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74138" y="1563688"/>
                <a:ext cx="28575" cy="9525"/>
              </a:xfrm>
              <a:custGeom>
                <a:avLst/>
                <a:gdLst>
                  <a:gd name="T0" fmla="*/ 15 w 90"/>
                  <a:gd name="T1" fmla="*/ 30 h 30"/>
                  <a:gd name="T2" fmla="*/ 75 w 90"/>
                  <a:gd name="T3" fmla="*/ 30 h 30"/>
                  <a:gd name="T4" fmla="*/ 79 w 90"/>
                  <a:gd name="T5" fmla="*/ 30 h 30"/>
                  <a:gd name="T6" fmla="*/ 81 w 90"/>
                  <a:gd name="T7" fmla="*/ 29 h 30"/>
                  <a:gd name="T8" fmla="*/ 84 w 90"/>
                  <a:gd name="T9" fmla="*/ 28 h 30"/>
                  <a:gd name="T10" fmla="*/ 86 w 90"/>
                  <a:gd name="T11" fmla="*/ 26 h 30"/>
                  <a:gd name="T12" fmla="*/ 87 w 90"/>
                  <a:gd name="T13" fmla="*/ 24 h 30"/>
                  <a:gd name="T14" fmla="*/ 89 w 90"/>
                  <a:gd name="T15" fmla="*/ 21 h 30"/>
                  <a:gd name="T16" fmla="*/ 89 w 90"/>
                  <a:gd name="T17" fmla="*/ 18 h 30"/>
                  <a:gd name="T18" fmla="*/ 90 w 90"/>
                  <a:gd name="T19" fmla="*/ 15 h 30"/>
                  <a:gd name="T20" fmla="*/ 89 w 90"/>
                  <a:gd name="T21" fmla="*/ 12 h 30"/>
                  <a:gd name="T22" fmla="*/ 89 w 90"/>
                  <a:gd name="T23" fmla="*/ 10 h 30"/>
                  <a:gd name="T24" fmla="*/ 87 w 90"/>
                  <a:gd name="T25" fmla="*/ 6 h 30"/>
                  <a:gd name="T26" fmla="*/ 86 w 90"/>
                  <a:gd name="T27" fmla="*/ 4 h 30"/>
                  <a:gd name="T28" fmla="*/ 84 w 90"/>
                  <a:gd name="T29" fmla="*/ 3 h 30"/>
                  <a:gd name="T30" fmla="*/ 81 w 90"/>
                  <a:gd name="T31" fmla="*/ 1 h 30"/>
                  <a:gd name="T32" fmla="*/ 79 w 90"/>
                  <a:gd name="T33" fmla="*/ 0 h 30"/>
                  <a:gd name="T34" fmla="*/ 75 w 90"/>
                  <a:gd name="T35" fmla="*/ 0 h 30"/>
                  <a:gd name="T36" fmla="*/ 15 w 90"/>
                  <a:gd name="T37" fmla="*/ 0 h 30"/>
                  <a:gd name="T38" fmla="*/ 12 w 90"/>
                  <a:gd name="T39" fmla="*/ 0 h 30"/>
                  <a:gd name="T40" fmla="*/ 9 w 90"/>
                  <a:gd name="T41" fmla="*/ 1 h 30"/>
                  <a:gd name="T42" fmla="*/ 7 w 90"/>
                  <a:gd name="T43" fmla="*/ 2 h 30"/>
                  <a:gd name="T44" fmla="*/ 5 w 90"/>
                  <a:gd name="T45" fmla="*/ 4 h 30"/>
                  <a:gd name="T46" fmla="*/ 2 w 90"/>
                  <a:gd name="T47" fmla="*/ 6 h 30"/>
                  <a:gd name="T48" fmla="*/ 1 w 90"/>
                  <a:gd name="T49" fmla="*/ 10 h 30"/>
                  <a:gd name="T50" fmla="*/ 0 w 90"/>
                  <a:gd name="T51" fmla="*/ 12 h 30"/>
                  <a:gd name="T52" fmla="*/ 0 w 90"/>
                  <a:gd name="T53" fmla="*/ 15 h 30"/>
                  <a:gd name="T54" fmla="*/ 0 w 90"/>
                  <a:gd name="T55" fmla="*/ 18 h 30"/>
                  <a:gd name="T56" fmla="*/ 1 w 90"/>
                  <a:gd name="T57" fmla="*/ 21 h 30"/>
                  <a:gd name="T58" fmla="*/ 2 w 90"/>
                  <a:gd name="T59" fmla="*/ 24 h 30"/>
                  <a:gd name="T60" fmla="*/ 5 w 90"/>
                  <a:gd name="T61" fmla="*/ 26 h 30"/>
                  <a:gd name="T62" fmla="*/ 7 w 90"/>
                  <a:gd name="T63" fmla="*/ 28 h 30"/>
                  <a:gd name="T64" fmla="*/ 9 w 90"/>
                  <a:gd name="T65" fmla="*/ 29 h 30"/>
                  <a:gd name="T66" fmla="*/ 12 w 90"/>
                  <a:gd name="T67" fmla="*/ 30 h 30"/>
                  <a:gd name="T68" fmla="*/ 15 w 90"/>
                  <a:gd name="T69" fmla="*/ 30 h 30"/>
                  <a:gd name="T70" fmla="*/ 15 w 9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15" y="30"/>
                    </a:moveTo>
                    <a:lnTo>
                      <a:pt x="75" y="30"/>
                    </a:lnTo>
                    <a:lnTo>
                      <a:pt x="79" y="30"/>
                    </a:lnTo>
                    <a:lnTo>
                      <a:pt x="81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7" y="24"/>
                    </a:lnTo>
                    <a:lnTo>
                      <a:pt x="89" y="21"/>
                    </a:lnTo>
                    <a:lnTo>
                      <a:pt x="89" y="18"/>
                    </a:lnTo>
                    <a:lnTo>
                      <a:pt x="90" y="15"/>
                    </a:lnTo>
                    <a:lnTo>
                      <a:pt x="89" y="12"/>
                    </a:lnTo>
                    <a:lnTo>
                      <a:pt x="89" y="10"/>
                    </a:lnTo>
                    <a:lnTo>
                      <a:pt x="87" y="6"/>
                    </a:lnTo>
                    <a:lnTo>
                      <a:pt x="86" y="4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9" y="0"/>
                    </a:lnTo>
                    <a:lnTo>
                      <a:pt x="7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5" y="4"/>
                    </a:lnTo>
                    <a:lnTo>
                      <a:pt x="2" y="6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375">
                <a:extLst>
                  <a:ext uri="{FF2B5EF4-FFF2-40B4-BE49-F238E27FC236}">
                    <a16:creationId xmlns:a16="http://schemas.microsoft.com/office/drawing/2014/main" id="{EE7E60BE-B653-7097-0F8D-A94D8192C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74138" y="1592263"/>
                <a:ext cx="28575" cy="9525"/>
              </a:xfrm>
              <a:custGeom>
                <a:avLst/>
                <a:gdLst>
                  <a:gd name="T0" fmla="*/ 15 w 90"/>
                  <a:gd name="T1" fmla="*/ 30 h 30"/>
                  <a:gd name="T2" fmla="*/ 75 w 90"/>
                  <a:gd name="T3" fmla="*/ 30 h 30"/>
                  <a:gd name="T4" fmla="*/ 79 w 90"/>
                  <a:gd name="T5" fmla="*/ 30 h 30"/>
                  <a:gd name="T6" fmla="*/ 81 w 90"/>
                  <a:gd name="T7" fmla="*/ 29 h 30"/>
                  <a:gd name="T8" fmla="*/ 84 w 90"/>
                  <a:gd name="T9" fmla="*/ 28 h 30"/>
                  <a:gd name="T10" fmla="*/ 86 w 90"/>
                  <a:gd name="T11" fmla="*/ 26 h 30"/>
                  <a:gd name="T12" fmla="*/ 87 w 90"/>
                  <a:gd name="T13" fmla="*/ 24 h 30"/>
                  <a:gd name="T14" fmla="*/ 89 w 90"/>
                  <a:gd name="T15" fmla="*/ 22 h 30"/>
                  <a:gd name="T16" fmla="*/ 89 w 90"/>
                  <a:gd name="T17" fmla="*/ 18 h 30"/>
                  <a:gd name="T18" fmla="*/ 90 w 90"/>
                  <a:gd name="T19" fmla="*/ 15 h 30"/>
                  <a:gd name="T20" fmla="*/ 89 w 90"/>
                  <a:gd name="T21" fmla="*/ 13 h 30"/>
                  <a:gd name="T22" fmla="*/ 89 w 90"/>
                  <a:gd name="T23" fmla="*/ 10 h 30"/>
                  <a:gd name="T24" fmla="*/ 87 w 90"/>
                  <a:gd name="T25" fmla="*/ 8 h 30"/>
                  <a:gd name="T26" fmla="*/ 86 w 90"/>
                  <a:gd name="T27" fmla="*/ 4 h 30"/>
                  <a:gd name="T28" fmla="*/ 84 w 90"/>
                  <a:gd name="T29" fmla="*/ 3 h 30"/>
                  <a:gd name="T30" fmla="*/ 81 w 90"/>
                  <a:gd name="T31" fmla="*/ 1 h 30"/>
                  <a:gd name="T32" fmla="*/ 79 w 90"/>
                  <a:gd name="T33" fmla="*/ 1 h 30"/>
                  <a:gd name="T34" fmla="*/ 75 w 90"/>
                  <a:gd name="T35" fmla="*/ 0 h 30"/>
                  <a:gd name="T36" fmla="*/ 15 w 90"/>
                  <a:gd name="T37" fmla="*/ 0 h 30"/>
                  <a:gd name="T38" fmla="*/ 12 w 90"/>
                  <a:gd name="T39" fmla="*/ 1 h 30"/>
                  <a:gd name="T40" fmla="*/ 9 w 90"/>
                  <a:gd name="T41" fmla="*/ 1 h 30"/>
                  <a:gd name="T42" fmla="*/ 7 w 90"/>
                  <a:gd name="T43" fmla="*/ 3 h 30"/>
                  <a:gd name="T44" fmla="*/ 5 w 90"/>
                  <a:gd name="T45" fmla="*/ 4 h 30"/>
                  <a:gd name="T46" fmla="*/ 2 w 90"/>
                  <a:gd name="T47" fmla="*/ 8 h 30"/>
                  <a:gd name="T48" fmla="*/ 1 w 90"/>
                  <a:gd name="T49" fmla="*/ 10 h 30"/>
                  <a:gd name="T50" fmla="*/ 0 w 90"/>
                  <a:gd name="T51" fmla="*/ 13 h 30"/>
                  <a:gd name="T52" fmla="*/ 0 w 90"/>
                  <a:gd name="T53" fmla="*/ 15 h 30"/>
                  <a:gd name="T54" fmla="*/ 0 w 90"/>
                  <a:gd name="T55" fmla="*/ 18 h 30"/>
                  <a:gd name="T56" fmla="*/ 1 w 90"/>
                  <a:gd name="T57" fmla="*/ 22 h 30"/>
                  <a:gd name="T58" fmla="*/ 2 w 90"/>
                  <a:gd name="T59" fmla="*/ 24 h 30"/>
                  <a:gd name="T60" fmla="*/ 5 w 90"/>
                  <a:gd name="T61" fmla="*/ 26 h 30"/>
                  <a:gd name="T62" fmla="*/ 7 w 90"/>
                  <a:gd name="T63" fmla="*/ 28 h 30"/>
                  <a:gd name="T64" fmla="*/ 9 w 90"/>
                  <a:gd name="T65" fmla="*/ 29 h 30"/>
                  <a:gd name="T66" fmla="*/ 12 w 90"/>
                  <a:gd name="T67" fmla="*/ 30 h 30"/>
                  <a:gd name="T68" fmla="*/ 15 w 90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0" h="30">
                    <a:moveTo>
                      <a:pt x="15" y="30"/>
                    </a:moveTo>
                    <a:lnTo>
                      <a:pt x="75" y="30"/>
                    </a:lnTo>
                    <a:lnTo>
                      <a:pt x="79" y="30"/>
                    </a:lnTo>
                    <a:lnTo>
                      <a:pt x="81" y="29"/>
                    </a:lnTo>
                    <a:lnTo>
                      <a:pt x="84" y="28"/>
                    </a:lnTo>
                    <a:lnTo>
                      <a:pt x="86" y="26"/>
                    </a:lnTo>
                    <a:lnTo>
                      <a:pt x="87" y="24"/>
                    </a:lnTo>
                    <a:lnTo>
                      <a:pt x="89" y="22"/>
                    </a:lnTo>
                    <a:lnTo>
                      <a:pt x="89" y="18"/>
                    </a:lnTo>
                    <a:lnTo>
                      <a:pt x="90" y="15"/>
                    </a:lnTo>
                    <a:lnTo>
                      <a:pt x="89" y="13"/>
                    </a:lnTo>
                    <a:lnTo>
                      <a:pt x="89" y="10"/>
                    </a:lnTo>
                    <a:lnTo>
                      <a:pt x="87" y="8"/>
                    </a:lnTo>
                    <a:lnTo>
                      <a:pt x="86" y="4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9" y="1"/>
                    </a:lnTo>
                    <a:lnTo>
                      <a:pt x="75" y="0"/>
                    </a:lnTo>
                    <a:lnTo>
                      <a:pt x="15" y="0"/>
                    </a:lnTo>
                    <a:lnTo>
                      <a:pt x="12" y="1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376">
                <a:extLst>
                  <a:ext uri="{FF2B5EF4-FFF2-40B4-BE49-F238E27FC236}">
                    <a16:creationId xmlns:a16="http://schemas.microsoft.com/office/drawing/2014/main" id="{7DD1C949-D0C6-C974-2910-5B1FF40ADF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43951" y="1401763"/>
                <a:ext cx="287338" cy="228600"/>
              </a:xfrm>
              <a:custGeom>
                <a:avLst/>
                <a:gdLst>
                  <a:gd name="T0" fmla="*/ 873 w 903"/>
                  <a:gd name="T1" fmla="*/ 692 h 722"/>
                  <a:gd name="T2" fmla="*/ 30 w 903"/>
                  <a:gd name="T3" fmla="*/ 692 h 722"/>
                  <a:gd name="T4" fmla="*/ 30 w 903"/>
                  <a:gd name="T5" fmla="*/ 394 h 722"/>
                  <a:gd name="T6" fmla="*/ 86 w 903"/>
                  <a:gd name="T7" fmla="*/ 30 h 722"/>
                  <a:gd name="T8" fmla="*/ 126 w 903"/>
                  <a:gd name="T9" fmla="*/ 30 h 722"/>
                  <a:gd name="T10" fmla="*/ 197 w 903"/>
                  <a:gd name="T11" fmla="*/ 397 h 722"/>
                  <a:gd name="T12" fmla="*/ 205 w 903"/>
                  <a:gd name="T13" fmla="*/ 442 h 722"/>
                  <a:gd name="T14" fmla="*/ 243 w 903"/>
                  <a:gd name="T15" fmla="*/ 417 h 722"/>
                  <a:gd name="T16" fmla="*/ 422 w 903"/>
                  <a:gd name="T17" fmla="*/ 297 h 722"/>
                  <a:gd name="T18" fmla="*/ 422 w 903"/>
                  <a:gd name="T19" fmla="*/ 392 h 722"/>
                  <a:gd name="T20" fmla="*/ 422 w 903"/>
                  <a:gd name="T21" fmla="*/ 448 h 722"/>
                  <a:gd name="T22" fmla="*/ 468 w 903"/>
                  <a:gd name="T23" fmla="*/ 417 h 722"/>
                  <a:gd name="T24" fmla="*/ 647 w 903"/>
                  <a:gd name="T25" fmla="*/ 297 h 722"/>
                  <a:gd name="T26" fmla="*/ 647 w 903"/>
                  <a:gd name="T27" fmla="*/ 392 h 722"/>
                  <a:gd name="T28" fmla="*/ 647 w 903"/>
                  <a:gd name="T29" fmla="*/ 448 h 722"/>
                  <a:gd name="T30" fmla="*/ 694 w 903"/>
                  <a:gd name="T31" fmla="*/ 417 h 722"/>
                  <a:gd name="T32" fmla="*/ 873 w 903"/>
                  <a:gd name="T33" fmla="*/ 297 h 722"/>
                  <a:gd name="T34" fmla="*/ 873 w 903"/>
                  <a:gd name="T35" fmla="*/ 692 h 722"/>
                  <a:gd name="T36" fmla="*/ 677 w 903"/>
                  <a:gd name="T37" fmla="*/ 392 h 722"/>
                  <a:gd name="T38" fmla="*/ 677 w 903"/>
                  <a:gd name="T39" fmla="*/ 241 h 722"/>
                  <a:gd name="T40" fmla="*/ 452 w 903"/>
                  <a:gd name="T41" fmla="*/ 392 h 722"/>
                  <a:gd name="T42" fmla="*/ 452 w 903"/>
                  <a:gd name="T43" fmla="*/ 241 h 722"/>
                  <a:gd name="T44" fmla="*/ 226 w 903"/>
                  <a:gd name="T45" fmla="*/ 392 h 722"/>
                  <a:gd name="T46" fmla="*/ 151 w 903"/>
                  <a:gd name="T47" fmla="*/ 0 h 722"/>
                  <a:gd name="T48" fmla="*/ 60 w 903"/>
                  <a:gd name="T49" fmla="*/ 0 h 722"/>
                  <a:gd name="T50" fmla="*/ 0 w 903"/>
                  <a:gd name="T51" fmla="*/ 392 h 722"/>
                  <a:gd name="T52" fmla="*/ 0 w 903"/>
                  <a:gd name="T53" fmla="*/ 722 h 722"/>
                  <a:gd name="T54" fmla="*/ 903 w 903"/>
                  <a:gd name="T55" fmla="*/ 722 h 722"/>
                  <a:gd name="T56" fmla="*/ 903 w 903"/>
                  <a:gd name="T57" fmla="*/ 241 h 722"/>
                  <a:gd name="T58" fmla="*/ 677 w 903"/>
                  <a:gd name="T59" fmla="*/ 392 h 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03" h="722">
                    <a:moveTo>
                      <a:pt x="873" y="692"/>
                    </a:moveTo>
                    <a:lnTo>
                      <a:pt x="30" y="692"/>
                    </a:lnTo>
                    <a:lnTo>
                      <a:pt x="30" y="394"/>
                    </a:lnTo>
                    <a:lnTo>
                      <a:pt x="86" y="30"/>
                    </a:lnTo>
                    <a:lnTo>
                      <a:pt x="126" y="30"/>
                    </a:lnTo>
                    <a:lnTo>
                      <a:pt x="197" y="397"/>
                    </a:lnTo>
                    <a:lnTo>
                      <a:pt x="205" y="442"/>
                    </a:lnTo>
                    <a:lnTo>
                      <a:pt x="243" y="417"/>
                    </a:lnTo>
                    <a:lnTo>
                      <a:pt x="422" y="297"/>
                    </a:lnTo>
                    <a:lnTo>
                      <a:pt x="422" y="392"/>
                    </a:lnTo>
                    <a:lnTo>
                      <a:pt x="422" y="448"/>
                    </a:lnTo>
                    <a:lnTo>
                      <a:pt x="468" y="417"/>
                    </a:lnTo>
                    <a:lnTo>
                      <a:pt x="647" y="297"/>
                    </a:lnTo>
                    <a:lnTo>
                      <a:pt x="647" y="392"/>
                    </a:lnTo>
                    <a:lnTo>
                      <a:pt x="647" y="448"/>
                    </a:lnTo>
                    <a:lnTo>
                      <a:pt x="694" y="417"/>
                    </a:lnTo>
                    <a:lnTo>
                      <a:pt x="873" y="297"/>
                    </a:lnTo>
                    <a:lnTo>
                      <a:pt x="873" y="692"/>
                    </a:lnTo>
                    <a:close/>
                    <a:moveTo>
                      <a:pt x="677" y="392"/>
                    </a:moveTo>
                    <a:lnTo>
                      <a:pt x="677" y="241"/>
                    </a:lnTo>
                    <a:lnTo>
                      <a:pt x="452" y="392"/>
                    </a:lnTo>
                    <a:lnTo>
                      <a:pt x="452" y="241"/>
                    </a:lnTo>
                    <a:lnTo>
                      <a:pt x="226" y="392"/>
                    </a:lnTo>
                    <a:lnTo>
                      <a:pt x="151" y="0"/>
                    </a:lnTo>
                    <a:lnTo>
                      <a:pt x="60" y="0"/>
                    </a:lnTo>
                    <a:lnTo>
                      <a:pt x="0" y="392"/>
                    </a:lnTo>
                    <a:lnTo>
                      <a:pt x="0" y="722"/>
                    </a:lnTo>
                    <a:lnTo>
                      <a:pt x="903" y="722"/>
                    </a:lnTo>
                    <a:lnTo>
                      <a:pt x="903" y="241"/>
                    </a:lnTo>
                    <a:lnTo>
                      <a:pt x="677" y="39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27EEBD7-AC93-40A7-39C9-3D62C8A7103A}"/>
                </a:ext>
              </a:extLst>
            </p:cNvPr>
            <p:cNvGrpSpPr/>
            <p:nvPr/>
          </p:nvGrpSpPr>
          <p:grpSpPr>
            <a:xfrm>
              <a:off x="10135509" y="3584466"/>
              <a:ext cx="640965" cy="555976"/>
              <a:chOff x="8736013" y="2536825"/>
              <a:chExt cx="287338" cy="249238"/>
            </a:xfrm>
            <a:solidFill>
              <a:schemeClr val="accent3"/>
            </a:solidFill>
          </p:grpSpPr>
          <p:sp>
            <p:nvSpPr>
              <p:cNvPr id="48" name="Freeform 219">
                <a:extLst>
                  <a:ext uri="{FF2B5EF4-FFF2-40B4-BE49-F238E27FC236}">
                    <a16:creationId xmlns:a16="http://schemas.microsoft.com/office/drawing/2014/main" id="{AAC41E20-A3FD-A2DE-5D29-6B403FC8FF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93163" y="2632075"/>
                <a:ext cx="230188" cy="153988"/>
              </a:xfrm>
              <a:custGeom>
                <a:avLst/>
                <a:gdLst>
                  <a:gd name="T0" fmla="*/ 621 w 722"/>
                  <a:gd name="T1" fmla="*/ 368 h 481"/>
                  <a:gd name="T2" fmla="*/ 588 w 722"/>
                  <a:gd name="T3" fmla="*/ 338 h 481"/>
                  <a:gd name="T4" fmla="*/ 557 w 722"/>
                  <a:gd name="T5" fmla="*/ 331 h 481"/>
                  <a:gd name="T6" fmla="*/ 525 w 722"/>
                  <a:gd name="T7" fmla="*/ 338 h 481"/>
                  <a:gd name="T8" fmla="*/ 493 w 722"/>
                  <a:gd name="T9" fmla="*/ 368 h 481"/>
                  <a:gd name="T10" fmla="*/ 451 w 722"/>
                  <a:gd name="T11" fmla="*/ 391 h 481"/>
                  <a:gd name="T12" fmla="*/ 557 w 722"/>
                  <a:gd name="T13" fmla="*/ 451 h 481"/>
                  <a:gd name="T14" fmla="*/ 520 w 722"/>
                  <a:gd name="T15" fmla="*/ 432 h 481"/>
                  <a:gd name="T16" fmla="*/ 515 w 722"/>
                  <a:gd name="T17" fmla="*/ 389 h 481"/>
                  <a:gd name="T18" fmla="*/ 547 w 722"/>
                  <a:gd name="T19" fmla="*/ 362 h 481"/>
                  <a:gd name="T20" fmla="*/ 588 w 722"/>
                  <a:gd name="T21" fmla="*/ 374 h 481"/>
                  <a:gd name="T22" fmla="*/ 601 w 722"/>
                  <a:gd name="T23" fmla="*/ 415 h 481"/>
                  <a:gd name="T24" fmla="*/ 574 w 722"/>
                  <a:gd name="T25" fmla="*/ 448 h 481"/>
                  <a:gd name="T26" fmla="*/ 451 w 722"/>
                  <a:gd name="T27" fmla="*/ 241 h 481"/>
                  <a:gd name="T28" fmla="*/ 163 w 722"/>
                  <a:gd name="T29" fmla="*/ 448 h 481"/>
                  <a:gd name="T30" fmla="*/ 136 w 722"/>
                  <a:gd name="T31" fmla="*/ 415 h 481"/>
                  <a:gd name="T32" fmla="*/ 149 w 722"/>
                  <a:gd name="T33" fmla="*/ 374 h 481"/>
                  <a:gd name="T34" fmla="*/ 190 w 722"/>
                  <a:gd name="T35" fmla="*/ 362 h 481"/>
                  <a:gd name="T36" fmla="*/ 222 w 722"/>
                  <a:gd name="T37" fmla="*/ 389 h 481"/>
                  <a:gd name="T38" fmla="*/ 219 w 722"/>
                  <a:gd name="T39" fmla="*/ 431 h 481"/>
                  <a:gd name="T40" fmla="*/ 181 w 722"/>
                  <a:gd name="T41" fmla="*/ 451 h 481"/>
                  <a:gd name="T42" fmla="*/ 565 w 722"/>
                  <a:gd name="T43" fmla="*/ 94 h 481"/>
                  <a:gd name="T44" fmla="*/ 451 w 722"/>
                  <a:gd name="T45" fmla="*/ 15 h 481"/>
                  <a:gd name="T46" fmla="*/ 445 w 722"/>
                  <a:gd name="T47" fmla="*/ 3 h 481"/>
                  <a:gd name="T48" fmla="*/ 253 w 722"/>
                  <a:gd name="T49" fmla="*/ 0 h 481"/>
                  <a:gd name="T50" fmla="*/ 242 w 722"/>
                  <a:gd name="T51" fmla="*/ 10 h 481"/>
                  <a:gd name="T52" fmla="*/ 243 w 722"/>
                  <a:gd name="T53" fmla="*/ 24 h 481"/>
                  <a:gd name="T54" fmla="*/ 256 w 722"/>
                  <a:gd name="T55" fmla="*/ 30 h 481"/>
                  <a:gd name="T56" fmla="*/ 251 w 722"/>
                  <a:gd name="T57" fmla="*/ 378 h 481"/>
                  <a:gd name="T58" fmla="*/ 224 w 722"/>
                  <a:gd name="T59" fmla="*/ 344 h 481"/>
                  <a:gd name="T60" fmla="*/ 194 w 722"/>
                  <a:gd name="T61" fmla="*/ 332 h 481"/>
                  <a:gd name="T62" fmla="*/ 161 w 722"/>
                  <a:gd name="T63" fmla="*/ 334 h 481"/>
                  <a:gd name="T64" fmla="*/ 133 w 722"/>
                  <a:gd name="T65" fmla="*/ 349 h 481"/>
                  <a:gd name="T66" fmla="*/ 108 w 722"/>
                  <a:gd name="T67" fmla="*/ 385 h 481"/>
                  <a:gd name="T68" fmla="*/ 29 w 722"/>
                  <a:gd name="T69" fmla="*/ 115 h 481"/>
                  <a:gd name="T70" fmla="*/ 18 w 722"/>
                  <a:gd name="T71" fmla="*/ 106 h 481"/>
                  <a:gd name="T72" fmla="*/ 4 w 722"/>
                  <a:gd name="T73" fmla="*/ 110 h 481"/>
                  <a:gd name="T74" fmla="*/ 0 w 722"/>
                  <a:gd name="T75" fmla="*/ 406 h 481"/>
                  <a:gd name="T76" fmla="*/ 6 w 722"/>
                  <a:gd name="T77" fmla="*/ 419 h 481"/>
                  <a:gd name="T78" fmla="*/ 108 w 722"/>
                  <a:gd name="T79" fmla="*/ 428 h 481"/>
                  <a:gd name="T80" fmla="*/ 133 w 722"/>
                  <a:gd name="T81" fmla="*/ 464 h 481"/>
                  <a:gd name="T82" fmla="*/ 161 w 722"/>
                  <a:gd name="T83" fmla="*/ 479 h 481"/>
                  <a:gd name="T84" fmla="*/ 194 w 722"/>
                  <a:gd name="T85" fmla="*/ 480 h 481"/>
                  <a:gd name="T86" fmla="*/ 224 w 722"/>
                  <a:gd name="T87" fmla="*/ 468 h 481"/>
                  <a:gd name="T88" fmla="*/ 251 w 722"/>
                  <a:gd name="T89" fmla="*/ 434 h 481"/>
                  <a:gd name="T90" fmla="*/ 484 w 722"/>
                  <a:gd name="T91" fmla="*/ 428 h 481"/>
                  <a:gd name="T92" fmla="*/ 509 w 722"/>
                  <a:gd name="T93" fmla="*/ 464 h 481"/>
                  <a:gd name="T94" fmla="*/ 537 w 722"/>
                  <a:gd name="T95" fmla="*/ 479 h 481"/>
                  <a:gd name="T96" fmla="*/ 570 w 722"/>
                  <a:gd name="T97" fmla="*/ 480 h 481"/>
                  <a:gd name="T98" fmla="*/ 599 w 722"/>
                  <a:gd name="T99" fmla="*/ 468 h 481"/>
                  <a:gd name="T100" fmla="*/ 627 w 722"/>
                  <a:gd name="T101" fmla="*/ 434 h 481"/>
                  <a:gd name="T102" fmla="*/ 712 w 722"/>
                  <a:gd name="T103" fmla="*/ 420 h 481"/>
                  <a:gd name="T104" fmla="*/ 722 w 722"/>
                  <a:gd name="T105" fmla="*/ 410 h 481"/>
                  <a:gd name="T106" fmla="*/ 721 w 722"/>
                  <a:gd name="T107" fmla="*/ 25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2" h="481">
                    <a:moveTo>
                      <a:pt x="630" y="391"/>
                    </a:moveTo>
                    <a:lnTo>
                      <a:pt x="629" y="385"/>
                    </a:lnTo>
                    <a:lnTo>
                      <a:pt x="627" y="378"/>
                    </a:lnTo>
                    <a:lnTo>
                      <a:pt x="623" y="373"/>
                    </a:lnTo>
                    <a:lnTo>
                      <a:pt x="621" y="368"/>
                    </a:lnTo>
                    <a:lnTo>
                      <a:pt x="614" y="357"/>
                    </a:lnTo>
                    <a:lnTo>
                      <a:pt x="604" y="349"/>
                    </a:lnTo>
                    <a:lnTo>
                      <a:pt x="599" y="344"/>
                    </a:lnTo>
                    <a:lnTo>
                      <a:pt x="593" y="341"/>
                    </a:lnTo>
                    <a:lnTo>
                      <a:pt x="588" y="338"/>
                    </a:lnTo>
                    <a:lnTo>
                      <a:pt x="583" y="336"/>
                    </a:lnTo>
                    <a:lnTo>
                      <a:pt x="576" y="334"/>
                    </a:lnTo>
                    <a:lnTo>
                      <a:pt x="570" y="332"/>
                    </a:lnTo>
                    <a:lnTo>
                      <a:pt x="563" y="331"/>
                    </a:lnTo>
                    <a:lnTo>
                      <a:pt x="557" y="331"/>
                    </a:lnTo>
                    <a:lnTo>
                      <a:pt x="550" y="331"/>
                    </a:lnTo>
                    <a:lnTo>
                      <a:pt x="543" y="332"/>
                    </a:lnTo>
                    <a:lnTo>
                      <a:pt x="537" y="334"/>
                    </a:lnTo>
                    <a:lnTo>
                      <a:pt x="530" y="336"/>
                    </a:lnTo>
                    <a:lnTo>
                      <a:pt x="525" y="338"/>
                    </a:lnTo>
                    <a:lnTo>
                      <a:pt x="520" y="341"/>
                    </a:lnTo>
                    <a:lnTo>
                      <a:pt x="514" y="344"/>
                    </a:lnTo>
                    <a:lnTo>
                      <a:pt x="509" y="349"/>
                    </a:lnTo>
                    <a:lnTo>
                      <a:pt x="499" y="357"/>
                    </a:lnTo>
                    <a:lnTo>
                      <a:pt x="493" y="368"/>
                    </a:lnTo>
                    <a:lnTo>
                      <a:pt x="490" y="373"/>
                    </a:lnTo>
                    <a:lnTo>
                      <a:pt x="486" y="378"/>
                    </a:lnTo>
                    <a:lnTo>
                      <a:pt x="484" y="385"/>
                    </a:lnTo>
                    <a:lnTo>
                      <a:pt x="483" y="391"/>
                    </a:lnTo>
                    <a:lnTo>
                      <a:pt x="451" y="391"/>
                    </a:lnTo>
                    <a:lnTo>
                      <a:pt x="451" y="271"/>
                    </a:lnTo>
                    <a:lnTo>
                      <a:pt x="692" y="271"/>
                    </a:lnTo>
                    <a:lnTo>
                      <a:pt x="692" y="391"/>
                    </a:lnTo>
                    <a:lnTo>
                      <a:pt x="630" y="391"/>
                    </a:lnTo>
                    <a:close/>
                    <a:moveTo>
                      <a:pt x="557" y="451"/>
                    </a:moveTo>
                    <a:lnTo>
                      <a:pt x="547" y="450"/>
                    </a:lnTo>
                    <a:lnTo>
                      <a:pt x="539" y="448"/>
                    </a:lnTo>
                    <a:lnTo>
                      <a:pt x="531" y="444"/>
                    </a:lnTo>
                    <a:lnTo>
                      <a:pt x="525" y="438"/>
                    </a:lnTo>
                    <a:lnTo>
                      <a:pt x="520" y="432"/>
                    </a:lnTo>
                    <a:lnTo>
                      <a:pt x="515" y="423"/>
                    </a:lnTo>
                    <a:lnTo>
                      <a:pt x="512" y="415"/>
                    </a:lnTo>
                    <a:lnTo>
                      <a:pt x="511" y="406"/>
                    </a:lnTo>
                    <a:lnTo>
                      <a:pt x="512" y="398"/>
                    </a:lnTo>
                    <a:lnTo>
                      <a:pt x="515" y="389"/>
                    </a:lnTo>
                    <a:lnTo>
                      <a:pt x="520" y="381"/>
                    </a:lnTo>
                    <a:lnTo>
                      <a:pt x="525" y="374"/>
                    </a:lnTo>
                    <a:lnTo>
                      <a:pt x="531" y="369"/>
                    </a:lnTo>
                    <a:lnTo>
                      <a:pt x="539" y="365"/>
                    </a:lnTo>
                    <a:lnTo>
                      <a:pt x="547" y="362"/>
                    </a:lnTo>
                    <a:lnTo>
                      <a:pt x="557" y="361"/>
                    </a:lnTo>
                    <a:lnTo>
                      <a:pt x="566" y="362"/>
                    </a:lnTo>
                    <a:lnTo>
                      <a:pt x="574" y="365"/>
                    </a:lnTo>
                    <a:lnTo>
                      <a:pt x="582" y="369"/>
                    </a:lnTo>
                    <a:lnTo>
                      <a:pt x="588" y="374"/>
                    </a:lnTo>
                    <a:lnTo>
                      <a:pt x="593" y="381"/>
                    </a:lnTo>
                    <a:lnTo>
                      <a:pt x="598" y="389"/>
                    </a:lnTo>
                    <a:lnTo>
                      <a:pt x="601" y="398"/>
                    </a:lnTo>
                    <a:lnTo>
                      <a:pt x="602" y="406"/>
                    </a:lnTo>
                    <a:lnTo>
                      <a:pt x="601" y="415"/>
                    </a:lnTo>
                    <a:lnTo>
                      <a:pt x="598" y="423"/>
                    </a:lnTo>
                    <a:lnTo>
                      <a:pt x="593" y="431"/>
                    </a:lnTo>
                    <a:lnTo>
                      <a:pt x="588" y="438"/>
                    </a:lnTo>
                    <a:lnTo>
                      <a:pt x="582" y="444"/>
                    </a:lnTo>
                    <a:lnTo>
                      <a:pt x="574" y="448"/>
                    </a:lnTo>
                    <a:lnTo>
                      <a:pt x="566" y="450"/>
                    </a:lnTo>
                    <a:lnTo>
                      <a:pt x="557" y="451"/>
                    </a:lnTo>
                    <a:close/>
                    <a:moveTo>
                      <a:pt x="551" y="120"/>
                    </a:moveTo>
                    <a:lnTo>
                      <a:pt x="671" y="241"/>
                    </a:lnTo>
                    <a:lnTo>
                      <a:pt x="451" y="241"/>
                    </a:lnTo>
                    <a:lnTo>
                      <a:pt x="451" y="120"/>
                    </a:lnTo>
                    <a:lnTo>
                      <a:pt x="551" y="120"/>
                    </a:lnTo>
                    <a:close/>
                    <a:moveTo>
                      <a:pt x="181" y="451"/>
                    </a:moveTo>
                    <a:lnTo>
                      <a:pt x="171" y="450"/>
                    </a:lnTo>
                    <a:lnTo>
                      <a:pt x="163" y="448"/>
                    </a:lnTo>
                    <a:lnTo>
                      <a:pt x="155" y="444"/>
                    </a:lnTo>
                    <a:lnTo>
                      <a:pt x="149" y="438"/>
                    </a:lnTo>
                    <a:lnTo>
                      <a:pt x="144" y="432"/>
                    </a:lnTo>
                    <a:lnTo>
                      <a:pt x="139" y="423"/>
                    </a:lnTo>
                    <a:lnTo>
                      <a:pt x="136" y="415"/>
                    </a:lnTo>
                    <a:lnTo>
                      <a:pt x="136" y="406"/>
                    </a:lnTo>
                    <a:lnTo>
                      <a:pt x="136" y="398"/>
                    </a:lnTo>
                    <a:lnTo>
                      <a:pt x="139" y="389"/>
                    </a:lnTo>
                    <a:lnTo>
                      <a:pt x="144" y="381"/>
                    </a:lnTo>
                    <a:lnTo>
                      <a:pt x="149" y="374"/>
                    </a:lnTo>
                    <a:lnTo>
                      <a:pt x="155" y="369"/>
                    </a:lnTo>
                    <a:lnTo>
                      <a:pt x="163" y="365"/>
                    </a:lnTo>
                    <a:lnTo>
                      <a:pt x="171" y="362"/>
                    </a:lnTo>
                    <a:lnTo>
                      <a:pt x="181" y="361"/>
                    </a:lnTo>
                    <a:lnTo>
                      <a:pt x="190" y="362"/>
                    </a:lnTo>
                    <a:lnTo>
                      <a:pt x="198" y="365"/>
                    </a:lnTo>
                    <a:lnTo>
                      <a:pt x="206" y="369"/>
                    </a:lnTo>
                    <a:lnTo>
                      <a:pt x="212" y="374"/>
                    </a:lnTo>
                    <a:lnTo>
                      <a:pt x="219" y="381"/>
                    </a:lnTo>
                    <a:lnTo>
                      <a:pt x="222" y="389"/>
                    </a:lnTo>
                    <a:lnTo>
                      <a:pt x="225" y="398"/>
                    </a:lnTo>
                    <a:lnTo>
                      <a:pt x="226" y="406"/>
                    </a:lnTo>
                    <a:lnTo>
                      <a:pt x="225" y="415"/>
                    </a:lnTo>
                    <a:lnTo>
                      <a:pt x="222" y="423"/>
                    </a:lnTo>
                    <a:lnTo>
                      <a:pt x="219" y="431"/>
                    </a:lnTo>
                    <a:lnTo>
                      <a:pt x="212" y="438"/>
                    </a:lnTo>
                    <a:lnTo>
                      <a:pt x="206" y="444"/>
                    </a:lnTo>
                    <a:lnTo>
                      <a:pt x="198" y="448"/>
                    </a:lnTo>
                    <a:lnTo>
                      <a:pt x="190" y="450"/>
                    </a:lnTo>
                    <a:lnTo>
                      <a:pt x="181" y="451"/>
                    </a:lnTo>
                    <a:close/>
                    <a:moveTo>
                      <a:pt x="721" y="250"/>
                    </a:moveTo>
                    <a:lnTo>
                      <a:pt x="720" y="248"/>
                    </a:lnTo>
                    <a:lnTo>
                      <a:pt x="718" y="246"/>
                    </a:lnTo>
                    <a:lnTo>
                      <a:pt x="568" y="95"/>
                    </a:lnTo>
                    <a:lnTo>
                      <a:pt x="565" y="94"/>
                    </a:lnTo>
                    <a:lnTo>
                      <a:pt x="562" y="91"/>
                    </a:lnTo>
                    <a:lnTo>
                      <a:pt x="559" y="91"/>
                    </a:lnTo>
                    <a:lnTo>
                      <a:pt x="557" y="90"/>
                    </a:lnTo>
                    <a:lnTo>
                      <a:pt x="451" y="90"/>
                    </a:lnTo>
                    <a:lnTo>
                      <a:pt x="451" y="15"/>
                    </a:lnTo>
                    <a:lnTo>
                      <a:pt x="451" y="12"/>
                    </a:lnTo>
                    <a:lnTo>
                      <a:pt x="450" y="10"/>
                    </a:lnTo>
                    <a:lnTo>
                      <a:pt x="449" y="7"/>
                    </a:lnTo>
                    <a:lnTo>
                      <a:pt x="447" y="5"/>
                    </a:lnTo>
                    <a:lnTo>
                      <a:pt x="445" y="3"/>
                    </a:lnTo>
                    <a:lnTo>
                      <a:pt x="442" y="1"/>
                    </a:lnTo>
                    <a:lnTo>
                      <a:pt x="439" y="0"/>
                    </a:lnTo>
                    <a:lnTo>
                      <a:pt x="436" y="0"/>
                    </a:lnTo>
                    <a:lnTo>
                      <a:pt x="256" y="0"/>
                    </a:lnTo>
                    <a:lnTo>
                      <a:pt x="253" y="0"/>
                    </a:lnTo>
                    <a:lnTo>
                      <a:pt x="250" y="1"/>
                    </a:lnTo>
                    <a:lnTo>
                      <a:pt x="247" y="3"/>
                    </a:lnTo>
                    <a:lnTo>
                      <a:pt x="245" y="5"/>
                    </a:lnTo>
                    <a:lnTo>
                      <a:pt x="243" y="7"/>
                    </a:lnTo>
                    <a:lnTo>
                      <a:pt x="242" y="10"/>
                    </a:lnTo>
                    <a:lnTo>
                      <a:pt x="241" y="12"/>
                    </a:lnTo>
                    <a:lnTo>
                      <a:pt x="241" y="15"/>
                    </a:lnTo>
                    <a:lnTo>
                      <a:pt x="241" y="19"/>
                    </a:lnTo>
                    <a:lnTo>
                      <a:pt x="242" y="22"/>
                    </a:lnTo>
                    <a:lnTo>
                      <a:pt x="243" y="24"/>
                    </a:lnTo>
                    <a:lnTo>
                      <a:pt x="245" y="26"/>
                    </a:lnTo>
                    <a:lnTo>
                      <a:pt x="247" y="28"/>
                    </a:lnTo>
                    <a:lnTo>
                      <a:pt x="250" y="29"/>
                    </a:lnTo>
                    <a:lnTo>
                      <a:pt x="253" y="30"/>
                    </a:lnTo>
                    <a:lnTo>
                      <a:pt x="256" y="30"/>
                    </a:lnTo>
                    <a:lnTo>
                      <a:pt x="421" y="30"/>
                    </a:lnTo>
                    <a:lnTo>
                      <a:pt x="421" y="391"/>
                    </a:lnTo>
                    <a:lnTo>
                      <a:pt x="254" y="391"/>
                    </a:lnTo>
                    <a:lnTo>
                      <a:pt x="253" y="385"/>
                    </a:lnTo>
                    <a:lnTo>
                      <a:pt x="251" y="378"/>
                    </a:lnTo>
                    <a:lnTo>
                      <a:pt x="249" y="373"/>
                    </a:lnTo>
                    <a:lnTo>
                      <a:pt x="245" y="368"/>
                    </a:lnTo>
                    <a:lnTo>
                      <a:pt x="238" y="357"/>
                    </a:lnTo>
                    <a:lnTo>
                      <a:pt x="228" y="349"/>
                    </a:lnTo>
                    <a:lnTo>
                      <a:pt x="224" y="344"/>
                    </a:lnTo>
                    <a:lnTo>
                      <a:pt x="219" y="341"/>
                    </a:lnTo>
                    <a:lnTo>
                      <a:pt x="212" y="338"/>
                    </a:lnTo>
                    <a:lnTo>
                      <a:pt x="207" y="336"/>
                    </a:lnTo>
                    <a:lnTo>
                      <a:pt x="200" y="334"/>
                    </a:lnTo>
                    <a:lnTo>
                      <a:pt x="194" y="332"/>
                    </a:lnTo>
                    <a:lnTo>
                      <a:pt x="187" y="331"/>
                    </a:lnTo>
                    <a:lnTo>
                      <a:pt x="181" y="331"/>
                    </a:lnTo>
                    <a:lnTo>
                      <a:pt x="174" y="331"/>
                    </a:lnTo>
                    <a:lnTo>
                      <a:pt x="167" y="332"/>
                    </a:lnTo>
                    <a:lnTo>
                      <a:pt x="161" y="334"/>
                    </a:lnTo>
                    <a:lnTo>
                      <a:pt x="155" y="336"/>
                    </a:lnTo>
                    <a:lnTo>
                      <a:pt x="149" y="338"/>
                    </a:lnTo>
                    <a:lnTo>
                      <a:pt x="144" y="341"/>
                    </a:lnTo>
                    <a:lnTo>
                      <a:pt x="138" y="344"/>
                    </a:lnTo>
                    <a:lnTo>
                      <a:pt x="133" y="349"/>
                    </a:lnTo>
                    <a:lnTo>
                      <a:pt x="124" y="357"/>
                    </a:lnTo>
                    <a:lnTo>
                      <a:pt x="117" y="368"/>
                    </a:lnTo>
                    <a:lnTo>
                      <a:pt x="114" y="373"/>
                    </a:lnTo>
                    <a:lnTo>
                      <a:pt x="110" y="378"/>
                    </a:lnTo>
                    <a:lnTo>
                      <a:pt x="108" y="385"/>
                    </a:lnTo>
                    <a:lnTo>
                      <a:pt x="107" y="391"/>
                    </a:lnTo>
                    <a:lnTo>
                      <a:pt x="30" y="391"/>
                    </a:lnTo>
                    <a:lnTo>
                      <a:pt x="30" y="120"/>
                    </a:lnTo>
                    <a:lnTo>
                      <a:pt x="30" y="117"/>
                    </a:lnTo>
                    <a:lnTo>
                      <a:pt x="29" y="115"/>
                    </a:lnTo>
                    <a:lnTo>
                      <a:pt x="28" y="112"/>
                    </a:lnTo>
                    <a:lnTo>
                      <a:pt x="26" y="110"/>
                    </a:lnTo>
                    <a:lnTo>
                      <a:pt x="24" y="109"/>
                    </a:lnTo>
                    <a:lnTo>
                      <a:pt x="21" y="106"/>
                    </a:lnTo>
                    <a:lnTo>
                      <a:pt x="18" y="106"/>
                    </a:lnTo>
                    <a:lnTo>
                      <a:pt x="15" y="105"/>
                    </a:lnTo>
                    <a:lnTo>
                      <a:pt x="12" y="106"/>
                    </a:lnTo>
                    <a:lnTo>
                      <a:pt x="10" y="106"/>
                    </a:lnTo>
                    <a:lnTo>
                      <a:pt x="6" y="109"/>
                    </a:lnTo>
                    <a:lnTo>
                      <a:pt x="4" y="110"/>
                    </a:lnTo>
                    <a:lnTo>
                      <a:pt x="3" y="112"/>
                    </a:lnTo>
                    <a:lnTo>
                      <a:pt x="1" y="115"/>
                    </a:lnTo>
                    <a:lnTo>
                      <a:pt x="1" y="117"/>
                    </a:lnTo>
                    <a:lnTo>
                      <a:pt x="0" y="120"/>
                    </a:lnTo>
                    <a:lnTo>
                      <a:pt x="0" y="406"/>
                    </a:lnTo>
                    <a:lnTo>
                      <a:pt x="1" y="410"/>
                    </a:lnTo>
                    <a:lnTo>
                      <a:pt x="1" y="412"/>
                    </a:lnTo>
                    <a:lnTo>
                      <a:pt x="3" y="415"/>
                    </a:lnTo>
                    <a:lnTo>
                      <a:pt x="4" y="417"/>
                    </a:lnTo>
                    <a:lnTo>
                      <a:pt x="6" y="419"/>
                    </a:lnTo>
                    <a:lnTo>
                      <a:pt x="10" y="420"/>
                    </a:lnTo>
                    <a:lnTo>
                      <a:pt x="12" y="421"/>
                    </a:lnTo>
                    <a:lnTo>
                      <a:pt x="15" y="421"/>
                    </a:lnTo>
                    <a:lnTo>
                      <a:pt x="107" y="421"/>
                    </a:lnTo>
                    <a:lnTo>
                      <a:pt x="108" y="428"/>
                    </a:lnTo>
                    <a:lnTo>
                      <a:pt x="110" y="434"/>
                    </a:lnTo>
                    <a:lnTo>
                      <a:pt x="114" y="440"/>
                    </a:lnTo>
                    <a:lnTo>
                      <a:pt x="117" y="445"/>
                    </a:lnTo>
                    <a:lnTo>
                      <a:pt x="124" y="456"/>
                    </a:lnTo>
                    <a:lnTo>
                      <a:pt x="133" y="464"/>
                    </a:lnTo>
                    <a:lnTo>
                      <a:pt x="138" y="468"/>
                    </a:lnTo>
                    <a:lnTo>
                      <a:pt x="144" y="472"/>
                    </a:lnTo>
                    <a:lnTo>
                      <a:pt x="149" y="475"/>
                    </a:lnTo>
                    <a:lnTo>
                      <a:pt x="155" y="477"/>
                    </a:lnTo>
                    <a:lnTo>
                      <a:pt x="161" y="479"/>
                    </a:lnTo>
                    <a:lnTo>
                      <a:pt x="167" y="480"/>
                    </a:lnTo>
                    <a:lnTo>
                      <a:pt x="174" y="481"/>
                    </a:lnTo>
                    <a:lnTo>
                      <a:pt x="181" y="481"/>
                    </a:lnTo>
                    <a:lnTo>
                      <a:pt x="187" y="481"/>
                    </a:lnTo>
                    <a:lnTo>
                      <a:pt x="194" y="480"/>
                    </a:lnTo>
                    <a:lnTo>
                      <a:pt x="200" y="479"/>
                    </a:lnTo>
                    <a:lnTo>
                      <a:pt x="207" y="477"/>
                    </a:lnTo>
                    <a:lnTo>
                      <a:pt x="212" y="475"/>
                    </a:lnTo>
                    <a:lnTo>
                      <a:pt x="219" y="472"/>
                    </a:lnTo>
                    <a:lnTo>
                      <a:pt x="224" y="468"/>
                    </a:lnTo>
                    <a:lnTo>
                      <a:pt x="228" y="464"/>
                    </a:lnTo>
                    <a:lnTo>
                      <a:pt x="238" y="456"/>
                    </a:lnTo>
                    <a:lnTo>
                      <a:pt x="245" y="445"/>
                    </a:lnTo>
                    <a:lnTo>
                      <a:pt x="249" y="440"/>
                    </a:lnTo>
                    <a:lnTo>
                      <a:pt x="251" y="434"/>
                    </a:lnTo>
                    <a:lnTo>
                      <a:pt x="253" y="428"/>
                    </a:lnTo>
                    <a:lnTo>
                      <a:pt x="254" y="421"/>
                    </a:lnTo>
                    <a:lnTo>
                      <a:pt x="436" y="421"/>
                    </a:lnTo>
                    <a:lnTo>
                      <a:pt x="483" y="421"/>
                    </a:lnTo>
                    <a:lnTo>
                      <a:pt x="484" y="428"/>
                    </a:lnTo>
                    <a:lnTo>
                      <a:pt x="486" y="434"/>
                    </a:lnTo>
                    <a:lnTo>
                      <a:pt x="490" y="440"/>
                    </a:lnTo>
                    <a:lnTo>
                      <a:pt x="493" y="445"/>
                    </a:lnTo>
                    <a:lnTo>
                      <a:pt x="499" y="456"/>
                    </a:lnTo>
                    <a:lnTo>
                      <a:pt x="509" y="464"/>
                    </a:lnTo>
                    <a:lnTo>
                      <a:pt x="514" y="468"/>
                    </a:lnTo>
                    <a:lnTo>
                      <a:pt x="520" y="472"/>
                    </a:lnTo>
                    <a:lnTo>
                      <a:pt x="525" y="475"/>
                    </a:lnTo>
                    <a:lnTo>
                      <a:pt x="530" y="477"/>
                    </a:lnTo>
                    <a:lnTo>
                      <a:pt x="537" y="479"/>
                    </a:lnTo>
                    <a:lnTo>
                      <a:pt x="543" y="480"/>
                    </a:lnTo>
                    <a:lnTo>
                      <a:pt x="550" y="481"/>
                    </a:lnTo>
                    <a:lnTo>
                      <a:pt x="557" y="481"/>
                    </a:lnTo>
                    <a:lnTo>
                      <a:pt x="563" y="481"/>
                    </a:lnTo>
                    <a:lnTo>
                      <a:pt x="570" y="480"/>
                    </a:lnTo>
                    <a:lnTo>
                      <a:pt x="576" y="479"/>
                    </a:lnTo>
                    <a:lnTo>
                      <a:pt x="583" y="477"/>
                    </a:lnTo>
                    <a:lnTo>
                      <a:pt x="588" y="475"/>
                    </a:lnTo>
                    <a:lnTo>
                      <a:pt x="593" y="472"/>
                    </a:lnTo>
                    <a:lnTo>
                      <a:pt x="599" y="468"/>
                    </a:lnTo>
                    <a:lnTo>
                      <a:pt x="604" y="464"/>
                    </a:lnTo>
                    <a:lnTo>
                      <a:pt x="614" y="456"/>
                    </a:lnTo>
                    <a:lnTo>
                      <a:pt x="621" y="445"/>
                    </a:lnTo>
                    <a:lnTo>
                      <a:pt x="623" y="440"/>
                    </a:lnTo>
                    <a:lnTo>
                      <a:pt x="627" y="434"/>
                    </a:lnTo>
                    <a:lnTo>
                      <a:pt x="629" y="428"/>
                    </a:lnTo>
                    <a:lnTo>
                      <a:pt x="630" y="421"/>
                    </a:lnTo>
                    <a:lnTo>
                      <a:pt x="707" y="421"/>
                    </a:lnTo>
                    <a:lnTo>
                      <a:pt x="710" y="421"/>
                    </a:lnTo>
                    <a:lnTo>
                      <a:pt x="712" y="420"/>
                    </a:lnTo>
                    <a:lnTo>
                      <a:pt x="716" y="419"/>
                    </a:lnTo>
                    <a:lnTo>
                      <a:pt x="718" y="417"/>
                    </a:lnTo>
                    <a:lnTo>
                      <a:pt x="720" y="415"/>
                    </a:lnTo>
                    <a:lnTo>
                      <a:pt x="721" y="412"/>
                    </a:lnTo>
                    <a:lnTo>
                      <a:pt x="722" y="410"/>
                    </a:lnTo>
                    <a:lnTo>
                      <a:pt x="722" y="406"/>
                    </a:lnTo>
                    <a:lnTo>
                      <a:pt x="722" y="256"/>
                    </a:lnTo>
                    <a:lnTo>
                      <a:pt x="722" y="253"/>
                    </a:lnTo>
                    <a:lnTo>
                      <a:pt x="721" y="250"/>
                    </a:lnTo>
                    <a:lnTo>
                      <a:pt x="721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220">
                <a:extLst>
                  <a:ext uri="{FF2B5EF4-FFF2-40B4-BE49-F238E27FC236}">
                    <a16:creationId xmlns:a16="http://schemas.microsoft.com/office/drawing/2014/main" id="{7C6EFE53-B7A5-C672-45ED-5F3A14F49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3163" y="2565400"/>
                <a:ext cx="28575" cy="38100"/>
              </a:xfrm>
              <a:custGeom>
                <a:avLst/>
                <a:gdLst>
                  <a:gd name="T0" fmla="*/ 15 w 90"/>
                  <a:gd name="T1" fmla="*/ 120 h 120"/>
                  <a:gd name="T2" fmla="*/ 75 w 90"/>
                  <a:gd name="T3" fmla="*/ 120 h 120"/>
                  <a:gd name="T4" fmla="*/ 78 w 90"/>
                  <a:gd name="T5" fmla="*/ 120 h 120"/>
                  <a:gd name="T6" fmla="*/ 81 w 90"/>
                  <a:gd name="T7" fmla="*/ 119 h 120"/>
                  <a:gd name="T8" fmla="*/ 84 w 90"/>
                  <a:gd name="T9" fmla="*/ 117 h 120"/>
                  <a:gd name="T10" fmla="*/ 86 w 90"/>
                  <a:gd name="T11" fmla="*/ 116 h 120"/>
                  <a:gd name="T12" fmla="*/ 88 w 90"/>
                  <a:gd name="T13" fmla="*/ 114 h 120"/>
                  <a:gd name="T14" fmla="*/ 89 w 90"/>
                  <a:gd name="T15" fmla="*/ 111 h 120"/>
                  <a:gd name="T16" fmla="*/ 90 w 90"/>
                  <a:gd name="T17" fmla="*/ 109 h 120"/>
                  <a:gd name="T18" fmla="*/ 90 w 90"/>
                  <a:gd name="T19" fmla="*/ 105 h 120"/>
                  <a:gd name="T20" fmla="*/ 90 w 90"/>
                  <a:gd name="T21" fmla="*/ 102 h 120"/>
                  <a:gd name="T22" fmla="*/ 89 w 90"/>
                  <a:gd name="T23" fmla="*/ 99 h 120"/>
                  <a:gd name="T24" fmla="*/ 88 w 90"/>
                  <a:gd name="T25" fmla="*/ 97 h 120"/>
                  <a:gd name="T26" fmla="*/ 86 w 90"/>
                  <a:gd name="T27" fmla="*/ 95 h 120"/>
                  <a:gd name="T28" fmla="*/ 84 w 90"/>
                  <a:gd name="T29" fmla="*/ 93 h 120"/>
                  <a:gd name="T30" fmla="*/ 81 w 90"/>
                  <a:gd name="T31" fmla="*/ 91 h 120"/>
                  <a:gd name="T32" fmla="*/ 78 w 90"/>
                  <a:gd name="T33" fmla="*/ 90 h 120"/>
                  <a:gd name="T34" fmla="*/ 75 w 90"/>
                  <a:gd name="T35" fmla="*/ 90 h 120"/>
                  <a:gd name="T36" fmla="*/ 30 w 90"/>
                  <a:gd name="T37" fmla="*/ 90 h 120"/>
                  <a:gd name="T38" fmla="*/ 30 w 90"/>
                  <a:gd name="T39" fmla="*/ 15 h 120"/>
                  <a:gd name="T40" fmla="*/ 30 w 90"/>
                  <a:gd name="T41" fmla="*/ 12 h 120"/>
                  <a:gd name="T42" fmla="*/ 29 w 90"/>
                  <a:gd name="T43" fmla="*/ 9 h 120"/>
                  <a:gd name="T44" fmla="*/ 28 w 90"/>
                  <a:gd name="T45" fmla="*/ 7 h 120"/>
                  <a:gd name="T46" fmla="*/ 26 w 90"/>
                  <a:gd name="T47" fmla="*/ 5 h 120"/>
                  <a:gd name="T48" fmla="*/ 24 w 90"/>
                  <a:gd name="T49" fmla="*/ 3 h 120"/>
                  <a:gd name="T50" fmla="*/ 21 w 90"/>
                  <a:gd name="T51" fmla="*/ 1 h 120"/>
                  <a:gd name="T52" fmla="*/ 18 w 90"/>
                  <a:gd name="T53" fmla="*/ 0 h 120"/>
                  <a:gd name="T54" fmla="*/ 15 w 90"/>
                  <a:gd name="T55" fmla="*/ 0 h 120"/>
                  <a:gd name="T56" fmla="*/ 12 w 90"/>
                  <a:gd name="T57" fmla="*/ 0 h 120"/>
                  <a:gd name="T58" fmla="*/ 10 w 90"/>
                  <a:gd name="T59" fmla="*/ 1 h 120"/>
                  <a:gd name="T60" fmla="*/ 6 w 90"/>
                  <a:gd name="T61" fmla="*/ 3 h 120"/>
                  <a:gd name="T62" fmla="*/ 4 w 90"/>
                  <a:gd name="T63" fmla="*/ 5 h 120"/>
                  <a:gd name="T64" fmla="*/ 3 w 90"/>
                  <a:gd name="T65" fmla="*/ 7 h 120"/>
                  <a:gd name="T66" fmla="*/ 1 w 90"/>
                  <a:gd name="T67" fmla="*/ 9 h 120"/>
                  <a:gd name="T68" fmla="*/ 1 w 90"/>
                  <a:gd name="T69" fmla="*/ 12 h 120"/>
                  <a:gd name="T70" fmla="*/ 0 w 90"/>
                  <a:gd name="T71" fmla="*/ 15 h 120"/>
                  <a:gd name="T72" fmla="*/ 0 w 90"/>
                  <a:gd name="T73" fmla="*/ 105 h 120"/>
                  <a:gd name="T74" fmla="*/ 1 w 90"/>
                  <a:gd name="T75" fmla="*/ 109 h 120"/>
                  <a:gd name="T76" fmla="*/ 1 w 90"/>
                  <a:gd name="T77" fmla="*/ 111 h 120"/>
                  <a:gd name="T78" fmla="*/ 3 w 90"/>
                  <a:gd name="T79" fmla="*/ 114 h 120"/>
                  <a:gd name="T80" fmla="*/ 4 w 90"/>
                  <a:gd name="T81" fmla="*/ 116 h 120"/>
                  <a:gd name="T82" fmla="*/ 6 w 90"/>
                  <a:gd name="T83" fmla="*/ 117 h 120"/>
                  <a:gd name="T84" fmla="*/ 10 w 90"/>
                  <a:gd name="T85" fmla="*/ 119 h 120"/>
                  <a:gd name="T86" fmla="*/ 13 w 90"/>
                  <a:gd name="T87" fmla="*/ 120 h 120"/>
                  <a:gd name="T88" fmla="*/ 15 w 90"/>
                  <a:gd name="T89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0" h="120">
                    <a:moveTo>
                      <a:pt x="15" y="120"/>
                    </a:moveTo>
                    <a:lnTo>
                      <a:pt x="75" y="120"/>
                    </a:lnTo>
                    <a:lnTo>
                      <a:pt x="78" y="120"/>
                    </a:lnTo>
                    <a:lnTo>
                      <a:pt x="81" y="119"/>
                    </a:lnTo>
                    <a:lnTo>
                      <a:pt x="84" y="117"/>
                    </a:lnTo>
                    <a:lnTo>
                      <a:pt x="86" y="116"/>
                    </a:lnTo>
                    <a:lnTo>
                      <a:pt x="88" y="114"/>
                    </a:lnTo>
                    <a:lnTo>
                      <a:pt x="89" y="111"/>
                    </a:lnTo>
                    <a:lnTo>
                      <a:pt x="90" y="109"/>
                    </a:lnTo>
                    <a:lnTo>
                      <a:pt x="90" y="105"/>
                    </a:lnTo>
                    <a:lnTo>
                      <a:pt x="90" y="102"/>
                    </a:lnTo>
                    <a:lnTo>
                      <a:pt x="89" y="99"/>
                    </a:lnTo>
                    <a:lnTo>
                      <a:pt x="88" y="97"/>
                    </a:lnTo>
                    <a:lnTo>
                      <a:pt x="86" y="95"/>
                    </a:lnTo>
                    <a:lnTo>
                      <a:pt x="84" y="93"/>
                    </a:lnTo>
                    <a:lnTo>
                      <a:pt x="81" y="91"/>
                    </a:lnTo>
                    <a:lnTo>
                      <a:pt x="78" y="90"/>
                    </a:lnTo>
                    <a:lnTo>
                      <a:pt x="75" y="90"/>
                    </a:lnTo>
                    <a:lnTo>
                      <a:pt x="30" y="90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1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05"/>
                    </a:lnTo>
                    <a:lnTo>
                      <a:pt x="1" y="109"/>
                    </a:lnTo>
                    <a:lnTo>
                      <a:pt x="1" y="111"/>
                    </a:lnTo>
                    <a:lnTo>
                      <a:pt x="3" y="114"/>
                    </a:lnTo>
                    <a:lnTo>
                      <a:pt x="4" y="116"/>
                    </a:lnTo>
                    <a:lnTo>
                      <a:pt x="6" y="117"/>
                    </a:lnTo>
                    <a:lnTo>
                      <a:pt x="10" y="119"/>
                    </a:lnTo>
                    <a:lnTo>
                      <a:pt x="13" y="120"/>
                    </a:lnTo>
                    <a:lnTo>
                      <a:pt x="15" y="12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221">
                <a:extLst>
                  <a:ext uri="{FF2B5EF4-FFF2-40B4-BE49-F238E27FC236}">
                    <a16:creationId xmlns:a16="http://schemas.microsoft.com/office/drawing/2014/main" id="{43F1F1A8-2587-739E-0557-23CE0B479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6013" y="2698750"/>
                <a:ext cx="47625" cy="11113"/>
              </a:xfrm>
              <a:custGeom>
                <a:avLst/>
                <a:gdLst>
                  <a:gd name="T0" fmla="*/ 135 w 150"/>
                  <a:gd name="T1" fmla="*/ 0 h 31"/>
                  <a:gd name="T2" fmla="*/ 15 w 150"/>
                  <a:gd name="T3" fmla="*/ 0 h 31"/>
                  <a:gd name="T4" fmla="*/ 12 w 150"/>
                  <a:gd name="T5" fmla="*/ 1 h 31"/>
                  <a:gd name="T6" fmla="*/ 9 w 150"/>
                  <a:gd name="T7" fmla="*/ 2 h 31"/>
                  <a:gd name="T8" fmla="*/ 6 w 150"/>
                  <a:gd name="T9" fmla="*/ 4 h 31"/>
                  <a:gd name="T10" fmla="*/ 4 w 150"/>
                  <a:gd name="T11" fmla="*/ 6 h 31"/>
                  <a:gd name="T12" fmla="*/ 2 w 150"/>
                  <a:gd name="T13" fmla="*/ 8 h 31"/>
                  <a:gd name="T14" fmla="*/ 1 w 150"/>
                  <a:gd name="T15" fmla="*/ 10 h 31"/>
                  <a:gd name="T16" fmla="*/ 0 w 150"/>
                  <a:gd name="T17" fmla="*/ 13 h 31"/>
                  <a:gd name="T18" fmla="*/ 0 w 150"/>
                  <a:gd name="T19" fmla="*/ 16 h 31"/>
                  <a:gd name="T20" fmla="*/ 0 w 150"/>
                  <a:gd name="T21" fmla="*/ 19 h 31"/>
                  <a:gd name="T22" fmla="*/ 1 w 150"/>
                  <a:gd name="T23" fmla="*/ 22 h 31"/>
                  <a:gd name="T24" fmla="*/ 2 w 150"/>
                  <a:gd name="T25" fmla="*/ 24 h 31"/>
                  <a:gd name="T26" fmla="*/ 4 w 150"/>
                  <a:gd name="T27" fmla="*/ 26 h 31"/>
                  <a:gd name="T28" fmla="*/ 6 w 150"/>
                  <a:gd name="T29" fmla="*/ 28 h 31"/>
                  <a:gd name="T30" fmla="*/ 9 w 150"/>
                  <a:gd name="T31" fmla="*/ 29 h 31"/>
                  <a:gd name="T32" fmla="*/ 12 w 150"/>
                  <a:gd name="T33" fmla="*/ 30 h 31"/>
                  <a:gd name="T34" fmla="*/ 15 w 150"/>
                  <a:gd name="T35" fmla="*/ 31 h 31"/>
                  <a:gd name="T36" fmla="*/ 135 w 150"/>
                  <a:gd name="T37" fmla="*/ 31 h 31"/>
                  <a:gd name="T38" fmla="*/ 138 w 150"/>
                  <a:gd name="T39" fmla="*/ 30 h 31"/>
                  <a:gd name="T40" fmla="*/ 141 w 150"/>
                  <a:gd name="T41" fmla="*/ 29 h 31"/>
                  <a:gd name="T42" fmla="*/ 144 w 150"/>
                  <a:gd name="T43" fmla="*/ 28 h 31"/>
                  <a:gd name="T44" fmla="*/ 146 w 150"/>
                  <a:gd name="T45" fmla="*/ 26 h 31"/>
                  <a:gd name="T46" fmla="*/ 148 w 150"/>
                  <a:gd name="T47" fmla="*/ 24 h 31"/>
                  <a:gd name="T48" fmla="*/ 149 w 150"/>
                  <a:gd name="T49" fmla="*/ 22 h 31"/>
                  <a:gd name="T50" fmla="*/ 150 w 150"/>
                  <a:gd name="T51" fmla="*/ 19 h 31"/>
                  <a:gd name="T52" fmla="*/ 150 w 150"/>
                  <a:gd name="T53" fmla="*/ 16 h 31"/>
                  <a:gd name="T54" fmla="*/ 150 w 150"/>
                  <a:gd name="T55" fmla="*/ 13 h 31"/>
                  <a:gd name="T56" fmla="*/ 149 w 150"/>
                  <a:gd name="T57" fmla="*/ 10 h 31"/>
                  <a:gd name="T58" fmla="*/ 148 w 150"/>
                  <a:gd name="T59" fmla="*/ 8 h 31"/>
                  <a:gd name="T60" fmla="*/ 146 w 150"/>
                  <a:gd name="T61" fmla="*/ 6 h 31"/>
                  <a:gd name="T62" fmla="*/ 144 w 150"/>
                  <a:gd name="T63" fmla="*/ 4 h 31"/>
                  <a:gd name="T64" fmla="*/ 141 w 150"/>
                  <a:gd name="T65" fmla="*/ 2 h 31"/>
                  <a:gd name="T66" fmla="*/ 138 w 150"/>
                  <a:gd name="T67" fmla="*/ 1 h 31"/>
                  <a:gd name="T68" fmla="*/ 135 w 150"/>
                  <a:gd name="T6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0" h="31">
                    <a:moveTo>
                      <a:pt x="135" y="0"/>
                    </a:moveTo>
                    <a:lnTo>
                      <a:pt x="15" y="0"/>
                    </a:lnTo>
                    <a:lnTo>
                      <a:pt x="12" y="1"/>
                    </a:lnTo>
                    <a:lnTo>
                      <a:pt x="9" y="2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1"/>
                    </a:lnTo>
                    <a:lnTo>
                      <a:pt x="135" y="31"/>
                    </a:lnTo>
                    <a:lnTo>
                      <a:pt x="138" y="30"/>
                    </a:lnTo>
                    <a:lnTo>
                      <a:pt x="141" y="29"/>
                    </a:lnTo>
                    <a:lnTo>
                      <a:pt x="144" y="28"/>
                    </a:lnTo>
                    <a:lnTo>
                      <a:pt x="146" y="26"/>
                    </a:lnTo>
                    <a:lnTo>
                      <a:pt x="148" y="24"/>
                    </a:lnTo>
                    <a:lnTo>
                      <a:pt x="149" y="22"/>
                    </a:lnTo>
                    <a:lnTo>
                      <a:pt x="150" y="19"/>
                    </a:lnTo>
                    <a:lnTo>
                      <a:pt x="150" y="16"/>
                    </a:lnTo>
                    <a:lnTo>
                      <a:pt x="150" y="13"/>
                    </a:lnTo>
                    <a:lnTo>
                      <a:pt x="149" y="10"/>
                    </a:lnTo>
                    <a:lnTo>
                      <a:pt x="148" y="8"/>
                    </a:lnTo>
                    <a:lnTo>
                      <a:pt x="146" y="6"/>
                    </a:lnTo>
                    <a:lnTo>
                      <a:pt x="144" y="4"/>
                    </a:lnTo>
                    <a:lnTo>
                      <a:pt x="141" y="2"/>
                    </a:lnTo>
                    <a:lnTo>
                      <a:pt x="138" y="1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222">
                <a:extLst>
                  <a:ext uri="{FF2B5EF4-FFF2-40B4-BE49-F238E27FC236}">
                    <a16:creationId xmlns:a16="http://schemas.microsoft.com/office/drawing/2014/main" id="{BFB346DA-28A6-5CCA-E687-1DADA45C8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719388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10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10 w 90"/>
                  <a:gd name="T31" fmla="*/ 29 h 30"/>
                  <a:gd name="T32" fmla="*/ 12 w 90"/>
                  <a:gd name="T33" fmla="*/ 29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29 h 30"/>
                  <a:gd name="T40" fmla="*/ 81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1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29"/>
                    </a:lnTo>
                    <a:lnTo>
                      <a:pt x="81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223">
                <a:extLst>
                  <a:ext uri="{FF2B5EF4-FFF2-40B4-BE49-F238E27FC236}">
                    <a16:creationId xmlns:a16="http://schemas.microsoft.com/office/drawing/2014/main" id="{C13197F4-9991-611E-97C9-261924E28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4588" y="2738438"/>
                <a:ext cx="19050" cy="9525"/>
              </a:xfrm>
              <a:custGeom>
                <a:avLst/>
                <a:gdLst>
                  <a:gd name="T0" fmla="*/ 45 w 60"/>
                  <a:gd name="T1" fmla="*/ 0 h 30"/>
                  <a:gd name="T2" fmla="*/ 15 w 60"/>
                  <a:gd name="T3" fmla="*/ 0 h 30"/>
                  <a:gd name="T4" fmla="*/ 12 w 60"/>
                  <a:gd name="T5" fmla="*/ 0 h 30"/>
                  <a:gd name="T6" fmla="*/ 10 w 60"/>
                  <a:gd name="T7" fmla="*/ 1 h 30"/>
                  <a:gd name="T8" fmla="*/ 6 w 60"/>
                  <a:gd name="T9" fmla="*/ 3 h 30"/>
                  <a:gd name="T10" fmla="*/ 4 w 60"/>
                  <a:gd name="T11" fmla="*/ 5 h 30"/>
                  <a:gd name="T12" fmla="*/ 2 w 60"/>
                  <a:gd name="T13" fmla="*/ 7 h 30"/>
                  <a:gd name="T14" fmla="*/ 1 w 60"/>
                  <a:gd name="T15" fmla="*/ 9 h 30"/>
                  <a:gd name="T16" fmla="*/ 0 w 60"/>
                  <a:gd name="T17" fmla="*/ 12 h 30"/>
                  <a:gd name="T18" fmla="*/ 0 w 60"/>
                  <a:gd name="T19" fmla="*/ 15 h 30"/>
                  <a:gd name="T20" fmla="*/ 0 w 60"/>
                  <a:gd name="T21" fmla="*/ 19 h 30"/>
                  <a:gd name="T22" fmla="*/ 1 w 60"/>
                  <a:gd name="T23" fmla="*/ 21 h 30"/>
                  <a:gd name="T24" fmla="*/ 2 w 60"/>
                  <a:gd name="T25" fmla="*/ 24 h 30"/>
                  <a:gd name="T26" fmla="*/ 4 w 60"/>
                  <a:gd name="T27" fmla="*/ 26 h 30"/>
                  <a:gd name="T28" fmla="*/ 6 w 60"/>
                  <a:gd name="T29" fmla="*/ 27 h 30"/>
                  <a:gd name="T30" fmla="*/ 10 w 60"/>
                  <a:gd name="T31" fmla="*/ 29 h 30"/>
                  <a:gd name="T32" fmla="*/ 12 w 60"/>
                  <a:gd name="T33" fmla="*/ 30 h 30"/>
                  <a:gd name="T34" fmla="*/ 15 w 60"/>
                  <a:gd name="T35" fmla="*/ 30 h 30"/>
                  <a:gd name="T36" fmla="*/ 45 w 60"/>
                  <a:gd name="T37" fmla="*/ 30 h 30"/>
                  <a:gd name="T38" fmla="*/ 48 w 60"/>
                  <a:gd name="T39" fmla="*/ 30 h 30"/>
                  <a:gd name="T40" fmla="*/ 51 w 60"/>
                  <a:gd name="T41" fmla="*/ 29 h 30"/>
                  <a:gd name="T42" fmla="*/ 54 w 60"/>
                  <a:gd name="T43" fmla="*/ 27 h 30"/>
                  <a:gd name="T44" fmla="*/ 56 w 60"/>
                  <a:gd name="T45" fmla="*/ 26 h 30"/>
                  <a:gd name="T46" fmla="*/ 58 w 60"/>
                  <a:gd name="T47" fmla="*/ 24 h 30"/>
                  <a:gd name="T48" fmla="*/ 59 w 60"/>
                  <a:gd name="T49" fmla="*/ 21 h 30"/>
                  <a:gd name="T50" fmla="*/ 60 w 60"/>
                  <a:gd name="T51" fmla="*/ 19 h 30"/>
                  <a:gd name="T52" fmla="*/ 60 w 60"/>
                  <a:gd name="T53" fmla="*/ 15 h 30"/>
                  <a:gd name="T54" fmla="*/ 60 w 60"/>
                  <a:gd name="T55" fmla="*/ 12 h 30"/>
                  <a:gd name="T56" fmla="*/ 59 w 60"/>
                  <a:gd name="T57" fmla="*/ 9 h 30"/>
                  <a:gd name="T58" fmla="*/ 58 w 60"/>
                  <a:gd name="T59" fmla="*/ 7 h 30"/>
                  <a:gd name="T60" fmla="*/ 56 w 60"/>
                  <a:gd name="T61" fmla="*/ 5 h 30"/>
                  <a:gd name="T62" fmla="*/ 54 w 60"/>
                  <a:gd name="T63" fmla="*/ 3 h 30"/>
                  <a:gd name="T64" fmla="*/ 51 w 60"/>
                  <a:gd name="T65" fmla="*/ 1 h 30"/>
                  <a:gd name="T66" fmla="*/ 48 w 60"/>
                  <a:gd name="T67" fmla="*/ 0 h 30"/>
                  <a:gd name="T68" fmla="*/ 45 w 6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0" h="30">
                    <a:moveTo>
                      <a:pt x="4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5" y="30"/>
                    </a:lnTo>
                    <a:lnTo>
                      <a:pt x="48" y="30"/>
                    </a:lnTo>
                    <a:lnTo>
                      <a:pt x="51" y="29"/>
                    </a:lnTo>
                    <a:lnTo>
                      <a:pt x="54" y="27"/>
                    </a:lnTo>
                    <a:lnTo>
                      <a:pt x="56" y="26"/>
                    </a:lnTo>
                    <a:lnTo>
                      <a:pt x="58" y="24"/>
                    </a:lnTo>
                    <a:lnTo>
                      <a:pt x="59" y="21"/>
                    </a:lnTo>
                    <a:lnTo>
                      <a:pt x="60" y="19"/>
                    </a:lnTo>
                    <a:lnTo>
                      <a:pt x="60" y="15"/>
                    </a:lnTo>
                    <a:lnTo>
                      <a:pt x="60" y="12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5"/>
                    </a:lnTo>
                    <a:lnTo>
                      <a:pt x="54" y="3"/>
                    </a:lnTo>
                    <a:lnTo>
                      <a:pt x="51" y="1"/>
                    </a:lnTo>
                    <a:lnTo>
                      <a:pt x="48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224">
                <a:extLst>
                  <a:ext uri="{FF2B5EF4-FFF2-40B4-BE49-F238E27FC236}">
                    <a16:creationId xmlns:a16="http://schemas.microsoft.com/office/drawing/2014/main" id="{F3F00840-D3A0-2235-5B69-29A7F2A544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40775" y="2536825"/>
                <a:ext cx="115888" cy="114300"/>
              </a:xfrm>
              <a:custGeom>
                <a:avLst/>
                <a:gdLst>
                  <a:gd name="T0" fmla="*/ 211 w 361"/>
                  <a:gd name="T1" fmla="*/ 34 h 361"/>
                  <a:gd name="T2" fmla="*/ 252 w 361"/>
                  <a:gd name="T3" fmla="*/ 49 h 361"/>
                  <a:gd name="T4" fmla="*/ 286 w 361"/>
                  <a:gd name="T5" fmla="*/ 75 h 361"/>
                  <a:gd name="T6" fmla="*/ 313 w 361"/>
                  <a:gd name="T7" fmla="*/ 110 h 361"/>
                  <a:gd name="T8" fmla="*/ 328 w 361"/>
                  <a:gd name="T9" fmla="*/ 151 h 361"/>
                  <a:gd name="T10" fmla="*/ 330 w 361"/>
                  <a:gd name="T11" fmla="*/ 196 h 361"/>
                  <a:gd name="T12" fmla="*/ 319 w 361"/>
                  <a:gd name="T13" fmla="*/ 239 h 361"/>
                  <a:gd name="T14" fmla="*/ 297 w 361"/>
                  <a:gd name="T15" fmla="*/ 277 h 361"/>
                  <a:gd name="T16" fmla="*/ 265 w 361"/>
                  <a:gd name="T17" fmla="*/ 306 h 361"/>
                  <a:gd name="T18" fmla="*/ 225 w 361"/>
                  <a:gd name="T19" fmla="*/ 325 h 361"/>
                  <a:gd name="T20" fmla="*/ 180 w 361"/>
                  <a:gd name="T21" fmla="*/ 331 h 361"/>
                  <a:gd name="T22" fmla="*/ 136 w 361"/>
                  <a:gd name="T23" fmla="*/ 325 h 361"/>
                  <a:gd name="T24" fmla="*/ 96 w 361"/>
                  <a:gd name="T25" fmla="*/ 306 h 361"/>
                  <a:gd name="T26" fmla="*/ 64 w 361"/>
                  <a:gd name="T27" fmla="*/ 277 h 361"/>
                  <a:gd name="T28" fmla="*/ 42 w 361"/>
                  <a:gd name="T29" fmla="*/ 239 h 361"/>
                  <a:gd name="T30" fmla="*/ 31 w 361"/>
                  <a:gd name="T31" fmla="*/ 196 h 361"/>
                  <a:gd name="T32" fmla="*/ 33 w 361"/>
                  <a:gd name="T33" fmla="*/ 151 h 361"/>
                  <a:gd name="T34" fmla="*/ 48 w 361"/>
                  <a:gd name="T35" fmla="*/ 110 h 361"/>
                  <a:gd name="T36" fmla="*/ 74 w 361"/>
                  <a:gd name="T37" fmla="*/ 75 h 361"/>
                  <a:gd name="T38" fmla="*/ 108 w 361"/>
                  <a:gd name="T39" fmla="*/ 49 h 361"/>
                  <a:gd name="T40" fmla="*/ 150 w 361"/>
                  <a:gd name="T41" fmla="*/ 34 h 361"/>
                  <a:gd name="T42" fmla="*/ 180 w 361"/>
                  <a:gd name="T43" fmla="*/ 30 h 361"/>
                  <a:gd name="T44" fmla="*/ 216 w 361"/>
                  <a:gd name="T45" fmla="*/ 358 h 361"/>
                  <a:gd name="T46" fmla="*/ 267 w 361"/>
                  <a:gd name="T47" fmla="*/ 340 h 361"/>
                  <a:gd name="T48" fmla="*/ 307 w 361"/>
                  <a:gd name="T49" fmla="*/ 309 h 361"/>
                  <a:gd name="T50" fmla="*/ 339 w 361"/>
                  <a:gd name="T51" fmla="*/ 267 h 361"/>
                  <a:gd name="T52" fmla="*/ 357 w 361"/>
                  <a:gd name="T53" fmla="*/ 218 h 361"/>
                  <a:gd name="T54" fmla="*/ 360 w 361"/>
                  <a:gd name="T55" fmla="*/ 163 h 361"/>
                  <a:gd name="T56" fmla="*/ 346 w 361"/>
                  <a:gd name="T57" fmla="*/ 111 h 361"/>
                  <a:gd name="T58" fmla="*/ 319 w 361"/>
                  <a:gd name="T59" fmla="*/ 67 h 361"/>
                  <a:gd name="T60" fmla="*/ 281 w 361"/>
                  <a:gd name="T61" fmla="*/ 31 h 361"/>
                  <a:gd name="T62" fmla="*/ 234 w 361"/>
                  <a:gd name="T63" fmla="*/ 9 h 361"/>
                  <a:gd name="T64" fmla="*/ 180 w 361"/>
                  <a:gd name="T65" fmla="*/ 0 h 361"/>
                  <a:gd name="T66" fmla="*/ 126 w 361"/>
                  <a:gd name="T67" fmla="*/ 9 h 361"/>
                  <a:gd name="T68" fmla="*/ 79 w 361"/>
                  <a:gd name="T69" fmla="*/ 31 h 361"/>
                  <a:gd name="T70" fmla="*/ 41 w 361"/>
                  <a:gd name="T71" fmla="*/ 67 h 361"/>
                  <a:gd name="T72" fmla="*/ 14 w 361"/>
                  <a:gd name="T73" fmla="*/ 111 h 361"/>
                  <a:gd name="T74" fmla="*/ 1 w 361"/>
                  <a:gd name="T75" fmla="*/ 163 h 361"/>
                  <a:gd name="T76" fmla="*/ 3 w 361"/>
                  <a:gd name="T77" fmla="*/ 218 h 361"/>
                  <a:gd name="T78" fmla="*/ 21 w 361"/>
                  <a:gd name="T79" fmla="*/ 267 h 361"/>
                  <a:gd name="T80" fmla="*/ 53 w 361"/>
                  <a:gd name="T81" fmla="*/ 309 h 361"/>
                  <a:gd name="T82" fmla="*/ 94 w 361"/>
                  <a:gd name="T83" fmla="*/ 340 h 361"/>
                  <a:gd name="T84" fmla="*/ 144 w 361"/>
                  <a:gd name="T85" fmla="*/ 358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61" h="361">
                    <a:moveTo>
                      <a:pt x="180" y="30"/>
                    </a:moveTo>
                    <a:lnTo>
                      <a:pt x="196" y="31"/>
                    </a:lnTo>
                    <a:lnTo>
                      <a:pt x="211" y="34"/>
                    </a:lnTo>
                    <a:lnTo>
                      <a:pt x="225" y="38"/>
                    </a:lnTo>
                    <a:lnTo>
                      <a:pt x="239" y="42"/>
                    </a:lnTo>
                    <a:lnTo>
                      <a:pt x="252" y="49"/>
                    </a:lnTo>
                    <a:lnTo>
                      <a:pt x="265" y="56"/>
                    </a:lnTo>
                    <a:lnTo>
                      <a:pt x="276" y="65"/>
                    </a:lnTo>
                    <a:lnTo>
                      <a:pt x="286" y="75"/>
                    </a:lnTo>
                    <a:lnTo>
                      <a:pt x="297" y="85"/>
                    </a:lnTo>
                    <a:lnTo>
                      <a:pt x="305" y="97"/>
                    </a:lnTo>
                    <a:lnTo>
                      <a:pt x="313" y="110"/>
                    </a:lnTo>
                    <a:lnTo>
                      <a:pt x="319" y="122"/>
                    </a:lnTo>
                    <a:lnTo>
                      <a:pt x="324" y="136"/>
                    </a:lnTo>
                    <a:lnTo>
                      <a:pt x="328" y="151"/>
                    </a:lnTo>
                    <a:lnTo>
                      <a:pt x="330" y="165"/>
                    </a:lnTo>
                    <a:lnTo>
                      <a:pt x="331" y="181"/>
                    </a:lnTo>
                    <a:lnTo>
                      <a:pt x="330" y="196"/>
                    </a:lnTo>
                    <a:lnTo>
                      <a:pt x="328" y="211"/>
                    </a:lnTo>
                    <a:lnTo>
                      <a:pt x="324" y="225"/>
                    </a:lnTo>
                    <a:lnTo>
                      <a:pt x="319" y="239"/>
                    </a:lnTo>
                    <a:lnTo>
                      <a:pt x="313" y="253"/>
                    </a:lnTo>
                    <a:lnTo>
                      <a:pt x="305" y="265"/>
                    </a:lnTo>
                    <a:lnTo>
                      <a:pt x="297" y="277"/>
                    </a:lnTo>
                    <a:lnTo>
                      <a:pt x="286" y="287"/>
                    </a:lnTo>
                    <a:lnTo>
                      <a:pt x="276" y="297"/>
                    </a:lnTo>
                    <a:lnTo>
                      <a:pt x="265" y="306"/>
                    </a:lnTo>
                    <a:lnTo>
                      <a:pt x="252" y="313"/>
                    </a:lnTo>
                    <a:lnTo>
                      <a:pt x="239" y="320"/>
                    </a:lnTo>
                    <a:lnTo>
                      <a:pt x="225" y="325"/>
                    </a:lnTo>
                    <a:lnTo>
                      <a:pt x="211" y="328"/>
                    </a:lnTo>
                    <a:lnTo>
                      <a:pt x="196" y="330"/>
                    </a:lnTo>
                    <a:lnTo>
                      <a:pt x="180" y="331"/>
                    </a:lnTo>
                    <a:lnTo>
                      <a:pt x="165" y="330"/>
                    </a:lnTo>
                    <a:lnTo>
                      <a:pt x="150" y="328"/>
                    </a:lnTo>
                    <a:lnTo>
                      <a:pt x="136" y="325"/>
                    </a:lnTo>
                    <a:lnTo>
                      <a:pt x="122" y="320"/>
                    </a:lnTo>
                    <a:lnTo>
                      <a:pt x="108" y="313"/>
                    </a:lnTo>
                    <a:lnTo>
                      <a:pt x="96" y="306"/>
                    </a:lnTo>
                    <a:lnTo>
                      <a:pt x="85" y="297"/>
                    </a:lnTo>
                    <a:lnTo>
                      <a:pt x="74" y="287"/>
                    </a:lnTo>
                    <a:lnTo>
                      <a:pt x="64" y="277"/>
                    </a:lnTo>
                    <a:lnTo>
                      <a:pt x="56" y="265"/>
                    </a:lnTo>
                    <a:lnTo>
                      <a:pt x="48" y="253"/>
                    </a:lnTo>
                    <a:lnTo>
                      <a:pt x="42" y="239"/>
                    </a:lnTo>
                    <a:lnTo>
                      <a:pt x="36" y="225"/>
                    </a:lnTo>
                    <a:lnTo>
                      <a:pt x="33" y="211"/>
                    </a:lnTo>
                    <a:lnTo>
                      <a:pt x="31" y="196"/>
                    </a:lnTo>
                    <a:lnTo>
                      <a:pt x="30" y="181"/>
                    </a:lnTo>
                    <a:lnTo>
                      <a:pt x="31" y="165"/>
                    </a:lnTo>
                    <a:lnTo>
                      <a:pt x="33" y="151"/>
                    </a:lnTo>
                    <a:lnTo>
                      <a:pt x="36" y="136"/>
                    </a:lnTo>
                    <a:lnTo>
                      <a:pt x="42" y="122"/>
                    </a:lnTo>
                    <a:lnTo>
                      <a:pt x="48" y="110"/>
                    </a:lnTo>
                    <a:lnTo>
                      <a:pt x="56" y="97"/>
                    </a:lnTo>
                    <a:lnTo>
                      <a:pt x="64" y="86"/>
                    </a:lnTo>
                    <a:lnTo>
                      <a:pt x="74" y="75"/>
                    </a:lnTo>
                    <a:lnTo>
                      <a:pt x="85" y="65"/>
                    </a:lnTo>
                    <a:lnTo>
                      <a:pt x="96" y="56"/>
                    </a:lnTo>
                    <a:lnTo>
                      <a:pt x="108" y="49"/>
                    </a:lnTo>
                    <a:lnTo>
                      <a:pt x="122" y="42"/>
                    </a:lnTo>
                    <a:lnTo>
                      <a:pt x="136" y="38"/>
                    </a:lnTo>
                    <a:lnTo>
                      <a:pt x="150" y="34"/>
                    </a:lnTo>
                    <a:lnTo>
                      <a:pt x="165" y="31"/>
                    </a:lnTo>
                    <a:lnTo>
                      <a:pt x="180" y="30"/>
                    </a:lnTo>
                    <a:lnTo>
                      <a:pt x="180" y="30"/>
                    </a:lnTo>
                    <a:close/>
                    <a:moveTo>
                      <a:pt x="180" y="361"/>
                    </a:moveTo>
                    <a:lnTo>
                      <a:pt x="199" y="360"/>
                    </a:lnTo>
                    <a:lnTo>
                      <a:pt x="216" y="358"/>
                    </a:lnTo>
                    <a:lnTo>
                      <a:pt x="234" y="354"/>
                    </a:lnTo>
                    <a:lnTo>
                      <a:pt x="251" y="347"/>
                    </a:lnTo>
                    <a:lnTo>
                      <a:pt x="267" y="340"/>
                    </a:lnTo>
                    <a:lnTo>
                      <a:pt x="281" y="330"/>
                    </a:lnTo>
                    <a:lnTo>
                      <a:pt x="295" y="321"/>
                    </a:lnTo>
                    <a:lnTo>
                      <a:pt x="307" y="309"/>
                    </a:lnTo>
                    <a:lnTo>
                      <a:pt x="319" y="296"/>
                    </a:lnTo>
                    <a:lnTo>
                      <a:pt x="330" y="282"/>
                    </a:lnTo>
                    <a:lnTo>
                      <a:pt x="339" y="267"/>
                    </a:lnTo>
                    <a:lnTo>
                      <a:pt x="346" y="251"/>
                    </a:lnTo>
                    <a:lnTo>
                      <a:pt x="352" y="235"/>
                    </a:lnTo>
                    <a:lnTo>
                      <a:pt x="357" y="218"/>
                    </a:lnTo>
                    <a:lnTo>
                      <a:pt x="360" y="200"/>
                    </a:lnTo>
                    <a:lnTo>
                      <a:pt x="361" y="181"/>
                    </a:lnTo>
                    <a:lnTo>
                      <a:pt x="360" y="163"/>
                    </a:lnTo>
                    <a:lnTo>
                      <a:pt x="357" y="145"/>
                    </a:lnTo>
                    <a:lnTo>
                      <a:pt x="352" y="128"/>
                    </a:lnTo>
                    <a:lnTo>
                      <a:pt x="346" y="111"/>
                    </a:lnTo>
                    <a:lnTo>
                      <a:pt x="339" y="96"/>
                    </a:lnTo>
                    <a:lnTo>
                      <a:pt x="330" y="81"/>
                    </a:lnTo>
                    <a:lnTo>
                      <a:pt x="319" y="67"/>
                    </a:lnTo>
                    <a:lnTo>
                      <a:pt x="307" y="54"/>
                    </a:lnTo>
                    <a:lnTo>
                      <a:pt x="295" y="42"/>
                    </a:lnTo>
                    <a:lnTo>
                      <a:pt x="281" y="31"/>
                    </a:lnTo>
                    <a:lnTo>
                      <a:pt x="267" y="23"/>
                    </a:lnTo>
                    <a:lnTo>
                      <a:pt x="251" y="15"/>
                    </a:lnTo>
                    <a:lnTo>
                      <a:pt x="234" y="9"/>
                    </a:lnTo>
                    <a:lnTo>
                      <a:pt x="216" y="5"/>
                    </a:lnTo>
                    <a:lnTo>
                      <a:pt x="199" y="1"/>
                    </a:lnTo>
                    <a:lnTo>
                      <a:pt x="180" y="0"/>
                    </a:lnTo>
                    <a:lnTo>
                      <a:pt x="162" y="1"/>
                    </a:lnTo>
                    <a:lnTo>
                      <a:pt x="144" y="5"/>
                    </a:lnTo>
                    <a:lnTo>
                      <a:pt x="126" y="9"/>
                    </a:lnTo>
                    <a:lnTo>
                      <a:pt x="110" y="15"/>
                    </a:lnTo>
                    <a:lnTo>
                      <a:pt x="94" y="23"/>
                    </a:lnTo>
                    <a:lnTo>
                      <a:pt x="79" y="31"/>
                    </a:lnTo>
                    <a:lnTo>
                      <a:pt x="65" y="42"/>
                    </a:lnTo>
                    <a:lnTo>
                      <a:pt x="53" y="54"/>
                    </a:lnTo>
                    <a:lnTo>
                      <a:pt x="41" y="67"/>
                    </a:lnTo>
                    <a:lnTo>
                      <a:pt x="31" y="81"/>
                    </a:lnTo>
                    <a:lnTo>
                      <a:pt x="21" y="96"/>
                    </a:lnTo>
                    <a:lnTo>
                      <a:pt x="14" y="111"/>
                    </a:lnTo>
                    <a:lnTo>
                      <a:pt x="8" y="128"/>
                    </a:lnTo>
                    <a:lnTo>
                      <a:pt x="3" y="145"/>
                    </a:lnTo>
                    <a:lnTo>
                      <a:pt x="1" y="163"/>
                    </a:lnTo>
                    <a:lnTo>
                      <a:pt x="0" y="181"/>
                    </a:lnTo>
                    <a:lnTo>
                      <a:pt x="1" y="200"/>
                    </a:lnTo>
                    <a:lnTo>
                      <a:pt x="3" y="218"/>
                    </a:lnTo>
                    <a:lnTo>
                      <a:pt x="8" y="235"/>
                    </a:lnTo>
                    <a:lnTo>
                      <a:pt x="14" y="251"/>
                    </a:lnTo>
                    <a:lnTo>
                      <a:pt x="21" y="267"/>
                    </a:lnTo>
                    <a:lnTo>
                      <a:pt x="31" y="282"/>
                    </a:lnTo>
                    <a:lnTo>
                      <a:pt x="41" y="296"/>
                    </a:lnTo>
                    <a:lnTo>
                      <a:pt x="53" y="309"/>
                    </a:lnTo>
                    <a:lnTo>
                      <a:pt x="65" y="321"/>
                    </a:lnTo>
                    <a:lnTo>
                      <a:pt x="79" y="330"/>
                    </a:lnTo>
                    <a:lnTo>
                      <a:pt x="94" y="340"/>
                    </a:lnTo>
                    <a:lnTo>
                      <a:pt x="110" y="347"/>
                    </a:lnTo>
                    <a:lnTo>
                      <a:pt x="126" y="354"/>
                    </a:lnTo>
                    <a:lnTo>
                      <a:pt x="144" y="358"/>
                    </a:lnTo>
                    <a:lnTo>
                      <a:pt x="162" y="360"/>
                    </a:lnTo>
                    <a:lnTo>
                      <a:pt x="180" y="36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180C237-6BBE-7AA1-DAC5-BF6FBFD40A5F}"/>
                </a:ext>
              </a:extLst>
            </p:cNvPr>
            <p:cNvGrpSpPr/>
            <p:nvPr/>
          </p:nvGrpSpPr>
          <p:grpSpPr>
            <a:xfrm>
              <a:off x="5826529" y="3616337"/>
              <a:ext cx="637421" cy="492234"/>
              <a:chOff x="7018338" y="2565400"/>
              <a:chExt cx="285750" cy="220663"/>
            </a:xfrm>
            <a:solidFill>
              <a:schemeClr val="accent2"/>
            </a:solidFill>
          </p:grpSpPr>
          <p:sp>
            <p:nvSpPr>
              <p:cNvPr id="55" name="Freeform 225">
                <a:extLst>
                  <a:ext uri="{FF2B5EF4-FFF2-40B4-BE49-F238E27FC236}">
                    <a16:creationId xmlns:a16="http://schemas.microsoft.com/office/drawing/2014/main" id="{854FB964-7B85-7C92-7F7F-085FDC4E31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18338" y="2565400"/>
                <a:ext cx="85725" cy="220663"/>
              </a:xfrm>
              <a:custGeom>
                <a:avLst/>
                <a:gdLst>
                  <a:gd name="T0" fmla="*/ 181 w 271"/>
                  <a:gd name="T1" fmla="*/ 60 h 691"/>
                  <a:gd name="T2" fmla="*/ 182 w 271"/>
                  <a:gd name="T3" fmla="*/ 46 h 691"/>
                  <a:gd name="T4" fmla="*/ 187 w 271"/>
                  <a:gd name="T5" fmla="*/ 37 h 691"/>
                  <a:gd name="T6" fmla="*/ 197 w 271"/>
                  <a:gd name="T7" fmla="*/ 31 h 691"/>
                  <a:gd name="T8" fmla="*/ 211 w 271"/>
                  <a:gd name="T9" fmla="*/ 30 h 691"/>
                  <a:gd name="T10" fmla="*/ 225 w 271"/>
                  <a:gd name="T11" fmla="*/ 31 h 691"/>
                  <a:gd name="T12" fmla="*/ 234 w 271"/>
                  <a:gd name="T13" fmla="*/ 37 h 691"/>
                  <a:gd name="T14" fmla="*/ 239 w 271"/>
                  <a:gd name="T15" fmla="*/ 46 h 691"/>
                  <a:gd name="T16" fmla="*/ 241 w 271"/>
                  <a:gd name="T17" fmla="*/ 60 h 691"/>
                  <a:gd name="T18" fmla="*/ 181 w 271"/>
                  <a:gd name="T19" fmla="*/ 661 h 691"/>
                  <a:gd name="T20" fmla="*/ 204 w 271"/>
                  <a:gd name="T21" fmla="*/ 0 h 691"/>
                  <a:gd name="T22" fmla="*/ 191 w 271"/>
                  <a:gd name="T23" fmla="*/ 3 h 691"/>
                  <a:gd name="T24" fmla="*/ 180 w 271"/>
                  <a:gd name="T25" fmla="*/ 6 h 691"/>
                  <a:gd name="T26" fmla="*/ 170 w 271"/>
                  <a:gd name="T27" fmla="*/ 12 h 691"/>
                  <a:gd name="T28" fmla="*/ 163 w 271"/>
                  <a:gd name="T29" fmla="*/ 20 h 691"/>
                  <a:gd name="T30" fmla="*/ 156 w 271"/>
                  <a:gd name="T31" fmla="*/ 29 h 691"/>
                  <a:gd name="T32" fmla="*/ 153 w 271"/>
                  <a:gd name="T33" fmla="*/ 40 h 691"/>
                  <a:gd name="T34" fmla="*/ 151 w 271"/>
                  <a:gd name="T35" fmla="*/ 53 h 691"/>
                  <a:gd name="T36" fmla="*/ 151 w 271"/>
                  <a:gd name="T37" fmla="*/ 481 h 691"/>
                  <a:gd name="T38" fmla="*/ 73 w 271"/>
                  <a:gd name="T39" fmla="*/ 481 h 691"/>
                  <a:gd name="T40" fmla="*/ 67 w 271"/>
                  <a:gd name="T41" fmla="*/ 484 h 691"/>
                  <a:gd name="T42" fmla="*/ 63 w 271"/>
                  <a:gd name="T43" fmla="*/ 488 h 691"/>
                  <a:gd name="T44" fmla="*/ 61 w 271"/>
                  <a:gd name="T45" fmla="*/ 493 h 691"/>
                  <a:gd name="T46" fmla="*/ 61 w 271"/>
                  <a:gd name="T47" fmla="*/ 500 h 691"/>
                  <a:gd name="T48" fmla="*/ 63 w 271"/>
                  <a:gd name="T49" fmla="*/ 505 h 691"/>
                  <a:gd name="T50" fmla="*/ 67 w 271"/>
                  <a:gd name="T51" fmla="*/ 508 h 691"/>
                  <a:gd name="T52" fmla="*/ 73 w 271"/>
                  <a:gd name="T53" fmla="*/ 510 h 691"/>
                  <a:gd name="T54" fmla="*/ 151 w 271"/>
                  <a:gd name="T55" fmla="*/ 511 h 691"/>
                  <a:gd name="T56" fmla="*/ 15 w 271"/>
                  <a:gd name="T57" fmla="*/ 661 h 691"/>
                  <a:gd name="T58" fmla="*/ 10 w 271"/>
                  <a:gd name="T59" fmla="*/ 662 h 691"/>
                  <a:gd name="T60" fmla="*/ 4 w 271"/>
                  <a:gd name="T61" fmla="*/ 666 h 691"/>
                  <a:gd name="T62" fmla="*/ 1 w 271"/>
                  <a:gd name="T63" fmla="*/ 671 h 691"/>
                  <a:gd name="T64" fmla="*/ 0 w 271"/>
                  <a:gd name="T65" fmla="*/ 676 h 691"/>
                  <a:gd name="T66" fmla="*/ 1 w 271"/>
                  <a:gd name="T67" fmla="*/ 683 h 691"/>
                  <a:gd name="T68" fmla="*/ 4 w 271"/>
                  <a:gd name="T69" fmla="*/ 687 h 691"/>
                  <a:gd name="T70" fmla="*/ 10 w 271"/>
                  <a:gd name="T71" fmla="*/ 690 h 691"/>
                  <a:gd name="T72" fmla="*/ 15 w 271"/>
                  <a:gd name="T73" fmla="*/ 691 h 691"/>
                  <a:gd name="T74" fmla="*/ 256 w 271"/>
                  <a:gd name="T75" fmla="*/ 691 h 691"/>
                  <a:gd name="T76" fmla="*/ 261 w 271"/>
                  <a:gd name="T77" fmla="*/ 690 h 691"/>
                  <a:gd name="T78" fmla="*/ 267 w 271"/>
                  <a:gd name="T79" fmla="*/ 687 h 691"/>
                  <a:gd name="T80" fmla="*/ 270 w 271"/>
                  <a:gd name="T81" fmla="*/ 683 h 691"/>
                  <a:gd name="T82" fmla="*/ 271 w 271"/>
                  <a:gd name="T83" fmla="*/ 676 h 691"/>
                  <a:gd name="T84" fmla="*/ 271 w 271"/>
                  <a:gd name="T85" fmla="*/ 53 h 691"/>
                  <a:gd name="T86" fmla="*/ 269 w 271"/>
                  <a:gd name="T87" fmla="*/ 40 h 691"/>
                  <a:gd name="T88" fmla="*/ 265 w 271"/>
                  <a:gd name="T89" fmla="*/ 29 h 691"/>
                  <a:gd name="T90" fmla="*/ 259 w 271"/>
                  <a:gd name="T91" fmla="*/ 20 h 691"/>
                  <a:gd name="T92" fmla="*/ 251 w 271"/>
                  <a:gd name="T93" fmla="*/ 12 h 691"/>
                  <a:gd name="T94" fmla="*/ 242 w 271"/>
                  <a:gd name="T95" fmla="*/ 6 h 691"/>
                  <a:gd name="T96" fmla="*/ 230 w 271"/>
                  <a:gd name="T97" fmla="*/ 3 h 691"/>
                  <a:gd name="T98" fmla="*/ 217 w 271"/>
                  <a:gd name="T99" fmla="*/ 0 h 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71" h="691">
                    <a:moveTo>
                      <a:pt x="181" y="661"/>
                    </a:moveTo>
                    <a:lnTo>
                      <a:pt x="181" y="60"/>
                    </a:lnTo>
                    <a:lnTo>
                      <a:pt x="181" y="53"/>
                    </a:lnTo>
                    <a:lnTo>
                      <a:pt x="182" y="46"/>
                    </a:lnTo>
                    <a:lnTo>
                      <a:pt x="184" y="41"/>
                    </a:lnTo>
                    <a:lnTo>
                      <a:pt x="187" y="37"/>
                    </a:lnTo>
                    <a:lnTo>
                      <a:pt x="192" y="34"/>
                    </a:lnTo>
                    <a:lnTo>
                      <a:pt x="197" y="31"/>
                    </a:lnTo>
                    <a:lnTo>
                      <a:pt x="204" y="30"/>
                    </a:lnTo>
                    <a:lnTo>
                      <a:pt x="211" y="30"/>
                    </a:lnTo>
                    <a:lnTo>
                      <a:pt x="219" y="30"/>
                    </a:lnTo>
                    <a:lnTo>
                      <a:pt x="225" y="31"/>
                    </a:lnTo>
                    <a:lnTo>
                      <a:pt x="229" y="34"/>
                    </a:lnTo>
                    <a:lnTo>
                      <a:pt x="234" y="37"/>
                    </a:lnTo>
                    <a:lnTo>
                      <a:pt x="237" y="41"/>
                    </a:lnTo>
                    <a:lnTo>
                      <a:pt x="239" y="46"/>
                    </a:lnTo>
                    <a:lnTo>
                      <a:pt x="240" y="53"/>
                    </a:lnTo>
                    <a:lnTo>
                      <a:pt x="241" y="60"/>
                    </a:lnTo>
                    <a:lnTo>
                      <a:pt x="241" y="661"/>
                    </a:lnTo>
                    <a:lnTo>
                      <a:pt x="181" y="661"/>
                    </a:lnTo>
                    <a:close/>
                    <a:moveTo>
                      <a:pt x="211" y="0"/>
                    </a:moveTo>
                    <a:lnTo>
                      <a:pt x="204" y="0"/>
                    </a:lnTo>
                    <a:lnTo>
                      <a:pt x="197" y="0"/>
                    </a:lnTo>
                    <a:lnTo>
                      <a:pt x="191" y="3"/>
                    </a:lnTo>
                    <a:lnTo>
                      <a:pt x="185" y="4"/>
                    </a:lnTo>
                    <a:lnTo>
                      <a:pt x="180" y="6"/>
                    </a:lnTo>
                    <a:lnTo>
                      <a:pt x="175" y="9"/>
                    </a:lnTo>
                    <a:lnTo>
                      <a:pt x="170" y="12"/>
                    </a:lnTo>
                    <a:lnTo>
                      <a:pt x="166" y="15"/>
                    </a:lnTo>
                    <a:lnTo>
                      <a:pt x="163" y="20"/>
                    </a:lnTo>
                    <a:lnTo>
                      <a:pt x="160" y="24"/>
                    </a:lnTo>
                    <a:lnTo>
                      <a:pt x="156" y="29"/>
                    </a:lnTo>
                    <a:lnTo>
                      <a:pt x="154" y="35"/>
                    </a:lnTo>
                    <a:lnTo>
                      <a:pt x="153" y="40"/>
                    </a:lnTo>
                    <a:lnTo>
                      <a:pt x="152" y="46"/>
                    </a:lnTo>
                    <a:lnTo>
                      <a:pt x="151" y="53"/>
                    </a:lnTo>
                    <a:lnTo>
                      <a:pt x="151" y="60"/>
                    </a:lnTo>
                    <a:lnTo>
                      <a:pt x="151" y="481"/>
                    </a:lnTo>
                    <a:lnTo>
                      <a:pt x="75" y="481"/>
                    </a:lnTo>
                    <a:lnTo>
                      <a:pt x="73" y="481"/>
                    </a:lnTo>
                    <a:lnTo>
                      <a:pt x="70" y="482"/>
                    </a:lnTo>
                    <a:lnTo>
                      <a:pt x="67" y="484"/>
                    </a:lnTo>
                    <a:lnTo>
                      <a:pt x="65" y="486"/>
                    </a:lnTo>
                    <a:lnTo>
                      <a:pt x="63" y="488"/>
                    </a:lnTo>
                    <a:lnTo>
                      <a:pt x="61" y="490"/>
                    </a:lnTo>
                    <a:lnTo>
                      <a:pt x="61" y="493"/>
                    </a:lnTo>
                    <a:lnTo>
                      <a:pt x="60" y="496"/>
                    </a:lnTo>
                    <a:lnTo>
                      <a:pt x="61" y="500"/>
                    </a:lnTo>
                    <a:lnTo>
                      <a:pt x="61" y="502"/>
                    </a:lnTo>
                    <a:lnTo>
                      <a:pt x="63" y="505"/>
                    </a:lnTo>
                    <a:lnTo>
                      <a:pt x="65" y="507"/>
                    </a:lnTo>
                    <a:lnTo>
                      <a:pt x="67" y="508"/>
                    </a:lnTo>
                    <a:lnTo>
                      <a:pt x="70" y="510"/>
                    </a:lnTo>
                    <a:lnTo>
                      <a:pt x="73" y="510"/>
                    </a:lnTo>
                    <a:lnTo>
                      <a:pt x="75" y="511"/>
                    </a:lnTo>
                    <a:lnTo>
                      <a:pt x="151" y="511"/>
                    </a:lnTo>
                    <a:lnTo>
                      <a:pt x="151" y="661"/>
                    </a:lnTo>
                    <a:lnTo>
                      <a:pt x="15" y="661"/>
                    </a:lnTo>
                    <a:lnTo>
                      <a:pt x="12" y="661"/>
                    </a:lnTo>
                    <a:lnTo>
                      <a:pt x="10" y="662"/>
                    </a:lnTo>
                    <a:lnTo>
                      <a:pt x="6" y="663"/>
                    </a:lnTo>
                    <a:lnTo>
                      <a:pt x="4" y="666"/>
                    </a:lnTo>
                    <a:lnTo>
                      <a:pt x="3" y="668"/>
                    </a:lnTo>
                    <a:lnTo>
                      <a:pt x="1" y="671"/>
                    </a:lnTo>
                    <a:lnTo>
                      <a:pt x="1" y="673"/>
                    </a:lnTo>
                    <a:lnTo>
                      <a:pt x="0" y="676"/>
                    </a:lnTo>
                    <a:lnTo>
                      <a:pt x="1" y="680"/>
                    </a:lnTo>
                    <a:lnTo>
                      <a:pt x="1" y="683"/>
                    </a:lnTo>
                    <a:lnTo>
                      <a:pt x="3" y="685"/>
                    </a:lnTo>
                    <a:lnTo>
                      <a:pt x="4" y="687"/>
                    </a:lnTo>
                    <a:lnTo>
                      <a:pt x="6" y="689"/>
                    </a:lnTo>
                    <a:lnTo>
                      <a:pt x="10" y="690"/>
                    </a:lnTo>
                    <a:lnTo>
                      <a:pt x="12" y="691"/>
                    </a:lnTo>
                    <a:lnTo>
                      <a:pt x="15" y="691"/>
                    </a:lnTo>
                    <a:lnTo>
                      <a:pt x="166" y="691"/>
                    </a:lnTo>
                    <a:lnTo>
                      <a:pt x="256" y="691"/>
                    </a:lnTo>
                    <a:lnTo>
                      <a:pt x="259" y="691"/>
                    </a:lnTo>
                    <a:lnTo>
                      <a:pt x="261" y="690"/>
                    </a:lnTo>
                    <a:lnTo>
                      <a:pt x="265" y="689"/>
                    </a:lnTo>
                    <a:lnTo>
                      <a:pt x="267" y="687"/>
                    </a:lnTo>
                    <a:lnTo>
                      <a:pt x="268" y="685"/>
                    </a:lnTo>
                    <a:lnTo>
                      <a:pt x="270" y="683"/>
                    </a:lnTo>
                    <a:lnTo>
                      <a:pt x="271" y="680"/>
                    </a:lnTo>
                    <a:lnTo>
                      <a:pt x="271" y="676"/>
                    </a:lnTo>
                    <a:lnTo>
                      <a:pt x="271" y="60"/>
                    </a:lnTo>
                    <a:lnTo>
                      <a:pt x="271" y="53"/>
                    </a:lnTo>
                    <a:lnTo>
                      <a:pt x="270" y="46"/>
                    </a:lnTo>
                    <a:lnTo>
                      <a:pt x="269" y="40"/>
                    </a:lnTo>
                    <a:lnTo>
                      <a:pt x="267" y="35"/>
                    </a:lnTo>
                    <a:lnTo>
                      <a:pt x="265" y="29"/>
                    </a:lnTo>
                    <a:lnTo>
                      <a:pt x="262" y="24"/>
                    </a:lnTo>
                    <a:lnTo>
                      <a:pt x="259" y="20"/>
                    </a:lnTo>
                    <a:lnTo>
                      <a:pt x="255" y="15"/>
                    </a:lnTo>
                    <a:lnTo>
                      <a:pt x="251" y="12"/>
                    </a:lnTo>
                    <a:lnTo>
                      <a:pt x="246" y="9"/>
                    </a:lnTo>
                    <a:lnTo>
                      <a:pt x="242" y="6"/>
                    </a:lnTo>
                    <a:lnTo>
                      <a:pt x="237" y="4"/>
                    </a:lnTo>
                    <a:lnTo>
                      <a:pt x="230" y="3"/>
                    </a:lnTo>
                    <a:lnTo>
                      <a:pt x="224" y="0"/>
                    </a:lnTo>
                    <a:lnTo>
                      <a:pt x="217" y="0"/>
                    </a:lnTo>
                    <a:lnTo>
                      <a:pt x="21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226">
                <a:extLst>
                  <a:ext uri="{FF2B5EF4-FFF2-40B4-BE49-F238E27FC236}">
                    <a16:creationId xmlns:a16="http://schemas.microsoft.com/office/drawing/2014/main" id="{815A2DA8-3621-A294-91FA-B5D23758A3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13588" y="2584450"/>
                <a:ext cx="190500" cy="201613"/>
              </a:xfrm>
              <a:custGeom>
                <a:avLst/>
                <a:gdLst>
                  <a:gd name="T0" fmla="*/ 530 w 601"/>
                  <a:gd name="T1" fmla="*/ 499 h 631"/>
                  <a:gd name="T2" fmla="*/ 486 w 601"/>
                  <a:gd name="T3" fmla="*/ 458 h 631"/>
                  <a:gd name="T4" fmla="*/ 424 w 601"/>
                  <a:gd name="T5" fmla="*/ 456 h 631"/>
                  <a:gd name="T6" fmla="*/ 376 w 601"/>
                  <a:gd name="T7" fmla="*/ 491 h 631"/>
                  <a:gd name="T8" fmla="*/ 327 w 601"/>
                  <a:gd name="T9" fmla="*/ 541 h 631"/>
                  <a:gd name="T10" fmla="*/ 322 w 601"/>
                  <a:gd name="T11" fmla="*/ 466 h 631"/>
                  <a:gd name="T12" fmla="*/ 285 w 601"/>
                  <a:gd name="T13" fmla="*/ 417 h 631"/>
                  <a:gd name="T14" fmla="*/ 520 w 601"/>
                  <a:gd name="T15" fmla="*/ 330 h 631"/>
                  <a:gd name="T16" fmla="*/ 427 w 601"/>
                  <a:gd name="T17" fmla="*/ 597 h 631"/>
                  <a:gd name="T18" fmla="*/ 399 w 601"/>
                  <a:gd name="T19" fmla="*/ 570 h 631"/>
                  <a:gd name="T20" fmla="*/ 392 w 601"/>
                  <a:gd name="T21" fmla="*/ 530 h 631"/>
                  <a:gd name="T22" fmla="*/ 412 w 601"/>
                  <a:gd name="T23" fmla="*/ 495 h 631"/>
                  <a:gd name="T24" fmla="*/ 451 w 601"/>
                  <a:gd name="T25" fmla="*/ 481 h 631"/>
                  <a:gd name="T26" fmla="*/ 490 w 601"/>
                  <a:gd name="T27" fmla="*/ 495 h 631"/>
                  <a:gd name="T28" fmla="*/ 510 w 601"/>
                  <a:gd name="T29" fmla="*/ 530 h 631"/>
                  <a:gd name="T30" fmla="*/ 503 w 601"/>
                  <a:gd name="T31" fmla="*/ 570 h 631"/>
                  <a:gd name="T32" fmla="*/ 475 w 601"/>
                  <a:gd name="T33" fmla="*/ 597 h 631"/>
                  <a:gd name="T34" fmla="*/ 192 w 601"/>
                  <a:gd name="T35" fmla="*/ 599 h 631"/>
                  <a:gd name="T36" fmla="*/ 140 w 601"/>
                  <a:gd name="T37" fmla="*/ 568 h 631"/>
                  <a:gd name="T38" fmla="*/ 120 w 601"/>
                  <a:gd name="T39" fmla="*/ 511 h 631"/>
                  <a:gd name="T40" fmla="*/ 140 w 601"/>
                  <a:gd name="T41" fmla="*/ 454 h 631"/>
                  <a:gd name="T42" fmla="*/ 192 w 601"/>
                  <a:gd name="T43" fmla="*/ 422 h 631"/>
                  <a:gd name="T44" fmla="*/ 254 w 601"/>
                  <a:gd name="T45" fmla="*/ 432 h 631"/>
                  <a:gd name="T46" fmla="*/ 294 w 601"/>
                  <a:gd name="T47" fmla="*/ 476 h 631"/>
                  <a:gd name="T48" fmla="*/ 297 w 601"/>
                  <a:gd name="T49" fmla="*/ 538 h 631"/>
                  <a:gd name="T50" fmla="*/ 260 w 601"/>
                  <a:gd name="T51" fmla="*/ 586 h 631"/>
                  <a:gd name="T52" fmla="*/ 30 w 601"/>
                  <a:gd name="T53" fmla="*/ 541 h 631"/>
                  <a:gd name="T54" fmla="*/ 195 w 601"/>
                  <a:gd name="T55" fmla="*/ 285 h 631"/>
                  <a:gd name="T56" fmla="*/ 210 w 601"/>
                  <a:gd name="T57" fmla="*/ 268 h 631"/>
                  <a:gd name="T58" fmla="*/ 168 w 601"/>
                  <a:gd name="T59" fmla="*/ 223 h 631"/>
                  <a:gd name="T60" fmla="*/ 151 w 601"/>
                  <a:gd name="T61" fmla="*/ 232 h 631"/>
                  <a:gd name="T62" fmla="*/ 160 w 601"/>
                  <a:gd name="T63" fmla="*/ 254 h 631"/>
                  <a:gd name="T64" fmla="*/ 41 w 601"/>
                  <a:gd name="T65" fmla="*/ 279 h 631"/>
                  <a:gd name="T66" fmla="*/ 88 w 601"/>
                  <a:gd name="T67" fmla="*/ 177 h 631"/>
                  <a:gd name="T68" fmla="*/ 164 w 601"/>
                  <a:gd name="T69" fmla="*/ 97 h 631"/>
                  <a:gd name="T70" fmla="*/ 264 w 601"/>
                  <a:gd name="T71" fmla="*/ 45 h 631"/>
                  <a:gd name="T72" fmla="*/ 451 w 601"/>
                  <a:gd name="T73" fmla="*/ 30 h 631"/>
                  <a:gd name="T74" fmla="*/ 490 w 601"/>
                  <a:gd name="T75" fmla="*/ 43 h 631"/>
                  <a:gd name="T76" fmla="*/ 510 w 601"/>
                  <a:gd name="T77" fmla="*/ 78 h 631"/>
                  <a:gd name="T78" fmla="*/ 436 w 601"/>
                  <a:gd name="T79" fmla="*/ 148 h 631"/>
                  <a:gd name="T80" fmla="*/ 422 w 601"/>
                  <a:gd name="T81" fmla="*/ 135 h 631"/>
                  <a:gd name="T82" fmla="*/ 406 w 601"/>
                  <a:gd name="T83" fmla="*/ 146 h 631"/>
                  <a:gd name="T84" fmla="*/ 219 w 601"/>
                  <a:gd name="T85" fmla="*/ 391 h 631"/>
                  <a:gd name="T86" fmla="*/ 153 w 601"/>
                  <a:gd name="T87" fmla="*/ 405 h 631"/>
                  <a:gd name="T88" fmla="*/ 100 w 601"/>
                  <a:gd name="T89" fmla="*/ 464 h 631"/>
                  <a:gd name="T90" fmla="*/ 30 w 601"/>
                  <a:gd name="T91" fmla="*/ 541 h 631"/>
                  <a:gd name="T92" fmla="*/ 535 w 601"/>
                  <a:gd name="T93" fmla="*/ 55 h 631"/>
                  <a:gd name="T94" fmla="*/ 494 w 601"/>
                  <a:gd name="T95" fmla="*/ 11 h 631"/>
                  <a:gd name="T96" fmla="*/ 343 w 601"/>
                  <a:gd name="T97" fmla="*/ 0 h 631"/>
                  <a:gd name="T98" fmla="*/ 222 w 601"/>
                  <a:gd name="T99" fmla="*/ 29 h 631"/>
                  <a:gd name="T100" fmla="*/ 120 w 601"/>
                  <a:gd name="T101" fmla="*/ 95 h 631"/>
                  <a:gd name="T102" fmla="*/ 44 w 601"/>
                  <a:gd name="T103" fmla="*/ 190 h 631"/>
                  <a:gd name="T104" fmla="*/ 4 w 601"/>
                  <a:gd name="T105" fmla="*/ 307 h 631"/>
                  <a:gd name="T106" fmla="*/ 2 w 601"/>
                  <a:gd name="T107" fmla="*/ 565 h 631"/>
                  <a:gd name="T108" fmla="*/ 115 w 601"/>
                  <a:gd name="T109" fmla="*/ 584 h 631"/>
                  <a:gd name="T110" fmla="*/ 194 w 601"/>
                  <a:gd name="T111" fmla="*/ 630 h 631"/>
                  <a:gd name="T112" fmla="*/ 257 w 601"/>
                  <a:gd name="T113" fmla="*/ 622 h 631"/>
                  <a:gd name="T114" fmla="*/ 372 w 601"/>
                  <a:gd name="T115" fmla="*/ 584 h 631"/>
                  <a:gd name="T116" fmla="*/ 437 w 601"/>
                  <a:gd name="T117" fmla="*/ 630 h 631"/>
                  <a:gd name="T118" fmla="*/ 492 w 601"/>
                  <a:gd name="T119" fmla="*/ 622 h 631"/>
                  <a:gd name="T120" fmla="*/ 589 w 601"/>
                  <a:gd name="T121" fmla="*/ 571 h 631"/>
                  <a:gd name="T122" fmla="*/ 601 w 601"/>
                  <a:gd name="T123" fmla="*/ 556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" h="631">
                    <a:moveTo>
                      <a:pt x="571" y="541"/>
                    </a:moveTo>
                    <a:lnTo>
                      <a:pt x="541" y="541"/>
                    </a:lnTo>
                    <a:lnTo>
                      <a:pt x="541" y="532"/>
                    </a:lnTo>
                    <a:lnTo>
                      <a:pt x="539" y="523"/>
                    </a:lnTo>
                    <a:lnTo>
                      <a:pt x="537" y="515"/>
                    </a:lnTo>
                    <a:lnTo>
                      <a:pt x="535" y="506"/>
                    </a:lnTo>
                    <a:lnTo>
                      <a:pt x="530" y="499"/>
                    </a:lnTo>
                    <a:lnTo>
                      <a:pt x="526" y="491"/>
                    </a:lnTo>
                    <a:lnTo>
                      <a:pt x="521" y="484"/>
                    </a:lnTo>
                    <a:lnTo>
                      <a:pt x="515" y="477"/>
                    </a:lnTo>
                    <a:lnTo>
                      <a:pt x="509" y="472"/>
                    </a:lnTo>
                    <a:lnTo>
                      <a:pt x="501" y="466"/>
                    </a:lnTo>
                    <a:lnTo>
                      <a:pt x="494" y="462"/>
                    </a:lnTo>
                    <a:lnTo>
                      <a:pt x="486" y="458"/>
                    </a:lnTo>
                    <a:lnTo>
                      <a:pt x="478" y="456"/>
                    </a:lnTo>
                    <a:lnTo>
                      <a:pt x="469" y="452"/>
                    </a:lnTo>
                    <a:lnTo>
                      <a:pt x="461" y="451"/>
                    </a:lnTo>
                    <a:lnTo>
                      <a:pt x="451" y="451"/>
                    </a:lnTo>
                    <a:lnTo>
                      <a:pt x="441" y="451"/>
                    </a:lnTo>
                    <a:lnTo>
                      <a:pt x="433" y="452"/>
                    </a:lnTo>
                    <a:lnTo>
                      <a:pt x="424" y="456"/>
                    </a:lnTo>
                    <a:lnTo>
                      <a:pt x="416" y="458"/>
                    </a:lnTo>
                    <a:lnTo>
                      <a:pt x="408" y="462"/>
                    </a:lnTo>
                    <a:lnTo>
                      <a:pt x="401" y="466"/>
                    </a:lnTo>
                    <a:lnTo>
                      <a:pt x="393" y="472"/>
                    </a:lnTo>
                    <a:lnTo>
                      <a:pt x="387" y="477"/>
                    </a:lnTo>
                    <a:lnTo>
                      <a:pt x="381" y="484"/>
                    </a:lnTo>
                    <a:lnTo>
                      <a:pt x="376" y="491"/>
                    </a:lnTo>
                    <a:lnTo>
                      <a:pt x="372" y="499"/>
                    </a:lnTo>
                    <a:lnTo>
                      <a:pt x="367" y="506"/>
                    </a:lnTo>
                    <a:lnTo>
                      <a:pt x="365" y="515"/>
                    </a:lnTo>
                    <a:lnTo>
                      <a:pt x="362" y="523"/>
                    </a:lnTo>
                    <a:lnTo>
                      <a:pt x="361" y="532"/>
                    </a:lnTo>
                    <a:lnTo>
                      <a:pt x="361" y="541"/>
                    </a:lnTo>
                    <a:lnTo>
                      <a:pt x="327" y="541"/>
                    </a:lnTo>
                    <a:lnTo>
                      <a:pt x="330" y="526"/>
                    </a:lnTo>
                    <a:lnTo>
                      <a:pt x="331" y="511"/>
                    </a:lnTo>
                    <a:lnTo>
                      <a:pt x="330" y="502"/>
                    </a:lnTo>
                    <a:lnTo>
                      <a:pt x="329" y="492"/>
                    </a:lnTo>
                    <a:lnTo>
                      <a:pt x="328" y="484"/>
                    </a:lnTo>
                    <a:lnTo>
                      <a:pt x="325" y="475"/>
                    </a:lnTo>
                    <a:lnTo>
                      <a:pt x="322" y="466"/>
                    </a:lnTo>
                    <a:lnTo>
                      <a:pt x="318" y="458"/>
                    </a:lnTo>
                    <a:lnTo>
                      <a:pt x="314" y="450"/>
                    </a:lnTo>
                    <a:lnTo>
                      <a:pt x="310" y="443"/>
                    </a:lnTo>
                    <a:lnTo>
                      <a:pt x="303" y="435"/>
                    </a:lnTo>
                    <a:lnTo>
                      <a:pt x="298" y="429"/>
                    </a:lnTo>
                    <a:lnTo>
                      <a:pt x="291" y="422"/>
                    </a:lnTo>
                    <a:lnTo>
                      <a:pt x="285" y="417"/>
                    </a:lnTo>
                    <a:lnTo>
                      <a:pt x="277" y="412"/>
                    </a:lnTo>
                    <a:lnTo>
                      <a:pt x="270" y="406"/>
                    </a:lnTo>
                    <a:lnTo>
                      <a:pt x="261" y="403"/>
                    </a:lnTo>
                    <a:lnTo>
                      <a:pt x="254" y="399"/>
                    </a:lnTo>
                    <a:lnTo>
                      <a:pt x="321" y="330"/>
                    </a:lnTo>
                    <a:lnTo>
                      <a:pt x="376" y="330"/>
                    </a:lnTo>
                    <a:lnTo>
                      <a:pt x="520" y="330"/>
                    </a:lnTo>
                    <a:lnTo>
                      <a:pt x="571" y="382"/>
                    </a:lnTo>
                    <a:lnTo>
                      <a:pt x="571" y="541"/>
                    </a:lnTo>
                    <a:close/>
                    <a:moveTo>
                      <a:pt x="451" y="601"/>
                    </a:moveTo>
                    <a:lnTo>
                      <a:pt x="445" y="601"/>
                    </a:lnTo>
                    <a:lnTo>
                      <a:pt x="439" y="600"/>
                    </a:lnTo>
                    <a:lnTo>
                      <a:pt x="433" y="599"/>
                    </a:lnTo>
                    <a:lnTo>
                      <a:pt x="427" y="597"/>
                    </a:lnTo>
                    <a:lnTo>
                      <a:pt x="422" y="594"/>
                    </a:lnTo>
                    <a:lnTo>
                      <a:pt x="418" y="591"/>
                    </a:lnTo>
                    <a:lnTo>
                      <a:pt x="412" y="587"/>
                    </a:lnTo>
                    <a:lnTo>
                      <a:pt x="408" y="584"/>
                    </a:lnTo>
                    <a:lnTo>
                      <a:pt x="405" y="580"/>
                    </a:lnTo>
                    <a:lnTo>
                      <a:pt x="401" y="575"/>
                    </a:lnTo>
                    <a:lnTo>
                      <a:pt x="399" y="570"/>
                    </a:lnTo>
                    <a:lnTo>
                      <a:pt x="395" y="565"/>
                    </a:lnTo>
                    <a:lnTo>
                      <a:pt x="393" y="560"/>
                    </a:lnTo>
                    <a:lnTo>
                      <a:pt x="392" y="553"/>
                    </a:lnTo>
                    <a:lnTo>
                      <a:pt x="391" y="548"/>
                    </a:lnTo>
                    <a:lnTo>
                      <a:pt x="391" y="541"/>
                    </a:lnTo>
                    <a:lnTo>
                      <a:pt x="391" y="535"/>
                    </a:lnTo>
                    <a:lnTo>
                      <a:pt x="392" y="530"/>
                    </a:lnTo>
                    <a:lnTo>
                      <a:pt x="393" y="523"/>
                    </a:lnTo>
                    <a:lnTo>
                      <a:pt x="395" y="518"/>
                    </a:lnTo>
                    <a:lnTo>
                      <a:pt x="399" y="512"/>
                    </a:lnTo>
                    <a:lnTo>
                      <a:pt x="401" y="508"/>
                    </a:lnTo>
                    <a:lnTo>
                      <a:pt x="405" y="503"/>
                    </a:lnTo>
                    <a:lnTo>
                      <a:pt x="408" y="499"/>
                    </a:lnTo>
                    <a:lnTo>
                      <a:pt x="412" y="495"/>
                    </a:lnTo>
                    <a:lnTo>
                      <a:pt x="418" y="491"/>
                    </a:lnTo>
                    <a:lnTo>
                      <a:pt x="422" y="489"/>
                    </a:lnTo>
                    <a:lnTo>
                      <a:pt x="427" y="486"/>
                    </a:lnTo>
                    <a:lnTo>
                      <a:pt x="433" y="484"/>
                    </a:lnTo>
                    <a:lnTo>
                      <a:pt x="439" y="482"/>
                    </a:lnTo>
                    <a:lnTo>
                      <a:pt x="445" y="481"/>
                    </a:lnTo>
                    <a:lnTo>
                      <a:pt x="451" y="481"/>
                    </a:lnTo>
                    <a:lnTo>
                      <a:pt x="457" y="481"/>
                    </a:lnTo>
                    <a:lnTo>
                      <a:pt x="463" y="482"/>
                    </a:lnTo>
                    <a:lnTo>
                      <a:pt x="469" y="484"/>
                    </a:lnTo>
                    <a:lnTo>
                      <a:pt x="475" y="486"/>
                    </a:lnTo>
                    <a:lnTo>
                      <a:pt x="480" y="489"/>
                    </a:lnTo>
                    <a:lnTo>
                      <a:pt x="484" y="491"/>
                    </a:lnTo>
                    <a:lnTo>
                      <a:pt x="490" y="495"/>
                    </a:lnTo>
                    <a:lnTo>
                      <a:pt x="494" y="499"/>
                    </a:lnTo>
                    <a:lnTo>
                      <a:pt x="497" y="503"/>
                    </a:lnTo>
                    <a:lnTo>
                      <a:pt x="501" y="508"/>
                    </a:lnTo>
                    <a:lnTo>
                      <a:pt x="503" y="512"/>
                    </a:lnTo>
                    <a:lnTo>
                      <a:pt x="507" y="518"/>
                    </a:lnTo>
                    <a:lnTo>
                      <a:pt x="509" y="523"/>
                    </a:lnTo>
                    <a:lnTo>
                      <a:pt x="510" y="530"/>
                    </a:lnTo>
                    <a:lnTo>
                      <a:pt x="511" y="535"/>
                    </a:lnTo>
                    <a:lnTo>
                      <a:pt x="511" y="541"/>
                    </a:lnTo>
                    <a:lnTo>
                      <a:pt x="511" y="548"/>
                    </a:lnTo>
                    <a:lnTo>
                      <a:pt x="510" y="553"/>
                    </a:lnTo>
                    <a:lnTo>
                      <a:pt x="509" y="560"/>
                    </a:lnTo>
                    <a:lnTo>
                      <a:pt x="507" y="565"/>
                    </a:lnTo>
                    <a:lnTo>
                      <a:pt x="503" y="570"/>
                    </a:lnTo>
                    <a:lnTo>
                      <a:pt x="501" y="575"/>
                    </a:lnTo>
                    <a:lnTo>
                      <a:pt x="497" y="580"/>
                    </a:lnTo>
                    <a:lnTo>
                      <a:pt x="494" y="584"/>
                    </a:lnTo>
                    <a:lnTo>
                      <a:pt x="490" y="587"/>
                    </a:lnTo>
                    <a:lnTo>
                      <a:pt x="484" y="591"/>
                    </a:lnTo>
                    <a:lnTo>
                      <a:pt x="480" y="594"/>
                    </a:lnTo>
                    <a:lnTo>
                      <a:pt x="475" y="597"/>
                    </a:lnTo>
                    <a:lnTo>
                      <a:pt x="469" y="599"/>
                    </a:lnTo>
                    <a:lnTo>
                      <a:pt x="463" y="600"/>
                    </a:lnTo>
                    <a:lnTo>
                      <a:pt x="457" y="601"/>
                    </a:lnTo>
                    <a:lnTo>
                      <a:pt x="451" y="601"/>
                    </a:lnTo>
                    <a:close/>
                    <a:moveTo>
                      <a:pt x="210" y="601"/>
                    </a:moveTo>
                    <a:lnTo>
                      <a:pt x="201" y="601"/>
                    </a:lnTo>
                    <a:lnTo>
                      <a:pt x="192" y="599"/>
                    </a:lnTo>
                    <a:lnTo>
                      <a:pt x="183" y="597"/>
                    </a:lnTo>
                    <a:lnTo>
                      <a:pt x="176" y="594"/>
                    </a:lnTo>
                    <a:lnTo>
                      <a:pt x="167" y="591"/>
                    </a:lnTo>
                    <a:lnTo>
                      <a:pt x="160" y="586"/>
                    </a:lnTo>
                    <a:lnTo>
                      <a:pt x="153" y="581"/>
                    </a:lnTo>
                    <a:lnTo>
                      <a:pt x="147" y="575"/>
                    </a:lnTo>
                    <a:lnTo>
                      <a:pt x="140" y="568"/>
                    </a:lnTo>
                    <a:lnTo>
                      <a:pt x="136" y="562"/>
                    </a:lnTo>
                    <a:lnTo>
                      <a:pt x="131" y="554"/>
                    </a:lnTo>
                    <a:lnTo>
                      <a:pt x="127" y="547"/>
                    </a:lnTo>
                    <a:lnTo>
                      <a:pt x="124" y="538"/>
                    </a:lnTo>
                    <a:lnTo>
                      <a:pt x="122" y="530"/>
                    </a:lnTo>
                    <a:lnTo>
                      <a:pt x="121" y="520"/>
                    </a:lnTo>
                    <a:lnTo>
                      <a:pt x="120" y="511"/>
                    </a:lnTo>
                    <a:lnTo>
                      <a:pt x="121" y="502"/>
                    </a:lnTo>
                    <a:lnTo>
                      <a:pt x="122" y="493"/>
                    </a:lnTo>
                    <a:lnTo>
                      <a:pt x="124" y="485"/>
                    </a:lnTo>
                    <a:lnTo>
                      <a:pt x="127" y="476"/>
                    </a:lnTo>
                    <a:lnTo>
                      <a:pt x="131" y="469"/>
                    </a:lnTo>
                    <a:lnTo>
                      <a:pt x="136" y="461"/>
                    </a:lnTo>
                    <a:lnTo>
                      <a:pt x="140" y="454"/>
                    </a:lnTo>
                    <a:lnTo>
                      <a:pt x="147" y="447"/>
                    </a:lnTo>
                    <a:lnTo>
                      <a:pt x="153" y="442"/>
                    </a:lnTo>
                    <a:lnTo>
                      <a:pt x="160" y="436"/>
                    </a:lnTo>
                    <a:lnTo>
                      <a:pt x="167" y="432"/>
                    </a:lnTo>
                    <a:lnTo>
                      <a:pt x="176" y="428"/>
                    </a:lnTo>
                    <a:lnTo>
                      <a:pt x="183" y="425"/>
                    </a:lnTo>
                    <a:lnTo>
                      <a:pt x="192" y="422"/>
                    </a:lnTo>
                    <a:lnTo>
                      <a:pt x="201" y="421"/>
                    </a:lnTo>
                    <a:lnTo>
                      <a:pt x="210" y="421"/>
                    </a:lnTo>
                    <a:lnTo>
                      <a:pt x="220" y="421"/>
                    </a:lnTo>
                    <a:lnTo>
                      <a:pt x="228" y="422"/>
                    </a:lnTo>
                    <a:lnTo>
                      <a:pt x="237" y="425"/>
                    </a:lnTo>
                    <a:lnTo>
                      <a:pt x="245" y="428"/>
                    </a:lnTo>
                    <a:lnTo>
                      <a:pt x="254" y="432"/>
                    </a:lnTo>
                    <a:lnTo>
                      <a:pt x="260" y="436"/>
                    </a:lnTo>
                    <a:lnTo>
                      <a:pt x="268" y="442"/>
                    </a:lnTo>
                    <a:lnTo>
                      <a:pt x="274" y="447"/>
                    </a:lnTo>
                    <a:lnTo>
                      <a:pt x="280" y="454"/>
                    </a:lnTo>
                    <a:lnTo>
                      <a:pt x="285" y="461"/>
                    </a:lnTo>
                    <a:lnTo>
                      <a:pt x="289" y="469"/>
                    </a:lnTo>
                    <a:lnTo>
                      <a:pt x="294" y="476"/>
                    </a:lnTo>
                    <a:lnTo>
                      <a:pt x="297" y="485"/>
                    </a:lnTo>
                    <a:lnTo>
                      <a:pt x="299" y="493"/>
                    </a:lnTo>
                    <a:lnTo>
                      <a:pt x="300" y="502"/>
                    </a:lnTo>
                    <a:lnTo>
                      <a:pt x="301" y="511"/>
                    </a:lnTo>
                    <a:lnTo>
                      <a:pt x="300" y="520"/>
                    </a:lnTo>
                    <a:lnTo>
                      <a:pt x="299" y="530"/>
                    </a:lnTo>
                    <a:lnTo>
                      <a:pt x="297" y="538"/>
                    </a:lnTo>
                    <a:lnTo>
                      <a:pt x="294" y="547"/>
                    </a:lnTo>
                    <a:lnTo>
                      <a:pt x="289" y="554"/>
                    </a:lnTo>
                    <a:lnTo>
                      <a:pt x="285" y="562"/>
                    </a:lnTo>
                    <a:lnTo>
                      <a:pt x="280" y="568"/>
                    </a:lnTo>
                    <a:lnTo>
                      <a:pt x="274" y="575"/>
                    </a:lnTo>
                    <a:lnTo>
                      <a:pt x="268" y="581"/>
                    </a:lnTo>
                    <a:lnTo>
                      <a:pt x="260" y="586"/>
                    </a:lnTo>
                    <a:lnTo>
                      <a:pt x="254" y="591"/>
                    </a:lnTo>
                    <a:lnTo>
                      <a:pt x="245" y="594"/>
                    </a:lnTo>
                    <a:lnTo>
                      <a:pt x="237" y="597"/>
                    </a:lnTo>
                    <a:lnTo>
                      <a:pt x="228" y="599"/>
                    </a:lnTo>
                    <a:lnTo>
                      <a:pt x="220" y="601"/>
                    </a:lnTo>
                    <a:lnTo>
                      <a:pt x="210" y="601"/>
                    </a:lnTo>
                    <a:close/>
                    <a:moveTo>
                      <a:pt x="30" y="541"/>
                    </a:moveTo>
                    <a:lnTo>
                      <a:pt x="30" y="427"/>
                    </a:lnTo>
                    <a:lnTo>
                      <a:pt x="181" y="277"/>
                    </a:lnTo>
                    <a:lnTo>
                      <a:pt x="184" y="281"/>
                    </a:lnTo>
                    <a:lnTo>
                      <a:pt x="186" y="283"/>
                    </a:lnTo>
                    <a:lnTo>
                      <a:pt x="190" y="284"/>
                    </a:lnTo>
                    <a:lnTo>
                      <a:pt x="193" y="285"/>
                    </a:lnTo>
                    <a:lnTo>
                      <a:pt x="195" y="285"/>
                    </a:lnTo>
                    <a:lnTo>
                      <a:pt x="200" y="284"/>
                    </a:lnTo>
                    <a:lnTo>
                      <a:pt x="206" y="282"/>
                    </a:lnTo>
                    <a:lnTo>
                      <a:pt x="208" y="279"/>
                    </a:lnTo>
                    <a:lnTo>
                      <a:pt x="209" y="277"/>
                    </a:lnTo>
                    <a:lnTo>
                      <a:pt x="210" y="274"/>
                    </a:lnTo>
                    <a:lnTo>
                      <a:pt x="210" y="271"/>
                    </a:lnTo>
                    <a:lnTo>
                      <a:pt x="210" y="268"/>
                    </a:lnTo>
                    <a:lnTo>
                      <a:pt x="210" y="265"/>
                    </a:lnTo>
                    <a:lnTo>
                      <a:pt x="208" y="263"/>
                    </a:lnTo>
                    <a:lnTo>
                      <a:pt x="207" y="261"/>
                    </a:lnTo>
                    <a:lnTo>
                      <a:pt x="176" y="227"/>
                    </a:lnTo>
                    <a:lnTo>
                      <a:pt x="174" y="225"/>
                    </a:lnTo>
                    <a:lnTo>
                      <a:pt x="170" y="223"/>
                    </a:lnTo>
                    <a:lnTo>
                      <a:pt x="168" y="223"/>
                    </a:lnTo>
                    <a:lnTo>
                      <a:pt x="165" y="222"/>
                    </a:lnTo>
                    <a:lnTo>
                      <a:pt x="162" y="222"/>
                    </a:lnTo>
                    <a:lnTo>
                      <a:pt x="160" y="223"/>
                    </a:lnTo>
                    <a:lnTo>
                      <a:pt x="156" y="224"/>
                    </a:lnTo>
                    <a:lnTo>
                      <a:pt x="154" y="226"/>
                    </a:lnTo>
                    <a:lnTo>
                      <a:pt x="152" y="229"/>
                    </a:lnTo>
                    <a:lnTo>
                      <a:pt x="151" y="232"/>
                    </a:lnTo>
                    <a:lnTo>
                      <a:pt x="150" y="234"/>
                    </a:lnTo>
                    <a:lnTo>
                      <a:pt x="149" y="237"/>
                    </a:lnTo>
                    <a:lnTo>
                      <a:pt x="150" y="239"/>
                    </a:lnTo>
                    <a:lnTo>
                      <a:pt x="150" y="242"/>
                    </a:lnTo>
                    <a:lnTo>
                      <a:pt x="151" y="246"/>
                    </a:lnTo>
                    <a:lnTo>
                      <a:pt x="153" y="248"/>
                    </a:lnTo>
                    <a:lnTo>
                      <a:pt x="160" y="254"/>
                    </a:lnTo>
                    <a:lnTo>
                      <a:pt x="30" y="385"/>
                    </a:lnTo>
                    <a:lnTo>
                      <a:pt x="30" y="360"/>
                    </a:lnTo>
                    <a:lnTo>
                      <a:pt x="30" y="344"/>
                    </a:lnTo>
                    <a:lnTo>
                      <a:pt x="32" y="327"/>
                    </a:lnTo>
                    <a:lnTo>
                      <a:pt x="34" y="311"/>
                    </a:lnTo>
                    <a:lnTo>
                      <a:pt x="36" y="295"/>
                    </a:lnTo>
                    <a:lnTo>
                      <a:pt x="41" y="279"/>
                    </a:lnTo>
                    <a:lnTo>
                      <a:pt x="45" y="264"/>
                    </a:lnTo>
                    <a:lnTo>
                      <a:pt x="50" y="249"/>
                    </a:lnTo>
                    <a:lnTo>
                      <a:pt x="57" y="234"/>
                    </a:lnTo>
                    <a:lnTo>
                      <a:pt x="63" y="219"/>
                    </a:lnTo>
                    <a:lnTo>
                      <a:pt x="71" y="205"/>
                    </a:lnTo>
                    <a:lnTo>
                      <a:pt x="78" y="191"/>
                    </a:lnTo>
                    <a:lnTo>
                      <a:pt x="88" y="177"/>
                    </a:lnTo>
                    <a:lnTo>
                      <a:pt x="96" y="164"/>
                    </a:lnTo>
                    <a:lnTo>
                      <a:pt x="107" y="151"/>
                    </a:lnTo>
                    <a:lnTo>
                      <a:pt x="117" y="140"/>
                    </a:lnTo>
                    <a:lnTo>
                      <a:pt x="129" y="128"/>
                    </a:lnTo>
                    <a:lnTo>
                      <a:pt x="139" y="117"/>
                    </a:lnTo>
                    <a:lnTo>
                      <a:pt x="152" y="106"/>
                    </a:lnTo>
                    <a:lnTo>
                      <a:pt x="164" y="97"/>
                    </a:lnTo>
                    <a:lnTo>
                      <a:pt x="178" y="87"/>
                    </a:lnTo>
                    <a:lnTo>
                      <a:pt x="191" y="79"/>
                    </a:lnTo>
                    <a:lnTo>
                      <a:pt x="205" y="71"/>
                    </a:lnTo>
                    <a:lnTo>
                      <a:pt x="219" y="64"/>
                    </a:lnTo>
                    <a:lnTo>
                      <a:pt x="234" y="56"/>
                    </a:lnTo>
                    <a:lnTo>
                      <a:pt x="249" y="51"/>
                    </a:lnTo>
                    <a:lnTo>
                      <a:pt x="264" y="45"/>
                    </a:lnTo>
                    <a:lnTo>
                      <a:pt x="280" y="41"/>
                    </a:lnTo>
                    <a:lnTo>
                      <a:pt x="295" y="37"/>
                    </a:lnTo>
                    <a:lnTo>
                      <a:pt x="311" y="34"/>
                    </a:lnTo>
                    <a:lnTo>
                      <a:pt x="328" y="31"/>
                    </a:lnTo>
                    <a:lnTo>
                      <a:pt x="344" y="30"/>
                    </a:lnTo>
                    <a:lnTo>
                      <a:pt x="361" y="30"/>
                    </a:lnTo>
                    <a:lnTo>
                      <a:pt x="451" y="30"/>
                    </a:lnTo>
                    <a:lnTo>
                      <a:pt x="457" y="30"/>
                    </a:lnTo>
                    <a:lnTo>
                      <a:pt x="463" y="31"/>
                    </a:lnTo>
                    <a:lnTo>
                      <a:pt x="469" y="33"/>
                    </a:lnTo>
                    <a:lnTo>
                      <a:pt x="475" y="35"/>
                    </a:lnTo>
                    <a:lnTo>
                      <a:pt x="480" y="37"/>
                    </a:lnTo>
                    <a:lnTo>
                      <a:pt x="485" y="40"/>
                    </a:lnTo>
                    <a:lnTo>
                      <a:pt x="490" y="43"/>
                    </a:lnTo>
                    <a:lnTo>
                      <a:pt x="494" y="48"/>
                    </a:lnTo>
                    <a:lnTo>
                      <a:pt x="497" y="52"/>
                    </a:lnTo>
                    <a:lnTo>
                      <a:pt x="501" y="56"/>
                    </a:lnTo>
                    <a:lnTo>
                      <a:pt x="503" y="61"/>
                    </a:lnTo>
                    <a:lnTo>
                      <a:pt x="507" y="67"/>
                    </a:lnTo>
                    <a:lnTo>
                      <a:pt x="509" y="72"/>
                    </a:lnTo>
                    <a:lnTo>
                      <a:pt x="510" y="78"/>
                    </a:lnTo>
                    <a:lnTo>
                      <a:pt x="511" y="84"/>
                    </a:lnTo>
                    <a:lnTo>
                      <a:pt x="511" y="90"/>
                    </a:lnTo>
                    <a:lnTo>
                      <a:pt x="511" y="300"/>
                    </a:lnTo>
                    <a:lnTo>
                      <a:pt x="395" y="300"/>
                    </a:lnTo>
                    <a:lnTo>
                      <a:pt x="435" y="155"/>
                    </a:lnTo>
                    <a:lnTo>
                      <a:pt x="436" y="151"/>
                    </a:lnTo>
                    <a:lnTo>
                      <a:pt x="436" y="148"/>
                    </a:lnTo>
                    <a:lnTo>
                      <a:pt x="435" y="145"/>
                    </a:lnTo>
                    <a:lnTo>
                      <a:pt x="434" y="143"/>
                    </a:lnTo>
                    <a:lnTo>
                      <a:pt x="433" y="141"/>
                    </a:lnTo>
                    <a:lnTo>
                      <a:pt x="431" y="139"/>
                    </a:lnTo>
                    <a:lnTo>
                      <a:pt x="427" y="138"/>
                    </a:lnTo>
                    <a:lnTo>
                      <a:pt x="425" y="135"/>
                    </a:lnTo>
                    <a:lnTo>
                      <a:pt x="422" y="135"/>
                    </a:lnTo>
                    <a:lnTo>
                      <a:pt x="419" y="135"/>
                    </a:lnTo>
                    <a:lnTo>
                      <a:pt x="416" y="136"/>
                    </a:lnTo>
                    <a:lnTo>
                      <a:pt x="414" y="138"/>
                    </a:lnTo>
                    <a:lnTo>
                      <a:pt x="411" y="139"/>
                    </a:lnTo>
                    <a:lnTo>
                      <a:pt x="409" y="141"/>
                    </a:lnTo>
                    <a:lnTo>
                      <a:pt x="407" y="144"/>
                    </a:lnTo>
                    <a:lnTo>
                      <a:pt x="406" y="146"/>
                    </a:lnTo>
                    <a:lnTo>
                      <a:pt x="364" y="300"/>
                    </a:lnTo>
                    <a:lnTo>
                      <a:pt x="316" y="300"/>
                    </a:lnTo>
                    <a:lnTo>
                      <a:pt x="313" y="301"/>
                    </a:lnTo>
                    <a:lnTo>
                      <a:pt x="310" y="301"/>
                    </a:lnTo>
                    <a:lnTo>
                      <a:pt x="307" y="304"/>
                    </a:lnTo>
                    <a:lnTo>
                      <a:pt x="305" y="306"/>
                    </a:lnTo>
                    <a:lnTo>
                      <a:pt x="219" y="391"/>
                    </a:lnTo>
                    <a:lnTo>
                      <a:pt x="214" y="391"/>
                    </a:lnTo>
                    <a:lnTo>
                      <a:pt x="210" y="391"/>
                    </a:lnTo>
                    <a:lnTo>
                      <a:pt x="198" y="391"/>
                    </a:lnTo>
                    <a:lnTo>
                      <a:pt x="186" y="394"/>
                    </a:lnTo>
                    <a:lnTo>
                      <a:pt x="175" y="397"/>
                    </a:lnTo>
                    <a:lnTo>
                      <a:pt x="164" y="400"/>
                    </a:lnTo>
                    <a:lnTo>
                      <a:pt x="153" y="405"/>
                    </a:lnTo>
                    <a:lnTo>
                      <a:pt x="144" y="412"/>
                    </a:lnTo>
                    <a:lnTo>
                      <a:pt x="134" y="418"/>
                    </a:lnTo>
                    <a:lnTo>
                      <a:pt x="125" y="426"/>
                    </a:lnTo>
                    <a:lnTo>
                      <a:pt x="118" y="434"/>
                    </a:lnTo>
                    <a:lnTo>
                      <a:pt x="110" y="444"/>
                    </a:lnTo>
                    <a:lnTo>
                      <a:pt x="105" y="454"/>
                    </a:lnTo>
                    <a:lnTo>
                      <a:pt x="100" y="464"/>
                    </a:lnTo>
                    <a:lnTo>
                      <a:pt x="95" y="476"/>
                    </a:lnTo>
                    <a:lnTo>
                      <a:pt x="92" y="487"/>
                    </a:lnTo>
                    <a:lnTo>
                      <a:pt x="91" y="499"/>
                    </a:lnTo>
                    <a:lnTo>
                      <a:pt x="90" y="511"/>
                    </a:lnTo>
                    <a:lnTo>
                      <a:pt x="91" y="526"/>
                    </a:lnTo>
                    <a:lnTo>
                      <a:pt x="94" y="541"/>
                    </a:lnTo>
                    <a:lnTo>
                      <a:pt x="30" y="541"/>
                    </a:lnTo>
                    <a:close/>
                    <a:moveTo>
                      <a:pt x="597" y="366"/>
                    </a:moveTo>
                    <a:lnTo>
                      <a:pt x="541" y="310"/>
                    </a:lnTo>
                    <a:lnTo>
                      <a:pt x="541" y="90"/>
                    </a:lnTo>
                    <a:lnTo>
                      <a:pt x="541" y="81"/>
                    </a:lnTo>
                    <a:lnTo>
                      <a:pt x="540" y="72"/>
                    </a:lnTo>
                    <a:lnTo>
                      <a:pt x="537" y="64"/>
                    </a:lnTo>
                    <a:lnTo>
                      <a:pt x="535" y="55"/>
                    </a:lnTo>
                    <a:lnTo>
                      <a:pt x="530" y="46"/>
                    </a:lnTo>
                    <a:lnTo>
                      <a:pt x="526" y="39"/>
                    </a:lnTo>
                    <a:lnTo>
                      <a:pt x="521" y="33"/>
                    </a:lnTo>
                    <a:lnTo>
                      <a:pt x="515" y="26"/>
                    </a:lnTo>
                    <a:lnTo>
                      <a:pt x="509" y="21"/>
                    </a:lnTo>
                    <a:lnTo>
                      <a:pt x="501" y="15"/>
                    </a:lnTo>
                    <a:lnTo>
                      <a:pt x="494" y="11"/>
                    </a:lnTo>
                    <a:lnTo>
                      <a:pt x="486" y="7"/>
                    </a:lnTo>
                    <a:lnTo>
                      <a:pt x="478" y="4"/>
                    </a:lnTo>
                    <a:lnTo>
                      <a:pt x="469" y="1"/>
                    </a:lnTo>
                    <a:lnTo>
                      <a:pt x="461" y="0"/>
                    </a:lnTo>
                    <a:lnTo>
                      <a:pt x="451" y="0"/>
                    </a:lnTo>
                    <a:lnTo>
                      <a:pt x="361" y="0"/>
                    </a:lnTo>
                    <a:lnTo>
                      <a:pt x="343" y="0"/>
                    </a:lnTo>
                    <a:lnTo>
                      <a:pt x="325" y="1"/>
                    </a:lnTo>
                    <a:lnTo>
                      <a:pt x="306" y="5"/>
                    </a:lnTo>
                    <a:lnTo>
                      <a:pt x="289" y="8"/>
                    </a:lnTo>
                    <a:lnTo>
                      <a:pt x="272" y="11"/>
                    </a:lnTo>
                    <a:lnTo>
                      <a:pt x="255" y="16"/>
                    </a:lnTo>
                    <a:lnTo>
                      <a:pt x="238" y="22"/>
                    </a:lnTo>
                    <a:lnTo>
                      <a:pt x="222" y="29"/>
                    </a:lnTo>
                    <a:lnTo>
                      <a:pt x="206" y="36"/>
                    </a:lnTo>
                    <a:lnTo>
                      <a:pt x="191" y="44"/>
                    </a:lnTo>
                    <a:lnTo>
                      <a:pt x="176" y="53"/>
                    </a:lnTo>
                    <a:lnTo>
                      <a:pt x="161" y="63"/>
                    </a:lnTo>
                    <a:lnTo>
                      <a:pt x="147" y="73"/>
                    </a:lnTo>
                    <a:lnTo>
                      <a:pt x="133" y="84"/>
                    </a:lnTo>
                    <a:lnTo>
                      <a:pt x="120" y="95"/>
                    </a:lnTo>
                    <a:lnTo>
                      <a:pt x="107" y="108"/>
                    </a:lnTo>
                    <a:lnTo>
                      <a:pt x="95" y="119"/>
                    </a:lnTo>
                    <a:lnTo>
                      <a:pt x="84" y="133"/>
                    </a:lnTo>
                    <a:lnTo>
                      <a:pt x="73" y="146"/>
                    </a:lnTo>
                    <a:lnTo>
                      <a:pt x="62" y="161"/>
                    </a:lnTo>
                    <a:lnTo>
                      <a:pt x="54" y="175"/>
                    </a:lnTo>
                    <a:lnTo>
                      <a:pt x="44" y="190"/>
                    </a:lnTo>
                    <a:lnTo>
                      <a:pt x="36" y="206"/>
                    </a:lnTo>
                    <a:lnTo>
                      <a:pt x="29" y="222"/>
                    </a:lnTo>
                    <a:lnTo>
                      <a:pt x="23" y="238"/>
                    </a:lnTo>
                    <a:lnTo>
                      <a:pt x="16" y="255"/>
                    </a:lnTo>
                    <a:lnTo>
                      <a:pt x="12" y="272"/>
                    </a:lnTo>
                    <a:lnTo>
                      <a:pt x="8" y="290"/>
                    </a:lnTo>
                    <a:lnTo>
                      <a:pt x="4" y="307"/>
                    </a:lnTo>
                    <a:lnTo>
                      <a:pt x="2" y="325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556"/>
                    </a:lnTo>
                    <a:lnTo>
                      <a:pt x="0" y="560"/>
                    </a:lnTo>
                    <a:lnTo>
                      <a:pt x="1" y="562"/>
                    </a:lnTo>
                    <a:lnTo>
                      <a:pt x="2" y="565"/>
                    </a:lnTo>
                    <a:lnTo>
                      <a:pt x="4" y="567"/>
                    </a:lnTo>
                    <a:lnTo>
                      <a:pt x="6" y="569"/>
                    </a:lnTo>
                    <a:lnTo>
                      <a:pt x="10" y="570"/>
                    </a:lnTo>
                    <a:lnTo>
                      <a:pt x="12" y="571"/>
                    </a:lnTo>
                    <a:lnTo>
                      <a:pt x="15" y="571"/>
                    </a:lnTo>
                    <a:lnTo>
                      <a:pt x="106" y="571"/>
                    </a:lnTo>
                    <a:lnTo>
                      <a:pt x="115" y="584"/>
                    </a:lnTo>
                    <a:lnTo>
                      <a:pt x="125" y="596"/>
                    </a:lnTo>
                    <a:lnTo>
                      <a:pt x="137" y="606"/>
                    </a:lnTo>
                    <a:lnTo>
                      <a:pt x="150" y="615"/>
                    </a:lnTo>
                    <a:lnTo>
                      <a:pt x="164" y="622"/>
                    </a:lnTo>
                    <a:lnTo>
                      <a:pt x="179" y="627"/>
                    </a:lnTo>
                    <a:lnTo>
                      <a:pt x="186" y="629"/>
                    </a:lnTo>
                    <a:lnTo>
                      <a:pt x="194" y="630"/>
                    </a:lnTo>
                    <a:lnTo>
                      <a:pt x="202" y="631"/>
                    </a:lnTo>
                    <a:lnTo>
                      <a:pt x="210" y="631"/>
                    </a:lnTo>
                    <a:lnTo>
                      <a:pt x="219" y="631"/>
                    </a:lnTo>
                    <a:lnTo>
                      <a:pt x="227" y="630"/>
                    </a:lnTo>
                    <a:lnTo>
                      <a:pt x="235" y="629"/>
                    </a:lnTo>
                    <a:lnTo>
                      <a:pt x="242" y="627"/>
                    </a:lnTo>
                    <a:lnTo>
                      <a:pt x="257" y="622"/>
                    </a:lnTo>
                    <a:lnTo>
                      <a:pt x="271" y="615"/>
                    </a:lnTo>
                    <a:lnTo>
                      <a:pt x="284" y="607"/>
                    </a:lnTo>
                    <a:lnTo>
                      <a:pt x="296" y="596"/>
                    </a:lnTo>
                    <a:lnTo>
                      <a:pt x="305" y="584"/>
                    </a:lnTo>
                    <a:lnTo>
                      <a:pt x="315" y="571"/>
                    </a:lnTo>
                    <a:lnTo>
                      <a:pt x="366" y="571"/>
                    </a:lnTo>
                    <a:lnTo>
                      <a:pt x="372" y="584"/>
                    </a:lnTo>
                    <a:lnTo>
                      <a:pt x="379" y="596"/>
                    </a:lnTo>
                    <a:lnTo>
                      <a:pt x="388" y="606"/>
                    </a:lnTo>
                    <a:lnTo>
                      <a:pt x="399" y="614"/>
                    </a:lnTo>
                    <a:lnTo>
                      <a:pt x="410" y="622"/>
                    </a:lnTo>
                    <a:lnTo>
                      <a:pt x="423" y="627"/>
                    </a:lnTo>
                    <a:lnTo>
                      <a:pt x="430" y="629"/>
                    </a:lnTo>
                    <a:lnTo>
                      <a:pt x="437" y="630"/>
                    </a:lnTo>
                    <a:lnTo>
                      <a:pt x="444" y="631"/>
                    </a:lnTo>
                    <a:lnTo>
                      <a:pt x="451" y="631"/>
                    </a:lnTo>
                    <a:lnTo>
                      <a:pt x="459" y="631"/>
                    </a:lnTo>
                    <a:lnTo>
                      <a:pt x="465" y="630"/>
                    </a:lnTo>
                    <a:lnTo>
                      <a:pt x="472" y="629"/>
                    </a:lnTo>
                    <a:lnTo>
                      <a:pt x="479" y="627"/>
                    </a:lnTo>
                    <a:lnTo>
                      <a:pt x="492" y="622"/>
                    </a:lnTo>
                    <a:lnTo>
                      <a:pt x="503" y="614"/>
                    </a:lnTo>
                    <a:lnTo>
                      <a:pt x="514" y="606"/>
                    </a:lnTo>
                    <a:lnTo>
                      <a:pt x="523" y="596"/>
                    </a:lnTo>
                    <a:lnTo>
                      <a:pt x="530" y="584"/>
                    </a:lnTo>
                    <a:lnTo>
                      <a:pt x="536" y="571"/>
                    </a:lnTo>
                    <a:lnTo>
                      <a:pt x="586" y="571"/>
                    </a:lnTo>
                    <a:lnTo>
                      <a:pt x="589" y="571"/>
                    </a:lnTo>
                    <a:lnTo>
                      <a:pt x="592" y="570"/>
                    </a:lnTo>
                    <a:lnTo>
                      <a:pt x="595" y="569"/>
                    </a:lnTo>
                    <a:lnTo>
                      <a:pt x="597" y="567"/>
                    </a:lnTo>
                    <a:lnTo>
                      <a:pt x="599" y="565"/>
                    </a:lnTo>
                    <a:lnTo>
                      <a:pt x="600" y="562"/>
                    </a:lnTo>
                    <a:lnTo>
                      <a:pt x="601" y="560"/>
                    </a:lnTo>
                    <a:lnTo>
                      <a:pt x="601" y="556"/>
                    </a:lnTo>
                    <a:lnTo>
                      <a:pt x="601" y="376"/>
                    </a:lnTo>
                    <a:lnTo>
                      <a:pt x="601" y="373"/>
                    </a:lnTo>
                    <a:lnTo>
                      <a:pt x="600" y="370"/>
                    </a:lnTo>
                    <a:lnTo>
                      <a:pt x="599" y="368"/>
                    </a:lnTo>
                    <a:lnTo>
                      <a:pt x="597" y="366"/>
                    </a:lnTo>
                    <a:lnTo>
                      <a:pt x="597" y="36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45016E8-7925-5068-9724-2EFE21EC85F5}"/>
                </a:ext>
              </a:extLst>
            </p:cNvPr>
            <p:cNvGrpSpPr/>
            <p:nvPr/>
          </p:nvGrpSpPr>
          <p:grpSpPr>
            <a:xfrm>
              <a:off x="1540179" y="3541972"/>
              <a:ext cx="488693" cy="640965"/>
              <a:chOff x="6445250" y="2498725"/>
              <a:chExt cx="219075" cy="287338"/>
            </a:xfrm>
            <a:solidFill>
              <a:schemeClr val="accent5"/>
            </a:solidFill>
          </p:grpSpPr>
          <p:sp>
            <p:nvSpPr>
              <p:cNvPr id="58" name="Freeform 227">
                <a:extLst>
                  <a:ext uri="{FF2B5EF4-FFF2-40B4-BE49-F238E27FC236}">
                    <a16:creationId xmlns:a16="http://schemas.microsoft.com/office/drawing/2014/main" id="{2EC0D993-8032-F206-F9EE-569F297160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5250" y="2498725"/>
                <a:ext cx="219075" cy="287338"/>
              </a:xfrm>
              <a:custGeom>
                <a:avLst/>
                <a:gdLst>
                  <a:gd name="T0" fmla="*/ 104 w 692"/>
                  <a:gd name="T1" fmla="*/ 868 h 902"/>
                  <a:gd name="T2" fmla="*/ 69 w 692"/>
                  <a:gd name="T3" fmla="*/ 849 h 902"/>
                  <a:gd name="T4" fmla="*/ 43 w 692"/>
                  <a:gd name="T5" fmla="*/ 818 h 902"/>
                  <a:gd name="T6" fmla="*/ 31 w 692"/>
                  <a:gd name="T7" fmla="*/ 778 h 902"/>
                  <a:gd name="T8" fmla="*/ 35 w 692"/>
                  <a:gd name="T9" fmla="*/ 736 h 902"/>
                  <a:gd name="T10" fmla="*/ 55 w 692"/>
                  <a:gd name="T11" fmla="*/ 700 h 902"/>
                  <a:gd name="T12" fmla="*/ 86 w 692"/>
                  <a:gd name="T13" fmla="*/ 674 h 902"/>
                  <a:gd name="T14" fmla="*/ 124 w 692"/>
                  <a:gd name="T15" fmla="*/ 662 h 902"/>
                  <a:gd name="T16" fmla="*/ 167 w 692"/>
                  <a:gd name="T17" fmla="*/ 667 h 902"/>
                  <a:gd name="T18" fmla="*/ 202 w 692"/>
                  <a:gd name="T19" fmla="*/ 686 h 902"/>
                  <a:gd name="T20" fmla="*/ 228 w 692"/>
                  <a:gd name="T21" fmla="*/ 717 h 902"/>
                  <a:gd name="T22" fmla="*/ 240 w 692"/>
                  <a:gd name="T23" fmla="*/ 757 h 902"/>
                  <a:gd name="T24" fmla="*/ 236 w 692"/>
                  <a:gd name="T25" fmla="*/ 798 h 902"/>
                  <a:gd name="T26" fmla="*/ 216 w 692"/>
                  <a:gd name="T27" fmla="*/ 834 h 902"/>
                  <a:gd name="T28" fmla="*/ 185 w 692"/>
                  <a:gd name="T29" fmla="*/ 859 h 902"/>
                  <a:gd name="T30" fmla="*/ 146 w 692"/>
                  <a:gd name="T31" fmla="*/ 872 h 902"/>
                  <a:gd name="T32" fmla="*/ 511 w 692"/>
                  <a:gd name="T33" fmla="*/ 361 h 902"/>
                  <a:gd name="T34" fmla="*/ 271 w 692"/>
                  <a:gd name="T35" fmla="*/ 722 h 902"/>
                  <a:gd name="T36" fmla="*/ 632 w 692"/>
                  <a:gd name="T37" fmla="*/ 722 h 902"/>
                  <a:gd name="T38" fmla="*/ 622 w 692"/>
                  <a:gd name="T39" fmla="*/ 813 h 902"/>
                  <a:gd name="T40" fmla="*/ 266 w 692"/>
                  <a:gd name="T41" fmla="*/ 802 h 902"/>
                  <a:gd name="T42" fmla="*/ 270 w 692"/>
                  <a:gd name="T43" fmla="*/ 760 h 902"/>
                  <a:gd name="T44" fmla="*/ 652 w 692"/>
                  <a:gd name="T45" fmla="*/ 751 h 902"/>
                  <a:gd name="T46" fmla="*/ 660 w 692"/>
                  <a:gd name="T47" fmla="*/ 743 h 902"/>
                  <a:gd name="T48" fmla="*/ 661 w 692"/>
                  <a:gd name="T49" fmla="*/ 373 h 902"/>
                  <a:gd name="T50" fmla="*/ 655 w 692"/>
                  <a:gd name="T51" fmla="*/ 364 h 902"/>
                  <a:gd name="T52" fmla="*/ 541 w 692"/>
                  <a:gd name="T53" fmla="*/ 361 h 902"/>
                  <a:gd name="T54" fmla="*/ 539 w 692"/>
                  <a:gd name="T55" fmla="*/ 158 h 902"/>
                  <a:gd name="T56" fmla="*/ 529 w 692"/>
                  <a:gd name="T57" fmla="*/ 151 h 902"/>
                  <a:gd name="T58" fmla="*/ 250 w 692"/>
                  <a:gd name="T59" fmla="*/ 151 h 902"/>
                  <a:gd name="T60" fmla="*/ 242 w 692"/>
                  <a:gd name="T61" fmla="*/ 160 h 902"/>
                  <a:gd name="T62" fmla="*/ 241 w 692"/>
                  <a:gd name="T63" fmla="*/ 683 h 902"/>
                  <a:gd name="T64" fmla="*/ 213 w 692"/>
                  <a:gd name="T65" fmla="*/ 657 h 902"/>
                  <a:gd name="T66" fmla="*/ 180 w 692"/>
                  <a:gd name="T67" fmla="*/ 640 h 902"/>
                  <a:gd name="T68" fmla="*/ 178 w 692"/>
                  <a:gd name="T69" fmla="*/ 7 h 902"/>
                  <a:gd name="T70" fmla="*/ 168 w 692"/>
                  <a:gd name="T71" fmla="*/ 0 h 902"/>
                  <a:gd name="T72" fmla="*/ 70 w 692"/>
                  <a:gd name="T73" fmla="*/ 1 h 902"/>
                  <a:gd name="T74" fmla="*/ 61 w 692"/>
                  <a:gd name="T75" fmla="*/ 10 h 902"/>
                  <a:gd name="T76" fmla="*/ 61 w 692"/>
                  <a:gd name="T77" fmla="*/ 22 h 902"/>
                  <a:gd name="T78" fmla="*/ 70 w 692"/>
                  <a:gd name="T79" fmla="*/ 29 h 902"/>
                  <a:gd name="T80" fmla="*/ 150 w 692"/>
                  <a:gd name="T81" fmla="*/ 632 h 902"/>
                  <a:gd name="T82" fmla="*/ 108 w 692"/>
                  <a:gd name="T83" fmla="*/ 635 h 902"/>
                  <a:gd name="T84" fmla="*/ 60 w 692"/>
                  <a:gd name="T85" fmla="*/ 655 h 902"/>
                  <a:gd name="T86" fmla="*/ 24 w 692"/>
                  <a:gd name="T87" fmla="*/ 691 h 902"/>
                  <a:gd name="T88" fmla="*/ 3 w 692"/>
                  <a:gd name="T89" fmla="*/ 740 h 902"/>
                  <a:gd name="T90" fmla="*/ 3 w 692"/>
                  <a:gd name="T91" fmla="*/ 794 h 902"/>
                  <a:gd name="T92" fmla="*/ 24 w 692"/>
                  <a:gd name="T93" fmla="*/ 842 h 902"/>
                  <a:gd name="T94" fmla="*/ 60 w 692"/>
                  <a:gd name="T95" fmla="*/ 880 h 902"/>
                  <a:gd name="T96" fmla="*/ 108 w 692"/>
                  <a:gd name="T97" fmla="*/ 900 h 902"/>
                  <a:gd name="T98" fmla="*/ 152 w 692"/>
                  <a:gd name="T99" fmla="*/ 901 h 902"/>
                  <a:gd name="T100" fmla="*/ 200 w 692"/>
                  <a:gd name="T101" fmla="*/ 886 h 902"/>
                  <a:gd name="T102" fmla="*/ 247 w 692"/>
                  <a:gd name="T103" fmla="*/ 842 h 902"/>
                  <a:gd name="T104" fmla="*/ 671 w 692"/>
                  <a:gd name="T105" fmla="*/ 901 h 902"/>
                  <a:gd name="T106" fmla="*/ 682 w 692"/>
                  <a:gd name="T107" fmla="*/ 901 h 902"/>
                  <a:gd name="T108" fmla="*/ 691 w 692"/>
                  <a:gd name="T109" fmla="*/ 893 h 902"/>
                  <a:gd name="T110" fmla="*/ 691 w 692"/>
                  <a:gd name="T111" fmla="*/ 882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" h="902">
                    <a:moveTo>
                      <a:pt x="135" y="872"/>
                    </a:moveTo>
                    <a:lnTo>
                      <a:pt x="124" y="872"/>
                    </a:lnTo>
                    <a:lnTo>
                      <a:pt x="115" y="870"/>
                    </a:lnTo>
                    <a:lnTo>
                      <a:pt x="104" y="868"/>
                    </a:lnTo>
                    <a:lnTo>
                      <a:pt x="94" y="864"/>
                    </a:lnTo>
                    <a:lnTo>
                      <a:pt x="86" y="859"/>
                    </a:lnTo>
                    <a:lnTo>
                      <a:pt x="76" y="854"/>
                    </a:lnTo>
                    <a:lnTo>
                      <a:pt x="69" y="849"/>
                    </a:lnTo>
                    <a:lnTo>
                      <a:pt x="61" y="841"/>
                    </a:lnTo>
                    <a:lnTo>
                      <a:pt x="55" y="834"/>
                    </a:lnTo>
                    <a:lnTo>
                      <a:pt x="48" y="826"/>
                    </a:lnTo>
                    <a:lnTo>
                      <a:pt x="43" y="818"/>
                    </a:lnTo>
                    <a:lnTo>
                      <a:pt x="39" y="808"/>
                    </a:lnTo>
                    <a:lnTo>
                      <a:pt x="35" y="798"/>
                    </a:lnTo>
                    <a:lnTo>
                      <a:pt x="32" y="789"/>
                    </a:lnTo>
                    <a:lnTo>
                      <a:pt x="31" y="778"/>
                    </a:lnTo>
                    <a:lnTo>
                      <a:pt x="30" y="767"/>
                    </a:lnTo>
                    <a:lnTo>
                      <a:pt x="31" y="757"/>
                    </a:lnTo>
                    <a:lnTo>
                      <a:pt x="32" y="746"/>
                    </a:lnTo>
                    <a:lnTo>
                      <a:pt x="35" y="736"/>
                    </a:lnTo>
                    <a:lnTo>
                      <a:pt x="39" y="727"/>
                    </a:lnTo>
                    <a:lnTo>
                      <a:pt x="43" y="717"/>
                    </a:lnTo>
                    <a:lnTo>
                      <a:pt x="48" y="708"/>
                    </a:lnTo>
                    <a:lnTo>
                      <a:pt x="55" y="700"/>
                    </a:lnTo>
                    <a:lnTo>
                      <a:pt x="61" y="692"/>
                    </a:lnTo>
                    <a:lnTo>
                      <a:pt x="69" y="686"/>
                    </a:lnTo>
                    <a:lnTo>
                      <a:pt x="76" y="680"/>
                    </a:lnTo>
                    <a:lnTo>
                      <a:pt x="86" y="674"/>
                    </a:lnTo>
                    <a:lnTo>
                      <a:pt x="94" y="670"/>
                    </a:lnTo>
                    <a:lnTo>
                      <a:pt x="104" y="667"/>
                    </a:lnTo>
                    <a:lnTo>
                      <a:pt x="115" y="665"/>
                    </a:lnTo>
                    <a:lnTo>
                      <a:pt x="124" y="662"/>
                    </a:lnTo>
                    <a:lnTo>
                      <a:pt x="135" y="662"/>
                    </a:lnTo>
                    <a:lnTo>
                      <a:pt x="146" y="662"/>
                    </a:lnTo>
                    <a:lnTo>
                      <a:pt x="156" y="665"/>
                    </a:lnTo>
                    <a:lnTo>
                      <a:pt x="167" y="667"/>
                    </a:lnTo>
                    <a:lnTo>
                      <a:pt x="177" y="670"/>
                    </a:lnTo>
                    <a:lnTo>
                      <a:pt x="185" y="674"/>
                    </a:lnTo>
                    <a:lnTo>
                      <a:pt x="194" y="680"/>
                    </a:lnTo>
                    <a:lnTo>
                      <a:pt x="202" y="686"/>
                    </a:lnTo>
                    <a:lnTo>
                      <a:pt x="210" y="692"/>
                    </a:lnTo>
                    <a:lnTo>
                      <a:pt x="216" y="700"/>
                    </a:lnTo>
                    <a:lnTo>
                      <a:pt x="223" y="708"/>
                    </a:lnTo>
                    <a:lnTo>
                      <a:pt x="228" y="717"/>
                    </a:lnTo>
                    <a:lnTo>
                      <a:pt x="232" y="727"/>
                    </a:lnTo>
                    <a:lnTo>
                      <a:pt x="236" y="736"/>
                    </a:lnTo>
                    <a:lnTo>
                      <a:pt x="239" y="746"/>
                    </a:lnTo>
                    <a:lnTo>
                      <a:pt x="240" y="757"/>
                    </a:lnTo>
                    <a:lnTo>
                      <a:pt x="241" y="767"/>
                    </a:lnTo>
                    <a:lnTo>
                      <a:pt x="240" y="778"/>
                    </a:lnTo>
                    <a:lnTo>
                      <a:pt x="239" y="789"/>
                    </a:lnTo>
                    <a:lnTo>
                      <a:pt x="236" y="798"/>
                    </a:lnTo>
                    <a:lnTo>
                      <a:pt x="232" y="808"/>
                    </a:lnTo>
                    <a:lnTo>
                      <a:pt x="228" y="818"/>
                    </a:lnTo>
                    <a:lnTo>
                      <a:pt x="223" y="826"/>
                    </a:lnTo>
                    <a:lnTo>
                      <a:pt x="216" y="834"/>
                    </a:lnTo>
                    <a:lnTo>
                      <a:pt x="210" y="841"/>
                    </a:lnTo>
                    <a:lnTo>
                      <a:pt x="202" y="849"/>
                    </a:lnTo>
                    <a:lnTo>
                      <a:pt x="194" y="854"/>
                    </a:lnTo>
                    <a:lnTo>
                      <a:pt x="185" y="859"/>
                    </a:lnTo>
                    <a:lnTo>
                      <a:pt x="177" y="864"/>
                    </a:lnTo>
                    <a:lnTo>
                      <a:pt x="167" y="868"/>
                    </a:lnTo>
                    <a:lnTo>
                      <a:pt x="156" y="870"/>
                    </a:lnTo>
                    <a:lnTo>
                      <a:pt x="146" y="872"/>
                    </a:lnTo>
                    <a:lnTo>
                      <a:pt x="135" y="872"/>
                    </a:lnTo>
                    <a:close/>
                    <a:moveTo>
                      <a:pt x="271" y="180"/>
                    </a:moveTo>
                    <a:lnTo>
                      <a:pt x="511" y="180"/>
                    </a:lnTo>
                    <a:lnTo>
                      <a:pt x="511" y="361"/>
                    </a:lnTo>
                    <a:lnTo>
                      <a:pt x="271" y="361"/>
                    </a:lnTo>
                    <a:lnTo>
                      <a:pt x="271" y="180"/>
                    </a:lnTo>
                    <a:close/>
                    <a:moveTo>
                      <a:pt x="632" y="722"/>
                    </a:moveTo>
                    <a:lnTo>
                      <a:pt x="271" y="722"/>
                    </a:lnTo>
                    <a:lnTo>
                      <a:pt x="271" y="391"/>
                    </a:lnTo>
                    <a:lnTo>
                      <a:pt x="526" y="391"/>
                    </a:lnTo>
                    <a:lnTo>
                      <a:pt x="632" y="391"/>
                    </a:lnTo>
                    <a:lnTo>
                      <a:pt x="632" y="722"/>
                    </a:lnTo>
                    <a:close/>
                    <a:moveTo>
                      <a:pt x="688" y="877"/>
                    </a:moveTo>
                    <a:lnTo>
                      <a:pt x="627" y="817"/>
                    </a:lnTo>
                    <a:lnTo>
                      <a:pt x="625" y="814"/>
                    </a:lnTo>
                    <a:lnTo>
                      <a:pt x="622" y="813"/>
                    </a:lnTo>
                    <a:lnTo>
                      <a:pt x="619" y="812"/>
                    </a:lnTo>
                    <a:lnTo>
                      <a:pt x="616" y="812"/>
                    </a:lnTo>
                    <a:lnTo>
                      <a:pt x="262" y="812"/>
                    </a:lnTo>
                    <a:lnTo>
                      <a:pt x="266" y="802"/>
                    </a:lnTo>
                    <a:lnTo>
                      <a:pt x="269" y="790"/>
                    </a:lnTo>
                    <a:lnTo>
                      <a:pt x="270" y="779"/>
                    </a:lnTo>
                    <a:lnTo>
                      <a:pt x="271" y="767"/>
                    </a:lnTo>
                    <a:lnTo>
                      <a:pt x="270" y="760"/>
                    </a:lnTo>
                    <a:lnTo>
                      <a:pt x="270" y="752"/>
                    </a:lnTo>
                    <a:lnTo>
                      <a:pt x="647" y="752"/>
                    </a:lnTo>
                    <a:lnTo>
                      <a:pt x="649" y="752"/>
                    </a:lnTo>
                    <a:lnTo>
                      <a:pt x="652" y="751"/>
                    </a:lnTo>
                    <a:lnTo>
                      <a:pt x="655" y="749"/>
                    </a:lnTo>
                    <a:lnTo>
                      <a:pt x="657" y="748"/>
                    </a:lnTo>
                    <a:lnTo>
                      <a:pt x="659" y="746"/>
                    </a:lnTo>
                    <a:lnTo>
                      <a:pt x="660" y="743"/>
                    </a:lnTo>
                    <a:lnTo>
                      <a:pt x="661" y="741"/>
                    </a:lnTo>
                    <a:lnTo>
                      <a:pt x="662" y="737"/>
                    </a:lnTo>
                    <a:lnTo>
                      <a:pt x="662" y="376"/>
                    </a:lnTo>
                    <a:lnTo>
                      <a:pt x="661" y="373"/>
                    </a:lnTo>
                    <a:lnTo>
                      <a:pt x="660" y="370"/>
                    </a:lnTo>
                    <a:lnTo>
                      <a:pt x="659" y="368"/>
                    </a:lnTo>
                    <a:lnTo>
                      <a:pt x="657" y="366"/>
                    </a:lnTo>
                    <a:lnTo>
                      <a:pt x="655" y="364"/>
                    </a:lnTo>
                    <a:lnTo>
                      <a:pt x="652" y="362"/>
                    </a:lnTo>
                    <a:lnTo>
                      <a:pt x="649" y="361"/>
                    </a:lnTo>
                    <a:lnTo>
                      <a:pt x="647" y="361"/>
                    </a:lnTo>
                    <a:lnTo>
                      <a:pt x="541" y="361"/>
                    </a:lnTo>
                    <a:lnTo>
                      <a:pt x="541" y="165"/>
                    </a:lnTo>
                    <a:lnTo>
                      <a:pt x="541" y="163"/>
                    </a:lnTo>
                    <a:lnTo>
                      <a:pt x="540" y="160"/>
                    </a:lnTo>
                    <a:lnTo>
                      <a:pt x="539" y="158"/>
                    </a:lnTo>
                    <a:lnTo>
                      <a:pt x="537" y="155"/>
                    </a:lnTo>
                    <a:lnTo>
                      <a:pt x="535" y="154"/>
                    </a:lnTo>
                    <a:lnTo>
                      <a:pt x="532" y="152"/>
                    </a:lnTo>
                    <a:lnTo>
                      <a:pt x="529" y="151"/>
                    </a:lnTo>
                    <a:lnTo>
                      <a:pt x="526" y="150"/>
                    </a:lnTo>
                    <a:lnTo>
                      <a:pt x="256" y="150"/>
                    </a:lnTo>
                    <a:lnTo>
                      <a:pt x="253" y="151"/>
                    </a:lnTo>
                    <a:lnTo>
                      <a:pt x="250" y="151"/>
                    </a:lnTo>
                    <a:lnTo>
                      <a:pt x="247" y="154"/>
                    </a:lnTo>
                    <a:lnTo>
                      <a:pt x="245" y="155"/>
                    </a:lnTo>
                    <a:lnTo>
                      <a:pt x="243" y="158"/>
                    </a:lnTo>
                    <a:lnTo>
                      <a:pt x="242" y="160"/>
                    </a:lnTo>
                    <a:lnTo>
                      <a:pt x="241" y="163"/>
                    </a:lnTo>
                    <a:lnTo>
                      <a:pt x="241" y="165"/>
                    </a:lnTo>
                    <a:lnTo>
                      <a:pt x="241" y="376"/>
                    </a:lnTo>
                    <a:lnTo>
                      <a:pt x="241" y="683"/>
                    </a:lnTo>
                    <a:lnTo>
                      <a:pt x="235" y="675"/>
                    </a:lnTo>
                    <a:lnTo>
                      <a:pt x="228" y="669"/>
                    </a:lnTo>
                    <a:lnTo>
                      <a:pt x="221" y="662"/>
                    </a:lnTo>
                    <a:lnTo>
                      <a:pt x="213" y="657"/>
                    </a:lnTo>
                    <a:lnTo>
                      <a:pt x="206" y="652"/>
                    </a:lnTo>
                    <a:lnTo>
                      <a:pt x="198" y="647"/>
                    </a:lnTo>
                    <a:lnTo>
                      <a:pt x="190" y="643"/>
                    </a:lnTo>
                    <a:lnTo>
                      <a:pt x="180" y="640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10"/>
                    </a:lnTo>
                    <a:lnTo>
                      <a:pt x="178" y="7"/>
                    </a:lnTo>
                    <a:lnTo>
                      <a:pt x="176" y="5"/>
                    </a:lnTo>
                    <a:lnTo>
                      <a:pt x="174" y="3"/>
                    </a:lnTo>
                    <a:lnTo>
                      <a:pt x="171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75" y="0"/>
                    </a:lnTo>
                    <a:lnTo>
                      <a:pt x="72" y="0"/>
                    </a:lnTo>
                    <a:lnTo>
                      <a:pt x="70" y="1"/>
                    </a:lnTo>
                    <a:lnTo>
                      <a:pt x="66" y="3"/>
                    </a:lnTo>
                    <a:lnTo>
                      <a:pt x="64" y="5"/>
                    </a:lnTo>
                    <a:lnTo>
                      <a:pt x="63" y="7"/>
                    </a:lnTo>
                    <a:lnTo>
                      <a:pt x="61" y="10"/>
                    </a:lnTo>
                    <a:lnTo>
                      <a:pt x="60" y="12"/>
                    </a:lnTo>
                    <a:lnTo>
                      <a:pt x="60" y="15"/>
                    </a:lnTo>
                    <a:lnTo>
                      <a:pt x="60" y="19"/>
                    </a:lnTo>
                    <a:lnTo>
                      <a:pt x="61" y="22"/>
                    </a:lnTo>
                    <a:lnTo>
                      <a:pt x="63" y="24"/>
                    </a:lnTo>
                    <a:lnTo>
                      <a:pt x="64" y="26"/>
                    </a:lnTo>
                    <a:lnTo>
                      <a:pt x="66" y="28"/>
                    </a:lnTo>
                    <a:lnTo>
                      <a:pt x="70" y="29"/>
                    </a:lnTo>
                    <a:lnTo>
                      <a:pt x="72" y="30"/>
                    </a:lnTo>
                    <a:lnTo>
                      <a:pt x="75" y="30"/>
                    </a:lnTo>
                    <a:lnTo>
                      <a:pt x="150" y="30"/>
                    </a:lnTo>
                    <a:lnTo>
                      <a:pt x="150" y="632"/>
                    </a:lnTo>
                    <a:lnTo>
                      <a:pt x="142" y="632"/>
                    </a:lnTo>
                    <a:lnTo>
                      <a:pt x="135" y="632"/>
                    </a:lnTo>
                    <a:lnTo>
                      <a:pt x="121" y="632"/>
                    </a:lnTo>
                    <a:lnTo>
                      <a:pt x="108" y="635"/>
                    </a:lnTo>
                    <a:lnTo>
                      <a:pt x="95" y="638"/>
                    </a:lnTo>
                    <a:lnTo>
                      <a:pt x="82" y="642"/>
                    </a:lnTo>
                    <a:lnTo>
                      <a:pt x="71" y="648"/>
                    </a:lnTo>
                    <a:lnTo>
                      <a:pt x="60" y="655"/>
                    </a:lnTo>
                    <a:lnTo>
                      <a:pt x="49" y="662"/>
                    </a:lnTo>
                    <a:lnTo>
                      <a:pt x="40" y="672"/>
                    </a:lnTo>
                    <a:lnTo>
                      <a:pt x="31" y="682"/>
                    </a:lnTo>
                    <a:lnTo>
                      <a:pt x="24" y="691"/>
                    </a:lnTo>
                    <a:lnTo>
                      <a:pt x="16" y="703"/>
                    </a:lnTo>
                    <a:lnTo>
                      <a:pt x="11" y="715"/>
                    </a:lnTo>
                    <a:lnTo>
                      <a:pt x="6" y="727"/>
                    </a:lnTo>
                    <a:lnTo>
                      <a:pt x="3" y="740"/>
                    </a:lnTo>
                    <a:lnTo>
                      <a:pt x="1" y="753"/>
                    </a:lnTo>
                    <a:lnTo>
                      <a:pt x="0" y="767"/>
                    </a:lnTo>
                    <a:lnTo>
                      <a:pt x="1" y="781"/>
                    </a:lnTo>
                    <a:lnTo>
                      <a:pt x="3" y="794"/>
                    </a:lnTo>
                    <a:lnTo>
                      <a:pt x="6" y="807"/>
                    </a:lnTo>
                    <a:lnTo>
                      <a:pt x="11" y="820"/>
                    </a:lnTo>
                    <a:lnTo>
                      <a:pt x="16" y="832"/>
                    </a:lnTo>
                    <a:lnTo>
                      <a:pt x="24" y="842"/>
                    </a:lnTo>
                    <a:lnTo>
                      <a:pt x="31" y="853"/>
                    </a:lnTo>
                    <a:lnTo>
                      <a:pt x="40" y="863"/>
                    </a:lnTo>
                    <a:lnTo>
                      <a:pt x="49" y="871"/>
                    </a:lnTo>
                    <a:lnTo>
                      <a:pt x="60" y="880"/>
                    </a:lnTo>
                    <a:lnTo>
                      <a:pt x="71" y="886"/>
                    </a:lnTo>
                    <a:lnTo>
                      <a:pt x="82" y="892"/>
                    </a:lnTo>
                    <a:lnTo>
                      <a:pt x="95" y="896"/>
                    </a:lnTo>
                    <a:lnTo>
                      <a:pt x="108" y="900"/>
                    </a:lnTo>
                    <a:lnTo>
                      <a:pt x="121" y="902"/>
                    </a:lnTo>
                    <a:lnTo>
                      <a:pt x="135" y="902"/>
                    </a:lnTo>
                    <a:lnTo>
                      <a:pt x="144" y="902"/>
                    </a:lnTo>
                    <a:lnTo>
                      <a:pt x="152" y="901"/>
                    </a:lnTo>
                    <a:lnTo>
                      <a:pt x="161" y="900"/>
                    </a:lnTo>
                    <a:lnTo>
                      <a:pt x="169" y="898"/>
                    </a:lnTo>
                    <a:lnTo>
                      <a:pt x="185" y="893"/>
                    </a:lnTo>
                    <a:lnTo>
                      <a:pt x="200" y="886"/>
                    </a:lnTo>
                    <a:lnTo>
                      <a:pt x="214" y="878"/>
                    </a:lnTo>
                    <a:lnTo>
                      <a:pt x="226" y="867"/>
                    </a:lnTo>
                    <a:lnTo>
                      <a:pt x="238" y="855"/>
                    </a:lnTo>
                    <a:lnTo>
                      <a:pt x="247" y="842"/>
                    </a:lnTo>
                    <a:lnTo>
                      <a:pt x="611" y="842"/>
                    </a:lnTo>
                    <a:lnTo>
                      <a:pt x="666" y="898"/>
                    </a:lnTo>
                    <a:lnTo>
                      <a:pt x="668" y="900"/>
                    </a:lnTo>
                    <a:lnTo>
                      <a:pt x="671" y="901"/>
                    </a:lnTo>
                    <a:lnTo>
                      <a:pt x="674" y="902"/>
                    </a:lnTo>
                    <a:lnTo>
                      <a:pt x="677" y="902"/>
                    </a:lnTo>
                    <a:lnTo>
                      <a:pt x="679" y="902"/>
                    </a:lnTo>
                    <a:lnTo>
                      <a:pt x="682" y="901"/>
                    </a:lnTo>
                    <a:lnTo>
                      <a:pt x="685" y="900"/>
                    </a:lnTo>
                    <a:lnTo>
                      <a:pt x="688" y="898"/>
                    </a:lnTo>
                    <a:lnTo>
                      <a:pt x="689" y="896"/>
                    </a:lnTo>
                    <a:lnTo>
                      <a:pt x="691" y="893"/>
                    </a:lnTo>
                    <a:lnTo>
                      <a:pt x="691" y="891"/>
                    </a:lnTo>
                    <a:lnTo>
                      <a:pt x="692" y="887"/>
                    </a:lnTo>
                    <a:lnTo>
                      <a:pt x="691" y="884"/>
                    </a:lnTo>
                    <a:lnTo>
                      <a:pt x="691" y="882"/>
                    </a:lnTo>
                    <a:lnTo>
                      <a:pt x="689" y="879"/>
                    </a:lnTo>
                    <a:lnTo>
                      <a:pt x="688" y="877"/>
                    </a:lnTo>
                    <a:lnTo>
                      <a:pt x="688" y="87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228">
                <a:extLst>
                  <a:ext uri="{FF2B5EF4-FFF2-40B4-BE49-F238E27FC236}">
                    <a16:creationId xmlns:a16="http://schemas.microsoft.com/office/drawing/2014/main" id="{64A31CEB-210E-DEF2-5EB5-31E54DAB4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2888" y="2709863"/>
                <a:ext cx="42863" cy="9525"/>
              </a:xfrm>
              <a:custGeom>
                <a:avLst/>
                <a:gdLst>
                  <a:gd name="T0" fmla="*/ 0 w 135"/>
                  <a:gd name="T1" fmla="*/ 15 h 30"/>
                  <a:gd name="T2" fmla="*/ 0 w 135"/>
                  <a:gd name="T3" fmla="*/ 18 h 30"/>
                  <a:gd name="T4" fmla="*/ 1 w 135"/>
                  <a:gd name="T5" fmla="*/ 21 h 30"/>
                  <a:gd name="T6" fmla="*/ 3 w 135"/>
                  <a:gd name="T7" fmla="*/ 23 h 30"/>
                  <a:gd name="T8" fmla="*/ 4 w 135"/>
                  <a:gd name="T9" fmla="*/ 26 h 30"/>
                  <a:gd name="T10" fmla="*/ 6 w 135"/>
                  <a:gd name="T11" fmla="*/ 27 h 30"/>
                  <a:gd name="T12" fmla="*/ 10 w 135"/>
                  <a:gd name="T13" fmla="*/ 29 h 30"/>
                  <a:gd name="T14" fmla="*/ 12 w 135"/>
                  <a:gd name="T15" fmla="*/ 29 h 30"/>
                  <a:gd name="T16" fmla="*/ 15 w 135"/>
                  <a:gd name="T17" fmla="*/ 30 h 30"/>
                  <a:gd name="T18" fmla="*/ 120 w 135"/>
                  <a:gd name="T19" fmla="*/ 30 h 30"/>
                  <a:gd name="T20" fmla="*/ 123 w 135"/>
                  <a:gd name="T21" fmla="*/ 29 h 30"/>
                  <a:gd name="T22" fmla="*/ 126 w 135"/>
                  <a:gd name="T23" fmla="*/ 28 h 30"/>
                  <a:gd name="T24" fmla="*/ 129 w 135"/>
                  <a:gd name="T25" fmla="*/ 27 h 30"/>
                  <a:gd name="T26" fmla="*/ 131 w 135"/>
                  <a:gd name="T27" fmla="*/ 26 h 30"/>
                  <a:gd name="T28" fmla="*/ 133 w 135"/>
                  <a:gd name="T29" fmla="*/ 23 h 30"/>
                  <a:gd name="T30" fmla="*/ 134 w 135"/>
                  <a:gd name="T31" fmla="*/ 21 h 30"/>
                  <a:gd name="T32" fmla="*/ 135 w 135"/>
                  <a:gd name="T33" fmla="*/ 18 h 30"/>
                  <a:gd name="T34" fmla="*/ 135 w 135"/>
                  <a:gd name="T35" fmla="*/ 15 h 30"/>
                  <a:gd name="T36" fmla="*/ 135 w 135"/>
                  <a:gd name="T37" fmla="*/ 12 h 30"/>
                  <a:gd name="T38" fmla="*/ 134 w 135"/>
                  <a:gd name="T39" fmla="*/ 9 h 30"/>
                  <a:gd name="T40" fmla="*/ 133 w 135"/>
                  <a:gd name="T41" fmla="*/ 7 h 30"/>
                  <a:gd name="T42" fmla="*/ 131 w 135"/>
                  <a:gd name="T43" fmla="*/ 5 h 30"/>
                  <a:gd name="T44" fmla="*/ 129 w 135"/>
                  <a:gd name="T45" fmla="*/ 3 h 30"/>
                  <a:gd name="T46" fmla="*/ 126 w 135"/>
                  <a:gd name="T47" fmla="*/ 1 h 30"/>
                  <a:gd name="T48" fmla="*/ 123 w 135"/>
                  <a:gd name="T49" fmla="*/ 0 h 30"/>
                  <a:gd name="T50" fmla="*/ 120 w 135"/>
                  <a:gd name="T51" fmla="*/ 0 h 30"/>
                  <a:gd name="T52" fmla="*/ 15 w 135"/>
                  <a:gd name="T53" fmla="*/ 0 h 30"/>
                  <a:gd name="T54" fmla="*/ 12 w 135"/>
                  <a:gd name="T55" fmla="*/ 0 h 30"/>
                  <a:gd name="T56" fmla="*/ 10 w 135"/>
                  <a:gd name="T57" fmla="*/ 1 h 30"/>
                  <a:gd name="T58" fmla="*/ 6 w 135"/>
                  <a:gd name="T59" fmla="*/ 3 h 30"/>
                  <a:gd name="T60" fmla="*/ 4 w 135"/>
                  <a:gd name="T61" fmla="*/ 5 h 30"/>
                  <a:gd name="T62" fmla="*/ 3 w 135"/>
                  <a:gd name="T63" fmla="*/ 7 h 30"/>
                  <a:gd name="T64" fmla="*/ 1 w 135"/>
                  <a:gd name="T65" fmla="*/ 9 h 30"/>
                  <a:gd name="T66" fmla="*/ 0 w 135"/>
                  <a:gd name="T67" fmla="*/ 12 h 30"/>
                  <a:gd name="T68" fmla="*/ 0 w 135"/>
                  <a:gd name="T69" fmla="*/ 15 h 30"/>
                  <a:gd name="T70" fmla="*/ 0 w 135"/>
                  <a:gd name="T71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35" h="30">
                    <a:moveTo>
                      <a:pt x="0" y="15"/>
                    </a:moveTo>
                    <a:lnTo>
                      <a:pt x="0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20" y="30"/>
                    </a:lnTo>
                    <a:lnTo>
                      <a:pt x="123" y="29"/>
                    </a:lnTo>
                    <a:lnTo>
                      <a:pt x="126" y="28"/>
                    </a:lnTo>
                    <a:lnTo>
                      <a:pt x="129" y="27"/>
                    </a:lnTo>
                    <a:lnTo>
                      <a:pt x="131" y="26"/>
                    </a:lnTo>
                    <a:lnTo>
                      <a:pt x="133" y="23"/>
                    </a:lnTo>
                    <a:lnTo>
                      <a:pt x="134" y="21"/>
                    </a:lnTo>
                    <a:lnTo>
                      <a:pt x="135" y="18"/>
                    </a:lnTo>
                    <a:lnTo>
                      <a:pt x="135" y="15"/>
                    </a:lnTo>
                    <a:lnTo>
                      <a:pt x="135" y="12"/>
                    </a:lnTo>
                    <a:lnTo>
                      <a:pt x="134" y="9"/>
                    </a:lnTo>
                    <a:lnTo>
                      <a:pt x="133" y="7"/>
                    </a:lnTo>
                    <a:lnTo>
                      <a:pt x="131" y="5"/>
                    </a:lnTo>
                    <a:lnTo>
                      <a:pt x="129" y="3"/>
                    </a:lnTo>
                    <a:lnTo>
                      <a:pt x="126" y="1"/>
                    </a:lnTo>
                    <a:lnTo>
                      <a:pt x="123" y="0"/>
                    </a:lnTo>
                    <a:lnTo>
                      <a:pt x="120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229">
                <a:extLst>
                  <a:ext uri="{FF2B5EF4-FFF2-40B4-BE49-F238E27FC236}">
                    <a16:creationId xmlns:a16="http://schemas.microsoft.com/office/drawing/2014/main" id="{4C5A442F-0ADF-F74B-D5B5-5D9B4DE35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0500" y="2593975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9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9 w 90"/>
                  <a:gd name="T31" fmla="*/ 29 h 30"/>
                  <a:gd name="T32" fmla="*/ 12 w 90"/>
                  <a:gd name="T33" fmla="*/ 30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30 h 30"/>
                  <a:gd name="T40" fmla="*/ 80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0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30"/>
                    </a:lnTo>
                    <a:lnTo>
                      <a:pt x="80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0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2800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916D912F-048D-6FE6-1F20-A2AE4ADE7DF6}"/>
              </a:ext>
            </a:extLst>
          </p:cNvPr>
          <p:cNvGrpSpPr/>
          <p:nvPr/>
        </p:nvGrpSpPr>
        <p:grpSpPr>
          <a:xfrm>
            <a:off x="914664" y="1581911"/>
            <a:ext cx="10362672" cy="4815859"/>
            <a:chOff x="914664" y="1597151"/>
            <a:chExt cx="10362672" cy="4815859"/>
          </a:xfrm>
        </p:grpSpPr>
        <p:sp>
          <p:nvSpPr>
            <p:cNvPr id="3" name="Google Shape;592;p24">
              <a:extLst>
                <a:ext uri="{FF2B5EF4-FFF2-40B4-BE49-F238E27FC236}">
                  <a16:creationId xmlns:a16="http://schemas.microsoft.com/office/drawing/2014/main" id="{9886512C-583A-1783-BF4F-C63824DD6CD9}"/>
                </a:ext>
              </a:extLst>
            </p:cNvPr>
            <p:cNvSpPr/>
            <p:nvPr/>
          </p:nvSpPr>
          <p:spPr>
            <a:xfrm>
              <a:off x="976588" y="2803075"/>
              <a:ext cx="1378606" cy="3121923"/>
            </a:xfrm>
            <a:custGeom>
              <a:avLst/>
              <a:gdLst/>
              <a:ahLst/>
              <a:cxnLst/>
              <a:rect l="l" t="t" r="r" b="b"/>
              <a:pathLst>
                <a:path w="34364" h="77819" extrusionOk="0">
                  <a:moveTo>
                    <a:pt x="0" y="0"/>
                  </a:moveTo>
                  <a:lnTo>
                    <a:pt x="0" y="73425"/>
                  </a:lnTo>
                  <a:lnTo>
                    <a:pt x="0" y="73871"/>
                  </a:lnTo>
                  <a:lnTo>
                    <a:pt x="179" y="74729"/>
                  </a:lnTo>
                  <a:lnTo>
                    <a:pt x="518" y="75532"/>
                  </a:lnTo>
                  <a:lnTo>
                    <a:pt x="1000" y="76229"/>
                  </a:lnTo>
                  <a:lnTo>
                    <a:pt x="1590" y="76818"/>
                  </a:lnTo>
                  <a:lnTo>
                    <a:pt x="2286" y="77300"/>
                  </a:lnTo>
                  <a:lnTo>
                    <a:pt x="3072" y="77622"/>
                  </a:lnTo>
                  <a:lnTo>
                    <a:pt x="3929" y="77800"/>
                  </a:lnTo>
                  <a:lnTo>
                    <a:pt x="4394" y="77818"/>
                  </a:lnTo>
                  <a:lnTo>
                    <a:pt x="29970" y="77818"/>
                  </a:lnTo>
                  <a:lnTo>
                    <a:pt x="30416" y="77800"/>
                  </a:lnTo>
                  <a:lnTo>
                    <a:pt x="31274" y="77622"/>
                  </a:lnTo>
                  <a:lnTo>
                    <a:pt x="32060" y="77300"/>
                  </a:lnTo>
                  <a:lnTo>
                    <a:pt x="32756" y="76818"/>
                  </a:lnTo>
                  <a:lnTo>
                    <a:pt x="33363" y="76229"/>
                  </a:lnTo>
                  <a:lnTo>
                    <a:pt x="33828" y="75532"/>
                  </a:lnTo>
                  <a:lnTo>
                    <a:pt x="34167" y="74729"/>
                  </a:lnTo>
                  <a:lnTo>
                    <a:pt x="34346" y="73871"/>
                  </a:lnTo>
                  <a:lnTo>
                    <a:pt x="34364" y="73425"/>
                  </a:lnTo>
                  <a:lnTo>
                    <a:pt x="3436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93;p24">
              <a:extLst>
                <a:ext uri="{FF2B5EF4-FFF2-40B4-BE49-F238E27FC236}">
                  <a16:creationId xmlns:a16="http://schemas.microsoft.com/office/drawing/2014/main" id="{E65EA38A-7147-D7F9-5B39-64316D3E1FDE}"/>
                </a:ext>
              </a:extLst>
            </p:cNvPr>
            <p:cNvSpPr/>
            <p:nvPr/>
          </p:nvSpPr>
          <p:spPr>
            <a:xfrm>
              <a:off x="2699410" y="2803075"/>
              <a:ext cx="1378646" cy="3121923"/>
            </a:xfrm>
            <a:custGeom>
              <a:avLst/>
              <a:gdLst/>
              <a:ahLst/>
              <a:cxnLst/>
              <a:rect l="l" t="t" r="r" b="b"/>
              <a:pathLst>
                <a:path w="34365" h="77819" extrusionOk="0">
                  <a:moveTo>
                    <a:pt x="1" y="0"/>
                  </a:moveTo>
                  <a:lnTo>
                    <a:pt x="1" y="73425"/>
                  </a:lnTo>
                  <a:lnTo>
                    <a:pt x="19" y="73871"/>
                  </a:lnTo>
                  <a:lnTo>
                    <a:pt x="197" y="74729"/>
                  </a:lnTo>
                  <a:lnTo>
                    <a:pt x="519" y="75532"/>
                  </a:lnTo>
                  <a:lnTo>
                    <a:pt x="1001" y="76229"/>
                  </a:lnTo>
                  <a:lnTo>
                    <a:pt x="1590" y="76818"/>
                  </a:lnTo>
                  <a:lnTo>
                    <a:pt x="2287" y="77300"/>
                  </a:lnTo>
                  <a:lnTo>
                    <a:pt x="3073" y="77622"/>
                  </a:lnTo>
                  <a:lnTo>
                    <a:pt x="3930" y="77800"/>
                  </a:lnTo>
                  <a:lnTo>
                    <a:pt x="4394" y="77818"/>
                  </a:lnTo>
                  <a:lnTo>
                    <a:pt x="29971" y="77818"/>
                  </a:lnTo>
                  <a:lnTo>
                    <a:pt x="30417" y="77800"/>
                  </a:lnTo>
                  <a:lnTo>
                    <a:pt x="31274" y="77622"/>
                  </a:lnTo>
                  <a:lnTo>
                    <a:pt x="32060" y="77300"/>
                  </a:lnTo>
                  <a:lnTo>
                    <a:pt x="32757" y="76818"/>
                  </a:lnTo>
                  <a:lnTo>
                    <a:pt x="33364" y="76229"/>
                  </a:lnTo>
                  <a:lnTo>
                    <a:pt x="33828" y="75532"/>
                  </a:lnTo>
                  <a:lnTo>
                    <a:pt x="34168" y="74729"/>
                  </a:lnTo>
                  <a:lnTo>
                    <a:pt x="34346" y="73871"/>
                  </a:lnTo>
                  <a:lnTo>
                    <a:pt x="34364" y="73425"/>
                  </a:lnTo>
                  <a:lnTo>
                    <a:pt x="34364" y="0"/>
                  </a:lnTo>
                  <a:close/>
                </a:path>
              </a:pathLst>
            </a:custGeom>
            <a:solidFill>
              <a:schemeClr val="accent2">
                <a:alpha val="36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94;p24">
              <a:extLst>
                <a:ext uri="{FF2B5EF4-FFF2-40B4-BE49-F238E27FC236}">
                  <a16:creationId xmlns:a16="http://schemas.microsoft.com/office/drawing/2014/main" id="{020F2528-46CA-3367-97A2-D59A72C6E3A1}"/>
                </a:ext>
              </a:extLst>
            </p:cNvPr>
            <p:cNvSpPr/>
            <p:nvPr/>
          </p:nvSpPr>
          <p:spPr>
            <a:xfrm>
              <a:off x="4444017" y="2803075"/>
              <a:ext cx="1378606" cy="3121923"/>
            </a:xfrm>
            <a:custGeom>
              <a:avLst/>
              <a:gdLst/>
              <a:ahLst/>
              <a:cxnLst/>
              <a:rect l="l" t="t" r="r" b="b"/>
              <a:pathLst>
                <a:path w="34364" h="77819" extrusionOk="0">
                  <a:moveTo>
                    <a:pt x="0" y="0"/>
                  </a:moveTo>
                  <a:lnTo>
                    <a:pt x="0" y="73425"/>
                  </a:lnTo>
                  <a:lnTo>
                    <a:pt x="18" y="73871"/>
                  </a:lnTo>
                  <a:lnTo>
                    <a:pt x="197" y="74729"/>
                  </a:lnTo>
                  <a:lnTo>
                    <a:pt x="518" y="75532"/>
                  </a:lnTo>
                  <a:lnTo>
                    <a:pt x="1000" y="76229"/>
                  </a:lnTo>
                  <a:lnTo>
                    <a:pt x="1590" y="76818"/>
                  </a:lnTo>
                  <a:lnTo>
                    <a:pt x="2286" y="77300"/>
                  </a:lnTo>
                  <a:lnTo>
                    <a:pt x="3090" y="77622"/>
                  </a:lnTo>
                  <a:lnTo>
                    <a:pt x="3947" y="77800"/>
                  </a:lnTo>
                  <a:lnTo>
                    <a:pt x="4394" y="77818"/>
                  </a:lnTo>
                  <a:lnTo>
                    <a:pt x="29970" y="77818"/>
                  </a:lnTo>
                  <a:lnTo>
                    <a:pt x="30417" y="77800"/>
                  </a:lnTo>
                  <a:lnTo>
                    <a:pt x="31274" y="77622"/>
                  </a:lnTo>
                  <a:lnTo>
                    <a:pt x="32060" y="77300"/>
                  </a:lnTo>
                  <a:lnTo>
                    <a:pt x="32756" y="76818"/>
                  </a:lnTo>
                  <a:lnTo>
                    <a:pt x="33364" y="76229"/>
                  </a:lnTo>
                  <a:lnTo>
                    <a:pt x="33828" y="75532"/>
                  </a:lnTo>
                  <a:lnTo>
                    <a:pt x="34167" y="74729"/>
                  </a:lnTo>
                  <a:lnTo>
                    <a:pt x="34346" y="73871"/>
                  </a:lnTo>
                  <a:lnTo>
                    <a:pt x="34364" y="73425"/>
                  </a:lnTo>
                  <a:lnTo>
                    <a:pt x="34364" y="0"/>
                  </a:lnTo>
                  <a:close/>
                </a:path>
              </a:pathLst>
            </a:custGeom>
            <a:solidFill>
              <a:schemeClr val="accent3">
                <a:alpha val="36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95;p24">
              <a:extLst>
                <a:ext uri="{FF2B5EF4-FFF2-40B4-BE49-F238E27FC236}">
                  <a16:creationId xmlns:a16="http://schemas.microsoft.com/office/drawing/2014/main" id="{ACFD523F-6E22-3426-EE8D-6B67D2CAAF16}"/>
                </a:ext>
              </a:extLst>
            </p:cNvPr>
            <p:cNvSpPr/>
            <p:nvPr/>
          </p:nvSpPr>
          <p:spPr>
            <a:xfrm>
              <a:off x="6219570" y="2803075"/>
              <a:ext cx="1378646" cy="3121923"/>
            </a:xfrm>
            <a:custGeom>
              <a:avLst/>
              <a:gdLst/>
              <a:ahLst/>
              <a:cxnLst/>
              <a:rect l="l" t="t" r="r" b="b"/>
              <a:pathLst>
                <a:path w="34365" h="77819" extrusionOk="0">
                  <a:moveTo>
                    <a:pt x="1" y="0"/>
                  </a:moveTo>
                  <a:lnTo>
                    <a:pt x="1" y="73425"/>
                  </a:lnTo>
                  <a:lnTo>
                    <a:pt x="19" y="73871"/>
                  </a:lnTo>
                  <a:lnTo>
                    <a:pt x="197" y="74729"/>
                  </a:lnTo>
                  <a:lnTo>
                    <a:pt x="519" y="75532"/>
                  </a:lnTo>
                  <a:lnTo>
                    <a:pt x="1001" y="76229"/>
                  </a:lnTo>
                  <a:lnTo>
                    <a:pt x="1590" y="76818"/>
                  </a:lnTo>
                  <a:lnTo>
                    <a:pt x="2305" y="77300"/>
                  </a:lnTo>
                  <a:lnTo>
                    <a:pt x="3091" y="77622"/>
                  </a:lnTo>
                  <a:lnTo>
                    <a:pt x="3948" y="77800"/>
                  </a:lnTo>
                  <a:lnTo>
                    <a:pt x="4395" y="77818"/>
                  </a:lnTo>
                  <a:lnTo>
                    <a:pt x="29971" y="77818"/>
                  </a:lnTo>
                  <a:lnTo>
                    <a:pt x="30417" y="77800"/>
                  </a:lnTo>
                  <a:lnTo>
                    <a:pt x="31275" y="77622"/>
                  </a:lnTo>
                  <a:lnTo>
                    <a:pt x="32060" y="77300"/>
                  </a:lnTo>
                  <a:lnTo>
                    <a:pt x="32775" y="76818"/>
                  </a:lnTo>
                  <a:lnTo>
                    <a:pt x="33364" y="76229"/>
                  </a:lnTo>
                  <a:lnTo>
                    <a:pt x="33847" y="75532"/>
                  </a:lnTo>
                  <a:lnTo>
                    <a:pt x="34168" y="74729"/>
                  </a:lnTo>
                  <a:lnTo>
                    <a:pt x="34347" y="73871"/>
                  </a:lnTo>
                  <a:lnTo>
                    <a:pt x="34364" y="73425"/>
                  </a:lnTo>
                  <a:lnTo>
                    <a:pt x="34364" y="0"/>
                  </a:lnTo>
                  <a:close/>
                </a:path>
              </a:pathLst>
            </a:custGeom>
            <a:solidFill>
              <a:schemeClr val="accent4">
                <a:alpha val="36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96;p24">
              <a:extLst>
                <a:ext uri="{FF2B5EF4-FFF2-40B4-BE49-F238E27FC236}">
                  <a16:creationId xmlns:a16="http://schemas.microsoft.com/office/drawing/2014/main" id="{C67AFF69-44AD-5583-0F5E-154FD025D862}"/>
                </a:ext>
              </a:extLst>
            </p:cNvPr>
            <p:cNvSpPr/>
            <p:nvPr/>
          </p:nvSpPr>
          <p:spPr>
            <a:xfrm>
              <a:off x="7942435" y="2803075"/>
              <a:ext cx="1378646" cy="3121923"/>
            </a:xfrm>
            <a:custGeom>
              <a:avLst/>
              <a:gdLst/>
              <a:ahLst/>
              <a:cxnLst/>
              <a:rect l="l" t="t" r="r" b="b"/>
              <a:pathLst>
                <a:path w="34365" h="77819" extrusionOk="0">
                  <a:moveTo>
                    <a:pt x="0" y="0"/>
                  </a:moveTo>
                  <a:lnTo>
                    <a:pt x="0" y="73425"/>
                  </a:lnTo>
                  <a:lnTo>
                    <a:pt x="18" y="73871"/>
                  </a:lnTo>
                  <a:lnTo>
                    <a:pt x="197" y="74729"/>
                  </a:lnTo>
                  <a:lnTo>
                    <a:pt x="518" y="75532"/>
                  </a:lnTo>
                  <a:lnTo>
                    <a:pt x="1001" y="76229"/>
                  </a:lnTo>
                  <a:lnTo>
                    <a:pt x="1590" y="76818"/>
                  </a:lnTo>
                  <a:lnTo>
                    <a:pt x="2304" y="77300"/>
                  </a:lnTo>
                  <a:lnTo>
                    <a:pt x="3090" y="77622"/>
                  </a:lnTo>
                  <a:lnTo>
                    <a:pt x="3948" y="77800"/>
                  </a:lnTo>
                  <a:lnTo>
                    <a:pt x="4394" y="77818"/>
                  </a:lnTo>
                  <a:lnTo>
                    <a:pt x="29970" y="77818"/>
                  </a:lnTo>
                  <a:lnTo>
                    <a:pt x="30417" y="77800"/>
                  </a:lnTo>
                  <a:lnTo>
                    <a:pt x="31274" y="77622"/>
                  </a:lnTo>
                  <a:lnTo>
                    <a:pt x="32060" y="77300"/>
                  </a:lnTo>
                  <a:lnTo>
                    <a:pt x="32774" y="76818"/>
                  </a:lnTo>
                  <a:lnTo>
                    <a:pt x="33364" y="76229"/>
                  </a:lnTo>
                  <a:lnTo>
                    <a:pt x="33846" y="75532"/>
                  </a:lnTo>
                  <a:lnTo>
                    <a:pt x="34168" y="74729"/>
                  </a:lnTo>
                  <a:lnTo>
                    <a:pt x="34346" y="73871"/>
                  </a:lnTo>
                  <a:lnTo>
                    <a:pt x="34364" y="73425"/>
                  </a:lnTo>
                  <a:lnTo>
                    <a:pt x="34364" y="0"/>
                  </a:lnTo>
                  <a:close/>
                </a:path>
              </a:pathLst>
            </a:custGeom>
            <a:solidFill>
              <a:schemeClr val="accent5">
                <a:alpha val="36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97;p24">
              <a:extLst>
                <a:ext uri="{FF2B5EF4-FFF2-40B4-BE49-F238E27FC236}">
                  <a16:creationId xmlns:a16="http://schemas.microsoft.com/office/drawing/2014/main" id="{FAF25A92-BAE0-04DE-6932-285620306CF7}"/>
                </a:ext>
              </a:extLst>
            </p:cNvPr>
            <p:cNvSpPr/>
            <p:nvPr/>
          </p:nvSpPr>
          <p:spPr>
            <a:xfrm>
              <a:off x="9686982" y="2803075"/>
              <a:ext cx="1378606" cy="3121923"/>
            </a:xfrm>
            <a:custGeom>
              <a:avLst/>
              <a:gdLst/>
              <a:ahLst/>
              <a:cxnLst/>
              <a:rect l="l" t="t" r="r" b="b"/>
              <a:pathLst>
                <a:path w="34364" h="77819" extrusionOk="0">
                  <a:moveTo>
                    <a:pt x="0" y="0"/>
                  </a:moveTo>
                  <a:lnTo>
                    <a:pt x="0" y="73425"/>
                  </a:lnTo>
                  <a:lnTo>
                    <a:pt x="18" y="73871"/>
                  </a:lnTo>
                  <a:lnTo>
                    <a:pt x="197" y="74729"/>
                  </a:lnTo>
                  <a:lnTo>
                    <a:pt x="536" y="75532"/>
                  </a:lnTo>
                  <a:lnTo>
                    <a:pt x="1000" y="76229"/>
                  </a:lnTo>
                  <a:lnTo>
                    <a:pt x="1608" y="76818"/>
                  </a:lnTo>
                  <a:lnTo>
                    <a:pt x="2304" y="77300"/>
                  </a:lnTo>
                  <a:lnTo>
                    <a:pt x="3090" y="77622"/>
                  </a:lnTo>
                  <a:lnTo>
                    <a:pt x="3947" y="77800"/>
                  </a:lnTo>
                  <a:lnTo>
                    <a:pt x="4394" y="77818"/>
                  </a:lnTo>
                  <a:lnTo>
                    <a:pt x="29970" y="77818"/>
                  </a:lnTo>
                  <a:lnTo>
                    <a:pt x="30416" y="77800"/>
                  </a:lnTo>
                  <a:lnTo>
                    <a:pt x="31274" y="77640"/>
                  </a:lnTo>
                  <a:lnTo>
                    <a:pt x="32060" y="77300"/>
                  </a:lnTo>
                  <a:lnTo>
                    <a:pt x="32774" y="76818"/>
                  </a:lnTo>
                  <a:lnTo>
                    <a:pt x="33363" y="76229"/>
                  </a:lnTo>
                  <a:lnTo>
                    <a:pt x="33846" y="75532"/>
                  </a:lnTo>
                  <a:lnTo>
                    <a:pt x="34167" y="74746"/>
                  </a:lnTo>
                  <a:lnTo>
                    <a:pt x="34346" y="73871"/>
                  </a:lnTo>
                  <a:lnTo>
                    <a:pt x="34364" y="73425"/>
                  </a:lnTo>
                  <a:lnTo>
                    <a:pt x="34364" y="0"/>
                  </a:lnTo>
                  <a:close/>
                </a:path>
              </a:pathLst>
            </a:custGeom>
            <a:solidFill>
              <a:schemeClr val="accent6">
                <a:alpha val="36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99;p24">
              <a:extLst>
                <a:ext uri="{FF2B5EF4-FFF2-40B4-BE49-F238E27FC236}">
                  <a16:creationId xmlns:a16="http://schemas.microsoft.com/office/drawing/2014/main" id="{65DB30BF-A9EB-B7A3-6C71-2C678758709E}"/>
                </a:ext>
              </a:extLst>
            </p:cNvPr>
            <p:cNvSpPr/>
            <p:nvPr/>
          </p:nvSpPr>
          <p:spPr>
            <a:xfrm>
              <a:off x="1284693" y="5652738"/>
              <a:ext cx="762397" cy="760272"/>
            </a:xfrm>
            <a:custGeom>
              <a:avLst/>
              <a:gdLst/>
              <a:ahLst/>
              <a:cxnLst/>
              <a:rect l="l" t="t" r="r" b="b"/>
              <a:pathLst>
                <a:path w="19004" h="18951" fill="none" extrusionOk="0">
                  <a:moveTo>
                    <a:pt x="18129" y="5484"/>
                  </a:moveTo>
                  <a:lnTo>
                    <a:pt x="18307" y="5912"/>
                  </a:lnTo>
                  <a:lnTo>
                    <a:pt x="18611" y="6752"/>
                  </a:lnTo>
                  <a:lnTo>
                    <a:pt x="18897" y="8038"/>
                  </a:lnTo>
                  <a:lnTo>
                    <a:pt x="19004" y="9770"/>
                  </a:lnTo>
                  <a:lnTo>
                    <a:pt x="18789" y="11467"/>
                  </a:lnTo>
                  <a:lnTo>
                    <a:pt x="18289" y="13092"/>
                  </a:lnTo>
                  <a:lnTo>
                    <a:pt x="17504" y="14610"/>
                  </a:lnTo>
                  <a:lnTo>
                    <a:pt x="16432" y="15968"/>
                  </a:lnTo>
                  <a:lnTo>
                    <a:pt x="15467" y="16861"/>
                  </a:lnTo>
                  <a:lnTo>
                    <a:pt x="14735" y="17396"/>
                  </a:lnTo>
                  <a:lnTo>
                    <a:pt x="14360" y="17629"/>
                  </a:lnTo>
                  <a:lnTo>
                    <a:pt x="13967" y="17861"/>
                  </a:lnTo>
                  <a:lnTo>
                    <a:pt x="13146" y="18236"/>
                  </a:lnTo>
                  <a:lnTo>
                    <a:pt x="11895" y="18665"/>
                  </a:lnTo>
                  <a:lnTo>
                    <a:pt x="10199" y="18950"/>
                  </a:lnTo>
                  <a:lnTo>
                    <a:pt x="8484" y="18915"/>
                  </a:lnTo>
                  <a:lnTo>
                    <a:pt x="6823" y="18575"/>
                  </a:lnTo>
                  <a:lnTo>
                    <a:pt x="5215" y="17950"/>
                  </a:lnTo>
                  <a:lnTo>
                    <a:pt x="3751" y="17039"/>
                  </a:lnTo>
                  <a:lnTo>
                    <a:pt x="2769" y="16164"/>
                  </a:lnTo>
                  <a:lnTo>
                    <a:pt x="2179" y="15503"/>
                  </a:lnTo>
                  <a:lnTo>
                    <a:pt x="1893" y="15128"/>
                  </a:lnTo>
                  <a:lnTo>
                    <a:pt x="1626" y="14771"/>
                  </a:lnTo>
                  <a:lnTo>
                    <a:pt x="1161" y="14003"/>
                  </a:lnTo>
                  <a:lnTo>
                    <a:pt x="607" y="12806"/>
                  </a:lnTo>
                  <a:lnTo>
                    <a:pt x="143" y="11145"/>
                  </a:lnTo>
                  <a:lnTo>
                    <a:pt x="0" y="9431"/>
                  </a:lnTo>
                  <a:lnTo>
                    <a:pt x="161" y="7734"/>
                  </a:lnTo>
                  <a:lnTo>
                    <a:pt x="625" y="6091"/>
                  </a:lnTo>
                  <a:lnTo>
                    <a:pt x="1375" y="4537"/>
                  </a:lnTo>
                  <a:lnTo>
                    <a:pt x="2143" y="3465"/>
                  </a:lnTo>
                  <a:lnTo>
                    <a:pt x="2751" y="2804"/>
                  </a:lnTo>
                  <a:lnTo>
                    <a:pt x="3072" y="2483"/>
                  </a:lnTo>
                  <a:lnTo>
                    <a:pt x="3412" y="2179"/>
                  </a:lnTo>
                  <a:lnTo>
                    <a:pt x="4126" y="1644"/>
                  </a:lnTo>
                  <a:lnTo>
                    <a:pt x="5251" y="965"/>
                  </a:lnTo>
                  <a:lnTo>
                    <a:pt x="6877" y="340"/>
                  </a:lnTo>
                  <a:lnTo>
                    <a:pt x="8555" y="18"/>
                  </a:lnTo>
                  <a:lnTo>
                    <a:pt x="10252" y="0"/>
                  </a:lnTo>
                  <a:lnTo>
                    <a:pt x="11949" y="286"/>
                  </a:lnTo>
                  <a:lnTo>
                    <a:pt x="13574" y="876"/>
                  </a:lnTo>
                  <a:lnTo>
                    <a:pt x="14717" y="1536"/>
                  </a:lnTo>
                  <a:lnTo>
                    <a:pt x="15432" y="2054"/>
                  </a:lnTo>
                  <a:lnTo>
                    <a:pt x="15789" y="2358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00;p24">
              <a:extLst>
                <a:ext uri="{FF2B5EF4-FFF2-40B4-BE49-F238E27FC236}">
                  <a16:creationId xmlns:a16="http://schemas.microsoft.com/office/drawing/2014/main" id="{EBBF447F-9F38-6519-19DC-9A4E152B7B8F}"/>
                </a:ext>
              </a:extLst>
            </p:cNvPr>
            <p:cNvSpPr/>
            <p:nvPr/>
          </p:nvSpPr>
          <p:spPr>
            <a:xfrm>
              <a:off x="1393251" y="5758771"/>
              <a:ext cx="545281" cy="546043"/>
            </a:xfrm>
            <a:custGeom>
              <a:avLst/>
              <a:gdLst/>
              <a:ahLst/>
              <a:cxnLst/>
              <a:rect l="l" t="t" r="r" b="b"/>
              <a:pathLst>
                <a:path w="13592" h="13611" extrusionOk="0">
                  <a:moveTo>
                    <a:pt x="6805" y="1"/>
                  </a:moveTo>
                  <a:lnTo>
                    <a:pt x="6108" y="36"/>
                  </a:lnTo>
                  <a:lnTo>
                    <a:pt x="4769" y="304"/>
                  </a:lnTo>
                  <a:lnTo>
                    <a:pt x="3554" y="822"/>
                  </a:lnTo>
                  <a:lnTo>
                    <a:pt x="2465" y="1555"/>
                  </a:lnTo>
                  <a:lnTo>
                    <a:pt x="1536" y="2483"/>
                  </a:lnTo>
                  <a:lnTo>
                    <a:pt x="804" y="3555"/>
                  </a:lnTo>
                  <a:lnTo>
                    <a:pt x="304" y="4787"/>
                  </a:lnTo>
                  <a:lnTo>
                    <a:pt x="18" y="6109"/>
                  </a:lnTo>
                  <a:lnTo>
                    <a:pt x="0" y="6806"/>
                  </a:lnTo>
                  <a:lnTo>
                    <a:pt x="18" y="7502"/>
                  </a:lnTo>
                  <a:lnTo>
                    <a:pt x="304" y="8824"/>
                  </a:lnTo>
                  <a:lnTo>
                    <a:pt x="804" y="10056"/>
                  </a:lnTo>
                  <a:lnTo>
                    <a:pt x="1536" y="11128"/>
                  </a:lnTo>
                  <a:lnTo>
                    <a:pt x="2465" y="12057"/>
                  </a:lnTo>
                  <a:lnTo>
                    <a:pt x="3554" y="12789"/>
                  </a:lnTo>
                  <a:lnTo>
                    <a:pt x="4769" y="13307"/>
                  </a:lnTo>
                  <a:lnTo>
                    <a:pt x="6108" y="13575"/>
                  </a:lnTo>
                  <a:lnTo>
                    <a:pt x="6805" y="13610"/>
                  </a:lnTo>
                  <a:lnTo>
                    <a:pt x="7501" y="13575"/>
                  </a:lnTo>
                  <a:lnTo>
                    <a:pt x="8823" y="13307"/>
                  </a:lnTo>
                  <a:lnTo>
                    <a:pt x="10038" y="12789"/>
                  </a:lnTo>
                  <a:lnTo>
                    <a:pt x="11127" y="12057"/>
                  </a:lnTo>
                  <a:lnTo>
                    <a:pt x="12056" y="11128"/>
                  </a:lnTo>
                  <a:lnTo>
                    <a:pt x="12788" y="10056"/>
                  </a:lnTo>
                  <a:lnTo>
                    <a:pt x="13306" y="8824"/>
                  </a:lnTo>
                  <a:lnTo>
                    <a:pt x="13574" y="7502"/>
                  </a:lnTo>
                  <a:lnTo>
                    <a:pt x="13592" y="6806"/>
                  </a:lnTo>
                  <a:lnTo>
                    <a:pt x="13574" y="6109"/>
                  </a:lnTo>
                  <a:lnTo>
                    <a:pt x="13306" y="4787"/>
                  </a:lnTo>
                  <a:lnTo>
                    <a:pt x="12788" y="3555"/>
                  </a:lnTo>
                  <a:lnTo>
                    <a:pt x="12056" y="2483"/>
                  </a:lnTo>
                  <a:lnTo>
                    <a:pt x="11127" y="1555"/>
                  </a:lnTo>
                  <a:lnTo>
                    <a:pt x="10038" y="822"/>
                  </a:lnTo>
                  <a:lnTo>
                    <a:pt x="8823" y="304"/>
                  </a:lnTo>
                  <a:lnTo>
                    <a:pt x="7501" y="3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bg1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01</a:t>
              </a:r>
              <a:endParaRPr b="1" dirty="0">
                <a:solidFill>
                  <a:schemeClr val="bg1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" name="Google Shape;601;p24">
              <a:extLst>
                <a:ext uri="{FF2B5EF4-FFF2-40B4-BE49-F238E27FC236}">
                  <a16:creationId xmlns:a16="http://schemas.microsoft.com/office/drawing/2014/main" id="{D88FBDC6-C42E-0255-4B2E-82D5BC359E5E}"/>
                </a:ext>
              </a:extLst>
            </p:cNvPr>
            <p:cNvSpPr/>
            <p:nvPr/>
          </p:nvSpPr>
          <p:spPr>
            <a:xfrm>
              <a:off x="914664" y="1597151"/>
              <a:ext cx="1620837" cy="1453867"/>
            </a:xfrm>
            <a:custGeom>
              <a:avLst/>
              <a:gdLst/>
              <a:ahLst/>
              <a:cxnLst/>
              <a:rect l="l" t="t" r="r" b="b"/>
              <a:pathLst>
                <a:path w="40402" h="36240" fill="none" extrusionOk="0">
                  <a:moveTo>
                    <a:pt x="36240" y="9966"/>
                  </a:moveTo>
                  <a:lnTo>
                    <a:pt x="36240" y="9449"/>
                  </a:lnTo>
                  <a:lnTo>
                    <a:pt x="36133" y="8448"/>
                  </a:lnTo>
                  <a:lnTo>
                    <a:pt x="35936" y="7466"/>
                  </a:lnTo>
                  <a:lnTo>
                    <a:pt x="35633" y="6537"/>
                  </a:lnTo>
                  <a:lnTo>
                    <a:pt x="35258" y="5644"/>
                  </a:lnTo>
                  <a:lnTo>
                    <a:pt x="34793" y="4805"/>
                  </a:lnTo>
                  <a:lnTo>
                    <a:pt x="34257" y="4001"/>
                  </a:lnTo>
                  <a:lnTo>
                    <a:pt x="33650" y="3269"/>
                  </a:lnTo>
                  <a:lnTo>
                    <a:pt x="32971" y="2590"/>
                  </a:lnTo>
                  <a:lnTo>
                    <a:pt x="32239" y="1983"/>
                  </a:lnTo>
                  <a:lnTo>
                    <a:pt x="31435" y="1447"/>
                  </a:lnTo>
                  <a:lnTo>
                    <a:pt x="30596" y="983"/>
                  </a:lnTo>
                  <a:lnTo>
                    <a:pt x="29703" y="608"/>
                  </a:lnTo>
                  <a:lnTo>
                    <a:pt x="28774" y="304"/>
                  </a:lnTo>
                  <a:lnTo>
                    <a:pt x="27792" y="108"/>
                  </a:lnTo>
                  <a:lnTo>
                    <a:pt x="26792" y="0"/>
                  </a:lnTo>
                  <a:lnTo>
                    <a:pt x="26274" y="0"/>
                  </a:lnTo>
                  <a:lnTo>
                    <a:pt x="9985" y="0"/>
                  </a:lnTo>
                  <a:lnTo>
                    <a:pt x="9467" y="0"/>
                  </a:lnTo>
                  <a:lnTo>
                    <a:pt x="8449" y="108"/>
                  </a:lnTo>
                  <a:lnTo>
                    <a:pt x="7484" y="304"/>
                  </a:lnTo>
                  <a:lnTo>
                    <a:pt x="6538" y="590"/>
                  </a:lnTo>
                  <a:lnTo>
                    <a:pt x="5645" y="983"/>
                  </a:lnTo>
                  <a:lnTo>
                    <a:pt x="4805" y="1429"/>
                  </a:lnTo>
                  <a:lnTo>
                    <a:pt x="4002" y="1983"/>
                  </a:lnTo>
                  <a:lnTo>
                    <a:pt x="3269" y="2590"/>
                  </a:lnTo>
                  <a:lnTo>
                    <a:pt x="2591" y="3269"/>
                  </a:lnTo>
                  <a:lnTo>
                    <a:pt x="1983" y="4001"/>
                  </a:lnTo>
                  <a:lnTo>
                    <a:pt x="1448" y="4787"/>
                  </a:lnTo>
                  <a:lnTo>
                    <a:pt x="983" y="5644"/>
                  </a:lnTo>
                  <a:lnTo>
                    <a:pt x="608" y="6537"/>
                  </a:lnTo>
                  <a:lnTo>
                    <a:pt x="305" y="7466"/>
                  </a:lnTo>
                  <a:lnTo>
                    <a:pt x="108" y="8448"/>
                  </a:lnTo>
                  <a:lnTo>
                    <a:pt x="1" y="9449"/>
                  </a:lnTo>
                  <a:lnTo>
                    <a:pt x="1" y="9966"/>
                  </a:lnTo>
                  <a:lnTo>
                    <a:pt x="1" y="26273"/>
                  </a:lnTo>
                  <a:lnTo>
                    <a:pt x="1" y="26773"/>
                  </a:lnTo>
                  <a:lnTo>
                    <a:pt x="108" y="27791"/>
                  </a:lnTo>
                  <a:lnTo>
                    <a:pt x="305" y="28756"/>
                  </a:lnTo>
                  <a:lnTo>
                    <a:pt x="608" y="29684"/>
                  </a:lnTo>
                  <a:lnTo>
                    <a:pt x="983" y="30595"/>
                  </a:lnTo>
                  <a:lnTo>
                    <a:pt x="1448" y="31435"/>
                  </a:lnTo>
                  <a:lnTo>
                    <a:pt x="1983" y="32221"/>
                  </a:lnTo>
                  <a:lnTo>
                    <a:pt x="2591" y="32971"/>
                  </a:lnTo>
                  <a:lnTo>
                    <a:pt x="3269" y="33649"/>
                  </a:lnTo>
                  <a:lnTo>
                    <a:pt x="4002" y="34257"/>
                  </a:lnTo>
                  <a:lnTo>
                    <a:pt x="4805" y="34792"/>
                  </a:lnTo>
                  <a:lnTo>
                    <a:pt x="5645" y="35257"/>
                  </a:lnTo>
                  <a:lnTo>
                    <a:pt x="6538" y="35632"/>
                  </a:lnTo>
                  <a:lnTo>
                    <a:pt x="7467" y="35918"/>
                  </a:lnTo>
                  <a:lnTo>
                    <a:pt x="8449" y="36114"/>
                  </a:lnTo>
                  <a:lnTo>
                    <a:pt x="9449" y="36221"/>
                  </a:lnTo>
                  <a:lnTo>
                    <a:pt x="9967" y="36239"/>
                  </a:lnTo>
                  <a:lnTo>
                    <a:pt x="26274" y="36239"/>
                  </a:lnTo>
                  <a:lnTo>
                    <a:pt x="26774" y="36221"/>
                  </a:lnTo>
                  <a:lnTo>
                    <a:pt x="27792" y="36132"/>
                  </a:lnTo>
                  <a:lnTo>
                    <a:pt x="28756" y="35918"/>
                  </a:lnTo>
                  <a:lnTo>
                    <a:pt x="29703" y="35632"/>
                  </a:lnTo>
                  <a:lnTo>
                    <a:pt x="30596" y="35257"/>
                  </a:lnTo>
                  <a:lnTo>
                    <a:pt x="31435" y="34792"/>
                  </a:lnTo>
                  <a:lnTo>
                    <a:pt x="32239" y="34257"/>
                  </a:lnTo>
                  <a:lnTo>
                    <a:pt x="32971" y="33649"/>
                  </a:lnTo>
                  <a:lnTo>
                    <a:pt x="33650" y="32971"/>
                  </a:lnTo>
                  <a:lnTo>
                    <a:pt x="34257" y="32238"/>
                  </a:lnTo>
                  <a:lnTo>
                    <a:pt x="34793" y="31435"/>
                  </a:lnTo>
                  <a:lnTo>
                    <a:pt x="35258" y="30595"/>
                  </a:lnTo>
                  <a:lnTo>
                    <a:pt x="35633" y="29702"/>
                  </a:lnTo>
                  <a:lnTo>
                    <a:pt x="35936" y="28756"/>
                  </a:lnTo>
                  <a:lnTo>
                    <a:pt x="36133" y="27791"/>
                  </a:lnTo>
                  <a:lnTo>
                    <a:pt x="36240" y="26773"/>
                  </a:lnTo>
                  <a:lnTo>
                    <a:pt x="36240" y="26273"/>
                  </a:lnTo>
                  <a:lnTo>
                    <a:pt x="36240" y="17718"/>
                  </a:lnTo>
                  <a:lnTo>
                    <a:pt x="40401" y="17718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02;p24">
              <a:extLst>
                <a:ext uri="{FF2B5EF4-FFF2-40B4-BE49-F238E27FC236}">
                  <a16:creationId xmlns:a16="http://schemas.microsoft.com/office/drawing/2014/main" id="{70DB100E-3A61-27B9-4354-4A7C46D95BA2}"/>
                </a:ext>
              </a:extLst>
            </p:cNvPr>
            <p:cNvSpPr/>
            <p:nvPr/>
          </p:nvSpPr>
          <p:spPr>
            <a:xfrm>
              <a:off x="2463849" y="2234877"/>
              <a:ext cx="91027" cy="146189"/>
            </a:xfrm>
            <a:custGeom>
              <a:avLst/>
              <a:gdLst/>
              <a:ahLst/>
              <a:cxnLst/>
              <a:rect l="l" t="t" r="r" b="b"/>
              <a:pathLst>
                <a:path w="2269" h="3644" extrusionOk="0">
                  <a:moveTo>
                    <a:pt x="304" y="0"/>
                  </a:moveTo>
                  <a:lnTo>
                    <a:pt x="0" y="322"/>
                  </a:lnTo>
                  <a:lnTo>
                    <a:pt x="1608" y="1822"/>
                  </a:lnTo>
                  <a:lnTo>
                    <a:pt x="0" y="3322"/>
                  </a:lnTo>
                  <a:lnTo>
                    <a:pt x="304" y="3644"/>
                  </a:lnTo>
                  <a:lnTo>
                    <a:pt x="2269" y="1822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E8A33A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03;p24">
              <a:extLst>
                <a:ext uri="{FF2B5EF4-FFF2-40B4-BE49-F238E27FC236}">
                  <a16:creationId xmlns:a16="http://schemas.microsoft.com/office/drawing/2014/main" id="{F946AAC4-021C-2CD0-BAC8-B2233224D7F3}"/>
                </a:ext>
              </a:extLst>
            </p:cNvPr>
            <p:cNvSpPr/>
            <p:nvPr/>
          </p:nvSpPr>
          <p:spPr>
            <a:xfrm>
              <a:off x="2658747" y="1597151"/>
              <a:ext cx="1620797" cy="1453867"/>
            </a:xfrm>
            <a:custGeom>
              <a:avLst/>
              <a:gdLst/>
              <a:ahLst/>
              <a:cxnLst/>
              <a:rect l="l" t="t" r="r" b="b"/>
              <a:pathLst>
                <a:path w="40401" h="36240" fill="none" extrusionOk="0">
                  <a:moveTo>
                    <a:pt x="36257" y="9966"/>
                  </a:moveTo>
                  <a:lnTo>
                    <a:pt x="36239" y="9449"/>
                  </a:lnTo>
                  <a:lnTo>
                    <a:pt x="36150" y="8448"/>
                  </a:lnTo>
                  <a:lnTo>
                    <a:pt x="35954" y="7466"/>
                  </a:lnTo>
                  <a:lnTo>
                    <a:pt x="35650" y="6537"/>
                  </a:lnTo>
                  <a:lnTo>
                    <a:pt x="35275" y="5644"/>
                  </a:lnTo>
                  <a:lnTo>
                    <a:pt x="34810" y="4805"/>
                  </a:lnTo>
                  <a:lnTo>
                    <a:pt x="34275" y="4001"/>
                  </a:lnTo>
                  <a:lnTo>
                    <a:pt x="33667" y="3269"/>
                  </a:lnTo>
                  <a:lnTo>
                    <a:pt x="32989" y="2590"/>
                  </a:lnTo>
                  <a:lnTo>
                    <a:pt x="32256" y="1983"/>
                  </a:lnTo>
                  <a:lnTo>
                    <a:pt x="31453" y="1447"/>
                  </a:lnTo>
                  <a:lnTo>
                    <a:pt x="30613" y="983"/>
                  </a:lnTo>
                  <a:lnTo>
                    <a:pt x="29720" y="608"/>
                  </a:lnTo>
                  <a:lnTo>
                    <a:pt x="28774" y="304"/>
                  </a:lnTo>
                  <a:lnTo>
                    <a:pt x="27809" y="108"/>
                  </a:lnTo>
                  <a:lnTo>
                    <a:pt x="26809" y="0"/>
                  </a:lnTo>
                  <a:lnTo>
                    <a:pt x="26291" y="0"/>
                  </a:lnTo>
                  <a:lnTo>
                    <a:pt x="9984" y="0"/>
                  </a:lnTo>
                  <a:lnTo>
                    <a:pt x="9466" y="0"/>
                  </a:lnTo>
                  <a:lnTo>
                    <a:pt x="8466" y="108"/>
                  </a:lnTo>
                  <a:lnTo>
                    <a:pt x="7502" y="304"/>
                  </a:lnTo>
                  <a:lnTo>
                    <a:pt x="6555" y="590"/>
                  </a:lnTo>
                  <a:lnTo>
                    <a:pt x="5662" y="983"/>
                  </a:lnTo>
                  <a:lnTo>
                    <a:pt x="4805" y="1429"/>
                  </a:lnTo>
                  <a:lnTo>
                    <a:pt x="4019" y="1965"/>
                  </a:lnTo>
                  <a:lnTo>
                    <a:pt x="3287" y="2590"/>
                  </a:lnTo>
                  <a:lnTo>
                    <a:pt x="2608" y="3251"/>
                  </a:lnTo>
                  <a:lnTo>
                    <a:pt x="1983" y="4001"/>
                  </a:lnTo>
                  <a:lnTo>
                    <a:pt x="1447" y="4787"/>
                  </a:lnTo>
                  <a:lnTo>
                    <a:pt x="983" y="5644"/>
                  </a:lnTo>
                  <a:lnTo>
                    <a:pt x="608" y="6537"/>
                  </a:lnTo>
                  <a:lnTo>
                    <a:pt x="322" y="7466"/>
                  </a:lnTo>
                  <a:lnTo>
                    <a:pt x="125" y="8448"/>
                  </a:lnTo>
                  <a:lnTo>
                    <a:pt x="18" y="9449"/>
                  </a:lnTo>
                  <a:lnTo>
                    <a:pt x="0" y="9966"/>
                  </a:lnTo>
                  <a:lnTo>
                    <a:pt x="0" y="26273"/>
                  </a:lnTo>
                  <a:lnTo>
                    <a:pt x="18" y="26773"/>
                  </a:lnTo>
                  <a:lnTo>
                    <a:pt x="125" y="27791"/>
                  </a:lnTo>
                  <a:lnTo>
                    <a:pt x="322" y="28756"/>
                  </a:lnTo>
                  <a:lnTo>
                    <a:pt x="608" y="29684"/>
                  </a:lnTo>
                  <a:lnTo>
                    <a:pt x="983" y="30595"/>
                  </a:lnTo>
                  <a:lnTo>
                    <a:pt x="1447" y="31435"/>
                  </a:lnTo>
                  <a:lnTo>
                    <a:pt x="1983" y="32238"/>
                  </a:lnTo>
                  <a:lnTo>
                    <a:pt x="2590" y="32971"/>
                  </a:lnTo>
                  <a:lnTo>
                    <a:pt x="3269" y="33649"/>
                  </a:lnTo>
                  <a:lnTo>
                    <a:pt x="4019" y="34257"/>
                  </a:lnTo>
                  <a:lnTo>
                    <a:pt x="4805" y="34792"/>
                  </a:lnTo>
                  <a:lnTo>
                    <a:pt x="5662" y="35257"/>
                  </a:lnTo>
                  <a:lnTo>
                    <a:pt x="6555" y="35632"/>
                  </a:lnTo>
                  <a:lnTo>
                    <a:pt x="7484" y="35918"/>
                  </a:lnTo>
                  <a:lnTo>
                    <a:pt x="8466" y="36114"/>
                  </a:lnTo>
                  <a:lnTo>
                    <a:pt x="9466" y="36221"/>
                  </a:lnTo>
                  <a:lnTo>
                    <a:pt x="9984" y="36239"/>
                  </a:lnTo>
                  <a:lnTo>
                    <a:pt x="26273" y="36239"/>
                  </a:lnTo>
                  <a:lnTo>
                    <a:pt x="26791" y="36221"/>
                  </a:lnTo>
                  <a:lnTo>
                    <a:pt x="27791" y="36132"/>
                  </a:lnTo>
                  <a:lnTo>
                    <a:pt x="28774" y="35918"/>
                  </a:lnTo>
                  <a:lnTo>
                    <a:pt x="29702" y="35632"/>
                  </a:lnTo>
                  <a:lnTo>
                    <a:pt x="30595" y="35257"/>
                  </a:lnTo>
                  <a:lnTo>
                    <a:pt x="31453" y="34792"/>
                  </a:lnTo>
                  <a:lnTo>
                    <a:pt x="32239" y="34257"/>
                  </a:lnTo>
                  <a:lnTo>
                    <a:pt x="32989" y="33649"/>
                  </a:lnTo>
                  <a:lnTo>
                    <a:pt x="33667" y="32971"/>
                  </a:lnTo>
                  <a:lnTo>
                    <a:pt x="34275" y="32238"/>
                  </a:lnTo>
                  <a:lnTo>
                    <a:pt x="34810" y="31435"/>
                  </a:lnTo>
                  <a:lnTo>
                    <a:pt x="35275" y="30595"/>
                  </a:lnTo>
                  <a:lnTo>
                    <a:pt x="35650" y="29702"/>
                  </a:lnTo>
                  <a:lnTo>
                    <a:pt x="35936" y="28756"/>
                  </a:lnTo>
                  <a:lnTo>
                    <a:pt x="36150" y="27791"/>
                  </a:lnTo>
                  <a:lnTo>
                    <a:pt x="36239" y="26773"/>
                  </a:lnTo>
                  <a:lnTo>
                    <a:pt x="36257" y="26273"/>
                  </a:lnTo>
                  <a:lnTo>
                    <a:pt x="36257" y="17718"/>
                  </a:lnTo>
                  <a:lnTo>
                    <a:pt x="40401" y="17718"/>
                  </a:lnTo>
                </a:path>
              </a:pathLst>
            </a:custGeom>
            <a:solidFill>
              <a:schemeClr val="accent2"/>
            </a:solidFill>
            <a:ln w="28575" cap="rnd" cmpd="sng">
              <a:solidFill>
                <a:schemeClr val="accent2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04;p24">
              <a:extLst>
                <a:ext uri="{FF2B5EF4-FFF2-40B4-BE49-F238E27FC236}">
                  <a16:creationId xmlns:a16="http://schemas.microsoft.com/office/drawing/2014/main" id="{AD42A4AC-9C22-6425-079C-A03EE9225EBE}"/>
                </a:ext>
              </a:extLst>
            </p:cNvPr>
            <p:cNvSpPr/>
            <p:nvPr/>
          </p:nvSpPr>
          <p:spPr>
            <a:xfrm>
              <a:off x="4207892" y="2234877"/>
              <a:ext cx="91067" cy="146189"/>
            </a:xfrm>
            <a:custGeom>
              <a:avLst/>
              <a:gdLst/>
              <a:ahLst/>
              <a:cxnLst/>
              <a:rect l="l" t="t" r="r" b="b"/>
              <a:pathLst>
                <a:path w="2270" h="3644" extrusionOk="0">
                  <a:moveTo>
                    <a:pt x="304" y="0"/>
                  </a:moveTo>
                  <a:lnTo>
                    <a:pt x="1" y="322"/>
                  </a:lnTo>
                  <a:lnTo>
                    <a:pt x="1626" y="1822"/>
                  </a:lnTo>
                  <a:lnTo>
                    <a:pt x="1" y="3322"/>
                  </a:lnTo>
                  <a:lnTo>
                    <a:pt x="304" y="3644"/>
                  </a:lnTo>
                  <a:lnTo>
                    <a:pt x="2269" y="1822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605;p24">
              <a:extLst>
                <a:ext uri="{FF2B5EF4-FFF2-40B4-BE49-F238E27FC236}">
                  <a16:creationId xmlns:a16="http://schemas.microsoft.com/office/drawing/2014/main" id="{AC57AF5A-C017-E97C-96A7-58A50E97B156}"/>
                </a:ext>
              </a:extLst>
            </p:cNvPr>
            <p:cNvSpPr/>
            <p:nvPr/>
          </p:nvSpPr>
          <p:spPr>
            <a:xfrm>
              <a:off x="4403511" y="1597151"/>
              <a:ext cx="1620837" cy="1453867"/>
            </a:xfrm>
            <a:custGeom>
              <a:avLst/>
              <a:gdLst/>
              <a:ahLst/>
              <a:cxnLst/>
              <a:rect l="l" t="t" r="r" b="b"/>
              <a:pathLst>
                <a:path w="40402" h="36240" fill="none" extrusionOk="0">
                  <a:moveTo>
                    <a:pt x="36257" y="9966"/>
                  </a:moveTo>
                  <a:lnTo>
                    <a:pt x="36240" y="9449"/>
                  </a:lnTo>
                  <a:lnTo>
                    <a:pt x="36132" y="8448"/>
                  </a:lnTo>
                  <a:lnTo>
                    <a:pt x="35936" y="7466"/>
                  </a:lnTo>
                  <a:lnTo>
                    <a:pt x="35650" y="6537"/>
                  </a:lnTo>
                  <a:lnTo>
                    <a:pt x="35257" y="5644"/>
                  </a:lnTo>
                  <a:lnTo>
                    <a:pt x="34811" y="4805"/>
                  </a:lnTo>
                  <a:lnTo>
                    <a:pt x="34275" y="4001"/>
                  </a:lnTo>
                  <a:lnTo>
                    <a:pt x="33650" y="3269"/>
                  </a:lnTo>
                  <a:lnTo>
                    <a:pt x="32989" y="2590"/>
                  </a:lnTo>
                  <a:lnTo>
                    <a:pt x="32239" y="1983"/>
                  </a:lnTo>
                  <a:lnTo>
                    <a:pt x="31453" y="1447"/>
                  </a:lnTo>
                  <a:lnTo>
                    <a:pt x="30596" y="983"/>
                  </a:lnTo>
                  <a:lnTo>
                    <a:pt x="29703" y="608"/>
                  </a:lnTo>
                  <a:lnTo>
                    <a:pt x="28774" y="304"/>
                  </a:lnTo>
                  <a:lnTo>
                    <a:pt x="27792" y="108"/>
                  </a:lnTo>
                  <a:lnTo>
                    <a:pt x="26791" y="0"/>
                  </a:lnTo>
                  <a:lnTo>
                    <a:pt x="26273" y="0"/>
                  </a:lnTo>
                  <a:lnTo>
                    <a:pt x="9985" y="0"/>
                  </a:lnTo>
                  <a:lnTo>
                    <a:pt x="9467" y="0"/>
                  </a:lnTo>
                  <a:lnTo>
                    <a:pt x="8467" y="108"/>
                  </a:lnTo>
                  <a:lnTo>
                    <a:pt x="7484" y="304"/>
                  </a:lnTo>
                  <a:lnTo>
                    <a:pt x="6555" y="590"/>
                  </a:lnTo>
                  <a:lnTo>
                    <a:pt x="5662" y="983"/>
                  </a:lnTo>
                  <a:lnTo>
                    <a:pt x="4805" y="1429"/>
                  </a:lnTo>
                  <a:lnTo>
                    <a:pt x="4001" y="1965"/>
                  </a:lnTo>
                  <a:lnTo>
                    <a:pt x="3269" y="2590"/>
                  </a:lnTo>
                  <a:lnTo>
                    <a:pt x="2590" y="3251"/>
                  </a:lnTo>
                  <a:lnTo>
                    <a:pt x="1983" y="4001"/>
                  </a:lnTo>
                  <a:lnTo>
                    <a:pt x="1447" y="4787"/>
                  </a:lnTo>
                  <a:lnTo>
                    <a:pt x="983" y="5644"/>
                  </a:lnTo>
                  <a:lnTo>
                    <a:pt x="608" y="6537"/>
                  </a:lnTo>
                  <a:lnTo>
                    <a:pt x="304" y="7466"/>
                  </a:lnTo>
                  <a:lnTo>
                    <a:pt x="108" y="8448"/>
                  </a:lnTo>
                  <a:lnTo>
                    <a:pt x="19" y="9449"/>
                  </a:lnTo>
                  <a:lnTo>
                    <a:pt x="1" y="9966"/>
                  </a:lnTo>
                  <a:lnTo>
                    <a:pt x="1" y="26273"/>
                  </a:lnTo>
                  <a:lnTo>
                    <a:pt x="19" y="26773"/>
                  </a:lnTo>
                  <a:lnTo>
                    <a:pt x="108" y="27791"/>
                  </a:lnTo>
                  <a:lnTo>
                    <a:pt x="304" y="28756"/>
                  </a:lnTo>
                  <a:lnTo>
                    <a:pt x="608" y="29684"/>
                  </a:lnTo>
                  <a:lnTo>
                    <a:pt x="983" y="30595"/>
                  </a:lnTo>
                  <a:lnTo>
                    <a:pt x="1447" y="31435"/>
                  </a:lnTo>
                  <a:lnTo>
                    <a:pt x="1983" y="32238"/>
                  </a:lnTo>
                  <a:lnTo>
                    <a:pt x="2590" y="32971"/>
                  </a:lnTo>
                  <a:lnTo>
                    <a:pt x="3269" y="33649"/>
                  </a:lnTo>
                  <a:lnTo>
                    <a:pt x="4001" y="34257"/>
                  </a:lnTo>
                  <a:lnTo>
                    <a:pt x="4805" y="34792"/>
                  </a:lnTo>
                  <a:lnTo>
                    <a:pt x="5645" y="35257"/>
                  </a:lnTo>
                  <a:lnTo>
                    <a:pt x="6538" y="35632"/>
                  </a:lnTo>
                  <a:lnTo>
                    <a:pt x="7484" y="35918"/>
                  </a:lnTo>
                  <a:lnTo>
                    <a:pt x="8449" y="36114"/>
                  </a:lnTo>
                  <a:lnTo>
                    <a:pt x="9449" y="36221"/>
                  </a:lnTo>
                  <a:lnTo>
                    <a:pt x="9967" y="36239"/>
                  </a:lnTo>
                  <a:lnTo>
                    <a:pt x="26273" y="36239"/>
                  </a:lnTo>
                  <a:lnTo>
                    <a:pt x="26791" y="36221"/>
                  </a:lnTo>
                  <a:lnTo>
                    <a:pt x="27792" y="36132"/>
                  </a:lnTo>
                  <a:lnTo>
                    <a:pt x="28756" y="35918"/>
                  </a:lnTo>
                  <a:lnTo>
                    <a:pt x="29703" y="35632"/>
                  </a:lnTo>
                  <a:lnTo>
                    <a:pt x="30596" y="35257"/>
                  </a:lnTo>
                  <a:lnTo>
                    <a:pt x="31435" y="34792"/>
                  </a:lnTo>
                  <a:lnTo>
                    <a:pt x="32239" y="34257"/>
                  </a:lnTo>
                  <a:lnTo>
                    <a:pt x="32971" y="33649"/>
                  </a:lnTo>
                  <a:lnTo>
                    <a:pt x="33650" y="32971"/>
                  </a:lnTo>
                  <a:lnTo>
                    <a:pt x="34257" y="32238"/>
                  </a:lnTo>
                  <a:lnTo>
                    <a:pt x="34811" y="31435"/>
                  </a:lnTo>
                  <a:lnTo>
                    <a:pt x="35257" y="30595"/>
                  </a:lnTo>
                  <a:lnTo>
                    <a:pt x="35650" y="29702"/>
                  </a:lnTo>
                  <a:lnTo>
                    <a:pt x="35936" y="28756"/>
                  </a:lnTo>
                  <a:lnTo>
                    <a:pt x="36132" y="27791"/>
                  </a:lnTo>
                  <a:lnTo>
                    <a:pt x="36240" y="26773"/>
                  </a:lnTo>
                  <a:lnTo>
                    <a:pt x="36257" y="26273"/>
                  </a:lnTo>
                  <a:lnTo>
                    <a:pt x="36257" y="17718"/>
                  </a:lnTo>
                  <a:lnTo>
                    <a:pt x="40401" y="17718"/>
                  </a:lnTo>
                </a:path>
              </a:pathLst>
            </a:custGeom>
            <a:noFill/>
            <a:ln w="28575" cap="rnd" cmpd="sng">
              <a:solidFill>
                <a:schemeClr val="accent3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06;p24">
              <a:extLst>
                <a:ext uri="{FF2B5EF4-FFF2-40B4-BE49-F238E27FC236}">
                  <a16:creationId xmlns:a16="http://schemas.microsoft.com/office/drawing/2014/main" id="{014D81B7-D740-A9AA-6B76-611617BADA1D}"/>
                </a:ext>
              </a:extLst>
            </p:cNvPr>
            <p:cNvSpPr/>
            <p:nvPr/>
          </p:nvSpPr>
          <p:spPr>
            <a:xfrm>
              <a:off x="5952697" y="2234877"/>
              <a:ext cx="91027" cy="146189"/>
            </a:xfrm>
            <a:custGeom>
              <a:avLst/>
              <a:gdLst/>
              <a:ahLst/>
              <a:cxnLst/>
              <a:rect l="l" t="t" r="r" b="b"/>
              <a:pathLst>
                <a:path w="2269" h="3644" extrusionOk="0">
                  <a:moveTo>
                    <a:pt x="304" y="0"/>
                  </a:moveTo>
                  <a:lnTo>
                    <a:pt x="0" y="322"/>
                  </a:lnTo>
                  <a:lnTo>
                    <a:pt x="1607" y="1822"/>
                  </a:lnTo>
                  <a:lnTo>
                    <a:pt x="0" y="3322"/>
                  </a:lnTo>
                  <a:lnTo>
                    <a:pt x="304" y="3644"/>
                  </a:lnTo>
                  <a:lnTo>
                    <a:pt x="2268" y="1822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607;p24">
              <a:extLst>
                <a:ext uri="{FF2B5EF4-FFF2-40B4-BE49-F238E27FC236}">
                  <a16:creationId xmlns:a16="http://schemas.microsoft.com/office/drawing/2014/main" id="{43325F90-372B-42EE-0E91-FD31016FF3E6}"/>
                </a:ext>
              </a:extLst>
            </p:cNvPr>
            <p:cNvSpPr/>
            <p:nvPr/>
          </p:nvSpPr>
          <p:spPr>
            <a:xfrm>
              <a:off x="6148276" y="1597151"/>
              <a:ext cx="1620114" cy="1453867"/>
            </a:xfrm>
            <a:custGeom>
              <a:avLst/>
              <a:gdLst/>
              <a:ahLst/>
              <a:cxnLst/>
              <a:rect l="l" t="t" r="r" b="b"/>
              <a:pathLst>
                <a:path w="40384" h="36240" fill="none" extrusionOk="0">
                  <a:moveTo>
                    <a:pt x="36240" y="9966"/>
                  </a:moveTo>
                  <a:lnTo>
                    <a:pt x="36222" y="9449"/>
                  </a:lnTo>
                  <a:lnTo>
                    <a:pt x="36133" y="8448"/>
                  </a:lnTo>
                  <a:lnTo>
                    <a:pt x="35936" y="7466"/>
                  </a:lnTo>
                  <a:lnTo>
                    <a:pt x="35633" y="6537"/>
                  </a:lnTo>
                  <a:lnTo>
                    <a:pt x="35258" y="5644"/>
                  </a:lnTo>
                  <a:lnTo>
                    <a:pt x="34793" y="4805"/>
                  </a:lnTo>
                  <a:lnTo>
                    <a:pt x="34257" y="4001"/>
                  </a:lnTo>
                  <a:lnTo>
                    <a:pt x="33650" y="3269"/>
                  </a:lnTo>
                  <a:lnTo>
                    <a:pt x="32971" y="2590"/>
                  </a:lnTo>
                  <a:lnTo>
                    <a:pt x="32239" y="1983"/>
                  </a:lnTo>
                  <a:lnTo>
                    <a:pt x="31435" y="1447"/>
                  </a:lnTo>
                  <a:lnTo>
                    <a:pt x="30596" y="983"/>
                  </a:lnTo>
                  <a:lnTo>
                    <a:pt x="29703" y="608"/>
                  </a:lnTo>
                  <a:lnTo>
                    <a:pt x="28756" y="304"/>
                  </a:lnTo>
                  <a:lnTo>
                    <a:pt x="27792" y="108"/>
                  </a:lnTo>
                  <a:lnTo>
                    <a:pt x="26792" y="0"/>
                  </a:lnTo>
                  <a:lnTo>
                    <a:pt x="26274" y="0"/>
                  </a:lnTo>
                  <a:lnTo>
                    <a:pt x="9967" y="0"/>
                  </a:lnTo>
                  <a:lnTo>
                    <a:pt x="9449" y="0"/>
                  </a:lnTo>
                  <a:lnTo>
                    <a:pt x="8449" y="108"/>
                  </a:lnTo>
                  <a:lnTo>
                    <a:pt x="7484" y="304"/>
                  </a:lnTo>
                  <a:lnTo>
                    <a:pt x="6538" y="590"/>
                  </a:lnTo>
                  <a:lnTo>
                    <a:pt x="5645" y="983"/>
                  </a:lnTo>
                  <a:lnTo>
                    <a:pt x="4805" y="1429"/>
                  </a:lnTo>
                  <a:lnTo>
                    <a:pt x="4002" y="1983"/>
                  </a:lnTo>
                  <a:lnTo>
                    <a:pt x="3269" y="2590"/>
                  </a:lnTo>
                  <a:lnTo>
                    <a:pt x="2591" y="3269"/>
                  </a:lnTo>
                  <a:lnTo>
                    <a:pt x="1983" y="4001"/>
                  </a:lnTo>
                  <a:lnTo>
                    <a:pt x="1430" y="4787"/>
                  </a:lnTo>
                  <a:lnTo>
                    <a:pt x="983" y="5644"/>
                  </a:lnTo>
                  <a:lnTo>
                    <a:pt x="590" y="6537"/>
                  </a:lnTo>
                  <a:lnTo>
                    <a:pt x="305" y="7466"/>
                  </a:lnTo>
                  <a:lnTo>
                    <a:pt x="108" y="8448"/>
                  </a:lnTo>
                  <a:lnTo>
                    <a:pt x="1" y="9449"/>
                  </a:lnTo>
                  <a:lnTo>
                    <a:pt x="1" y="9966"/>
                  </a:lnTo>
                  <a:lnTo>
                    <a:pt x="1" y="26273"/>
                  </a:lnTo>
                  <a:lnTo>
                    <a:pt x="1" y="26773"/>
                  </a:lnTo>
                  <a:lnTo>
                    <a:pt x="108" y="27791"/>
                  </a:lnTo>
                  <a:lnTo>
                    <a:pt x="305" y="28756"/>
                  </a:lnTo>
                  <a:lnTo>
                    <a:pt x="590" y="29684"/>
                  </a:lnTo>
                  <a:lnTo>
                    <a:pt x="983" y="30595"/>
                  </a:lnTo>
                  <a:lnTo>
                    <a:pt x="1430" y="31435"/>
                  </a:lnTo>
                  <a:lnTo>
                    <a:pt x="1966" y="32221"/>
                  </a:lnTo>
                  <a:lnTo>
                    <a:pt x="2591" y="32971"/>
                  </a:lnTo>
                  <a:lnTo>
                    <a:pt x="3252" y="33649"/>
                  </a:lnTo>
                  <a:lnTo>
                    <a:pt x="4002" y="34257"/>
                  </a:lnTo>
                  <a:lnTo>
                    <a:pt x="4788" y="34792"/>
                  </a:lnTo>
                  <a:lnTo>
                    <a:pt x="5645" y="35257"/>
                  </a:lnTo>
                  <a:lnTo>
                    <a:pt x="6538" y="35632"/>
                  </a:lnTo>
                  <a:lnTo>
                    <a:pt x="7467" y="35918"/>
                  </a:lnTo>
                  <a:lnTo>
                    <a:pt x="8449" y="36114"/>
                  </a:lnTo>
                  <a:lnTo>
                    <a:pt x="9449" y="36221"/>
                  </a:lnTo>
                  <a:lnTo>
                    <a:pt x="9967" y="36239"/>
                  </a:lnTo>
                  <a:lnTo>
                    <a:pt x="26256" y="36239"/>
                  </a:lnTo>
                  <a:lnTo>
                    <a:pt x="26774" y="36221"/>
                  </a:lnTo>
                  <a:lnTo>
                    <a:pt x="27774" y="36132"/>
                  </a:lnTo>
                  <a:lnTo>
                    <a:pt x="28756" y="35918"/>
                  </a:lnTo>
                  <a:lnTo>
                    <a:pt x="29685" y="35632"/>
                  </a:lnTo>
                  <a:lnTo>
                    <a:pt x="30578" y="35257"/>
                  </a:lnTo>
                  <a:lnTo>
                    <a:pt x="31435" y="34792"/>
                  </a:lnTo>
                  <a:lnTo>
                    <a:pt x="32239" y="34257"/>
                  </a:lnTo>
                  <a:lnTo>
                    <a:pt x="32971" y="33649"/>
                  </a:lnTo>
                  <a:lnTo>
                    <a:pt x="33650" y="32971"/>
                  </a:lnTo>
                  <a:lnTo>
                    <a:pt x="34257" y="32238"/>
                  </a:lnTo>
                  <a:lnTo>
                    <a:pt x="34793" y="31435"/>
                  </a:lnTo>
                  <a:lnTo>
                    <a:pt x="35258" y="30595"/>
                  </a:lnTo>
                  <a:lnTo>
                    <a:pt x="35633" y="29702"/>
                  </a:lnTo>
                  <a:lnTo>
                    <a:pt x="35936" y="28756"/>
                  </a:lnTo>
                  <a:lnTo>
                    <a:pt x="36133" y="27791"/>
                  </a:lnTo>
                  <a:lnTo>
                    <a:pt x="36222" y="26773"/>
                  </a:lnTo>
                  <a:lnTo>
                    <a:pt x="36240" y="26273"/>
                  </a:lnTo>
                  <a:lnTo>
                    <a:pt x="36240" y="17718"/>
                  </a:lnTo>
                  <a:lnTo>
                    <a:pt x="40384" y="17718"/>
                  </a:lnTo>
                </a:path>
              </a:pathLst>
            </a:custGeom>
            <a:noFill/>
            <a:ln w="28575" cap="rnd" cmpd="sng">
              <a:solidFill>
                <a:schemeClr val="accent4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08;p24">
              <a:extLst>
                <a:ext uri="{FF2B5EF4-FFF2-40B4-BE49-F238E27FC236}">
                  <a16:creationId xmlns:a16="http://schemas.microsoft.com/office/drawing/2014/main" id="{F72C6092-153F-E5A7-D45B-9291ACDDE674}"/>
                </a:ext>
              </a:extLst>
            </p:cNvPr>
            <p:cNvSpPr/>
            <p:nvPr/>
          </p:nvSpPr>
          <p:spPr>
            <a:xfrm>
              <a:off x="7697461" y="2234877"/>
              <a:ext cx="91027" cy="146189"/>
            </a:xfrm>
            <a:custGeom>
              <a:avLst/>
              <a:gdLst/>
              <a:ahLst/>
              <a:cxnLst/>
              <a:rect l="l" t="t" r="r" b="b"/>
              <a:pathLst>
                <a:path w="2269" h="3644" extrusionOk="0">
                  <a:moveTo>
                    <a:pt x="304" y="0"/>
                  </a:moveTo>
                  <a:lnTo>
                    <a:pt x="0" y="322"/>
                  </a:lnTo>
                  <a:lnTo>
                    <a:pt x="1608" y="1822"/>
                  </a:lnTo>
                  <a:lnTo>
                    <a:pt x="0" y="3322"/>
                  </a:lnTo>
                  <a:lnTo>
                    <a:pt x="304" y="3644"/>
                  </a:lnTo>
                  <a:lnTo>
                    <a:pt x="2269" y="1822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09;p24">
              <a:extLst>
                <a:ext uri="{FF2B5EF4-FFF2-40B4-BE49-F238E27FC236}">
                  <a16:creationId xmlns:a16="http://schemas.microsoft.com/office/drawing/2014/main" id="{28AF04DC-42E0-D2F3-93D8-196714DF2A6F}"/>
                </a:ext>
              </a:extLst>
            </p:cNvPr>
            <p:cNvSpPr/>
            <p:nvPr/>
          </p:nvSpPr>
          <p:spPr>
            <a:xfrm>
              <a:off x="7892359" y="1597151"/>
              <a:ext cx="1620797" cy="1453867"/>
            </a:xfrm>
            <a:custGeom>
              <a:avLst/>
              <a:gdLst/>
              <a:ahLst/>
              <a:cxnLst/>
              <a:rect l="l" t="t" r="r" b="b"/>
              <a:pathLst>
                <a:path w="40401" h="36240" fill="none" extrusionOk="0">
                  <a:moveTo>
                    <a:pt x="36257" y="9966"/>
                  </a:moveTo>
                  <a:lnTo>
                    <a:pt x="36239" y="9449"/>
                  </a:lnTo>
                  <a:lnTo>
                    <a:pt x="36132" y="8448"/>
                  </a:lnTo>
                  <a:lnTo>
                    <a:pt x="35936" y="7466"/>
                  </a:lnTo>
                  <a:lnTo>
                    <a:pt x="35650" y="6537"/>
                  </a:lnTo>
                  <a:lnTo>
                    <a:pt x="35275" y="5644"/>
                  </a:lnTo>
                  <a:lnTo>
                    <a:pt x="34810" y="4805"/>
                  </a:lnTo>
                  <a:lnTo>
                    <a:pt x="34275" y="4001"/>
                  </a:lnTo>
                  <a:lnTo>
                    <a:pt x="33667" y="3269"/>
                  </a:lnTo>
                  <a:lnTo>
                    <a:pt x="32989" y="2590"/>
                  </a:lnTo>
                  <a:lnTo>
                    <a:pt x="32239" y="1983"/>
                  </a:lnTo>
                  <a:lnTo>
                    <a:pt x="31453" y="1447"/>
                  </a:lnTo>
                  <a:lnTo>
                    <a:pt x="30595" y="983"/>
                  </a:lnTo>
                  <a:lnTo>
                    <a:pt x="29702" y="608"/>
                  </a:lnTo>
                  <a:lnTo>
                    <a:pt x="28774" y="304"/>
                  </a:lnTo>
                  <a:lnTo>
                    <a:pt x="27791" y="108"/>
                  </a:lnTo>
                  <a:lnTo>
                    <a:pt x="26791" y="0"/>
                  </a:lnTo>
                  <a:lnTo>
                    <a:pt x="26273" y="0"/>
                  </a:lnTo>
                  <a:lnTo>
                    <a:pt x="9984" y="0"/>
                  </a:lnTo>
                  <a:lnTo>
                    <a:pt x="9466" y="0"/>
                  </a:lnTo>
                  <a:lnTo>
                    <a:pt x="8466" y="108"/>
                  </a:lnTo>
                  <a:lnTo>
                    <a:pt x="7484" y="304"/>
                  </a:lnTo>
                  <a:lnTo>
                    <a:pt x="6555" y="590"/>
                  </a:lnTo>
                  <a:lnTo>
                    <a:pt x="5662" y="983"/>
                  </a:lnTo>
                  <a:lnTo>
                    <a:pt x="4805" y="1429"/>
                  </a:lnTo>
                  <a:lnTo>
                    <a:pt x="4019" y="1965"/>
                  </a:lnTo>
                  <a:lnTo>
                    <a:pt x="3269" y="2590"/>
                  </a:lnTo>
                  <a:lnTo>
                    <a:pt x="2590" y="3251"/>
                  </a:lnTo>
                  <a:lnTo>
                    <a:pt x="1983" y="4001"/>
                  </a:lnTo>
                  <a:lnTo>
                    <a:pt x="1447" y="4787"/>
                  </a:lnTo>
                  <a:lnTo>
                    <a:pt x="983" y="5644"/>
                  </a:lnTo>
                  <a:lnTo>
                    <a:pt x="608" y="6537"/>
                  </a:lnTo>
                  <a:lnTo>
                    <a:pt x="322" y="7466"/>
                  </a:lnTo>
                  <a:lnTo>
                    <a:pt x="108" y="8448"/>
                  </a:lnTo>
                  <a:lnTo>
                    <a:pt x="18" y="9449"/>
                  </a:lnTo>
                  <a:lnTo>
                    <a:pt x="0" y="9966"/>
                  </a:lnTo>
                  <a:lnTo>
                    <a:pt x="0" y="26273"/>
                  </a:lnTo>
                  <a:lnTo>
                    <a:pt x="18" y="26773"/>
                  </a:lnTo>
                  <a:lnTo>
                    <a:pt x="108" y="27791"/>
                  </a:lnTo>
                  <a:lnTo>
                    <a:pt x="322" y="28756"/>
                  </a:lnTo>
                  <a:lnTo>
                    <a:pt x="608" y="29684"/>
                  </a:lnTo>
                  <a:lnTo>
                    <a:pt x="983" y="30595"/>
                  </a:lnTo>
                  <a:lnTo>
                    <a:pt x="1447" y="31435"/>
                  </a:lnTo>
                  <a:lnTo>
                    <a:pt x="1983" y="32238"/>
                  </a:lnTo>
                  <a:lnTo>
                    <a:pt x="2590" y="32971"/>
                  </a:lnTo>
                  <a:lnTo>
                    <a:pt x="3269" y="33649"/>
                  </a:lnTo>
                  <a:lnTo>
                    <a:pt x="4001" y="34257"/>
                  </a:lnTo>
                  <a:lnTo>
                    <a:pt x="4805" y="34792"/>
                  </a:lnTo>
                  <a:lnTo>
                    <a:pt x="5644" y="35257"/>
                  </a:lnTo>
                  <a:lnTo>
                    <a:pt x="6537" y="35632"/>
                  </a:lnTo>
                  <a:lnTo>
                    <a:pt x="7484" y="35918"/>
                  </a:lnTo>
                  <a:lnTo>
                    <a:pt x="8448" y="36114"/>
                  </a:lnTo>
                  <a:lnTo>
                    <a:pt x="9466" y="36221"/>
                  </a:lnTo>
                  <a:lnTo>
                    <a:pt x="9967" y="36239"/>
                  </a:lnTo>
                  <a:lnTo>
                    <a:pt x="26273" y="36239"/>
                  </a:lnTo>
                  <a:lnTo>
                    <a:pt x="26791" y="36221"/>
                  </a:lnTo>
                  <a:lnTo>
                    <a:pt x="27791" y="36132"/>
                  </a:lnTo>
                  <a:lnTo>
                    <a:pt x="28774" y="35918"/>
                  </a:lnTo>
                  <a:lnTo>
                    <a:pt x="29702" y="35632"/>
                  </a:lnTo>
                  <a:lnTo>
                    <a:pt x="30595" y="35257"/>
                  </a:lnTo>
                  <a:lnTo>
                    <a:pt x="31453" y="34792"/>
                  </a:lnTo>
                  <a:lnTo>
                    <a:pt x="32239" y="34257"/>
                  </a:lnTo>
                  <a:lnTo>
                    <a:pt x="32989" y="33649"/>
                  </a:lnTo>
                  <a:lnTo>
                    <a:pt x="33650" y="32971"/>
                  </a:lnTo>
                  <a:lnTo>
                    <a:pt x="34275" y="32238"/>
                  </a:lnTo>
                  <a:lnTo>
                    <a:pt x="34810" y="31435"/>
                  </a:lnTo>
                  <a:lnTo>
                    <a:pt x="35275" y="30595"/>
                  </a:lnTo>
                  <a:lnTo>
                    <a:pt x="35650" y="29702"/>
                  </a:lnTo>
                  <a:lnTo>
                    <a:pt x="35936" y="28756"/>
                  </a:lnTo>
                  <a:lnTo>
                    <a:pt x="36132" y="27791"/>
                  </a:lnTo>
                  <a:lnTo>
                    <a:pt x="36239" y="26773"/>
                  </a:lnTo>
                  <a:lnTo>
                    <a:pt x="36257" y="26273"/>
                  </a:lnTo>
                  <a:lnTo>
                    <a:pt x="36257" y="17718"/>
                  </a:lnTo>
                  <a:lnTo>
                    <a:pt x="40401" y="17718"/>
                  </a:lnTo>
                </a:path>
              </a:pathLst>
            </a:custGeom>
            <a:noFill/>
            <a:ln w="28575" cap="rnd" cmpd="sng">
              <a:solidFill>
                <a:schemeClr val="accent5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10;p24">
              <a:extLst>
                <a:ext uri="{FF2B5EF4-FFF2-40B4-BE49-F238E27FC236}">
                  <a16:creationId xmlns:a16="http://schemas.microsoft.com/office/drawing/2014/main" id="{720936CF-84DE-8729-D7F5-E742DFA98983}"/>
                </a:ext>
              </a:extLst>
            </p:cNvPr>
            <p:cNvSpPr/>
            <p:nvPr/>
          </p:nvSpPr>
          <p:spPr>
            <a:xfrm>
              <a:off x="9441504" y="2234877"/>
              <a:ext cx="91067" cy="146189"/>
            </a:xfrm>
            <a:custGeom>
              <a:avLst/>
              <a:gdLst/>
              <a:ahLst/>
              <a:cxnLst/>
              <a:rect l="l" t="t" r="r" b="b"/>
              <a:pathLst>
                <a:path w="2270" h="3644" extrusionOk="0">
                  <a:moveTo>
                    <a:pt x="304" y="0"/>
                  </a:moveTo>
                  <a:lnTo>
                    <a:pt x="1" y="322"/>
                  </a:lnTo>
                  <a:lnTo>
                    <a:pt x="1608" y="1822"/>
                  </a:lnTo>
                  <a:lnTo>
                    <a:pt x="1" y="3322"/>
                  </a:lnTo>
                  <a:lnTo>
                    <a:pt x="304" y="3644"/>
                  </a:lnTo>
                  <a:lnTo>
                    <a:pt x="2269" y="1822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E8A33A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11;p24">
              <a:extLst>
                <a:ext uri="{FF2B5EF4-FFF2-40B4-BE49-F238E27FC236}">
                  <a16:creationId xmlns:a16="http://schemas.microsoft.com/office/drawing/2014/main" id="{1576C13B-BEBD-A7F1-29B7-5B09F64CD40A}"/>
                </a:ext>
              </a:extLst>
            </p:cNvPr>
            <p:cNvSpPr/>
            <p:nvPr/>
          </p:nvSpPr>
          <p:spPr>
            <a:xfrm>
              <a:off x="9637123" y="1597151"/>
              <a:ext cx="1620114" cy="1453867"/>
            </a:xfrm>
            <a:custGeom>
              <a:avLst/>
              <a:gdLst/>
              <a:ahLst/>
              <a:cxnLst/>
              <a:rect l="l" t="t" r="r" b="b"/>
              <a:pathLst>
                <a:path w="40384" h="36240" fill="none" extrusionOk="0">
                  <a:moveTo>
                    <a:pt x="36240" y="9966"/>
                  </a:moveTo>
                  <a:lnTo>
                    <a:pt x="36240" y="9449"/>
                  </a:lnTo>
                  <a:lnTo>
                    <a:pt x="36132" y="8448"/>
                  </a:lnTo>
                  <a:lnTo>
                    <a:pt x="35936" y="7466"/>
                  </a:lnTo>
                  <a:lnTo>
                    <a:pt x="35632" y="6537"/>
                  </a:lnTo>
                  <a:lnTo>
                    <a:pt x="35257" y="5644"/>
                  </a:lnTo>
                  <a:lnTo>
                    <a:pt x="34793" y="4805"/>
                  </a:lnTo>
                  <a:lnTo>
                    <a:pt x="34257" y="4001"/>
                  </a:lnTo>
                  <a:lnTo>
                    <a:pt x="33650" y="3269"/>
                  </a:lnTo>
                  <a:lnTo>
                    <a:pt x="32971" y="2590"/>
                  </a:lnTo>
                  <a:lnTo>
                    <a:pt x="32239" y="1983"/>
                  </a:lnTo>
                  <a:lnTo>
                    <a:pt x="31435" y="1447"/>
                  </a:lnTo>
                  <a:lnTo>
                    <a:pt x="30596" y="983"/>
                  </a:lnTo>
                  <a:lnTo>
                    <a:pt x="29703" y="608"/>
                  </a:lnTo>
                  <a:lnTo>
                    <a:pt x="28774" y="304"/>
                  </a:lnTo>
                  <a:lnTo>
                    <a:pt x="27792" y="108"/>
                  </a:lnTo>
                  <a:lnTo>
                    <a:pt x="26791" y="0"/>
                  </a:lnTo>
                  <a:lnTo>
                    <a:pt x="26273" y="0"/>
                  </a:lnTo>
                  <a:lnTo>
                    <a:pt x="9967" y="0"/>
                  </a:lnTo>
                  <a:lnTo>
                    <a:pt x="9467" y="0"/>
                  </a:lnTo>
                  <a:lnTo>
                    <a:pt x="8449" y="108"/>
                  </a:lnTo>
                  <a:lnTo>
                    <a:pt x="7484" y="304"/>
                  </a:lnTo>
                  <a:lnTo>
                    <a:pt x="6538" y="590"/>
                  </a:lnTo>
                  <a:lnTo>
                    <a:pt x="5645" y="983"/>
                  </a:lnTo>
                  <a:lnTo>
                    <a:pt x="4805" y="1429"/>
                  </a:lnTo>
                  <a:lnTo>
                    <a:pt x="4001" y="1965"/>
                  </a:lnTo>
                  <a:lnTo>
                    <a:pt x="3269" y="2590"/>
                  </a:lnTo>
                  <a:lnTo>
                    <a:pt x="2590" y="3251"/>
                  </a:lnTo>
                  <a:lnTo>
                    <a:pt x="1983" y="4001"/>
                  </a:lnTo>
                  <a:lnTo>
                    <a:pt x="1447" y="4787"/>
                  </a:lnTo>
                  <a:lnTo>
                    <a:pt x="983" y="5644"/>
                  </a:lnTo>
                  <a:lnTo>
                    <a:pt x="608" y="6537"/>
                  </a:lnTo>
                  <a:lnTo>
                    <a:pt x="304" y="7466"/>
                  </a:lnTo>
                  <a:lnTo>
                    <a:pt x="108" y="8448"/>
                  </a:lnTo>
                  <a:lnTo>
                    <a:pt x="1" y="9449"/>
                  </a:lnTo>
                  <a:lnTo>
                    <a:pt x="1" y="9966"/>
                  </a:lnTo>
                  <a:lnTo>
                    <a:pt x="1" y="26273"/>
                  </a:lnTo>
                  <a:lnTo>
                    <a:pt x="1" y="26773"/>
                  </a:lnTo>
                  <a:lnTo>
                    <a:pt x="108" y="27791"/>
                  </a:lnTo>
                  <a:lnTo>
                    <a:pt x="304" y="28756"/>
                  </a:lnTo>
                  <a:lnTo>
                    <a:pt x="608" y="29684"/>
                  </a:lnTo>
                  <a:lnTo>
                    <a:pt x="983" y="30595"/>
                  </a:lnTo>
                  <a:lnTo>
                    <a:pt x="1447" y="31435"/>
                  </a:lnTo>
                  <a:lnTo>
                    <a:pt x="1983" y="32238"/>
                  </a:lnTo>
                  <a:lnTo>
                    <a:pt x="2590" y="32971"/>
                  </a:lnTo>
                  <a:lnTo>
                    <a:pt x="3269" y="33649"/>
                  </a:lnTo>
                  <a:lnTo>
                    <a:pt x="4001" y="34257"/>
                  </a:lnTo>
                  <a:lnTo>
                    <a:pt x="4805" y="34792"/>
                  </a:lnTo>
                  <a:lnTo>
                    <a:pt x="5645" y="35257"/>
                  </a:lnTo>
                  <a:lnTo>
                    <a:pt x="6538" y="35632"/>
                  </a:lnTo>
                  <a:lnTo>
                    <a:pt x="7466" y="35918"/>
                  </a:lnTo>
                  <a:lnTo>
                    <a:pt x="8449" y="36114"/>
                  </a:lnTo>
                  <a:lnTo>
                    <a:pt x="9449" y="36221"/>
                  </a:lnTo>
                  <a:lnTo>
                    <a:pt x="9967" y="36239"/>
                  </a:lnTo>
                  <a:lnTo>
                    <a:pt x="26273" y="36239"/>
                  </a:lnTo>
                  <a:lnTo>
                    <a:pt x="26774" y="36221"/>
                  </a:lnTo>
                  <a:lnTo>
                    <a:pt x="27792" y="36132"/>
                  </a:lnTo>
                  <a:lnTo>
                    <a:pt x="28756" y="35918"/>
                  </a:lnTo>
                  <a:lnTo>
                    <a:pt x="29703" y="35632"/>
                  </a:lnTo>
                  <a:lnTo>
                    <a:pt x="30596" y="35257"/>
                  </a:lnTo>
                  <a:lnTo>
                    <a:pt x="31435" y="34792"/>
                  </a:lnTo>
                  <a:lnTo>
                    <a:pt x="32239" y="34257"/>
                  </a:lnTo>
                  <a:lnTo>
                    <a:pt x="32971" y="33649"/>
                  </a:lnTo>
                  <a:lnTo>
                    <a:pt x="33650" y="32971"/>
                  </a:lnTo>
                  <a:lnTo>
                    <a:pt x="34257" y="32238"/>
                  </a:lnTo>
                  <a:lnTo>
                    <a:pt x="34793" y="31435"/>
                  </a:lnTo>
                  <a:lnTo>
                    <a:pt x="35257" y="30595"/>
                  </a:lnTo>
                  <a:lnTo>
                    <a:pt x="35632" y="29702"/>
                  </a:lnTo>
                  <a:lnTo>
                    <a:pt x="35936" y="28756"/>
                  </a:lnTo>
                  <a:lnTo>
                    <a:pt x="36132" y="27791"/>
                  </a:lnTo>
                  <a:lnTo>
                    <a:pt x="36240" y="26773"/>
                  </a:lnTo>
                  <a:lnTo>
                    <a:pt x="36240" y="26273"/>
                  </a:lnTo>
                  <a:lnTo>
                    <a:pt x="36240" y="17718"/>
                  </a:lnTo>
                  <a:lnTo>
                    <a:pt x="40383" y="17718"/>
                  </a:lnTo>
                </a:path>
              </a:pathLst>
            </a:custGeom>
            <a:noFill/>
            <a:ln w="28575" cap="rnd" cmpd="sng">
              <a:solidFill>
                <a:schemeClr val="accent6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612;p24">
              <a:extLst>
                <a:ext uri="{FF2B5EF4-FFF2-40B4-BE49-F238E27FC236}">
                  <a16:creationId xmlns:a16="http://schemas.microsoft.com/office/drawing/2014/main" id="{6BD94EFA-DB9E-A8CB-1363-AAE6CD9C8B51}"/>
                </a:ext>
              </a:extLst>
            </p:cNvPr>
            <p:cNvSpPr/>
            <p:nvPr/>
          </p:nvSpPr>
          <p:spPr>
            <a:xfrm>
              <a:off x="11186309" y="2234877"/>
              <a:ext cx="91027" cy="146189"/>
            </a:xfrm>
            <a:custGeom>
              <a:avLst/>
              <a:gdLst/>
              <a:ahLst/>
              <a:cxnLst/>
              <a:rect l="l" t="t" r="r" b="b"/>
              <a:pathLst>
                <a:path w="2269" h="3644" extrusionOk="0">
                  <a:moveTo>
                    <a:pt x="304" y="0"/>
                  </a:moveTo>
                  <a:lnTo>
                    <a:pt x="0" y="322"/>
                  </a:lnTo>
                  <a:lnTo>
                    <a:pt x="1608" y="1822"/>
                  </a:lnTo>
                  <a:lnTo>
                    <a:pt x="0" y="3322"/>
                  </a:lnTo>
                  <a:lnTo>
                    <a:pt x="304" y="3644"/>
                  </a:lnTo>
                  <a:lnTo>
                    <a:pt x="2268" y="1822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E8A33A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13;p24">
              <a:extLst>
                <a:ext uri="{FF2B5EF4-FFF2-40B4-BE49-F238E27FC236}">
                  <a16:creationId xmlns:a16="http://schemas.microsoft.com/office/drawing/2014/main" id="{57E53031-76F1-C26E-6234-6A56CC416590}"/>
                </a:ext>
              </a:extLst>
            </p:cNvPr>
            <p:cNvSpPr/>
            <p:nvPr/>
          </p:nvSpPr>
          <p:spPr>
            <a:xfrm>
              <a:off x="1119588" y="1779852"/>
              <a:ext cx="1088434" cy="1088434"/>
            </a:xfrm>
            <a:custGeom>
              <a:avLst/>
              <a:gdLst/>
              <a:ahLst/>
              <a:cxnLst/>
              <a:rect l="l" t="t" r="r" b="b"/>
              <a:pathLst>
                <a:path w="27131" h="27131" extrusionOk="0">
                  <a:moveTo>
                    <a:pt x="3180" y="1"/>
                  </a:moveTo>
                  <a:lnTo>
                    <a:pt x="2858" y="19"/>
                  </a:lnTo>
                  <a:lnTo>
                    <a:pt x="2233" y="144"/>
                  </a:lnTo>
                  <a:lnTo>
                    <a:pt x="1661" y="376"/>
                  </a:lnTo>
                  <a:lnTo>
                    <a:pt x="1143" y="715"/>
                  </a:lnTo>
                  <a:lnTo>
                    <a:pt x="715" y="1144"/>
                  </a:lnTo>
                  <a:lnTo>
                    <a:pt x="375" y="1662"/>
                  </a:lnTo>
                  <a:lnTo>
                    <a:pt x="143" y="2233"/>
                  </a:lnTo>
                  <a:lnTo>
                    <a:pt x="18" y="2858"/>
                  </a:lnTo>
                  <a:lnTo>
                    <a:pt x="0" y="3180"/>
                  </a:lnTo>
                  <a:lnTo>
                    <a:pt x="0" y="23952"/>
                  </a:lnTo>
                  <a:lnTo>
                    <a:pt x="18" y="24273"/>
                  </a:lnTo>
                  <a:lnTo>
                    <a:pt x="143" y="24898"/>
                  </a:lnTo>
                  <a:lnTo>
                    <a:pt x="375" y="25470"/>
                  </a:lnTo>
                  <a:lnTo>
                    <a:pt x="715" y="25988"/>
                  </a:lnTo>
                  <a:lnTo>
                    <a:pt x="1143" y="26416"/>
                  </a:lnTo>
                  <a:lnTo>
                    <a:pt x="1661" y="26756"/>
                  </a:lnTo>
                  <a:lnTo>
                    <a:pt x="2233" y="26988"/>
                  </a:lnTo>
                  <a:lnTo>
                    <a:pt x="2858" y="27113"/>
                  </a:lnTo>
                  <a:lnTo>
                    <a:pt x="3180" y="27131"/>
                  </a:lnTo>
                  <a:lnTo>
                    <a:pt x="23951" y="27131"/>
                  </a:lnTo>
                  <a:lnTo>
                    <a:pt x="24273" y="27113"/>
                  </a:lnTo>
                  <a:lnTo>
                    <a:pt x="24898" y="26988"/>
                  </a:lnTo>
                  <a:lnTo>
                    <a:pt x="25469" y="26756"/>
                  </a:lnTo>
                  <a:lnTo>
                    <a:pt x="25987" y="26416"/>
                  </a:lnTo>
                  <a:lnTo>
                    <a:pt x="26416" y="25988"/>
                  </a:lnTo>
                  <a:lnTo>
                    <a:pt x="26755" y="25470"/>
                  </a:lnTo>
                  <a:lnTo>
                    <a:pt x="26988" y="24898"/>
                  </a:lnTo>
                  <a:lnTo>
                    <a:pt x="27113" y="24273"/>
                  </a:lnTo>
                  <a:lnTo>
                    <a:pt x="27130" y="23952"/>
                  </a:lnTo>
                  <a:lnTo>
                    <a:pt x="27130" y="3180"/>
                  </a:lnTo>
                  <a:lnTo>
                    <a:pt x="27113" y="2858"/>
                  </a:lnTo>
                  <a:lnTo>
                    <a:pt x="26988" y="2233"/>
                  </a:lnTo>
                  <a:lnTo>
                    <a:pt x="26755" y="1662"/>
                  </a:lnTo>
                  <a:lnTo>
                    <a:pt x="26416" y="1144"/>
                  </a:lnTo>
                  <a:lnTo>
                    <a:pt x="25987" y="715"/>
                  </a:lnTo>
                  <a:lnTo>
                    <a:pt x="25469" y="376"/>
                  </a:lnTo>
                  <a:lnTo>
                    <a:pt x="24898" y="144"/>
                  </a:lnTo>
                  <a:lnTo>
                    <a:pt x="24273" y="19"/>
                  </a:lnTo>
                  <a:lnTo>
                    <a:pt x="239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4">
              <a:extLst>
                <a:ext uri="{FF2B5EF4-FFF2-40B4-BE49-F238E27FC236}">
                  <a16:creationId xmlns:a16="http://schemas.microsoft.com/office/drawing/2014/main" id="{4E722749-858A-A4AB-D6CC-C79E00CA4A1B}"/>
                </a:ext>
              </a:extLst>
            </p:cNvPr>
            <p:cNvSpPr/>
            <p:nvPr/>
          </p:nvSpPr>
          <p:spPr>
            <a:xfrm>
              <a:off x="2836433" y="1782018"/>
              <a:ext cx="1088434" cy="1088434"/>
            </a:xfrm>
            <a:custGeom>
              <a:avLst/>
              <a:gdLst/>
              <a:ahLst/>
              <a:cxnLst/>
              <a:rect l="l" t="t" r="r" b="b"/>
              <a:pathLst>
                <a:path w="27131" h="27131" extrusionOk="0">
                  <a:moveTo>
                    <a:pt x="3180" y="0"/>
                  </a:moveTo>
                  <a:lnTo>
                    <a:pt x="2858" y="18"/>
                  </a:lnTo>
                  <a:lnTo>
                    <a:pt x="2233" y="143"/>
                  </a:lnTo>
                  <a:lnTo>
                    <a:pt x="1662" y="375"/>
                  </a:lnTo>
                  <a:lnTo>
                    <a:pt x="1162" y="715"/>
                  </a:lnTo>
                  <a:lnTo>
                    <a:pt x="715" y="1161"/>
                  </a:lnTo>
                  <a:lnTo>
                    <a:pt x="376" y="1661"/>
                  </a:lnTo>
                  <a:lnTo>
                    <a:pt x="144" y="2233"/>
                  </a:lnTo>
                  <a:lnTo>
                    <a:pt x="19" y="2858"/>
                  </a:lnTo>
                  <a:lnTo>
                    <a:pt x="1" y="3180"/>
                  </a:lnTo>
                  <a:lnTo>
                    <a:pt x="1" y="23951"/>
                  </a:lnTo>
                  <a:lnTo>
                    <a:pt x="19" y="24273"/>
                  </a:lnTo>
                  <a:lnTo>
                    <a:pt x="144" y="24898"/>
                  </a:lnTo>
                  <a:lnTo>
                    <a:pt x="376" y="25469"/>
                  </a:lnTo>
                  <a:lnTo>
                    <a:pt x="715" y="25987"/>
                  </a:lnTo>
                  <a:lnTo>
                    <a:pt x="1162" y="26416"/>
                  </a:lnTo>
                  <a:lnTo>
                    <a:pt x="1662" y="26755"/>
                  </a:lnTo>
                  <a:lnTo>
                    <a:pt x="2233" y="26987"/>
                  </a:lnTo>
                  <a:lnTo>
                    <a:pt x="2858" y="27130"/>
                  </a:lnTo>
                  <a:lnTo>
                    <a:pt x="24273" y="27130"/>
                  </a:lnTo>
                  <a:lnTo>
                    <a:pt x="24898" y="26987"/>
                  </a:lnTo>
                  <a:lnTo>
                    <a:pt x="25470" y="26755"/>
                  </a:lnTo>
                  <a:lnTo>
                    <a:pt x="25988" y="26416"/>
                  </a:lnTo>
                  <a:lnTo>
                    <a:pt x="26416" y="25987"/>
                  </a:lnTo>
                  <a:lnTo>
                    <a:pt x="26756" y="25469"/>
                  </a:lnTo>
                  <a:lnTo>
                    <a:pt x="26988" y="24898"/>
                  </a:lnTo>
                  <a:lnTo>
                    <a:pt x="27131" y="24273"/>
                  </a:lnTo>
                  <a:lnTo>
                    <a:pt x="27131" y="23951"/>
                  </a:lnTo>
                  <a:lnTo>
                    <a:pt x="27131" y="3180"/>
                  </a:lnTo>
                  <a:lnTo>
                    <a:pt x="27131" y="2858"/>
                  </a:lnTo>
                  <a:lnTo>
                    <a:pt x="26988" y="2233"/>
                  </a:lnTo>
                  <a:lnTo>
                    <a:pt x="26756" y="1661"/>
                  </a:lnTo>
                  <a:lnTo>
                    <a:pt x="26416" y="1161"/>
                  </a:lnTo>
                  <a:lnTo>
                    <a:pt x="25988" y="715"/>
                  </a:lnTo>
                  <a:lnTo>
                    <a:pt x="25470" y="375"/>
                  </a:lnTo>
                  <a:lnTo>
                    <a:pt x="24898" y="143"/>
                  </a:lnTo>
                  <a:lnTo>
                    <a:pt x="24273" y="18"/>
                  </a:lnTo>
                  <a:lnTo>
                    <a:pt x="239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4">
              <a:extLst>
                <a:ext uri="{FF2B5EF4-FFF2-40B4-BE49-F238E27FC236}">
                  <a16:creationId xmlns:a16="http://schemas.microsoft.com/office/drawing/2014/main" id="{F9A41748-CB34-334F-B1CF-B470F1ED8585}"/>
                </a:ext>
              </a:extLst>
            </p:cNvPr>
            <p:cNvSpPr/>
            <p:nvPr/>
          </p:nvSpPr>
          <p:spPr>
            <a:xfrm>
              <a:off x="4575501" y="1780573"/>
              <a:ext cx="1088434" cy="1088434"/>
            </a:xfrm>
            <a:custGeom>
              <a:avLst/>
              <a:gdLst/>
              <a:ahLst/>
              <a:cxnLst/>
              <a:rect l="l" t="t" r="r" b="b"/>
              <a:pathLst>
                <a:path w="27131" h="27131" extrusionOk="0">
                  <a:moveTo>
                    <a:pt x="3179" y="1"/>
                  </a:moveTo>
                  <a:lnTo>
                    <a:pt x="2858" y="18"/>
                  </a:lnTo>
                  <a:lnTo>
                    <a:pt x="2233" y="144"/>
                  </a:lnTo>
                  <a:lnTo>
                    <a:pt x="1661" y="394"/>
                  </a:lnTo>
                  <a:lnTo>
                    <a:pt x="1161" y="733"/>
                  </a:lnTo>
                  <a:lnTo>
                    <a:pt x="732" y="1162"/>
                  </a:lnTo>
                  <a:lnTo>
                    <a:pt x="393" y="1662"/>
                  </a:lnTo>
                  <a:lnTo>
                    <a:pt x="143" y="2233"/>
                  </a:lnTo>
                  <a:lnTo>
                    <a:pt x="18" y="2858"/>
                  </a:lnTo>
                  <a:lnTo>
                    <a:pt x="0" y="3180"/>
                  </a:lnTo>
                  <a:lnTo>
                    <a:pt x="0" y="23951"/>
                  </a:lnTo>
                  <a:lnTo>
                    <a:pt x="18" y="24291"/>
                  </a:lnTo>
                  <a:lnTo>
                    <a:pt x="143" y="24916"/>
                  </a:lnTo>
                  <a:lnTo>
                    <a:pt x="393" y="25487"/>
                  </a:lnTo>
                  <a:lnTo>
                    <a:pt x="732" y="25988"/>
                  </a:lnTo>
                  <a:lnTo>
                    <a:pt x="1161" y="26416"/>
                  </a:lnTo>
                  <a:lnTo>
                    <a:pt x="1661" y="26756"/>
                  </a:lnTo>
                  <a:lnTo>
                    <a:pt x="2233" y="27006"/>
                  </a:lnTo>
                  <a:lnTo>
                    <a:pt x="2858" y="27131"/>
                  </a:lnTo>
                  <a:lnTo>
                    <a:pt x="24290" y="27131"/>
                  </a:lnTo>
                  <a:lnTo>
                    <a:pt x="24916" y="27006"/>
                  </a:lnTo>
                  <a:lnTo>
                    <a:pt x="25487" y="26756"/>
                  </a:lnTo>
                  <a:lnTo>
                    <a:pt x="25987" y="26416"/>
                  </a:lnTo>
                  <a:lnTo>
                    <a:pt x="26416" y="25988"/>
                  </a:lnTo>
                  <a:lnTo>
                    <a:pt x="26755" y="25487"/>
                  </a:lnTo>
                  <a:lnTo>
                    <a:pt x="27005" y="24916"/>
                  </a:lnTo>
                  <a:lnTo>
                    <a:pt x="27130" y="24291"/>
                  </a:lnTo>
                  <a:lnTo>
                    <a:pt x="27130" y="23951"/>
                  </a:lnTo>
                  <a:lnTo>
                    <a:pt x="27130" y="3180"/>
                  </a:lnTo>
                  <a:lnTo>
                    <a:pt x="27130" y="2858"/>
                  </a:lnTo>
                  <a:lnTo>
                    <a:pt x="27005" y="2233"/>
                  </a:lnTo>
                  <a:lnTo>
                    <a:pt x="26755" y="1662"/>
                  </a:lnTo>
                  <a:lnTo>
                    <a:pt x="26416" y="1162"/>
                  </a:lnTo>
                  <a:lnTo>
                    <a:pt x="25987" y="733"/>
                  </a:lnTo>
                  <a:lnTo>
                    <a:pt x="25487" y="394"/>
                  </a:lnTo>
                  <a:lnTo>
                    <a:pt x="24916" y="144"/>
                  </a:lnTo>
                  <a:lnTo>
                    <a:pt x="24290" y="18"/>
                  </a:lnTo>
                  <a:lnTo>
                    <a:pt x="239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4">
              <a:extLst>
                <a:ext uri="{FF2B5EF4-FFF2-40B4-BE49-F238E27FC236}">
                  <a16:creationId xmlns:a16="http://schemas.microsoft.com/office/drawing/2014/main" id="{2E965AA8-EA80-74A5-68D6-6D5BE66B7464}"/>
                </a:ext>
              </a:extLst>
            </p:cNvPr>
            <p:cNvSpPr/>
            <p:nvPr/>
          </p:nvSpPr>
          <p:spPr>
            <a:xfrm>
              <a:off x="6314529" y="1779852"/>
              <a:ext cx="1088434" cy="1088434"/>
            </a:xfrm>
            <a:custGeom>
              <a:avLst/>
              <a:gdLst/>
              <a:ahLst/>
              <a:cxnLst/>
              <a:rect l="l" t="t" r="r" b="b"/>
              <a:pathLst>
                <a:path w="27131" h="27131" extrusionOk="0">
                  <a:moveTo>
                    <a:pt x="3180" y="1"/>
                  </a:moveTo>
                  <a:lnTo>
                    <a:pt x="2858" y="19"/>
                  </a:lnTo>
                  <a:lnTo>
                    <a:pt x="2233" y="144"/>
                  </a:lnTo>
                  <a:lnTo>
                    <a:pt x="1662" y="376"/>
                  </a:lnTo>
                  <a:lnTo>
                    <a:pt x="1162" y="715"/>
                  </a:lnTo>
                  <a:lnTo>
                    <a:pt x="733" y="1144"/>
                  </a:lnTo>
                  <a:lnTo>
                    <a:pt x="394" y="1662"/>
                  </a:lnTo>
                  <a:lnTo>
                    <a:pt x="143" y="2233"/>
                  </a:lnTo>
                  <a:lnTo>
                    <a:pt x="18" y="2858"/>
                  </a:lnTo>
                  <a:lnTo>
                    <a:pt x="1" y="3180"/>
                  </a:lnTo>
                  <a:lnTo>
                    <a:pt x="1" y="23952"/>
                  </a:lnTo>
                  <a:lnTo>
                    <a:pt x="18" y="24273"/>
                  </a:lnTo>
                  <a:lnTo>
                    <a:pt x="143" y="24898"/>
                  </a:lnTo>
                  <a:lnTo>
                    <a:pt x="394" y="25470"/>
                  </a:lnTo>
                  <a:lnTo>
                    <a:pt x="733" y="25988"/>
                  </a:lnTo>
                  <a:lnTo>
                    <a:pt x="1162" y="26416"/>
                  </a:lnTo>
                  <a:lnTo>
                    <a:pt x="1662" y="26756"/>
                  </a:lnTo>
                  <a:lnTo>
                    <a:pt x="2233" y="26988"/>
                  </a:lnTo>
                  <a:lnTo>
                    <a:pt x="2858" y="27113"/>
                  </a:lnTo>
                  <a:lnTo>
                    <a:pt x="3180" y="27131"/>
                  </a:lnTo>
                  <a:lnTo>
                    <a:pt x="23951" y="27131"/>
                  </a:lnTo>
                  <a:lnTo>
                    <a:pt x="24291" y="27113"/>
                  </a:lnTo>
                  <a:lnTo>
                    <a:pt x="24916" y="26988"/>
                  </a:lnTo>
                  <a:lnTo>
                    <a:pt x="25487" y="26756"/>
                  </a:lnTo>
                  <a:lnTo>
                    <a:pt x="25988" y="26416"/>
                  </a:lnTo>
                  <a:lnTo>
                    <a:pt x="26416" y="25988"/>
                  </a:lnTo>
                  <a:lnTo>
                    <a:pt x="26756" y="25470"/>
                  </a:lnTo>
                  <a:lnTo>
                    <a:pt x="27006" y="24898"/>
                  </a:lnTo>
                  <a:lnTo>
                    <a:pt x="27131" y="24273"/>
                  </a:lnTo>
                  <a:lnTo>
                    <a:pt x="27131" y="23952"/>
                  </a:lnTo>
                  <a:lnTo>
                    <a:pt x="27131" y="3180"/>
                  </a:lnTo>
                  <a:lnTo>
                    <a:pt x="27131" y="2858"/>
                  </a:lnTo>
                  <a:lnTo>
                    <a:pt x="27006" y="2233"/>
                  </a:lnTo>
                  <a:lnTo>
                    <a:pt x="26756" y="1662"/>
                  </a:lnTo>
                  <a:lnTo>
                    <a:pt x="26416" y="1144"/>
                  </a:lnTo>
                  <a:lnTo>
                    <a:pt x="25988" y="715"/>
                  </a:lnTo>
                  <a:lnTo>
                    <a:pt x="25487" y="376"/>
                  </a:lnTo>
                  <a:lnTo>
                    <a:pt x="24916" y="144"/>
                  </a:lnTo>
                  <a:lnTo>
                    <a:pt x="24291" y="19"/>
                  </a:lnTo>
                  <a:lnTo>
                    <a:pt x="239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4">
              <a:extLst>
                <a:ext uri="{FF2B5EF4-FFF2-40B4-BE49-F238E27FC236}">
                  <a16:creationId xmlns:a16="http://schemas.microsoft.com/office/drawing/2014/main" id="{6E8C3D6F-9C5A-AB41-B310-D7C93DD62FE2}"/>
                </a:ext>
              </a:extLst>
            </p:cNvPr>
            <p:cNvSpPr/>
            <p:nvPr/>
          </p:nvSpPr>
          <p:spPr>
            <a:xfrm>
              <a:off x="8054278" y="1779852"/>
              <a:ext cx="1088434" cy="1088434"/>
            </a:xfrm>
            <a:custGeom>
              <a:avLst/>
              <a:gdLst/>
              <a:ahLst/>
              <a:cxnLst/>
              <a:rect l="l" t="t" r="r" b="b"/>
              <a:pathLst>
                <a:path w="27131" h="27131" extrusionOk="0">
                  <a:moveTo>
                    <a:pt x="3180" y="1"/>
                  </a:moveTo>
                  <a:lnTo>
                    <a:pt x="2841" y="19"/>
                  </a:lnTo>
                  <a:lnTo>
                    <a:pt x="2216" y="144"/>
                  </a:lnTo>
                  <a:lnTo>
                    <a:pt x="1644" y="376"/>
                  </a:lnTo>
                  <a:lnTo>
                    <a:pt x="1144" y="715"/>
                  </a:lnTo>
                  <a:lnTo>
                    <a:pt x="715" y="1144"/>
                  </a:lnTo>
                  <a:lnTo>
                    <a:pt x="376" y="1662"/>
                  </a:lnTo>
                  <a:lnTo>
                    <a:pt x="126" y="2233"/>
                  </a:lnTo>
                  <a:lnTo>
                    <a:pt x="1" y="2858"/>
                  </a:lnTo>
                  <a:lnTo>
                    <a:pt x="1" y="3180"/>
                  </a:lnTo>
                  <a:lnTo>
                    <a:pt x="1" y="23952"/>
                  </a:lnTo>
                  <a:lnTo>
                    <a:pt x="1" y="24273"/>
                  </a:lnTo>
                  <a:lnTo>
                    <a:pt x="126" y="24898"/>
                  </a:lnTo>
                  <a:lnTo>
                    <a:pt x="376" y="25470"/>
                  </a:lnTo>
                  <a:lnTo>
                    <a:pt x="715" y="25988"/>
                  </a:lnTo>
                  <a:lnTo>
                    <a:pt x="1144" y="26416"/>
                  </a:lnTo>
                  <a:lnTo>
                    <a:pt x="1644" y="26756"/>
                  </a:lnTo>
                  <a:lnTo>
                    <a:pt x="2216" y="26988"/>
                  </a:lnTo>
                  <a:lnTo>
                    <a:pt x="2841" y="27113"/>
                  </a:lnTo>
                  <a:lnTo>
                    <a:pt x="3180" y="27131"/>
                  </a:lnTo>
                  <a:lnTo>
                    <a:pt x="23952" y="27131"/>
                  </a:lnTo>
                  <a:lnTo>
                    <a:pt x="24273" y="27113"/>
                  </a:lnTo>
                  <a:lnTo>
                    <a:pt x="24898" y="26988"/>
                  </a:lnTo>
                  <a:lnTo>
                    <a:pt x="25470" y="26756"/>
                  </a:lnTo>
                  <a:lnTo>
                    <a:pt x="25970" y="26416"/>
                  </a:lnTo>
                  <a:lnTo>
                    <a:pt x="26399" y="25988"/>
                  </a:lnTo>
                  <a:lnTo>
                    <a:pt x="26738" y="25470"/>
                  </a:lnTo>
                  <a:lnTo>
                    <a:pt x="26988" y="24898"/>
                  </a:lnTo>
                  <a:lnTo>
                    <a:pt x="27113" y="24273"/>
                  </a:lnTo>
                  <a:lnTo>
                    <a:pt x="27131" y="23952"/>
                  </a:lnTo>
                  <a:lnTo>
                    <a:pt x="27131" y="3180"/>
                  </a:lnTo>
                  <a:lnTo>
                    <a:pt x="27113" y="2858"/>
                  </a:lnTo>
                  <a:lnTo>
                    <a:pt x="26988" y="2233"/>
                  </a:lnTo>
                  <a:lnTo>
                    <a:pt x="26738" y="1662"/>
                  </a:lnTo>
                  <a:lnTo>
                    <a:pt x="26399" y="1144"/>
                  </a:lnTo>
                  <a:lnTo>
                    <a:pt x="25970" y="715"/>
                  </a:lnTo>
                  <a:lnTo>
                    <a:pt x="25470" y="376"/>
                  </a:lnTo>
                  <a:lnTo>
                    <a:pt x="24898" y="144"/>
                  </a:lnTo>
                  <a:lnTo>
                    <a:pt x="24273" y="19"/>
                  </a:lnTo>
                  <a:lnTo>
                    <a:pt x="239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4">
              <a:extLst>
                <a:ext uri="{FF2B5EF4-FFF2-40B4-BE49-F238E27FC236}">
                  <a16:creationId xmlns:a16="http://schemas.microsoft.com/office/drawing/2014/main" id="{1E93BDDB-0BA1-ED28-7A79-3FD2EE6AD0B0}"/>
                </a:ext>
              </a:extLst>
            </p:cNvPr>
            <p:cNvSpPr/>
            <p:nvPr/>
          </p:nvSpPr>
          <p:spPr>
            <a:xfrm>
              <a:off x="9793346" y="1779852"/>
              <a:ext cx="1088434" cy="1088434"/>
            </a:xfrm>
            <a:custGeom>
              <a:avLst/>
              <a:gdLst/>
              <a:ahLst/>
              <a:cxnLst/>
              <a:rect l="l" t="t" r="r" b="b"/>
              <a:pathLst>
                <a:path w="27131" h="27131" extrusionOk="0">
                  <a:moveTo>
                    <a:pt x="3179" y="1"/>
                  </a:moveTo>
                  <a:lnTo>
                    <a:pt x="2840" y="19"/>
                  </a:lnTo>
                  <a:lnTo>
                    <a:pt x="2233" y="144"/>
                  </a:lnTo>
                  <a:lnTo>
                    <a:pt x="1661" y="376"/>
                  </a:lnTo>
                  <a:lnTo>
                    <a:pt x="1143" y="715"/>
                  </a:lnTo>
                  <a:lnTo>
                    <a:pt x="715" y="1144"/>
                  </a:lnTo>
                  <a:lnTo>
                    <a:pt x="375" y="1662"/>
                  </a:lnTo>
                  <a:lnTo>
                    <a:pt x="125" y="2233"/>
                  </a:lnTo>
                  <a:lnTo>
                    <a:pt x="0" y="2858"/>
                  </a:lnTo>
                  <a:lnTo>
                    <a:pt x="0" y="3180"/>
                  </a:lnTo>
                  <a:lnTo>
                    <a:pt x="0" y="23952"/>
                  </a:lnTo>
                  <a:lnTo>
                    <a:pt x="0" y="24273"/>
                  </a:lnTo>
                  <a:lnTo>
                    <a:pt x="125" y="24898"/>
                  </a:lnTo>
                  <a:lnTo>
                    <a:pt x="375" y="25470"/>
                  </a:lnTo>
                  <a:lnTo>
                    <a:pt x="715" y="25988"/>
                  </a:lnTo>
                  <a:lnTo>
                    <a:pt x="1143" y="26416"/>
                  </a:lnTo>
                  <a:lnTo>
                    <a:pt x="1661" y="26756"/>
                  </a:lnTo>
                  <a:lnTo>
                    <a:pt x="2233" y="26988"/>
                  </a:lnTo>
                  <a:lnTo>
                    <a:pt x="2840" y="27113"/>
                  </a:lnTo>
                  <a:lnTo>
                    <a:pt x="3179" y="27131"/>
                  </a:lnTo>
                  <a:lnTo>
                    <a:pt x="23951" y="27131"/>
                  </a:lnTo>
                  <a:lnTo>
                    <a:pt x="24273" y="27113"/>
                  </a:lnTo>
                  <a:lnTo>
                    <a:pt x="24898" y="26988"/>
                  </a:lnTo>
                  <a:lnTo>
                    <a:pt x="25469" y="26756"/>
                  </a:lnTo>
                  <a:lnTo>
                    <a:pt x="25969" y="26416"/>
                  </a:lnTo>
                  <a:lnTo>
                    <a:pt x="26398" y="25988"/>
                  </a:lnTo>
                  <a:lnTo>
                    <a:pt x="26755" y="25470"/>
                  </a:lnTo>
                  <a:lnTo>
                    <a:pt x="26987" y="24898"/>
                  </a:lnTo>
                  <a:lnTo>
                    <a:pt x="27112" y="24273"/>
                  </a:lnTo>
                  <a:lnTo>
                    <a:pt x="27130" y="23952"/>
                  </a:lnTo>
                  <a:lnTo>
                    <a:pt x="27130" y="3180"/>
                  </a:lnTo>
                  <a:lnTo>
                    <a:pt x="27112" y="2858"/>
                  </a:lnTo>
                  <a:lnTo>
                    <a:pt x="26987" y="2233"/>
                  </a:lnTo>
                  <a:lnTo>
                    <a:pt x="26755" y="1662"/>
                  </a:lnTo>
                  <a:lnTo>
                    <a:pt x="26398" y="1144"/>
                  </a:lnTo>
                  <a:lnTo>
                    <a:pt x="25969" y="715"/>
                  </a:lnTo>
                  <a:lnTo>
                    <a:pt x="25469" y="376"/>
                  </a:lnTo>
                  <a:lnTo>
                    <a:pt x="24898" y="144"/>
                  </a:lnTo>
                  <a:lnTo>
                    <a:pt x="24273" y="19"/>
                  </a:lnTo>
                  <a:lnTo>
                    <a:pt x="239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4">
              <a:extLst>
                <a:ext uri="{FF2B5EF4-FFF2-40B4-BE49-F238E27FC236}">
                  <a16:creationId xmlns:a16="http://schemas.microsoft.com/office/drawing/2014/main" id="{3244733E-E10E-7032-DC24-F4717877CB49}"/>
                </a:ext>
              </a:extLst>
            </p:cNvPr>
            <p:cNvSpPr/>
            <p:nvPr/>
          </p:nvSpPr>
          <p:spPr>
            <a:xfrm>
              <a:off x="3007875" y="5652738"/>
              <a:ext cx="761716" cy="759549"/>
            </a:xfrm>
            <a:custGeom>
              <a:avLst/>
              <a:gdLst/>
              <a:ahLst/>
              <a:cxnLst/>
              <a:rect l="l" t="t" r="r" b="b"/>
              <a:pathLst>
                <a:path w="18987" h="18933" fill="none" extrusionOk="0">
                  <a:moveTo>
                    <a:pt x="18111" y="5484"/>
                  </a:moveTo>
                  <a:lnTo>
                    <a:pt x="18290" y="5912"/>
                  </a:lnTo>
                  <a:lnTo>
                    <a:pt x="18575" y="6752"/>
                  </a:lnTo>
                  <a:lnTo>
                    <a:pt x="18879" y="8038"/>
                  </a:lnTo>
                  <a:lnTo>
                    <a:pt x="18986" y="9752"/>
                  </a:lnTo>
                  <a:lnTo>
                    <a:pt x="18772" y="11449"/>
                  </a:lnTo>
                  <a:lnTo>
                    <a:pt x="18272" y="13074"/>
                  </a:lnTo>
                  <a:lnTo>
                    <a:pt x="17468" y="14592"/>
                  </a:lnTo>
                  <a:lnTo>
                    <a:pt x="16414" y="15968"/>
                  </a:lnTo>
                  <a:lnTo>
                    <a:pt x="15432" y="16843"/>
                  </a:lnTo>
                  <a:lnTo>
                    <a:pt x="14718" y="17379"/>
                  </a:lnTo>
                  <a:lnTo>
                    <a:pt x="14325" y="17611"/>
                  </a:lnTo>
                  <a:lnTo>
                    <a:pt x="13932" y="17843"/>
                  </a:lnTo>
                  <a:lnTo>
                    <a:pt x="13128" y="18218"/>
                  </a:lnTo>
                  <a:lnTo>
                    <a:pt x="11878" y="18647"/>
                  </a:lnTo>
                  <a:lnTo>
                    <a:pt x="10181" y="18932"/>
                  </a:lnTo>
                  <a:lnTo>
                    <a:pt x="8466" y="18897"/>
                  </a:lnTo>
                  <a:lnTo>
                    <a:pt x="6805" y="18557"/>
                  </a:lnTo>
                  <a:lnTo>
                    <a:pt x="5216" y="17932"/>
                  </a:lnTo>
                  <a:lnTo>
                    <a:pt x="3751" y="17021"/>
                  </a:lnTo>
                  <a:lnTo>
                    <a:pt x="2769" y="16146"/>
                  </a:lnTo>
                  <a:lnTo>
                    <a:pt x="2162" y="15485"/>
                  </a:lnTo>
                  <a:lnTo>
                    <a:pt x="1876" y="15110"/>
                  </a:lnTo>
                  <a:lnTo>
                    <a:pt x="1626" y="14753"/>
                  </a:lnTo>
                  <a:lnTo>
                    <a:pt x="1161" y="13985"/>
                  </a:lnTo>
                  <a:lnTo>
                    <a:pt x="590" y="12788"/>
                  </a:lnTo>
                  <a:lnTo>
                    <a:pt x="143" y="11127"/>
                  </a:lnTo>
                  <a:lnTo>
                    <a:pt x="1" y="9413"/>
                  </a:lnTo>
                  <a:lnTo>
                    <a:pt x="161" y="7716"/>
                  </a:lnTo>
                  <a:lnTo>
                    <a:pt x="608" y="6073"/>
                  </a:lnTo>
                  <a:lnTo>
                    <a:pt x="1376" y="4519"/>
                  </a:lnTo>
                  <a:lnTo>
                    <a:pt x="2144" y="3447"/>
                  </a:lnTo>
                  <a:lnTo>
                    <a:pt x="2733" y="2787"/>
                  </a:lnTo>
                  <a:lnTo>
                    <a:pt x="3073" y="2483"/>
                  </a:lnTo>
                  <a:lnTo>
                    <a:pt x="3412" y="2179"/>
                  </a:lnTo>
                  <a:lnTo>
                    <a:pt x="4126" y="1644"/>
                  </a:lnTo>
                  <a:lnTo>
                    <a:pt x="5252" y="965"/>
                  </a:lnTo>
                  <a:lnTo>
                    <a:pt x="6859" y="340"/>
                  </a:lnTo>
                  <a:lnTo>
                    <a:pt x="8538" y="18"/>
                  </a:lnTo>
                  <a:lnTo>
                    <a:pt x="10252" y="0"/>
                  </a:lnTo>
                  <a:lnTo>
                    <a:pt x="11931" y="286"/>
                  </a:lnTo>
                  <a:lnTo>
                    <a:pt x="13557" y="876"/>
                  </a:lnTo>
                  <a:lnTo>
                    <a:pt x="14700" y="1536"/>
                  </a:lnTo>
                  <a:lnTo>
                    <a:pt x="15414" y="2054"/>
                  </a:lnTo>
                  <a:lnTo>
                    <a:pt x="15771" y="2358"/>
                  </a:lnTo>
                </a:path>
              </a:pathLst>
            </a:custGeom>
            <a:solidFill>
              <a:schemeClr val="accent2"/>
            </a:solidFill>
            <a:ln w="28575" cap="rnd" cmpd="sng">
              <a:solidFill>
                <a:schemeClr val="accent2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4">
              <a:extLst>
                <a:ext uri="{FF2B5EF4-FFF2-40B4-BE49-F238E27FC236}">
                  <a16:creationId xmlns:a16="http://schemas.microsoft.com/office/drawing/2014/main" id="{697EF01C-942E-4238-A1B6-3A174077DFF1}"/>
                </a:ext>
              </a:extLst>
            </p:cNvPr>
            <p:cNvSpPr/>
            <p:nvPr/>
          </p:nvSpPr>
          <p:spPr>
            <a:xfrm>
              <a:off x="4752462" y="5652738"/>
              <a:ext cx="761716" cy="759549"/>
            </a:xfrm>
            <a:custGeom>
              <a:avLst/>
              <a:gdLst/>
              <a:ahLst/>
              <a:cxnLst/>
              <a:rect l="l" t="t" r="r" b="b"/>
              <a:pathLst>
                <a:path w="18987" h="18933" fill="none" extrusionOk="0">
                  <a:moveTo>
                    <a:pt x="18111" y="5484"/>
                  </a:moveTo>
                  <a:lnTo>
                    <a:pt x="18290" y="5912"/>
                  </a:lnTo>
                  <a:lnTo>
                    <a:pt x="18593" y="6752"/>
                  </a:lnTo>
                  <a:lnTo>
                    <a:pt x="18879" y="8038"/>
                  </a:lnTo>
                  <a:lnTo>
                    <a:pt x="18986" y="9752"/>
                  </a:lnTo>
                  <a:lnTo>
                    <a:pt x="18772" y="11449"/>
                  </a:lnTo>
                  <a:lnTo>
                    <a:pt x="18272" y="13074"/>
                  </a:lnTo>
                  <a:lnTo>
                    <a:pt x="17486" y="14592"/>
                  </a:lnTo>
                  <a:lnTo>
                    <a:pt x="16414" y="15968"/>
                  </a:lnTo>
                  <a:lnTo>
                    <a:pt x="15450" y="16843"/>
                  </a:lnTo>
                  <a:lnTo>
                    <a:pt x="14717" y="17379"/>
                  </a:lnTo>
                  <a:lnTo>
                    <a:pt x="14342" y="17611"/>
                  </a:lnTo>
                  <a:lnTo>
                    <a:pt x="13949" y="17843"/>
                  </a:lnTo>
                  <a:lnTo>
                    <a:pt x="13128" y="18218"/>
                  </a:lnTo>
                  <a:lnTo>
                    <a:pt x="11896" y="18647"/>
                  </a:lnTo>
                  <a:lnTo>
                    <a:pt x="10181" y="18932"/>
                  </a:lnTo>
                  <a:lnTo>
                    <a:pt x="8484" y="18897"/>
                  </a:lnTo>
                  <a:lnTo>
                    <a:pt x="6805" y="18557"/>
                  </a:lnTo>
                  <a:lnTo>
                    <a:pt x="5216" y="17932"/>
                  </a:lnTo>
                  <a:lnTo>
                    <a:pt x="3751" y="17021"/>
                  </a:lnTo>
                  <a:lnTo>
                    <a:pt x="2769" y="16146"/>
                  </a:lnTo>
                  <a:lnTo>
                    <a:pt x="2162" y="15485"/>
                  </a:lnTo>
                  <a:lnTo>
                    <a:pt x="1894" y="15110"/>
                  </a:lnTo>
                  <a:lnTo>
                    <a:pt x="1626" y="14753"/>
                  </a:lnTo>
                  <a:lnTo>
                    <a:pt x="1161" y="13985"/>
                  </a:lnTo>
                  <a:lnTo>
                    <a:pt x="608" y="12788"/>
                  </a:lnTo>
                  <a:lnTo>
                    <a:pt x="143" y="11127"/>
                  </a:lnTo>
                  <a:lnTo>
                    <a:pt x="0" y="9413"/>
                  </a:lnTo>
                  <a:lnTo>
                    <a:pt x="161" y="7716"/>
                  </a:lnTo>
                  <a:lnTo>
                    <a:pt x="626" y="6073"/>
                  </a:lnTo>
                  <a:lnTo>
                    <a:pt x="1376" y="4519"/>
                  </a:lnTo>
                  <a:lnTo>
                    <a:pt x="2144" y="3447"/>
                  </a:lnTo>
                  <a:lnTo>
                    <a:pt x="2751" y="2787"/>
                  </a:lnTo>
                  <a:lnTo>
                    <a:pt x="3072" y="2483"/>
                  </a:lnTo>
                  <a:lnTo>
                    <a:pt x="3412" y="2179"/>
                  </a:lnTo>
                  <a:lnTo>
                    <a:pt x="4126" y="1644"/>
                  </a:lnTo>
                  <a:lnTo>
                    <a:pt x="5251" y="965"/>
                  </a:lnTo>
                  <a:lnTo>
                    <a:pt x="6877" y="340"/>
                  </a:lnTo>
                  <a:lnTo>
                    <a:pt x="8556" y="18"/>
                  </a:lnTo>
                  <a:lnTo>
                    <a:pt x="10252" y="0"/>
                  </a:lnTo>
                  <a:lnTo>
                    <a:pt x="11931" y="286"/>
                  </a:lnTo>
                  <a:lnTo>
                    <a:pt x="13557" y="876"/>
                  </a:lnTo>
                  <a:lnTo>
                    <a:pt x="14700" y="1536"/>
                  </a:lnTo>
                  <a:lnTo>
                    <a:pt x="15432" y="2054"/>
                  </a:lnTo>
                  <a:lnTo>
                    <a:pt x="15771" y="2358"/>
                  </a:lnTo>
                </a:path>
              </a:pathLst>
            </a:custGeom>
            <a:noFill/>
            <a:ln w="28575" cap="rnd" cmpd="sng">
              <a:solidFill>
                <a:schemeClr val="accent3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21;p24">
              <a:extLst>
                <a:ext uri="{FF2B5EF4-FFF2-40B4-BE49-F238E27FC236}">
                  <a16:creationId xmlns:a16="http://schemas.microsoft.com/office/drawing/2014/main" id="{067BBE45-7896-B1FF-F5A6-274A65694E94}"/>
                </a:ext>
              </a:extLst>
            </p:cNvPr>
            <p:cNvSpPr/>
            <p:nvPr/>
          </p:nvSpPr>
          <p:spPr>
            <a:xfrm>
              <a:off x="6528035" y="5652738"/>
              <a:ext cx="761716" cy="759549"/>
            </a:xfrm>
            <a:custGeom>
              <a:avLst/>
              <a:gdLst/>
              <a:ahLst/>
              <a:cxnLst/>
              <a:rect l="l" t="t" r="r" b="b"/>
              <a:pathLst>
                <a:path w="18987" h="18933" fill="none" extrusionOk="0">
                  <a:moveTo>
                    <a:pt x="18111" y="5484"/>
                  </a:moveTo>
                  <a:lnTo>
                    <a:pt x="18290" y="5912"/>
                  </a:lnTo>
                  <a:lnTo>
                    <a:pt x="18594" y="6752"/>
                  </a:lnTo>
                  <a:lnTo>
                    <a:pt x="18897" y="8038"/>
                  </a:lnTo>
                  <a:lnTo>
                    <a:pt x="18986" y="9752"/>
                  </a:lnTo>
                  <a:lnTo>
                    <a:pt x="18790" y="11449"/>
                  </a:lnTo>
                  <a:lnTo>
                    <a:pt x="18272" y="13074"/>
                  </a:lnTo>
                  <a:lnTo>
                    <a:pt x="17486" y="14592"/>
                  </a:lnTo>
                  <a:lnTo>
                    <a:pt x="16432" y="15968"/>
                  </a:lnTo>
                  <a:lnTo>
                    <a:pt x="15450" y="16843"/>
                  </a:lnTo>
                  <a:lnTo>
                    <a:pt x="14736" y="17379"/>
                  </a:lnTo>
                  <a:lnTo>
                    <a:pt x="14343" y="17611"/>
                  </a:lnTo>
                  <a:lnTo>
                    <a:pt x="13950" y="17843"/>
                  </a:lnTo>
                  <a:lnTo>
                    <a:pt x="13146" y="18218"/>
                  </a:lnTo>
                  <a:lnTo>
                    <a:pt x="11896" y="18647"/>
                  </a:lnTo>
                  <a:lnTo>
                    <a:pt x="10181" y="18932"/>
                  </a:lnTo>
                  <a:lnTo>
                    <a:pt x="8485" y="18897"/>
                  </a:lnTo>
                  <a:lnTo>
                    <a:pt x="6806" y="18557"/>
                  </a:lnTo>
                  <a:lnTo>
                    <a:pt x="5216" y="17932"/>
                  </a:lnTo>
                  <a:lnTo>
                    <a:pt x="3751" y="17021"/>
                  </a:lnTo>
                  <a:lnTo>
                    <a:pt x="2769" y="16146"/>
                  </a:lnTo>
                  <a:lnTo>
                    <a:pt x="2162" y="15485"/>
                  </a:lnTo>
                  <a:lnTo>
                    <a:pt x="1894" y="15110"/>
                  </a:lnTo>
                  <a:lnTo>
                    <a:pt x="1626" y="14753"/>
                  </a:lnTo>
                  <a:lnTo>
                    <a:pt x="1162" y="13985"/>
                  </a:lnTo>
                  <a:lnTo>
                    <a:pt x="608" y="12788"/>
                  </a:lnTo>
                  <a:lnTo>
                    <a:pt x="144" y="11127"/>
                  </a:lnTo>
                  <a:lnTo>
                    <a:pt x="1" y="9413"/>
                  </a:lnTo>
                  <a:lnTo>
                    <a:pt x="162" y="7716"/>
                  </a:lnTo>
                  <a:lnTo>
                    <a:pt x="626" y="6073"/>
                  </a:lnTo>
                  <a:lnTo>
                    <a:pt x="1376" y="4519"/>
                  </a:lnTo>
                  <a:lnTo>
                    <a:pt x="2144" y="3447"/>
                  </a:lnTo>
                  <a:lnTo>
                    <a:pt x="2751" y="2787"/>
                  </a:lnTo>
                  <a:lnTo>
                    <a:pt x="3073" y="2483"/>
                  </a:lnTo>
                  <a:lnTo>
                    <a:pt x="3412" y="2179"/>
                  </a:lnTo>
                  <a:lnTo>
                    <a:pt x="4127" y="1644"/>
                  </a:lnTo>
                  <a:lnTo>
                    <a:pt x="5270" y="965"/>
                  </a:lnTo>
                  <a:lnTo>
                    <a:pt x="6877" y="340"/>
                  </a:lnTo>
                  <a:lnTo>
                    <a:pt x="8556" y="18"/>
                  </a:lnTo>
                  <a:lnTo>
                    <a:pt x="10253" y="0"/>
                  </a:lnTo>
                  <a:lnTo>
                    <a:pt x="11949" y="286"/>
                  </a:lnTo>
                  <a:lnTo>
                    <a:pt x="13557" y="876"/>
                  </a:lnTo>
                  <a:lnTo>
                    <a:pt x="14700" y="1536"/>
                  </a:lnTo>
                  <a:lnTo>
                    <a:pt x="15432" y="2054"/>
                  </a:lnTo>
                  <a:lnTo>
                    <a:pt x="15772" y="2358"/>
                  </a:lnTo>
                </a:path>
              </a:pathLst>
            </a:custGeom>
            <a:noFill/>
            <a:ln w="28575" cap="rnd" cmpd="sng">
              <a:solidFill>
                <a:schemeClr val="accent4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22;p24">
              <a:extLst>
                <a:ext uri="{FF2B5EF4-FFF2-40B4-BE49-F238E27FC236}">
                  <a16:creationId xmlns:a16="http://schemas.microsoft.com/office/drawing/2014/main" id="{FA92EB68-90B4-EE99-EBAD-BCDED52E474E}"/>
                </a:ext>
              </a:extLst>
            </p:cNvPr>
            <p:cNvSpPr/>
            <p:nvPr/>
          </p:nvSpPr>
          <p:spPr>
            <a:xfrm>
              <a:off x="3116073" y="5758771"/>
              <a:ext cx="545321" cy="546043"/>
            </a:xfrm>
            <a:custGeom>
              <a:avLst/>
              <a:gdLst/>
              <a:ahLst/>
              <a:cxnLst/>
              <a:rect l="l" t="t" r="r" b="b"/>
              <a:pathLst>
                <a:path w="13593" h="13611" extrusionOk="0">
                  <a:moveTo>
                    <a:pt x="6805" y="1"/>
                  </a:moveTo>
                  <a:lnTo>
                    <a:pt x="6109" y="36"/>
                  </a:lnTo>
                  <a:lnTo>
                    <a:pt x="4769" y="304"/>
                  </a:lnTo>
                  <a:lnTo>
                    <a:pt x="3555" y="822"/>
                  </a:lnTo>
                  <a:lnTo>
                    <a:pt x="2465" y="1555"/>
                  </a:lnTo>
                  <a:lnTo>
                    <a:pt x="1536" y="2483"/>
                  </a:lnTo>
                  <a:lnTo>
                    <a:pt x="804" y="3555"/>
                  </a:lnTo>
                  <a:lnTo>
                    <a:pt x="304" y="4787"/>
                  </a:lnTo>
                  <a:lnTo>
                    <a:pt x="18" y="6109"/>
                  </a:lnTo>
                  <a:lnTo>
                    <a:pt x="0" y="6806"/>
                  </a:lnTo>
                  <a:lnTo>
                    <a:pt x="18" y="7502"/>
                  </a:lnTo>
                  <a:lnTo>
                    <a:pt x="304" y="8824"/>
                  </a:lnTo>
                  <a:lnTo>
                    <a:pt x="804" y="10056"/>
                  </a:lnTo>
                  <a:lnTo>
                    <a:pt x="1536" y="11128"/>
                  </a:lnTo>
                  <a:lnTo>
                    <a:pt x="2465" y="12057"/>
                  </a:lnTo>
                  <a:lnTo>
                    <a:pt x="3555" y="12789"/>
                  </a:lnTo>
                  <a:lnTo>
                    <a:pt x="4769" y="13307"/>
                  </a:lnTo>
                  <a:lnTo>
                    <a:pt x="6109" y="13575"/>
                  </a:lnTo>
                  <a:lnTo>
                    <a:pt x="6805" y="13610"/>
                  </a:lnTo>
                  <a:lnTo>
                    <a:pt x="7502" y="13575"/>
                  </a:lnTo>
                  <a:lnTo>
                    <a:pt x="8824" y="13307"/>
                  </a:lnTo>
                  <a:lnTo>
                    <a:pt x="10038" y="12789"/>
                  </a:lnTo>
                  <a:lnTo>
                    <a:pt x="11128" y="12057"/>
                  </a:lnTo>
                  <a:lnTo>
                    <a:pt x="12056" y="11128"/>
                  </a:lnTo>
                  <a:lnTo>
                    <a:pt x="12789" y="10056"/>
                  </a:lnTo>
                  <a:lnTo>
                    <a:pt x="13307" y="8824"/>
                  </a:lnTo>
                  <a:lnTo>
                    <a:pt x="13574" y="7502"/>
                  </a:lnTo>
                  <a:lnTo>
                    <a:pt x="13592" y="6806"/>
                  </a:lnTo>
                  <a:lnTo>
                    <a:pt x="13574" y="6109"/>
                  </a:lnTo>
                  <a:lnTo>
                    <a:pt x="13307" y="4787"/>
                  </a:lnTo>
                  <a:lnTo>
                    <a:pt x="12789" y="3555"/>
                  </a:lnTo>
                  <a:lnTo>
                    <a:pt x="12056" y="2483"/>
                  </a:lnTo>
                  <a:lnTo>
                    <a:pt x="11128" y="1555"/>
                  </a:lnTo>
                  <a:lnTo>
                    <a:pt x="10038" y="822"/>
                  </a:lnTo>
                  <a:lnTo>
                    <a:pt x="8824" y="304"/>
                  </a:lnTo>
                  <a:lnTo>
                    <a:pt x="7502" y="3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bg1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02</a:t>
              </a:r>
              <a:endParaRPr b="1">
                <a:solidFill>
                  <a:schemeClr val="bg1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" name="Google Shape;623;p24">
              <a:extLst>
                <a:ext uri="{FF2B5EF4-FFF2-40B4-BE49-F238E27FC236}">
                  <a16:creationId xmlns:a16="http://schemas.microsoft.com/office/drawing/2014/main" id="{BE552355-9749-5800-F094-658074264301}"/>
                </a:ext>
              </a:extLst>
            </p:cNvPr>
            <p:cNvSpPr/>
            <p:nvPr/>
          </p:nvSpPr>
          <p:spPr>
            <a:xfrm>
              <a:off x="8250900" y="5652738"/>
              <a:ext cx="761716" cy="759549"/>
            </a:xfrm>
            <a:custGeom>
              <a:avLst/>
              <a:gdLst/>
              <a:ahLst/>
              <a:cxnLst/>
              <a:rect l="l" t="t" r="r" b="b"/>
              <a:pathLst>
                <a:path w="18987" h="18933" fill="none" extrusionOk="0">
                  <a:moveTo>
                    <a:pt x="18111" y="5484"/>
                  </a:moveTo>
                  <a:lnTo>
                    <a:pt x="18290" y="5912"/>
                  </a:lnTo>
                  <a:lnTo>
                    <a:pt x="18593" y="6752"/>
                  </a:lnTo>
                  <a:lnTo>
                    <a:pt x="18879" y="8038"/>
                  </a:lnTo>
                  <a:lnTo>
                    <a:pt x="18986" y="9752"/>
                  </a:lnTo>
                  <a:lnTo>
                    <a:pt x="18772" y="11449"/>
                  </a:lnTo>
                  <a:lnTo>
                    <a:pt x="18272" y="13074"/>
                  </a:lnTo>
                  <a:lnTo>
                    <a:pt x="17486" y="14592"/>
                  </a:lnTo>
                  <a:lnTo>
                    <a:pt x="16414" y="15968"/>
                  </a:lnTo>
                  <a:lnTo>
                    <a:pt x="15450" y="16843"/>
                  </a:lnTo>
                  <a:lnTo>
                    <a:pt x="14718" y="17379"/>
                  </a:lnTo>
                  <a:lnTo>
                    <a:pt x="14342" y="17611"/>
                  </a:lnTo>
                  <a:lnTo>
                    <a:pt x="13950" y="17843"/>
                  </a:lnTo>
                  <a:lnTo>
                    <a:pt x="13128" y="18218"/>
                  </a:lnTo>
                  <a:lnTo>
                    <a:pt x="11896" y="18647"/>
                  </a:lnTo>
                  <a:lnTo>
                    <a:pt x="10181" y="18932"/>
                  </a:lnTo>
                  <a:lnTo>
                    <a:pt x="8484" y="18897"/>
                  </a:lnTo>
                  <a:lnTo>
                    <a:pt x="6805" y="18557"/>
                  </a:lnTo>
                  <a:lnTo>
                    <a:pt x="5216" y="17932"/>
                  </a:lnTo>
                  <a:lnTo>
                    <a:pt x="3751" y="17021"/>
                  </a:lnTo>
                  <a:lnTo>
                    <a:pt x="2769" y="16146"/>
                  </a:lnTo>
                  <a:lnTo>
                    <a:pt x="2162" y="15485"/>
                  </a:lnTo>
                  <a:lnTo>
                    <a:pt x="1894" y="15110"/>
                  </a:lnTo>
                  <a:lnTo>
                    <a:pt x="1626" y="14753"/>
                  </a:lnTo>
                  <a:lnTo>
                    <a:pt x="1161" y="13985"/>
                  </a:lnTo>
                  <a:lnTo>
                    <a:pt x="608" y="12788"/>
                  </a:lnTo>
                  <a:lnTo>
                    <a:pt x="143" y="11127"/>
                  </a:lnTo>
                  <a:lnTo>
                    <a:pt x="1" y="9413"/>
                  </a:lnTo>
                  <a:lnTo>
                    <a:pt x="161" y="7716"/>
                  </a:lnTo>
                  <a:lnTo>
                    <a:pt x="626" y="6073"/>
                  </a:lnTo>
                  <a:lnTo>
                    <a:pt x="1376" y="4519"/>
                  </a:lnTo>
                  <a:lnTo>
                    <a:pt x="2144" y="3447"/>
                  </a:lnTo>
                  <a:lnTo>
                    <a:pt x="2751" y="2787"/>
                  </a:lnTo>
                  <a:lnTo>
                    <a:pt x="3073" y="2483"/>
                  </a:lnTo>
                  <a:lnTo>
                    <a:pt x="3412" y="2179"/>
                  </a:lnTo>
                  <a:lnTo>
                    <a:pt x="4126" y="1644"/>
                  </a:lnTo>
                  <a:lnTo>
                    <a:pt x="5251" y="965"/>
                  </a:lnTo>
                  <a:lnTo>
                    <a:pt x="6877" y="340"/>
                  </a:lnTo>
                  <a:lnTo>
                    <a:pt x="8556" y="18"/>
                  </a:lnTo>
                  <a:lnTo>
                    <a:pt x="10252" y="0"/>
                  </a:lnTo>
                  <a:lnTo>
                    <a:pt x="11931" y="286"/>
                  </a:lnTo>
                  <a:lnTo>
                    <a:pt x="13557" y="876"/>
                  </a:lnTo>
                  <a:lnTo>
                    <a:pt x="14700" y="1536"/>
                  </a:lnTo>
                  <a:lnTo>
                    <a:pt x="15432" y="2054"/>
                  </a:lnTo>
                  <a:lnTo>
                    <a:pt x="15771" y="2358"/>
                  </a:lnTo>
                </a:path>
              </a:pathLst>
            </a:custGeom>
            <a:noFill/>
            <a:ln w="28575" cap="rnd" cmpd="sng">
              <a:solidFill>
                <a:schemeClr val="accent5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24;p24">
              <a:extLst>
                <a:ext uri="{FF2B5EF4-FFF2-40B4-BE49-F238E27FC236}">
                  <a16:creationId xmlns:a16="http://schemas.microsoft.com/office/drawing/2014/main" id="{F190DC66-B7A8-5416-7FB9-C84A07415F23}"/>
                </a:ext>
              </a:extLst>
            </p:cNvPr>
            <p:cNvSpPr/>
            <p:nvPr/>
          </p:nvSpPr>
          <p:spPr>
            <a:xfrm>
              <a:off x="4860299" y="5758771"/>
              <a:ext cx="546043" cy="546043"/>
            </a:xfrm>
            <a:custGeom>
              <a:avLst/>
              <a:gdLst/>
              <a:ahLst/>
              <a:cxnLst/>
              <a:rect l="l" t="t" r="r" b="b"/>
              <a:pathLst>
                <a:path w="13611" h="13611" extrusionOk="0">
                  <a:moveTo>
                    <a:pt x="6805" y="1"/>
                  </a:moveTo>
                  <a:lnTo>
                    <a:pt x="6109" y="36"/>
                  </a:lnTo>
                  <a:lnTo>
                    <a:pt x="4769" y="304"/>
                  </a:lnTo>
                  <a:lnTo>
                    <a:pt x="3555" y="822"/>
                  </a:lnTo>
                  <a:lnTo>
                    <a:pt x="2465" y="1555"/>
                  </a:lnTo>
                  <a:lnTo>
                    <a:pt x="1554" y="2483"/>
                  </a:lnTo>
                  <a:lnTo>
                    <a:pt x="822" y="3555"/>
                  </a:lnTo>
                  <a:lnTo>
                    <a:pt x="304" y="4787"/>
                  </a:lnTo>
                  <a:lnTo>
                    <a:pt x="36" y="6109"/>
                  </a:lnTo>
                  <a:lnTo>
                    <a:pt x="0" y="6806"/>
                  </a:lnTo>
                  <a:lnTo>
                    <a:pt x="36" y="7502"/>
                  </a:lnTo>
                  <a:lnTo>
                    <a:pt x="304" y="8824"/>
                  </a:lnTo>
                  <a:lnTo>
                    <a:pt x="822" y="10056"/>
                  </a:lnTo>
                  <a:lnTo>
                    <a:pt x="1554" y="11128"/>
                  </a:lnTo>
                  <a:lnTo>
                    <a:pt x="2465" y="12057"/>
                  </a:lnTo>
                  <a:lnTo>
                    <a:pt x="3555" y="12789"/>
                  </a:lnTo>
                  <a:lnTo>
                    <a:pt x="4769" y="13307"/>
                  </a:lnTo>
                  <a:lnTo>
                    <a:pt x="6109" y="13575"/>
                  </a:lnTo>
                  <a:lnTo>
                    <a:pt x="6805" y="13610"/>
                  </a:lnTo>
                  <a:lnTo>
                    <a:pt x="7502" y="13575"/>
                  </a:lnTo>
                  <a:lnTo>
                    <a:pt x="8823" y="13307"/>
                  </a:lnTo>
                  <a:lnTo>
                    <a:pt x="10056" y="12789"/>
                  </a:lnTo>
                  <a:lnTo>
                    <a:pt x="11127" y="12057"/>
                  </a:lnTo>
                  <a:lnTo>
                    <a:pt x="12056" y="11128"/>
                  </a:lnTo>
                  <a:lnTo>
                    <a:pt x="12788" y="10056"/>
                  </a:lnTo>
                  <a:lnTo>
                    <a:pt x="13306" y="8824"/>
                  </a:lnTo>
                  <a:lnTo>
                    <a:pt x="13574" y="7502"/>
                  </a:lnTo>
                  <a:lnTo>
                    <a:pt x="13610" y="6806"/>
                  </a:lnTo>
                  <a:lnTo>
                    <a:pt x="13574" y="6109"/>
                  </a:lnTo>
                  <a:lnTo>
                    <a:pt x="13306" y="4787"/>
                  </a:lnTo>
                  <a:lnTo>
                    <a:pt x="12788" y="3555"/>
                  </a:lnTo>
                  <a:lnTo>
                    <a:pt x="12056" y="2483"/>
                  </a:lnTo>
                  <a:lnTo>
                    <a:pt x="11127" y="1555"/>
                  </a:lnTo>
                  <a:lnTo>
                    <a:pt x="10056" y="822"/>
                  </a:lnTo>
                  <a:lnTo>
                    <a:pt x="8823" y="304"/>
                  </a:lnTo>
                  <a:lnTo>
                    <a:pt x="7502" y="3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bg1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03</a:t>
              </a:r>
              <a:endParaRPr b="1" dirty="0">
                <a:solidFill>
                  <a:schemeClr val="bg1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" name="Google Shape;625;p24">
              <a:extLst>
                <a:ext uri="{FF2B5EF4-FFF2-40B4-BE49-F238E27FC236}">
                  <a16:creationId xmlns:a16="http://schemas.microsoft.com/office/drawing/2014/main" id="{B9C200D6-F580-8680-2CCC-10F04330D40D}"/>
                </a:ext>
              </a:extLst>
            </p:cNvPr>
            <p:cNvSpPr/>
            <p:nvPr/>
          </p:nvSpPr>
          <p:spPr>
            <a:xfrm>
              <a:off x="9995087" y="5652738"/>
              <a:ext cx="762397" cy="760272"/>
            </a:xfrm>
            <a:custGeom>
              <a:avLst/>
              <a:gdLst/>
              <a:ahLst/>
              <a:cxnLst/>
              <a:rect l="l" t="t" r="r" b="b"/>
              <a:pathLst>
                <a:path w="19004" h="18951" fill="none" extrusionOk="0">
                  <a:moveTo>
                    <a:pt x="18129" y="5484"/>
                  </a:moveTo>
                  <a:lnTo>
                    <a:pt x="18307" y="5912"/>
                  </a:lnTo>
                  <a:lnTo>
                    <a:pt x="18611" y="6752"/>
                  </a:lnTo>
                  <a:lnTo>
                    <a:pt x="18915" y="8038"/>
                  </a:lnTo>
                  <a:lnTo>
                    <a:pt x="19004" y="9770"/>
                  </a:lnTo>
                  <a:lnTo>
                    <a:pt x="18807" y="11467"/>
                  </a:lnTo>
                  <a:lnTo>
                    <a:pt x="18307" y="13092"/>
                  </a:lnTo>
                  <a:lnTo>
                    <a:pt x="17504" y="14610"/>
                  </a:lnTo>
                  <a:lnTo>
                    <a:pt x="16450" y="15968"/>
                  </a:lnTo>
                  <a:lnTo>
                    <a:pt x="15467" y="16861"/>
                  </a:lnTo>
                  <a:lnTo>
                    <a:pt x="14753" y="17396"/>
                  </a:lnTo>
                  <a:lnTo>
                    <a:pt x="14360" y="17629"/>
                  </a:lnTo>
                  <a:lnTo>
                    <a:pt x="13967" y="17861"/>
                  </a:lnTo>
                  <a:lnTo>
                    <a:pt x="13163" y="18236"/>
                  </a:lnTo>
                  <a:lnTo>
                    <a:pt x="11913" y="18665"/>
                  </a:lnTo>
                  <a:lnTo>
                    <a:pt x="10199" y="18950"/>
                  </a:lnTo>
                  <a:lnTo>
                    <a:pt x="8502" y="18915"/>
                  </a:lnTo>
                  <a:lnTo>
                    <a:pt x="6823" y="18575"/>
                  </a:lnTo>
                  <a:lnTo>
                    <a:pt x="5233" y="17950"/>
                  </a:lnTo>
                  <a:lnTo>
                    <a:pt x="3769" y="17039"/>
                  </a:lnTo>
                  <a:lnTo>
                    <a:pt x="2787" y="16164"/>
                  </a:lnTo>
                  <a:lnTo>
                    <a:pt x="2179" y="15503"/>
                  </a:lnTo>
                  <a:lnTo>
                    <a:pt x="1894" y="15128"/>
                  </a:lnTo>
                  <a:lnTo>
                    <a:pt x="1643" y="14771"/>
                  </a:lnTo>
                  <a:lnTo>
                    <a:pt x="1179" y="14003"/>
                  </a:lnTo>
                  <a:lnTo>
                    <a:pt x="608" y="12806"/>
                  </a:lnTo>
                  <a:lnTo>
                    <a:pt x="161" y="11145"/>
                  </a:lnTo>
                  <a:lnTo>
                    <a:pt x="0" y="9431"/>
                  </a:lnTo>
                  <a:lnTo>
                    <a:pt x="161" y="7734"/>
                  </a:lnTo>
                  <a:lnTo>
                    <a:pt x="625" y="6091"/>
                  </a:lnTo>
                  <a:lnTo>
                    <a:pt x="1376" y="4537"/>
                  </a:lnTo>
                  <a:lnTo>
                    <a:pt x="2161" y="3465"/>
                  </a:lnTo>
                  <a:lnTo>
                    <a:pt x="2751" y="2804"/>
                  </a:lnTo>
                  <a:lnTo>
                    <a:pt x="3090" y="2483"/>
                  </a:lnTo>
                  <a:lnTo>
                    <a:pt x="3430" y="2179"/>
                  </a:lnTo>
                  <a:lnTo>
                    <a:pt x="4126" y="1644"/>
                  </a:lnTo>
                  <a:lnTo>
                    <a:pt x="5269" y="965"/>
                  </a:lnTo>
                  <a:lnTo>
                    <a:pt x="6877" y="340"/>
                  </a:lnTo>
                  <a:lnTo>
                    <a:pt x="8555" y="18"/>
                  </a:lnTo>
                  <a:lnTo>
                    <a:pt x="10270" y="0"/>
                  </a:lnTo>
                  <a:lnTo>
                    <a:pt x="11949" y="286"/>
                  </a:lnTo>
                  <a:lnTo>
                    <a:pt x="13574" y="876"/>
                  </a:lnTo>
                  <a:lnTo>
                    <a:pt x="14717" y="1536"/>
                  </a:lnTo>
                  <a:lnTo>
                    <a:pt x="15450" y="2054"/>
                  </a:lnTo>
                  <a:lnTo>
                    <a:pt x="15789" y="2358"/>
                  </a:lnTo>
                </a:path>
              </a:pathLst>
            </a:custGeom>
            <a:noFill/>
            <a:ln w="28575" cap="rnd" cmpd="sng">
              <a:solidFill>
                <a:schemeClr val="accent6"/>
              </a:solidFill>
              <a:prstDash val="solid"/>
              <a:miter lim="1786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26;p24">
              <a:extLst>
                <a:ext uri="{FF2B5EF4-FFF2-40B4-BE49-F238E27FC236}">
                  <a16:creationId xmlns:a16="http://schemas.microsoft.com/office/drawing/2014/main" id="{76C7F9D1-8826-05C3-E976-24D30161980D}"/>
                </a:ext>
              </a:extLst>
            </p:cNvPr>
            <p:cNvSpPr/>
            <p:nvPr/>
          </p:nvSpPr>
          <p:spPr>
            <a:xfrm>
              <a:off x="6635872" y="5758771"/>
              <a:ext cx="546043" cy="546043"/>
            </a:xfrm>
            <a:custGeom>
              <a:avLst/>
              <a:gdLst/>
              <a:ahLst/>
              <a:cxnLst/>
              <a:rect l="l" t="t" r="r" b="b"/>
              <a:pathLst>
                <a:path w="13611" h="13611" extrusionOk="0">
                  <a:moveTo>
                    <a:pt x="6806" y="1"/>
                  </a:moveTo>
                  <a:lnTo>
                    <a:pt x="6109" y="36"/>
                  </a:lnTo>
                  <a:lnTo>
                    <a:pt x="4787" y="304"/>
                  </a:lnTo>
                  <a:lnTo>
                    <a:pt x="3555" y="822"/>
                  </a:lnTo>
                  <a:lnTo>
                    <a:pt x="2483" y="1555"/>
                  </a:lnTo>
                  <a:lnTo>
                    <a:pt x="1555" y="2483"/>
                  </a:lnTo>
                  <a:lnTo>
                    <a:pt x="822" y="3555"/>
                  </a:lnTo>
                  <a:lnTo>
                    <a:pt x="304" y="4787"/>
                  </a:lnTo>
                  <a:lnTo>
                    <a:pt x="36" y="6109"/>
                  </a:lnTo>
                  <a:lnTo>
                    <a:pt x="1" y="6806"/>
                  </a:lnTo>
                  <a:lnTo>
                    <a:pt x="36" y="7502"/>
                  </a:lnTo>
                  <a:lnTo>
                    <a:pt x="304" y="8824"/>
                  </a:lnTo>
                  <a:lnTo>
                    <a:pt x="822" y="10056"/>
                  </a:lnTo>
                  <a:lnTo>
                    <a:pt x="1555" y="11128"/>
                  </a:lnTo>
                  <a:lnTo>
                    <a:pt x="2483" y="12057"/>
                  </a:lnTo>
                  <a:lnTo>
                    <a:pt x="3555" y="12789"/>
                  </a:lnTo>
                  <a:lnTo>
                    <a:pt x="4787" y="13307"/>
                  </a:lnTo>
                  <a:lnTo>
                    <a:pt x="6109" y="13575"/>
                  </a:lnTo>
                  <a:lnTo>
                    <a:pt x="6806" y="13610"/>
                  </a:lnTo>
                  <a:lnTo>
                    <a:pt x="7502" y="13575"/>
                  </a:lnTo>
                  <a:lnTo>
                    <a:pt x="8824" y="13307"/>
                  </a:lnTo>
                  <a:lnTo>
                    <a:pt x="10056" y="12789"/>
                  </a:lnTo>
                  <a:lnTo>
                    <a:pt x="11128" y="12057"/>
                  </a:lnTo>
                  <a:lnTo>
                    <a:pt x="12057" y="11128"/>
                  </a:lnTo>
                  <a:lnTo>
                    <a:pt x="12789" y="10056"/>
                  </a:lnTo>
                  <a:lnTo>
                    <a:pt x="13307" y="8824"/>
                  </a:lnTo>
                  <a:lnTo>
                    <a:pt x="13575" y="7502"/>
                  </a:lnTo>
                  <a:lnTo>
                    <a:pt x="13610" y="6806"/>
                  </a:lnTo>
                  <a:lnTo>
                    <a:pt x="13575" y="6109"/>
                  </a:lnTo>
                  <a:lnTo>
                    <a:pt x="13307" y="4787"/>
                  </a:lnTo>
                  <a:lnTo>
                    <a:pt x="12789" y="3555"/>
                  </a:lnTo>
                  <a:lnTo>
                    <a:pt x="12057" y="2483"/>
                  </a:lnTo>
                  <a:lnTo>
                    <a:pt x="11128" y="1555"/>
                  </a:lnTo>
                  <a:lnTo>
                    <a:pt x="10056" y="822"/>
                  </a:lnTo>
                  <a:lnTo>
                    <a:pt x="8824" y="304"/>
                  </a:lnTo>
                  <a:lnTo>
                    <a:pt x="7502" y="36"/>
                  </a:lnTo>
                  <a:lnTo>
                    <a:pt x="68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bg1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04</a:t>
              </a:r>
              <a:endParaRPr b="1">
                <a:solidFill>
                  <a:schemeClr val="bg1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7" name="Google Shape;627;p24">
              <a:extLst>
                <a:ext uri="{FF2B5EF4-FFF2-40B4-BE49-F238E27FC236}">
                  <a16:creationId xmlns:a16="http://schemas.microsoft.com/office/drawing/2014/main" id="{AF1D8F3D-2FC6-6E28-CC96-FCBF75B6E2E9}"/>
                </a:ext>
              </a:extLst>
            </p:cNvPr>
            <p:cNvSpPr/>
            <p:nvPr/>
          </p:nvSpPr>
          <p:spPr>
            <a:xfrm>
              <a:off x="8359098" y="5758771"/>
              <a:ext cx="545321" cy="546043"/>
            </a:xfrm>
            <a:custGeom>
              <a:avLst/>
              <a:gdLst/>
              <a:ahLst/>
              <a:cxnLst/>
              <a:rect l="l" t="t" r="r" b="b"/>
              <a:pathLst>
                <a:path w="13593" h="13611" extrusionOk="0">
                  <a:moveTo>
                    <a:pt x="6805" y="1"/>
                  </a:moveTo>
                  <a:lnTo>
                    <a:pt x="6109" y="36"/>
                  </a:lnTo>
                  <a:lnTo>
                    <a:pt x="4769" y="304"/>
                  </a:lnTo>
                  <a:lnTo>
                    <a:pt x="3555" y="822"/>
                  </a:lnTo>
                  <a:lnTo>
                    <a:pt x="2465" y="1555"/>
                  </a:lnTo>
                  <a:lnTo>
                    <a:pt x="1554" y="2483"/>
                  </a:lnTo>
                  <a:lnTo>
                    <a:pt x="822" y="3555"/>
                  </a:lnTo>
                  <a:lnTo>
                    <a:pt x="304" y="4787"/>
                  </a:lnTo>
                  <a:lnTo>
                    <a:pt x="36" y="6109"/>
                  </a:lnTo>
                  <a:lnTo>
                    <a:pt x="0" y="6806"/>
                  </a:lnTo>
                  <a:lnTo>
                    <a:pt x="36" y="7502"/>
                  </a:lnTo>
                  <a:lnTo>
                    <a:pt x="304" y="8824"/>
                  </a:lnTo>
                  <a:lnTo>
                    <a:pt x="822" y="10056"/>
                  </a:lnTo>
                  <a:lnTo>
                    <a:pt x="1554" y="11128"/>
                  </a:lnTo>
                  <a:lnTo>
                    <a:pt x="2465" y="12057"/>
                  </a:lnTo>
                  <a:lnTo>
                    <a:pt x="3555" y="12789"/>
                  </a:lnTo>
                  <a:lnTo>
                    <a:pt x="4769" y="13307"/>
                  </a:lnTo>
                  <a:lnTo>
                    <a:pt x="6109" y="13575"/>
                  </a:lnTo>
                  <a:lnTo>
                    <a:pt x="6805" y="13610"/>
                  </a:lnTo>
                  <a:lnTo>
                    <a:pt x="7502" y="13575"/>
                  </a:lnTo>
                  <a:lnTo>
                    <a:pt x="8824" y="13307"/>
                  </a:lnTo>
                  <a:lnTo>
                    <a:pt x="10056" y="12789"/>
                  </a:lnTo>
                  <a:lnTo>
                    <a:pt x="11128" y="12057"/>
                  </a:lnTo>
                  <a:lnTo>
                    <a:pt x="12056" y="11128"/>
                  </a:lnTo>
                  <a:lnTo>
                    <a:pt x="12789" y="10056"/>
                  </a:lnTo>
                  <a:lnTo>
                    <a:pt x="13307" y="8824"/>
                  </a:lnTo>
                  <a:lnTo>
                    <a:pt x="13574" y="7502"/>
                  </a:lnTo>
                  <a:lnTo>
                    <a:pt x="13592" y="6806"/>
                  </a:lnTo>
                  <a:lnTo>
                    <a:pt x="13574" y="6109"/>
                  </a:lnTo>
                  <a:lnTo>
                    <a:pt x="13307" y="4787"/>
                  </a:lnTo>
                  <a:lnTo>
                    <a:pt x="12789" y="3555"/>
                  </a:lnTo>
                  <a:lnTo>
                    <a:pt x="12056" y="2483"/>
                  </a:lnTo>
                  <a:lnTo>
                    <a:pt x="11128" y="1555"/>
                  </a:lnTo>
                  <a:lnTo>
                    <a:pt x="10056" y="822"/>
                  </a:lnTo>
                  <a:lnTo>
                    <a:pt x="8824" y="304"/>
                  </a:lnTo>
                  <a:lnTo>
                    <a:pt x="7502" y="3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bg1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05</a:t>
              </a:r>
              <a:endParaRPr b="1">
                <a:solidFill>
                  <a:schemeClr val="bg1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8" name="Google Shape;628;p24">
              <a:extLst>
                <a:ext uri="{FF2B5EF4-FFF2-40B4-BE49-F238E27FC236}">
                  <a16:creationId xmlns:a16="http://schemas.microsoft.com/office/drawing/2014/main" id="{F277E331-C136-E497-8472-95817269EB0D}"/>
                </a:ext>
              </a:extLst>
            </p:cNvPr>
            <p:cNvSpPr/>
            <p:nvPr/>
          </p:nvSpPr>
          <p:spPr>
            <a:xfrm>
              <a:off x="10103645" y="5758771"/>
              <a:ext cx="545281" cy="546043"/>
            </a:xfrm>
            <a:custGeom>
              <a:avLst/>
              <a:gdLst/>
              <a:ahLst/>
              <a:cxnLst/>
              <a:rect l="l" t="t" r="r" b="b"/>
              <a:pathLst>
                <a:path w="13592" h="13611" extrusionOk="0">
                  <a:moveTo>
                    <a:pt x="6787" y="1"/>
                  </a:moveTo>
                  <a:lnTo>
                    <a:pt x="6091" y="36"/>
                  </a:lnTo>
                  <a:lnTo>
                    <a:pt x="4769" y="304"/>
                  </a:lnTo>
                  <a:lnTo>
                    <a:pt x="3554" y="822"/>
                  </a:lnTo>
                  <a:lnTo>
                    <a:pt x="2465" y="1555"/>
                  </a:lnTo>
                  <a:lnTo>
                    <a:pt x="1536" y="2483"/>
                  </a:lnTo>
                  <a:lnTo>
                    <a:pt x="804" y="3555"/>
                  </a:lnTo>
                  <a:lnTo>
                    <a:pt x="286" y="4787"/>
                  </a:lnTo>
                  <a:lnTo>
                    <a:pt x="18" y="6109"/>
                  </a:lnTo>
                  <a:lnTo>
                    <a:pt x="0" y="6806"/>
                  </a:lnTo>
                  <a:lnTo>
                    <a:pt x="18" y="7502"/>
                  </a:lnTo>
                  <a:lnTo>
                    <a:pt x="286" y="8824"/>
                  </a:lnTo>
                  <a:lnTo>
                    <a:pt x="804" y="10056"/>
                  </a:lnTo>
                  <a:lnTo>
                    <a:pt x="1536" y="11128"/>
                  </a:lnTo>
                  <a:lnTo>
                    <a:pt x="2465" y="12057"/>
                  </a:lnTo>
                  <a:lnTo>
                    <a:pt x="3554" y="12789"/>
                  </a:lnTo>
                  <a:lnTo>
                    <a:pt x="4769" y="13307"/>
                  </a:lnTo>
                  <a:lnTo>
                    <a:pt x="6091" y="13575"/>
                  </a:lnTo>
                  <a:lnTo>
                    <a:pt x="6787" y="13610"/>
                  </a:lnTo>
                  <a:lnTo>
                    <a:pt x="7484" y="13575"/>
                  </a:lnTo>
                  <a:lnTo>
                    <a:pt x="8823" y="13307"/>
                  </a:lnTo>
                  <a:lnTo>
                    <a:pt x="10038" y="12789"/>
                  </a:lnTo>
                  <a:lnTo>
                    <a:pt x="11127" y="12057"/>
                  </a:lnTo>
                  <a:lnTo>
                    <a:pt x="12056" y="11128"/>
                  </a:lnTo>
                  <a:lnTo>
                    <a:pt x="12788" y="10056"/>
                  </a:lnTo>
                  <a:lnTo>
                    <a:pt x="13288" y="8824"/>
                  </a:lnTo>
                  <a:lnTo>
                    <a:pt x="13574" y="7502"/>
                  </a:lnTo>
                  <a:lnTo>
                    <a:pt x="13592" y="6806"/>
                  </a:lnTo>
                  <a:lnTo>
                    <a:pt x="13574" y="6109"/>
                  </a:lnTo>
                  <a:lnTo>
                    <a:pt x="13288" y="4787"/>
                  </a:lnTo>
                  <a:lnTo>
                    <a:pt x="12788" y="3555"/>
                  </a:lnTo>
                  <a:lnTo>
                    <a:pt x="12056" y="2483"/>
                  </a:lnTo>
                  <a:lnTo>
                    <a:pt x="11127" y="1555"/>
                  </a:lnTo>
                  <a:lnTo>
                    <a:pt x="10038" y="822"/>
                  </a:lnTo>
                  <a:lnTo>
                    <a:pt x="8823" y="304"/>
                  </a:lnTo>
                  <a:lnTo>
                    <a:pt x="7484" y="36"/>
                  </a:lnTo>
                  <a:lnTo>
                    <a:pt x="67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bg1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06</a:t>
              </a:r>
              <a:endParaRPr b="1">
                <a:solidFill>
                  <a:schemeClr val="bg1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51" name="Google Shape;642;p24">
              <a:extLst>
                <a:ext uri="{FF2B5EF4-FFF2-40B4-BE49-F238E27FC236}">
                  <a16:creationId xmlns:a16="http://schemas.microsoft.com/office/drawing/2014/main" id="{0D530499-FBBA-4B37-F205-9477B1AD77ED}"/>
                </a:ext>
              </a:extLst>
            </p:cNvPr>
            <p:cNvGrpSpPr/>
            <p:nvPr/>
          </p:nvGrpSpPr>
          <p:grpSpPr>
            <a:xfrm>
              <a:off x="4793233" y="1918001"/>
              <a:ext cx="665192" cy="762822"/>
              <a:chOff x="1526275" y="238125"/>
              <a:chExt cx="4568275" cy="5238750"/>
            </a:xfrm>
          </p:grpSpPr>
          <p:sp>
            <p:nvSpPr>
              <p:cNvPr id="75" name="Google Shape;643;p24">
                <a:extLst>
                  <a:ext uri="{FF2B5EF4-FFF2-40B4-BE49-F238E27FC236}">
                    <a16:creationId xmlns:a16="http://schemas.microsoft.com/office/drawing/2014/main" id="{8E5EA9EF-BC8B-8E28-EDD0-8A6B3FBB508E}"/>
                  </a:ext>
                </a:extLst>
              </p:cNvPr>
              <p:cNvSpPr/>
              <p:nvPr/>
            </p:nvSpPr>
            <p:spPr>
              <a:xfrm>
                <a:off x="1526275" y="1722375"/>
                <a:ext cx="4568275" cy="3754500"/>
              </a:xfrm>
              <a:custGeom>
                <a:avLst/>
                <a:gdLst/>
                <a:ahLst/>
                <a:cxnLst/>
                <a:rect l="l" t="t" r="r" b="b"/>
                <a:pathLst>
                  <a:path w="182731" h="150180" extrusionOk="0">
                    <a:moveTo>
                      <a:pt x="21221" y="26952"/>
                    </a:moveTo>
                    <a:lnTo>
                      <a:pt x="84161" y="48205"/>
                    </a:lnTo>
                    <a:lnTo>
                      <a:pt x="67231" y="66969"/>
                    </a:lnTo>
                    <a:lnTo>
                      <a:pt x="10152" y="45421"/>
                    </a:lnTo>
                    <a:lnTo>
                      <a:pt x="21221" y="26952"/>
                    </a:lnTo>
                    <a:close/>
                    <a:moveTo>
                      <a:pt x="161510" y="26952"/>
                    </a:moveTo>
                    <a:lnTo>
                      <a:pt x="172579" y="45421"/>
                    </a:lnTo>
                    <a:lnTo>
                      <a:pt x="115500" y="66969"/>
                    </a:lnTo>
                    <a:lnTo>
                      <a:pt x="98570" y="48205"/>
                    </a:lnTo>
                    <a:lnTo>
                      <a:pt x="161510" y="26952"/>
                    </a:lnTo>
                    <a:close/>
                    <a:moveTo>
                      <a:pt x="87272" y="56981"/>
                    </a:moveTo>
                    <a:lnTo>
                      <a:pt x="87272" y="140421"/>
                    </a:lnTo>
                    <a:lnTo>
                      <a:pt x="23513" y="118906"/>
                    </a:lnTo>
                    <a:lnTo>
                      <a:pt x="23513" y="59208"/>
                    </a:lnTo>
                    <a:lnTo>
                      <a:pt x="66936" y="75614"/>
                    </a:lnTo>
                    <a:lnTo>
                      <a:pt x="67656" y="75844"/>
                    </a:lnTo>
                    <a:lnTo>
                      <a:pt x="68410" y="75876"/>
                    </a:lnTo>
                    <a:lnTo>
                      <a:pt x="68835" y="75876"/>
                    </a:lnTo>
                    <a:lnTo>
                      <a:pt x="69654" y="75713"/>
                    </a:lnTo>
                    <a:lnTo>
                      <a:pt x="70440" y="75352"/>
                    </a:lnTo>
                    <a:lnTo>
                      <a:pt x="71128" y="74861"/>
                    </a:lnTo>
                    <a:lnTo>
                      <a:pt x="71455" y="74534"/>
                    </a:lnTo>
                    <a:lnTo>
                      <a:pt x="87272" y="56981"/>
                    </a:lnTo>
                    <a:close/>
                    <a:moveTo>
                      <a:pt x="95459" y="56981"/>
                    </a:moveTo>
                    <a:lnTo>
                      <a:pt x="111276" y="74534"/>
                    </a:lnTo>
                    <a:lnTo>
                      <a:pt x="111603" y="74861"/>
                    </a:lnTo>
                    <a:lnTo>
                      <a:pt x="112291" y="75352"/>
                    </a:lnTo>
                    <a:lnTo>
                      <a:pt x="113077" y="75713"/>
                    </a:lnTo>
                    <a:lnTo>
                      <a:pt x="113896" y="75876"/>
                    </a:lnTo>
                    <a:lnTo>
                      <a:pt x="114321" y="75876"/>
                    </a:lnTo>
                    <a:lnTo>
                      <a:pt x="115074" y="75844"/>
                    </a:lnTo>
                    <a:lnTo>
                      <a:pt x="115762" y="75614"/>
                    </a:lnTo>
                    <a:lnTo>
                      <a:pt x="159218" y="59208"/>
                    </a:lnTo>
                    <a:lnTo>
                      <a:pt x="159218" y="118906"/>
                    </a:lnTo>
                    <a:lnTo>
                      <a:pt x="95459" y="140421"/>
                    </a:lnTo>
                    <a:lnTo>
                      <a:pt x="95459" y="56981"/>
                    </a:lnTo>
                    <a:close/>
                    <a:moveTo>
                      <a:pt x="71783" y="1"/>
                    </a:moveTo>
                    <a:lnTo>
                      <a:pt x="39559" y="10873"/>
                    </a:lnTo>
                    <a:lnTo>
                      <a:pt x="18077" y="18143"/>
                    </a:lnTo>
                    <a:lnTo>
                      <a:pt x="17913" y="18208"/>
                    </a:lnTo>
                    <a:lnTo>
                      <a:pt x="17782" y="18274"/>
                    </a:lnTo>
                    <a:lnTo>
                      <a:pt x="17258" y="18536"/>
                    </a:lnTo>
                    <a:lnTo>
                      <a:pt x="16407" y="19224"/>
                    </a:lnTo>
                    <a:lnTo>
                      <a:pt x="16047" y="19682"/>
                    </a:lnTo>
                    <a:lnTo>
                      <a:pt x="15981" y="19780"/>
                    </a:lnTo>
                    <a:lnTo>
                      <a:pt x="15916" y="19911"/>
                    </a:lnTo>
                    <a:lnTo>
                      <a:pt x="655" y="45290"/>
                    </a:lnTo>
                    <a:lnTo>
                      <a:pt x="361" y="45847"/>
                    </a:lnTo>
                    <a:lnTo>
                      <a:pt x="33" y="47026"/>
                    </a:lnTo>
                    <a:lnTo>
                      <a:pt x="0" y="47615"/>
                    </a:lnTo>
                    <a:lnTo>
                      <a:pt x="66" y="48270"/>
                    </a:lnTo>
                    <a:lnTo>
                      <a:pt x="459" y="49417"/>
                    </a:lnTo>
                    <a:lnTo>
                      <a:pt x="1147" y="50366"/>
                    </a:lnTo>
                    <a:lnTo>
                      <a:pt x="2096" y="51087"/>
                    </a:lnTo>
                    <a:lnTo>
                      <a:pt x="2653" y="51349"/>
                    </a:lnTo>
                    <a:lnTo>
                      <a:pt x="15326" y="56130"/>
                    </a:lnTo>
                    <a:lnTo>
                      <a:pt x="15326" y="121854"/>
                    </a:lnTo>
                    <a:lnTo>
                      <a:pt x="15359" y="122476"/>
                    </a:lnTo>
                    <a:lnTo>
                      <a:pt x="15752" y="123687"/>
                    </a:lnTo>
                    <a:lnTo>
                      <a:pt x="16472" y="124703"/>
                    </a:lnTo>
                    <a:lnTo>
                      <a:pt x="17488" y="125489"/>
                    </a:lnTo>
                    <a:lnTo>
                      <a:pt x="18110" y="125718"/>
                    </a:lnTo>
                    <a:lnTo>
                      <a:pt x="90055" y="150016"/>
                    </a:lnTo>
                    <a:lnTo>
                      <a:pt x="90710" y="150180"/>
                    </a:lnTo>
                    <a:lnTo>
                      <a:pt x="92020" y="150180"/>
                    </a:lnTo>
                    <a:lnTo>
                      <a:pt x="92675" y="150016"/>
                    </a:lnTo>
                    <a:lnTo>
                      <a:pt x="164621" y="125718"/>
                    </a:lnTo>
                    <a:lnTo>
                      <a:pt x="165243" y="125489"/>
                    </a:lnTo>
                    <a:lnTo>
                      <a:pt x="166258" y="124703"/>
                    </a:lnTo>
                    <a:lnTo>
                      <a:pt x="166979" y="123687"/>
                    </a:lnTo>
                    <a:lnTo>
                      <a:pt x="167372" y="122476"/>
                    </a:lnTo>
                    <a:lnTo>
                      <a:pt x="167405" y="121821"/>
                    </a:lnTo>
                    <a:lnTo>
                      <a:pt x="167405" y="56130"/>
                    </a:lnTo>
                    <a:lnTo>
                      <a:pt x="180078" y="51349"/>
                    </a:lnTo>
                    <a:lnTo>
                      <a:pt x="180634" y="51087"/>
                    </a:lnTo>
                    <a:lnTo>
                      <a:pt x="181551" y="50366"/>
                    </a:lnTo>
                    <a:lnTo>
                      <a:pt x="182272" y="49417"/>
                    </a:lnTo>
                    <a:lnTo>
                      <a:pt x="182665" y="48270"/>
                    </a:lnTo>
                    <a:lnTo>
                      <a:pt x="182730" y="47615"/>
                    </a:lnTo>
                    <a:lnTo>
                      <a:pt x="182698" y="47026"/>
                    </a:lnTo>
                    <a:lnTo>
                      <a:pt x="182370" y="45847"/>
                    </a:lnTo>
                    <a:lnTo>
                      <a:pt x="182075" y="45290"/>
                    </a:lnTo>
                    <a:lnTo>
                      <a:pt x="166815" y="19911"/>
                    </a:lnTo>
                    <a:lnTo>
                      <a:pt x="166619" y="19617"/>
                    </a:lnTo>
                    <a:lnTo>
                      <a:pt x="166389" y="19322"/>
                    </a:lnTo>
                    <a:lnTo>
                      <a:pt x="166029" y="18929"/>
                    </a:lnTo>
                    <a:lnTo>
                      <a:pt x="165145" y="18339"/>
                    </a:lnTo>
                    <a:lnTo>
                      <a:pt x="164621" y="18143"/>
                    </a:lnTo>
                    <a:lnTo>
                      <a:pt x="110948" y="1"/>
                    </a:lnTo>
                    <a:lnTo>
                      <a:pt x="104825" y="1180"/>
                    </a:lnTo>
                    <a:lnTo>
                      <a:pt x="105774" y="6911"/>
                    </a:lnTo>
                    <a:lnTo>
                      <a:pt x="105807" y="6911"/>
                    </a:lnTo>
                    <a:lnTo>
                      <a:pt x="150507" y="22007"/>
                    </a:lnTo>
                    <a:lnTo>
                      <a:pt x="91365" y="41983"/>
                    </a:lnTo>
                    <a:lnTo>
                      <a:pt x="32224" y="22007"/>
                    </a:lnTo>
                    <a:lnTo>
                      <a:pt x="76826" y="6943"/>
                    </a:lnTo>
                    <a:lnTo>
                      <a:pt x="76891" y="6911"/>
                    </a:lnTo>
                    <a:lnTo>
                      <a:pt x="76957" y="6911"/>
                    </a:lnTo>
                    <a:lnTo>
                      <a:pt x="77775" y="1409"/>
                    </a:lnTo>
                    <a:lnTo>
                      <a:pt x="717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644;p24">
                <a:extLst>
                  <a:ext uri="{FF2B5EF4-FFF2-40B4-BE49-F238E27FC236}">
                    <a16:creationId xmlns:a16="http://schemas.microsoft.com/office/drawing/2014/main" id="{9B4D8736-C0CD-0248-CBAC-7ACCB18B5D67}"/>
                  </a:ext>
                </a:extLst>
              </p:cNvPr>
              <p:cNvSpPr/>
              <p:nvPr/>
            </p:nvSpPr>
            <p:spPr>
              <a:xfrm>
                <a:off x="2873825" y="238125"/>
                <a:ext cx="1873175" cy="2135125"/>
              </a:xfrm>
              <a:custGeom>
                <a:avLst/>
                <a:gdLst/>
                <a:ahLst/>
                <a:cxnLst/>
                <a:rect l="l" t="t" r="r" b="b"/>
                <a:pathLst>
                  <a:path w="74927" h="85405" extrusionOk="0">
                    <a:moveTo>
                      <a:pt x="20861" y="0"/>
                    </a:moveTo>
                    <a:lnTo>
                      <a:pt x="20861" y="35596"/>
                    </a:lnTo>
                    <a:lnTo>
                      <a:pt x="0" y="35596"/>
                    </a:lnTo>
                    <a:lnTo>
                      <a:pt x="37463" y="85405"/>
                    </a:lnTo>
                    <a:lnTo>
                      <a:pt x="74926" y="35596"/>
                    </a:lnTo>
                    <a:lnTo>
                      <a:pt x="54066" y="35596"/>
                    </a:lnTo>
                    <a:lnTo>
                      <a:pt x="5406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645;p24">
              <a:extLst>
                <a:ext uri="{FF2B5EF4-FFF2-40B4-BE49-F238E27FC236}">
                  <a16:creationId xmlns:a16="http://schemas.microsoft.com/office/drawing/2014/main" id="{D01E3ABB-E35E-52F1-60E1-8B4724DFB9E9}"/>
                </a:ext>
              </a:extLst>
            </p:cNvPr>
            <p:cNvGrpSpPr/>
            <p:nvPr/>
          </p:nvGrpSpPr>
          <p:grpSpPr>
            <a:xfrm>
              <a:off x="6494782" y="1980189"/>
              <a:ext cx="751632" cy="692094"/>
              <a:chOff x="968600" y="240775"/>
              <a:chExt cx="5683675" cy="5233450"/>
            </a:xfrm>
          </p:grpSpPr>
          <p:sp>
            <p:nvSpPr>
              <p:cNvPr id="73" name="Google Shape;646;p24">
                <a:extLst>
                  <a:ext uri="{FF2B5EF4-FFF2-40B4-BE49-F238E27FC236}">
                    <a16:creationId xmlns:a16="http://schemas.microsoft.com/office/drawing/2014/main" id="{A38DAEB5-FD10-5AE3-9914-D8C07878D0C2}"/>
                  </a:ext>
                </a:extLst>
              </p:cNvPr>
              <p:cNvSpPr/>
              <p:nvPr/>
            </p:nvSpPr>
            <p:spPr>
              <a:xfrm>
                <a:off x="968600" y="797600"/>
                <a:ext cx="5683675" cy="4676625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87065" extrusionOk="0">
                    <a:moveTo>
                      <a:pt x="196903" y="48489"/>
                    </a:moveTo>
                    <a:lnTo>
                      <a:pt x="211148" y="82769"/>
                    </a:lnTo>
                    <a:lnTo>
                      <a:pt x="170119" y="82769"/>
                    </a:lnTo>
                    <a:lnTo>
                      <a:pt x="170119" y="48489"/>
                    </a:lnTo>
                    <a:close/>
                    <a:moveTo>
                      <a:pt x="213386" y="91650"/>
                    </a:moveTo>
                    <a:lnTo>
                      <a:pt x="213386" y="116587"/>
                    </a:lnTo>
                    <a:lnTo>
                      <a:pt x="170119" y="116587"/>
                    </a:lnTo>
                    <a:lnTo>
                      <a:pt x="170119" y="91650"/>
                    </a:lnTo>
                    <a:close/>
                    <a:moveTo>
                      <a:pt x="218466" y="125468"/>
                    </a:moveTo>
                    <a:lnTo>
                      <a:pt x="218466" y="147066"/>
                    </a:lnTo>
                    <a:lnTo>
                      <a:pt x="200740" y="147066"/>
                    </a:lnTo>
                    <a:lnTo>
                      <a:pt x="199852" y="145893"/>
                    </a:lnTo>
                    <a:lnTo>
                      <a:pt x="197863" y="143691"/>
                    </a:lnTo>
                    <a:lnTo>
                      <a:pt x="195660" y="141773"/>
                    </a:lnTo>
                    <a:lnTo>
                      <a:pt x="193245" y="140103"/>
                    </a:lnTo>
                    <a:lnTo>
                      <a:pt x="190651" y="138718"/>
                    </a:lnTo>
                    <a:lnTo>
                      <a:pt x="187845" y="137616"/>
                    </a:lnTo>
                    <a:lnTo>
                      <a:pt x="184932" y="136906"/>
                    </a:lnTo>
                    <a:lnTo>
                      <a:pt x="181877" y="136515"/>
                    </a:lnTo>
                    <a:lnTo>
                      <a:pt x="180314" y="136480"/>
                    </a:lnTo>
                    <a:lnTo>
                      <a:pt x="178751" y="136515"/>
                    </a:lnTo>
                    <a:lnTo>
                      <a:pt x="175696" y="136906"/>
                    </a:lnTo>
                    <a:lnTo>
                      <a:pt x="172783" y="137616"/>
                    </a:lnTo>
                    <a:lnTo>
                      <a:pt x="169977" y="138718"/>
                    </a:lnTo>
                    <a:lnTo>
                      <a:pt x="167384" y="140068"/>
                    </a:lnTo>
                    <a:lnTo>
                      <a:pt x="164968" y="141737"/>
                    </a:lnTo>
                    <a:lnTo>
                      <a:pt x="162730" y="143691"/>
                    </a:lnTo>
                    <a:lnTo>
                      <a:pt x="160777" y="145858"/>
                    </a:lnTo>
                    <a:lnTo>
                      <a:pt x="159889" y="147066"/>
                    </a:lnTo>
                    <a:lnTo>
                      <a:pt x="72857" y="147066"/>
                    </a:lnTo>
                    <a:lnTo>
                      <a:pt x="72005" y="145893"/>
                    </a:lnTo>
                    <a:lnTo>
                      <a:pt x="70016" y="143691"/>
                    </a:lnTo>
                    <a:lnTo>
                      <a:pt x="67813" y="141773"/>
                    </a:lnTo>
                    <a:lnTo>
                      <a:pt x="65398" y="140103"/>
                    </a:lnTo>
                    <a:lnTo>
                      <a:pt x="62769" y="138718"/>
                    </a:lnTo>
                    <a:lnTo>
                      <a:pt x="59998" y="137616"/>
                    </a:lnTo>
                    <a:lnTo>
                      <a:pt x="57085" y="136906"/>
                    </a:lnTo>
                    <a:lnTo>
                      <a:pt x="54030" y="136515"/>
                    </a:lnTo>
                    <a:lnTo>
                      <a:pt x="52432" y="136480"/>
                    </a:lnTo>
                    <a:lnTo>
                      <a:pt x="50869" y="136515"/>
                    </a:lnTo>
                    <a:lnTo>
                      <a:pt x="47849" y="136906"/>
                    </a:lnTo>
                    <a:lnTo>
                      <a:pt x="44901" y="137616"/>
                    </a:lnTo>
                    <a:lnTo>
                      <a:pt x="42130" y="138718"/>
                    </a:lnTo>
                    <a:lnTo>
                      <a:pt x="39501" y="140068"/>
                    </a:lnTo>
                    <a:lnTo>
                      <a:pt x="37086" y="141737"/>
                    </a:lnTo>
                    <a:lnTo>
                      <a:pt x="34883" y="143691"/>
                    </a:lnTo>
                    <a:lnTo>
                      <a:pt x="32930" y="145858"/>
                    </a:lnTo>
                    <a:lnTo>
                      <a:pt x="32042" y="147066"/>
                    </a:lnTo>
                    <a:lnTo>
                      <a:pt x="8881" y="147066"/>
                    </a:lnTo>
                    <a:lnTo>
                      <a:pt x="8881" y="125468"/>
                    </a:lnTo>
                    <a:close/>
                    <a:moveTo>
                      <a:pt x="53284" y="145360"/>
                    </a:moveTo>
                    <a:lnTo>
                      <a:pt x="54918" y="145538"/>
                    </a:lnTo>
                    <a:lnTo>
                      <a:pt x="57298" y="146071"/>
                    </a:lnTo>
                    <a:lnTo>
                      <a:pt x="60211" y="147314"/>
                    </a:lnTo>
                    <a:lnTo>
                      <a:pt x="62804" y="149090"/>
                    </a:lnTo>
                    <a:lnTo>
                      <a:pt x="65007" y="151328"/>
                    </a:lnTo>
                    <a:lnTo>
                      <a:pt x="66748" y="153957"/>
                    </a:lnTo>
                    <a:lnTo>
                      <a:pt x="67991" y="156905"/>
                    </a:lnTo>
                    <a:lnTo>
                      <a:pt x="68630" y="160103"/>
                    </a:lnTo>
                    <a:lnTo>
                      <a:pt x="68701" y="161772"/>
                    </a:lnTo>
                    <a:lnTo>
                      <a:pt x="68630" y="163477"/>
                    </a:lnTo>
                    <a:lnTo>
                      <a:pt x="67991" y="166674"/>
                    </a:lnTo>
                    <a:lnTo>
                      <a:pt x="66748" y="169623"/>
                    </a:lnTo>
                    <a:lnTo>
                      <a:pt x="65007" y="172216"/>
                    </a:lnTo>
                    <a:lnTo>
                      <a:pt x="62804" y="174454"/>
                    </a:lnTo>
                    <a:lnTo>
                      <a:pt x="60211" y="176230"/>
                    </a:lnTo>
                    <a:lnTo>
                      <a:pt x="57298" y="177473"/>
                    </a:lnTo>
                    <a:lnTo>
                      <a:pt x="54918" y="178006"/>
                    </a:lnTo>
                    <a:lnTo>
                      <a:pt x="53284" y="178184"/>
                    </a:lnTo>
                    <a:lnTo>
                      <a:pt x="51615" y="178184"/>
                    </a:lnTo>
                    <a:lnTo>
                      <a:pt x="49981" y="178006"/>
                    </a:lnTo>
                    <a:lnTo>
                      <a:pt x="47601" y="177473"/>
                    </a:lnTo>
                    <a:lnTo>
                      <a:pt x="44688" y="176230"/>
                    </a:lnTo>
                    <a:lnTo>
                      <a:pt x="42095" y="174454"/>
                    </a:lnTo>
                    <a:lnTo>
                      <a:pt x="39892" y="172216"/>
                    </a:lnTo>
                    <a:lnTo>
                      <a:pt x="38152" y="169623"/>
                    </a:lnTo>
                    <a:lnTo>
                      <a:pt x="36908" y="166674"/>
                    </a:lnTo>
                    <a:lnTo>
                      <a:pt x="36269" y="163477"/>
                    </a:lnTo>
                    <a:lnTo>
                      <a:pt x="36198" y="161772"/>
                    </a:lnTo>
                    <a:lnTo>
                      <a:pt x="36269" y="160103"/>
                    </a:lnTo>
                    <a:lnTo>
                      <a:pt x="36908" y="156905"/>
                    </a:lnTo>
                    <a:lnTo>
                      <a:pt x="38152" y="153957"/>
                    </a:lnTo>
                    <a:lnTo>
                      <a:pt x="39892" y="151328"/>
                    </a:lnTo>
                    <a:lnTo>
                      <a:pt x="42095" y="149090"/>
                    </a:lnTo>
                    <a:lnTo>
                      <a:pt x="44688" y="147314"/>
                    </a:lnTo>
                    <a:lnTo>
                      <a:pt x="47601" y="146071"/>
                    </a:lnTo>
                    <a:lnTo>
                      <a:pt x="49981" y="145538"/>
                    </a:lnTo>
                    <a:lnTo>
                      <a:pt x="51615" y="145360"/>
                    </a:lnTo>
                    <a:close/>
                    <a:moveTo>
                      <a:pt x="181131" y="145360"/>
                    </a:moveTo>
                    <a:lnTo>
                      <a:pt x="182765" y="145538"/>
                    </a:lnTo>
                    <a:lnTo>
                      <a:pt x="185145" y="146071"/>
                    </a:lnTo>
                    <a:lnTo>
                      <a:pt x="188058" y="147314"/>
                    </a:lnTo>
                    <a:lnTo>
                      <a:pt x="190651" y="149090"/>
                    </a:lnTo>
                    <a:lnTo>
                      <a:pt x="192854" y="151328"/>
                    </a:lnTo>
                    <a:lnTo>
                      <a:pt x="194594" y="153957"/>
                    </a:lnTo>
                    <a:lnTo>
                      <a:pt x="195838" y="156905"/>
                    </a:lnTo>
                    <a:lnTo>
                      <a:pt x="196477" y="160103"/>
                    </a:lnTo>
                    <a:lnTo>
                      <a:pt x="196548" y="161772"/>
                    </a:lnTo>
                    <a:lnTo>
                      <a:pt x="196477" y="163477"/>
                    </a:lnTo>
                    <a:lnTo>
                      <a:pt x="195838" y="166674"/>
                    </a:lnTo>
                    <a:lnTo>
                      <a:pt x="194594" y="169623"/>
                    </a:lnTo>
                    <a:lnTo>
                      <a:pt x="192854" y="172216"/>
                    </a:lnTo>
                    <a:lnTo>
                      <a:pt x="190651" y="174454"/>
                    </a:lnTo>
                    <a:lnTo>
                      <a:pt x="188058" y="176230"/>
                    </a:lnTo>
                    <a:lnTo>
                      <a:pt x="185145" y="177473"/>
                    </a:lnTo>
                    <a:lnTo>
                      <a:pt x="182765" y="178006"/>
                    </a:lnTo>
                    <a:lnTo>
                      <a:pt x="181131" y="178184"/>
                    </a:lnTo>
                    <a:lnTo>
                      <a:pt x="179462" y="178184"/>
                    </a:lnTo>
                    <a:lnTo>
                      <a:pt x="177828" y="178006"/>
                    </a:lnTo>
                    <a:lnTo>
                      <a:pt x="175483" y="177473"/>
                    </a:lnTo>
                    <a:lnTo>
                      <a:pt x="172570" y="176230"/>
                    </a:lnTo>
                    <a:lnTo>
                      <a:pt x="169977" y="174454"/>
                    </a:lnTo>
                    <a:lnTo>
                      <a:pt x="167775" y="172216"/>
                    </a:lnTo>
                    <a:lnTo>
                      <a:pt x="165998" y="169623"/>
                    </a:lnTo>
                    <a:lnTo>
                      <a:pt x="164791" y="166674"/>
                    </a:lnTo>
                    <a:lnTo>
                      <a:pt x="164116" y="163477"/>
                    </a:lnTo>
                    <a:lnTo>
                      <a:pt x="164080" y="161772"/>
                    </a:lnTo>
                    <a:lnTo>
                      <a:pt x="164116" y="160103"/>
                    </a:lnTo>
                    <a:lnTo>
                      <a:pt x="164791" y="156905"/>
                    </a:lnTo>
                    <a:lnTo>
                      <a:pt x="165998" y="153957"/>
                    </a:lnTo>
                    <a:lnTo>
                      <a:pt x="167775" y="151328"/>
                    </a:lnTo>
                    <a:lnTo>
                      <a:pt x="169977" y="149090"/>
                    </a:lnTo>
                    <a:lnTo>
                      <a:pt x="172570" y="147314"/>
                    </a:lnTo>
                    <a:lnTo>
                      <a:pt x="175483" y="146071"/>
                    </a:lnTo>
                    <a:lnTo>
                      <a:pt x="177828" y="145538"/>
                    </a:lnTo>
                    <a:lnTo>
                      <a:pt x="179462" y="145360"/>
                    </a:lnTo>
                    <a:close/>
                    <a:moveTo>
                      <a:pt x="19396" y="0"/>
                    </a:moveTo>
                    <a:lnTo>
                      <a:pt x="17904" y="72"/>
                    </a:lnTo>
                    <a:lnTo>
                      <a:pt x="15133" y="640"/>
                    </a:lnTo>
                    <a:lnTo>
                      <a:pt x="12575" y="1706"/>
                    </a:lnTo>
                    <a:lnTo>
                      <a:pt x="10302" y="3269"/>
                    </a:lnTo>
                    <a:lnTo>
                      <a:pt x="8348" y="5222"/>
                    </a:lnTo>
                    <a:lnTo>
                      <a:pt x="6785" y="7496"/>
                    </a:lnTo>
                    <a:lnTo>
                      <a:pt x="5719" y="10053"/>
                    </a:lnTo>
                    <a:lnTo>
                      <a:pt x="5151" y="12860"/>
                    </a:lnTo>
                    <a:lnTo>
                      <a:pt x="5080" y="14316"/>
                    </a:lnTo>
                    <a:lnTo>
                      <a:pt x="5080" y="116587"/>
                    </a:lnTo>
                    <a:lnTo>
                      <a:pt x="3979" y="116587"/>
                    </a:lnTo>
                    <a:lnTo>
                      <a:pt x="3126" y="116764"/>
                    </a:lnTo>
                    <a:lnTo>
                      <a:pt x="1954" y="117297"/>
                    </a:lnTo>
                    <a:lnTo>
                      <a:pt x="746" y="118505"/>
                    </a:lnTo>
                    <a:lnTo>
                      <a:pt x="178" y="119677"/>
                    </a:lnTo>
                    <a:lnTo>
                      <a:pt x="0" y="120565"/>
                    </a:lnTo>
                    <a:lnTo>
                      <a:pt x="0" y="121027"/>
                    </a:lnTo>
                    <a:lnTo>
                      <a:pt x="0" y="151506"/>
                    </a:lnTo>
                    <a:lnTo>
                      <a:pt x="0" y="151932"/>
                    </a:lnTo>
                    <a:lnTo>
                      <a:pt x="178" y="152820"/>
                    </a:lnTo>
                    <a:lnTo>
                      <a:pt x="746" y="153993"/>
                    </a:lnTo>
                    <a:lnTo>
                      <a:pt x="1954" y="155200"/>
                    </a:lnTo>
                    <a:lnTo>
                      <a:pt x="3126" y="155733"/>
                    </a:lnTo>
                    <a:lnTo>
                      <a:pt x="3979" y="155911"/>
                    </a:lnTo>
                    <a:lnTo>
                      <a:pt x="4440" y="155946"/>
                    </a:lnTo>
                    <a:lnTo>
                      <a:pt x="27992" y="155946"/>
                    </a:lnTo>
                    <a:lnTo>
                      <a:pt x="27708" y="157332"/>
                    </a:lnTo>
                    <a:lnTo>
                      <a:pt x="27353" y="160280"/>
                    </a:lnTo>
                    <a:lnTo>
                      <a:pt x="27317" y="161772"/>
                    </a:lnTo>
                    <a:lnTo>
                      <a:pt x="27353" y="163086"/>
                    </a:lnTo>
                    <a:lnTo>
                      <a:pt x="27601" y="165644"/>
                    </a:lnTo>
                    <a:lnTo>
                      <a:pt x="28099" y="168095"/>
                    </a:lnTo>
                    <a:lnTo>
                      <a:pt x="28845" y="170475"/>
                    </a:lnTo>
                    <a:lnTo>
                      <a:pt x="29804" y="172749"/>
                    </a:lnTo>
                    <a:lnTo>
                      <a:pt x="30976" y="174880"/>
                    </a:lnTo>
                    <a:lnTo>
                      <a:pt x="32326" y="176905"/>
                    </a:lnTo>
                    <a:lnTo>
                      <a:pt x="33853" y="178788"/>
                    </a:lnTo>
                    <a:lnTo>
                      <a:pt x="35558" y="180493"/>
                    </a:lnTo>
                    <a:lnTo>
                      <a:pt x="37406" y="182056"/>
                    </a:lnTo>
                    <a:lnTo>
                      <a:pt x="39430" y="183406"/>
                    </a:lnTo>
                    <a:lnTo>
                      <a:pt x="41562" y="184578"/>
                    </a:lnTo>
                    <a:lnTo>
                      <a:pt x="43800" y="185537"/>
                    </a:lnTo>
                    <a:lnTo>
                      <a:pt x="46180" y="186283"/>
                    </a:lnTo>
                    <a:lnTo>
                      <a:pt x="48631" y="186780"/>
                    </a:lnTo>
                    <a:lnTo>
                      <a:pt x="51153" y="187064"/>
                    </a:lnTo>
                    <a:lnTo>
                      <a:pt x="53746" y="187064"/>
                    </a:lnTo>
                    <a:lnTo>
                      <a:pt x="56268" y="186780"/>
                    </a:lnTo>
                    <a:lnTo>
                      <a:pt x="58719" y="186283"/>
                    </a:lnTo>
                    <a:lnTo>
                      <a:pt x="61064" y="185537"/>
                    </a:lnTo>
                    <a:lnTo>
                      <a:pt x="63337" y="184578"/>
                    </a:lnTo>
                    <a:lnTo>
                      <a:pt x="65469" y="183406"/>
                    </a:lnTo>
                    <a:lnTo>
                      <a:pt x="67458" y="182056"/>
                    </a:lnTo>
                    <a:lnTo>
                      <a:pt x="69341" y="180493"/>
                    </a:lnTo>
                    <a:lnTo>
                      <a:pt x="71046" y="178788"/>
                    </a:lnTo>
                    <a:lnTo>
                      <a:pt x="72573" y="176905"/>
                    </a:lnTo>
                    <a:lnTo>
                      <a:pt x="73923" y="174880"/>
                    </a:lnTo>
                    <a:lnTo>
                      <a:pt x="75095" y="172749"/>
                    </a:lnTo>
                    <a:lnTo>
                      <a:pt x="76055" y="170475"/>
                    </a:lnTo>
                    <a:lnTo>
                      <a:pt x="76801" y="168095"/>
                    </a:lnTo>
                    <a:lnTo>
                      <a:pt x="77298" y="165644"/>
                    </a:lnTo>
                    <a:lnTo>
                      <a:pt x="77546" y="163086"/>
                    </a:lnTo>
                    <a:lnTo>
                      <a:pt x="77582" y="161772"/>
                    </a:lnTo>
                    <a:lnTo>
                      <a:pt x="77546" y="160280"/>
                    </a:lnTo>
                    <a:lnTo>
                      <a:pt x="77191" y="157332"/>
                    </a:lnTo>
                    <a:lnTo>
                      <a:pt x="76907" y="155946"/>
                    </a:lnTo>
                    <a:lnTo>
                      <a:pt x="155874" y="155946"/>
                    </a:lnTo>
                    <a:lnTo>
                      <a:pt x="155555" y="157332"/>
                    </a:lnTo>
                    <a:lnTo>
                      <a:pt x="155235" y="160280"/>
                    </a:lnTo>
                    <a:lnTo>
                      <a:pt x="155200" y="161772"/>
                    </a:lnTo>
                    <a:lnTo>
                      <a:pt x="155200" y="163086"/>
                    </a:lnTo>
                    <a:lnTo>
                      <a:pt x="155484" y="165644"/>
                    </a:lnTo>
                    <a:lnTo>
                      <a:pt x="155981" y="168095"/>
                    </a:lnTo>
                    <a:lnTo>
                      <a:pt x="156691" y="170475"/>
                    </a:lnTo>
                    <a:lnTo>
                      <a:pt x="157651" y="172749"/>
                    </a:lnTo>
                    <a:lnTo>
                      <a:pt x="158823" y="174880"/>
                    </a:lnTo>
                    <a:lnTo>
                      <a:pt x="160173" y="176905"/>
                    </a:lnTo>
                    <a:lnTo>
                      <a:pt x="161700" y="178788"/>
                    </a:lnTo>
                    <a:lnTo>
                      <a:pt x="163405" y="180493"/>
                    </a:lnTo>
                    <a:lnTo>
                      <a:pt x="165288" y="182056"/>
                    </a:lnTo>
                    <a:lnTo>
                      <a:pt x="167277" y="183406"/>
                    </a:lnTo>
                    <a:lnTo>
                      <a:pt x="169409" y="184578"/>
                    </a:lnTo>
                    <a:lnTo>
                      <a:pt x="171682" y="185537"/>
                    </a:lnTo>
                    <a:lnTo>
                      <a:pt x="174027" y="186283"/>
                    </a:lnTo>
                    <a:lnTo>
                      <a:pt x="176478" y="186780"/>
                    </a:lnTo>
                    <a:lnTo>
                      <a:pt x="179000" y="187064"/>
                    </a:lnTo>
                    <a:lnTo>
                      <a:pt x="181593" y="187064"/>
                    </a:lnTo>
                    <a:lnTo>
                      <a:pt x="184115" y="186780"/>
                    </a:lnTo>
                    <a:lnTo>
                      <a:pt x="186566" y="186283"/>
                    </a:lnTo>
                    <a:lnTo>
                      <a:pt x="188946" y="185537"/>
                    </a:lnTo>
                    <a:lnTo>
                      <a:pt x="191184" y="184578"/>
                    </a:lnTo>
                    <a:lnTo>
                      <a:pt x="193316" y="183406"/>
                    </a:lnTo>
                    <a:lnTo>
                      <a:pt x="195340" y="182056"/>
                    </a:lnTo>
                    <a:lnTo>
                      <a:pt x="197188" y="180493"/>
                    </a:lnTo>
                    <a:lnTo>
                      <a:pt x="198893" y="178788"/>
                    </a:lnTo>
                    <a:lnTo>
                      <a:pt x="200456" y="176905"/>
                    </a:lnTo>
                    <a:lnTo>
                      <a:pt x="201806" y="174880"/>
                    </a:lnTo>
                    <a:lnTo>
                      <a:pt x="202942" y="172749"/>
                    </a:lnTo>
                    <a:lnTo>
                      <a:pt x="203901" y="170475"/>
                    </a:lnTo>
                    <a:lnTo>
                      <a:pt x="204647" y="168095"/>
                    </a:lnTo>
                    <a:lnTo>
                      <a:pt x="205145" y="165644"/>
                    </a:lnTo>
                    <a:lnTo>
                      <a:pt x="205393" y="163086"/>
                    </a:lnTo>
                    <a:lnTo>
                      <a:pt x="205429" y="161772"/>
                    </a:lnTo>
                    <a:lnTo>
                      <a:pt x="205393" y="160280"/>
                    </a:lnTo>
                    <a:lnTo>
                      <a:pt x="205074" y="157332"/>
                    </a:lnTo>
                    <a:lnTo>
                      <a:pt x="204754" y="155946"/>
                    </a:lnTo>
                    <a:lnTo>
                      <a:pt x="222906" y="155946"/>
                    </a:lnTo>
                    <a:lnTo>
                      <a:pt x="223368" y="155911"/>
                    </a:lnTo>
                    <a:lnTo>
                      <a:pt x="224221" y="155733"/>
                    </a:lnTo>
                    <a:lnTo>
                      <a:pt x="225393" y="155200"/>
                    </a:lnTo>
                    <a:lnTo>
                      <a:pt x="226601" y="153993"/>
                    </a:lnTo>
                    <a:lnTo>
                      <a:pt x="227169" y="152820"/>
                    </a:lnTo>
                    <a:lnTo>
                      <a:pt x="227347" y="151932"/>
                    </a:lnTo>
                    <a:lnTo>
                      <a:pt x="227347" y="151506"/>
                    </a:lnTo>
                    <a:lnTo>
                      <a:pt x="227347" y="121027"/>
                    </a:lnTo>
                    <a:lnTo>
                      <a:pt x="227347" y="120565"/>
                    </a:lnTo>
                    <a:lnTo>
                      <a:pt x="227169" y="119677"/>
                    </a:lnTo>
                    <a:lnTo>
                      <a:pt x="226601" y="118505"/>
                    </a:lnTo>
                    <a:lnTo>
                      <a:pt x="225393" y="117297"/>
                    </a:lnTo>
                    <a:lnTo>
                      <a:pt x="224221" y="116764"/>
                    </a:lnTo>
                    <a:lnTo>
                      <a:pt x="223368" y="116587"/>
                    </a:lnTo>
                    <a:lnTo>
                      <a:pt x="222267" y="116587"/>
                    </a:lnTo>
                    <a:lnTo>
                      <a:pt x="222267" y="87209"/>
                    </a:lnTo>
                    <a:lnTo>
                      <a:pt x="222231" y="86748"/>
                    </a:lnTo>
                    <a:lnTo>
                      <a:pt x="222054" y="85824"/>
                    </a:lnTo>
                    <a:lnTo>
                      <a:pt x="221876" y="85433"/>
                    </a:lnTo>
                    <a:lnTo>
                      <a:pt x="203972" y="42344"/>
                    </a:lnTo>
                    <a:lnTo>
                      <a:pt x="203688" y="41740"/>
                    </a:lnTo>
                    <a:lnTo>
                      <a:pt x="202836" y="40745"/>
                    </a:lnTo>
                    <a:lnTo>
                      <a:pt x="201770" y="40035"/>
                    </a:lnTo>
                    <a:lnTo>
                      <a:pt x="200527" y="39644"/>
                    </a:lnTo>
                    <a:lnTo>
                      <a:pt x="199852" y="39609"/>
                    </a:lnTo>
                    <a:lnTo>
                      <a:pt x="170119" y="39609"/>
                    </a:lnTo>
                    <a:lnTo>
                      <a:pt x="170119" y="14316"/>
                    </a:lnTo>
                    <a:lnTo>
                      <a:pt x="170084" y="12860"/>
                    </a:lnTo>
                    <a:lnTo>
                      <a:pt x="169515" y="10053"/>
                    </a:lnTo>
                    <a:lnTo>
                      <a:pt x="168414" y="7496"/>
                    </a:lnTo>
                    <a:lnTo>
                      <a:pt x="166887" y="5222"/>
                    </a:lnTo>
                    <a:lnTo>
                      <a:pt x="164933" y="3269"/>
                    </a:lnTo>
                    <a:lnTo>
                      <a:pt x="162659" y="1706"/>
                    </a:lnTo>
                    <a:lnTo>
                      <a:pt x="160066" y="640"/>
                    </a:lnTo>
                    <a:lnTo>
                      <a:pt x="157295" y="72"/>
                    </a:lnTo>
                    <a:lnTo>
                      <a:pt x="155839" y="0"/>
                    </a:lnTo>
                    <a:lnTo>
                      <a:pt x="138113" y="0"/>
                    </a:lnTo>
                    <a:lnTo>
                      <a:pt x="138362" y="8881"/>
                    </a:lnTo>
                    <a:lnTo>
                      <a:pt x="155839" y="8881"/>
                    </a:lnTo>
                    <a:lnTo>
                      <a:pt x="156372" y="8917"/>
                    </a:lnTo>
                    <a:lnTo>
                      <a:pt x="157437" y="9130"/>
                    </a:lnTo>
                    <a:lnTo>
                      <a:pt x="158397" y="9521"/>
                    </a:lnTo>
                    <a:lnTo>
                      <a:pt x="159285" y="10125"/>
                    </a:lnTo>
                    <a:lnTo>
                      <a:pt x="159995" y="10871"/>
                    </a:lnTo>
                    <a:lnTo>
                      <a:pt x="160599" y="11723"/>
                    </a:lnTo>
                    <a:lnTo>
                      <a:pt x="160990" y="12718"/>
                    </a:lnTo>
                    <a:lnTo>
                      <a:pt x="161238" y="13783"/>
                    </a:lnTo>
                    <a:lnTo>
                      <a:pt x="161238" y="14316"/>
                    </a:lnTo>
                    <a:lnTo>
                      <a:pt x="161238" y="116587"/>
                    </a:lnTo>
                    <a:lnTo>
                      <a:pt x="13960" y="116587"/>
                    </a:lnTo>
                    <a:lnTo>
                      <a:pt x="13960" y="14316"/>
                    </a:lnTo>
                    <a:lnTo>
                      <a:pt x="13996" y="13783"/>
                    </a:lnTo>
                    <a:lnTo>
                      <a:pt x="14209" y="12718"/>
                    </a:lnTo>
                    <a:lnTo>
                      <a:pt x="14635" y="11723"/>
                    </a:lnTo>
                    <a:lnTo>
                      <a:pt x="15204" y="10871"/>
                    </a:lnTo>
                    <a:lnTo>
                      <a:pt x="15950" y="10125"/>
                    </a:lnTo>
                    <a:lnTo>
                      <a:pt x="16802" y="9521"/>
                    </a:lnTo>
                    <a:lnTo>
                      <a:pt x="17761" y="9130"/>
                    </a:lnTo>
                    <a:lnTo>
                      <a:pt x="18827" y="8917"/>
                    </a:lnTo>
                    <a:lnTo>
                      <a:pt x="19396" y="8881"/>
                    </a:lnTo>
                    <a:lnTo>
                      <a:pt x="34209" y="8881"/>
                    </a:lnTo>
                    <a:lnTo>
                      <a:pt x="344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647;p24">
                <a:extLst>
                  <a:ext uri="{FF2B5EF4-FFF2-40B4-BE49-F238E27FC236}">
                    <a16:creationId xmlns:a16="http://schemas.microsoft.com/office/drawing/2014/main" id="{AEF82429-4337-EFE2-92F6-45A1D2544DA1}"/>
                  </a:ext>
                </a:extLst>
              </p:cNvPr>
              <p:cNvSpPr/>
              <p:nvPr/>
            </p:nvSpPr>
            <p:spPr>
              <a:xfrm>
                <a:off x="1704800" y="240775"/>
                <a:ext cx="2841850" cy="1908500"/>
              </a:xfrm>
              <a:custGeom>
                <a:avLst/>
                <a:gdLst/>
                <a:ahLst/>
                <a:cxnLst/>
                <a:rect l="l" t="t" r="r" b="b"/>
                <a:pathLst>
                  <a:path w="113674" h="76340" extrusionOk="0">
                    <a:moveTo>
                      <a:pt x="99997" y="1"/>
                    </a:moveTo>
                    <a:lnTo>
                      <a:pt x="97191" y="214"/>
                    </a:lnTo>
                    <a:lnTo>
                      <a:pt x="94278" y="711"/>
                    </a:lnTo>
                    <a:lnTo>
                      <a:pt x="91294" y="1493"/>
                    </a:lnTo>
                    <a:lnTo>
                      <a:pt x="88275" y="2487"/>
                    </a:lnTo>
                    <a:lnTo>
                      <a:pt x="85220" y="3695"/>
                    </a:lnTo>
                    <a:lnTo>
                      <a:pt x="80744" y="5791"/>
                    </a:lnTo>
                    <a:lnTo>
                      <a:pt x="75131" y="8988"/>
                    </a:lnTo>
                    <a:lnTo>
                      <a:pt x="70087" y="12363"/>
                    </a:lnTo>
                    <a:lnTo>
                      <a:pt x="67956" y="13997"/>
                    </a:lnTo>
                    <a:lnTo>
                      <a:pt x="66677" y="13109"/>
                    </a:lnTo>
                    <a:lnTo>
                      <a:pt x="64546" y="12043"/>
                    </a:lnTo>
                    <a:lnTo>
                      <a:pt x="63018" y="11474"/>
                    </a:lnTo>
                    <a:lnTo>
                      <a:pt x="62237" y="11297"/>
                    </a:lnTo>
                    <a:lnTo>
                      <a:pt x="60922" y="10942"/>
                    </a:lnTo>
                    <a:lnTo>
                      <a:pt x="58223" y="10515"/>
                    </a:lnTo>
                    <a:lnTo>
                      <a:pt x="56837" y="10480"/>
                    </a:lnTo>
                    <a:lnTo>
                      <a:pt x="55487" y="10515"/>
                    </a:lnTo>
                    <a:lnTo>
                      <a:pt x="52859" y="10906"/>
                    </a:lnTo>
                    <a:lnTo>
                      <a:pt x="51615" y="11261"/>
                    </a:lnTo>
                    <a:lnTo>
                      <a:pt x="50798" y="11403"/>
                    </a:lnTo>
                    <a:lnTo>
                      <a:pt x="49235" y="11936"/>
                    </a:lnTo>
                    <a:lnTo>
                      <a:pt x="47033" y="12966"/>
                    </a:lnTo>
                    <a:lnTo>
                      <a:pt x="45683" y="13855"/>
                    </a:lnTo>
                    <a:lnTo>
                      <a:pt x="43552" y="12220"/>
                    </a:lnTo>
                    <a:lnTo>
                      <a:pt x="38543" y="8881"/>
                    </a:lnTo>
                    <a:lnTo>
                      <a:pt x="32895" y="5755"/>
                    </a:lnTo>
                    <a:lnTo>
                      <a:pt x="28419" y="3695"/>
                    </a:lnTo>
                    <a:lnTo>
                      <a:pt x="25399" y="2523"/>
                    </a:lnTo>
                    <a:lnTo>
                      <a:pt x="22380" y="1564"/>
                    </a:lnTo>
                    <a:lnTo>
                      <a:pt x="19396" y="818"/>
                    </a:lnTo>
                    <a:lnTo>
                      <a:pt x="16483" y="320"/>
                    </a:lnTo>
                    <a:lnTo>
                      <a:pt x="13641" y="143"/>
                    </a:lnTo>
                    <a:lnTo>
                      <a:pt x="10977" y="320"/>
                    </a:lnTo>
                    <a:lnTo>
                      <a:pt x="8490" y="853"/>
                    </a:lnTo>
                    <a:lnTo>
                      <a:pt x="6217" y="1777"/>
                    </a:lnTo>
                    <a:lnTo>
                      <a:pt x="4157" y="3162"/>
                    </a:lnTo>
                    <a:lnTo>
                      <a:pt x="3269" y="4015"/>
                    </a:lnTo>
                    <a:lnTo>
                      <a:pt x="2807" y="4548"/>
                    </a:lnTo>
                    <a:lnTo>
                      <a:pt x="2025" y="5613"/>
                    </a:lnTo>
                    <a:lnTo>
                      <a:pt x="1457" y="6750"/>
                    </a:lnTo>
                    <a:lnTo>
                      <a:pt x="1066" y="7958"/>
                    </a:lnTo>
                    <a:lnTo>
                      <a:pt x="711" y="9840"/>
                    </a:lnTo>
                    <a:lnTo>
                      <a:pt x="675" y="12647"/>
                    </a:lnTo>
                    <a:lnTo>
                      <a:pt x="782" y="14174"/>
                    </a:lnTo>
                    <a:lnTo>
                      <a:pt x="0" y="42983"/>
                    </a:lnTo>
                    <a:lnTo>
                      <a:pt x="107" y="44937"/>
                    </a:lnTo>
                    <a:lnTo>
                      <a:pt x="782" y="48312"/>
                    </a:lnTo>
                    <a:lnTo>
                      <a:pt x="1954" y="51083"/>
                    </a:lnTo>
                    <a:lnTo>
                      <a:pt x="3553" y="53285"/>
                    </a:lnTo>
                    <a:lnTo>
                      <a:pt x="5542" y="54955"/>
                    </a:lnTo>
                    <a:lnTo>
                      <a:pt x="7851" y="56162"/>
                    </a:lnTo>
                    <a:lnTo>
                      <a:pt x="10515" y="56873"/>
                    </a:lnTo>
                    <a:lnTo>
                      <a:pt x="13393" y="57193"/>
                    </a:lnTo>
                    <a:lnTo>
                      <a:pt x="16483" y="57122"/>
                    </a:lnTo>
                    <a:lnTo>
                      <a:pt x="19716" y="56731"/>
                    </a:lnTo>
                    <a:lnTo>
                      <a:pt x="23055" y="56020"/>
                    </a:lnTo>
                    <a:lnTo>
                      <a:pt x="26430" y="55061"/>
                    </a:lnTo>
                    <a:lnTo>
                      <a:pt x="29840" y="53889"/>
                    </a:lnTo>
                    <a:lnTo>
                      <a:pt x="33214" y="52539"/>
                    </a:lnTo>
                    <a:lnTo>
                      <a:pt x="38081" y="50266"/>
                    </a:lnTo>
                    <a:lnTo>
                      <a:pt x="41100" y="48596"/>
                    </a:lnTo>
                    <a:lnTo>
                      <a:pt x="41100" y="76339"/>
                    </a:lnTo>
                    <a:lnTo>
                      <a:pt x="56837" y="67530"/>
                    </a:lnTo>
                    <a:lnTo>
                      <a:pt x="72574" y="76339"/>
                    </a:lnTo>
                    <a:lnTo>
                      <a:pt x="72574" y="48596"/>
                    </a:lnTo>
                    <a:lnTo>
                      <a:pt x="75593" y="50266"/>
                    </a:lnTo>
                    <a:lnTo>
                      <a:pt x="80460" y="52539"/>
                    </a:lnTo>
                    <a:lnTo>
                      <a:pt x="83835" y="53889"/>
                    </a:lnTo>
                    <a:lnTo>
                      <a:pt x="87209" y="55061"/>
                    </a:lnTo>
                    <a:lnTo>
                      <a:pt x="90619" y="56020"/>
                    </a:lnTo>
                    <a:lnTo>
                      <a:pt x="93959" y="56731"/>
                    </a:lnTo>
                    <a:lnTo>
                      <a:pt x="97191" y="57122"/>
                    </a:lnTo>
                    <a:lnTo>
                      <a:pt x="100282" y="57193"/>
                    </a:lnTo>
                    <a:lnTo>
                      <a:pt x="103159" y="56873"/>
                    </a:lnTo>
                    <a:lnTo>
                      <a:pt x="105788" y="56162"/>
                    </a:lnTo>
                    <a:lnTo>
                      <a:pt x="108132" y="54955"/>
                    </a:lnTo>
                    <a:lnTo>
                      <a:pt x="110121" y="53285"/>
                    </a:lnTo>
                    <a:lnTo>
                      <a:pt x="111720" y="51083"/>
                    </a:lnTo>
                    <a:lnTo>
                      <a:pt x="112892" y="48312"/>
                    </a:lnTo>
                    <a:lnTo>
                      <a:pt x="113567" y="44937"/>
                    </a:lnTo>
                    <a:lnTo>
                      <a:pt x="113674" y="42983"/>
                    </a:lnTo>
                    <a:lnTo>
                      <a:pt x="112892" y="14174"/>
                    </a:lnTo>
                    <a:lnTo>
                      <a:pt x="112999" y="12647"/>
                    </a:lnTo>
                    <a:lnTo>
                      <a:pt x="112963" y="9769"/>
                    </a:lnTo>
                    <a:lnTo>
                      <a:pt x="112608" y="7816"/>
                    </a:lnTo>
                    <a:lnTo>
                      <a:pt x="112217" y="6572"/>
                    </a:lnTo>
                    <a:lnTo>
                      <a:pt x="111613" y="5436"/>
                    </a:lnTo>
                    <a:lnTo>
                      <a:pt x="110867" y="4334"/>
                    </a:lnTo>
                    <a:lnTo>
                      <a:pt x="110406" y="3802"/>
                    </a:lnTo>
                    <a:lnTo>
                      <a:pt x="109482" y="2949"/>
                    </a:lnTo>
                    <a:lnTo>
                      <a:pt x="107457" y="1564"/>
                    </a:lnTo>
                    <a:lnTo>
                      <a:pt x="105184" y="676"/>
                    </a:lnTo>
                    <a:lnTo>
                      <a:pt x="102662" y="143"/>
                    </a:lnTo>
                    <a:lnTo>
                      <a:pt x="9999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" name="Google Shape;648;p24">
              <a:extLst>
                <a:ext uri="{FF2B5EF4-FFF2-40B4-BE49-F238E27FC236}">
                  <a16:creationId xmlns:a16="http://schemas.microsoft.com/office/drawing/2014/main" id="{6D98AFB0-520D-EB43-65B2-578C4071666E}"/>
                </a:ext>
              </a:extLst>
            </p:cNvPr>
            <p:cNvGrpSpPr/>
            <p:nvPr/>
          </p:nvGrpSpPr>
          <p:grpSpPr>
            <a:xfrm>
              <a:off x="3004470" y="1985125"/>
              <a:ext cx="734441" cy="682228"/>
              <a:chOff x="1000525" y="247775"/>
              <a:chExt cx="5619850" cy="5220325"/>
            </a:xfrm>
          </p:grpSpPr>
          <p:sp>
            <p:nvSpPr>
              <p:cNvPr id="69" name="Google Shape;649;p24">
                <a:extLst>
                  <a:ext uri="{FF2B5EF4-FFF2-40B4-BE49-F238E27FC236}">
                    <a16:creationId xmlns:a16="http://schemas.microsoft.com/office/drawing/2014/main" id="{8582DBF9-6329-8A08-A167-63C0B94CA6E1}"/>
                  </a:ext>
                </a:extLst>
              </p:cNvPr>
              <p:cNvSpPr/>
              <p:nvPr/>
            </p:nvSpPr>
            <p:spPr>
              <a:xfrm>
                <a:off x="2290450" y="3055050"/>
                <a:ext cx="725325" cy="1821225"/>
              </a:xfrm>
              <a:custGeom>
                <a:avLst/>
                <a:gdLst/>
                <a:ahLst/>
                <a:cxnLst/>
                <a:rect l="l" t="t" r="r" b="b"/>
                <a:pathLst>
                  <a:path w="29013" h="72849" extrusionOk="0">
                    <a:moveTo>
                      <a:pt x="0" y="1"/>
                    </a:moveTo>
                    <a:lnTo>
                      <a:pt x="0" y="72848"/>
                    </a:lnTo>
                    <a:lnTo>
                      <a:pt x="29012" y="72848"/>
                    </a:lnTo>
                    <a:lnTo>
                      <a:pt x="290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650;p24">
                <a:extLst>
                  <a:ext uri="{FF2B5EF4-FFF2-40B4-BE49-F238E27FC236}">
                    <a16:creationId xmlns:a16="http://schemas.microsoft.com/office/drawing/2014/main" id="{BD38DBAD-FB4A-D830-5D76-07A2D73B2FD0}"/>
                  </a:ext>
                </a:extLst>
              </p:cNvPr>
              <p:cNvSpPr/>
              <p:nvPr/>
            </p:nvSpPr>
            <p:spPr>
              <a:xfrm>
                <a:off x="3447775" y="3055050"/>
                <a:ext cx="725325" cy="1821225"/>
              </a:xfrm>
              <a:custGeom>
                <a:avLst/>
                <a:gdLst/>
                <a:ahLst/>
                <a:cxnLst/>
                <a:rect l="l" t="t" r="r" b="b"/>
                <a:pathLst>
                  <a:path w="29013" h="72849" extrusionOk="0">
                    <a:moveTo>
                      <a:pt x="0" y="1"/>
                    </a:moveTo>
                    <a:lnTo>
                      <a:pt x="0" y="72848"/>
                    </a:lnTo>
                    <a:lnTo>
                      <a:pt x="29013" y="72848"/>
                    </a:lnTo>
                    <a:lnTo>
                      <a:pt x="2901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651;p24">
                <a:extLst>
                  <a:ext uri="{FF2B5EF4-FFF2-40B4-BE49-F238E27FC236}">
                    <a16:creationId xmlns:a16="http://schemas.microsoft.com/office/drawing/2014/main" id="{E2E6FAB7-9414-7F61-2B64-5B383C8AE26D}"/>
                  </a:ext>
                </a:extLst>
              </p:cNvPr>
              <p:cNvSpPr/>
              <p:nvPr/>
            </p:nvSpPr>
            <p:spPr>
              <a:xfrm>
                <a:off x="4605100" y="3055050"/>
                <a:ext cx="725350" cy="1820350"/>
              </a:xfrm>
              <a:custGeom>
                <a:avLst/>
                <a:gdLst/>
                <a:ahLst/>
                <a:cxnLst/>
                <a:rect l="l" t="t" r="r" b="b"/>
                <a:pathLst>
                  <a:path w="29014" h="72814" extrusionOk="0">
                    <a:moveTo>
                      <a:pt x="1" y="1"/>
                    </a:moveTo>
                    <a:lnTo>
                      <a:pt x="1" y="72813"/>
                    </a:lnTo>
                    <a:lnTo>
                      <a:pt x="29013" y="72813"/>
                    </a:lnTo>
                    <a:lnTo>
                      <a:pt x="2901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652;p24">
                <a:extLst>
                  <a:ext uri="{FF2B5EF4-FFF2-40B4-BE49-F238E27FC236}">
                    <a16:creationId xmlns:a16="http://schemas.microsoft.com/office/drawing/2014/main" id="{7803829C-3006-1111-28EA-7B01B954552A}"/>
                  </a:ext>
                </a:extLst>
              </p:cNvPr>
              <p:cNvSpPr/>
              <p:nvPr/>
            </p:nvSpPr>
            <p:spPr>
              <a:xfrm>
                <a:off x="1000525" y="247775"/>
                <a:ext cx="5619850" cy="5220325"/>
              </a:xfrm>
              <a:custGeom>
                <a:avLst/>
                <a:gdLst/>
                <a:ahLst/>
                <a:cxnLst/>
                <a:rect l="l" t="t" r="r" b="b"/>
                <a:pathLst>
                  <a:path w="224794" h="208813" extrusionOk="0">
                    <a:moveTo>
                      <a:pt x="112397" y="10608"/>
                    </a:moveTo>
                    <a:lnTo>
                      <a:pt x="160200" y="58833"/>
                    </a:lnTo>
                    <a:lnTo>
                      <a:pt x="64593" y="58833"/>
                    </a:lnTo>
                    <a:lnTo>
                      <a:pt x="112397" y="10608"/>
                    </a:lnTo>
                    <a:close/>
                    <a:moveTo>
                      <a:pt x="216012" y="67614"/>
                    </a:moveTo>
                    <a:lnTo>
                      <a:pt x="216012" y="89040"/>
                    </a:lnTo>
                    <a:lnTo>
                      <a:pt x="8781" y="89040"/>
                    </a:lnTo>
                    <a:lnTo>
                      <a:pt x="8781" y="67614"/>
                    </a:lnTo>
                    <a:close/>
                    <a:moveTo>
                      <a:pt x="200171" y="97821"/>
                    </a:moveTo>
                    <a:lnTo>
                      <a:pt x="196027" y="193147"/>
                    </a:lnTo>
                    <a:lnTo>
                      <a:pt x="195956" y="193885"/>
                    </a:lnTo>
                    <a:lnTo>
                      <a:pt x="195640" y="195220"/>
                    </a:lnTo>
                    <a:lnTo>
                      <a:pt x="195113" y="196449"/>
                    </a:lnTo>
                    <a:lnTo>
                      <a:pt x="194341" y="197573"/>
                    </a:lnTo>
                    <a:lnTo>
                      <a:pt x="193392" y="198486"/>
                    </a:lnTo>
                    <a:lnTo>
                      <a:pt x="192339" y="199224"/>
                    </a:lnTo>
                    <a:lnTo>
                      <a:pt x="191109" y="199751"/>
                    </a:lnTo>
                    <a:lnTo>
                      <a:pt x="189775" y="199997"/>
                    </a:lnTo>
                    <a:lnTo>
                      <a:pt x="189107" y="200032"/>
                    </a:lnTo>
                    <a:lnTo>
                      <a:pt x="35686" y="200032"/>
                    </a:lnTo>
                    <a:lnTo>
                      <a:pt x="34983" y="199997"/>
                    </a:lnTo>
                    <a:lnTo>
                      <a:pt x="33684" y="199751"/>
                    </a:lnTo>
                    <a:lnTo>
                      <a:pt x="32455" y="199224"/>
                    </a:lnTo>
                    <a:lnTo>
                      <a:pt x="31401" y="198486"/>
                    </a:lnTo>
                    <a:lnTo>
                      <a:pt x="30452" y="197573"/>
                    </a:lnTo>
                    <a:lnTo>
                      <a:pt x="29680" y="196449"/>
                    </a:lnTo>
                    <a:lnTo>
                      <a:pt x="29153" y="195220"/>
                    </a:lnTo>
                    <a:lnTo>
                      <a:pt x="28837" y="193885"/>
                    </a:lnTo>
                    <a:lnTo>
                      <a:pt x="28766" y="193147"/>
                    </a:lnTo>
                    <a:lnTo>
                      <a:pt x="24622" y="97821"/>
                    </a:lnTo>
                    <a:close/>
                    <a:moveTo>
                      <a:pt x="111975" y="0"/>
                    </a:moveTo>
                    <a:lnTo>
                      <a:pt x="111097" y="176"/>
                    </a:lnTo>
                    <a:lnTo>
                      <a:pt x="110324" y="492"/>
                    </a:lnTo>
                    <a:lnTo>
                      <a:pt x="109587" y="984"/>
                    </a:lnTo>
                    <a:lnTo>
                      <a:pt x="109271" y="1300"/>
                    </a:lnTo>
                    <a:lnTo>
                      <a:pt x="52229" y="58833"/>
                    </a:lnTo>
                    <a:lnTo>
                      <a:pt x="3934" y="58833"/>
                    </a:lnTo>
                    <a:lnTo>
                      <a:pt x="3091" y="59009"/>
                    </a:lnTo>
                    <a:lnTo>
                      <a:pt x="1932" y="59536"/>
                    </a:lnTo>
                    <a:lnTo>
                      <a:pt x="738" y="60730"/>
                    </a:lnTo>
                    <a:lnTo>
                      <a:pt x="176" y="61889"/>
                    </a:lnTo>
                    <a:lnTo>
                      <a:pt x="0" y="62767"/>
                    </a:lnTo>
                    <a:lnTo>
                      <a:pt x="0" y="63224"/>
                    </a:lnTo>
                    <a:lnTo>
                      <a:pt x="0" y="93430"/>
                    </a:lnTo>
                    <a:lnTo>
                      <a:pt x="0" y="93887"/>
                    </a:lnTo>
                    <a:lnTo>
                      <a:pt x="176" y="94730"/>
                    </a:lnTo>
                    <a:lnTo>
                      <a:pt x="738" y="95889"/>
                    </a:lnTo>
                    <a:lnTo>
                      <a:pt x="1932" y="97083"/>
                    </a:lnTo>
                    <a:lnTo>
                      <a:pt x="3091" y="97645"/>
                    </a:lnTo>
                    <a:lnTo>
                      <a:pt x="3934" y="97821"/>
                    </a:lnTo>
                    <a:lnTo>
                      <a:pt x="15841" y="97821"/>
                    </a:lnTo>
                    <a:lnTo>
                      <a:pt x="19986" y="193534"/>
                    </a:lnTo>
                    <a:lnTo>
                      <a:pt x="20126" y="195150"/>
                    </a:lnTo>
                    <a:lnTo>
                      <a:pt x="20828" y="198135"/>
                    </a:lnTo>
                    <a:lnTo>
                      <a:pt x="22093" y="200875"/>
                    </a:lnTo>
                    <a:lnTo>
                      <a:pt x="23814" y="203333"/>
                    </a:lnTo>
                    <a:lnTo>
                      <a:pt x="25921" y="205371"/>
                    </a:lnTo>
                    <a:lnTo>
                      <a:pt x="28380" y="207021"/>
                    </a:lnTo>
                    <a:lnTo>
                      <a:pt x="31155" y="208145"/>
                    </a:lnTo>
                    <a:lnTo>
                      <a:pt x="34140" y="208743"/>
                    </a:lnTo>
                    <a:lnTo>
                      <a:pt x="35686" y="208813"/>
                    </a:lnTo>
                    <a:lnTo>
                      <a:pt x="189107" y="208813"/>
                    </a:lnTo>
                    <a:lnTo>
                      <a:pt x="190653" y="208743"/>
                    </a:lnTo>
                    <a:lnTo>
                      <a:pt x="193638" y="208145"/>
                    </a:lnTo>
                    <a:lnTo>
                      <a:pt x="196413" y="207021"/>
                    </a:lnTo>
                    <a:lnTo>
                      <a:pt x="198872" y="205371"/>
                    </a:lnTo>
                    <a:lnTo>
                      <a:pt x="200979" y="203333"/>
                    </a:lnTo>
                    <a:lnTo>
                      <a:pt x="202700" y="200875"/>
                    </a:lnTo>
                    <a:lnTo>
                      <a:pt x="203965" y="198135"/>
                    </a:lnTo>
                    <a:lnTo>
                      <a:pt x="204667" y="195114"/>
                    </a:lnTo>
                    <a:lnTo>
                      <a:pt x="204808" y="193534"/>
                    </a:lnTo>
                    <a:lnTo>
                      <a:pt x="208952" y="97821"/>
                    </a:lnTo>
                    <a:lnTo>
                      <a:pt x="220859" y="97821"/>
                    </a:lnTo>
                    <a:lnTo>
                      <a:pt x="221702" y="97645"/>
                    </a:lnTo>
                    <a:lnTo>
                      <a:pt x="222861" y="97083"/>
                    </a:lnTo>
                    <a:lnTo>
                      <a:pt x="224056" y="95889"/>
                    </a:lnTo>
                    <a:lnTo>
                      <a:pt x="224618" y="94730"/>
                    </a:lnTo>
                    <a:lnTo>
                      <a:pt x="224793" y="93887"/>
                    </a:lnTo>
                    <a:lnTo>
                      <a:pt x="224793" y="93430"/>
                    </a:lnTo>
                    <a:lnTo>
                      <a:pt x="224793" y="63224"/>
                    </a:lnTo>
                    <a:lnTo>
                      <a:pt x="224793" y="62767"/>
                    </a:lnTo>
                    <a:lnTo>
                      <a:pt x="224618" y="61889"/>
                    </a:lnTo>
                    <a:lnTo>
                      <a:pt x="224056" y="60730"/>
                    </a:lnTo>
                    <a:lnTo>
                      <a:pt x="222861" y="59536"/>
                    </a:lnTo>
                    <a:lnTo>
                      <a:pt x="221702" y="59009"/>
                    </a:lnTo>
                    <a:lnTo>
                      <a:pt x="220859" y="58833"/>
                    </a:lnTo>
                    <a:lnTo>
                      <a:pt x="172564" y="58833"/>
                    </a:lnTo>
                    <a:lnTo>
                      <a:pt x="115523" y="1300"/>
                    </a:lnTo>
                    <a:lnTo>
                      <a:pt x="115206" y="984"/>
                    </a:lnTo>
                    <a:lnTo>
                      <a:pt x="114469" y="492"/>
                    </a:lnTo>
                    <a:lnTo>
                      <a:pt x="113696" y="176"/>
                    </a:lnTo>
                    <a:lnTo>
                      <a:pt x="1128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653;p24">
              <a:extLst>
                <a:ext uri="{FF2B5EF4-FFF2-40B4-BE49-F238E27FC236}">
                  <a16:creationId xmlns:a16="http://schemas.microsoft.com/office/drawing/2014/main" id="{16E52713-0620-7CCD-465F-6A55756A8B2F}"/>
                </a:ext>
              </a:extLst>
            </p:cNvPr>
            <p:cNvGrpSpPr/>
            <p:nvPr/>
          </p:nvGrpSpPr>
          <p:grpSpPr>
            <a:xfrm>
              <a:off x="8295587" y="1970347"/>
              <a:ext cx="638828" cy="675224"/>
              <a:chOff x="1331825" y="238125"/>
              <a:chExt cx="4957150" cy="5239575"/>
            </a:xfrm>
          </p:grpSpPr>
          <p:sp>
            <p:nvSpPr>
              <p:cNvPr id="66" name="Google Shape;654;p24">
                <a:extLst>
                  <a:ext uri="{FF2B5EF4-FFF2-40B4-BE49-F238E27FC236}">
                    <a16:creationId xmlns:a16="http://schemas.microsoft.com/office/drawing/2014/main" id="{0808146B-F5DF-2118-FE3F-D2F0A5006B89}"/>
                  </a:ext>
                </a:extLst>
              </p:cNvPr>
              <p:cNvSpPr/>
              <p:nvPr/>
            </p:nvSpPr>
            <p:spPr>
              <a:xfrm>
                <a:off x="1331825" y="238125"/>
                <a:ext cx="3919875" cy="5239575"/>
              </a:xfrm>
              <a:custGeom>
                <a:avLst/>
                <a:gdLst/>
                <a:ahLst/>
                <a:cxnLst/>
                <a:rect l="l" t="t" r="r" b="b"/>
                <a:pathLst>
                  <a:path w="156795" h="209583" extrusionOk="0">
                    <a:moveTo>
                      <a:pt x="65430" y="8187"/>
                    </a:moveTo>
                    <a:lnTo>
                      <a:pt x="66838" y="8220"/>
                    </a:lnTo>
                    <a:lnTo>
                      <a:pt x="68246" y="8318"/>
                    </a:lnTo>
                    <a:lnTo>
                      <a:pt x="66772" y="9595"/>
                    </a:lnTo>
                    <a:lnTo>
                      <a:pt x="64087" y="12378"/>
                    </a:lnTo>
                    <a:lnTo>
                      <a:pt x="61664" y="15424"/>
                    </a:lnTo>
                    <a:lnTo>
                      <a:pt x="59633" y="18699"/>
                    </a:lnTo>
                    <a:lnTo>
                      <a:pt x="57930" y="22235"/>
                    </a:lnTo>
                    <a:lnTo>
                      <a:pt x="56621" y="25969"/>
                    </a:lnTo>
                    <a:lnTo>
                      <a:pt x="55704" y="29866"/>
                    </a:lnTo>
                    <a:lnTo>
                      <a:pt x="55245" y="33893"/>
                    </a:lnTo>
                    <a:lnTo>
                      <a:pt x="55212" y="35957"/>
                    </a:lnTo>
                    <a:lnTo>
                      <a:pt x="55212" y="46108"/>
                    </a:lnTo>
                    <a:lnTo>
                      <a:pt x="37496" y="46108"/>
                    </a:lnTo>
                    <a:lnTo>
                      <a:pt x="37496" y="35957"/>
                    </a:lnTo>
                    <a:lnTo>
                      <a:pt x="37529" y="34516"/>
                    </a:lnTo>
                    <a:lnTo>
                      <a:pt x="37791" y="31732"/>
                    </a:lnTo>
                    <a:lnTo>
                      <a:pt x="38348" y="29014"/>
                    </a:lnTo>
                    <a:lnTo>
                      <a:pt x="39166" y="26427"/>
                    </a:lnTo>
                    <a:lnTo>
                      <a:pt x="40247" y="23938"/>
                    </a:lnTo>
                    <a:lnTo>
                      <a:pt x="41524" y="21548"/>
                    </a:lnTo>
                    <a:lnTo>
                      <a:pt x="43030" y="19354"/>
                    </a:lnTo>
                    <a:lnTo>
                      <a:pt x="44766" y="17291"/>
                    </a:lnTo>
                    <a:lnTo>
                      <a:pt x="46633" y="15391"/>
                    </a:lnTo>
                    <a:lnTo>
                      <a:pt x="48728" y="13688"/>
                    </a:lnTo>
                    <a:lnTo>
                      <a:pt x="50955" y="12215"/>
                    </a:lnTo>
                    <a:lnTo>
                      <a:pt x="53313" y="10905"/>
                    </a:lnTo>
                    <a:lnTo>
                      <a:pt x="55835" y="9857"/>
                    </a:lnTo>
                    <a:lnTo>
                      <a:pt x="58454" y="9038"/>
                    </a:lnTo>
                    <a:lnTo>
                      <a:pt x="61172" y="8482"/>
                    </a:lnTo>
                    <a:lnTo>
                      <a:pt x="63989" y="8220"/>
                    </a:lnTo>
                    <a:lnTo>
                      <a:pt x="65430" y="8187"/>
                    </a:lnTo>
                    <a:close/>
                    <a:moveTo>
                      <a:pt x="78397" y="11363"/>
                    </a:moveTo>
                    <a:lnTo>
                      <a:pt x="80035" y="12247"/>
                    </a:lnTo>
                    <a:lnTo>
                      <a:pt x="83080" y="14409"/>
                    </a:lnTo>
                    <a:lnTo>
                      <a:pt x="85831" y="16963"/>
                    </a:lnTo>
                    <a:lnTo>
                      <a:pt x="88222" y="19845"/>
                    </a:lnTo>
                    <a:lnTo>
                      <a:pt x="90187" y="23021"/>
                    </a:lnTo>
                    <a:lnTo>
                      <a:pt x="91726" y="26460"/>
                    </a:lnTo>
                    <a:lnTo>
                      <a:pt x="92774" y="30128"/>
                    </a:lnTo>
                    <a:lnTo>
                      <a:pt x="93330" y="33959"/>
                    </a:lnTo>
                    <a:lnTo>
                      <a:pt x="93396" y="35957"/>
                    </a:lnTo>
                    <a:lnTo>
                      <a:pt x="93396" y="46108"/>
                    </a:lnTo>
                    <a:lnTo>
                      <a:pt x="63399" y="46108"/>
                    </a:lnTo>
                    <a:lnTo>
                      <a:pt x="63399" y="35957"/>
                    </a:lnTo>
                    <a:lnTo>
                      <a:pt x="63432" y="33959"/>
                    </a:lnTo>
                    <a:lnTo>
                      <a:pt x="63989" y="30128"/>
                    </a:lnTo>
                    <a:lnTo>
                      <a:pt x="65069" y="26460"/>
                    </a:lnTo>
                    <a:lnTo>
                      <a:pt x="66608" y="23021"/>
                    </a:lnTo>
                    <a:lnTo>
                      <a:pt x="68573" y="19845"/>
                    </a:lnTo>
                    <a:lnTo>
                      <a:pt x="70964" y="16963"/>
                    </a:lnTo>
                    <a:lnTo>
                      <a:pt x="73682" y="14409"/>
                    </a:lnTo>
                    <a:lnTo>
                      <a:pt x="76727" y="12247"/>
                    </a:lnTo>
                    <a:lnTo>
                      <a:pt x="78397" y="11363"/>
                    </a:lnTo>
                    <a:close/>
                    <a:moveTo>
                      <a:pt x="91333" y="8187"/>
                    </a:moveTo>
                    <a:lnTo>
                      <a:pt x="92774" y="8220"/>
                    </a:lnTo>
                    <a:lnTo>
                      <a:pt x="95590" y="8482"/>
                    </a:lnTo>
                    <a:lnTo>
                      <a:pt x="98341" y="9038"/>
                    </a:lnTo>
                    <a:lnTo>
                      <a:pt x="100960" y="9857"/>
                    </a:lnTo>
                    <a:lnTo>
                      <a:pt x="103449" y="10905"/>
                    </a:lnTo>
                    <a:lnTo>
                      <a:pt x="105840" y="12215"/>
                    </a:lnTo>
                    <a:lnTo>
                      <a:pt x="108067" y="13688"/>
                    </a:lnTo>
                    <a:lnTo>
                      <a:pt x="110130" y="15391"/>
                    </a:lnTo>
                    <a:lnTo>
                      <a:pt x="112029" y="17291"/>
                    </a:lnTo>
                    <a:lnTo>
                      <a:pt x="113732" y="19354"/>
                    </a:lnTo>
                    <a:lnTo>
                      <a:pt x="115238" y="21548"/>
                    </a:lnTo>
                    <a:lnTo>
                      <a:pt x="116548" y="23938"/>
                    </a:lnTo>
                    <a:lnTo>
                      <a:pt x="117596" y="26427"/>
                    </a:lnTo>
                    <a:lnTo>
                      <a:pt x="118415" y="29014"/>
                    </a:lnTo>
                    <a:lnTo>
                      <a:pt x="118971" y="31732"/>
                    </a:lnTo>
                    <a:lnTo>
                      <a:pt x="119266" y="34516"/>
                    </a:lnTo>
                    <a:lnTo>
                      <a:pt x="119299" y="35957"/>
                    </a:lnTo>
                    <a:lnTo>
                      <a:pt x="119299" y="46108"/>
                    </a:lnTo>
                    <a:lnTo>
                      <a:pt x="101583" y="46108"/>
                    </a:lnTo>
                    <a:lnTo>
                      <a:pt x="101583" y="35957"/>
                    </a:lnTo>
                    <a:lnTo>
                      <a:pt x="101550" y="33893"/>
                    </a:lnTo>
                    <a:lnTo>
                      <a:pt x="101059" y="29866"/>
                    </a:lnTo>
                    <a:lnTo>
                      <a:pt x="100174" y="25969"/>
                    </a:lnTo>
                    <a:lnTo>
                      <a:pt x="98865" y="22235"/>
                    </a:lnTo>
                    <a:lnTo>
                      <a:pt x="97162" y="18699"/>
                    </a:lnTo>
                    <a:lnTo>
                      <a:pt x="95099" y="15424"/>
                    </a:lnTo>
                    <a:lnTo>
                      <a:pt x="92708" y="12378"/>
                    </a:lnTo>
                    <a:lnTo>
                      <a:pt x="90023" y="9595"/>
                    </a:lnTo>
                    <a:lnTo>
                      <a:pt x="88549" y="8318"/>
                    </a:lnTo>
                    <a:lnTo>
                      <a:pt x="89925" y="8220"/>
                    </a:lnTo>
                    <a:lnTo>
                      <a:pt x="91333" y="8187"/>
                    </a:lnTo>
                    <a:close/>
                    <a:moveTo>
                      <a:pt x="25216" y="54295"/>
                    </a:moveTo>
                    <a:lnTo>
                      <a:pt x="25216" y="201396"/>
                    </a:lnTo>
                    <a:lnTo>
                      <a:pt x="19420" y="201396"/>
                    </a:lnTo>
                    <a:lnTo>
                      <a:pt x="18273" y="201363"/>
                    </a:lnTo>
                    <a:lnTo>
                      <a:pt x="16079" y="200905"/>
                    </a:lnTo>
                    <a:lnTo>
                      <a:pt x="14049" y="200053"/>
                    </a:lnTo>
                    <a:lnTo>
                      <a:pt x="12248" y="198842"/>
                    </a:lnTo>
                    <a:lnTo>
                      <a:pt x="10742" y="197303"/>
                    </a:lnTo>
                    <a:lnTo>
                      <a:pt x="9530" y="195534"/>
                    </a:lnTo>
                    <a:lnTo>
                      <a:pt x="8679" y="193504"/>
                    </a:lnTo>
                    <a:lnTo>
                      <a:pt x="8220" y="191310"/>
                    </a:lnTo>
                    <a:lnTo>
                      <a:pt x="8187" y="190164"/>
                    </a:lnTo>
                    <a:lnTo>
                      <a:pt x="8187" y="54295"/>
                    </a:lnTo>
                    <a:close/>
                    <a:moveTo>
                      <a:pt x="65430" y="0"/>
                    </a:moveTo>
                    <a:lnTo>
                      <a:pt x="63563" y="33"/>
                    </a:lnTo>
                    <a:lnTo>
                      <a:pt x="59928" y="393"/>
                    </a:lnTo>
                    <a:lnTo>
                      <a:pt x="56424" y="1113"/>
                    </a:lnTo>
                    <a:lnTo>
                      <a:pt x="53018" y="2161"/>
                    </a:lnTo>
                    <a:lnTo>
                      <a:pt x="49776" y="3537"/>
                    </a:lnTo>
                    <a:lnTo>
                      <a:pt x="46698" y="5207"/>
                    </a:lnTo>
                    <a:lnTo>
                      <a:pt x="43816" y="7139"/>
                    </a:lnTo>
                    <a:lnTo>
                      <a:pt x="41131" y="9333"/>
                    </a:lnTo>
                    <a:lnTo>
                      <a:pt x="38675" y="11789"/>
                    </a:lnTo>
                    <a:lnTo>
                      <a:pt x="36481" y="14442"/>
                    </a:lnTo>
                    <a:lnTo>
                      <a:pt x="34516" y="17323"/>
                    </a:lnTo>
                    <a:lnTo>
                      <a:pt x="32846" y="20369"/>
                    </a:lnTo>
                    <a:lnTo>
                      <a:pt x="31471" y="23611"/>
                    </a:lnTo>
                    <a:lnTo>
                      <a:pt x="30423" y="26984"/>
                    </a:lnTo>
                    <a:lnTo>
                      <a:pt x="29702" y="30488"/>
                    </a:lnTo>
                    <a:lnTo>
                      <a:pt x="29342" y="34123"/>
                    </a:lnTo>
                    <a:lnTo>
                      <a:pt x="29309" y="35957"/>
                    </a:lnTo>
                    <a:lnTo>
                      <a:pt x="29309" y="46108"/>
                    </a:lnTo>
                    <a:lnTo>
                      <a:pt x="3668" y="46108"/>
                    </a:lnTo>
                    <a:lnTo>
                      <a:pt x="2849" y="46272"/>
                    </a:lnTo>
                    <a:lnTo>
                      <a:pt x="1769" y="46796"/>
                    </a:lnTo>
                    <a:lnTo>
                      <a:pt x="655" y="47909"/>
                    </a:lnTo>
                    <a:lnTo>
                      <a:pt x="164" y="48990"/>
                    </a:lnTo>
                    <a:lnTo>
                      <a:pt x="0" y="49776"/>
                    </a:lnTo>
                    <a:lnTo>
                      <a:pt x="0" y="50202"/>
                    </a:lnTo>
                    <a:lnTo>
                      <a:pt x="0" y="190164"/>
                    </a:lnTo>
                    <a:lnTo>
                      <a:pt x="0" y="191179"/>
                    </a:lnTo>
                    <a:lnTo>
                      <a:pt x="197" y="193111"/>
                    </a:lnTo>
                    <a:lnTo>
                      <a:pt x="590" y="195010"/>
                    </a:lnTo>
                    <a:lnTo>
                      <a:pt x="1147" y="196844"/>
                    </a:lnTo>
                    <a:lnTo>
                      <a:pt x="1900" y="198580"/>
                    </a:lnTo>
                    <a:lnTo>
                      <a:pt x="2784" y="200217"/>
                    </a:lnTo>
                    <a:lnTo>
                      <a:pt x="3832" y="201789"/>
                    </a:lnTo>
                    <a:lnTo>
                      <a:pt x="5044" y="203230"/>
                    </a:lnTo>
                    <a:lnTo>
                      <a:pt x="6353" y="204540"/>
                    </a:lnTo>
                    <a:lnTo>
                      <a:pt x="7794" y="205719"/>
                    </a:lnTo>
                    <a:lnTo>
                      <a:pt x="9333" y="206766"/>
                    </a:lnTo>
                    <a:lnTo>
                      <a:pt x="11004" y="207683"/>
                    </a:lnTo>
                    <a:lnTo>
                      <a:pt x="12739" y="208404"/>
                    </a:lnTo>
                    <a:lnTo>
                      <a:pt x="14573" y="208993"/>
                    </a:lnTo>
                    <a:lnTo>
                      <a:pt x="16472" y="209354"/>
                    </a:lnTo>
                    <a:lnTo>
                      <a:pt x="18437" y="209550"/>
                    </a:lnTo>
                    <a:lnTo>
                      <a:pt x="19420" y="209583"/>
                    </a:lnTo>
                    <a:lnTo>
                      <a:pt x="126634" y="209583"/>
                    </a:lnTo>
                    <a:lnTo>
                      <a:pt x="125488" y="209550"/>
                    </a:lnTo>
                    <a:lnTo>
                      <a:pt x="123327" y="209255"/>
                    </a:lnTo>
                    <a:lnTo>
                      <a:pt x="121264" y="208666"/>
                    </a:lnTo>
                    <a:lnTo>
                      <a:pt x="119332" y="207847"/>
                    </a:lnTo>
                    <a:lnTo>
                      <a:pt x="117530" y="206766"/>
                    </a:lnTo>
                    <a:lnTo>
                      <a:pt x="115893" y="205457"/>
                    </a:lnTo>
                    <a:lnTo>
                      <a:pt x="114419" y="203983"/>
                    </a:lnTo>
                    <a:lnTo>
                      <a:pt x="113175" y="202313"/>
                    </a:lnTo>
                    <a:lnTo>
                      <a:pt x="112651" y="201396"/>
                    </a:lnTo>
                    <a:lnTo>
                      <a:pt x="33403" y="201396"/>
                    </a:lnTo>
                    <a:lnTo>
                      <a:pt x="33403" y="54295"/>
                    </a:lnTo>
                    <a:lnTo>
                      <a:pt x="55212" y="54295"/>
                    </a:lnTo>
                    <a:lnTo>
                      <a:pt x="55212" y="75286"/>
                    </a:lnTo>
                    <a:lnTo>
                      <a:pt x="55212" y="75712"/>
                    </a:lnTo>
                    <a:lnTo>
                      <a:pt x="55376" y="76498"/>
                    </a:lnTo>
                    <a:lnTo>
                      <a:pt x="55900" y="77578"/>
                    </a:lnTo>
                    <a:lnTo>
                      <a:pt x="56981" y="78692"/>
                    </a:lnTo>
                    <a:lnTo>
                      <a:pt x="58094" y="79216"/>
                    </a:lnTo>
                    <a:lnTo>
                      <a:pt x="58880" y="79379"/>
                    </a:lnTo>
                    <a:lnTo>
                      <a:pt x="59732" y="79379"/>
                    </a:lnTo>
                    <a:lnTo>
                      <a:pt x="60517" y="79216"/>
                    </a:lnTo>
                    <a:lnTo>
                      <a:pt x="61598" y="78692"/>
                    </a:lnTo>
                    <a:lnTo>
                      <a:pt x="62712" y="77578"/>
                    </a:lnTo>
                    <a:lnTo>
                      <a:pt x="63203" y="76498"/>
                    </a:lnTo>
                    <a:lnTo>
                      <a:pt x="63366" y="75712"/>
                    </a:lnTo>
                    <a:lnTo>
                      <a:pt x="63399" y="75286"/>
                    </a:lnTo>
                    <a:lnTo>
                      <a:pt x="63399" y="54295"/>
                    </a:lnTo>
                    <a:lnTo>
                      <a:pt x="119299" y="54295"/>
                    </a:lnTo>
                    <a:lnTo>
                      <a:pt x="119299" y="75286"/>
                    </a:lnTo>
                    <a:lnTo>
                      <a:pt x="119299" y="75712"/>
                    </a:lnTo>
                    <a:lnTo>
                      <a:pt x="119463" y="76498"/>
                    </a:lnTo>
                    <a:lnTo>
                      <a:pt x="119987" y="77578"/>
                    </a:lnTo>
                    <a:lnTo>
                      <a:pt x="121067" y="78692"/>
                    </a:lnTo>
                    <a:lnTo>
                      <a:pt x="122181" y="79216"/>
                    </a:lnTo>
                    <a:lnTo>
                      <a:pt x="122967" y="79379"/>
                    </a:lnTo>
                    <a:lnTo>
                      <a:pt x="123818" y="79379"/>
                    </a:lnTo>
                    <a:lnTo>
                      <a:pt x="124604" y="79216"/>
                    </a:lnTo>
                    <a:lnTo>
                      <a:pt x="125685" y="78692"/>
                    </a:lnTo>
                    <a:lnTo>
                      <a:pt x="126798" y="77578"/>
                    </a:lnTo>
                    <a:lnTo>
                      <a:pt x="127289" y="76498"/>
                    </a:lnTo>
                    <a:lnTo>
                      <a:pt x="127453" y="75712"/>
                    </a:lnTo>
                    <a:lnTo>
                      <a:pt x="127486" y="75286"/>
                    </a:lnTo>
                    <a:lnTo>
                      <a:pt x="127486" y="54295"/>
                    </a:lnTo>
                    <a:lnTo>
                      <a:pt x="148608" y="54295"/>
                    </a:lnTo>
                    <a:lnTo>
                      <a:pt x="148608" y="97161"/>
                    </a:lnTo>
                    <a:lnTo>
                      <a:pt x="148608" y="97587"/>
                    </a:lnTo>
                    <a:lnTo>
                      <a:pt x="148771" y="98406"/>
                    </a:lnTo>
                    <a:lnTo>
                      <a:pt x="149295" y="99486"/>
                    </a:lnTo>
                    <a:lnTo>
                      <a:pt x="150409" y="100600"/>
                    </a:lnTo>
                    <a:lnTo>
                      <a:pt x="151489" y="101091"/>
                    </a:lnTo>
                    <a:lnTo>
                      <a:pt x="152275" y="101255"/>
                    </a:lnTo>
                    <a:lnTo>
                      <a:pt x="153127" y="101255"/>
                    </a:lnTo>
                    <a:lnTo>
                      <a:pt x="153913" y="101091"/>
                    </a:lnTo>
                    <a:lnTo>
                      <a:pt x="154993" y="100600"/>
                    </a:lnTo>
                    <a:lnTo>
                      <a:pt x="156107" y="99486"/>
                    </a:lnTo>
                    <a:lnTo>
                      <a:pt x="156631" y="98406"/>
                    </a:lnTo>
                    <a:lnTo>
                      <a:pt x="156794" y="97587"/>
                    </a:lnTo>
                    <a:lnTo>
                      <a:pt x="156794" y="97161"/>
                    </a:lnTo>
                    <a:lnTo>
                      <a:pt x="156794" y="50202"/>
                    </a:lnTo>
                    <a:lnTo>
                      <a:pt x="156794" y="49776"/>
                    </a:lnTo>
                    <a:lnTo>
                      <a:pt x="156631" y="48990"/>
                    </a:lnTo>
                    <a:lnTo>
                      <a:pt x="156107" y="47909"/>
                    </a:lnTo>
                    <a:lnTo>
                      <a:pt x="154993" y="46796"/>
                    </a:lnTo>
                    <a:lnTo>
                      <a:pt x="153913" y="46272"/>
                    </a:lnTo>
                    <a:lnTo>
                      <a:pt x="153127" y="46108"/>
                    </a:lnTo>
                    <a:lnTo>
                      <a:pt x="127486" y="46108"/>
                    </a:lnTo>
                    <a:lnTo>
                      <a:pt x="127486" y="35957"/>
                    </a:lnTo>
                    <a:lnTo>
                      <a:pt x="127453" y="34123"/>
                    </a:lnTo>
                    <a:lnTo>
                      <a:pt x="127093" y="30488"/>
                    </a:lnTo>
                    <a:lnTo>
                      <a:pt x="126339" y="26984"/>
                    </a:lnTo>
                    <a:lnTo>
                      <a:pt x="125292" y="23611"/>
                    </a:lnTo>
                    <a:lnTo>
                      <a:pt x="123916" y="20369"/>
                    </a:lnTo>
                    <a:lnTo>
                      <a:pt x="122246" y="17323"/>
                    </a:lnTo>
                    <a:lnTo>
                      <a:pt x="120314" y="14442"/>
                    </a:lnTo>
                    <a:lnTo>
                      <a:pt x="118087" y="11789"/>
                    </a:lnTo>
                    <a:lnTo>
                      <a:pt x="115631" y="9333"/>
                    </a:lnTo>
                    <a:lnTo>
                      <a:pt x="112946" y="7139"/>
                    </a:lnTo>
                    <a:lnTo>
                      <a:pt x="110064" y="5207"/>
                    </a:lnTo>
                    <a:lnTo>
                      <a:pt x="107019" y="3537"/>
                    </a:lnTo>
                    <a:lnTo>
                      <a:pt x="103777" y="2161"/>
                    </a:lnTo>
                    <a:lnTo>
                      <a:pt x="100371" y="1113"/>
                    </a:lnTo>
                    <a:lnTo>
                      <a:pt x="96834" y="393"/>
                    </a:lnTo>
                    <a:lnTo>
                      <a:pt x="93199" y="33"/>
                    </a:lnTo>
                    <a:lnTo>
                      <a:pt x="91333" y="0"/>
                    </a:lnTo>
                    <a:lnTo>
                      <a:pt x="89630" y="33"/>
                    </a:lnTo>
                    <a:lnTo>
                      <a:pt x="86290" y="327"/>
                    </a:lnTo>
                    <a:lnTo>
                      <a:pt x="83048" y="950"/>
                    </a:lnTo>
                    <a:lnTo>
                      <a:pt x="79904" y="1834"/>
                    </a:lnTo>
                    <a:lnTo>
                      <a:pt x="78397" y="2391"/>
                    </a:lnTo>
                    <a:lnTo>
                      <a:pt x="76858" y="1834"/>
                    </a:lnTo>
                    <a:lnTo>
                      <a:pt x="73747" y="950"/>
                    </a:lnTo>
                    <a:lnTo>
                      <a:pt x="70473" y="327"/>
                    </a:lnTo>
                    <a:lnTo>
                      <a:pt x="67132" y="33"/>
                    </a:lnTo>
                    <a:lnTo>
                      <a:pt x="65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55;p24">
                <a:extLst>
                  <a:ext uri="{FF2B5EF4-FFF2-40B4-BE49-F238E27FC236}">
                    <a16:creationId xmlns:a16="http://schemas.microsoft.com/office/drawing/2014/main" id="{D915A02C-A887-02E0-6EDC-EA6C599BF345}"/>
                  </a:ext>
                </a:extLst>
              </p:cNvPr>
              <p:cNvSpPr/>
              <p:nvPr/>
            </p:nvSpPr>
            <p:spPr>
              <a:xfrm>
                <a:off x="3994175" y="3200100"/>
                <a:ext cx="2294800" cy="2277600"/>
              </a:xfrm>
              <a:custGeom>
                <a:avLst/>
                <a:gdLst/>
                <a:ahLst/>
                <a:cxnLst/>
                <a:rect l="l" t="t" r="r" b="b"/>
                <a:pathLst>
                  <a:path w="91792" h="91104" extrusionOk="0">
                    <a:moveTo>
                      <a:pt x="1" y="1"/>
                    </a:moveTo>
                    <a:lnTo>
                      <a:pt x="1" y="75090"/>
                    </a:lnTo>
                    <a:lnTo>
                      <a:pt x="33" y="75909"/>
                    </a:lnTo>
                    <a:lnTo>
                      <a:pt x="197" y="77514"/>
                    </a:lnTo>
                    <a:lnTo>
                      <a:pt x="492" y="79085"/>
                    </a:lnTo>
                    <a:lnTo>
                      <a:pt x="983" y="80592"/>
                    </a:lnTo>
                    <a:lnTo>
                      <a:pt x="1933" y="82720"/>
                    </a:lnTo>
                    <a:lnTo>
                      <a:pt x="3636" y="85275"/>
                    </a:lnTo>
                    <a:lnTo>
                      <a:pt x="5830" y="87469"/>
                    </a:lnTo>
                    <a:lnTo>
                      <a:pt x="8384" y="89204"/>
                    </a:lnTo>
                    <a:lnTo>
                      <a:pt x="10513" y="90121"/>
                    </a:lnTo>
                    <a:lnTo>
                      <a:pt x="12019" y="90613"/>
                    </a:lnTo>
                    <a:lnTo>
                      <a:pt x="13591" y="90940"/>
                    </a:lnTo>
                    <a:lnTo>
                      <a:pt x="15195" y="91104"/>
                    </a:lnTo>
                    <a:lnTo>
                      <a:pt x="76597" y="91104"/>
                    </a:lnTo>
                    <a:lnTo>
                      <a:pt x="78201" y="90940"/>
                    </a:lnTo>
                    <a:lnTo>
                      <a:pt x="79773" y="90613"/>
                    </a:lnTo>
                    <a:lnTo>
                      <a:pt x="81279" y="90121"/>
                    </a:lnTo>
                    <a:lnTo>
                      <a:pt x="83408" y="89204"/>
                    </a:lnTo>
                    <a:lnTo>
                      <a:pt x="85995" y="87469"/>
                    </a:lnTo>
                    <a:lnTo>
                      <a:pt x="88156" y="85275"/>
                    </a:lnTo>
                    <a:lnTo>
                      <a:pt x="89892" y="82720"/>
                    </a:lnTo>
                    <a:lnTo>
                      <a:pt x="90842" y="80592"/>
                    </a:lnTo>
                    <a:lnTo>
                      <a:pt x="91300" y="79085"/>
                    </a:lnTo>
                    <a:lnTo>
                      <a:pt x="91628" y="77514"/>
                    </a:lnTo>
                    <a:lnTo>
                      <a:pt x="91791" y="75909"/>
                    </a:lnTo>
                    <a:lnTo>
                      <a:pt x="91791" y="75090"/>
                    </a:lnTo>
                    <a:lnTo>
                      <a:pt x="9179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56;p24">
                <a:extLst>
                  <a:ext uri="{FF2B5EF4-FFF2-40B4-BE49-F238E27FC236}">
                    <a16:creationId xmlns:a16="http://schemas.microsoft.com/office/drawing/2014/main" id="{446692F7-58C7-162F-7049-0477CBF0F27B}"/>
                  </a:ext>
                </a:extLst>
              </p:cNvPr>
              <p:cNvSpPr/>
              <p:nvPr/>
            </p:nvSpPr>
            <p:spPr>
              <a:xfrm>
                <a:off x="4597550" y="2600000"/>
                <a:ext cx="1084775" cy="1209225"/>
              </a:xfrm>
              <a:custGeom>
                <a:avLst/>
                <a:gdLst/>
                <a:ahLst/>
                <a:cxnLst/>
                <a:rect l="l" t="t" r="r" b="b"/>
                <a:pathLst>
                  <a:path w="43391" h="48369" extrusionOk="0">
                    <a:moveTo>
                      <a:pt x="21712" y="1"/>
                    </a:moveTo>
                    <a:lnTo>
                      <a:pt x="20598" y="34"/>
                    </a:lnTo>
                    <a:lnTo>
                      <a:pt x="18404" y="230"/>
                    </a:lnTo>
                    <a:lnTo>
                      <a:pt x="16276" y="656"/>
                    </a:lnTo>
                    <a:lnTo>
                      <a:pt x="14245" y="1311"/>
                    </a:lnTo>
                    <a:lnTo>
                      <a:pt x="12313" y="2130"/>
                    </a:lnTo>
                    <a:lnTo>
                      <a:pt x="10447" y="3112"/>
                    </a:lnTo>
                    <a:lnTo>
                      <a:pt x="8711" y="4291"/>
                    </a:lnTo>
                    <a:lnTo>
                      <a:pt x="7107" y="5601"/>
                    </a:lnTo>
                    <a:lnTo>
                      <a:pt x="5633" y="7074"/>
                    </a:lnTo>
                    <a:lnTo>
                      <a:pt x="4323" y="8679"/>
                    </a:lnTo>
                    <a:lnTo>
                      <a:pt x="3144" y="10382"/>
                    </a:lnTo>
                    <a:lnTo>
                      <a:pt x="2129" y="12216"/>
                    </a:lnTo>
                    <a:lnTo>
                      <a:pt x="1310" y="14148"/>
                    </a:lnTo>
                    <a:lnTo>
                      <a:pt x="688" y="16178"/>
                    </a:lnTo>
                    <a:lnTo>
                      <a:pt x="230" y="18307"/>
                    </a:lnTo>
                    <a:lnTo>
                      <a:pt x="33" y="20468"/>
                    </a:lnTo>
                    <a:lnTo>
                      <a:pt x="0" y="21581"/>
                    </a:lnTo>
                    <a:lnTo>
                      <a:pt x="0" y="44275"/>
                    </a:lnTo>
                    <a:lnTo>
                      <a:pt x="0" y="44701"/>
                    </a:lnTo>
                    <a:lnTo>
                      <a:pt x="164" y="45487"/>
                    </a:lnTo>
                    <a:lnTo>
                      <a:pt x="688" y="46568"/>
                    </a:lnTo>
                    <a:lnTo>
                      <a:pt x="1801" y="47681"/>
                    </a:lnTo>
                    <a:lnTo>
                      <a:pt x="2882" y="48172"/>
                    </a:lnTo>
                    <a:lnTo>
                      <a:pt x="3668" y="48336"/>
                    </a:lnTo>
                    <a:lnTo>
                      <a:pt x="4094" y="48369"/>
                    </a:lnTo>
                    <a:lnTo>
                      <a:pt x="4520" y="48336"/>
                    </a:lnTo>
                    <a:lnTo>
                      <a:pt x="5305" y="48172"/>
                    </a:lnTo>
                    <a:lnTo>
                      <a:pt x="6386" y="47681"/>
                    </a:lnTo>
                    <a:lnTo>
                      <a:pt x="7500" y="46568"/>
                    </a:lnTo>
                    <a:lnTo>
                      <a:pt x="8023" y="45487"/>
                    </a:lnTo>
                    <a:lnTo>
                      <a:pt x="8187" y="44701"/>
                    </a:lnTo>
                    <a:lnTo>
                      <a:pt x="8187" y="44275"/>
                    </a:lnTo>
                    <a:lnTo>
                      <a:pt x="8187" y="21581"/>
                    </a:lnTo>
                    <a:lnTo>
                      <a:pt x="8220" y="20206"/>
                    </a:lnTo>
                    <a:lnTo>
                      <a:pt x="8777" y="17586"/>
                    </a:lnTo>
                    <a:lnTo>
                      <a:pt x="9792" y="15196"/>
                    </a:lnTo>
                    <a:lnTo>
                      <a:pt x="11265" y="13034"/>
                    </a:lnTo>
                    <a:lnTo>
                      <a:pt x="13099" y="11233"/>
                    </a:lnTo>
                    <a:lnTo>
                      <a:pt x="15261" y="9792"/>
                    </a:lnTo>
                    <a:lnTo>
                      <a:pt x="17684" y="8777"/>
                    </a:lnTo>
                    <a:lnTo>
                      <a:pt x="20304" y="8221"/>
                    </a:lnTo>
                    <a:lnTo>
                      <a:pt x="21712" y="8188"/>
                    </a:lnTo>
                    <a:lnTo>
                      <a:pt x="23087" y="8221"/>
                    </a:lnTo>
                    <a:lnTo>
                      <a:pt x="25740" y="8777"/>
                    </a:lnTo>
                    <a:lnTo>
                      <a:pt x="28163" y="9792"/>
                    </a:lnTo>
                    <a:lnTo>
                      <a:pt x="30324" y="11233"/>
                    </a:lnTo>
                    <a:lnTo>
                      <a:pt x="32158" y="13034"/>
                    </a:lnTo>
                    <a:lnTo>
                      <a:pt x="33599" y="15196"/>
                    </a:lnTo>
                    <a:lnTo>
                      <a:pt x="34647" y="17586"/>
                    </a:lnTo>
                    <a:lnTo>
                      <a:pt x="35171" y="20206"/>
                    </a:lnTo>
                    <a:lnTo>
                      <a:pt x="35204" y="21581"/>
                    </a:lnTo>
                    <a:lnTo>
                      <a:pt x="35204" y="44275"/>
                    </a:lnTo>
                    <a:lnTo>
                      <a:pt x="35236" y="44701"/>
                    </a:lnTo>
                    <a:lnTo>
                      <a:pt x="35400" y="45487"/>
                    </a:lnTo>
                    <a:lnTo>
                      <a:pt x="35891" y="46568"/>
                    </a:lnTo>
                    <a:lnTo>
                      <a:pt x="37005" y="47681"/>
                    </a:lnTo>
                    <a:lnTo>
                      <a:pt x="38085" y="48172"/>
                    </a:lnTo>
                    <a:lnTo>
                      <a:pt x="38904" y="48336"/>
                    </a:lnTo>
                    <a:lnTo>
                      <a:pt x="39297" y="48369"/>
                    </a:lnTo>
                    <a:lnTo>
                      <a:pt x="39723" y="48336"/>
                    </a:lnTo>
                    <a:lnTo>
                      <a:pt x="40542" y="48172"/>
                    </a:lnTo>
                    <a:lnTo>
                      <a:pt x="41622" y="47681"/>
                    </a:lnTo>
                    <a:lnTo>
                      <a:pt x="42736" y="46568"/>
                    </a:lnTo>
                    <a:lnTo>
                      <a:pt x="43227" y="45487"/>
                    </a:lnTo>
                    <a:lnTo>
                      <a:pt x="43391" y="44701"/>
                    </a:lnTo>
                    <a:lnTo>
                      <a:pt x="43391" y="44275"/>
                    </a:lnTo>
                    <a:lnTo>
                      <a:pt x="43391" y="21581"/>
                    </a:lnTo>
                    <a:lnTo>
                      <a:pt x="43391" y="20468"/>
                    </a:lnTo>
                    <a:lnTo>
                      <a:pt x="43161" y="18307"/>
                    </a:lnTo>
                    <a:lnTo>
                      <a:pt x="42736" y="16178"/>
                    </a:lnTo>
                    <a:lnTo>
                      <a:pt x="42081" y="14148"/>
                    </a:lnTo>
                    <a:lnTo>
                      <a:pt x="41262" y="12216"/>
                    </a:lnTo>
                    <a:lnTo>
                      <a:pt x="40280" y="10382"/>
                    </a:lnTo>
                    <a:lnTo>
                      <a:pt x="39101" y="8679"/>
                    </a:lnTo>
                    <a:lnTo>
                      <a:pt x="37758" y="7074"/>
                    </a:lnTo>
                    <a:lnTo>
                      <a:pt x="36284" y="5601"/>
                    </a:lnTo>
                    <a:lnTo>
                      <a:pt x="34680" y="4291"/>
                    </a:lnTo>
                    <a:lnTo>
                      <a:pt x="32944" y="3112"/>
                    </a:lnTo>
                    <a:lnTo>
                      <a:pt x="31110" y="2130"/>
                    </a:lnTo>
                    <a:lnTo>
                      <a:pt x="29178" y="1311"/>
                    </a:lnTo>
                    <a:lnTo>
                      <a:pt x="27115" y="656"/>
                    </a:lnTo>
                    <a:lnTo>
                      <a:pt x="25019" y="230"/>
                    </a:lnTo>
                    <a:lnTo>
                      <a:pt x="22825" y="34"/>
                    </a:lnTo>
                    <a:lnTo>
                      <a:pt x="217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657;p24">
              <a:extLst>
                <a:ext uri="{FF2B5EF4-FFF2-40B4-BE49-F238E27FC236}">
                  <a16:creationId xmlns:a16="http://schemas.microsoft.com/office/drawing/2014/main" id="{F30AB1CF-B346-515B-4545-D586B115686A}"/>
                </a:ext>
              </a:extLst>
            </p:cNvPr>
            <p:cNvGrpSpPr/>
            <p:nvPr/>
          </p:nvGrpSpPr>
          <p:grpSpPr>
            <a:xfrm>
              <a:off x="1271243" y="1976345"/>
              <a:ext cx="742994" cy="696907"/>
              <a:chOff x="1031250" y="251150"/>
              <a:chExt cx="5558350" cy="5213575"/>
            </a:xfrm>
          </p:grpSpPr>
          <p:sp>
            <p:nvSpPr>
              <p:cNvPr id="59" name="Google Shape;658;p24">
                <a:extLst>
                  <a:ext uri="{FF2B5EF4-FFF2-40B4-BE49-F238E27FC236}">
                    <a16:creationId xmlns:a16="http://schemas.microsoft.com/office/drawing/2014/main" id="{1D211267-25F2-5851-E216-8DF7EB814789}"/>
                  </a:ext>
                </a:extLst>
              </p:cNvPr>
              <p:cNvSpPr/>
              <p:nvPr/>
            </p:nvSpPr>
            <p:spPr>
              <a:xfrm>
                <a:off x="3173800" y="1866525"/>
                <a:ext cx="1260200" cy="924975"/>
              </a:xfrm>
              <a:custGeom>
                <a:avLst/>
                <a:gdLst/>
                <a:ahLst/>
                <a:cxnLst/>
                <a:rect l="l" t="t" r="r" b="b"/>
                <a:pathLst>
                  <a:path w="50408" h="36999" extrusionOk="0">
                    <a:moveTo>
                      <a:pt x="1" y="1"/>
                    </a:moveTo>
                    <a:lnTo>
                      <a:pt x="1" y="36999"/>
                    </a:lnTo>
                    <a:lnTo>
                      <a:pt x="50408" y="36999"/>
                    </a:lnTo>
                    <a:lnTo>
                      <a:pt x="504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59;p24">
                <a:extLst>
                  <a:ext uri="{FF2B5EF4-FFF2-40B4-BE49-F238E27FC236}">
                    <a16:creationId xmlns:a16="http://schemas.microsoft.com/office/drawing/2014/main" id="{08D7B10A-A09C-DF3F-455D-806C67E8F599}"/>
                  </a:ext>
                </a:extLst>
              </p:cNvPr>
              <p:cNvSpPr/>
              <p:nvPr/>
            </p:nvSpPr>
            <p:spPr>
              <a:xfrm>
                <a:off x="1838925" y="4364325"/>
                <a:ext cx="1260225" cy="963175"/>
              </a:xfrm>
              <a:custGeom>
                <a:avLst/>
                <a:gdLst/>
                <a:ahLst/>
                <a:cxnLst/>
                <a:rect l="l" t="t" r="r" b="b"/>
                <a:pathLst>
                  <a:path w="50409" h="38527" extrusionOk="0">
                    <a:moveTo>
                      <a:pt x="1" y="0"/>
                    </a:moveTo>
                    <a:lnTo>
                      <a:pt x="1" y="38527"/>
                    </a:lnTo>
                    <a:lnTo>
                      <a:pt x="50408" y="38527"/>
                    </a:lnTo>
                    <a:lnTo>
                      <a:pt x="504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60;p24">
                <a:extLst>
                  <a:ext uri="{FF2B5EF4-FFF2-40B4-BE49-F238E27FC236}">
                    <a16:creationId xmlns:a16="http://schemas.microsoft.com/office/drawing/2014/main" id="{2A34F00F-EBD7-F6ED-4F0E-A738ED31AEEB}"/>
                  </a:ext>
                </a:extLst>
              </p:cNvPr>
              <p:cNvSpPr/>
              <p:nvPr/>
            </p:nvSpPr>
            <p:spPr>
              <a:xfrm>
                <a:off x="4509550" y="4364325"/>
                <a:ext cx="1260200" cy="964050"/>
              </a:xfrm>
              <a:custGeom>
                <a:avLst/>
                <a:gdLst/>
                <a:ahLst/>
                <a:cxnLst/>
                <a:rect l="l" t="t" r="r" b="b"/>
                <a:pathLst>
                  <a:path w="50408" h="38562" extrusionOk="0">
                    <a:moveTo>
                      <a:pt x="0" y="0"/>
                    </a:moveTo>
                    <a:lnTo>
                      <a:pt x="0" y="38562"/>
                    </a:lnTo>
                    <a:lnTo>
                      <a:pt x="50408" y="38562"/>
                    </a:lnTo>
                    <a:lnTo>
                      <a:pt x="504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61;p24">
                <a:extLst>
                  <a:ext uri="{FF2B5EF4-FFF2-40B4-BE49-F238E27FC236}">
                    <a16:creationId xmlns:a16="http://schemas.microsoft.com/office/drawing/2014/main" id="{44881020-88B5-CAB5-D481-3E9655B6C9A4}"/>
                  </a:ext>
                </a:extLst>
              </p:cNvPr>
              <p:cNvSpPr/>
              <p:nvPr/>
            </p:nvSpPr>
            <p:spPr>
              <a:xfrm>
                <a:off x="1735575" y="3191850"/>
                <a:ext cx="1469525" cy="462075"/>
              </a:xfrm>
              <a:custGeom>
                <a:avLst/>
                <a:gdLst/>
                <a:ahLst/>
                <a:cxnLst/>
                <a:rect l="l" t="t" r="r" b="b"/>
                <a:pathLst>
                  <a:path w="58781" h="18483" extrusionOk="0">
                    <a:moveTo>
                      <a:pt x="4343" y="1"/>
                    </a:moveTo>
                    <a:lnTo>
                      <a:pt x="3892" y="36"/>
                    </a:lnTo>
                    <a:lnTo>
                      <a:pt x="3058" y="209"/>
                    </a:lnTo>
                    <a:lnTo>
                      <a:pt x="1877" y="730"/>
                    </a:lnTo>
                    <a:lnTo>
                      <a:pt x="696" y="1911"/>
                    </a:lnTo>
                    <a:lnTo>
                      <a:pt x="175" y="3058"/>
                    </a:lnTo>
                    <a:lnTo>
                      <a:pt x="1" y="3926"/>
                    </a:lnTo>
                    <a:lnTo>
                      <a:pt x="1" y="4343"/>
                    </a:lnTo>
                    <a:lnTo>
                      <a:pt x="1" y="14140"/>
                    </a:lnTo>
                    <a:lnTo>
                      <a:pt x="1" y="14591"/>
                    </a:lnTo>
                    <a:lnTo>
                      <a:pt x="175" y="15460"/>
                    </a:lnTo>
                    <a:lnTo>
                      <a:pt x="696" y="16606"/>
                    </a:lnTo>
                    <a:lnTo>
                      <a:pt x="1877" y="17788"/>
                    </a:lnTo>
                    <a:lnTo>
                      <a:pt x="3058" y="18309"/>
                    </a:lnTo>
                    <a:lnTo>
                      <a:pt x="3892" y="18482"/>
                    </a:lnTo>
                    <a:lnTo>
                      <a:pt x="54889" y="18482"/>
                    </a:lnTo>
                    <a:lnTo>
                      <a:pt x="55723" y="18309"/>
                    </a:lnTo>
                    <a:lnTo>
                      <a:pt x="56870" y="17788"/>
                    </a:lnTo>
                    <a:lnTo>
                      <a:pt x="58051" y="16606"/>
                    </a:lnTo>
                    <a:lnTo>
                      <a:pt x="58572" y="15460"/>
                    </a:lnTo>
                    <a:lnTo>
                      <a:pt x="58746" y="14591"/>
                    </a:lnTo>
                    <a:lnTo>
                      <a:pt x="58780" y="14140"/>
                    </a:lnTo>
                    <a:lnTo>
                      <a:pt x="58780" y="4343"/>
                    </a:lnTo>
                    <a:lnTo>
                      <a:pt x="58746" y="3926"/>
                    </a:lnTo>
                    <a:lnTo>
                      <a:pt x="58572" y="3058"/>
                    </a:lnTo>
                    <a:lnTo>
                      <a:pt x="58051" y="1911"/>
                    </a:lnTo>
                    <a:lnTo>
                      <a:pt x="56870" y="730"/>
                    </a:lnTo>
                    <a:lnTo>
                      <a:pt x="55723" y="209"/>
                    </a:lnTo>
                    <a:lnTo>
                      <a:pt x="54889" y="36"/>
                    </a:lnTo>
                    <a:lnTo>
                      <a:pt x="54438" y="1"/>
                    </a:lnTo>
                    <a:lnTo>
                      <a:pt x="53986" y="36"/>
                    </a:lnTo>
                    <a:lnTo>
                      <a:pt x="53153" y="209"/>
                    </a:lnTo>
                    <a:lnTo>
                      <a:pt x="52006" y="730"/>
                    </a:lnTo>
                    <a:lnTo>
                      <a:pt x="50825" y="1911"/>
                    </a:lnTo>
                    <a:lnTo>
                      <a:pt x="50269" y="3058"/>
                    </a:lnTo>
                    <a:lnTo>
                      <a:pt x="50095" y="3926"/>
                    </a:lnTo>
                    <a:lnTo>
                      <a:pt x="50095" y="4343"/>
                    </a:lnTo>
                    <a:lnTo>
                      <a:pt x="50095" y="9797"/>
                    </a:lnTo>
                    <a:lnTo>
                      <a:pt x="8686" y="9797"/>
                    </a:lnTo>
                    <a:lnTo>
                      <a:pt x="8686" y="4343"/>
                    </a:lnTo>
                    <a:lnTo>
                      <a:pt x="8651" y="3926"/>
                    </a:lnTo>
                    <a:lnTo>
                      <a:pt x="8477" y="3058"/>
                    </a:lnTo>
                    <a:lnTo>
                      <a:pt x="7956" y="1911"/>
                    </a:lnTo>
                    <a:lnTo>
                      <a:pt x="6775" y="730"/>
                    </a:lnTo>
                    <a:lnTo>
                      <a:pt x="5629" y="209"/>
                    </a:lnTo>
                    <a:lnTo>
                      <a:pt x="4795" y="36"/>
                    </a:lnTo>
                    <a:lnTo>
                      <a:pt x="434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62;p24">
                <a:extLst>
                  <a:ext uri="{FF2B5EF4-FFF2-40B4-BE49-F238E27FC236}">
                    <a16:creationId xmlns:a16="http://schemas.microsoft.com/office/drawing/2014/main" id="{416B3135-34F4-F0DC-7109-82D5C79CFAC5}"/>
                  </a:ext>
                </a:extLst>
              </p:cNvPr>
              <p:cNvSpPr/>
              <p:nvPr/>
            </p:nvSpPr>
            <p:spPr>
              <a:xfrm>
                <a:off x="1031250" y="251150"/>
                <a:ext cx="5558350" cy="5213575"/>
              </a:xfrm>
              <a:custGeom>
                <a:avLst/>
                <a:gdLst/>
                <a:ahLst/>
                <a:cxnLst/>
                <a:rect l="l" t="t" r="r" b="b"/>
                <a:pathLst>
                  <a:path w="222334" h="208543" extrusionOk="0">
                    <a:moveTo>
                      <a:pt x="156189" y="8685"/>
                    </a:moveTo>
                    <a:lnTo>
                      <a:pt x="156988" y="8755"/>
                    </a:lnTo>
                    <a:lnTo>
                      <a:pt x="158448" y="9345"/>
                    </a:lnTo>
                    <a:lnTo>
                      <a:pt x="159559" y="10457"/>
                    </a:lnTo>
                    <a:lnTo>
                      <a:pt x="160185" y="11916"/>
                    </a:lnTo>
                    <a:lnTo>
                      <a:pt x="160219" y="12750"/>
                    </a:lnTo>
                    <a:lnTo>
                      <a:pt x="160219" y="95882"/>
                    </a:lnTo>
                    <a:lnTo>
                      <a:pt x="160185" y="96715"/>
                    </a:lnTo>
                    <a:lnTo>
                      <a:pt x="159559" y="98175"/>
                    </a:lnTo>
                    <a:lnTo>
                      <a:pt x="158448" y="99251"/>
                    </a:lnTo>
                    <a:lnTo>
                      <a:pt x="156988" y="99877"/>
                    </a:lnTo>
                    <a:lnTo>
                      <a:pt x="156189" y="99946"/>
                    </a:lnTo>
                    <a:lnTo>
                      <a:pt x="66144" y="99946"/>
                    </a:lnTo>
                    <a:lnTo>
                      <a:pt x="65345" y="99877"/>
                    </a:lnTo>
                    <a:lnTo>
                      <a:pt x="63886" y="99251"/>
                    </a:lnTo>
                    <a:lnTo>
                      <a:pt x="62775" y="98175"/>
                    </a:lnTo>
                    <a:lnTo>
                      <a:pt x="62149" y="96715"/>
                    </a:lnTo>
                    <a:lnTo>
                      <a:pt x="62080" y="95882"/>
                    </a:lnTo>
                    <a:lnTo>
                      <a:pt x="62080" y="12750"/>
                    </a:lnTo>
                    <a:lnTo>
                      <a:pt x="62149" y="11916"/>
                    </a:lnTo>
                    <a:lnTo>
                      <a:pt x="62775" y="10457"/>
                    </a:lnTo>
                    <a:lnTo>
                      <a:pt x="63886" y="9345"/>
                    </a:lnTo>
                    <a:lnTo>
                      <a:pt x="65345" y="8755"/>
                    </a:lnTo>
                    <a:lnTo>
                      <a:pt x="66144" y="8685"/>
                    </a:lnTo>
                    <a:close/>
                    <a:moveTo>
                      <a:pt x="102760" y="108631"/>
                    </a:moveTo>
                    <a:lnTo>
                      <a:pt x="103594" y="108666"/>
                    </a:lnTo>
                    <a:lnTo>
                      <a:pt x="105053" y="109291"/>
                    </a:lnTo>
                    <a:lnTo>
                      <a:pt x="106164" y="110403"/>
                    </a:lnTo>
                    <a:lnTo>
                      <a:pt x="106755" y="111862"/>
                    </a:lnTo>
                    <a:lnTo>
                      <a:pt x="106824" y="112661"/>
                    </a:lnTo>
                    <a:lnTo>
                      <a:pt x="106824" y="195828"/>
                    </a:lnTo>
                    <a:lnTo>
                      <a:pt x="106755" y="196627"/>
                    </a:lnTo>
                    <a:lnTo>
                      <a:pt x="106164" y="198086"/>
                    </a:lnTo>
                    <a:lnTo>
                      <a:pt x="105053" y="199198"/>
                    </a:lnTo>
                    <a:lnTo>
                      <a:pt x="103594" y="199823"/>
                    </a:lnTo>
                    <a:lnTo>
                      <a:pt x="102760" y="199858"/>
                    </a:lnTo>
                    <a:lnTo>
                      <a:pt x="12749" y="199858"/>
                    </a:lnTo>
                    <a:lnTo>
                      <a:pt x="11916" y="199823"/>
                    </a:lnTo>
                    <a:lnTo>
                      <a:pt x="10457" y="199198"/>
                    </a:lnTo>
                    <a:lnTo>
                      <a:pt x="9345" y="198086"/>
                    </a:lnTo>
                    <a:lnTo>
                      <a:pt x="8754" y="196627"/>
                    </a:lnTo>
                    <a:lnTo>
                      <a:pt x="8685" y="195828"/>
                    </a:lnTo>
                    <a:lnTo>
                      <a:pt x="8685" y="112661"/>
                    </a:lnTo>
                    <a:lnTo>
                      <a:pt x="8754" y="111862"/>
                    </a:lnTo>
                    <a:lnTo>
                      <a:pt x="9345" y="110403"/>
                    </a:lnTo>
                    <a:lnTo>
                      <a:pt x="10457" y="109291"/>
                    </a:lnTo>
                    <a:lnTo>
                      <a:pt x="11916" y="108666"/>
                    </a:lnTo>
                    <a:lnTo>
                      <a:pt x="12749" y="108631"/>
                    </a:lnTo>
                    <a:close/>
                    <a:moveTo>
                      <a:pt x="209619" y="108631"/>
                    </a:moveTo>
                    <a:lnTo>
                      <a:pt x="210418" y="108666"/>
                    </a:lnTo>
                    <a:lnTo>
                      <a:pt x="211877" y="109291"/>
                    </a:lnTo>
                    <a:lnTo>
                      <a:pt x="212989" y="110403"/>
                    </a:lnTo>
                    <a:lnTo>
                      <a:pt x="213579" y="111862"/>
                    </a:lnTo>
                    <a:lnTo>
                      <a:pt x="213649" y="112696"/>
                    </a:lnTo>
                    <a:lnTo>
                      <a:pt x="213649" y="195793"/>
                    </a:lnTo>
                    <a:lnTo>
                      <a:pt x="213579" y="196627"/>
                    </a:lnTo>
                    <a:lnTo>
                      <a:pt x="212989" y="198086"/>
                    </a:lnTo>
                    <a:lnTo>
                      <a:pt x="211877" y="199198"/>
                    </a:lnTo>
                    <a:lnTo>
                      <a:pt x="210418" y="199823"/>
                    </a:lnTo>
                    <a:lnTo>
                      <a:pt x="209619" y="199858"/>
                    </a:lnTo>
                    <a:lnTo>
                      <a:pt x="119539" y="199858"/>
                    </a:lnTo>
                    <a:lnTo>
                      <a:pt x="118740" y="199823"/>
                    </a:lnTo>
                    <a:lnTo>
                      <a:pt x="117281" y="199198"/>
                    </a:lnTo>
                    <a:lnTo>
                      <a:pt x="116169" y="198086"/>
                    </a:lnTo>
                    <a:lnTo>
                      <a:pt x="115579" y="196627"/>
                    </a:lnTo>
                    <a:lnTo>
                      <a:pt x="115509" y="195793"/>
                    </a:lnTo>
                    <a:lnTo>
                      <a:pt x="115509" y="112696"/>
                    </a:lnTo>
                    <a:lnTo>
                      <a:pt x="115579" y="111862"/>
                    </a:lnTo>
                    <a:lnTo>
                      <a:pt x="116169" y="110403"/>
                    </a:lnTo>
                    <a:lnTo>
                      <a:pt x="117281" y="109291"/>
                    </a:lnTo>
                    <a:lnTo>
                      <a:pt x="118740" y="108666"/>
                    </a:lnTo>
                    <a:lnTo>
                      <a:pt x="119539" y="108631"/>
                    </a:lnTo>
                    <a:close/>
                    <a:moveTo>
                      <a:pt x="66144" y="0"/>
                    </a:moveTo>
                    <a:lnTo>
                      <a:pt x="64859" y="35"/>
                    </a:lnTo>
                    <a:lnTo>
                      <a:pt x="62358" y="556"/>
                    </a:lnTo>
                    <a:lnTo>
                      <a:pt x="60065" y="1529"/>
                    </a:lnTo>
                    <a:lnTo>
                      <a:pt x="58050" y="2883"/>
                    </a:lnTo>
                    <a:lnTo>
                      <a:pt x="56313" y="4620"/>
                    </a:lnTo>
                    <a:lnTo>
                      <a:pt x="54923" y="6670"/>
                    </a:lnTo>
                    <a:lnTo>
                      <a:pt x="53951" y="8963"/>
                    </a:lnTo>
                    <a:lnTo>
                      <a:pt x="53464" y="11429"/>
                    </a:lnTo>
                    <a:lnTo>
                      <a:pt x="53395" y="12750"/>
                    </a:lnTo>
                    <a:lnTo>
                      <a:pt x="53395" y="95882"/>
                    </a:lnTo>
                    <a:lnTo>
                      <a:pt x="53430" y="96924"/>
                    </a:lnTo>
                    <a:lnTo>
                      <a:pt x="53777" y="98974"/>
                    </a:lnTo>
                    <a:lnTo>
                      <a:pt x="54090" y="99946"/>
                    </a:lnTo>
                    <a:lnTo>
                      <a:pt x="12749" y="99946"/>
                    </a:lnTo>
                    <a:lnTo>
                      <a:pt x="11429" y="99981"/>
                    </a:lnTo>
                    <a:lnTo>
                      <a:pt x="8963" y="100502"/>
                    </a:lnTo>
                    <a:lnTo>
                      <a:pt x="6670" y="101475"/>
                    </a:lnTo>
                    <a:lnTo>
                      <a:pt x="4620" y="102830"/>
                    </a:lnTo>
                    <a:lnTo>
                      <a:pt x="2883" y="104567"/>
                    </a:lnTo>
                    <a:lnTo>
                      <a:pt x="1529" y="106582"/>
                    </a:lnTo>
                    <a:lnTo>
                      <a:pt x="556" y="108874"/>
                    </a:lnTo>
                    <a:lnTo>
                      <a:pt x="35" y="111376"/>
                    </a:lnTo>
                    <a:lnTo>
                      <a:pt x="0" y="112661"/>
                    </a:lnTo>
                    <a:lnTo>
                      <a:pt x="0" y="195828"/>
                    </a:lnTo>
                    <a:lnTo>
                      <a:pt x="35" y="197113"/>
                    </a:lnTo>
                    <a:lnTo>
                      <a:pt x="556" y="199615"/>
                    </a:lnTo>
                    <a:lnTo>
                      <a:pt x="1529" y="201907"/>
                    </a:lnTo>
                    <a:lnTo>
                      <a:pt x="2883" y="203922"/>
                    </a:lnTo>
                    <a:lnTo>
                      <a:pt x="4620" y="205659"/>
                    </a:lnTo>
                    <a:lnTo>
                      <a:pt x="6670" y="207049"/>
                    </a:lnTo>
                    <a:lnTo>
                      <a:pt x="8963" y="207987"/>
                    </a:lnTo>
                    <a:lnTo>
                      <a:pt x="11429" y="208508"/>
                    </a:lnTo>
                    <a:lnTo>
                      <a:pt x="12749" y="208543"/>
                    </a:lnTo>
                    <a:lnTo>
                      <a:pt x="102760" y="208543"/>
                    </a:lnTo>
                    <a:lnTo>
                      <a:pt x="103976" y="208508"/>
                    </a:lnTo>
                    <a:lnTo>
                      <a:pt x="106269" y="208091"/>
                    </a:lnTo>
                    <a:lnTo>
                      <a:pt x="108388" y="207257"/>
                    </a:lnTo>
                    <a:lnTo>
                      <a:pt x="110298" y="206111"/>
                    </a:lnTo>
                    <a:lnTo>
                      <a:pt x="111167" y="205381"/>
                    </a:lnTo>
                    <a:lnTo>
                      <a:pt x="112035" y="206111"/>
                    </a:lnTo>
                    <a:lnTo>
                      <a:pt x="113946" y="207257"/>
                    </a:lnTo>
                    <a:lnTo>
                      <a:pt x="116065" y="208091"/>
                    </a:lnTo>
                    <a:lnTo>
                      <a:pt x="118358" y="208508"/>
                    </a:lnTo>
                    <a:lnTo>
                      <a:pt x="119539" y="208543"/>
                    </a:lnTo>
                    <a:lnTo>
                      <a:pt x="209619" y="208543"/>
                    </a:lnTo>
                    <a:lnTo>
                      <a:pt x="210904" y="208508"/>
                    </a:lnTo>
                    <a:lnTo>
                      <a:pt x="213406" y="207987"/>
                    </a:lnTo>
                    <a:lnTo>
                      <a:pt x="215664" y="207014"/>
                    </a:lnTo>
                    <a:lnTo>
                      <a:pt x="217713" y="205659"/>
                    </a:lnTo>
                    <a:lnTo>
                      <a:pt x="219450" y="203922"/>
                    </a:lnTo>
                    <a:lnTo>
                      <a:pt x="220805" y="201873"/>
                    </a:lnTo>
                    <a:lnTo>
                      <a:pt x="221778" y="199580"/>
                    </a:lnTo>
                    <a:lnTo>
                      <a:pt x="222299" y="197113"/>
                    </a:lnTo>
                    <a:lnTo>
                      <a:pt x="222334" y="195793"/>
                    </a:lnTo>
                    <a:lnTo>
                      <a:pt x="222334" y="112696"/>
                    </a:lnTo>
                    <a:lnTo>
                      <a:pt x="222299" y="111376"/>
                    </a:lnTo>
                    <a:lnTo>
                      <a:pt x="221778" y="108909"/>
                    </a:lnTo>
                    <a:lnTo>
                      <a:pt x="220805" y="106616"/>
                    </a:lnTo>
                    <a:lnTo>
                      <a:pt x="219450" y="104567"/>
                    </a:lnTo>
                    <a:lnTo>
                      <a:pt x="217713" y="102830"/>
                    </a:lnTo>
                    <a:lnTo>
                      <a:pt x="215664" y="101475"/>
                    </a:lnTo>
                    <a:lnTo>
                      <a:pt x="213406" y="100502"/>
                    </a:lnTo>
                    <a:lnTo>
                      <a:pt x="210904" y="99981"/>
                    </a:lnTo>
                    <a:lnTo>
                      <a:pt x="209619" y="99946"/>
                    </a:lnTo>
                    <a:lnTo>
                      <a:pt x="168244" y="99946"/>
                    </a:lnTo>
                    <a:lnTo>
                      <a:pt x="168557" y="98974"/>
                    </a:lnTo>
                    <a:lnTo>
                      <a:pt x="168904" y="96924"/>
                    </a:lnTo>
                    <a:lnTo>
                      <a:pt x="168904" y="95882"/>
                    </a:lnTo>
                    <a:lnTo>
                      <a:pt x="168904" y="12750"/>
                    </a:lnTo>
                    <a:lnTo>
                      <a:pt x="168869" y="11429"/>
                    </a:lnTo>
                    <a:lnTo>
                      <a:pt x="168383" y="8963"/>
                    </a:lnTo>
                    <a:lnTo>
                      <a:pt x="167410" y="6670"/>
                    </a:lnTo>
                    <a:lnTo>
                      <a:pt x="166021" y="4620"/>
                    </a:lnTo>
                    <a:lnTo>
                      <a:pt x="164284" y="2883"/>
                    </a:lnTo>
                    <a:lnTo>
                      <a:pt x="162269" y="1529"/>
                    </a:lnTo>
                    <a:lnTo>
                      <a:pt x="159976" y="556"/>
                    </a:lnTo>
                    <a:lnTo>
                      <a:pt x="157475" y="35"/>
                    </a:lnTo>
                    <a:lnTo>
                      <a:pt x="1561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63;p24">
                <a:extLst>
                  <a:ext uri="{FF2B5EF4-FFF2-40B4-BE49-F238E27FC236}">
                    <a16:creationId xmlns:a16="http://schemas.microsoft.com/office/drawing/2014/main" id="{A9EC232A-BE13-CD76-EFDC-FFA88E9BB37C}"/>
                  </a:ext>
                </a:extLst>
              </p:cNvPr>
              <p:cNvSpPr/>
              <p:nvPr/>
            </p:nvSpPr>
            <p:spPr>
              <a:xfrm>
                <a:off x="4406200" y="3191850"/>
                <a:ext cx="1469500" cy="462075"/>
              </a:xfrm>
              <a:custGeom>
                <a:avLst/>
                <a:gdLst/>
                <a:ahLst/>
                <a:cxnLst/>
                <a:rect l="l" t="t" r="r" b="b"/>
                <a:pathLst>
                  <a:path w="58780" h="18483" extrusionOk="0">
                    <a:moveTo>
                      <a:pt x="4343" y="1"/>
                    </a:moveTo>
                    <a:lnTo>
                      <a:pt x="3891" y="36"/>
                    </a:lnTo>
                    <a:lnTo>
                      <a:pt x="3057" y="209"/>
                    </a:lnTo>
                    <a:lnTo>
                      <a:pt x="1876" y="730"/>
                    </a:lnTo>
                    <a:lnTo>
                      <a:pt x="695" y="1911"/>
                    </a:lnTo>
                    <a:lnTo>
                      <a:pt x="174" y="3058"/>
                    </a:lnTo>
                    <a:lnTo>
                      <a:pt x="0" y="3926"/>
                    </a:lnTo>
                    <a:lnTo>
                      <a:pt x="0" y="4343"/>
                    </a:lnTo>
                    <a:lnTo>
                      <a:pt x="0" y="14140"/>
                    </a:lnTo>
                    <a:lnTo>
                      <a:pt x="0" y="14591"/>
                    </a:lnTo>
                    <a:lnTo>
                      <a:pt x="174" y="15460"/>
                    </a:lnTo>
                    <a:lnTo>
                      <a:pt x="695" y="16606"/>
                    </a:lnTo>
                    <a:lnTo>
                      <a:pt x="1876" y="17788"/>
                    </a:lnTo>
                    <a:lnTo>
                      <a:pt x="3057" y="18309"/>
                    </a:lnTo>
                    <a:lnTo>
                      <a:pt x="3891" y="18482"/>
                    </a:lnTo>
                    <a:lnTo>
                      <a:pt x="54889" y="18482"/>
                    </a:lnTo>
                    <a:lnTo>
                      <a:pt x="55723" y="18309"/>
                    </a:lnTo>
                    <a:lnTo>
                      <a:pt x="56869" y="17788"/>
                    </a:lnTo>
                    <a:lnTo>
                      <a:pt x="58050" y="16606"/>
                    </a:lnTo>
                    <a:lnTo>
                      <a:pt x="58571" y="15460"/>
                    </a:lnTo>
                    <a:lnTo>
                      <a:pt x="58745" y="14591"/>
                    </a:lnTo>
                    <a:lnTo>
                      <a:pt x="58780" y="14140"/>
                    </a:lnTo>
                    <a:lnTo>
                      <a:pt x="58780" y="4343"/>
                    </a:lnTo>
                    <a:lnTo>
                      <a:pt x="58745" y="3926"/>
                    </a:lnTo>
                    <a:lnTo>
                      <a:pt x="58571" y="3058"/>
                    </a:lnTo>
                    <a:lnTo>
                      <a:pt x="58050" y="1911"/>
                    </a:lnTo>
                    <a:lnTo>
                      <a:pt x="56869" y="730"/>
                    </a:lnTo>
                    <a:lnTo>
                      <a:pt x="55723" y="209"/>
                    </a:lnTo>
                    <a:lnTo>
                      <a:pt x="54889" y="36"/>
                    </a:lnTo>
                    <a:lnTo>
                      <a:pt x="54437" y="1"/>
                    </a:lnTo>
                    <a:lnTo>
                      <a:pt x="53986" y="36"/>
                    </a:lnTo>
                    <a:lnTo>
                      <a:pt x="53152" y="209"/>
                    </a:lnTo>
                    <a:lnTo>
                      <a:pt x="52006" y="730"/>
                    </a:lnTo>
                    <a:lnTo>
                      <a:pt x="50824" y="1911"/>
                    </a:lnTo>
                    <a:lnTo>
                      <a:pt x="50269" y="3058"/>
                    </a:lnTo>
                    <a:lnTo>
                      <a:pt x="50095" y="3926"/>
                    </a:lnTo>
                    <a:lnTo>
                      <a:pt x="50095" y="4343"/>
                    </a:lnTo>
                    <a:lnTo>
                      <a:pt x="50095" y="9797"/>
                    </a:lnTo>
                    <a:lnTo>
                      <a:pt x="8685" y="9797"/>
                    </a:lnTo>
                    <a:lnTo>
                      <a:pt x="8685" y="4343"/>
                    </a:lnTo>
                    <a:lnTo>
                      <a:pt x="8650" y="3926"/>
                    </a:lnTo>
                    <a:lnTo>
                      <a:pt x="8477" y="3058"/>
                    </a:lnTo>
                    <a:lnTo>
                      <a:pt x="7956" y="1911"/>
                    </a:lnTo>
                    <a:lnTo>
                      <a:pt x="6775" y="730"/>
                    </a:lnTo>
                    <a:lnTo>
                      <a:pt x="5628" y="209"/>
                    </a:lnTo>
                    <a:lnTo>
                      <a:pt x="4794" y="36"/>
                    </a:lnTo>
                    <a:lnTo>
                      <a:pt x="434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64;p24">
                <a:extLst>
                  <a:ext uri="{FF2B5EF4-FFF2-40B4-BE49-F238E27FC236}">
                    <a16:creationId xmlns:a16="http://schemas.microsoft.com/office/drawing/2014/main" id="{7D7C6998-DF91-7D2D-6FCC-8D0CFF4EEC99}"/>
                  </a:ext>
                </a:extLst>
              </p:cNvPr>
              <p:cNvSpPr/>
              <p:nvPr/>
            </p:nvSpPr>
            <p:spPr>
              <a:xfrm>
                <a:off x="3070450" y="694075"/>
                <a:ext cx="1469525" cy="462050"/>
              </a:xfrm>
              <a:custGeom>
                <a:avLst/>
                <a:gdLst/>
                <a:ahLst/>
                <a:cxnLst/>
                <a:rect l="l" t="t" r="r" b="b"/>
                <a:pathLst>
                  <a:path w="58781" h="18482" extrusionOk="0">
                    <a:moveTo>
                      <a:pt x="3892" y="0"/>
                    </a:moveTo>
                    <a:lnTo>
                      <a:pt x="3058" y="174"/>
                    </a:lnTo>
                    <a:lnTo>
                      <a:pt x="1911" y="695"/>
                    </a:lnTo>
                    <a:lnTo>
                      <a:pt x="730" y="1876"/>
                    </a:lnTo>
                    <a:lnTo>
                      <a:pt x="209" y="3023"/>
                    </a:lnTo>
                    <a:lnTo>
                      <a:pt x="35" y="3891"/>
                    </a:lnTo>
                    <a:lnTo>
                      <a:pt x="1" y="4343"/>
                    </a:lnTo>
                    <a:lnTo>
                      <a:pt x="1" y="14139"/>
                    </a:lnTo>
                    <a:lnTo>
                      <a:pt x="35" y="14591"/>
                    </a:lnTo>
                    <a:lnTo>
                      <a:pt x="209" y="15425"/>
                    </a:lnTo>
                    <a:lnTo>
                      <a:pt x="730" y="16571"/>
                    </a:lnTo>
                    <a:lnTo>
                      <a:pt x="1911" y="17752"/>
                    </a:lnTo>
                    <a:lnTo>
                      <a:pt x="3058" y="18273"/>
                    </a:lnTo>
                    <a:lnTo>
                      <a:pt x="3892" y="18447"/>
                    </a:lnTo>
                    <a:lnTo>
                      <a:pt x="4343" y="18482"/>
                    </a:lnTo>
                    <a:lnTo>
                      <a:pt x="54438" y="18482"/>
                    </a:lnTo>
                    <a:lnTo>
                      <a:pt x="54889" y="18447"/>
                    </a:lnTo>
                    <a:lnTo>
                      <a:pt x="55758" y="18273"/>
                    </a:lnTo>
                    <a:lnTo>
                      <a:pt x="56904" y="17752"/>
                    </a:lnTo>
                    <a:lnTo>
                      <a:pt x="58085" y="16571"/>
                    </a:lnTo>
                    <a:lnTo>
                      <a:pt x="58606" y="15425"/>
                    </a:lnTo>
                    <a:lnTo>
                      <a:pt x="58780" y="14591"/>
                    </a:lnTo>
                    <a:lnTo>
                      <a:pt x="58780" y="14139"/>
                    </a:lnTo>
                    <a:lnTo>
                      <a:pt x="58780" y="4343"/>
                    </a:lnTo>
                    <a:lnTo>
                      <a:pt x="58780" y="3891"/>
                    </a:lnTo>
                    <a:lnTo>
                      <a:pt x="58606" y="3023"/>
                    </a:lnTo>
                    <a:lnTo>
                      <a:pt x="58085" y="1876"/>
                    </a:lnTo>
                    <a:lnTo>
                      <a:pt x="56904" y="695"/>
                    </a:lnTo>
                    <a:lnTo>
                      <a:pt x="55758" y="174"/>
                    </a:lnTo>
                    <a:lnTo>
                      <a:pt x="54889" y="0"/>
                    </a:lnTo>
                    <a:lnTo>
                      <a:pt x="54021" y="0"/>
                    </a:lnTo>
                    <a:lnTo>
                      <a:pt x="53152" y="174"/>
                    </a:lnTo>
                    <a:lnTo>
                      <a:pt x="52006" y="695"/>
                    </a:lnTo>
                    <a:lnTo>
                      <a:pt x="50825" y="1876"/>
                    </a:lnTo>
                    <a:lnTo>
                      <a:pt x="50304" y="3023"/>
                    </a:lnTo>
                    <a:lnTo>
                      <a:pt x="50130" y="3891"/>
                    </a:lnTo>
                    <a:lnTo>
                      <a:pt x="50095" y="4343"/>
                    </a:lnTo>
                    <a:lnTo>
                      <a:pt x="50095" y="9797"/>
                    </a:lnTo>
                    <a:lnTo>
                      <a:pt x="8686" y="9797"/>
                    </a:lnTo>
                    <a:lnTo>
                      <a:pt x="8686" y="4343"/>
                    </a:lnTo>
                    <a:lnTo>
                      <a:pt x="8686" y="3891"/>
                    </a:lnTo>
                    <a:lnTo>
                      <a:pt x="8512" y="3023"/>
                    </a:lnTo>
                    <a:lnTo>
                      <a:pt x="7991" y="1876"/>
                    </a:lnTo>
                    <a:lnTo>
                      <a:pt x="6810" y="695"/>
                    </a:lnTo>
                    <a:lnTo>
                      <a:pt x="5629" y="174"/>
                    </a:lnTo>
                    <a:lnTo>
                      <a:pt x="479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665;p24">
              <a:extLst>
                <a:ext uri="{FF2B5EF4-FFF2-40B4-BE49-F238E27FC236}">
                  <a16:creationId xmlns:a16="http://schemas.microsoft.com/office/drawing/2014/main" id="{921EF0FD-CAC2-19E2-93C3-8C7DCFABEDC9}"/>
                </a:ext>
              </a:extLst>
            </p:cNvPr>
            <p:cNvGrpSpPr/>
            <p:nvPr/>
          </p:nvGrpSpPr>
          <p:grpSpPr>
            <a:xfrm>
              <a:off x="10012888" y="1917999"/>
              <a:ext cx="673677" cy="779941"/>
              <a:chOff x="1547975" y="238125"/>
              <a:chExt cx="4525700" cy="5239575"/>
            </a:xfrm>
          </p:grpSpPr>
          <p:sp>
            <p:nvSpPr>
              <p:cNvPr id="57" name="Google Shape;666;p24">
                <a:extLst>
                  <a:ext uri="{FF2B5EF4-FFF2-40B4-BE49-F238E27FC236}">
                    <a16:creationId xmlns:a16="http://schemas.microsoft.com/office/drawing/2014/main" id="{7B7593A4-A615-56EA-5041-AD4B2929ECCB}"/>
                  </a:ext>
                </a:extLst>
              </p:cNvPr>
              <p:cNvSpPr/>
              <p:nvPr/>
            </p:nvSpPr>
            <p:spPr>
              <a:xfrm>
                <a:off x="1547975" y="238125"/>
                <a:ext cx="4525700" cy="5239575"/>
              </a:xfrm>
              <a:custGeom>
                <a:avLst/>
                <a:gdLst/>
                <a:ahLst/>
                <a:cxnLst/>
                <a:rect l="l" t="t" r="r" b="b"/>
                <a:pathLst>
                  <a:path w="181028" h="209583" extrusionOk="0">
                    <a:moveTo>
                      <a:pt x="90514" y="8187"/>
                    </a:moveTo>
                    <a:lnTo>
                      <a:pt x="92642" y="8220"/>
                    </a:lnTo>
                    <a:lnTo>
                      <a:pt x="96834" y="8416"/>
                    </a:lnTo>
                    <a:lnTo>
                      <a:pt x="100960" y="8842"/>
                    </a:lnTo>
                    <a:lnTo>
                      <a:pt x="105054" y="9464"/>
                    </a:lnTo>
                    <a:lnTo>
                      <a:pt x="109081" y="10283"/>
                    </a:lnTo>
                    <a:lnTo>
                      <a:pt x="113011" y="11298"/>
                    </a:lnTo>
                    <a:lnTo>
                      <a:pt x="116875" y="12509"/>
                    </a:lnTo>
                    <a:lnTo>
                      <a:pt x="120674" y="13885"/>
                    </a:lnTo>
                    <a:lnTo>
                      <a:pt x="124342" y="15457"/>
                    </a:lnTo>
                    <a:lnTo>
                      <a:pt x="127944" y="17192"/>
                    </a:lnTo>
                    <a:lnTo>
                      <a:pt x="131448" y="19092"/>
                    </a:lnTo>
                    <a:lnTo>
                      <a:pt x="134854" y="21155"/>
                    </a:lnTo>
                    <a:lnTo>
                      <a:pt x="138128" y="23382"/>
                    </a:lnTo>
                    <a:lnTo>
                      <a:pt x="141305" y="25772"/>
                    </a:lnTo>
                    <a:lnTo>
                      <a:pt x="144350" y="28294"/>
                    </a:lnTo>
                    <a:lnTo>
                      <a:pt x="147265" y="30946"/>
                    </a:lnTo>
                    <a:lnTo>
                      <a:pt x="150081" y="33730"/>
                    </a:lnTo>
                    <a:lnTo>
                      <a:pt x="152734" y="36644"/>
                    </a:lnTo>
                    <a:lnTo>
                      <a:pt x="155255" y="39722"/>
                    </a:lnTo>
                    <a:lnTo>
                      <a:pt x="157613" y="42866"/>
                    </a:lnTo>
                    <a:lnTo>
                      <a:pt x="159840" y="46174"/>
                    </a:lnTo>
                    <a:lnTo>
                      <a:pt x="161903" y="49547"/>
                    </a:lnTo>
                    <a:lnTo>
                      <a:pt x="163802" y="53051"/>
                    </a:lnTo>
                    <a:lnTo>
                      <a:pt x="165538" y="56653"/>
                    </a:lnTo>
                    <a:lnTo>
                      <a:pt x="167110" y="60353"/>
                    </a:lnTo>
                    <a:lnTo>
                      <a:pt x="168485" y="64119"/>
                    </a:lnTo>
                    <a:lnTo>
                      <a:pt x="169697" y="67983"/>
                    </a:lnTo>
                    <a:lnTo>
                      <a:pt x="170712" y="71946"/>
                    </a:lnTo>
                    <a:lnTo>
                      <a:pt x="171531" y="75941"/>
                    </a:lnTo>
                    <a:lnTo>
                      <a:pt x="172185" y="80034"/>
                    </a:lnTo>
                    <a:lnTo>
                      <a:pt x="172578" y="84193"/>
                    </a:lnTo>
                    <a:lnTo>
                      <a:pt x="172808" y="88385"/>
                    </a:lnTo>
                    <a:lnTo>
                      <a:pt x="172840" y="90514"/>
                    </a:lnTo>
                    <a:lnTo>
                      <a:pt x="172775" y="94083"/>
                    </a:lnTo>
                    <a:lnTo>
                      <a:pt x="172185" y="101156"/>
                    </a:lnTo>
                    <a:lnTo>
                      <a:pt x="171007" y="108033"/>
                    </a:lnTo>
                    <a:lnTo>
                      <a:pt x="169271" y="114747"/>
                    </a:lnTo>
                    <a:lnTo>
                      <a:pt x="166979" y="121198"/>
                    </a:lnTo>
                    <a:lnTo>
                      <a:pt x="164195" y="127420"/>
                    </a:lnTo>
                    <a:lnTo>
                      <a:pt x="160920" y="133380"/>
                    </a:lnTo>
                    <a:lnTo>
                      <a:pt x="157187" y="139012"/>
                    </a:lnTo>
                    <a:lnTo>
                      <a:pt x="152996" y="144317"/>
                    </a:lnTo>
                    <a:lnTo>
                      <a:pt x="148378" y="149229"/>
                    </a:lnTo>
                    <a:lnTo>
                      <a:pt x="143368" y="153781"/>
                    </a:lnTo>
                    <a:lnTo>
                      <a:pt x="137932" y="157940"/>
                    </a:lnTo>
                    <a:lnTo>
                      <a:pt x="132168" y="161608"/>
                    </a:lnTo>
                    <a:lnTo>
                      <a:pt x="126077" y="164850"/>
                    </a:lnTo>
                    <a:lnTo>
                      <a:pt x="119626" y="167568"/>
                    </a:lnTo>
                    <a:lnTo>
                      <a:pt x="112913" y="169762"/>
                    </a:lnTo>
                    <a:lnTo>
                      <a:pt x="109442" y="170646"/>
                    </a:lnTo>
                    <a:lnTo>
                      <a:pt x="108689" y="170875"/>
                    </a:lnTo>
                    <a:lnTo>
                      <a:pt x="107411" y="171760"/>
                    </a:lnTo>
                    <a:lnTo>
                      <a:pt x="106953" y="172415"/>
                    </a:lnTo>
                    <a:lnTo>
                      <a:pt x="90514" y="197925"/>
                    </a:lnTo>
                    <a:lnTo>
                      <a:pt x="74075" y="172415"/>
                    </a:lnTo>
                    <a:lnTo>
                      <a:pt x="73583" y="171760"/>
                    </a:lnTo>
                    <a:lnTo>
                      <a:pt x="72306" y="170875"/>
                    </a:lnTo>
                    <a:lnTo>
                      <a:pt x="71553" y="170646"/>
                    </a:lnTo>
                    <a:lnTo>
                      <a:pt x="68082" y="169762"/>
                    </a:lnTo>
                    <a:lnTo>
                      <a:pt x="61369" y="167568"/>
                    </a:lnTo>
                    <a:lnTo>
                      <a:pt x="54950" y="164850"/>
                    </a:lnTo>
                    <a:lnTo>
                      <a:pt x="48826" y="161608"/>
                    </a:lnTo>
                    <a:lnTo>
                      <a:pt x="43063" y="157940"/>
                    </a:lnTo>
                    <a:lnTo>
                      <a:pt x="37660" y="153781"/>
                    </a:lnTo>
                    <a:lnTo>
                      <a:pt x="32617" y="149229"/>
                    </a:lnTo>
                    <a:lnTo>
                      <a:pt x="27999" y="144317"/>
                    </a:lnTo>
                    <a:lnTo>
                      <a:pt x="23808" y="139012"/>
                    </a:lnTo>
                    <a:lnTo>
                      <a:pt x="20074" y="133380"/>
                    </a:lnTo>
                    <a:lnTo>
                      <a:pt x="16800" y="127420"/>
                    </a:lnTo>
                    <a:lnTo>
                      <a:pt x="14016" y="121198"/>
                    </a:lnTo>
                    <a:lnTo>
                      <a:pt x="11757" y="114747"/>
                    </a:lnTo>
                    <a:lnTo>
                      <a:pt x="10021" y="108033"/>
                    </a:lnTo>
                    <a:lnTo>
                      <a:pt x="8842" y="101156"/>
                    </a:lnTo>
                    <a:lnTo>
                      <a:pt x="8220" y="94083"/>
                    </a:lnTo>
                    <a:lnTo>
                      <a:pt x="8187" y="90514"/>
                    </a:lnTo>
                    <a:lnTo>
                      <a:pt x="8187" y="88385"/>
                    </a:lnTo>
                    <a:lnTo>
                      <a:pt x="8416" y="84193"/>
                    </a:lnTo>
                    <a:lnTo>
                      <a:pt x="8842" y="80034"/>
                    </a:lnTo>
                    <a:lnTo>
                      <a:pt x="9464" y="75941"/>
                    </a:lnTo>
                    <a:lnTo>
                      <a:pt x="10283" y="71946"/>
                    </a:lnTo>
                    <a:lnTo>
                      <a:pt x="11298" y="67983"/>
                    </a:lnTo>
                    <a:lnTo>
                      <a:pt x="12510" y="64119"/>
                    </a:lnTo>
                    <a:lnTo>
                      <a:pt x="13885" y="60353"/>
                    </a:lnTo>
                    <a:lnTo>
                      <a:pt x="15457" y="56653"/>
                    </a:lnTo>
                    <a:lnTo>
                      <a:pt x="17193" y="53051"/>
                    </a:lnTo>
                    <a:lnTo>
                      <a:pt x="19092" y="49547"/>
                    </a:lnTo>
                    <a:lnTo>
                      <a:pt x="21155" y="46174"/>
                    </a:lnTo>
                    <a:lnTo>
                      <a:pt x="23382" y="42866"/>
                    </a:lnTo>
                    <a:lnTo>
                      <a:pt x="25740" y="39722"/>
                    </a:lnTo>
                    <a:lnTo>
                      <a:pt x="28261" y="36644"/>
                    </a:lnTo>
                    <a:lnTo>
                      <a:pt x="30946" y="33730"/>
                    </a:lnTo>
                    <a:lnTo>
                      <a:pt x="33730" y="30946"/>
                    </a:lnTo>
                    <a:lnTo>
                      <a:pt x="36644" y="28294"/>
                    </a:lnTo>
                    <a:lnTo>
                      <a:pt x="39690" y="25772"/>
                    </a:lnTo>
                    <a:lnTo>
                      <a:pt x="42866" y="23382"/>
                    </a:lnTo>
                    <a:lnTo>
                      <a:pt x="46174" y="21155"/>
                    </a:lnTo>
                    <a:lnTo>
                      <a:pt x="49547" y="19092"/>
                    </a:lnTo>
                    <a:lnTo>
                      <a:pt x="53051" y="17192"/>
                    </a:lnTo>
                    <a:lnTo>
                      <a:pt x="56653" y="15457"/>
                    </a:lnTo>
                    <a:lnTo>
                      <a:pt x="60353" y="13885"/>
                    </a:lnTo>
                    <a:lnTo>
                      <a:pt x="64119" y="12509"/>
                    </a:lnTo>
                    <a:lnTo>
                      <a:pt x="67984" y="11298"/>
                    </a:lnTo>
                    <a:lnTo>
                      <a:pt x="71946" y="10283"/>
                    </a:lnTo>
                    <a:lnTo>
                      <a:pt x="75941" y="9464"/>
                    </a:lnTo>
                    <a:lnTo>
                      <a:pt x="80035" y="8842"/>
                    </a:lnTo>
                    <a:lnTo>
                      <a:pt x="84161" y="8416"/>
                    </a:lnTo>
                    <a:lnTo>
                      <a:pt x="88385" y="8220"/>
                    </a:lnTo>
                    <a:lnTo>
                      <a:pt x="90514" y="8187"/>
                    </a:lnTo>
                    <a:close/>
                    <a:moveTo>
                      <a:pt x="90514" y="0"/>
                    </a:moveTo>
                    <a:lnTo>
                      <a:pt x="88254" y="33"/>
                    </a:lnTo>
                    <a:lnTo>
                      <a:pt x="83735" y="229"/>
                    </a:lnTo>
                    <a:lnTo>
                      <a:pt x="79281" y="688"/>
                    </a:lnTo>
                    <a:lnTo>
                      <a:pt x="74893" y="1310"/>
                    </a:lnTo>
                    <a:lnTo>
                      <a:pt x="70538" y="2194"/>
                    </a:lnTo>
                    <a:lnTo>
                      <a:pt x="66248" y="3275"/>
                    </a:lnTo>
                    <a:lnTo>
                      <a:pt x="62024" y="4552"/>
                    </a:lnTo>
                    <a:lnTo>
                      <a:pt x="57897" y="6026"/>
                    </a:lnTo>
                    <a:lnTo>
                      <a:pt x="53837" y="7696"/>
                    </a:lnTo>
                    <a:lnTo>
                      <a:pt x="49842" y="9595"/>
                    </a:lnTo>
                    <a:lnTo>
                      <a:pt x="45945" y="11658"/>
                    </a:lnTo>
                    <a:lnTo>
                      <a:pt x="42179" y="13950"/>
                    </a:lnTo>
                    <a:lnTo>
                      <a:pt x="38478" y="16406"/>
                    </a:lnTo>
                    <a:lnTo>
                      <a:pt x="34909" y="19059"/>
                    </a:lnTo>
                    <a:lnTo>
                      <a:pt x="31438" y="21908"/>
                    </a:lnTo>
                    <a:lnTo>
                      <a:pt x="28130" y="24921"/>
                    </a:lnTo>
                    <a:lnTo>
                      <a:pt x="26493" y="26525"/>
                    </a:lnTo>
                    <a:lnTo>
                      <a:pt x="24921" y="28130"/>
                    </a:lnTo>
                    <a:lnTo>
                      <a:pt x="21875" y="31470"/>
                    </a:lnTo>
                    <a:lnTo>
                      <a:pt x="19059" y="34909"/>
                    </a:lnTo>
                    <a:lnTo>
                      <a:pt x="16407" y="38478"/>
                    </a:lnTo>
                    <a:lnTo>
                      <a:pt x="13918" y="42179"/>
                    </a:lnTo>
                    <a:lnTo>
                      <a:pt x="11658" y="45977"/>
                    </a:lnTo>
                    <a:lnTo>
                      <a:pt x="9595" y="49841"/>
                    </a:lnTo>
                    <a:lnTo>
                      <a:pt x="7696" y="53837"/>
                    </a:lnTo>
                    <a:lnTo>
                      <a:pt x="6026" y="57897"/>
                    </a:lnTo>
                    <a:lnTo>
                      <a:pt x="4519" y="62023"/>
                    </a:lnTo>
                    <a:lnTo>
                      <a:pt x="3242" y="66248"/>
                    </a:lnTo>
                    <a:lnTo>
                      <a:pt x="2194" y="70538"/>
                    </a:lnTo>
                    <a:lnTo>
                      <a:pt x="1310" y="74893"/>
                    </a:lnTo>
                    <a:lnTo>
                      <a:pt x="655" y="79281"/>
                    </a:lnTo>
                    <a:lnTo>
                      <a:pt x="229" y="83735"/>
                    </a:lnTo>
                    <a:lnTo>
                      <a:pt x="0" y="88254"/>
                    </a:lnTo>
                    <a:lnTo>
                      <a:pt x="0" y="90514"/>
                    </a:lnTo>
                    <a:lnTo>
                      <a:pt x="0" y="92446"/>
                    </a:lnTo>
                    <a:lnTo>
                      <a:pt x="164" y="96277"/>
                    </a:lnTo>
                    <a:lnTo>
                      <a:pt x="491" y="100076"/>
                    </a:lnTo>
                    <a:lnTo>
                      <a:pt x="983" y="103874"/>
                    </a:lnTo>
                    <a:lnTo>
                      <a:pt x="1638" y="107640"/>
                    </a:lnTo>
                    <a:lnTo>
                      <a:pt x="2424" y="111374"/>
                    </a:lnTo>
                    <a:lnTo>
                      <a:pt x="3406" y="115074"/>
                    </a:lnTo>
                    <a:lnTo>
                      <a:pt x="4519" y="118709"/>
                    </a:lnTo>
                    <a:lnTo>
                      <a:pt x="5764" y="122311"/>
                    </a:lnTo>
                    <a:lnTo>
                      <a:pt x="7172" y="125848"/>
                    </a:lnTo>
                    <a:lnTo>
                      <a:pt x="8744" y="129319"/>
                    </a:lnTo>
                    <a:lnTo>
                      <a:pt x="10447" y="132725"/>
                    </a:lnTo>
                    <a:lnTo>
                      <a:pt x="12280" y="136065"/>
                    </a:lnTo>
                    <a:lnTo>
                      <a:pt x="14278" y="139307"/>
                    </a:lnTo>
                    <a:lnTo>
                      <a:pt x="16407" y="142516"/>
                    </a:lnTo>
                    <a:lnTo>
                      <a:pt x="18666" y="145595"/>
                    </a:lnTo>
                    <a:lnTo>
                      <a:pt x="19845" y="147101"/>
                    </a:lnTo>
                    <a:lnTo>
                      <a:pt x="22203" y="149917"/>
                    </a:lnTo>
                    <a:lnTo>
                      <a:pt x="27213" y="155255"/>
                    </a:lnTo>
                    <a:lnTo>
                      <a:pt x="32649" y="160134"/>
                    </a:lnTo>
                    <a:lnTo>
                      <a:pt x="38446" y="164555"/>
                    </a:lnTo>
                    <a:lnTo>
                      <a:pt x="44569" y="168518"/>
                    </a:lnTo>
                    <a:lnTo>
                      <a:pt x="50988" y="171956"/>
                    </a:lnTo>
                    <a:lnTo>
                      <a:pt x="57668" y="174871"/>
                    </a:lnTo>
                    <a:lnTo>
                      <a:pt x="64545" y="177261"/>
                    </a:lnTo>
                    <a:lnTo>
                      <a:pt x="68082" y="178211"/>
                    </a:lnTo>
                    <a:lnTo>
                      <a:pt x="87075" y="207716"/>
                    </a:lnTo>
                    <a:lnTo>
                      <a:pt x="87370" y="208142"/>
                    </a:lnTo>
                    <a:lnTo>
                      <a:pt x="88123" y="208830"/>
                    </a:lnTo>
                    <a:lnTo>
                      <a:pt x="89007" y="209321"/>
                    </a:lnTo>
                    <a:lnTo>
                      <a:pt x="89990" y="209550"/>
                    </a:lnTo>
                    <a:lnTo>
                      <a:pt x="90514" y="209583"/>
                    </a:lnTo>
                    <a:lnTo>
                      <a:pt x="91038" y="209550"/>
                    </a:lnTo>
                    <a:lnTo>
                      <a:pt x="92020" y="209321"/>
                    </a:lnTo>
                    <a:lnTo>
                      <a:pt x="92904" y="208830"/>
                    </a:lnTo>
                    <a:lnTo>
                      <a:pt x="93657" y="208142"/>
                    </a:lnTo>
                    <a:lnTo>
                      <a:pt x="93952" y="207716"/>
                    </a:lnTo>
                    <a:lnTo>
                      <a:pt x="112946" y="178211"/>
                    </a:lnTo>
                    <a:lnTo>
                      <a:pt x="116450" y="177261"/>
                    </a:lnTo>
                    <a:lnTo>
                      <a:pt x="123359" y="174871"/>
                    </a:lnTo>
                    <a:lnTo>
                      <a:pt x="130007" y="171956"/>
                    </a:lnTo>
                    <a:lnTo>
                      <a:pt x="136425" y="168518"/>
                    </a:lnTo>
                    <a:lnTo>
                      <a:pt x="142549" y="164555"/>
                    </a:lnTo>
                    <a:lnTo>
                      <a:pt x="148345" y="160134"/>
                    </a:lnTo>
                    <a:lnTo>
                      <a:pt x="153782" y="155255"/>
                    </a:lnTo>
                    <a:lnTo>
                      <a:pt x="158825" y="149917"/>
                    </a:lnTo>
                    <a:lnTo>
                      <a:pt x="161150" y="147101"/>
                    </a:lnTo>
                    <a:lnTo>
                      <a:pt x="162329" y="145595"/>
                    </a:lnTo>
                    <a:lnTo>
                      <a:pt x="164588" y="142484"/>
                    </a:lnTo>
                    <a:lnTo>
                      <a:pt x="166717" y="139307"/>
                    </a:lnTo>
                    <a:lnTo>
                      <a:pt x="168714" y="136065"/>
                    </a:lnTo>
                    <a:lnTo>
                      <a:pt x="170581" y="132725"/>
                    </a:lnTo>
                    <a:lnTo>
                      <a:pt x="172284" y="129319"/>
                    </a:lnTo>
                    <a:lnTo>
                      <a:pt x="173823" y="125848"/>
                    </a:lnTo>
                    <a:lnTo>
                      <a:pt x="175231" y="122311"/>
                    </a:lnTo>
                    <a:lnTo>
                      <a:pt x="176508" y="118709"/>
                    </a:lnTo>
                    <a:lnTo>
                      <a:pt x="177622" y="115074"/>
                    </a:lnTo>
                    <a:lnTo>
                      <a:pt x="178571" y="111374"/>
                    </a:lnTo>
                    <a:lnTo>
                      <a:pt x="179357" y="107640"/>
                    </a:lnTo>
                    <a:lnTo>
                      <a:pt x="180012" y="103874"/>
                    </a:lnTo>
                    <a:lnTo>
                      <a:pt x="180503" y="100076"/>
                    </a:lnTo>
                    <a:lnTo>
                      <a:pt x="180831" y="96277"/>
                    </a:lnTo>
                    <a:lnTo>
                      <a:pt x="180995" y="92446"/>
                    </a:lnTo>
                    <a:lnTo>
                      <a:pt x="181027" y="90514"/>
                    </a:lnTo>
                    <a:lnTo>
                      <a:pt x="180995" y="88254"/>
                    </a:lnTo>
                    <a:lnTo>
                      <a:pt x="180765" y="83735"/>
                    </a:lnTo>
                    <a:lnTo>
                      <a:pt x="180340" y="79281"/>
                    </a:lnTo>
                    <a:lnTo>
                      <a:pt x="179685" y="74893"/>
                    </a:lnTo>
                    <a:lnTo>
                      <a:pt x="178833" y="70538"/>
                    </a:lnTo>
                    <a:lnTo>
                      <a:pt x="177753" y="66248"/>
                    </a:lnTo>
                    <a:lnTo>
                      <a:pt x="176475" y="62023"/>
                    </a:lnTo>
                    <a:lnTo>
                      <a:pt x="175002" y="57897"/>
                    </a:lnTo>
                    <a:lnTo>
                      <a:pt x="173299" y="53837"/>
                    </a:lnTo>
                    <a:lnTo>
                      <a:pt x="171432" y="49841"/>
                    </a:lnTo>
                    <a:lnTo>
                      <a:pt x="169336" y="45977"/>
                    </a:lnTo>
                    <a:lnTo>
                      <a:pt x="167077" y="42179"/>
                    </a:lnTo>
                    <a:lnTo>
                      <a:pt x="164621" y="38478"/>
                    </a:lnTo>
                    <a:lnTo>
                      <a:pt x="161968" y="34909"/>
                    </a:lnTo>
                    <a:lnTo>
                      <a:pt x="159119" y="31470"/>
                    </a:lnTo>
                    <a:lnTo>
                      <a:pt x="156107" y="28130"/>
                    </a:lnTo>
                    <a:lnTo>
                      <a:pt x="154502" y="26525"/>
                    </a:lnTo>
                    <a:lnTo>
                      <a:pt x="152897" y="24921"/>
                    </a:lnTo>
                    <a:lnTo>
                      <a:pt x="149557" y="21908"/>
                    </a:lnTo>
                    <a:lnTo>
                      <a:pt x="146086" y="19059"/>
                    </a:lnTo>
                    <a:lnTo>
                      <a:pt x="142516" y="16406"/>
                    </a:lnTo>
                    <a:lnTo>
                      <a:pt x="138849" y="13950"/>
                    </a:lnTo>
                    <a:lnTo>
                      <a:pt x="135050" y="11658"/>
                    </a:lnTo>
                    <a:lnTo>
                      <a:pt x="131153" y="9595"/>
                    </a:lnTo>
                    <a:lnTo>
                      <a:pt x="127191" y="7696"/>
                    </a:lnTo>
                    <a:lnTo>
                      <a:pt x="123130" y="6026"/>
                    </a:lnTo>
                    <a:lnTo>
                      <a:pt x="118971" y="4552"/>
                    </a:lnTo>
                    <a:lnTo>
                      <a:pt x="114747" y="3275"/>
                    </a:lnTo>
                    <a:lnTo>
                      <a:pt x="110457" y="2194"/>
                    </a:lnTo>
                    <a:lnTo>
                      <a:pt x="106134" y="1310"/>
                    </a:lnTo>
                    <a:lnTo>
                      <a:pt x="101713" y="688"/>
                    </a:lnTo>
                    <a:lnTo>
                      <a:pt x="97260" y="229"/>
                    </a:lnTo>
                    <a:lnTo>
                      <a:pt x="92773" y="33"/>
                    </a:lnTo>
                    <a:lnTo>
                      <a:pt x="905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667;p24">
                <a:extLst>
                  <a:ext uri="{FF2B5EF4-FFF2-40B4-BE49-F238E27FC236}">
                    <a16:creationId xmlns:a16="http://schemas.microsoft.com/office/drawing/2014/main" id="{02A2B9C0-EEBA-748C-0F03-E8DDDFD9D505}"/>
                  </a:ext>
                </a:extLst>
              </p:cNvPr>
              <p:cNvSpPr/>
              <p:nvPr/>
            </p:nvSpPr>
            <p:spPr>
              <a:xfrm>
                <a:off x="3087100" y="1446500"/>
                <a:ext cx="1446625" cy="1859250"/>
              </a:xfrm>
              <a:custGeom>
                <a:avLst/>
                <a:gdLst/>
                <a:ahLst/>
                <a:cxnLst/>
                <a:rect l="l" t="t" r="r" b="b"/>
                <a:pathLst>
                  <a:path w="57865" h="74370" extrusionOk="0">
                    <a:moveTo>
                      <a:pt x="28883" y="8187"/>
                    </a:moveTo>
                    <a:lnTo>
                      <a:pt x="29669" y="8220"/>
                    </a:lnTo>
                    <a:lnTo>
                      <a:pt x="31110" y="8514"/>
                    </a:lnTo>
                    <a:lnTo>
                      <a:pt x="32453" y="9071"/>
                    </a:lnTo>
                    <a:lnTo>
                      <a:pt x="33632" y="9890"/>
                    </a:lnTo>
                    <a:lnTo>
                      <a:pt x="34647" y="10905"/>
                    </a:lnTo>
                    <a:lnTo>
                      <a:pt x="35433" y="12084"/>
                    </a:lnTo>
                    <a:lnTo>
                      <a:pt x="35989" y="13426"/>
                    </a:lnTo>
                    <a:lnTo>
                      <a:pt x="36284" y="14900"/>
                    </a:lnTo>
                    <a:lnTo>
                      <a:pt x="36317" y="15653"/>
                    </a:lnTo>
                    <a:lnTo>
                      <a:pt x="36317" y="16308"/>
                    </a:lnTo>
                    <a:lnTo>
                      <a:pt x="21482" y="16308"/>
                    </a:lnTo>
                    <a:lnTo>
                      <a:pt x="21482" y="15653"/>
                    </a:lnTo>
                    <a:lnTo>
                      <a:pt x="21515" y="14900"/>
                    </a:lnTo>
                    <a:lnTo>
                      <a:pt x="21810" y="13426"/>
                    </a:lnTo>
                    <a:lnTo>
                      <a:pt x="22367" y="12084"/>
                    </a:lnTo>
                    <a:lnTo>
                      <a:pt x="23152" y="10905"/>
                    </a:lnTo>
                    <a:lnTo>
                      <a:pt x="24168" y="9890"/>
                    </a:lnTo>
                    <a:lnTo>
                      <a:pt x="25347" y="9071"/>
                    </a:lnTo>
                    <a:lnTo>
                      <a:pt x="26689" y="8514"/>
                    </a:lnTo>
                    <a:lnTo>
                      <a:pt x="28130" y="8220"/>
                    </a:lnTo>
                    <a:lnTo>
                      <a:pt x="28883" y="8187"/>
                    </a:lnTo>
                    <a:close/>
                    <a:moveTo>
                      <a:pt x="49678" y="24495"/>
                    </a:moveTo>
                    <a:lnTo>
                      <a:pt x="49678" y="61565"/>
                    </a:lnTo>
                    <a:lnTo>
                      <a:pt x="49678" y="62056"/>
                    </a:lnTo>
                    <a:lnTo>
                      <a:pt x="49481" y="62940"/>
                    </a:lnTo>
                    <a:lnTo>
                      <a:pt x="49121" y="63792"/>
                    </a:lnTo>
                    <a:lnTo>
                      <a:pt x="48630" y="64512"/>
                    </a:lnTo>
                    <a:lnTo>
                      <a:pt x="48008" y="65134"/>
                    </a:lnTo>
                    <a:lnTo>
                      <a:pt x="47254" y="65658"/>
                    </a:lnTo>
                    <a:lnTo>
                      <a:pt x="46436" y="65986"/>
                    </a:lnTo>
                    <a:lnTo>
                      <a:pt x="45519" y="66182"/>
                    </a:lnTo>
                    <a:lnTo>
                      <a:pt x="12346" y="66182"/>
                    </a:lnTo>
                    <a:lnTo>
                      <a:pt x="11429" y="65986"/>
                    </a:lnTo>
                    <a:lnTo>
                      <a:pt x="10610" y="65658"/>
                    </a:lnTo>
                    <a:lnTo>
                      <a:pt x="9890" y="65134"/>
                    </a:lnTo>
                    <a:lnTo>
                      <a:pt x="9235" y="64512"/>
                    </a:lnTo>
                    <a:lnTo>
                      <a:pt x="8744" y="63792"/>
                    </a:lnTo>
                    <a:lnTo>
                      <a:pt x="8383" y="62940"/>
                    </a:lnTo>
                    <a:lnTo>
                      <a:pt x="8220" y="62056"/>
                    </a:lnTo>
                    <a:lnTo>
                      <a:pt x="8187" y="61565"/>
                    </a:lnTo>
                    <a:lnTo>
                      <a:pt x="8187" y="24495"/>
                    </a:lnTo>
                    <a:lnTo>
                      <a:pt x="13296" y="24495"/>
                    </a:lnTo>
                    <a:lnTo>
                      <a:pt x="13296" y="31667"/>
                    </a:lnTo>
                    <a:lnTo>
                      <a:pt x="13296" y="32092"/>
                    </a:lnTo>
                    <a:lnTo>
                      <a:pt x="13459" y="32911"/>
                    </a:lnTo>
                    <a:lnTo>
                      <a:pt x="13950" y="33992"/>
                    </a:lnTo>
                    <a:lnTo>
                      <a:pt x="15064" y="35105"/>
                    </a:lnTo>
                    <a:lnTo>
                      <a:pt x="16145" y="35596"/>
                    </a:lnTo>
                    <a:lnTo>
                      <a:pt x="16963" y="35760"/>
                    </a:lnTo>
                    <a:lnTo>
                      <a:pt x="17815" y="35760"/>
                    </a:lnTo>
                    <a:lnTo>
                      <a:pt x="18601" y="35596"/>
                    </a:lnTo>
                    <a:lnTo>
                      <a:pt x="19681" y="35105"/>
                    </a:lnTo>
                    <a:lnTo>
                      <a:pt x="20795" y="33992"/>
                    </a:lnTo>
                    <a:lnTo>
                      <a:pt x="21286" y="32911"/>
                    </a:lnTo>
                    <a:lnTo>
                      <a:pt x="21450" y="32092"/>
                    </a:lnTo>
                    <a:lnTo>
                      <a:pt x="21482" y="31667"/>
                    </a:lnTo>
                    <a:lnTo>
                      <a:pt x="21482" y="24495"/>
                    </a:lnTo>
                    <a:lnTo>
                      <a:pt x="36317" y="24495"/>
                    </a:lnTo>
                    <a:lnTo>
                      <a:pt x="36317" y="31667"/>
                    </a:lnTo>
                    <a:lnTo>
                      <a:pt x="36350" y="32092"/>
                    </a:lnTo>
                    <a:lnTo>
                      <a:pt x="36513" y="32911"/>
                    </a:lnTo>
                    <a:lnTo>
                      <a:pt x="37005" y="33992"/>
                    </a:lnTo>
                    <a:lnTo>
                      <a:pt x="38118" y="35105"/>
                    </a:lnTo>
                    <a:lnTo>
                      <a:pt x="39199" y="35596"/>
                    </a:lnTo>
                    <a:lnTo>
                      <a:pt x="39985" y="35760"/>
                    </a:lnTo>
                    <a:lnTo>
                      <a:pt x="40836" y="35760"/>
                    </a:lnTo>
                    <a:lnTo>
                      <a:pt x="41622" y="35596"/>
                    </a:lnTo>
                    <a:lnTo>
                      <a:pt x="42703" y="35105"/>
                    </a:lnTo>
                    <a:lnTo>
                      <a:pt x="43816" y="33992"/>
                    </a:lnTo>
                    <a:lnTo>
                      <a:pt x="44340" y="32911"/>
                    </a:lnTo>
                    <a:lnTo>
                      <a:pt x="44504" y="32092"/>
                    </a:lnTo>
                    <a:lnTo>
                      <a:pt x="44504" y="31667"/>
                    </a:lnTo>
                    <a:lnTo>
                      <a:pt x="44504" y="24495"/>
                    </a:lnTo>
                    <a:close/>
                    <a:moveTo>
                      <a:pt x="28097" y="0"/>
                    </a:moveTo>
                    <a:lnTo>
                      <a:pt x="26525" y="164"/>
                    </a:lnTo>
                    <a:lnTo>
                      <a:pt x="24266" y="688"/>
                    </a:lnTo>
                    <a:lnTo>
                      <a:pt x="21450" y="1867"/>
                    </a:lnTo>
                    <a:lnTo>
                      <a:pt x="18961" y="3569"/>
                    </a:lnTo>
                    <a:lnTo>
                      <a:pt x="16832" y="5698"/>
                    </a:lnTo>
                    <a:lnTo>
                      <a:pt x="15162" y="8187"/>
                    </a:lnTo>
                    <a:lnTo>
                      <a:pt x="13950" y="11003"/>
                    </a:lnTo>
                    <a:lnTo>
                      <a:pt x="13459" y="13263"/>
                    </a:lnTo>
                    <a:lnTo>
                      <a:pt x="13296" y="14835"/>
                    </a:lnTo>
                    <a:lnTo>
                      <a:pt x="13296" y="15653"/>
                    </a:lnTo>
                    <a:lnTo>
                      <a:pt x="13296" y="16308"/>
                    </a:lnTo>
                    <a:lnTo>
                      <a:pt x="4094" y="16308"/>
                    </a:lnTo>
                    <a:lnTo>
                      <a:pt x="3668" y="16341"/>
                    </a:lnTo>
                    <a:lnTo>
                      <a:pt x="2882" y="16505"/>
                    </a:lnTo>
                    <a:lnTo>
                      <a:pt x="1801" y="16996"/>
                    </a:lnTo>
                    <a:lnTo>
                      <a:pt x="688" y="18109"/>
                    </a:lnTo>
                    <a:lnTo>
                      <a:pt x="197" y="19190"/>
                    </a:lnTo>
                    <a:lnTo>
                      <a:pt x="33" y="20009"/>
                    </a:lnTo>
                    <a:lnTo>
                      <a:pt x="0" y="20402"/>
                    </a:lnTo>
                    <a:lnTo>
                      <a:pt x="0" y="61565"/>
                    </a:lnTo>
                    <a:lnTo>
                      <a:pt x="66" y="62875"/>
                    </a:lnTo>
                    <a:lnTo>
                      <a:pt x="557" y="65396"/>
                    </a:lnTo>
                    <a:lnTo>
                      <a:pt x="1539" y="67689"/>
                    </a:lnTo>
                    <a:lnTo>
                      <a:pt x="2915" y="69719"/>
                    </a:lnTo>
                    <a:lnTo>
                      <a:pt x="4650" y="71455"/>
                    </a:lnTo>
                    <a:lnTo>
                      <a:pt x="6713" y="72863"/>
                    </a:lnTo>
                    <a:lnTo>
                      <a:pt x="9006" y="73812"/>
                    </a:lnTo>
                    <a:lnTo>
                      <a:pt x="11494" y="74336"/>
                    </a:lnTo>
                    <a:lnTo>
                      <a:pt x="12804" y="74369"/>
                    </a:lnTo>
                    <a:lnTo>
                      <a:pt x="45060" y="74369"/>
                    </a:lnTo>
                    <a:lnTo>
                      <a:pt x="46370" y="74336"/>
                    </a:lnTo>
                    <a:lnTo>
                      <a:pt x="48859" y="73812"/>
                    </a:lnTo>
                    <a:lnTo>
                      <a:pt x="51184" y="72863"/>
                    </a:lnTo>
                    <a:lnTo>
                      <a:pt x="53214" y="71455"/>
                    </a:lnTo>
                    <a:lnTo>
                      <a:pt x="54950" y="69719"/>
                    </a:lnTo>
                    <a:lnTo>
                      <a:pt x="56325" y="67689"/>
                    </a:lnTo>
                    <a:lnTo>
                      <a:pt x="57308" y="65396"/>
                    </a:lnTo>
                    <a:lnTo>
                      <a:pt x="57832" y="62875"/>
                    </a:lnTo>
                    <a:lnTo>
                      <a:pt x="57865" y="61565"/>
                    </a:lnTo>
                    <a:lnTo>
                      <a:pt x="57865" y="20402"/>
                    </a:lnTo>
                    <a:lnTo>
                      <a:pt x="57865" y="20009"/>
                    </a:lnTo>
                    <a:lnTo>
                      <a:pt x="57701" y="19190"/>
                    </a:lnTo>
                    <a:lnTo>
                      <a:pt x="57177" y="18109"/>
                    </a:lnTo>
                    <a:lnTo>
                      <a:pt x="56096" y="16996"/>
                    </a:lnTo>
                    <a:lnTo>
                      <a:pt x="54983" y="16505"/>
                    </a:lnTo>
                    <a:lnTo>
                      <a:pt x="54197" y="16341"/>
                    </a:lnTo>
                    <a:lnTo>
                      <a:pt x="53771" y="16308"/>
                    </a:lnTo>
                    <a:lnTo>
                      <a:pt x="44504" y="16308"/>
                    </a:lnTo>
                    <a:lnTo>
                      <a:pt x="44504" y="15653"/>
                    </a:lnTo>
                    <a:lnTo>
                      <a:pt x="44504" y="14835"/>
                    </a:lnTo>
                    <a:lnTo>
                      <a:pt x="44340" y="13263"/>
                    </a:lnTo>
                    <a:lnTo>
                      <a:pt x="43816" y="11003"/>
                    </a:lnTo>
                    <a:lnTo>
                      <a:pt x="42637" y="8187"/>
                    </a:lnTo>
                    <a:lnTo>
                      <a:pt x="40967" y="5698"/>
                    </a:lnTo>
                    <a:lnTo>
                      <a:pt x="38838" y="3569"/>
                    </a:lnTo>
                    <a:lnTo>
                      <a:pt x="36350" y="1867"/>
                    </a:lnTo>
                    <a:lnTo>
                      <a:pt x="33533" y="688"/>
                    </a:lnTo>
                    <a:lnTo>
                      <a:pt x="31274" y="164"/>
                    </a:lnTo>
                    <a:lnTo>
                      <a:pt x="297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C44A1EE-F91E-97DF-60ED-B0AAD2CC75D5}"/>
                </a:ext>
              </a:extLst>
            </p:cNvPr>
            <p:cNvSpPr/>
            <p:nvPr/>
          </p:nvSpPr>
          <p:spPr>
            <a:xfrm>
              <a:off x="6228309" y="3818328"/>
              <a:ext cx="1361168" cy="93871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68BB5DC-2521-A801-852B-D75CB896132E}"/>
                </a:ext>
              </a:extLst>
            </p:cNvPr>
            <p:cNvSpPr/>
            <p:nvPr/>
          </p:nvSpPr>
          <p:spPr>
            <a:xfrm>
              <a:off x="9695701" y="3818328"/>
              <a:ext cx="1361168" cy="93871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64CC3F0-1977-0BA7-BF7F-5A40C165B4C9}"/>
                </a:ext>
              </a:extLst>
            </p:cNvPr>
            <p:cNvSpPr/>
            <p:nvPr/>
          </p:nvSpPr>
          <p:spPr>
            <a:xfrm>
              <a:off x="7943356" y="3818328"/>
              <a:ext cx="1376805" cy="93871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6F1E194-1822-2C22-A937-E7D0A12B2B4D}"/>
                </a:ext>
              </a:extLst>
            </p:cNvPr>
            <p:cNvSpPr/>
            <p:nvPr/>
          </p:nvSpPr>
          <p:spPr>
            <a:xfrm flipH="1">
              <a:off x="985307" y="3818328"/>
              <a:ext cx="1361168" cy="93871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Analysis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95AFD3D-84E8-850B-9C59-7129C5F23EC7}"/>
                </a:ext>
              </a:extLst>
            </p:cNvPr>
            <p:cNvSpPr/>
            <p:nvPr/>
          </p:nvSpPr>
          <p:spPr>
            <a:xfrm flipH="1">
              <a:off x="4452736" y="3818328"/>
              <a:ext cx="1361168" cy="93871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Logistics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95AA30D-29E2-7147-C039-0B9D78F719B6}"/>
                </a:ext>
              </a:extLst>
            </p:cNvPr>
            <p:cNvSpPr/>
            <p:nvPr/>
          </p:nvSpPr>
          <p:spPr>
            <a:xfrm flipH="1">
              <a:off x="2700331" y="3818328"/>
              <a:ext cx="1376805" cy="1123384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Successful Operation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9874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63B0657-EEE9-9813-1408-DFA425F0E830}"/>
              </a:ext>
            </a:extLst>
          </p:cNvPr>
          <p:cNvGrpSpPr/>
          <p:nvPr/>
        </p:nvGrpSpPr>
        <p:grpSpPr>
          <a:xfrm>
            <a:off x="670561" y="1438581"/>
            <a:ext cx="10850878" cy="5091372"/>
            <a:chOff x="457202" y="870185"/>
            <a:chExt cx="8229627" cy="3861447"/>
          </a:xfrm>
        </p:grpSpPr>
        <p:sp>
          <p:nvSpPr>
            <p:cNvPr id="3" name="Google Shape;416;p22">
              <a:extLst>
                <a:ext uri="{FF2B5EF4-FFF2-40B4-BE49-F238E27FC236}">
                  <a16:creationId xmlns:a16="http://schemas.microsoft.com/office/drawing/2014/main" id="{5C99BF92-7B59-F04A-B8DF-824640348F0E}"/>
                </a:ext>
              </a:extLst>
            </p:cNvPr>
            <p:cNvSpPr/>
            <p:nvPr/>
          </p:nvSpPr>
          <p:spPr>
            <a:xfrm>
              <a:off x="3455697" y="870185"/>
              <a:ext cx="1181883" cy="1803132"/>
            </a:xfrm>
            <a:custGeom>
              <a:avLst/>
              <a:gdLst/>
              <a:ahLst/>
              <a:cxnLst/>
              <a:rect l="l" t="t" r="r" b="b"/>
              <a:pathLst>
                <a:path w="36793" h="56133" extrusionOk="0">
                  <a:moveTo>
                    <a:pt x="18396" y="0"/>
                  </a:moveTo>
                  <a:lnTo>
                    <a:pt x="1" y="12454"/>
                  </a:lnTo>
                  <a:lnTo>
                    <a:pt x="1" y="56133"/>
                  </a:lnTo>
                  <a:lnTo>
                    <a:pt x="36792" y="56133"/>
                  </a:lnTo>
                  <a:lnTo>
                    <a:pt x="36792" y="12454"/>
                  </a:lnTo>
                  <a:lnTo>
                    <a:pt x="183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" name="Google Shape;417;p22">
              <a:extLst>
                <a:ext uri="{FF2B5EF4-FFF2-40B4-BE49-F238E27FC236}">
                  <a16:creationId xmlns:a16="http://schemas.microsoft.com/office/drawing/2014/main" id="{487874DC-2685-81A2-1956-FC4097BF1D95}"/>
                </a:ext>
              </a:extLst>
            </p:cNvPr>
            <p:cNvSpPr/>
            <p:nvPr/>
          </p:nvSpPr>
          <p:spPr>
            <a:xfrm>
              <a:off x="4635884" y="1747153"/>
              <a:ext cx="1803743" cy="1181851"/>
            </a:xfrm>
            <a:custGeom>
              <a:avLst/>
              <a:gdLst/>
              <a:ahLst/>
              <a:cxnLst/>
              <a:rect l="l" t="t" r="r" b="b"/>
              <a:pathLst>
                <a:path w="56152" h="36792" extrusionOk="0">
                  <a:moveTo>
                    <a:pt x="1" y="0"/>
                  </a:moveTo>
                  <a:lnTo>
                    <a:pt x="1" y="36792"/>
                  </a:lnTo>
                  <a:lnTo>
                    <a:pt x="43697" y="36792"/>
                  </a:lnTo>
                  <a:lnTo>
                    <a:pt x="56151" y="18396"/>
                  </a:lnTo>
                  <a:lnTo>
                    <a:pt x="43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" name="Google Shape;418;p22">
              <a:extLst>
                <a:ext uri="{FF2B5EF4-FFF2-40B4-BE49-F238E27FC236}">
                  <a16:creationId xmlns:a16="http://schemas.microsoft.com/office/drawing/2014/main" id="{04FA2E5E-14E3-6DF7-DBD7-28069F82CB20}"/>
                </a:ext>
              </a:extLst>
            </p:cNvPr>
            <p:cNvSpPr/>
            <p:nvPr/>
          </p:nvSpPr>
          <p:spPr>
            <a:xfrm>
              <a:off x="4633603" y="2927922"/>
              <a:ext cx="1181851" cy="1803710"/>
            </a:xfrm>
            <a:custGeom>
              <a:avLst/>
              <a:gdLst/>
              <a:ahLst/>
              <a:cxnLst/>
              <a:rect l="l" t="t" r="r" b="b"/>
              <a:pathLst>
                <a:path w="36792" h="56151" extrusionOk="0">
                  <a:moveTo>
                    <a:pt x="0" y="0"/>
                  </a:moveTo>
                  <a:lnTo>
                    <a:pt x="0" y="43679"/>
                  </a:lnTo>
                  <a:lnTo>
                    <a:pt x="18396" y="56151"/>
                  </a:lnTo>
                  <a:lnTo>
                    <a:pt x="36792" y="43679"/>
                  </a:lnTo>
                  <a:lnTo>
                    <a:pt x="367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6" name="Google Shape;419;p22">
              <a:extLst>
                <a:ext uri="{FF2B5EF4-FFF2-40B4-BE49-F238E27FC236}">
                  <a16:creationId xmlns:a16="http://schemas.microsoft.com/office/drawing/2014/main" id="{90BA7E23-7D2E-934C-1716-41DBE0B3483D}"/>
                </a:ext>
              </a:extLst>
            </p:cNvPr>
            <p:cNvSpPr/>
            <p:nvPr/>
          </p:nvSpPr>
          <p:spPr>
            <a:xfrm>
              <a:off x="2832065" y="2672275"/>
              <a:ext cx="1803164" cy="1181851"/>
            </a:xfrm>
            <a:custGeom>
              <a:avLst/>
              <a:gdLst/>
              <a:ahLst/>
              <a:cxnLst/>
              <a:rect l="l" t="t" r="r" b="b"/>
              <a:pathLst>
                <a:path w="56134" h="36792" extrusionOk="0">
                  <a:moveTo>
                    <a:pt x="12455" y="0"/>
                  </a:moveTo>
                  <a:lnTo>
                    <a:pt x="1" y="18396"/>
                  </a:lnTo>
                  <a:lnTo>
                    <a:pt x="12455" y="36792"/>
                  </a:lnTo>
                  <a:lnTo>
                    <a:pt x="56134" y="36792"/>
                  </a:lnTo>
                  <a:lnTo>
                    <a:pt x="561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7" name="Google Shape;420;p22">
              <a:extLst>
                <a:ext uri="{FF2B5EF4-FFF2-40B4-BE49-F238E27FC236}">
                  <a16:creationId xmlns:a16="http://schemas.microsoft.com/office/drawing/2014/main" id="{62952CBD-7425-AADF-A869-60BE66DA0C44}"/>
                </a:ext>
              </a:extLst>
            </p:cNvPr>
            <p:cNvSpPr/>
            <p:nvPr/>
          </p:nvSpPr>
          <p:spPr>
            <a:xfrm>
              <a:off x="4353318" y="2589715"/>
              <a:ext cx="493498" cy="422411"/>
            </a:xfrm>
            <a:custGeom>
              <a:avLst/>
              <a:gdLst/>
              <a:ahLst/>
              <a:cxnLst/>
              <a:rect l="l" t="t" r="r" b="b"/>
              <a:pathLst>
                <a:path w="15363" h="13150" extrusionOk="0">
                  <a:moveTo>
                    <a:pt x="8797" y="1"/>
                  </a:moveTo>
                  <a:cubicBezTo>
                    <a:pt x="2926" y="1"/>
                    <a:pt x="0" y="7067"/>
                    <a:pt x="4140" y="11224"/>
                  </a:cubicBezTo>
                  <a:cubicBezTo>
                    <a:pt x="5395" y="12479"/>
                    <a:pt x="7083" y="13150"/>
                    <a:pt x="8800" y="13150"/>
                  </a:cubicBezTo>
                  <a:cubicBezTo>
                    <a:pt x="9646" y="13150"/>
                    <a:pt x="10500" y="12987"/>
                    <a:pt x="11312" y="12651"/>
                  </a:cubicBezTo>
                  <a:cubicBezTo>
                    <a:pt x="13757" y="11634"/>
                    <a:pt x="15363" y="9226"/>
                    <a:pt x="15363" y="6567"/>
                  </a:cubicBezTo>
                  <a:cubicBezTo>
                    <a:pt x="15363" y="2945"/>
                    <a:pt x="12419" y="1"/>
                    <a:pt x="87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8" name="Google Shape;421;p22">
              <a:extLst>
                <a:ext uri="{FF2B5EF4-FFF2-40B4-BE49-F238E27FC236}">
                  <a16:creationId xmlns:a16="http://schemas.microsoft.com/office/drawing/2014/main" id="{E9098FED-F284-DC5F-A18F-C4031AE311C1}"/>
                </a:ext>
              </a:extLst>
            </p:cNvPr>
            <p:cNvSpPr/>
            <p:nvPr/>
          </p:nvSpPr>
          <p:spPr>
            <a:xfrm>
              <a:off x="457202" y="1968400"/>
              <a:ext cx="2381778" cy="160516"/>
            </a:xfrm>
            <a:custGeom>
              <a:avLst/>
              <a:gdLst/>
              <a:ahLst/>
              <a:cxnLst/>
              <a:rect l="l" t="t" r="r" b="b"/>
              <a:pathLst>
                <a:path w="50424" h="4997" fill="none" extrusionOk="0">
                  <a:moveTo>
                    <a:pt x="0" y="4996"/>
                  </a:moveTo>
                  <a:lnTo>
                    <a:pt x="36346" y="4996"/>
                  </a:lnTo>
                  <a:lnTo>
                    <a:pt x="41342" y="1"/>
                  </a:lnTo>
                  <a:lnTo>
                    <a:pt x="50424" y="1"/>
                  </a:lnTo>
                </a:path>
              </a:pathLst>
            </a:cu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9" name="Google Shape;422;p22">
              <a:extLst>
                <a:ext uri="{FF2B5EF4-FFF2-40B4-BE49-F238E27FC236}">
                  <a16:creationId xmlns:a16="http://schemas.microsoft.com/office/drawing/2014/main" id="{D384413B-1224-6417-AD5D-4D4D0DDCA36E}"/>
                </a:ext>
              </a:extLst>
            </p:cNvPr>
            <p:cNvSpPr/>
            <p:nvPr/>
          </p:nvSpPr>
          <p:spPr>
            <a:xfrm>
              <a:off x="457202" y="3561285"/>
              <a:ext cx="2381778" cy="160516"/>
            </a:xfrm>
            <a:custGeom>
              <a:avLst/>
              <a:gdLst/>
              <a:ahLst/>
              <a:cxnLst/>
              <a:rect l="l" t="t" r="r" b="b"/>
              <a:pathLst>
                <a:path w="50424" h="4997" fill="none" extrusionOk="0">
                  <a:moveTo>
                    <a:pt x="0" y="4996"/>
                  </a:moveTo>
                  <a:lnTo>
                    <a:pt x="36346" y="4996"/>
                  </a:lnTo>
                  <a:lnTo>
                    <a:pt x="41342" y="0"/>
                  </a:lnTo>
                  <a:lnTo>
                    <a:pt x="50424" y="0"/>
                  </a:lnTo>
                </a:path>
              </a:pathLst>
            </a:cu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0" name="Google Shape;423;p22">
              <a:extLst>
                <a:ext uri="{FF2B5EF4-FFF2-40B4-BE49-F238E27FC236}">
                  <a16:creationId xmlns:a16="http://schemas.microsoft.com/office/drawing/2014/main" id="{27C3B3F4-FBB2-C6F4-701A-1B8E97E3D761}"/>
                </a:ext>
              </a:extLst>
            </p:cNvPr>
            <p:cNvSpPr/>
            <p:nvPr/>
          </p:nvSpPr>
          <p:spPr>
            <a:xfrm>
              <a:off x="6361148" y="1968400"/>
              <a:ext cx="2325681" cy="160516"/>
            </a:xfrm>
            <a:custGeom>
              <a:avLst/>
              <a:gdLst/>
              <a:ahLst/>
              <a:cxnLst/>
              <a:rect l="l" t="t" r="r" b="b"/>
              <a:pathLst>
                <a:path w="50424" h="4997" fill="none" extrusionOk="0">
                  <a:moveTo>
                    <a:pt x="50424" y="4996"/>
                  </a:moveTo>
                  <a:lnTo>
                    <a:pt x="14078" y="4996"/>
                  </a:lnTo>
                  <a:lnTo>
                    <a:pt x="9082" y="1"/>
                  </a:ln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1" name="Google Shape;424;p22">
              <a:extLst>
                <a:ext uri="{FF2B5EF4-FFF2-40B4-BE49-F238E27FC236}">
                  <a16:creationId xmlns:a16="http://schemas.microsoft.com/office/drawing/2014/main" id="{85354CF5-23F8-10F9-645D-E4BF776A58E4}"/>
                </a:ext>
              </a:extLst>
            </p:cNvPr>
            <p:cNvSpPr/>
            <p:nvPr/>
          </p:nvSpPr>
          <p:spPr>
            <a:xfrm>
              <a:off x="6361148" y="3561285"/>
              <a:ext cx="2325681" cy="160516"/>
            </a:xfrm>
            <a:custGeom>
              <a:avLst/>
              <a:gdLst/>
              <a:ahLst/>
              <a:cxnLst/>
              <a:rect l="l" t="t" r="r" b="b"/>
              <a:pathLst>
                <a:path w="50424" h="4997" fill="none" extrusionOk="0">
                  <a:moveTo>
                    <a:pt x="50424" y="4996"/>
                  </a:moveTo>
                  <a:lnTo>
                    <a:pt x="14078" y="4996"/>
                  </a:lnTo>
                  <a:lnTo>
                    <a:pt x="9082" y="0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bg1">
                  <a:lumMod val="6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2" name="Google Shape;425;p22">
              <a:extLst>
                <a:ext uri="{FF2B5EF4-FFF2-40B4-BE49-F238E27FC236}">
                  <a16:creationId xmlns:a16="http://schemas.microsoft.com/office/drawing/2014/main" id="{277DA18D-4CCA-F2BE-8333-2C7C96871055}"/>
                </a:ext>
              </a:extLst>
            </p:cNvPr>
            <p:cNvSpPr txBox="1"/>
            <p:nvPr/>
          </p:nvSpPr>
          <p:spPr>
            <a:xfrm>
              <a:off x="457250" y="3844175"/>
              <a:ext cx="1873200" cy="57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13" name="Google Shape;426;p22">
              <a:extLst>
                <a:ext uri="{FF2B5EF4-FFF2-40B4-BE49-F238E27FC236}">
                  <a16:creationId xmlns:a16="http://schemas.microsoft.com/office/drawing/2014/main" id="{86E654CB-B6A4-DBBA-4137-26019917CF35}"/>
                </a:ext>
              </a:extLst>
            </p:cNvPr>
            <p:cNvSpPr txBox="1"/>
            <p:nvPr/>
          </p:nvSpPr>
          <p:spPr>
            <a:xfrm>
              <a:off x="7024450" y="2237702"/>
              <a:ext cx="1642200" cy="6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  <a:p>
              <a:pPr marL="12700" marR="0" lvl="0" indent="0" algn="r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040000"/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" name="Google Shape;427;p22">
              <a:extLst>
                <a:ext uri="{FF2B5EF4-FFF2-40B4-BE49-F238E27FC236}">
                  <a16:creationId xmlns:a16="http://schemas.microsoft.com/office/drawing/2014/main" id="{A9839736-EC71-7CA3-EB83-6D25D72EFC22}"/>
                </a:ext>
              </a:extLst>
            </p:cNvPr>
            <p:cNvSpPr txBox="1"/>
            <p:nvPr/>
          </p:nvSpPr>
          <p:spPr>
            <a:xfrm>
              <a:off x="457250" y="2237700"/>
              <a:ext cx="1803600" cy="6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15" name="Google Shape;428;p22">
              <a:extLst>
                <a:ext uri="{FF2B5EF4-FFF2-40B4-BE49-F238E27FC236}">
                  <a16:creationId xmlns:a16="http://schemas.microsoft.com/office/drawing/2014/main" id="{7B2B100B-BC45-DF12-4DC5-8AA008F963F1}"/>
                </a:ext>
              </a:extLst>
            </p:cNvPr>
            <p:cNvSpPr txBox="1"/>
            <p:nvPr/>
          </p:nvSpPr>
          <p:spPr>
            <a:xfrm>
              <a:off x="6793450" y="3844175"/>
              <a:ext cx="1873200" cy="6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275" rIns="0" bIns="0" anchor="t" anchorCtr="0">
              <a:no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  <a:p>
              <a:pPr marL="12700" marR="0" lvl="0" indent="0" algn="r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endParaRPr sz="1300" dirty="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6" name="Google Shape;429;p22">
              <a:extLst>
                <a:ext uri="{FF2B5EF4-FFF2-40B4-BE49-F238E27FC236}">
                  <a16:creationId xmlns:a16="http://schemas.microsoft.com/office/drawing/2014/main" id="{CAFC2B49-C5DD-F5FE-0347-7F75CDE2EFF3}"/>
                </a:ext>
              </a:extLst>
            </p:cNvPr>
            <p:cNvSpPr txBox="1"/>
            <p:nvPr/>
          </p:nvSpPr>
          <p:spPr>
            <a:xfrm>
              <a:off x="5095089" y="4043177"/>
              <a:ext cx="3285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62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i="1">
                  <a:solidFill>
                    <a:srgbClr val="FFFFFF"/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03</a:t>
              </a:r>
              <a:endParaRPr sz="2000">
                <a:latin typeface="Lora" pitchFamily="2" charset="0"/>
                <a:ea typeface="Fira Sans Black"/>
                <a:cs typeface="Fira Sans Black"/>
                <a:sym typeface="Fira Sans Black"/>
              </a:endParaRPr>
            </a:p>
          </p:txBody>
        </p:sp>
        <p:sp>
          <p:nvSpPr>
            <p:cNvPr id="17" name="Google Shape;430;p22">
              <a:extLst>
                <a:ext uri="{FF2B5EF4-FFF2-40B4-BE49-F238E27FC236}">
                  <a16:creationId xmlns:a16="http://schemas.microsoft.com/office/drawing/2014/main" id="{962F086A-CF41-6966-A7DD-CE96230D3604}"/>
                </a:ext>
              </a:extLst>
            </p:cNvPr>
            <p:cNvSpPr txBox="1"/>
            <p:nvPr/>
          </p:nvSpPr>
          <p:spPr>
            <a:xfrm>
              <a:off x="3179886" y="3057244"/>
              <a:ext cx="3285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62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i="1">
                  <a:solidFill>
                    <a:srgbClr val="FFFFFF"/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04</a:t>
              </a:r>
              <a:endParaRPr sz="2000">
                <a:latin typeface="Lora" pitchFamily="2" charset="0"/>
                <a:ea typeface="Fira Sans Black"/>
                <a:cs typeface="Fira Sans Black"/>
                <a:sym typeface="Fira Sans Black"/>
              </a:endParaRPr>
            </a:p>
          </p:txBody>
        </p:sp>
        <p:sp>
          <p:nvSpPr>
            <p:cNvPr id="18" name="Google Shape;431;p22">
              <a:extLst>
                <a:ext uri="{FF2B5EF4-FFF2-40B4-BE49-F238E27FC236}">
                  <a16:creationId xmlns:a16="http://schemas.microsoft.com/office/drawing/2014/main" id="{D57D9921-4AFB-33E4-59C4-9D5CAC0574FC}"/>
                </a:ext>
              </a:extLst>
            </p:cNvPr>
            <p:cNvSpPr txBox="1"/>
            <p:nvPr/>
          </p:nvSpPr>
          <p:spPr>
            <a:xfrm>
              <a:off x="3904558" y="1176958"/>
              <a:ext cx="3285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62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i="1">
                  <a:solidFill>
                    <a:srgbClr val="FFFFFF"/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01</a:t>
              </a:r>
              <a:endParaRPr sz="2000">
                <a:latin typeface="Lora" pitchFamily="2" charset="0"/>
                <a:ea typeface="Fira Sans Black"/>
                <a:cs typeface="Fira Sans Black"/>
                <a:sym typeface="Fira Sans Black"/>
              </a:endParaRPr>
            </a:p>
          </p:txBody>
        </p:sp>
        <p:sp>
          <p:nvSpPr>
            <p:cNvPr id="19" name="Google Shape;432;p22">
              <a:extLst>
                <a:ext uri="{FF2B5EF4-FFF2-40B4-BE49-F238E27FC236}">
                  <a16:creationId xmlns:a16="http://schemas.microsoft.com/office/drawing/2014/main" id="{79D60E2A-EC83-2944-D8D3-23A91F3BFA50}"/>
                </a:ext>
              </a:extLst>
            </p:cNvPr>
            <p:cNvSpPr txBox="1"/>
            <p:nvPr/>
          </p:nvSpPr>
          <p:spPr>
            <a:xfrm>
              <a:off x="5727875" y="2162891"/>
              <a:ext cx="3285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62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i="1">
                  <a:solidFill>
                    <a:srgbClr val="FFFFFF"/>
                  </a:solidFill>
                  <a:latin typeface="Lora" pitchFamily="2" charset="0"/>
                  <a:ea typeface="Fira Sans Black"/>
                  <a:cs typeface="Fira Sans Black"/>
                  <a:sym typeface="Fira Sans Black"/>
                </a:rPr>
                <a:t>02</a:t>
              </a:r>
              <a:endParaRPr sz="2000">
                <a:latin typeface="Lora" pitchFamily="2" charset="0"/>
                <a:ea typeface="Fira Sans Black"/>
                <a:cs typeface="Fira Sans Black"/>
                <a:sym typeface="Fira Sans Black"/>
              </a:endParaRPr>
            </a:p>
          </p:txBody>
        </p:sp>
        <p:sp>
          <p:nvSpPr>
            <p:cNvPr id="20" name="Google Shape;434;p22">
              <a:extLst>
                <a:ext uri="{FF2B5EF4-FFF2-40B4-BE49-F238E27FC236}">
                  <a16:creationId xmlns:a16="http://schemas.microsoft.com/office/drawing/2014/main" id="{381FE656-4131-1EF8-A700-93E3402AE694}"/>
                </a:ext>
              </a:extLst>
            </p:cNvPr>
            <p:cNvSpPr txBox="1"/>
            <p:nvPr/>
          </p:nvSpPr>
          <p:spPr>
            <a:xfrm>
              <a:off x="457250" y="1749550"/>
              <a:ext cx="18036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Purchase</a:t>
              </a:r>
              <a:endParaRPr lang="en-I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" name="Google Shape;435;p22">
              <a:extLst>
                <a:ext uri="{FF2B5EF4-FFF2-40B4-BE49-F238E27FC236}">
                  <a16:creationId xmlns:a16="http://schemas.microsoft.com/office/drawing/2014/main" id="{243FB6A5-FAE8-F85F-7049-D55481F47E76}"/>
                </a:ext>
              </a:extLst>
            </p:cNvPr>
            <p:cNvSpPr txBox="1"/>
            <p:nvPr/>
          </p:nvSpPr>
          <p:spPr>
            <a:xfrm>
              <a:off x="457250" y="3339898"/>
              <a:ext cx="18036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Shipping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2" name="Google Shape;436;p22">
              <a:extLst>
                <a:ext uri="{FF2B5EF4-FFF2-40B4-BE49-F238E27FC236}">
                  <a16:creationId xmlns:a16="http://schemas.microsoft.com/office/drawing/2014/main" id="{8C096362-D932-CECE-9431-800451D7A64B}"/>
                </a:ext>
              </a:extLst>
            </p:cNvPr>
            <p:cNvSpPr txBox="1"/>
            <p:nvPr/>
          </p:nvSpPr>
          <p:spPr>
            <a:xfrm>
              <a:off x="7024450" y="1747150"/>
              <a:ext cx="16422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r">
                <a:lnSpc>
                  <a:spcPct val="115000"/>
                </a:lnSpc>
              </a:pPr>
              <a:r>
                <a:rPr lang="en-IN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Deliver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" name="Google Shape;437;p22">
              <a:extLst>
                <a:ext uri="{FF2B5EF4-FFF2-40B4-BE49-F238E27FC236}">
                  <a16:creationId xmlns:a16="http://schemas.microsoft.com/office/drawing/2014/main" id="{5345808B-6FB2-2893-3960-6FBA0CBB48B0}"/>
                </a:ext>
              </a:extLst>
            </p:cNvPr>
            <p:cNvSpPr txBox="1"/>
            <p:nvPr/>
          </p:nvSpPr>
          <p:spPr>
            <a:xfrm>
              <a:off x="7024450" y="3337499"/>
              <a:ext cx="16422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Handover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grpSp>
          <p:nvGrpSpPr>
            <p:cNvPr id="24" name="Google Shape;438;p22">
              <a:extLst>
                <a:ext uri="{FF2B5EF4-FFF2-40B4-BE49-F238E27FC236}">
                  <a16:creationId xmlns:a16="http://schemas.microsoft.com/office/drawing/2014/main" id="{239A390D-3004-DD46-4D93-80BE444F16B6}"/>
                </a:ext>
              </a:extLst>
            </p:cNvPr>
            <p:cNvGrpSpPr/>
            <p:nvPr/>
          </p:nvGrpSpPr>
          <p:grpSpPr>
            <a:xfrm>
              <a:off x="4965481" y="2079031"/>
              <a:ext cx="518136" cy="518136"/>
              <a:chOff x="4965481" y="2079031"/>
              <a:chExt cx="518136" cy="518136"/>
            </a:xfrm>
          </p:grpSpPr>
          <p:sp>
            <p:nvSpPr>
              <p:cNvPr id="62" name="Google Shape;439;p22">
                <a:extLst>
                  <a:ext uri="{FF2B5EF4-FFF2-40B4-BE49-F238E27FC236}">
                    <a16:creationId xmlns:a16="http://schemas.microsoft.com/office/drawing/2014/main" id="{68B7C7CF-48F1-E20E-508B-1FFFC69B3B4F}"/>
                  </a:ext>
                </a:extLst>
              </p:cNvPr>
              <p:cNvSpPr/>
              <p:nvPr/>
            </p:nvSpPr>
            <p:spPr>
              <a:xfrm>
                <a:off x="4965481" y="2079031"/>
                <a:ext cx="518136" cy="518136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16130" extrusionOk="0">
                    <a:moveTo>
                      <a:pt x="8065" y="0"/>
                    </a:moveTo>
                    <a:cubicBezTo>
                      <a:pt x="3622" y="0"/>
                      <a:pt x="0" y="3604"/>
                      <a:pt x="0" y="8065"/>
                    </a:cubicBezTo>
                    <a:cubicBezTo>
                      <a:pt x="0" y="12526"/>
                      <a:pt x="3622" y="16130"/>
                      <a:pt x="8065" y="16130"/>
                    </a:cubicBezTo>
                    <a:cubicBezTo>
                      <a:pt x="12526" y="16130"/>
                      <a:pt x="16130" y="12526"/>
                      <a:pt x="16130" y="8065"/>
                    </a:cubicBezTo>
                    <a:cubicBezTo>
                      <a:pt x="16130" y="3604"/>
                      <a:pt x="12526" y="0"/>
                      <a:pt x="8065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5800" cap="flat" cmpd="sng">
                <a:noFill/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63" name="Google Shape;440;p22">
                <a:extLst>
                  <a:ext uri="{FF2B5EF4-FFF2-40B4-BE49-F238E27FC236}">
                    <a16:creationId xmlns:a16="http://schemas.microsoft.com/office/drawing/2014/main" id="{077E37C9-F913-EAAB-9E15-2B5791838E22}"/>
                  </a:ext>
                </a:extLst>
              </p:cNvPr>
              <p:cNvGrpSpPr/>
              <p:nvPr/>
            </p:nvGrpSpPr>
            <p:grpSpPr>
              <a:xfrm>
                <a:off x="5060193" y="2248001"/>
                <a:ext cx="328664" cy="216919"/>
                <a:chOff x="238125" y="500800"/>
                <a:chExt cx="7144875" cy="4715625"/>
              </a:xfrm>
            </p:grpSpPr>
            <p:sp>
              <p:nvSpPr>
                <p:cNvPr id="64" name="Google Shape;441;p22">
                  <a:extLst>
                    <a:ext uri="{FF2B5EF4-FFF2-40B4-BE49-F238E27FC236}">
                      <a16:creationId xmlns:a16="http://schemas.microsoft.com/office/drawing/2014/main" id="{758FF5C3-5B9A-CC0F-3711-5BB8FA19C5BE}"/>
                    </a:ext>
                  </a:extLst>
                </p:cNvPr>
                <p:cNvSpPr/>
                <p:nvPr/>
              </p:nvSpPr>
              <p:spPr>
                <a:xfrm>
                  <a:off x="839850" y="3899050"/>
                  <a:ext cx="4295875" cy="13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835" h="52695" extrusionOk="0">
                      <a:moveTo>
                        <a:pt x="56177" y="16657"/>
                      </a:moveTo>
                      <a:lnTo>
                        <a:pt x="57918" y="17059"/>
                      </a:lnTo>
                      <a:lnTo>
                        <a:pt x="59571" y="17729"/>
                      </a:lnTo>
                      <a:lnTo>
                        <a:pt x="61000" y="18711"/>
                      </a:lnTo>
                      <a:lnTo>
                        <a:pt x="62250" y="19917"/>
                      </a:lnTo>
                      <a:lnTo>
                        <a:pt x="63188" y="21391"/>
                      </a:lnTo>
                      <a:lnTo>
                        <a:pt x="63902" y="22998"/>
                      </a:lnTo>
                      <a:lnTo>
                        <a:pt x="64259" y="24740"/>
                      </a:lnTo>
                      <a:lnTo>
                        <a:pt x="64304" y="25678"/>
                      </a:lnTo>
                      <a:lnTo>
                        <a:pt x="64259" y="26615"/>
                      </a:lnTo>
                      <a:lnTo>
                        <a:pt x="63902" y="28402"/>
                      </a:lnTo>
                      <a:lnTo>
                        <a:pt x="63188" y="30009"/>
                      </a:lnTo>
                      <a:lnTo>
                        <a:pt x="62250" y="31438"/>
                      </a:lnTo>
                      <a:lnTo>
                        <a:pt x="61000" y="32688"/>
                      </a:lnTo>
                      <a:lnTo>
                        <a:pt x="59571" y="33671"/>
                      </a:lnTo>
                      <a:lnTo>
                        <a:pt x="57918" y="34341"/>
                      </a:lnTo>
                      <a:lnTo>
                        <a:pt x="56177" y="34698"/>
                      </a:lnTo>
                      <a:lnTo>
                        <a:pt x="55239" y="34743"/>
                      </a:lnTo>
                      <a:lnTo>
                        <a:pt x="54301" y="34698"/>
                      </a:lnTo>
                      <a:lnTo>
                        <a:pt x="52560" y="34341"/>
                      </a:lnTo>
                      <a:lnTo>
                        <a:pt x="50907" y="33671"/>
                      </a:lnTo>
                      <a:lnTo>
                        <a:pt x="49478" y="32688"/>
                      </a:lnTo>
                      <a:lnTo>
                        <a:pt x="48273" y="31438"/>
                      </a:lnTo>
                      <a:lnTo>
                        <a:pt x="47290" y="30009"/>
                      </a:lnTo>
                      <a:lnTo>
                        <a:pt x="46576" y="28402"/>
                      </a:lnTo>
                      <a:lnTo>
                        <a:pt x="46219" y="26615"/>
                      </a:lnTo>
                      <a:lnTo>
                        <a:pt x="46219" y="25678"/>
                      </a:lnTo>
                      <a:lnTo>
                        <a:pt x="46219" y="24740"/>
                      </a:lnTo>
                      <a:lnTo>
                        <a:pt x="46576" y="22998"/>
                      </a:lnTo>
                      <a:lnTo>
                        <a:pt x="47290" y="21391"/>
                      </a:lnTo>
                      <a:lnTo>
                        <a:pt x="48273" y="19917"/>
                      </a:lnTo>
                      <a:lnTo>
                        <a:pt x="49478" y="18711"/>
                      </a:lnTo>
                      <a:lnTo>
                        <a:pt x="50907" y="17729"/>
                      </a:lnTo>
                      <a:lnTo>
                        <a:pt x="52560" y="17059"/>
                      </a:lnTo>
                      <a:lnTo>
                        <a:pt x="54301" y="16657"/>
                      </a:lnTo>
                      <a:close/>
                      <a:moveTo>
                        <a:pt x="0" y="1"/>
                      </a:moveTo>
                      <a:lnTo>
                        <a:pt x="0" y="16568"/>
                      </a:lnTo>
                      <a:lnTo>
                        <a:pt x="45" y="17506"/>
                      </a:lnTo>
                      <a:lnTo>
                        <a:pt x="402" y="19247"/>
                      </a:lnTo>
                      <a:lnTo>
                        <a:pt x="1117" y="20900"/>
                      </a:lnTo>
                      <a:lnTo>
                        <a:pt x="2054" y="22328"/>
                      </a:lnTo>
                      <a:lnTo>
                        <a:pt x="3305" y="23534"/>
                      </a:lnTo>
                      <a:lnTo>
                        <a:pt x="4734" y="24517"/>
                      </a:lnTo>
                      <a:lnTo>
                        <a:pt x="6341" y="25186"/>
                      </a:lnTo>
                      <a:lnTo>
                        <a:pt x="8128" y="25588"/>
                      </a:lnTo>
                      <a:lnTo>
                        <a:pt x="28401" y="25588"/>
                      </a:lnTo>
                      <a:lnTo>
                        <a:pt x="28401" y="25722"/>
                      </a:lnTo>
                      <a:lnTo>
                        <a:pt x="28356" y="25812"/>
                      </a:lnTo>
                      <a:lnTo>
                        <a:pt x="28401" y="27196"/>
                      </a:lnTo>
                      <a:lnTo>
                        <a:pt x="28669" y="29920"/>
                      </a:lnTo>
                      <a:lnTo>
                        <a:pt x="29205" y="32510"/>
                      </a:lnTo>
                      <a:lnTo>
                        <a:pt x="30009" y="35055"/>
                      </a:lnTo>
                      <a:lnTo>
                        <a:pt x="31036" y="37467"/>
                      </a:lnTo>
                      <a:lnTo>
                        <a:pt x="32286" y="39744"/>
                      </a:lnTo>
                      <a:lnTo>
                        <a:pt x="33715" y="41887"/>
                      </a:lnTo>
                      <a:lnTo>
                        <a:pt x="35367" y="43852"/>
                      </a:lnTo>
                      <a:lnTo>
                        <a:pt x="37198" y="45683"/>
                      </a:lnTo>
                      <a:lnTo>
                        <a:pt x="39163" y="47335"/>
                      </a:lnTo>
                      <a:lnTo>
                        <a:pt x="41307" y="48809"/>
                      </a:lnTo>
                      <a:lnTo>
                        <a:pt x="43584" y="50015"/>
                      </a:lnTo>
                      <a:lnTo>
                        <a:pt x="45995" y="51042"/>
                      </a:lnTo>
                      <a:lnTo>
                        <a:pt x="48541" y="51846"/>
                      </a:lnTo>
                      <a:lnTo>
                        <a:pt x="51131" y="52381"/>
                      </a:lnTo>
                      <a:lnTo>
                        <a:pt x="53855" y="52649"/>
                      </a:lnTo>
                      <a:lnTo>
                        <a:pt x="55239" y="52694"/>
                      </a:lnTo>
                      <a:lnTo>
                        <a:pt x="56623" y="52649"/>
                      </a:lnTo>
                      <a:lnTo>
                        <a:pt x="59347" y="52381"/>
                      </a:lnTo>
                      <a:lnTo>
                        <a:pt x="61937" y="51846"/>
                      </a:lnTo>
                      <a:lnTo>
                        <a:pt x="64483" y="51042"/>
                      </a:lnTo>
                      <a:lnTo>
                        <a:pt x="66894" y="50015"/>
                      </a:lnTo>
                      <a:lnTo>
                        <a:pt x="69172" y="48809"/>
                      </a:lnTo>
                      <a:lnTo>
                        <a:pt x="71315" y="47335"/>
                      </a:lnTo>
                      <a:lnTo>
                        <a:pt x="73280" y="45683"/>
                      </a:lnTo>
                      <a:lnTo>
                        <a:pt x="75111" y="43852"/>
                      </a:lnTo>
                      <a:lnTo>
                        <a:pt x="76763" y="41887"/>
                      </a:lnTo>
                      <a:lnTo>
                        <a:pt x="78237" y="39744"/>
                      </a:lnTo>
                      <a:lnTo>
                        <a:pt x="79442" y="37467"/>
                      </a:lnTo>
                      <a:lnTo>
                        <a:pt x="80469" y="35055"/>
                      </a:lnTo>
                      <a:lnTo>
                        <a:pt x="81273" y="32510"/>
                      </a:lnTo>
                      <a:lnTo>
                        <a:pt x="81809" y="29920"/>
                      </a:lnTo>
                      <a:lnTo>
                        <a:pt x="82077" y="27196"/>
                      </a:lnTo>
                      <a:lnTo>
                        <a:pt x="82122" y="25812"/>
                      </a:lnTo>
                      <a:lnTo>
                        <a:pt x="82122" y="25678"/>
                      </a:lnTo>
                      <a:lnTo>
                        <a:pt x="82077" y="25544"/>
                      </a:lnTo>
                      <a:lnTo>
                        <a:pt x="171790" y="25410"/>
                      </a:lnTo>
                      <a:lnTo>
                        <a:pt x="171834" y="25410"/>
                      </a:lnTo>
                      <a:lnTo>
                        <a:pt x="171834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5" name="Google Shape;442;p22">
                  <a:extLst>
                    <a:ext uri="{FF2B5EF4-FFF2-40B4-BE49-F238E27FC236}">
                      <a16:creationId xmlns:a16="http://schemas.microsoft.com/office/drawing/2014/main" id="{75B1C459-DDF3-7C61-B396-512B958ACB15}"/>
                    </a:ext>
                  </a:extLst>
                </p:cNvPr>
                <p:cNvSpPr/>
                <p:nvPr/>
              </p:nvSpPr>
              <p:spPr>
                <a:xfrm>
                  <a:off x="238125" y="500800"/>
                  <a:ext cx="4897600" cy="296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04" h="118694" extrusionOk="0">
                      <a:moveTo>
                        <a:pt x="117890" y="25320"/>
                      </a:moveTo>
                      <a:lnTo>
                        <a:pt x="118783" y="25364"/>
                      </a:lnTo>
                      <a:lnTo>
                        <a:pt x="120525" y="25722"/>
                      </a:lnTo>
                      <a:lnTo>
                        <a:pt x="122133" y="26392"/>
                      </a:lnTo>
                      <a:lnTo>
                        <a:pt x="123562" y="27329"/>
                      </a:lnTo>
                      <a:lnTo>
                        <a:pt x="124767" y="28580"/>
                      </a:lnTo>
                      <a:lnTo>
                        <a:pt x="125750" y="29964"/>
                      </a:lnTo>
                      <a:lnTo>
                        <a:pt x="126419" y="31572"/>
                      </a:lnTo>
                      <a:lnTo>
                        <a:pt x="126777" y="33313"/>
                      </a:lnTo>
                      <a:lnTo>
                        <a:pt x="126777" y="34251"/>
                      </a:lnTo>
                      <a:lnTo>
                        <a:pt x="126777" y="82925"/>
                      </a:lnTo>
                      <a:lnTo>
                        <a:pt x="126777" y="83863"/>
                      </a:lnTo>
                      <a:lnTo>
                        <a:pt x="126419" y="85560"/>
                      </a:lnTo>
                      <a:lnTo>
                        <a:pt x="125750" y="87167"/>
                      </a:lnTo>
                      <a:lnTo>
                        <a:pt x="124767" y="88596"/>
                      </a:lnTo>
                      <a:lnTo>
                        <a:pt x="123562" y="89802"/>
                      </a:lnTo>
                      <a:lnTo>
                        <a:pt x="122133" y="90784"/>
                      </a:lnTo>
                      <a:lnTo>
                        <a:pt x="120525" y="91454"/>
                      </a:lnTo>
                      <a:lnTo>
                        <a:pt x="118783" y="91811"/>
                      </a:lnTo>
                      <a:lnTo>
                        <a:pt x="117890" y="91856"/>
                      </a:lnTo>
                      <a:lnTo>
                        <a:pt x="116953" y="91811"/>
                      </a:lnTo>
                      <a:lnTo>
                        <a:pt x="115211" y="91454"/>
                      </a:lnTo>
                      <a:lnTo>
                        <a:pt x="113648" y="90784"/>
                      </a:lnTo>
                      <a:lnTo>
                        <a:pt x="112219" y="89802"/>
                      </a:lnTo>
                      <a:lnTo>
                        <a:pt x="111013" y="88596"/>
                      </a:lnTo>
                      <a:lnTo>
                        <a:pt x="110031" y="87167"/>
                      </a:lnTo>
                      <a:lnTo>
                        <a:pt x="109361" y="85560"/>
                      </a:lnTo>
                      <a:lnTo>
                        <a:pt x="109004" y="83863"/>
                      </a:lnTo>
                      <a:lnTo>
                        <a:pt x="108959" y="82925"/>
                      </a:lnTo>
                      <a:lnTo>
                        <a:pt x="108959" y="34251"/>
                      </a:lnTo>
                      <a:lnTo>
                        <a:pt x="109004" y="33313"/>
                      </a:lnTo>
                      <a:lnTo>
                        <a:pt x="109361" y="31572"/>
                      </a:lnTo>
                      <a:lnTo>
                        <a:pt x="110031" y="29964"/>
                      </a:lnTo>
                      <a:lnTo>
                        <a:pt x="111013" y="28580"/>
                      </a:lnTo>
                      <a:lnTo>
                        <a:pt x="112219" y="27329"/>
                      </a:lnTo>
                      <a:lnTo>
                        <a:pt x="113648" y="26392"/>
                      </a:lnTo>
                      <a:lnTo>
                        <a:pt x="115211" y="25722"/>
                      </a:lnTo>
                      <a:lnTo>
                        <a:pt x="116953" y="25364"/>
                      </a:lnTo>
                      <a:lnTo>
                        <a:pt x="117890" y="25320"/>
                      </a:lnTo>
                      <a:close/>
                      <a:moveTo>
                        <a:pt x="158705" y="25990"/>
                      </a:moveTo>
                      <a:lnTo>
                        <a:pt x="159598" y="26034"/>
                      </a:lnTo>
                      <a:lnTo>
                        <a:pt x="161340" y="26392"/>
                      </a:lnTo>
                      <a:lnTo>
                        <a:pt x="162948" y="27061"/>
                      </a:lnTo>
                      <a:lnTo>
                        <a:pt x="164377" y="28044"/>
                      </a:lnTo>
                      <a:lnTo>
                        <a:pt x="165582" y="29249"/>
                      </a:lnTo>
                      <a:lnTo>
                        <a:pt x="166520" y="30678"/>
                      </a:lnTo>
                      <a:lnTo>
                        <a:pt x="167190" y="32241"/>
                      </a:lnTo>
                      <a:lnTo>
                        <a:pt x="167547" y="33983"/>
                      </a:lnTo>
                      <a:lnTo>
                        <a:pt x="167592" y="34921"/>
                      </a:lnTo>
                      <a:lnTo>
                        <a:pt x="167592" y="83595"/>
                      </a:lnTo>
                      <a:lnTo>
                        <a:pt x="167547" y="84533"/>
                      </a:lnTo>
                      <a:lnTo>
                        <a:pt x="167190" y="86274"/>
                      </a:lnTo>
                      <a:lnTo>
                        <a:pt x="166520" y="87882"/>
                      </a:lnTo>
                      <a:lnTo>
                        <a:pt x="165582" y="89266"/>
                      </a:lnTo>
                      <a:lnTo>
                        <a:pt x="164377" y="90472"/>
                      </a:lnTo>
                      <a:lnTo>
                        <a:pt x="162948" y="91454"/>
                      </a:lnTo>
                      <a:lnTo>
                        <a:pt x="161340" y="92124"/>
                      </a:lnTo>
                      <a:lnTo>
                        <a:pt x="159598" y="92481"/>
                      </a:lnTo>
                      <a:lnTo>
                        <a:pt x="158705" y="92526"/>
                      </a:lnTo>
                      <a:lnTo>
                        <a:pt x="157768" y="92481"/>
                      </a:lnTo>
                      <a:lnTo>
                        <a:pt x="156026" y="92124"/>
                      </a:lnTo>
                      <a:lnTo>
                        <a:pt x="154418" y="91454"/>
                      </a:lnTo>
                      <a:lnTo>
                        <a:pt x="152989" y="90472"/>
                      </a:lnTo>
                      <a:lnTo>
                        <a:pt x="151784" y="89266"/>
                      </a:lnTo>
                      <a:lnTo>
                        <a:pt x="150846" y="87882"/>
                      </a:lnTo>
                      <a:lnTo>
                        <a:pt x="150176" y="86274"/>
                      </a:lnTo>
                      <a:lnTo>
                        <a:pt x="149819" y="84533"/>
                      </a:lnTo>
                      <a:lnTo>
                        <a:pt x="149774" y="83595"/>
                      </a:lnTo>
                      <a:lnTo>
                        <a:pt x="149774" y="34921"/>
                      </a:lnTo>
                      <a:lnTo>
                        <a:pt x="149819" y="33983"/>
                      </a:lnTo>
                      <a:lnTo>
                        <a:pt x="150176" y="32241"/>
                      </a:lnTo>
                      <a:lnTo>
                        <a:pt x="150846" y="30678"/>
                      </a:lnTo>
                      <a:lnTo>
                        <a:pt x="151784" y="29249"/>
                      </a:lnTo>
                      <a:lnTo>
                        <a:pt x="152989" y="28044"/>
                      </a:lnTo>
                      <a:lnTo>
                        <a:pt x="154418" y="27061"/>
                      </a:lnTo>
                      <a:lnTo>
                        <a:pt x="156026" y="26392"/>
                      </a:lnTo>
                      <a:lnTo>
                        <a:pt x="157768" y="26034"/>
                      </a:lnTo>
                      <a:lnTo>
                        <a:pt x="158705" y="25990"/>
                      </a:lnTo>
                      <a:close/>
                      <a:moveTo>
                        <a:pt x="77075" y="26347"/>
                      </a:moveTo>
                      <a:lnTo>
                        <a:pt x="78013" y="26392"/>
                      </a:lnTo>
                      <a:lnTo>
                        <a:pt x="79755" y="26749"/>
                      </a:lnTo>
                      <a:lnTo>
                        <a:pt x="81318" y="27419"/>
                      </a:lnTo>
                      <a:lnTo>
                        <a:pt x="82746" y="28356"/>
                      </a:lnTo>
                      <a:lnTo>
                        <a:pt x="83952" y="29562"/>
                      </a:lnTo>
                      <a:lnTo>
                        <a:pt x="84935" y="30991"/>
                      </a:lnTo>
                      <a:lnTo>
                        <a:pt x="85604" y="32599"/>
                      </a:lnTo>
                      <a:lnTo>
                        <a:pt x="85962" y="34340"/>
                      </a:lnTo>
                      <a:lnTo>
                        <a:pt x="86006" y="35278"/>
                      </a:lnTo>
                      <a:lnTo>
                        <a:pt x="86006" y="83952"/>
                      </a:lnTo>
                      <a:lnTo>
                        <a:pt x="85962" y="84845"/>
                      </a:lnTo>
                      <a:lnTo>
                        <a:pt x="85604" y="86587"/>
                      </a:lnTo>
                      <a:lnTo>
                        <a:pt x="84935" y="88194"/>
                      </a:lnTo>
                      <a:lnTo>
                        <a:pt x="83952" y="89623"/>
                      </a:lnTo>
                      <a:lnTo>
                        <a:pt x="82746" y="90829"/>
                      </a:lnTo>
                      <a:lnTo>
                        <a:pt x="81318" y="91811"/>
                      </a:lnTo>
                      <a:lnTo>
                        <a:pt x="79755" y="92481"/>
                      </a:lnTo>
                      <a:lnTo>
                        <a:pt x="78013" y="92839"/>
                      </a:lnTo>
                      <a:lnTo>
                        <a:pt x="76182" y="92839"/>
                      </a:lnTo>
                      <a:lnTo>
                        <a:pt x="74441" y="92481"/>
                      </a:lnTo>
                      <a:lnTo>
                        <a:pt x="72833" y="91811"/>
                      </a:lnTo>
                      <a:lnTo>
                        <a:pt x="71404" y="90829"/>
                      </a:lnTo>
                      <a:lnTo>
                        <a:pt x="70198" y="89623"/>
                      </a:lnTo>
                      <a:lnTo>
                        <a:pt x="69261" y="88194"/>
                      </a:lnTo>
                      <a:lnTo>
                        <a:pt x="68546" y="86587"/>
                      </a:lnTo>
                      <a:lnTo>
                        <a:pt x="68189" y="84845"/>
                      </a:lnTo>
                      <a:lnTo>
                        <a:pt x="68189" y="83952"/>
                      </a:lnTo>
                      <a:lnTo>
                        <a:pt x="68189" y="35278"/>
                      </a:lnTo>
                      <a:lnTo>
                        <a:pt x="68189" y="34340"/>
                      </a:lnTo>
                      <a:lnTo>
                        <a:pt x="68546" y="32599"/>
                      </a:lnTo>
                      <a:lnTo>
                        <a:pt x="69261" y="30991"/>
                      </a:lnTo>
                      <a:lnTo>
                        <a:pt x="70198" y="29562"/>
                      </a:lnTo>
                      <a:lnTo>
                        <a:pt x="71404" y="28356"/>
                      </a:lnTo>
                      <a:lnTo>
                        <a:pt x="72833" y="27419"/>
                      </a:lnTo>
                      <a:lnTo>
                        <a:pt x="74441" y="26749"/>
                      </a:lnTo>
                      <a:lnTo>
                        <a:pt x="76182" y="26392"/>
                      </a:lnTo>
                      <a:lnTo>
                        <a:pt x="77075" y="26347"/>
                      </a:lnTo>
                      <a:close/>
                      <a:moveTo>
                        <a:pt x="36260" y="26525"/>
                      </a:moveTo>
                      <a:lnTo>
                        <a:pt x="37198" y="26570"/>
                      </a:lnTo>
                      <a:lnTo>
                        <a:pt x="38940" y="26927"/>
                      </a:lnTo>
                      <a:lnTo>
                        <a:pt x="40547" y="27597"/>
                      </a:lnTo>
                      <a:lnTo>
                        <a:pt x="41976" y="28535"/>
                      </a:lnTo>
                      <a:lnTo>
                        <a:pt x="43182" y="29741"/>
                      </a:lnTo>
                      <a:lnTo>
                        <a:pt x="44120" y="31170"/>
                      </a:lnTo>
                      <a:lnTo>
                        <a:pt x="44789" y="32777"/>
                      </a:lnTo>
                      <a:lnTo>
                        <a:pt x="45147" y="34519"/>
                      </a:lnTo>
                      <a:lnTo>
                        <a:pt x="45191" y="35412"/>
                      </a:lnTo>
                      <a:lnTo>
                        <a:pt x="45191" y="84131"/>
                      </a:lnTo>
                      <a:lnTo>
                        <a:pt x="45147" y="85024"/>
                      </a:lnTo>
                      <a:lnTo>
                        <a:pt x="44789" y="86765"/>
                      </a:lnTo>
                      <a:lnTo>
                        <a:pt x="44120" y="88373"/>
                      </a:lnTo>
                      <a:lnTo>
                        <a:pt x="43182" y="89802"/>
                      </a:lnTo>
                      <a:lnTo>
                        <a:pt x="41976" y="91008"/>
                      </a:lnTo>
                      <a:lnTo>
                        <a:pt x="40547" y="91945"/>
                      </a:lnTo>
                      <a:lnTo>
                        <a:pt x="38940" y="92660"/>
                      </a:lnTo>
                      <a:lnTo>
                        <a:pt x="37198" y="93017"/>
                      </a:lnTo>
                      <a:lnTo>
                        <a:pt x="35367" y="93017"/>
                      </a:lnTo>
                      <a:lnTo>
                        <a:pt x="33626" y="92660"/>
                      </a:lnTo>
                      <a:lnTo>
                        <a:pt x="32018" y="91945"/>
                      </a:lnTo>
                      <a:lnTo>
                        <a:pt x="30589" y="91008"/>
                      </a:lnTo>
                      <a:lnTo>
                        <a:pt x="29383" y="89802"/>
                      </a:lnTo>
                      <a:lnTo>
                        <a:pt x="28446" y="88373"/>
                      </a:lnTo>
                      <a:lnTo>
                        <a:pt x="27776" y="86765"/>
                      </a:lnTo>
                      <a:lnTo>
                        <a:pt x="27418" y="85024"/>
                      </a:lnTo>
                      <a:lnTo>
                        <a:pt x="27374" y="84131"/>
                      </a:lnTo>
                      <a:lnTo>
                        <a:pt x="27374" y="35412"/>
                      </a:lnTo>
                      <a:lnTo>
                        <a:pt x="27418" y="34519"/>
                      </a:lnTo>
                      <a:lnTo>
                        <a:pt x="27776" y="32777"/>
                      </a:lnTo>
                      <a:lnTo>
                        <a:pt x="28446" y="31170"/>
                      </a:lnTo>
                      <a:lnTo>
                        <a:pt x="29383" y="29741"/>
                      </a:lnTo>
                      <a:lnTo>
                        <a:pt x="30589" y="28535"/>
                      </a:lnTo>
                      <a:lnTo>
                        <a:pt x="32018" y="27597"/>
                      </a:lnTo>
                      <a:lnTo>
                        <a:pt x="33626" y="26927"/>
                      </a:lnTo>
                      <a:lnTo>
                        <a:pt x="35367" y="26570"/>
                      </a:lnTo>
                      <a:lnTo>
                        <a:pt x="36260" y="26525"/>
                      </a:lnTo>
                      <a:close/>
                      <a:moveTo>
                        <a:pt x="5895" y="0"/>
                      </a:moveTo>
                      <a:lnTo>
                        <a:pt x="4600" y="268"/>
                      </a:lnTo>
                      <a:lnTo>
                        <a:pt x="3438" y="759"/>
                      </a:lnTo>
                      <a:lnTo>
                        <a:pt x="2367" y="1474"/>
                      </a:lnTo>
                      <a:lnTo>
                        <a:pt x="1474" y="2367"/>
                      </a:lnTo>
                      <a:lnTo>
                        <a:pt x="804" y="3439"/>
                      </a:lnTo>
                      <a:lnTo>
                        <a:pt x="268" y="4600"/>
                      </a:lnTo>
                      <a:lnTo>
                        <a:pt x="45" y="5895"/>
                      </a:lnTo>
                      <a:lnTo>
                        <a:pt x="0" y="6565"/>
                      </a:lnTo>
                      <a:lnTo>
                        <a:pt x="0" y="112174"/>
                      </a:lnTo>
                      <a:lnTo>
                        <a:pt x="0" y="112799"/>
                      </a:lnTo>
                      <a:lnTo>
                        <a:pt x="268" y="114005"/>
                      </a:lnTo>
                      <a:lnTo>
                        <a:pt x="714" y="115122"/>
                      </a:lnTo>
                      <a:lnTo>
                        <a:pt x="1340" y="116149"/>
                      </a:lnTo>
                      <a:lnTo>
                        <a:pt x="2143" y="116997"/>
                      </a:lnTo>
                      <a:lnTo>
                        <a:pt x="3081" y="117712"/>
                      </a:lnTo>
                      <a:lnTo>
                        <a:pt x="4153" y="118247"/>
                      </a:lnTo>
                      <a:lnTo>
                        <a:pt x="5314" y="118605"/>
                      </a:lnTo>
                      <a:lnTo>
                        <a:pt x="5939" y="118694"/>
                      </a:lnTo>
                      <a:lnTo>
                        <a:pt x="195903" y="118694"/>
                      </a:lnTo>
                      <a:lnTo>
                        <a:pt x="195903" y="10405"/>
                      </a:lnTo>
                      <a:lnTo>
                        <a:pt x="195903" y="10360"/>
                      </a:lnTo>
                      <a:lnTo>
                        <a:pt x="195903" y="10316"/>
                      </a:lnTo>
                      <a:lnTo>
                        <a:pt x="195903" y="6565"/>
                      </a:lnTo>
                      <a:lnTo>
                        <a:pt x="195859" y="5895"/>
                      </a:lnTo>
                      <a:lnTo>
                        <a:pt x="195591" y="4600"/>
                      </a:lnTo>
                      <a:lnTo>
                        <a:pt x="195100" y="3439"/>
                      </a:lnTo>
                      <a:lnTo>
                        <a:pt x="194385" y="2367"/>
                      </a:lnTo>
                      <a:lnTo>
                        <a:pt x="193492" y="1474"/>
                      </a:lnTo>
                      <a:lnTo>
                        <a:pt x="192465" y="759"/>
                      </a:lnTo>
                      <a:lnTo>
                        <a:pt x="191259" y="268"/>
                      </a:lnTo>
                      <a:lnTo>
                        <a:pt x="19000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6" name="Google Shape;443;p22">
                  <a:extLst>
                    <a:ext uri="{FF2B5EF4-FFF2-40B4-BE49-F238E27FC236}">
                      <a16:creationId xmlns:a16="http://schemas.microsoft.com/office/drawing/2014/main" id="{C30AE402-6B6A-5A58-5D09-3CF3F4F39844}"/>
                    </a:ext>
                  </a:extLst>
                </p:cNvPr>
                <p:cNvSpPr/>
                <p:nvPr/>
              </p:nvSpPr>
              <p:spPr>
                <a:xfrm>
                  <a:off x="5565500" y="998700"/>
                  <a:ext cx="1817500" cy="4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00" h="168709" extrusionOk="0">
                      <a:moveTo>
                        <a:pt x="34921" y="132582"/>
                      </a:moveTo>
                      <a:lnTo>
                        <a:pt x="36707" y="132984"/>
                      </a:lnTo>
                      <a:lnTo>
                        <a:pt x="38315" y="133654"/>
                      </a:lnTo>
                      <a:lnTo>
                        <a:pt x="39744" y="134636"/>
                      </a:lnTo>
                      <a:lnTo>
                        <a:pt x="40994" y="135842"/>
                      </a:lnTo>
                      <a:lnTo>
                        <a:pt x="41977" y="137315"/>
                      </a:lnTo>
                      <a:lnTo>
                        <a:pt x="42647" y="138923"/>
                      </a:lnTo>
                      <a:lnTo>
                        <a:pt x="43004" y="140665"/>
                      </a:lnTo>
                      <a:lnTo>
                        <a:pt x="43048" y="141602"/>
                      </a:lnTo>
                      <a:lnTo>
                        <a:pt x="43004" y="142540"/>
                      </a:lnTo>
                      <a:lnTo>
                        <a:pt x="42647" y="144326"/>
                      </a:lnTo>
                      <a:lnTo>
                        <a:pt x="41977" y="145934"/>
                      </a:lnTo>
                      <a:lnTo>
                        <a:pt x="40994" y="147363"/>
                      </a:lnTo>
                      <a:lnTo>
                        <a:pt x="39744" y="148613"/>
                      </a:lnTo>
                      <a:lnTo>
                        <a:pt x="38315" y="149596"/>
                      </a:lnTo>
                      <a:lnTo>
                        <a:pt x="36707" y="150265"/>
                      </a:lnTo>
                      <a:lnTo>
                        <a:pt x="34921" y="150623"/>
                      </a:lnTo>
                      <a:lnTo>
                        <a:pt x="33983" y="150667"/>
                      </a:lnTo>
                      <a:lnTo>
                        <a:pt x="33090" y="150623"/>
                      </a:lnTo>
                      <a:lnTo>
                        <a:pt x="31304" y="150265"/>
                      </a:lnTo>
                      <a:lnTo>
                        <a:pt x="29696" y="149596"/>
                      </a:lnTo>
                      <a:lnTo>
                        <a:pt x="28223" y="148613"/>
                      </a:lnTo>
                      <a:lnTo>
                        <a:pt x="27017" y="147363"/>
                      </a:lnTo>
                      <a:lnTo>
                        <a:pt x="26035" y="145934"/>
                      </a:lnTo>
                      <a:lnTo>
                        <a:pt x="25365" y="144326"/>
                      </a:lnTo>
                      <a:lnTo>
                        <a:pt x="25008" y="142540"/>
                      </a:lnTo>
                      <a:lnTo>
                        <a:pt x="24963" y="141602"/>
                      </a:lnTo>
                      <a:lnTo>
                        <a:pt x="25008" y="140665"/>
                      </a:lnTo>
                      <a:lnTo>
                        <a:pt x="25365" y="138923"/>
                      </a:lnTo>
                      <a:lnTo>
                        <a:pt x="26035" y="137315"/>
                      </a:lnTo>
                      <a:lnTo>
                        <a:pt x="27017" y="135842"/>
                      </a:lnTo>
                      <a:lnTo>
                        <a:pt x="28223" y="134636"/>
                      </a:lnTo>
                      <a:lnTo>
                        <a:pt x="29696" y="133654"/>
                      </a:lnTo>
                      <a:lnTo>
                        <a:pt x="31304" y="132984"/>
                      </a:lnTo>
                      <a:lnTo>
                        <a:pt x="33090" y="132582"/>
                      </a:lnTo>
                      <a:close/>
                      <a:moveTo>
                        <a:pt x="1" y="1"/>
                      </a:moveTo>
                      <a:lnTo>
                        <a:pt x="1" y="141424"/>
                      </a:lnTo>
                      <a:lnTo>
                        <a:pt x="7146" y="141424"/>
                      </a:lnTo>
                      <a:lnTo>
                        <a:pt x="7146" y="141602"/>
                      </a:lnTo>
                      <a:lnTo>
                        <a:pt x="7146" y="141826"/>
                      </a:lnTo>
                      <a:lnTo>
                        <a:pt x="7146" y="143210"/>
                      </a:lnTo>
                      <a:lnTo>
                        <a:pt x="7458" y="145934"/>
                      </a:lnTo>
                      <a:lnTo>
                        <a:pt x="7994" y="148524"/>
                      </a:lnTo>
                      <a:lnTo>
                        <a:pt x="8753" y="151069"/>
                      </a:lnTo>
                      <a:lnTo>
                        <a:pt x="9780" y="153481"/>
                      </a:lnTo>
                      <a:lnTo>
                        <a:pt x="11031" y="155758"/>
                      </a:lnTo>
                      <a:lnTo>
                        <a:pt x="12460" y="157901"/>
                      </a:lnTo>
                      <a:lnTo>
                        <a:pt x="14112" y="159866"/>
                      </a:lnTo>
                      <a:lnTo>
                        <a:pt x="15943" y="161697"/>
                      </a:lnTo>
                      <a:lnTo>
                        <a:pt x="17952" y="163349"/>
                      </a:lnTo>
                      <a:lnTo>
                        <a:pt x="20096" y="164823"/>
                      </a:lnTo>
                      <a:lnTo>
                        <a:pt x="22373" y="166029"/>
                      </a:lnTo>
                      <a:lnTo>
                        <a:pt x="24784" y="167056"/>
                      </a:lnTo>
                      <a:lnTo>
                        <a:pt x="27285" y="167860"/>
                      </a:lnTo>
                      <a:lnTo>
                        <a:pt x="29920" y="168395"/>
                      </a:lnTo>
                      <a:lnTo>
                        <a:pt x="32599" y="168663"/>
                      </a:lnTo>
                      <a:lnTo>
                        <a:pt x="33983" y="168708"/>
                      </a:lnTo>
                      <a:lnTo>
                        <a:pt x="35368" y="168663"/>
                      </a:lnTo>
                      <a:lnTo>
                        <a:pt x="38092" y="168395"/>
                      </a:lnTo>
                      <a:lnTo>
                        <a:pt x="40726" y="167860"/>
                      </a:lnTo>
                      <a:lnTo>
                        <a:pt x="43227" y="167056"/>
                      </a:lnTo>
                      <a:lnTo>
                        <a:pt x="45638" y="166029"/>
                      </a:lnTo>
                      <a:lnTo>
                        <a:pt x="47916" y="164823"/>
                      </a:lnTo>
                      <a:lnTo>
                        <a:pt x="50059" y="163349"/>
                      </a:lnTo>
                      <a:lnTo>
                        <a:pt x="52069" y="161697"/>
                      </a:lnTo>
                      <a:lnTo>
                        <a:pt x="53900" y="159866"/>
                      </a:lnTo>
                      <a:lnTo>
                        <a:pt x="55507" y="157901"/>
                      </a:lnTo>
                      <a:lnTo>
                        <a:pt x="56981" y="155758"/>
                      </a:lnTo>
                      <a:lnTo>
                        <a:pt x="58231" y="153481"/>
                      </a:lnTo>
                      <a:lnTo>
                        <a:pt x="59258" y="151069"/>
                      </a:lnTo>
                      <a:lnTo>
                        <a:pt x="60018" y="148524"/>
                      </a:lnTo>
                      <a:lnTo>
                        <a:pt x="60553" y="145934"/>
                      </a:lnTo>
                      <a:lnTo>
                        <a:pt x="60821" y="143210"/>
                      </a:lnTo>
                      <a:lnTo>
                        <a:pt x="60866" y="141826"/>
                      </a:lnTo>
                      <a:lnTo>
                        <a:pt x="60866" y="141602"/>
                      </a:lnTo>
                      <a:lnTo>
                        <a:pt x="60866" y="141424"/>
                      </a:lnTo>
                      <a:lnTo>
                        <a:pt x="63724" y="141424"/>
                      </a:lnTo>
                      <a:lnTo>
                        <a:pt x="64662" y="141379"/>
                      </a:lnTo>
                      <a:lnTo>
                        <a:pt x="66403" y="141022"/>
                      </a:lnTo>
                      <a:lnTo>
                        <a:pt x="68011" y="140352"/>
                      </a:lnTo>
                      <a:lnTo>
                        <a:pt x="69440" y="139370"/>
                      </a:lnTo>
                      <a:lnTo>
                        <a:pt x="70646" y="138164"/>
                      </a:lnTo>
                      <a:lnTo>
                        <a:pt x="71628" y="136735"/>
                      </a:lnTo>
                      <a:lnTo>
                        <a:pt x="72298" y="135127"/>
                      </a:lnTo>
                      <a:lnTo>
                        <a:pt x="72655" y="133341"/>
                      </a:lnTo>
                      <a:lnTo>
                        <a:pt x="72700" y="132448"/>
                      </a:lnTo>
                      <a:lnTo>
                        <a:pt x="72700" y="74218"/>
                      </a:lnTo>
                      <a:lnTo>
                        <a:pt x="72655" y="73369"/>
                      </a:lnTo>
                      <a:lnTo>
                        <a:pt x="72342" y="71717"/>
                      </a:lnTo>
                      <a:lnTo>
                        <a:pt x="72074" y="70913"/>
                      </a:lnTo>
                      <a:lnTo>
                        <a:pt x="31661" y="70913"/>
                      </a:lnTo>
                      <a:lnTo>
                        <a:pt x="30366" y="70868"/>
                      </a:lnTo>
                      <a:lnTo>
                        <a:pt x="27821" y="70288"/>
                      </a:lnTo>
                      <a:lnTo>
                        <a:pt x="25544" y="69216"/>
                      </a:lnTo>
                      <a:lnTo>
                        <a:pt x="23489" y="67743"/>
                      </a:lnTo>
                      <a:lnTo>
                        <a:pt x="21748" y="65822"/>
                      </a:lnTo>
                      <a:lnTo>
                        <a:pt x="20364" y="63590"/>
                      </a:lnTo>
                      <a:lnTo>
                        <a:pt x="19381" y="61089"/>
                      </a:lnTo>
                      <a:lnTo>
                        <a:pt x="18890" y="58365"/>
                      </a:lnTo>
                      <a:lnTo>
                        <a:pt x="18845" y="56936"/>
                      </a:lnTo>
                      <a:lnTo>
                        <a:pt x="18845" y="32911"/>
                      </a:lnTo>
                      <a:lnTo>
                        <a:pt x="18890" y="31572"/>
                      </a:lnTo>
                      <a:lnTo>
                        <a:pt x="19381" y="29026"/>
                      </a:lnTo>
                      <a:lnTo>
                        <a:pt x="20274" y="26660"/>
                      </a:lnTo>
                      <a:lnTo>
                        <a:pt x="21614" y="24606"/>
                      </a:lnTo>
                      <a:lnTo>
                        <a:pt x="23221" y="22819"/>
                      </a:lnTo>
                      <a:lnTo>
                        <a:pt x="25186" y="21435"/>
                      </a:lnTo>
                      <a:lnTo>
                        <a:pt x="27330" y="20408"/>
                      </a:lnTo>
                      <a:lnTo>
                        <a:pt x="29696" y="19917"/>
                      </a:lnTo>
                      <a:lnTo>
                        <a:pt x="30947" y="19872"/>
                      </a:lnTo>
                      <a:lnTo>
                        <a:pt x="49077" y="19872"/>
                      </a:lnTo>
                      <a:lnTo>
                        <a:pt x="43584" y="7726"/>
                      </a:lnTo>
                      <a:lnTo>
                        <a:pt x="43182" y="6877"/>
                      </a:lnTo>
                      <a:lnTo>
                        <a:pt x="42155" y="5270"/>
                      </a:lnTo>
                      <a:lnTo>
                        <a:pt x="40950" y="3841"/>
                      </a:lnTo>
                      <a:lnTo>
                        <a:pt x="39521" y="2635"/>
                      </a:lnTo>
                      <a:lnTo>
                        <a:pt x="37958" y="1608"/>
                      </a:lnTo>
                      <a:lnTo>
                        <a:pt x="36261" y="849"/>
                      </a:lnTo>
                      <a:lnTo>
                        <a:pt x="34475" y="313"/>
                      </a:lnTo>
                      <a:lnTo>
                        <a:pt x="32599" y="45"/>
                      </a:lnTo>
                      <a:lnTo>
                        <a:pt x="3166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7" name="Google Shape;444;p22">
                  <a:extLst>
                    <a:ext uri="{FF2B5EF4-FFF2-40B4-BE49-F238E27FC236}">
                      <a16:creationId xmlns:a16="http://schemas.microsoft.com/office/drawing/2014/main" id="{62CB6712-4822-BEFA-F74A-6F293A303CC3}"/>
                    </a:ext>
                  </a:extLst>
                </p:cNvPr>
                <p:cNvSpPr/>
                <p:nvPr/>
              </p:nvSpPr>
              <p:spPr>
                <a:xfrm>
                  <a:off x="6482050" y="1940925"/>
                  <a:ext cx="684375" cy="38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75" h="15407" extrusionOk="0">
                      <a:moveTo>
                        <a:pt x="1" y="1"/>
                      </a:moveTo>
                      <a:lnTo>
                        <a:pt x="1" y="15407"/>
                      </a:lnTo>
                      <a:lnTo>
                        <a:pt x="27375" y="15407"/>
                      </a:lnTo>
                      <a:lnTo>
                        <a:pt x="2045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grpSp>
          <p:nvGrpSpPr>
            <p:cNvPr id="25" name="Google Shape;445;p22">
              <a:extLst>
                <a:ext uri="{FF2B5EF4-FFF2-40B4-BE49-F238E27FC236}">
                  <a16:creationId xmlns:a16="http://schemas.microsoft.com/office/drawing/2014/main" id="{BA1EB6C0-BE0A-CC49-6BFC-F547D3F06D30}"/>
                </a:ext>
              </a:extLst>
            </p:cNvPr>
            <p:cNvGrpSpPr/>
            <p:nvPr/>
          </p:nvGrpSpPr>
          <p:grpSpPr>
            <a:xfrm>
              <a:off x="4965481" y="2994966"/>
              <a:ext cx="518136" cy="518168"/>
              <a:chOff x="4965481" y="2994966"/>
              <a:chExt cx="518136" cy="518168"/>
            </a:xfrm>
          </p:grpSpPr>
          <p:sp>
            <p:nvSpPr>
              <p:cNvPr id="53" name="Google Shape;446;p22">
                <a:extLst>
                  <a:ext uri="{FF2B5EF4-FFF2-40B4-BE49-F238E27FC236}">
                    <a16:creationId xmlns:a16="http://schemas.microsoft.com/office/drawing/2014/main" id="{B2AA0D49-E09D-2721-A551-FB748588559D}"/>
                  </a:ext>
                </a:extLst>
              </p:cNvPr>
              <p:cNvSpPr/>
              <p:nvPr/>
            </p:nvSpPr>
            <p:spPr>
              <a:xfrm>
                <a:off x="4965481" y="2994966"/>
                <a:ext cx="518136" cy="518168"/>
              </a:xfrm>
              <a:custGeom>
                <a:avLst/>
                <a:gdLst/>
                <a:ahLst/>
                <a:cxnLst/>
                <a:rect l="l" t="t" r="r" b="b"/>
                <a:pathLst>
                  <a:path w="16130" h="16131" extrusionOk="0">
                    <a:moveTo>
                      <a:pt x="8065" y="1"/>
                    </a:moveTo>
                    <a:cubicBezTo>
                      <a:pt x="3622" y="1"/>
                      <a:pt x="0" y="3623"/>
                      <a:pt x="0" y="8066"/>
                    </a:cubicBezTo>
                    <a:cubicBezTo>
                      <a:pt x="0" y="12526"/>
                      <a:pt x="3622" y="16130"/>
                      <a:pt x="8065" y="16130"/>
                    </a:cubicBezTo>
                    <a:cubicBezTo>
                      <a:pt x="12526" y="16130"/>
                      <a:pt x="16130" y="12526"/>
                      <a:pt x="16130" y="8066"/>
                    </a:cubicBezTo>
                    <a:cubicBezTo>
                      <a:pt x="16130" y="3623"/>
                      <a:pt x="12526" y="1"/>
                      <a:pt x="8065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5800" cap="flat" cmpd="sng">
                <a:noFill/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54" name="Google Shape;447;p22">
                <a:extLst>
                  <a:ext uri="{FF2B5EF4-FFF2-40B4-BE49-F238E27FC236}">
                    <a16:creationId xmlns:a16="http://schemas.microsoft.com/office/drawing/2014/main" id="{277C6A01-6114-C02F-DEDD-E987A4457A17}"/>
                  </a:ext>
                </a:extLst>
              </p:cNvPr>
              <p:cNvGrpSpPr/>
              <p:nvPr/>
            </p:nvGrpSpPr>
            <p:grpSpPr>
              <a:xfrm>
                <a:off x="5060222" y="3097070"/>
                <a:ext cx="328610" cy="313977"/>
                <a:chOff x="1076575" y="245800"/>
                <a:chExt cx="5467725" cy="5224250"/>
              </a:xfrm>
            </p:grpSpPr>
            <p:sp>
              <p:nvSpPr>
                <p:cNvPr id="55" name="Google Shape;448;p22">
                  <a:extLst>
                    <a:ext uri="{FF2B5EF4-FFF2-40B4-BE49-F238E27FC236}">
                      <a16:creationId xmlns:a16="http://schemas.microsoft.com/office/drawing/2014/main" id="{45682651-52C6-C524-E4E2-78E5585F9382}"/>
                    </a:ext>
                  </a:extLst>
                </p:cNvPr>
                <p:cNvSpPr/>
                <p:nvPr/>
              </p:nvSpPr>
              <p:spPr>
                <a:xfrm>
                  <a:off x="3404600" y="245800"/>
                  <a:ext cx="784300" cy="94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72" h="37831" extrusionOk="0">
                      <a:moveTo>
                        <a:pt x="1" y="1"/>
                      </a:moveTo>
                      <a:lnTo>
                        <a:pt x="1" y="37830"/>
                      </a:lnTo>
                      <a:lnTo>
                        <a:pt x="31372" y="37830"/>
                      </a:lnTo>
                      <a:lnTo>
                        <a:pt x="3137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6" name="Google Shape;449;p22">
                  <a:extLst>
                    <a:ext uri="{FF2B5EF4-FFF2-40B4-BE49-F238E27FC236}">
                      <a16:creationId xmlns:a16="http://schemas.microsoft.com/office/drawing/2014/main" id="{77EF141F-0C05-4139-99F5-4FF78DAC4215}"/>
                    </a:ext>
                  </a:extLst>
                </p:cNvPr>
                <p:cNvSpPr/>
                <p:nvPr/>
              </p:nvSpPr>
              <p:spPr>
                <a:xfrm>
                  <a:off x="3404600" y="1556350"/>
                  <a:ext cx="784300" cy="48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72" h="19411" extrusionOk="0">
                      <a:moveTo>
                        <a:pt x="1" y="0"/>
                      </a:moveTo>
                      <a:lnTo>
                        <a:pt x="1" y="19411"/>
                      </a:lnTo>
                      <a:lnTo>
                        <a:pt x="31372" y="19411"/>
                      </a:lnTo>
                      <a:lnTo>
                        <a:pt x="3137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7" name="Google Shape;450;p22">
                  <a:extLst>
                    <a:ext uri="{FF2B5EF4-FFF2-40B4-BE49-F238E27FC236}">
                      <a16:creationId xmlns:a16="http://schemas.microsoft.com/office/drawing/2014/main" id="{B5CF362C-78CC-79FA-DA54-28BB257E5BBC}"/>
                    </a:ext>
                  </a:extLst>
                </p:cNvPr>
                <p:cNvSpPr/>
                <p:nvPr/>
              </p:nvSpPr>
              <p:spPr>
                <a:xfrm>
                  <a:off x="1367900" y="1556350"/>
                  <a:ext cx="4878225" cy="256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29" h="102520" extrusionOk="0">
                      <a:moveTo>
                        <a:pt x="0" y="0"/>
                      </a:moveTo>
                      <a:lnTo>
                        <a:pt x="0" y="69474"/>
                      </a:lnTo>
                      <a:lnTo>
                        <a:pt x="1675" y="69816"/>
                      </a:lnTo>
                      <a:lnTo>
                        <a:pt x="4955" y="71012"/>
                      </a:lnTo>
                      <a:lnTo>
                        <a:pt x="8031" y="72687"/>
                      </a:lnTo>
                      <a:lnTo>
                        <a:pt x="10833" y="74908"/>
                      </a:lnTo>
                      <a:lnTo>
                        <a:pt x="12132" y="76206"/>
                      </a:lnTo>
                      <a:lnTo>
                        <a:pt x="36189" y="102315"/>
                      </a:lnTo>
                      <a:lnTo>
                        <a:pt x="36258" y="102417"/>
                      </a:lnTo>
                      <a:lnTo>
                        <a:pt x="36360" y="102520"/>
                      </a:lnTo>
                      <a:lnTo>
                        <a:pt x="36360" y="97189"/>
                      </a:lnTo>
                      <a:lnTo>
                        <a:pt x="36394" y="96164"/>
                      </a:lnTo>
                      <a:lnTo>
                        <a:pt x="36599" y="94113"/>
                      </a:lnTo>
                      <a:lnTo>
                        <a:pt x="37010" y="92131"/>
                      </a:lnTo>
                      <a:lnTo>
                        <a:pt x="37591" y="90252"/>
                      </a:lnTo>
                      <a:lnTo>
                        <a:pt x="38342" y="88406"/>
                      </a:lnTo>
                      <a:lnTo>
                        <a:pt x="39299" y="86698"/>
                      </a:lnTo>
                      <a:lnTo>
                        <a:pt x="40393" y="85091"/>
                      </a:lnTo>
                      <a:lnTo>
                        <a:pt x="41623" y="83588"/>
                      </a:lnTo>
                      <a:lnTo>
                        <a:pt x="42990" y="82221"/>
                      </a:lnTo>
                      <a:lnTo>
                        <a:pt x="44493" y="80957"/>
                      </a:lnTo>
                      <a:lnTo>
                        <a:pt x="46134" y="79863"/>
                      </a:lnTo>
                      <a:lnTo>
                        <a:pt x="47842" y="78940"/>
                      </a:lnTo>
                      <a:lnTo>
                        <a:pt x="49654" y="78154"/>
                      </a:lnTo>
                      <a:lnTo>
                        <a:pt x="51567" y="77573"/>
                      </a:lnTo>
                      <a:lnTo>
                        <a:pt x="53549" y="77163"/>
                      </a:lnTo>
                      <a:lnTo>
                        <a:pt x="55566" y="76958"/>
                      </a:lnTo>
                      <a:lnTo>
                        <a:pt x="90286" y="76958"/>
                      </a:lnTo>
                      <a:lnTo>
                        <a:pt x="91140" y="76992"/>
                      </a:lnTo>
                      <a:lnTo>
                        <a:pt x="93259" y="76582"/>
                      </a:lnTo>
                      <a:lnTo>
                        <a:pt x="97154" y="75250"/>
                      </a:lnTo>
                      <a:lnTo>
                        <a:pt x="105595" y="71320"/>
                      </a:lnTo>
                      <a:lnTo>
                        <a:pt x="109354" y="69577"/>
                      </a:lnTo>
                      <a:lnTo>
                        <a:pt x="110892" y="68859"/>
                      </a:lnTo>
                      <a:lnTo>
                        <a:pt x="113968" y="67629"/>
                      </a:lnTo>
                      <a:lnTo>
                        <a:pt x="117111" y="66604"/>
                      </a:lnTo>
                      <a:lnTo>
                        <a:pt x="120290" y="65749"/>
                      </a:lnTo>
                      <a:lnTo>
                        <a:pt x="123468" y="65066"/>
                      </a:lnTo>
                      <a:lnTo>
                        <a:pt x="126680" y="64553"/>
                      </a:lnTo>
                      <a:lnTo>
                        <a:pt x="129926" y="64246"/>
                      </a:lnTo>
                      <a:lnTo>
                        <a:pt x="133139" y="64109"/>
                      </a:lnTo>
                      <a:lnTo>
                        <a:pt x="136385" y="64177"/>
                      </a:lnTo>
                      <a:lnTo>
                        <a:pt x="139632" y="64417"/>
                      </a:lnTo>
                      <a:lnTo>
                        <a:pt x="142844" y="64827"/>
                      </a:lnTo>
                      <a:lnTo>
                        <a:pt x="146022" y="65408"/>
                      </a:lnTo>
                      <a:lnTo>
                        <a:pt x="149200" y="66194"/>
                      </a:lnTo>
                      <a:lnTo>
                        <a:pt x="152344" y="67151"/>
                      </a:lnTo>
                      <a:lnTo>
                        <a:pt x="155420" y="68312"/>
                      </a:lnTo>
                      <a:lnTo>
                        <a:pt x="158495" y="69645"/>
                      </a:lnTo>
                      <a:lnTo>
                        <a:pt x="159999" y="70363"/>
                      </a:lnTo>
                      <a:lnTo>
                        <a:pt x="169704" y="75318"/>
                      </a:lnTo>
                      <a:lnTo>
                        <a:pt x="170251" y="73678"/>
                      </a:lnTo>
                      <a:lnTo>
                        <a:pt x="171720" y="70670"/>
                      </a:lnTo>
                      <a:lnTo>
                        <a:pt x="173600" y="67937"/>
                      </a:lnTo>
                      <a:lnTo>
                        <a:pt x="175855" y="65544"/>
                      </a:lnTo>
                      <a:lnTo>
                        <a:pt x="178418" y="63528"/>
                      </a:lnTo>
                      <a:lnTo>
                        <a:pt x="181289" y="61956"/>
                      </a:lnTo>
                      <a:lnTo>
                        <a:pt x="184398" y="60863"/>
                      </a:lnTo>
                      <a:lnTo>
                        <a:pt x="187679" y="60316"/>
                      </a:lnTo>
                      <a:lnTo>
                        <a:pt x="189388" y="60248"/>
                      </a:lnTo>
                      <a:lnTo>
                        <a:pt x="195129" y="60248"/>
                      </a:lnTo>
                      <a:lnTo>
                        <a:pt x="195129" y="0"/>
                      </a:lnTo>
                      <a:lnTo>
                        <a:pt x="127432" y="0"/>
                      </a:lnTo>
                      <a:lnTo>
                        <a:pt x="127432" y="26689"/>
                      </a:lnTo>
                      <a:lnTo>
                        <a:pt x="127398" y="27441"/>
                      </a:lnTo>
                      <a:lnTo>
                        <a:pt x="127090" y="28877"/>
                      </a:lnTo>
                      <a:lnTo>
                        <a:pt x="126543" y="30175"/>
                      </a:lnTo>
                      <a:lnTo>
                        <a:pt x="125757" y="31337"/>
                      </a:lnTo>
                      <a:lnTo>
                        <a:pt x="124766" y="32328"/>
                      </a:lnTo>
                      <a:lnTo>
                        <a:pt x="123604" y="33114"/>
                      </a:lnTo>
                      <a:lnTo>
                        <a:pt x="122306" y="33661"/>
                      </a:lnTo>
                      <a:lnTo>
                        <a:pt x="120870" y="33934"/>
                      </a:lnTo>
                      <a:lnTo>
                        <a:pt x="120119" y="33968"/>
                      </a:lnTo>
                      <a:lnTo>
                        <a:pt x="74156" y="33968"/>
                      </a:lnTo>
                      <a:lnTo>
                        <a:pt x="73438" y="33934"/>
                      </a:lnTo>
                      <a:lnTo>
                        <a:pt x="72003" y="33661"/>
                      </a:lnTo>
                      <a:lnTo>
                        <a:pt x="70704" y="33114"/>
                      </a:lnTo>
                      <a:lnTo>
                        <a:pt x="69542" y="32328"/>
                      </a:lnTo>
                      <a:lnTo>
                        <a:pt x="68551" y="31337"/>
                      </a:lnTo>
                      <a:lnTo>
                        <a:pt x="67765" y="30175"/>
                      </a:lnTo>
                      <a:lnTo>
                        <a:pt x="67219" y="28877"/>
                      </a:lnTo>
                      <a:lnTo>
                        <a:pt x="66911" y="27441"/>
                      </a:lnTo>
                      <a:lnTo>
                        <a:pt x="66877" y="26689"/>
                      </a:lnTo>
                      <a:lnTo>
                        <a:pt x="6687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8" name="Google Shape;451;p22">
                  <a:extLst>
                    <a:ext uri="{FF2B5EF4-FFF2-40B4-BE49-F238E27FC236}">
                      <a16:creationId xmlns:a16="http://schemas.microsoft.com/office/drawing/2014/main" id="{EB33B79B-E911-5294-6951-E06D23003F95}"/>
                    </a:ext>
                  </a:extLst>
                </p:cNvPr>
                <p:cNvSpPr/>
                <p:nvPr/>
              </p:nvSpPr>
              <p:spPr>
                <a:xfrm>
                  <a:off x="4553675" y="245800"/>
                  <a:ext cx="1692450" cy="94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98" h="37831" extrusionOk="0">
                      <a:moveTo>
                        <a:pt x="1" y="1"/>
                      </a:moveTo>
                      <a:lnTo>
                        <a:pt x="1" y="37830"/>
                      </a:lnTo>
                      <a:lnTo>
                        <a:pt x="67698" y="37830"/>
                      </a:lnTo>
                      <a:lnTo>
                        <a:pt x="67698" y="10116"/>
                      </a:lnTo>
                      <a:lnTo>
                        <a:pt x="67698" y="9056"/>
                      </a:lnTo>
                      <a:lnTo>
                        <a:pt x="67356" y="7074"/>
                      </a:lnTo>
                      <a:lnTo>
                        <a:pt x="66707" y="5263"/>
                      </a:lnTo>
                      <a:lnTo>
                        <a:pt x="65818" y="3657"/>
                      </a:lnTo>
                      <a:lnTo>
                        <a:pt x="64656" y="2290"/>
                      </a:lnTo>
                      <a:lnTo>
                        <a:pt x="63324" y="1197"/>
                      </a:lnTo>
                      <a:lnTo>
                        <a:pt x="61820" y="445"/>
                      </a:lnTo>
                      <a:lnTo>
                        <a:pt x="60180" y="35"/>
                      </a:lnTo>
                      <a:lnTo>
                        <a:pt x="5932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9" name="Google Shape;452;p22">
                  <a:extLst>
                    <a:ext uri="{FF2B5EF4-FFF2-40B4-BE49-F238E27FC236}">
                      <a16:creationId xmlns:a16="http://schemas.microsoft.com/office/drawing/2014/main" id="{D6407EB7-72D4-91C1-24B8-4A95BB0BDA3D}"/>
                    </a:ext>
                  </a:extLst>
                </p:cNvPr>
                <p:cNvSpPr/>
                <p:nvPr/>
              </p:nvSpPr>
              <p:spPr>
                <a:xfrm>
                  <a:off x="5948800" y="3427325"/>
                  <a:ext cx="595500" cy="19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20" h="79659" extrusionOk="0">
                      <a:moveTo>
                        <a:pt x="5502" y="1"/>
                      </a:moveTo>
                      <a:lnTo>
                        <a:pt x="4306" y="308"/>
                      </a:lnTo>
                      <a:lnTo>
                        <a:pt x="3213" y="855"/>
                      </a:lnTo>
                      <a:lnTo>
                        <a:pt x="2222" y="1641"/>
                      </a:lnTo>
                      <a:lnTo>
                        <a:pt x="1402" y="2632"/>
                      </a:lnTo>
                      <a:lnTo>
                        <a:pt x="718" y="3794"/>
                      </a:lnTo>
                      <a:lnTo>
                        <a:pt x="240" y="5092"/>
                      </a:lnTo>
                      <a:lnTo>
                        <a:pt x="0" y="6528"/>
                      </a:lnTo>
                      <a:lnTo>
                        <a:pt x="0" y="7245"/>
                      </a:lnTo>
                      <a:lnTo>
                        <a:pt x="0" y="72379"/>
                      </a:lnTo>
                      <a:lnTo>
                        <a:pt x="0" y="73131"/>
                      </a:lnTo>
                      <a:lnTo>
                        <a:pt x="240" y="74532"/>
                      </a:lnTo>
                      <a:lnTo>
                        <a:pt x="718" y="75831"/>
                      </a:lnTo>
                      <a:lnTo>
                        <a:pt x="1402" y="76993"/>
                      </a:lnTo>
                      <a:lnTo>
                        <a:pt x="2222" y="77984"/>
                      </a:lnTo>
                      <a:lnTo>
                        <a:pt x="3213" y="78770"/>
                      </a:lnTo>
                      <a:lnTo>
                        <a:pt x="4306" y="79316"/>
                      </a:lnTo>
                      <a:lnTo>
                        <a:pt x="5502" y="79624"/>
                      </a:lnTo>
                      <a:lnTo>
                        <a:pt x="6152" y="79658"/>
                      </a:lnTo>
                      <a:lnTo>
                        <a:pt x="17668" y="79658"/>
                      </a:lnTo>
                      <a:lnTo>
                        <a:pt x="18283" y="79624"/>
                      </a:lnTo>
                      <a:lnTo>
                        <a:pt x="19479" y="79316"/>
                      </a:lnTo>
                      <a:lnTo>
                        <a:pt x="20607" y="78770"/>
                      </a:lnTo>
                      <a:lnTo>
                        <a:pt x="21564" y="77984"/>
                      </a:lnTo>
                      <a:lnTo>
                        <a:pt x="22418" y="76993"/>
                      </a:lnTo>
                      <a:lnTo>
                        <a:pt x="23067" y="75831"/>
                      </a:lnTo>
                      <a:lnTo>
                        <a:pt x="23546" y="74532"/>
                      </a:lnTo>
                      <a:lnTo>
                        <a:pt x="23785" y="73131"/>
                      </a:lnTo>
                      <a:lnTo>
                        <a:pt x="23819" y="72379"/>
                      </a:lnTo>
                      <a:lnTo>
                        <a:pt x="23819" y="7245"/>
                      </a:lnTo>
                      <a:lnTo>
                        <a:pt x="23785" y="6528"/>
                      </a:lnTo>
                      <a:lnTo>
                        <a:pt x="23546" y="5092"/>
                      </a:lnTo>
                      <a:lnTo>
                        <a:pt x="23067" y="3794"/>
                      </a:lnTo>
                      <a:lnTo>
                        <a:pt x="22418" y="2632"/>
                      </a:lnTo>
                      <a:lnTo>
                        <a:pt x="21564" y="1641"/>
                      </a:lnTo>
                      <a:lnTo>
                        <a:pt x="20607" y="855"/>
                      </a:lnTo>
                      <a:lnTo>
                        <a:pt x="19479" y="308"/>
                      </a:lnTo>
                      <a:lnTo>
                        <a:pt x="1828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0" name="Google Shape;453;p22">
                  <a:extLst>
                    <a:ext uri="{FF2B5EF4-FFF2-40B4-BE49-F238E27FC236}">
                      <a16:creationId xmlns:a16="http://schemas.microsoft.com/office/drawing/2014/main" id="{A2FA0F3B-4AD3-55F3-BD46-9979C1332B55}"/>
                    </a:ext>
                  </a:extLst>
                </p:cNvPr>
                <p:cNvSpPr/>
                <p:nvPr/>
              </p:nvSpPr>
              <p:spPr>
                <a:xfrm>
                  <a:off x="1367900" y="245800"/>
                  <a:ext cx="1671925" cy="94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77" h="37831" extrusionOk="0">
                      <a:moveTo>
                        <a:pt x="6971" y="1"/>
                      </a:moveTo>
                      <a:lnTo>
                        <a:pt x="6254" y="35"/>
                      </a:lnTo>
                      <a:lnTo>
                        <a:pt x="4887" y="376"/>
                      </a:lnTo>
                      <a:lnTo>
                        <a:pt x="3657" y="992"/>
                      </a:lnTo>
                      <a:lnTo>
                        <a:pt x="2529" y="1914"/>
                      </a:lnTo>
                      <a:lnTo>
                        <a:pt x="1572" y="3042"/>
                      </a:lnTo>
                      <a:lnTo>
                        <a:pt x="820" y="4375"/>
                      </a:lnTo>
                      <a:lnTo>
                        <a:pt x="308" y="5878"/>
                      </a:lnTo>
                      <a:lnTo>
                        <a:pt x="34" y="7519"/>
                      </a:lnTo>
                      <a:lnTo>
                        <a:pt x="0" y="8407"/>
                      </a:lnTo>
                      <a:lnTo>
                        <a:pt x="0" y="37830"/>
                      </a:lnTo>
                      <a:lnTo>
                        <a:pt x="66877" y="37830"/>
                      </a:lnTo>
                      <a:lnTo>
                        <a:pt x="6687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61" name="Google Shape;454;p22">
                  <a:extLst>
                    <a:ext uri="{FF2B5EF4-FFF2-40B4-BE49-F238E27FC236}">
                      <a16:creationId xmlns:a16="http://schemas.microsoft.com/office/drawing/2014/main" id="{55882B28-70F4-E979-DA0C-8998C017726C}"/>
                    </a:ext>
                  </a:extLst>
                </p:cNvPr>
                <p:cNvSpPr/>
                <p:nvPr/>
              </p:nvSpPr>
              <p:spPr>
                <a:xfrm>
                  <a:off x="1076575" y="3523875"/>
                  <a:ext cx="4507450" cy="194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298" h="77847" extrusionOk="0">
                      <a:moveTo>
                        <a:pt x="143766" y="0"/>
                      </a:moveTo>
                      <a:lnTo>
                        <a:pt x="138914" y="479"/>
                      </a:lnTo>
                      <a:lnTo>
                        <a:pt x="134130" y="1504"/>
                      </a:lnTo>
                      <a:lnTo>
                        <a:pt x="129448" y="3042"/>
                      </a:lnTo>
                      <a:lnTo>
                        <a:pt x="127158" y="4067"/>
                      </a:lnTo>
                      <a:lnTo>
                        <a:pt x="114207" y="10115"/>
                      </a:lnTo>
                      <a:lnTo>
                        <a:pt x="112737" y="10730"/>
                      </a:lnTo>
                      <a:lnTo>
                        <a:pt x="109764" y="11756"/>
                      </a:lnTo>
                      <a:lnTo>
                        <a:pt x="106654" y="12439"/>
                      </a:lnTo>
                      <a:lnTo>
                        <a:pt x="103510" y="12781"/>
                      </a:lnTo>
                      <a:lnTo>
                        <a:pt x="101939" y="12815"/>
                      </a:lnTo>
                      <a:lnTo>
                        <a:pt x="67697" y="12815"/>
                      </a:lnTo>
                      <a:lnTo>
                        <a:pt x="66569" y="13054"/>
                      </a:lnTo>
                      <a:lnTo>
                        <a:pt x="65578" y="13499"/>
                      </a:lnTo>
                      <a:lnTo>
                        <a:pt x="64656" y="14114"/>
                      </a:lnTo>
                      <a:lnTo>
                        <a:pt x="63870" y="14865"/>
                      </a:lnTo>
                      <a:lnTo>
                        <a:pt x="63255" y="15788"/>
                      </a:lnTo>
                      <a:lnTo>
                        <a:pt x="62844" y="16813"/>
                      </a:lnTo>
                      <a:lnTo>
                        <a:pt x="62605" y="17907"/>
                      </a:lnTo>
                      <a:lnTo>
                        <a:pt x="62571" y="18488"/>
                      </a:lnTo>
                      <a:lnTo>
                        <a:pt x="62571" y="29526"/>
                      </a:lnTo>
                      <a:lnTo>
                        <a:pt x="128013" y="29526"/>
                      </a:lnTo>
                      <a:lnTo>
                        <a:pt x="128730" y="29560"/>
                      </a:lnTo>
                      <a:lnTo>
                        <a:pt x="130166" y="29833"/>
                      </a:lnTo>
                      <a:lnTo>
                        <a:pt x="131464" y="30414"/>
                      </a:lnTo>
                      <a:lnTo>
                        <a:pt x="132626" y="31200"/>
                      </a:lnTo>
                      <a:lnTo>
                        <a:pt x="133617" y="32191"/>
                      </a:lnTo>
                      <a:lnTo>
                        <a:pt x="134403" y="33353"/>
                      </a:lnTo>
                      <a:lnTo>
                        <a:pt x="134950" y="34652"/>
                      </a:lnTo>
                      <a:lnTo>
                        <a:pt x="135257" y="36053"/>
                      </a:lnTo>
                      <a:lnTo>
                        <a:pt x="135292" y="36805"/>
                      </a:lnTo>
                      <a:lnTo>
                        <a:pt x="135257" y="37556"/>
                      </a:lnTo>
                      <a:lnTo>
                        <a:pt x="134950" y="38992"/>
                      </a:lnTo>
                      <a:lnTo>
                        <a:pt x="134403" y="40290"/>
                      </a:lnTo>
                      <a:lnTo>
                        <a:pt x="133617" y="41452"/>
                      </a:lnTo>
                      <a:lnTo>
                        <a:pt x="132626" y="42443"/>
                      </a:lnTo>
                      <a:lnTo>
                        <a:pt x="131464" y="43229"/>
                      </a:lnTo>
                      <a:lnTo>
                        <a:pt x="130166" y="43776"/>
                      </a:lnTo>
                      <a:lnTo>
                        <a:pt x="128730" y="44084"/>
                      </a:lnTo>
                      <a:lnTo>
                        <a:pt x="59735" y="44084"/>
                      </a:lnTo>
                      <a:lnTo>
                        <a:pt x="56488" y="43742"/>
                      </a:lnTo>
                      <a:lnTo>
                        <a:pt x="53173" y="43058"/>
                      </a:lnTo>
                      <a:lnTo>
                        <a:pt x="49927" y="42033"/>
                      </a:lnTo>
                      <a:lnTo>
                        <a:pt x="46749" y="40666"/>
                      </a:lnTo>
                      <a:lnTo>
                        <a:pt x="43707" y="38992"/>
                      </a:lnTo>
                      <a:lnTo>
                        <a:pt x="40871" y="37010"/>
                      </a:lnTo>
                      <a:lnTo>
                        <a:pt x="38274" y="34720"/>
                      </a:lnTo>
                      <a:lnTo>
                        <a:pt x="37112" y="33490"/>
                      </a:lnTo>
                      <a:lnTo>
                        <a:pt x="13054" y="7382"/>
                      </a:lnTo>
                      <a:lnTo>
                        <a:pt x="12439" y="6801"/>
                      </a:lnTo>
                      <a:lnTo>
                        <a:pt x="11175" y="5946"/>
                      </a:lnTo>
                      <a:lnTo>
                        <a:pt x="9808" y="5365"/>
                      </a:lnTo>
                      <a:lnTo>
                        <a:pt x="8407" y="5126"/>
                      </a:lnTo>
                      <a:lnTo>
                        <a:pt x="7040" y="5126"/>
                      </a:lnTo>
                      <a:lnTo>
                        <a:pt x="5707" y="5365"/>
                      </a:lnTo>
                      <a:lnTo>
                        <a:pt x="4443" y="5810"/>
                      </a:lnTo>
                      <a:lnTo>
                        <a:pt x="3246" y="6493"/>
                      </a:lnTo>
                      <a:lnTo>
                        <a:pt x="2221" y="7313"/>
                      </a:lnTo>
                      <a:lnTo>
                        <a:pt x="1333" y="8304"/>
                      </a:lnTo>
                      <a:lnTo>
                        <a:pt x="649" y="9432"/>
                      </a:lnTo>
                      <a:lnTo>
                        <a:pt x="205" y="10662"/>
                      </a:lnTo>
                      <a:lnTo>
                        <a:pt x="0" y="11961"/>
                      </a:lnTo>
                      <a:lnTo>
                        <a:pt x="68" y="13328"/>
                      </a:lnTo>
                      <a:lnTo>
                        <a:pt x="478" y="14729"/>
                      </a:lnTo>
                      <a:lnTo>
                        <a:pt x="1264" y="16130"/>
                      </a:lnTo>
                      <a:lnTo>
                        <a:pt x="1811" y="16847"/>
                      </a:lnTo>
                      <a:lnTo>
                        <a:pt x="34617" y="56625"/>
                      </a:lnTo>
                      <a:lnTo>
                        <a:pt x="35643" y="57855"/>
                      </a:lnTo>
                      <a:lnTo>
                        <a:pt x="37864" y="60282"/>
                      </a:lnTo>
                      <a:lnTo>
                        <a:pt x="40188" y="62537"/>
                      </a:lnTo>
                      <a:lnTo>
                        <a:pt x="42614" y="64622"/>
                      </a:lnTo>
                      <a:lnTo>
                        <a:pt x="45143" y="66604"/>
                      </a:lnTo>
                      <a:lnTo>
                        <a:pt x="47774" y="68415"/>
                      </a:lnTo>
                      <a:lnTo>
                        <a:pt x="50508" y="70089"/>
                      </a:lnTo>
                      <a:lnTo>
                        <a:pt x="53310" y="71593"/>
                      </a:lnTo>
                      <a:lnTo>
                        <a:pt x="56215" y="72960"/>
                      </a:lnTo>
                      <a:lnTo>
                        <a:pt x="59154" y="74156"/>
                      </a:lnTo>
                      <a:lnTo>
                        <a:pt x="62161" y="75215"/>
                      </a:lnTo>
                      <a:lnTo>
                        <a:pt x="65237" y="76070"/>
                      </a:lnTo>
                      <a:lnTo>
                        <a:pt x="68380" y="76787"/>
                      </a:lnTo>
                      <a:lnTo>
                        <a:pt x="71559" y="77300"/>
                      </a:lnTo>
                      <a:lnTo>
                        <a:pt x="74771" y="77676"/>
                      </a:lnTo>
                      <a:lnTo>
                        <a:pt x="78017" y="77847"/>
                      </a:lnTo>
                      <a:lnTo>
                        <a:pt x="116770" y="77847"/>
                      </a:lnTo>
                      <a:lnTo>
                        <a:pt x="121930" y="77812"/>
                      </a:lnTo>
                      <a:lnTo>
                        <a:pt x="132250" y="77197"/>
                      </a:lnTo>
                      <a:lnTo>
                        <a:pt x="142536" y="76001"/>
                      </a:lnTo>
                      <a:lnTo>
                        <a:pt x="152720" y="74190"/>
                      </a:lnTo>
                      <a:lnTo>
                        <a:pt x="157743" y="73062"/>
                      </a:lnTo>
                      <a:lnTo>
                        <a:pt x="180298" y="67663"/>
                      </a:lnTo>
                      <a:lnTo>
                        <a:pt x="180298" y="12439"/>
                      </a:lnTo>
                      <a:lnTo>
                        <a:pt x="165056" y="4682"/>
                      </a:lnTo>
                      <a:lnTo>
                        <a:pt x="162801" y="3588"/>
                      </a:lnTo>
                      <a:lnTo>
                        <a:pt x="158188" y="1880"/>
                      </a:lnTo>
                      <a:lnTo>
                        <a:pt x="153437" y="718"/>
                      </a:lnTo>
                      <a:lnTo>
                        <a:pt x="148619" y="68"/>
                      </a:lnTo>
                      <a:lnTo>
                        <a:pt x="14376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grpSp>
          <p:nvGrpSpPr>
            <p:cNvPr id="26" name="Google Shape;455;p22">
              <a:extLst>
                <a:ext uri="{FF2B5EF4-FFF2-40B4-BE49-F238E27FC236}">
                  <a16:creationId xmlns:a16="http://schemas.microsoft.com/office/drawing/2014/main" id="{90E34EC1-AB92-3ACD-232B-63A46AD1F1FF}"/>
                </a:ext>
              </a:extLst>
            </p:cNvPr>
            <p:cNvGrpSpPr/>
            <p:nvPr/>
          </p:nvGrpSpPr>
          <p:grpSpPr>
            <a:xfrm>
              <a:off x="3762357" y="2994966"/>
              <a:ext cx="518168" cy="518168"/>
              <a:chOff x="3762357" y="2994966"/>
              <a:chExt cx="518168" cy="518168"/>
            </a:xfrm>
          </p:grpSpPr>
          <p:sp>
            <p:nvSpPr>
              <p:cNvPr id="41" name="Google Shape;456;p22">
                <a:extLst>
                  <a:ext uri="{FF2B5EF4-FFF2-40B4-BE49-F238E27FC236}">
                    <a16:creationId xmlns:a16="http://schemas.microsoft.com/office/drawing/2014/main" id="{46D9245F-B66D-3002-6EF9-1380787C3357}"/>
                  </a:ext>
                </a:extLst>
              </p:cNvPr>
              <p:cNvSpPr/>
              <p:nvPr/>
            </p:nvSpPr>
            <p:spPr>
              <a:xfrm>
                <a:off x="3762357" y="2994966"/>
                <a:ext cx="518168" cy="518168"/>
              </a:xfrm>
              <a:custGeom>
                <a:avLst/>
                <a:gdLst/>
                <a:ahLst/>
                <a:cxnLst/>
                <a:rect l="l" t="t" r="r" b="b"/>
                <a:pathLst>
                  <a:path w="16131" h="16131" extrusionOk="0">
                    <a:moveTo>
                      <a:pt x="8065" y="1"/>
                    </a:moveTo>
                    <a:cubicBezTo>
                      <a:pt x="3623" y="1"/>
                      <a:pt x="0" y="3623"/>
                      <a:pt x="0" y="8066"/>
                    </a:cubicBezTo>
                    <a:cubicBezTo>
                      <a:pt x="0" y="12526"/>
                      <a:pt x="3623" y="16130"/>
                      <a:pt x="8065" y="16130"/>
                    </a:cubicBezTo>
                    <a:cubicBezTo>
                      <a:pt x="12526" y="16130"/>
                      <a:pt x="16130" y="12526"/>
                      <a:pt x="16130" y="8066"/>
                    </a:cubicBezTo>
                    <a:cubicBezTo>
                      <a:pt x="16130" y="3623"/>
                      <a:pt x="12526" y="1"/>
                      <a:pt x="8065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5800" cap="flat" cmpd="sng">
                <a:noFill/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grpSp>
            <p:nvGrpSpPr>
              <p:cNvPr id="42" name="Google Shape;457;p22">
                <a:extLst>
                  <a:ext uri="{FF2B5EF4-FFF2-40B4-BE49-F238E27FC236}">
                    <a16:creationId xmlns:a16="http://schemas.microsoft.com/office/drawing/2014/main" id="{3F8C1FFE-5F03-3DBB-CC37-210CD2979709}"/>
                  </a:ext>
                </a:extLst>
              </p:cNvPr>
              <p:cNvGrpSpPr/>
              <p:nvPr/>
            </p:nvGrpSpPr>
            <p:grpSpPr>
              <a:xfrm>
                <a:off x="3863422" y="3074772"/>
                <a:ext cx="316022" cy="346860"/>
                <a:chOff x="1423525" y="238125"/>
                <a:chExt cx="4773750" cy="5239575"/>
              </a:xfrm>
            </p:grpSpPr>
            <p:sp>
              <p:nvSpPr>
                <p:cNvPr id="43" name="Google Shape;458;p22">
                  <a:extLst>
                    <a:ext uri="{FF2B5EF4-FFF2-40B4-BE49-F238E27FC236}">
                      <a16:creationId xmlns:a16="http://schemas.microsoft.com/office/drawing/2014/main" id="{0DD210D0-37AE-98A8-54B0-9B6FE6EB1548}"/>
                    </a:ext>
                  </a:extLst>
                </p:cNvPr>
                <p:cNvSpPr/>
                <p:nvPr/>
              </p:nvSpPr>
              <p:spPr>
                <a:xfrm>
                  <a:off x="3653625" y="238125"/>
                  <a:ext cx="331575" cy="4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63" h="17029" extrusionOk="0">
                      <a:moveTo>
                        <a:pt x="0" y="0"/>
                      </a:moveTo>
                      <a:lnTo>
                        <a:pt x="0" y="17029"/>
                      </a:lnTo>
                      <a:lnTo>
                        <a:pt x="13263" y="17029"/>
                      </a:lnTo>
                      <a:lnTo>
                        <a:pt x="13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4" name="Google Shape;459;p22">
                  <a:extLst>
                    <a:ext uri="{FF2B5EF4-FFF2-40B4-BE49-F238E27FC236}">
                      <a16:creationId xmlns:a16="http://schemas.microsoft.com/office/drawing/2014/main" id="{4CA529B5-625C-26F9-AF6E-A7E2593E4F61}"/>
                    </a:ext>
                  </a:extLst>
                </p:cNvPr>
                <p:cNvSpPr/>
                <p:nvPr/>
              </p:nvSpPr>
              <p:spPr>
                <a:xfrm>
                  <a:off x="2858675" y="238125"/>
                  <a:ext cx="1921475" cy="184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59" h="73846" extrusionOk="0">
                      <a:moveTo>
                        <a:pt x="4061" y="0"/>
                      </a:moveTo>
                      <a:lnTo>
                        <a:pt x="3177" y="196"/>
                      </a:lnTo>
                      <a:lnTo>
                        <a:pt x="2358" y="524"/>
                      </a:lnTo>
                      <a:lnTo>
                        <a:pt x="1638" y="1015"/>
                      </a:lnTo>
                      <a:lnTo>
                        <a:pt x="1049" y="1637"/>
                      </a:lnTo>
                      <a:lnTo>
                        <a:pt x="557" y="2358"/>
                      </a:lnTo>
                      <a:lnTo>
                        <a:pt x="197" y="3176"/>
                      </a:lnTo>
                      <a:lnTo>
                        <a:pt x="33" y="4061"/>
                      </a:lnTo>
                      <a:lnTo>
                        <a:pt x="1" y="4519"/>
                      </a:lnTo>
                      <a:lnTo>
                        <a:pt x="1" y="73845"/>
                      </a:lnTo>
                      <a:lnTo>
                        <a:pt x="76859" y="73845"/>
                      </a:lnTo>
                      <a:lnTo>
                        <a:pt x="76859" y="5076"/>
                      </a:lnTo>
                      <a:lnTo>
                        <a:pt x="76826" y="4552"/>
                      </a:lnTo>
                      <a:lnTo>
                        <a:pt x="76629" y="3537"/>
                      </a:lnTo>
                      <a:lnTo>
                        <a:pt x="76236" y="2653"/>
                      </a:lnTo>
                      <a:lnTo>
                        <a:pt x="75712" y="1834"/>
                      </a:lnTo>
                      <a:lnTo>
                        <a:pt x="75025" y="1146"/>
                      </a:lnTo>
                      <a:lnTo>
                        <a:pt x="74206" y="589"/>
                      </a:lnTo>
                      <a:lnTo>
                        <a:pt x="73289" y="229"/>
                      </a:lnTo>
                      <a:lnTo>
                        <a:pt x="72307" y="33"/>
                      </a:lnTo>
                      <a:lnTo>
                        <a:pt x="71783" y="0"/>
                      </a:lnTo>
                      <a:lnTo>
                        <a:pt x="57734" y="0"/>
                      </a:lnTo>
                      <a:lnTo>
                        <a:pt x="57734" y="23382"/>
                      </a:lnTo>
                      <a:lnTo>
                        <a:pt x="57701" y="24037"/>
                      </a:lnTo>
                      <a:lnTo>
                        <a:pt x="57439" y="25281"/>
                      </a:lnTo>
                      <a:lnTo>
                        <a:pt x="56981" y="26394"/>
                      </a:lnTo>
                      <a:lnTo>
                        <a:pt x="56293" y="27409"/>
                      </a:lnTo>
                      <a:lnTo>
                        <a:pt x="55442" y="28261"/>
                      </a:lnTo>
                      <a:lnTo>
                        <a:pt x="54427" y="28949"/>
                      </a:lnTo>
                      <a:lnTo>
                        <a:pt x="53280" y="29440"/>
                      </a:lnTo>
                      <a:lnTo>
                        <a:pt x="52036" y="29702"/>
                      </a:lnTo>
                      <a:lnTo>
                        <a:pt x="24823" y="29702"/>
                      </a:lnTo>
                      <a:lnTo>
                        <a:pt x="23579" y="29440"/>
                      </a:lnTo>
                      <a:lnTo>
                        <a:pt x="22433" y="28949"/>
                      </a:lnTo>
                      <a:lnTo>
                        <a:pt x="21450" y="28261"/>
                      </a:lnTo>
                      <a:lnTo>
                        <a:pt x="20566" y="27409"/>
                      </a:lnTo>
                      <a:lnTo>
                        <a:pt x="19878" y="26394"/>
                      </a:lnTo>
                      <a:lnTo>
                        <a:pt x="19420" y="25281"/>
                      </a:lnTo>
                      <a:lnTo>
                        <a:pt x="19158" y="24037"/>
                      </a:lnTo>
                      <a:lnTo>
                        <a:pt x="19125" y="23382"/>
                      </a:lnTo>
                      <a:lnTo>
                        <a:pt x="1912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5" name="Google Shape;460;p22">
                  <a:extLst>
                    <a:ext uri="{FF2B5EF4-FFF2-40B4-BE49-F238E27FC236}">
                      <a16:creationId xmlns:a16="http://schemas.microsoft.com/office/drawing/2014/main" id="{209BE5FB-D7F1-CB1E-790A-B8AE9072391B}"/>
                    </a:ext>
                  </a:extLst>
                </p:cNvPr>
                <p:cNvSpPr/>
                <p:nvPr/>
              </p:nvSpPr>
              <p:spPr>
                <a:xfrm>
                  <a:off x="2524650" y="2353600"/>
                  <a:ext cx="330775" cy="4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1" h="17062" extrusionOk="0">
                      <a:moveTo>
                        <a:pt x="1" y="0"/>
                      </a:moveTo>
                      <a:lnTo>
                        <a:pt x="1" y="17061"/>
                      </a:lnTo>
                      <a:lnTo>
                        <a:pt x="13231" y="17061"/>
                      </a:lnTo>
                      <a:lnTo>
                        <a:pt x="1323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6" name="Google Shape;461;p22">
                  <a:extLst>
                    <a:ext uri="{FF2B5EF4-FFF2-40B4-BE49-F238E27FC236}">
                      <a16:creationId xmlns:a16="http://schemas.microsoft.com/office/drawing/2014/main" id="{29C3B63D-A358-D755-96E8-AB6B4217567D}"/>
                    </a:ext>
                  </a:extLst>
                </p:cNvPr>
                <p:cNvSpPr/>
                <p:nvPr/>
              </p:nvSpPr>
              <p:spPr>
                <a:xfrm>
                  <a:off x="4762125" y="2353600"/>
                  <a:ext cx="331575" cy="4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63" h="17062" extrusionOk="0">
                      <a:moveTo>
                        <a:pt x="0" y="0"/>
                      </a:moveTo>
                      <a:lnTo>
                        <a:pt x="0" y="17061"/>
                      </a:lnTo>
                      <a:lnTo>
                        <a:pt x="13263" y="17061"/>
                      </a:lnTo>
                      <a:lnTo>
                        <a:pt x="13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7" name="Google Shape;462;p22">
                  <a:extLst>
                    <a:ext uri="{FF2B5EF4-FFF2-40B4-BE49-F238E27FC236}">
                      <a16:creationId xmlns:a16="http://schemas.microsoft.com/office/drawing/2014/main" id="{430C7B52-4143-980D-CAF6-3CFFE45E7D47}"/>
                    </a:ext>
                  </a:extLst>
                </p:cNvPr>
                <p:cNvSpPr/>
                <p:nvPr/>
              </p:nvSpPr>
              <p:spPr>
                <a:xfrm>
                  <a:off x="1423525" y="4358550"/>
                  <a:ext cx="4773750" cy="32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50" h="12936" extrusionOk="0">
                      <a:moveTo>
                        <a:pt x="1835" y="0"/>
                      </a:moveTo>
                      <a:lnTo>
                        <a:pt x="1474" y="33"/>
                      </a:lnTo>
                      <a:lnTo>
                        <a:pt x="787" y="295"/>
                      </a:lnTo>
                      <a:lnTo>
                        <a:pt x="295" y="786"/>
                      </a:lnTo>
                      <a:lnTo>
                        <a:pt x="33" y="1441"/>
                      </a:lnTo>
                      <a:lnTo>
                        <a:pt x="1" y="1834"/>
                      </a:lnTo>
                      <a:lnTo>
                        <a:pt x="1" y="11102"/>
                      </a:lnTo>
                      <a:lnTo>
                        <a:pt x="33" y="11494"/>
                      </a:lnTo>
                      <a:lnTo>
                        <a:pt x="295" y="12149"/>
                      </a:lnTo>
                      <a:lnTo>
                        <a:pt x="787" y="12641"/>
                      </a:lnTo>
                      <a:lnTo>
                        <a:pt x="1474" y="12935"/>
                      </a:lnTo>
                      <a:lnTo>
                        <a:pt x="189509" y="12935"/>
                      </a:lnTo>
                      <a:lnTo>
                        <a:pt x="190164" y="12641"/>
                      </a:lnTo>
                      <a:lnTo>
                        <a:pt x="190655" y="12149"/>
                      </a:lnTo>
                      <a:lnTo>
                        <a:pt x="190950" y="11494"/>
                      </a:lnTo>
                      <a:lnTo>
                        <a:pt x="190950" y="11102"/>
                      </a:lnTo>
                      <a:lnTo>
                        <a:pt x="190950" y="1834"/>
                      </a:lnTo>
                      <a:lnTo>
                        <a:pt x="190950" y="1441"/>
                      </a:lnTo>
                      <a:lnTo>
                        <a:pt x="190655" y="786"/>
                      </a:lnTo>
                      <a:lnTo>
                        <a:pt x="190164" y="295"/>
                      </a:lnTo>
                      <a:lnTo>
                        <a:pt x="189509" y="33"/>
                      </a:lnTo>
                      <a:lnTo>
                        <a:pt x="18911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8" name="Google Shape;463;p22">
                  <a:extLst>
                    <a:ext uri="{FF2B5EF4-FFF2-40B4-BE49-F238E27FC236}">
                      <a16:creationId xmlns:a16="http://schemas.microsoft.com/office/drawing/2014/main" id="{55FF84C3-3161-E116-4B30-7D1E19239576}"/>
                    </a:ext>
                  </a:extLst>
                </p:cNvPr>
                <p:cNvSpPr/>
                <p:nvPr/>
              </p:nvSpPr>
              <p:spPr>
                <a:xfrm>
                  <a:off x="1567625" y="4998750"/>
                  <a:ext cx="915300" cy="47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12" h="19158" extrusionOk="0">
                      <a:moveTo>
                        <a:pt x="0" y="1"/>
                      </a:moveTo>
                      <a:lnTo>
                        <a:pt x="0" y="16014"/>
                      </a:lnTo>
                      <a:lnTo>
                        <a:pt x="66" y="16669"/>
                      </a:lnTo>
                      <a:lnTo>
                        <a:pt x="524" y="17782"/>
                      </a:lnTo>
                      <a:lnTo>
                        <a:pt x="1376" y="18634"/>
                      </a:lnTo>
                      <a:lnTo>
                        <a:pt x="2522" y="19125"/>
                      </a:lnTo>
                      <a:lnTo>
                        <a:pt x="3144" y="19158"/>
                      </a:lnTo>
                      <a:lnTo>
                        <a:pt x="33468" y="19158"/>
                      </a:lnTo>
                      <a:lnTo>
                        <a:pt x="34090" y="19125"/>
                      </a:lnTo>
                      <a:lnTo>
                        <a:pt x="35236" y="18634"/>
                      </a:lnTo>
                      <a:lnTo>
                        <a:pt x="36088" y="17782"/>
                      </a:lnTo>
                      <a:lnTo>
                        <a:pt x="36546" y="16669"/>
                      </a:lnTo>
                      <a:lnTo>
                        <a:pt x="36612" y="16014"/>
                      </a:lnTo>
                      <a:lnTo>
                        <a:pt x="3661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9" name="Google Shape;464;p22">
                  <a:extLst>
                    <a:ext uri="{FF2B5EF4-FFF2-40B4-BE49-F238E27FC236}">
                      <a16:creationId xmlns:a16="http://schemas.microsoft.com/office/drawing/2014/main" id="{DED770FF-8980-B69D-13DC-02C7AD06A417}"/>
                    </a:ext>
                  </a:extLst>
                </p:cNvPr>
                <p:cNvSpPr/>
                <p:nvPr/>
              </p:nvSpPr>
              <p:spPr>
                <a:xfrm>
                  <a:off x="3361350" y="4998750"/>
                  <a:ext cx="914500" cy="47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80" h="19158" extrusionOk="0">
                      <a:moveTo>
                        <a:pt x="1" y="1"/>
                      </a:moveTo>
                      <a:lnTo>
                        <a:pt x="1" y="16014"/>
                      </a:lnTo>
                      <a:lnTo>
                        <a:pt x="66" y="16669"/>
                      </a:lnTo>
                      <a:lnTo>
                        <a:pt x="524" y="17782"/>
                      </a:lnTo>
                      <a:lnTo>
                        <a:pt x="1376" y="18634"/>
                      </a:lnTo>
                      <a:lnTo>
                        <a:pt x="2489" y="19125"/>
                      </a:lnTo>
                      <a:lnTo>
                        <a:pt x="3144" y="19158"/>
                      </a:lnTo>
                      <a:lnTo>
                        <a:pt x="33468" y="19158"/>
                      </a:lnTo>
                      <a:lnTo>
                        <a:pt x="34090" y="19125"/>
                      </a:lnTo>
                      <a:lnTo>
                        <a:pt x="35237" y="18634"/>
                      </a:lnTo>
                      <a:lnTo>
                        <a:pt x="36055" y="17782"/>
                      </a:lnTo>
                      <a:lnTo>
                        <a:pt x="36546" y="16669"/>
                      </a:lnTo>
                      <a:lnTo>
                        <a:pt x="36579" y="16014"/>
                      </a:lnTo>
                      <a:lnTo>
                        <a:pt x="3657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0" name="Google Shape;465;p22">
                  <a:extLst>
                    <a:ext uri="{FF2B5EF4-FFF2-40B4-BE49-F238E27FC236}">
                      <a16:creationId xmlns:a16="http://schemas.microsoft.com/office/drawing/2014/main" id="{EEB49BAA-E3F9-B267-6FB5-31D7DDF6BC9E}"/>
                    </a:ext>
                  </a:extLst>
                </p:cNvPr>
                <p:cNvSpPr/>
                <p:nvPr/>
              </p:nvSpPr>
              <p:spPr>
                <a:xfrm>
                  <a:off x="5116600" y="4998750"/>
                  <a:ext cx="914500" cy="47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80" h="19158" extrusionOk="0">
                      <a:moveTo>
                        <a:pt x="1" y="1"/>
                      </a:moveTo>
                      <a:lnTo>
                        <a:pt x="1" y="16014"/>
                      </a:lnTo>
                      <a:lnTo>
                        <a:pt x="33" y="16669"/>
                      </a:lnTo>
                      <a:lnTo>
                        <a:pt x="492" y="17782"/>
                      </a:lnTo>
                      <a:lnTo>
                        <a:pt x="1343" y="18634"/>
                      </a:lnTo>
                      <a:lnTo>
                        <a:pt x="2489" y="19125"/>
                      </a:lnTo>
                      <a:lnTo>
                        <a:pt x="3112" y="19158"/>
                      </a:lnTo>
                      <a:lnTo>
                        <a:pt x="33436" y="19158"/>
                      </a:lnTo>
                      <a:lnTo>
                        <a:pt x="34058" y="19125"/>
                      </a:lnTo>
                      <a:lnTo>
                        <a:pt x="35204" y="18634"/>
                      </a:lnTo>
                      <a:lnTo>
                        <a:pt x="36055" y="17782"/>
                      </a:lnTo>
                      <a:lnTo>
                        <a:pt x="36514" y="16669"/>
                      </a:lnTo>
                      <a:lnTo>
                        <a:pt x="36579" y="16014"/>
                      </a:lnTo>
                      <a:lnTo>
                        <a:pt x="3657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1" name="Google Shape;466;p22">
                  <a:extLst>
                    <a:ext uri="{FF2B5EF4-FFF2-40B4-BE49-F238E27FC236}">
                      <a16:creationId xmlns:a16="http://schemas.microsoft.com/office/drawing/2014/main" id="{1A680A8B-758F-EF19-BAAB-1B4F6A23D54C}"/>
                    </a:ext>
                  </a:extLst>
                </p:cNvPr>
                <p:cNvSpPr/>
                <p:nvPr/>
              </p:nvSpPr>
              <p:spPr>
                <a:xfrm>
                  <a:off x="1729725" y="2353600"/>
                  <a:ext cx="1920650" cy="168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26" h="67525" extrusionOk="0">
                      <a:moveTo>
                        <a:pt x="5043" y="0"/>
                      </a:moveTo>
                      <a:lnTo>
                        <a:pt x="4519" y="33"/>
                      </a:lnTo>
                      <a:lnTo>
                        <a:pt x="3537" y="229"/>
                      </a:lnTo>
                      <a:lnTo>
                        <a:pt x="2620" y="589"/>
                      </a:lnTo>
                      <a:lnTo>
                        <a:pt x="1834" y="1146"/>
                      </a:lnTo>
                      <a:lnTo>
                        <a:pt x="1146" y="1834"/>
                      </a:lnTo>
                      <a:lnTo>
                        <a:pt x="590" y="2620"/>
                      </a:lnTo>
                      <a:lnTo>
                        <a:pt x="229" y="3537"/>
                      </a:lnTo>
                      <a:lnTo>
                        <a:pt x="33" y="4519"/>
                      </a:lnTo>
                      <a:lnTo>
                        <a:pt x="0" y="5043"/>
                      </a:lnTo>
                      <a:lnTo>
                        <a:pt x="0" y="67525"/>
                      </a:lnTo>
                      <a:lnTo>
                        <a:pt x="76825" y="67525"/>
                      </a:lnTo>
                      <a:lnTo>
                        <a:pt x="76825" y="2653"/>
                      </a:lnTo>
                      <a:lnTo>
                        <a:pt x="76793" y="2129"/>
                      </a:lnTo>
                      <a:lnTo>
                        <a:pt x="76400" y="1179"/>
                      </a:lnTo>
                      <a:lnTo>
                        <a:pt x="75679" y="459"/>
                      </a:lnTo>
                      <a:lnTo>
                        <a:pt x="74729" y="33"/>
                      </a:lnTo>
                      <a:lnTo>
                        <a:pt x="74173" y="0"/>
                      </a:lnTo>
                      <a:lnTo>
                        <a:pt x="57701" y="0"/>
                      </a:lnTo>
                      <a:lnTo>
                        <a:pt x="57701" y="23382"/>
                      </a:lnTo>
                      <a:lnTo>
                        <a:pt x="57701" y="24037"/>
                      </a:lnTo>
                      <a:lnTo>
                        <a:pt x="57439" y="25281"/>
                      </a:lnTo>
                      <a:lnTo>
                        <a:pt x="56948" y="26394"/>
                      </a:lnTo>
                      <a:lnTo>
                        <a:pt x="56260" y="27410"/>
                      </a:lnTo>
                      <a:lnTo>
                        <a:pt x="55409" y="28294"/>
                      </a:lnTo>
                      <a:lnTo>
                        <a:pt x="54393" y="28949"/>
                      </a:lnTo>
                      <a:lnTo>
                        <a:pt x="53280" y="29440"/>
                      </a:lnTo>
                      <a:lnTo>
                        <a:pt x="52036" y="29702"/>
                      </a:lnTo>
                      <a:lnTo>
                        <a:pt x="51381" y="29735"/>
                      </a:lnTo>
                      <a:lnTo>
                        <a:pt x="25445" y="29735"/>
                      </a:lnTo>
                      <a:lnTo>
                        <a:pt x="24823" y="29702"/>
                      </a:lnTo>
                      <a:lnTo>
                        <a:pt x="23578" y="29440"/>
                      </a:lnTo>
                      <a:lnTo>
                        <a:pt x="22432" y="28949"/>
                      </a:lnTo>
                      <a:lnTo>
                        <a:pt x="21417" y="28294"/>
                      </a:lnTo>
                      <a:lnTo>
                        <a:pt x="20566" y="27410"/>
                      </a:lnTo>
                      <a:lnTo>
                        <a:pt x="19878" y="26394"/>
                      </a:lnTo>
                      <a:lnTo>
                        <a:pt x="19387" y="25281"/>
                      </a:lnTo>
                      <a:lnTo>
                        <a:pt x="19157" y="24037"/>
                      </a:lnTo>
                      <a:lnTo>
                        <a:pt x="19125" y="23382"/>
                      </a:lnTo>
                      <a:lnTo>
                        <a:pt x="1912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2" name="Google Shape;467;p22">
                  <a:extLst>
                    <a:ext uri="{FF2B5EF4-FFF2-40B4-BE49-F238E27FC236}">
                      <a16:creationId xmlns:a16="http://schemas.microsoft.com/office/drawing/2014/main" id="{C485D849-78BD-524B-A85D-8CE53F6579E3}"/>
                    </a:ext>
                  </a:extLst>
                </p:cNvPr>
                <p:cNvSpPr/>
                <p:nvPr/>
              </p:nvSpPr>
              <p:spPr>
                <a:xfrm>
                  <a:off x="3967175" y="2353600"/>
                  <a:ext cx="1920650" cy="168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26" h="67525" extrusionOk="0">
                      <a:moveTo>
                        <a:pt x="2489" y="0"/>
                      </a:moveTo>
                      <a:lnTo>
                        <a:pt x="1965" y="33"/>
                      </a:lnTo>
                      <a:lnTo>
                        <a:pt x="1081" y="426"/>
                      </a:lnTo>
                      <a:lnTo>
                        <a:pt x="426" y="1081"/>
                      </a:lnTo>
                      <a:lnTo>
                        <a:pt x="33" y="1965"/>
                      </a:lnTo>
                      <a:lnTo>
                        <a:pt x="0" y="2489"/>
                      </a:lnTo>
                      <a:lnTo>
                        <a:pt x="0" y="67525"/>
                      </a:lnTo>
                      <a:lnTo>
                        <a:pt x="76826" y="67525"/>
                      </a:lnTo>
                      <a:lnTo>
                        <a:pt x="76826" y="4814"/>
                      </a:lnTo>
                      <a:lnTo>
                        <a:pt x="76826" y="4323"/>
                      </a:lnTo>
                      <a:lnTo>
                        <a:pt x="76629" y="3373"/>
                      </a:lnTo>
                      <a:lnTo>
                        <a:pt x="76269" y="2522"/>
                      </a:lnTo>
                      <a:lnTo>
                        <a:pt x="75745" y="1736"/>
                      </a:lnTo>
                      <a:lnTo>
                        <a:pt x="75090" y="1081"/>
                      </a:lnTo>
                      <a:lnTo>
                        <a:pt x="74337" y="589"/>
                      </a:lnTo>
                      <a:lnTo>
                        <a:pt x="73453" y="197"/>
                      </a:lnTo>
                      <a:lnTo>
                        <a:pt x="72536" y="33"/>
                      </a:lnTo>
                      <a:lnTo>
                        <a:pt x="72044" y="0"/>
                      </a:lnTo>
                      <a:lnTo>
                        <a:pt x="57701" y="0"/>
                      </a:lnTo>
                      <a:lnTo>
                        <a:pt x="57701" y="24299"/>
                      </a:lnTo>
                      <a:lnTo>
                        <a:pt x="57701" y="24855"/>
                      </a:lnTo>
                      <a:lnTo>
                        <a:pt x="57472" y="25903"/>
                      </a:lnTo>
                      <a:lnTo>
                        <a:pt x="57079" y="26886"/>
                      </a:lnTo>
                      <a:lnTo>
                        <a:pt x="56489" y="27737"/>
                      </a:lnTo>
                      <a:lnTo>
                        <a:pt x="55736" y="28490"/>
                      </a:lnTo>
                      <a:lnTo>
                        <a:pt x="54885" y="29080"/>
                      </a:lnTo>
                      <a:lnTo>
                        <a:pt x="53902" y="29473"/>
                      </a:lnTo>
                      <a:lnTo>
                        <a:pt x="52855" y="29702"/>
                      </a:lnTo>
                      <a:lnTo>
                        <a:pt x="52298" y="29735"/>
                      </a:lnTo>
                      <a:lnTo>
                        <a:pt x="24528" y="29735"/>
                      </a:lnTo>
                      <a:lnTo>
                        <a:pt x="23971" y="29702"/>
                      </a:lnTo>
                      <a:lnTo>
                        <a:pt x="22924" y="29473"/>
                      </a:lnTo>
                      <a:lnTo>
                        <a:pt x="21974" y="29080"/>
                      </a:lnTo>
                      <a:lnTo>
                        <a:pt x="21090" y="28490"/>
                      </a:lnTo>
                      <a:lnTo>
                        <a:pt x="20369" y="27737"/>
                      </a:lnTo>
                      <a:lnTo>
                        <a:pt x="19780" y="26886"/>
                      </a:lnTo>
                      <a:lnTo>
                        <a:pt x="19354" y="25903"/>
                      </a:lnTo>
                      <a:lnTo>
                        <a:pt x="19158" y="24855"/>
                      </a:lnTo>
                      <a:lnTo>
                        <a:pt x="19125" y="24299"/>
                      </a:lnTo>
                      <a:lnTo>
                        <a:pt x="1912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grpSp>
          <p:nvGrpSpPr>
            <p:cNvPr id="27" name="Google Shape;468;p22">
              <a:extLst>
                <a:ext uri="{FF2B5EF4-FFF2-40B4-BE49-F238E27FC236}">
                  <a16:creationId xmlns:a16="http://schemas.microsoft.com/office/drawing/2014/main" id="{2CCD6631-F2E4-CB3B-94F5-5F04BF9B872C}"/>
                </a:ext>
              </a:extLst>
            </p:cNvPr>
            <p:cNvGrpSpPr/>
            <p:nvPr/>
          </p:nvGrpSpPr>
          <p:grpSpPr>
            <a:xfrm>
              <a:off x="3762357" y="2079031"/>
              <a:ext cx="518168" cy="518136"/>
              <a:chOff x="3762357" y="2079031"/>
              <a:chExt cx="518168" cy="518136"/>
            </a:xfrm>
          </p:grpSpPr>
          <p:sp>
            <p:nvSpPr>
              <p:cNvPr id="28" name="Google Shape;469;p22">
                <a:extLst>
                  <a:ext uri="{FF2B5EF4-FFF2-40B4-BE49-F238E27FC236}">
                    <a16:creationId xmlns:a16="http://schemas.microsoft.com/office/drawing/2014/main" id="{AA42D616-AB03-6A28-FD96-CBECFC6A6F11}"/>
                  </a:ext>
                </a:extLst>
              </p:cNvPr>
              <p:cNvSpPr/>
              <p:nvPr/>
            </p:nvSpPr>
            <p:spPr>
              <a:xfrm>
                <a:off x="3762357" y="2079031"/>
                <a:ext cx="518168" cy="518136"/>
              </a:xfrm>
              <a:custGeom>
                <a:avLst/>
                <a:gdLst/>
                <a:ahLst/>
                <a:cxnLst/>
                <a:rect l="l" t="t" r="r" b="b"/>
                <a:pathLst>
                  <a:path w="16131" h="16130" extrusionOk="0">
                    <a:moveTo>
                      <a:pt x="8065" y="0"/>
                    </a:moveTo>
                    <a:cubicBezTo>
                      <a:pt x="3623" y="0"/>
                      <a:pt x="0" y="3604"/>
                      <a:pt x="0" y="8065"/>
                    </a:cubicBezTo>
                    <a:cubicBezTo>
                      <a:pt x="0" y="12526"/>
                      <a:pt x="3623" y="16130"/>
                      <a:pt x="8065" y="16130"/>
                    </a:cubicBezTo>
                    <a:cubicBezTo>
                      <a:pt x="12526" y="16130"/>
                      <a:pt x="16130" y="12526"/>
                      <a:pt x="16130" y="8065"/>
                    </a:cubicBezTo>
                    <a:cubicBezTo>
                      <a:pt x="16130" y="3604"/>
                      <a:pt x="12526" y="0"/>
                      <a:pt x="8065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5800" cap="flat" cmpd="sng">
                <a:noFill/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29" name="Google Shape;470;p22">
                <a:extLst>
                  <a:ext uri="{FF2B5EF4-FFF2-40B4-BE49-F238E27FC236}">
                    <a16:creationId xmlns:a16="http://schemas.microsoft.com/office/drawing/2014/main" id="{12AD1925-7147-4342-164A-2CC41FD9CB12}"/>
                  </a:ext>
                </a:extLst>
              </p:cNvPr>
              <p:cNvGrpSpPr/>
              <p:nvPr/>
            </p:nvGrpSpPr>
            <p:grpSpPr>
              <a:xfrm>
                <a:off x="3853306" y="2153444"/>
                <a:ext cx="336248" cy="326741"/>
                <a:chOff x="1120425" y="244000"/>
                <a:chExt cx="5379975" cy="5227850"/>
              </a:xfrm>
            </p:grpSpPr>
            <p:sp>
              <p:nvSpPr>
                <p:cNvPr id="30" name="Google Shape;471;p22">
                  <a:extLst>
                    <a:ext uri="{FF2B5EF4-FFF2-40B4-BE49-F238E27FC236}">
                      <a16:creationId xmlns:a16="http://schemas.microsoft.com/office/drawing/2014/main" id="{103162E5-7058-D232-64E0-FCF17468E149}"/>
                    </a:ext>
                  </a:extLst>
                </p:cNvPr>
                <p:cNvSpPr/>
                <p:nvPr/>
              </p:nvSpPr>
              <p:spPr>
                <a:xfrm>
                  <a:off x="2598225" y="3040750"/>
                  <a:ext cx="1022225" cy="10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89" h="41427" extrusionOk="0">
                      <a:moveTo>
                        <a:pt x="0" y="0"/>
                      </a:moveTo>
                      <a:lnTo>
                        <a:pt x="4876" y="41426"/>
                      </a:lnTo>
                      <a:lnTo>
                        <a:pt x="40888" y="41426"/>
                      </a:lnTo>
                      <a:lnTo>
                        <a:pt x="4085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1" name="Google Shape;472;p22">
                  <a:extLst>
                    <a:ext uri="{FF2B5EF4-FFF2-40B4-BE49-F238E27FC236}">
                      <a16:creationId xmlns:a16="http://schemas.microsoft.com/office/drawing/2014/main" id="{04D9D8AE-8D21-5A2B-45C3-63B76CB8BF23}"/>
                    </a:ext>
                  </a:extLst>
                </p:cNvPr>
                <p:cNvSpPr/>
                <p:nvPr/>
              </p:nvSpPr>
              <p:spPr>
                <a:xfrm>
                  <a:off x="3977675" y="3040750"/>
                  <a:ext cx="1025575" cy="10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3" h="41427" extrusionOk="0">
                      <a:moveTo>
                        <a:pt x="1" y="0"/>
                      </a:moveTo>
                      <a:lnTo>
                        <a:pt x="34" y="41426"/>
                      </a:lnTo>
                      <a:lnTo>
                        <a:pt x="36114" y="41426"/>
                      </a:lnTo>
                      <a:lnTo>
                        <a:pt x="4102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2" name="Google Shape;473;p22">
                  <a:extLst>
                    <a:ext uri="{FF2B5EF4-FFF2-40B4-BE49-F238E27FC236}">
                      <a16:creationId xmlns:a16="http://schemas.microsoft.com/office/drawing/2014/main" id="{5AA7453E-9052-5A63-76AB-0E3DF03EC69B}"/>
                    </a:ext>
                  </a:extLst>
                </p:cNvPr>
                <p:cNvSpPr/>
                <p:nvPr/>
              </p:nvSpPr>
              <p:spPr>
                <a:xfrm>
                  <a:off x="2762975" y="4434500"/>
                  <a:ext cx="858300" cy="103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2" h="41494" extrusionOk="0">
                      <a:moveTo>
                        <a:pt x="1" y="0"/>
                      </a:moveTo>
                      <a:lnTo>
                        <a:pt x="4876" y="41493"/>
                      </a:lnTo>
                      <a:lnTo>
                        <a:pt x="34332" y="41493"/>
                      </a:lnTo>
                      <a:lnTo>
                        <a:pt x="3429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3" name="Google Shape;474;p22">
                  <a:extLst>
                    <a:ext uri="{FF2B5EF4-FFF2-40B4-BE49-F238E27FC236}">
                      <a16:creationId xmlns:a16="http://schemas.microsoft.com/office/drawing/2014/main" id="{CC0F7140-143D-4B3C-3058-EEF84A63E404}"/>
                    </a:ext>
                  </a:extLst>
                </p:cNvPr>
                <p:cNvSpPr/>
                <p:nvPr/>
              </p:nvSpPr>
              <p:spPr>
                <a:xfrm>
                  <a:off x="3978525" y="4434500"/>
                  <a:ext cx="859975" cy="103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99" h="41494" extrusionOk="0">
                      <a:moveTo>
                        <a:pt x="0" y="0"/>
                      </a:moveTo>
                      <a:lnTo>
                        <a:pt x="34" y="41493"/>
                      </a:lnTo>
                      <a:lnTo>
                        <a:pt x="29456" y="41493"/>
                      </a:lnTo>
                      <a:lnTo>
                        <a:pt x="3439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4" name="Google Shape;475;p22">
                  <a:extLst>
                    <a:ext uri="{FF2B5EF4-FFF2-40B4-BE49-F238E27FC236}">
                      <a16:creationId xmlns:a16="http://schemas.microsoft.com/office/drawing/2014/main" id="{E9193429-4E35-6829-C93A-6A679549E4DD}"/>
                    </a:ext>
                  </a:extLst>
                </p:cNvPr>
                <p:cNvSpPr/>
                <p:nvPr/>
              </p:nvSpPr>
              <p:spPr>
                <a:xfrm>
                  <a:off x="5241125" y="3040750"/>
                  <a:ext cx="1083600" cy="10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44" h="41427" extrusionOk="0">
                      <a:moveTo>
                        <a:pt x="4910" y="0"/>
                      </a:moveTo>
                      <a:lnTo>
                        <a:pt x="1" y="41426"/>
                      </a:lnTo>
                      <a:lnTo>
                        <a:pt x="33356" y="41426"/>
                      </a:lnTo>
                      <a:lnTo>
                        <a:pt x="4334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5" name="Google Shape;476;p22">
                  <a:extLst>
                    <a:ext uri="{FF2B5EF4-FFF2-40B4-BE49-F238E27FC236}">
                      <a16:creationId xmlns:a16="http://schemas.microsoft.com/office/drawing/2014/main" id="{D5C2589A-D892-2CBD-92A3-C5B16F5E649F}"/>
                    </a:ext>
                  </a:extLst>
                </p:cNvPr>
                <p:cNvSpPr/>
                <p:nvPr/>
              </p:nvSpPr>
              <p:spPr>
                <a:xfrm>
                  <a:off x="1120425" y="2316975"/>
                  <a:ext cx="5379975" cy="3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199" h="14628" extrusionOk="0">
                      <a:moveTo>
                        <a:pt x="2421" y="0"/>
                      </a:moveTo>
                      <a:lnTo>
                        <a:pt x="1950" y="34"/>
                      </a:lnTo>
                      <a:lnTo>
                        <a:pt x="1076" y="404"/>
                      </a:lnTo>
                      <a:lnTo>
                        <a:pt x="403" y="1076"/>
                      </a:lnTo>
                      <a:lnTo>
                        <a:pt x="34" y="1950"/>
                      </a:lnTo>
                      <a:lnTo>
                        <a:pt x="0" y="2421"/>
                      </a:lnTo>
                      <a:lnTo>
                        <a:pt x="0" y="12206"/>
                      </a:lnTo>
                      <a:lnTo>
                        <a:pt x="34" y="12710"/>
                      </a:lnTo>
                      <a:lnTo>
                        <a:pt x="403" y="13551"/>
                      </a:lnTo>
                      <a:lnTo>
                        <a:pt x="1076" y="14224"/>
                      </a:lnTo>
                      <a:lnTo>
                        <a:pt x="1950" y="14593"/>
                      </a:lnTo>
                      <a:lnTo>
                        <a:pt x="2421" y="14627"/>
                      </a:lnTo>
                      <a:lnTo>
                        <a:pt x="212778" y="14627"/>
                      </a:lnTo>
                      <a:lnTo>
                        <a:pt x="213248" y="14593"/>
                      </a:lnTo>
                      <a:lnTo>
                        <a:pt x="214123" y="14224"/>
                      </a:lnTo>
                      <a:lnTo>
                        <a:pt x="214795" y="13551"/>
                      </a:lnTo>
                      <a:lnTo>
                        <a:pt x="215165" y="12710"/>
                      </a:lnTo>
                      <a:lnTo>
                        <a:pt x="215199" y="12206"/>
                      </a:lnTo>
                      <a:lnTo>
                        <a:pt x="215199" y="2421"/>
                      </a:lnTo>
                      <a:lnTo>
                        <a:pt x="215165" y="1950"/>
                      </a:lnTo>
                      <a:lnTo>
                        <a:pt x="214795" y="1076"/>
                      </a:lnTo>
                      <a:lnTo>
                        <a:pt x="214123" y="404"/>
                      </a:lnTo>
                      <a:lnTo>
                        <a:pt x="213248" y="34"/>
                      </a:lnTo>
                      <a:lnTo>
                        <a:pt x="21277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6" name="Google Shape;477;p22">
                  <a:extLst>
                    <a:ext uri="{FF2B5EF4-FFF2-40B4-BE49-F238E27FC236}">
                      <a16:creationId xmlns:a16="http://schemas.microsoft.com/office/drawing/2014/main" id="{B72995C8-E98C-6A6B-5C5A-2DFAFF84F2B0}"/>
                    </a:ext>
                  </a:extLst>
                </p:cNvPr>
                <p:cNvSpPr/>
                <p:nvPr/>
              </p:nvSpPr>
              <p:spPr>
                <a:xfrm>
                  <a:off x="5075525" y="4434500"/>
                  <a:ext cx="912950" cy="103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8" h="41494" extrusionOk="0">
                      <a:moveTo>
                        <a:pt x="4910" y="0"/>
                      </a:moveTo>
                      <a:lnTo>
                        <a:pt x="1" y="41493"/>
                      </a:lnTo>
                      <a:lnTo>
                        <a:pt x="21890" y="41493"/>
                      </a:lnTo>
                      <a:lnTo>
                        <a:pt x="23000" y="41292"/>
                      </a:lnTo>
                      <a:lnTo>
                        <a:pt x="24042" y="40922"/>
                      </a:lnTo>
                      <a:lnTo>
                        <a:pt x="24984" y="40417"/>
                      </a:lnTo>
                      <a:lnTo>
                        <a:pt x="25824" y="39745"/>
                      </a:lnTo>
                      <a:lnTo>
                        <a:pt x="26564" y="38938"/>
                      </a:lnTo>
                      <a:lnTo>
                        <a:pt x="27169" y="38030"/>
                      </a:lnTo>
                      <a:lnTo>
                        <a:pt x="27607" y="36988"/>
                      </a:lnTo>
                      <a:lnTo>
                        <a:pt x="27741" y="36450"/>
                      </a:lnTo>
                      <a:lnTo>
                        <a:pt x="365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7" name="Google Shape;478;p22">
                  <a:extLst>
                    <a:ext uri="{FF2B5EF4-FFF2-40B4-BE49-F238E27FC236}">
                      <a16:creationId xmlns:a16="http://schemas.microsoft.com/office/drawing/2014/main" id="{74ADFF06-21F9-7508-F0BA-0AE077AD2602}"/>
                    </a:ext>
                  </a:extLst>
                </p:cNvPr>
                <p:cNvSpPr/>
                <p:nvPr/>
              </p:nvSpPr>
              <p:spPr>
                <a:xfrm>
                  <a:off x="1631500" y="4434500"/>
                  <a:ext cx="892775" cy="103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1" h="41494" extrusionOk="0">
                      <a:moveTo>
                        <a:pt x="1" y="0"/>
                      </a:moveTo>
                      <a:lnTo>
                        <a:pt x="8743" y="36450"/>
                      </a:lnTo>
                      <a:lnTo>
                        <a:pt x="8911" y="36988"/>
                      </a:lnTo>
                      <a:lnTo>
                        <a:pt x="9349" y="38030"/>
                      </a:lnTo>
                      <a:lnTo>
                        <a:pt x="9954" y="38938"/>
                      </a:lnTo>
                      <a:lnTo>
                        <a:pt x="10660" y="39745"/>
                      </a:lnTo>
                      <a:lnTo>
                        <a:pt x="11534" y="40417"/>
                      </a:lnTo>
                      <a:lnTo>
                        <a:pt x="12476" y="40922"/>
                      </a:lnTo>
                      <a:lnTo>
                        <a:pt x="13518" y="41292"/>
                      </a:lnTo>
                      <a:lnTo>
                        <a:pt x="14594" y="41493"/>
                      </a:lnTo>
                      <a:lnTo>
                        <a:pt x="35710" y="41493"/>
                      </a:lnTo>
                      <a:lnTo>
                        <a:pt x="3083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8" name="Google Shape;479;p22">
                  <a:extLst>
                    <a:ext uri="{FF2B5EF4-FFF2-40B4-BE49-F238E27FC236}">
                      <a16:creationId xmlns:a16="http://schemas.microsoft.com/office/drawing/2014/main" id="{F87523F4-8E50-DBBD-E7BA-2C46B715B818}"/>
                    </a:ext>
                  </a:extLst>
                </p:cNvPr>
                <p:cNvSpPr/>
                <p:nvPr/>
              </p:nvSpPr>
              <p:spPr>
                <a:xfrm>
                  <a:off x="1296100" y="3040750"/>
                  <a:ext cx="1063400" cy="103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36" h="41427" extrusionOk="0">
                      <a:moveTo>
                        <a:pt x="1" y="0"/>
                      </a:moveTo>
                      <a:lnTo>
                        <a:pt x="9954" y="41426"/>
                      </a:lnTo>
                      <a:lnTo>
                        <a:pt x="42536" y="41426"/>
                      </a:lnTo>
                      <a:lnTo>
                        <a:pt x="3766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39" name="Google Shape;480;p22">
                  <a:extLst>
                    <a:ext uri="{FF2B5EF4-FFF2-40B4-BE49-F238E27FC236}">
                      <a16:creationId xmlns:a16="http://schemas.microsoft.com/office/drawing/2014/main" id="{8A29BE83-C4FE-C795-9892-023E605D3A7F}"/>
                    </a:ext>
                  </a:extLst>
                </p:cNvPr>
                <p:cNvSpPr/>
                <p:nvPr/>
              </p:nvSpPr>
              <p:spPr>
                <a:xfrm>
                  <a:off x="4705650" y="244000"/>
                  <a:ext cx="1194550" cy="171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82" h="68596" extrusionOk="0">
                      <a:moveTo>
                        <a:pt x="7230" y="0"/>
                      </a:moveTo>
                      <a:lnTo>
                        <a:pt x="5851" y="135"/>
                      </a:lnTo>
                      <a:lnTo>
                        <a:pt x="4473" y="505"/>
                      </a:lnTo>
                      <a:lnTo>
                        <a:pt x="3800" y="841"/>
                      </a:lnTo>
                      <a:lnTo>
                        <a:pt x="3161" y="1211"/>
                      </a:lnTo>
                      <a:lnTo>
                        <a:pt x="2085" y="2119"/>
                      </a:lnTo>
                      <a:lnTo>
                        <a:pt x="1178" y="3195"/>
                      </a:lnTo>
                      <a:lnTo>
                        <a:pt x="539" y="4405"/>
                      </a:lnTo>
                      <a:lnTo>
                        <a:pt x="135" y="5717"/>
                      </a:lnTo>
                      <a:lnTo>
                        <a:pt x="1" y="7095"/>
                      </a:lnTo>
                      <a:lnTo>
                        <a:pt x="102" y="8507"/>
                      </a:lnTo>
                      <a:lnTo>
                        <a:pt x="505" y="9852"/>
                      </a:lnTo>
                      <a:lnTo>
                        <a:pt x="841" y="10525"/>
                      </a:lnTo>
                      <a:lnTo>
                        <a:pt x="31574" y="68595"/>
                      </a:lnTo>
                      <a:lnTo>
                        <a:pt x="47782" y="68595"/>
                      </a:lnTo>
                      <a:lnTo>
                        <a:pt x="13484" y="3834"/>
                      </a:lnTo>
                      <a:lnTo>
                        <a:pt x="13114" y="3195"/>
                      </a:lnTo>
                      <a:lnTo>
                        <a:pt x="12207" y="2085"/>
                      </a:lnTo>
                      <a:lnTo>
                        <a:pt x="11131" y="1211"/>
                      </a:lnTo>
                      <a:lnTo>
                        <a:pt x="9920" y="538"/>
                      </a:lnTo>
                      <a:lnTo>
                        <a:pt x="8609" y="135"/>
                      </a:lnTo>
                      <a:lnTo>
                        <a:pt x="723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0" name="Google Shape;481;p22">
                  <a:extLst>
                    <a:ext uri="{FF2B5EF4-FFF2-40B4-BE49-F238E27FC236}">
                      <a16:creationId xmlns:a16="http://schemas.microsoft.com/office/drawing/2014/main" id="{AE37CF01-3B14-B0A9-8B1C-7FED1C0B7714}"/>
                    </a:ext>
                  </a:extLst>
                </p:cNvPr>
                <p:cNvSpPr/>
                <p:nvPr/>
              </p:nvSpPr>
              <p:spPr>
                <a:xfrm>
                  <a:off x="1718925" y="244000"/>
                  <a:ext cx="1195400" cy="171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6" h="68596" extrusionOk="0">
                      <a:moveTo>
                        <a:pt x="40586" y="0"/>
                      </a:moveTo>
                      <a:lnTo>
                        <a:pt x="39207" y="135"/>
                      </a:lnTo>
                      <a:lnTo>
                        <a:pt x="37896" y="538"/>
                      </a:lnTo>
                      <a:lnTo>
                        <a:pt x="36652" y="1211"/>
                      </a:lnTo>
                      <a:lnTo>
                        <a:pt x="35576" y="2085"/>
                      </a:lnTo>
                      <a:lnTo>
                        <a:pt x="34668" y="3195"/>
                      </a:lnTo>
                      <a:lnTo>
                        <a:pt x="34298" y="3834"/>
                      </a:lnTo>
                      <a:lnTo>
                        <a:pt x="1" y="68595"/>
                      </a:lnTo>
                      <a:lnTo>
                        <a:pt x="16208" y="68595"/>
                      </a:lnTo>
                      <a:lnTo>
                        <a:pt x="46975" y="10525"/>
                      </a:lnTo>
                      <a:lnTo>
                        <a:pt x="47277" y="9852"/>
                      </a:lnTo>
                      <a:lnTo>
                        <a:pt x="47681" y="8474"/>
                      </a:lnTo>
                      <a:lnTo>
                        <a:pt x="47815" y="7095"/>
                      </a:lnTo>
                      <a:lnTo>
                        <a:pt x="47681" y="5717"/>
                      </a:lnTo>
                      <a:lnTo>
                        <a:pt x="47277" y="4405"/>
                      </a:lnTo>
                      <a:lnTo>
                        <a:pt x="46605" y="3195"/>
                      </a:lnTo>
                      <a:lnTo>
                        <a:pt x="45731" y="2119"/>
                      </a:lnTo>
                      <a:lnTo>
                        <a:pt x="44621" y="1211"/>
                      </a:lnTo>
                      <a:lnTo>
                        <a:pt x="43982" y="841"/>
                      </a:lnTo>
                      <a:lnTo>
                        <a:pt x="43343" y="505"/>
                      </a:lnTo>
                      <a:lnTo>
                        <a:pt x="41965" y="135"/>
                      </a:lnTo>
                      <a:lnTo>
                        <a:pt x="4058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39472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D8541DD-E402-942B-7520-081377133EBB}"/>
              </a:ext>
            </a:extLst>
          </p:cNvPr>
          <p:cNvGrpSpPr/>
          <p:nvPr/>
        </p:nvGrpSpPr>
        <p:grpSpPr>
          <a:xfrm>
            <a:off x="357662" y="2226236"/>
            <a:ext cx="11476677" cy="3536233"/>
            <a:chOff x="357661" y="2782290"/>
            <a:chExt cx="11476677" cy="35362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394817-2D36-9A07-5C57-F508F4542574}"/>
                </a:ext>
              </a:extLst>
            </p:cNvPr>
            <p:cNvGrpSpPr/>
            <p:nvPr/>
          </p:nvGrpSpPr>
          <p:grpSpPr>
            <a:xfrm>
              <a:off x="357661" y="2782290"/>
              <a:ext cx="11476677" cy="2304022"/>
              <a:chOff x="357661" y="2782290"/>
              <a:chExt cx="11476677" cy="2304022"/>
            </a:xfrm>
          </p:grpSpPr>
          <p:grpSp>
            <p:nvGrpSpPr>
              <p:cNvPr id="3" name="Google Shape;793;p27">
                <a:extLst>
                  <a:ext uri="{FF2B5EF4-FFF2-40B4-BE49-F238E27FC236}">
                    <a16:creationId xmlns:a16="http://schemas.microsoft.com/office/drawing/2014/main" id="{8473A077-0446-E583-4C28-DD3D8815BD8D}"/>
                  </a:ext>
                </a:extLst>
              </p:cNvPr>
              <p:cNvGrpSpPr/>
              <p:nvPr/>
            </p:nvGrpSpPr>
            <p:grpSpPr>
              <a:xfrm>
                <a:off x="357661" y="2782291"/>
                <a:ext cx="3135032" cy="2304021"/>
                <a:chOff x="470511" y="2017353"/>
                <a:chExt cx="2246226" cy="1650813"/>
              </a:xfrm>
            </p:grpSpPr>
            <p:sp>
              <p:nvSpPr>
                <p:cNvPr id="57" name="Google Shape;795;p27">
                  <a:extLst>
                    <a:ext uri="{FF2B5EF4-FFF2-40B4-BE49-F238E27FC236}">
                      <a16:creationId xmlns:a16="http://schemas.microsoft.com/office/drawing/2014/main" id="{BACB930C-1EEC-1371-32A7-1228173A53D4}"/>
                    </a:ext>
                  </a:extLst>
                </p:cNvPr>
                <p:cNvSpPr/>
                <p:nvPr/>
              </p:nvSpPr>
              <p:spPr>
                <a:xfrm>
                  <a:off x="1066017" y="2017353"/>
                  <a:ext cx="1650720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00" h="50299" extrusionOk="0">
                      <a:moveTo>
                        <a:pt x="6692" y="0"/>
                      </a:moveTo>
                      <a:cubicBezTo>
                        <a:pt x="2998" y="0"/>
                        <a:pt x="1" y="2998"/>
                        <a:pt x="1" y="6691"/>
                      </a:cubicBezTo>
                      <a:lnTo>
                        <a:pt x="1" y="43607"/>
                      </a:lnTo>
                      <a:cubicBezTo>
                        <a:pt x="1" y="47301"/>
                        <a:pt x="2998" y="50298"/>
                        <a:pt x="6692" y="50298"/>
                      </a:cubicBezTo>
                      <a:lnTo>
                        <a:pt x="48694" y="50298"/>
                      </a:lnTo>
                      <a:cubicBezTo>
                        <a:pt x="49586" y="50298"/>
                        <a:pt x="50299" y="49585"/>
                        <a:pt x="50299" y="48693"/>
                      </a:cubicBezTo>
                      <a:lnTo>
                        <a:pt x="50299" y="1606"/>
                      </a:lnTo>
                      <a:cubicBezTo>
                        <a:pt x="50299" y="714"/>
                        <a:pt x="49586" y="0"/>
                        <a:pt x="486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796;p27">
                  <a:extLst>
                    <a:ext uri="{FF2B5EF4-FFF2-40B4-BE49-F238E27FC236}">
                      <a16:creationId xmlns:a16="http://schemas.microsoft.com/office/drawing/2014/main" id="{0B062AA6-994A-1196-77A4-93B89710076C}"/>
                    </a:ext>
                  </a:extLst>
                </p:cNvPr>
                <p:cNvSpPr/>
                <p:nvPr/>
              </p:nvSpPr>
              <p:spPr>
                <a:xfrm>
                  <a:off x="1066017" y="2017353"/>
                  <a:ext cx="1078646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8" h="50299" extrusionOk="0">
                      <a:moveTo>
                        <a:pt x="6567" y="0"/>
                      </a:moveTo>
                      <a:cubicBezTo>
                        <a:pt x="2945" y="0"/>
                        <a:pt x="1" y="2944"/>
                        <a:pt x="1" y="6566"/>
                      </a:cubicBezTo>
                      <a:lnTo>
                        <a:pt x="1" y="43732"/>
                      </a:lnTo>
                      <a:cubicBezTo>
                        <a:pt x="1" y="47354"/>
                        <a:pt x="2945" y="50298"/>
                        <a:pt x="6567" y="50298"/>
                      </a:cubicBezTo>
                      <a:lnTo>
                        <a:pt x="7727" y="50298"/>
                      </a:lnTo>
                      <a:lnTo>
                        <a:pt x="32867" y="25140"/>
                      </a:lnTo>
                      <a:lnTo>
                        <a:pt x="7727" y="0"/>
                      </a:lnTo>
                      <a:close/>
                    </a:path>
                  </a:pathLst>
                </a:custGeom>
                <a:solidFill>
                  <a:srgbClr val="82C0CC">
                    <a:alpha val="1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797;p27">
                  <a:extLst>
                    <a:ext uri="{FF2B5EF4-FFF2-40B4-BE49-F238E27FC236}">
                      <a16:creationId xmlns:a16="http://schemas.microsoft.com/office/drawing/2014/main" id="{13C37AA9-3324-EC81-BB51-09B952BDAAFC}"/>
                    </a:ext>
                  </a:extLst>
                </p:cNvPr>
                <p:cNvSpPr/>
                <p:nvPr/>
              </p:nvSpPr>
              <p:spPr>
                <a:xfrm>
                  <a:off x="470511" y="2246896"/>
                  <a:ext cx="1191046" cy="1191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3" h="36293" extrusionOk="0">
                      <a:moveTo>
                        <a:pt x="18147" y="0"/>
                      </a:moveTo>
                      <a:lnTo>
                        <a:pt x="1" y="18146"/>
                      </a:lnTo>
                      <a:lnTo>
                        <a:pt x="18147" y="36292"/>
                      </a:lnTo>
                      <a:lnTo>
                        <a:pt x="36293" y="18146"/>
                      </a:lnTo>
                      <a:lnTo>
                        <a:pt x="18147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" name="Google Shape;798;p27">
                <a:extLst>
                  <a:ext uri="{FF2B5EF4-FFF2-40B4-BE49-F238E27FC236}">
                    <a16:creationId xmlns:a16="http://schemas.microsoft.com/office/drawing/2014/main" id="{BC7F7097-9CE7-C52C-D081-4C3BF9F0B6B4}"/>
                  </a:ext>
                </a:extLst>
              </p:cNvPr>
              <p:cNvGrpSpPr/>
              <p:nvPr/>
            </p:nvGrpSpPr>
            <p:grpSpPr>
              <a:xfrm>
                <a:off x="3138774" y="2782291"/>
                <a:ext cx="3134208" cy="2304021"/>
                <a:chOff x="2463157" y="2017353"/>
                <a:chExt cx="2245636" cy="1650813"/>
              </a:xfrm>
            </p:grpSpPr>
            <p:sp>
              <p:nvSpPr>
                <p:cNvPr id="53" name="Google Shape;800;p27">
                  <a:extLst>
                    <a:ext uri="{FF2B5EF4-FFF2-40B4-BE49-F238E27FC236}">
                      <a16:creationId xmlns:a16="http://schemas.microsoft.com/office/drawing/2014/main" id="{9D114C73-22DA-1CCE-C516-78AE4A66BE58}"/>
                    </a:ext>
                  </a:extLst>
                </p:cNvPr>
                <p:cNvSpPr/>
                <p:nvPr/>
              </p:nvSpPr>
              <p:spPr>
                <a:xfrm>
                  <a:off x="3058073" y="2017353"/>
                  <a:ext cx="1650720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00" h="50299" extrusionOk="0">
                      <a:moveTo>
                        <a:pt x="6745" y="0"/>
                      </a:moveTo>
                      <a:cubicBezTo>
                        <a:pt x="3034" y="0"/>
                        <a:pt x="1" y="3015"/>
                        <a:pt x="18" y="6727"/>
                      </a:cubicBezTo>
                      <a:lnTo>
                        <a:pt x="18" y="43572"/>
                      </a:lnTo>
                      <a:cubicBezTo>
                        <a:pt x="1" y="47283"/>
                        <a:pt x="3034" y="50298"/>
                        <a:pt x="6745" y="50298"/>
                      </a:cubicBezTo>
                      <a:lnTo>
                        <a:pt x="48711" y="50298"/>
                      </a:lnTo>
                      <a:cubicBezTo>
                        <a:pt x="49585" y="50298"/>
                        <a:pt x="50299" y="49585"/>
                        <a:pt x="50299" y="48693"/>
                      </a:cubicBezTo>
                      <a:lnTo>
                        <a:pt x="50299" y="1606"/>
                      </a:lnTo>
                      <a:cubicBezTo>
                        <a:pt x="50299" y="714"/>
                        <a:pt x="49585" y="0"/>
                        <a:pt x="4871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801;p27">
                  <a:extLst>
                    <a:ext uri="{FF2B5EF4-FFF2-40B4-BE49-F238E27FC236}">
                      <a16:creationId xmlns:a16="http://schemas.microsoft.com/office/drawing/2014/main" id="{0562A566-84BF-7EC1-3690-39B036D2AB2D}"/>
                    </a:ext>
                  </a:extLst>
                </p:cNvPr>
                <p:cNvSpPr/>
                <p:nvPr/>
              </p:nvSpPr>
              <p:spPr>
                <a:xfrm>
                  <a:off x="3058073" y="2017353"/>
                  <a:ext cx="1079203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85" h="50299" extrusionOk="0">
                      <a:moveTo>
                        <a:pt x="6585" y="0"/>
                      </a:moveTo>
                      <a:cubicBezTo>
                        <a:pt x="2945" y="0"/>
                        <a:pt x="1" y="2944"/>
                        <a:pt x="18" y="6566"/>
                      </a:cubicBezTo>
                      <a:lnTo>
                        <a:pt x="18" y="43732"/>
                      </a:lnTo>
                      <a:cubicBezTo>
                        <a:pt x="1" y="47354"/>
                        <a:pt x="2945" y="50298"/>
                        <a:pt x="6567" y="50298"/>
                      </a:cubicBezTo>
                      <a:lnTo>
                        <a:pt x="7726" y="50298"/>
                      </a:lnTo>
                      <a:lnTo>
                        <a:pt x="32885" y="25140"/>
                      </a:lnTo>
                      <a:lnTo>
                        <a:pt x="7744" y="0"/>
                      </a:lnTo>
                      <a:close/>
                    </a:path>
                  </a:pathLst>
                </a:custGeom>
                <a:solidFill>
                  <a:srgbClr val="82C0CC">
                    <a:alpha val="1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802;p27">
                  <a:extLst>
                    <a:ext uri="{FF2B5EF4-FFF2-40B4-BE49-F238E27FC236}">
                      <a16:creationId xmlns:a16="http://schemas.microsoft.com/office/drawing/2014/main" id="{A0D44F58-87AC-1E0E-AB46-A6C300FFBAD0}"/>
                    </a:ext>
                  </a:extLst>
                </p:cNvPr>
                <p:cNvSpPr/>
                <p:nvPr/>
              </p:nvSpPr>
              <p:spPr>
                <a:xfrm>
                  <a:off x="2463157" y="2247487"/>
                  <a:ext cx="1191046" cy="1190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3" h="36275" extrusionOk="0">
                      <a:moveTo>
                        <a:pt x="18146" y="0"/>
                      </a:moveTo>
                      <a:lnTo>
                        <a:pt x="0" y="18128"/>
                      </a:lnTo>
                      <a:lnTo>
                        <a:pt x="18146" y="36274"/>
                      </a:lnTo>
                      <a:lnTo>
                        <a:pt x="36292" y="18128"/>
                      </a:lnTo>
                      <a:lnTo>
                        <a:pt x="18146" y="0"/>
                      </a:lnTo>
                      <a:close/>
                    </a:path>
                  </a:pathLst>
                </a:custGeom>
                <a:solidFill>
                  <a:srgbClr val="E8A33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" name="Google Shape;803;p27">
                <a:extLst>
                  <a:ext uri="{FF2B5EF4-FFF2-40B4-BE49-F238E27FC236}">
                    <a16:creationId xmlns:a16="http://schemas.microsoft.com/office/drawing/2014/main" id="{1869E000-6E1E-A4B8-CB61-74733D6F975D}"/>
                  </a:ext>
                </a:extLst>
              </p:cNvPr>
              <p:cNvGrpSpPr/>
              <p:nvPr/>
            </p:nvGrpSpPr>
            <p:grpSpPr>
              <a:xfrm>
                <a:off x="5917415" y="2782290"/>
                <a:ext cx="3121850" cy="2304021"/>
                <a:chOff x="4454031" y="2017353"/>
                <a:chExt cx="2236781" cy="1650813"/>
              </a:xfrm>
            </p:grpSpPr>
            <p:sp>
              <p:nvSpPr>
                <p:cNvPr id="49" name="Google Shape;805;p27">
                  <a:extLst>
                    <a:ext uri="{FF2B5EF4-FFF2-40B4-BE49-F238E27FC236}">
                      <a16:creationId xmlns:a16="http://schemas.microsoft.com/office/drawing/2014/main" id="{C5AABDC1-39FB-FBB2-F9C8-705C42F8C421}"/>
                    </a:ext>
                  </a:extLst>
                </p:cNvPr>
                <p:cNvSpPr/>
                <p:nvPr/>
              </p:nvSpPr>
              <p:spPr>
                <a:xfrm>
                  <a:off x="5040125" y="2017353"/>
                  <a:ext cx="1650687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99" h="50299" extrusionOk="0">
                      <a:moveTo>
                        <a:pt x="6745" y="0"/>
                      </a:moveTo>
                      <a:cubicBezTo>
                        <a:pt x="3033" y="0"/>
                        <a:pt x="0" y="3015"/>
                        <a:pt x="0" y="6745"/>
                      </a:cubicBezTo>
                      <a:lnTo>
                        <a:pt x="0" y="43554"/>
                      </a:lnTo>
                      <a:cubicBezTo>
                        <a:pt x="0" y="47265"/>
                        <a:pt x="3033" y="50298"/>
                        <a:pt x="6745" y="50298"/>
                      </a:cubicBezTo>
                      <a:lnTo>
                        <a:pt x="48711" y="50298"/>
                      </a:lnTo>
                      <a:cubicBezTo>
                        <a:pt x="49585" y="50298"/>
                        <a:pt x="50299" y="49585"/>
                        <a:pt x="50299" y="48693"/>
                      </a:cubicBezTo>
                      <a:lnTo>
                        <a:pt x="50299" y="1606"/>
                      </a:lnTo>
                      <a:cubicBezTo>
                        <a:pt x="50299" y="714"/>
                        <a:pt x="49585" y="0"/>
                        <a:pt x="4871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806;p27">
                  <a:extLst>
                    <a:ext uri="{FF2B5EF4-FFF2-40B4-BE49-F238E27FC236}">
                      <a16:creationId xmlns:a16="http://schemas.microsoft.com/office/drawing/2014/main" id="{4A7BF3D9-A4D9-14D3-9EBB-A20BC65BF955}"/>
                    </a:ext>
                  </a:extLst>
                </p:cNvPr>
                <p:cNvSpPr/>
                <p:nvPr/>
              </p:nvSpPr>
              <p:spPr>
                <a:xfrm>
                  <a:off x="5048946" y="2017353"/>
                  <a:ext cx="1079203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85" h="50299" extrusionOk="0">
                      <a:moveTo>
                        <a:pt x="6585" y="0"/>
                      </a:moveTo>
                      <a:cubicBezTo>
                        <a:pt x="2945" y="0"/>
                        <a:pt x="1" y="2944"/>
                        <a:pt x="18" y="6566"/>
                      </a:cubicBezTo>
                      <a:lnTo>
                        <a:pt x="18" y="43732"/>
                      </a:lnTo>
                      <a:cubicBezTo>
                        <a:pt x="1" y="47354"/>
                        <a:pt x="2945" y="50298"/>
                        <a:pt x="6567" y="50298"/>
                      </a:cubicBezTo>
                      <a:lnTo>
                        <a:pt x="7726" y="50298"/>
                      </a:lnTo>
                      <a:lnTo>
                        <a:pt x="32885" y="25140"/>
                      </a:lnTo>
                      <a:lnTo>
                        <a:pt x="7744" y="0"/>
                      </a:lnTo>
                      <a:close/>
                    </a:path>
                  </a:pathLst>
                </a:custGeom>
                <a:solidFill>
                  <a:srgbClr val="CFD8E1">
                    <a:alpha val="357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807;p27">
                  <a:extLst>
                    <a:ext uri="{FF2B5EF4-FFF2-40B4-BE49-F238E27FC236}">
                      <a16:creationId xmlns:a16="http://schemas.microsoft.com/office/drawing/2014/main" id="{FA44970D-E1D1-BA60-77E3-D188825958E6}"/>
                    </a:ext>
                  </a:extLst>
                </p:cNvPr>
                <p:cNvSpPr/>
                <p:nvPr/>
              </p:nvSpPr>
              <p:spPr>
                <a:xfrm>
                  <a:off x="4454031" y="2247487"/>
                  <a:ext cx="1190455" cy="1190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75" h="36275" extrusionOk="0">
                      <a:moveTo>
                        <a:pt x="18146" y="0"/>
                      </a:moveTo>
                      <a:lnTo>
                        <a:pt x="0" y="18128"/>
                      </a:lnTo>
                      <a:lnTo>
                        <a:pt x="18146" y="36274"/>
                      </a:lnTo>
                      <a:lnTo>
                        <a:pt x="36275" y="18128"/>
                      </a:lnTo>
                      <a:lnTo>
                        <a:pt x="18146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" name="Google Shape;808;p27">
                <a:extLst>
                  <a:ext uri="{FF2B5EF4-FFF2-40B4-BE49-F238E27FC236}">
                    <a16:creationId xmlns:a16="http://schemas.microsoft.com/office/drawing/2014/main" id="{8C90DAB2-AAF0-5934-A6EE-8AB472EF3BE6}"/>
                  </a:ext>
                </a:extLst>
              </p:cNvPr>
              <p:cNvGrpSpPr/>
              <p:nvPr/>
            </p:nvGrpSpPr>
            <p:grpSpPr>
              <a:xfrm>
                <a:off x="8697702" y="2782291"/>
                <a:ext cx="3136636" cy="2304021"/>
                <a:chOff x="6446086" y="2017353"/>
                <a:chExt cx="2247375" cy="1650813"/>
              </a:xfrm>
            </p:grpSpPr>
            <p:sp>
              <p:nvSpPr>
                <p:cNvPr id="45" name="Google Shape;810;p27">
                  <a:extLst>
                    <a:ext uri="{FF2B5EF4-FFF2-40B4-BE49-F238E27FC236}">
                      <a16:creationId xmlns:a16="http://schemas.microsoft.com/office/drawing/2014/main" id="{DB87D491-D562-5E20-1128-1D7ED370EEA3}"/>
                    </a:ext>
                  </a:extLst>
                </p:cNvPr>
                <p:cNvSpPr/>
                <p:nvPr/>
              </p:nvSpPr>
              <p:spPr>
                <a:xfrm>
                  <a:off x="7043331" y="2017353"/>
                  <a:ext cx="1650130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82" h="50299" extrusionOk="0">
                      <a:moveTo>
                        <a:pt x="6638" y="0"/>
                      </a:moveTo>
                      <a:cubicBezTo>
                        <a:pt x="2980" y="0"/>
                        <a:pt x="1" y="2980"/>
                        <a:pt x="1" y="6638"/>
                      </a:cubicBezTo>
                      <a:lnTo>
                        <a:pt x="1" y="43661"/>
                      </a:lnTo>
                      <a:cubicBezTo>
                        <a:pt x="1" y="47319"/>
                        <a:pt x="2980" y="50298"/>
                        <a:pt x="6638" y="50298"/>
                      </a:cubicBezTo>
                      <a:lnTo>
                        <a:pt x="48693" y="50298"/>
                      </a:lnTo>
                      <a:cubicBezTo>
                        <a:pt x="49568" y="50298"/>
                        <a:pt x="50281" y="49585"/>
                        <a:pt x="50281" y="48693"/>
                      </a:cubicBezTo>
                      <a:lnTo>
                        <a:pt x="50281" y="1606"/>
                      </a:lnTo>
                      <a:cubicBezTo>
                        <a:pt x="50281" y="714"/>
                        <a:pt x="49568" y="0"/>
                        <a:pt x="4869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811;p27">
                  <a:extLst>
                    <a:ext uri="{FF2B5EF4-FFF2-40B4-BE49-F238E27FC236}">
                      <a16:creationId xmlns:a16="http://schemas.microsoft.com/office/drawing/2014/main" id="{246C56B1-3AF6-B956-D448-2DCF0D20974E}"/>
                    </a:ext>
                  </a:extLst>
                </p:cNvPr>
                <p:cNvSpPr/>
                <p:nvPr/>
              </p:nvSpPr>
              <p:spPr>
                <a:xfrm>
                  <a:off x="7041592" y="2017353"/>
                  <a:ext cx="1078613" cy="16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7" h="50299" extrusionOk="0">
                      <a:moveTo>
                        <a:pt x="6566" y="0"/>
                      </a:moveTo>
                      <a:cubicBezTo>
                        <a:pt x="2944" y="0"/>
                        <a:pt x="0" y="2944"/>
                        <a:pt x="0" y="6566"/>
                      </a:cubicBezTo>
                      <a:lnTo>
                        <a:pt x="0" y="43732"/>
                      </a:lnTo>
                      <a:cubicBezTo>
                        <a:pt x="0" y="47354"/>
                        <a:pt x="2944" y="50298"/>
                        <a:pt x="6566" y="50298"/>
                      </a:cubicBezTo>
                      <a:lnTo>
                        <a:pt x="7726" y="50298"/>
                      </a:lnTo>
                      <a:lnTo>
                        <a:pt x="32866" y="25140"/>
                      </a:lnTo>
                      <a:lnTo>
                        <a:pt x="7726" y="0"/>
                      </a:lnTo>
                      <a:close/>
                    </a:path>
                  </a:pathLst>
                </a:custGeom>
                <a:solidFill>
                  <a:srgbClr val="82C0CC">
                    <a:alpha val="1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812;p27">
                  <a:extLst>
                    <a:ext uri="{FF2B5EF4-FFF2-40B4-BE49-F238E27FC236}">
                      <a16:creationId xmlns:a16="http://schemas.microsoft.com/office/drawing/2014/main" id="{FED288FA-85CA-F266-F5ED-A150CC05CB1E}"/>
                    </a:ext>
                  </a:extLst>
                </p:cNvPr>
                <p:cNvSpPr/>
                <p:nvPr/>
              </p:nvSpPr>
              <p:spPr>
                <a:xfrm>
                  <a:off x="6446086" y="2247487"/>
                  <a:ext cx="1191046" cy="1190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3" h="36275" extrusionOk="0">
                      <a:moveTo>
                        <a:pt x="18146" y="0"/>
                      </a:moveTo>
                      <a:lnTo>
                        <a:pt x="0" y="18128"/>
                      </a:lnTo>
                      <a:lnTo>
                        <a:pt x="18146" y="36274"/>
                      </a:lnTo>
                      <a:lnTo>
                        <a:pt x="36292" y="18128"/>
                      </a:lnTo>
                      <a:lnTo>
                        <a:pt x="1814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064EB47-1A6B-8074-BD11-1DD85547BA50}"/>
                </a:ext>
              </a:extLst>
            </p:cNvPr>
            <p:cNvSpPr/>
            <p:nvPr/>
          </p:nvSpPr>
          <p:spPr>
            <a:xfrm>
              <a:off x="1327002" y="5410582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61" name="Freeform 247">
              <a:extLst>
                <a:ext uri="{FF2B5EF4-FFF2-40B4-BE49-F238E27FC236}">
                  <a16:creationId xmlns:a16="http://schemas.microsoft.com/office/drawing/2014/main" id="{8E35D442-5E5F-4490-1436-C941B1513C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4753" y="3695884"/>
              <a:ext cx="381333" cy="476007"/>
            </a:xfrm>
            <a:custGeom>
              <a:avLst/>
              <a:gdLst>
                <a:gd name="T0" fmla="*/ 632 w 723"/>
                <a:gd name="T1" fmla="*/ 765 h 904"/>
                <a:gd name="T2" fmla="*/ 625 w 723"/>
                <a:gd name="T3" fmla="*/ 756 h 904"/>
                <a:gd name="T4" fmla="*/ 497 w 723"/>
                <a:gd name="T5" fmla="*/ 753 h 904"/>
                <a:gd name="T6" fmla="*/ 486 w 723"/>
                <a:gd name="T7" fmla="*/ 757 h 904"/>
                <a:gd name="T8" fmla="*/ 482 w 723"/>
                <a:gd name="T9" fmla="*/ 768 h 904"/>
                <a:gd name="T10" fmla="*/ 421 w 723"/>
                <a:gd name="T11" fmla="*/ 343 h 904"/>
                <a:gd name="T12" fmla="*/ 415 w 723"/>
                <a:gd name="T13" fmla="*/ 335 h 904"/>
                <a:gd name="T14" fmla="*/ 331 w 723"/>
                <a:gd name="T15" fmla="*/ 331 h 904"/>
                <a:gd name="T16" fmla="*/ 442 w 723"/>
                <a:gd name="T17" fmla="*/ 300 h 904"/>
                <a:gd name="T18" fmla="*/ 450 w 723"/>
                <a:gd name="T19" fmla="*/ 293 h 904"/>
                <a:gd name="T20" fmla="*/ 450 w 723"/>
                <a:gd name="T21" fmla="*/ 281 h 904"/>
                <a:gd name="T22" fmla="*/ 442 w 723"/>
                <a:gd name="T23" fmla="*/ 272 h 904"/>
                <a:gd name="T24" fmla="*/ 331 w 723"/>
                <a:gd name="T25" fmla="*/ 211 h 904"/>
                <a:gd name="T26" fmla="*/ 505 w 723"/>
                <a:gd name="T27" fmla="*/ 209 h 904"/>
                <a:gd name="T28" fmla="*/ 512 w 723"/>
                <a:gd name="T29" fmla="*/ 199 h 904"/>
                <a:gd name="T30" fmla="*/ 509 w 723"/>
                <a:gd name="T31" fmla="*/ 188 h 904"/>
                <a:gd name="T32" fmla="*/ 500 w 723"/>
                <a:gd name="T33" fmla="*/ 181 h 904"/>
                <a:gd name="T34" fmla="*/ 557 w 723"/>
                <a:gd name="T35" fmla="*/ 121 h 904"/>
                <a:gd name="T36" fmla="*/ 567 w 723"/>
                <a:gd name="T37" fmla="*/ 117 h 904"/>
                <a:gd name="T38" fmla="*/ 572 w 723"/>
                <a:gd name="T39" fmla="*/ 106 h 904"/>
                <a:gd name="T40" fmla="*/ 567 w 723"/>
                <a:gd name="T41" fmla="*/ 95 h 904"/>
                <a:gd name="T42" fmla="*/ 557 w 723"/>
                <a:gd name="T43" fmla="*/ 91 h 904"/>
                <a:gd name="T44" fmla="*/ 693 w 723"/>
                <a:gd name="T45" fmla="*/ 873 h 904"/>
                <a:gd name="T46" fmla="*/ 602 w 723"/>
                <a:gd name="T47" fmla="*/ 873 h 904"/>
                <a:gd name="T48" fmla="*/ 210 w 723"/>
                <a:gd name="T49" fmla="*/ 783 h 904"/>
                <a:gd name="T50" fmla="*/ 105 w 723"/>
                <a:gd name="T51" fmla="*/ 633 h 904"/>
                <a:gd name="T52" fmla="*/ 116 w 723"/>
                <a:gd name="T53" fmla="*/ 629 h 904"/>
                <a:gd name="T54" fmla="*/ 120 w 723"/>
                <a:gd name="T55" fmla="*/ 618 h 904"/>
                <a:gd name="T56" fmla="*/ 116 w 723"/>
                <a:gd name="T57" fmla="*/ 607 h 904"/>
                <a:gd name="T58" fmla="*/ 105 w 723"/>
                <a:gd name="T59" fmla="*/ 603 h 904"/>
                <a:gd name="T60" fmla="*/ 168 w 723"/>
                <a:gd name="T61" fmla="*/ 542 h 904"/>
                <a:gd name="T62" fmla="*/ 178 w 723"/>
                <a:gd name="T63" fmla="*/ 536 h 904"/>
                <a:gd name="T64" fmla="*/ 180 w 723"/>
                <a:gd name="T65" fmla="*/ 525 h 904"/>
                <a:gd name="T66" fmla="*/ 174 w 723"/>
                <a:gd name="T67" fmla="*/ 515 h 904"/>
                <a:gd name="T68" fmla="*/ 30 w 723"/>
                <a:gd name="T69" fmla="*/ 513 h 904"/>
                <a:gd name="T70" fmla="*/ 202 w 723"/>
                <a:gd name="T71" fmla="*/ 451 h 904"/>
                <a:gd name="T72" fmla="*/ 209 w 723"/>
                <a:gd name="T73" fmla="*/ 443 h 904"/>
                <a:gd name="T74" fmla="*/ 209 w 723"/>
                <a:gd name="T75" fmla="*/ 431 h 904"/>
                <a:gd name="T76" fmla="*/ 202 w 723"/>
                <a:gd name="T77" fmla="*/ 424 h 904"/>
                <a:gd name="T78" fmla="*/ 30 w 723"/>
                <a:gd name="T79" fmla="*/ 361 h 904"/>
                <a:gd name="T80" fmla="*/ 241 w 723"/>
                <a:gd name="T81" fmla="*/ 768 h 904"/>
                <a:gd name="T82" fmla="*/ 236 w 723"/>
                <a:gd name="T83" fmla="*/ 757 h 904"/>
                <a:gd name="T84" fmla="*/ 225 w 723"/>
                <a:gd name="T85" fmla="*/ 753 h 904"/>
                <a:gd name="T86" fmla="*/ 97 w 723"/>
                <a:gd name="T87" fmla="*/ 756 h 904"/>
                <a:gd name="T88" fmla="*/ 90 w 723"/>
                <a:gd name="T89" fmla="*/ 765 h 904"/>
                <a:gd name="T90" fmla="*/ 30 w 723"/>
                <a:gd name="T91" fmla="*/ 633 h 904"/>
                <a:gd name="T92" fmla="*/ 310 w 723"/>
                <a:gd name="T93" fmla="*/ 2 h 904"/>
                <a:gd name="T94" fmla="*/ 302 w 723"/>
                <a:gd name="T95" fmla="*/ 10 h 904"/>
                <a:gd name="T96" fmla="*/ 15 w 723"/>
                <a:gd name="T97" fmla="*/ 331 h 904"/>
                <a:gd name="T98" fmla="*/ 4 w 723"/>
                <a:gd name="T99" fmla="*/ 336 h 904"/>
                <a:gd name="T100" fmla="*/ 0 w 723"/>
                <a:gd name="T101" fmla="*/ 346 h 904"/>
                <a:gd name="T102" fmla="*/ 2 w 723"/>
                <a:gd name="T103" fmla="*/ 897 h 904"/>
                <a:gd name="T104" fmla="*/ 12 w 723"/>
                <a:gd name="T105" fmla="*/ 903 h 904"/>
                <a:gd name="T106" fmla="*/ 406 w 723"/>
                <a:gd name="T107" fmla="*/ 903 h 904"/>
                <a:gd name="T108" fmla="*/ 710 w 723"/>
                <a:gd name="T109" fmla="*/ 903 h 904"/>
                <a:gd name="T110" fmla="*/ 720 w 723"/>
                <a:gd name="T111" fmla="*/ 897 h 904"/>
                <a:gd name="T112" fmla="*/ 723 w 723"/>
                <a:gd name="T113" fmla="*/ 15 h 904"/>
                <a:gd name="T114" fmla="*/ 719 w 723"/>
                <a:gd name="T115" fmla="*/ 5 h 904"/>
                <a:gd name="T116" fmla="*/ 708 w 723"/>
                <a:gd name="T117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23" h="904">
                  <a:moveTo>
                    <a:pt x="693" y="873"/>
                  </a:moveTo>
                  <a:lnTo>
                    <a:pt x="632" y="873"/>
                  </a:lnTo>
                  <a:lnTo>
                    <a:pt x="632" y="768"/>
                  </a:lnTo>
                  <a:lnTo>
                    <a:pt x="632" y="765"/>
                  </a:lnTo>
                  <a:lnTo>
                    <a:pt x="631" y="763"/>
                  </a:lnTo>
                  <a:lnTo>
                    <a:pt x="630" y="760"/>
                  </a:lnTo>
                  <a:lnTo>
                    <a:pt x="627" y="757"/>
                  </a:lnTo>
                  <a:lnTo>
                    <a:pt x="625" y="756"/>
                  </a:lnTo>
                  <a:lnTo>
                    <a:pt x="623" y="754"/>
                  </a:lnTo>
                  <a:lnTo>
                    <a:pt x="620" y="754"/>
                  </a:lnTo>
                  <a:lnTo>
                    <a:pt x="617" y="753"/>
                  </a:lnTo>
                  <a:lnTo>
                    <a:pt x="497" y="753"/>
                  </a:lnTo>
                  <a:lnTo>
                    <a:pt x="493" y="753"/>
                  </a:lnTo>
                  <a:lnTo>
                    <a:pt x="491" y="754"/>
                  </a:lnTo>
                  <a:lnTo>
                    <a:pt x="488" y="756"/>
                  </a:lnTo>
                  <a:lnTo>
                    <a:pt x="486" y="757"/>
                  </a:lnTo>
                  <a:lnTo>
                    <a:pt x="484" y="760"/>
                  </a:lnTo>
                  <a:lnTo>
                    <a:pt x="483" y="763"/>
                  </a:lnTo>
                  <a:lnTo>
                    <a:pt x="482" y="765"/>
                  </a:lnTo>
                  <a:lnTo>
                    <a:pt x="482" y="768"/>
                  </a:lnTo>
                  <a:lnTo>
                    <a:pt x="482" y="873"/>
                  </a:lnTo>
                  <a:lnTo>
                    <a:pt x="421" y="873"/>
                  </a:lnTo>
                  <a:lnTo>
                    <a:pt x="421" y="346"/>
                  </a:lnTo>
                  <a:lnTo>
                    <a:pt x="421" y="343"/>
                  </a:lnTo>
                  <a:lnTo>
                    <a:pt x="420" y="341"/>
                  </a:lnTo>
                  <a:lnTo>
                    <a:pt x="419" y="338"/>
                  </a:lnTo>
                  <a:lnTo>
                    <a:pt x="417" y="336"/>
                  </a:lnTo>
                  <a:lnTo>
                    <a:pt x="415" y="335"/>
                  </a:lnTo>
                  <a:lnTo>
                    <a:pt x="412" y="333"/>
                  </a:lnTo>
                  <a:lnTo>
                    <a:pt x="410" y="333"/>
                  </a:lnTo>
                  <a:lnTo>
                    <a:pt x="406" y="331"/>
                  </a:lnTo>
                  <a:lnTo>
                    <a:pt x="331" y="331"/>
                  </a:lnTo>
                  <a:lnTo>
                    <a:pt x="331" y="301"/>
                  </a:lnTo>
                  <a:lnTo>
                    <a:pt x="436" y="301"/>
                  </a:lnTo>
                  <a:lnTo>
                    <a:pt x="440" y="301"/>
                  </a:lnTo>
                  <a:lnTo>
                    <a:pt x="442" y="300"/>
                  </a:lnTo>
                  <a:lnTo>
                    <a:pt x="445" y="299"/>
                  </a:lnTo>
                  <a:lnTo>
                    <a:pt x="447" y="297"/>
                  </a:lnTo>
                  <a:lnTo>
                    <a:pt x="449" y="295"/>
                  </a:lnTo>
                  <a:lnTo>
                    <a:pt x="450" y="293"/>
                  </a:lnTo>
                  <a:lnTo>
                    <a:pt x="452" y="290"/>
                  </a:lnTo>
                  <a:lnTo>
                    <a:pt x="452" y="286"/>
                  </a:lnTo>
                  <a:lnTo>
                    <a:pt x="452" y="283"/>
                  </a:lnTo>
                  <a:lnTo>
                    <a:pt x="450" y="281"/>
                  </a:lnTo>
                  <a:lnTo>
                    <a:pt x="449" y="278"/>
                  </a:lnTo>
                  <a:lnTo>
                    <a:pt x="447" y="276"/>
                  </a:lnTo>
                  <a:lnTo>
                    <a:pt x="445" y="275"/>
                  </a:lnTo>
                  <a:lnTo>
                    <a:pt x="442" y="272"/>
                  </a:lnTo>
                  <a:lnTo>
                    <a:pt x="440" y="271"/>
                  </a:lnTo>
                  <a:lnTo>
                    <a:pt x="436" y="271"/>
                  </a:lnTo>
                  <a:lnTo>
                    <a:pt x="331" y="271"/>
                  </a:lnTo>
                  <a:lnTo>
                    <a:pt x="331" y="211"/>
                  </a:lnTo>
                  <a:lnTo>
                    <a:pt x="497" y="211"/>
                  </a:lnTo>
                  <a:lnTo>
                    <a:pt x="500" y="211"/>
                  </a:lnTo>
                  <a:lnTo>
                    <a:pt x="503" y="210"/>
                  </a:lnTo>
                  <a:lnTo>
                    <a:pt x="505" y="209"/>
                  </a:lnTo>
                  <a:lnTo>
                    <a:pt x="507" y="207"/>
                  </a:lnTo>
                  <a:lnTo>
                    <a:pt x="509" y="205"/>
                  </a:lnTo>
                  <a:lnTo>
                    <a:pt x="510" y="202"/>
                  </a:lnTo>
                  <a:lnTo>
                    <a:pt x="512" y="199"/>
                  </a:lnTo>
                  <a:lnTo>
                    <a:pt x="512" y="196"/>
                  </a:lnTo>
                  <a:lnTo>
                    <a:pt x="512" y="193"/>
                  </a:lnTo>
                  <a:lnTo>
                    <a:pt x="510" y="190"/>
                  </a:lnTo>
                  <a:lnTo>
                    <a:pt x="509" y="188"/>
                  </a:lnTo>
                  <a:lnTo>
                    <a:pt x="507" y="186"/>
                  </a:lnTo>
                  <a:lnTo>
                    <a:pt x="505" y="183"/>
                  </a:lnTo>
                  <a:lnTo>
                    <a:pt x="503" y="182"/>
                  </a:lnTo>
                  <a:lnTo>
                    <a:pt x="500" y="181"/>
                  </a:lnTo>
                  <a:lnTo>
                    <a:pt x="497" y="181"/>
                  </a:lnTo>
                  <a:lnTo>
                    <a:pt x="331" y="181"/>
                  </a:lnTo>
                  <a:lnTo>
                    <a:pt x="331" y="121"/>
                  </a:lnTo>
                  <a:lnTo>
                    <a:pt x="557" y="121"/>
                  </a:lnTo>
                  <a:lnTo>
                    <a:pt x="560" y="120"/>
                  </a:lnTo>
                  <a:lnTo>
                    <a:pt x="563" y="120"/>
                  </a:lnTo>
                  <a:lnTo>
                    <a:pt x="565" y="118"/>
                  </a:lnTo>
                  <a:lnTo>
                    <a:pt x="567" y="117"/>
                  </a:lnTo>
                  <a:lnTo>
                    <a:pt x="569" y="115"/>
                  </a:lnTo>
                  <a:lnTo>
                    <a:pt x="571" y="112"/>
                  </a:lnTo>
                  <a:lnTo>
                    <a:pt x="572" y="109"/>
                  </a:lnTo>
                  <a:lnTo>
                    <a:pt x="572" y="106"/>
                  </a:lnTo>
                  <a:lnTo>
                    <a:pt x="572" y="103"/>
                  </a:lnTo>
                  <a:lnTo>
                    <a:pt x="571" y="100"/>
                  </a:lnTo>
                  <a:lnTo>
                    <a:pt x="569" y="98"/>
                  </a:lnTo>
                  <a:lnTo>
                    <a:pt x="567" y="95"/>
                  </a:lnTo>
                  <a:lnTo>
                    <a:pt x="565" y="93"/>
                  </a:lnTo>
                  <a:lnTo>
                    <a:pt x="563" y="92"/>
                  </a:lnTo>
                  <a:lnTo>
                    <a:pt x="560" y="91"/>
                  </a:lnTo>
                  <a:lnTo>
                    <a:pt x="557" y="91"/>
                  </a:lnTo>
                  <a:lnTo>
                    <a:pt x="331" y="91"/>
                  </a:lnTo>
                  <a:lnTo>
                    <a:pt x="331" y="31"/>
                  </a:lnTo>
                  <a:lnTo>
                    <a:pt x="693" y="31"/>
                  </a:lnTo>
                  <a:lnTo>
                    <a:pt x="693" y="873"/>
                  </a:lnTo>
                  <a:close/>
                  <a:moveTo>
                    <a:pt x="512" y="873"/>
                  </a:moveTo>
                  <a:lnTo>
                    <a:pt x="512" y="783"/>
                  </a:lnTo>
                  <a:lnTo>
                    <a:pt x="602" y="783"/>
                  </a:lnTo>
                  <a:lnTo>
                    <a:pt x="602" y="873"/>
                  </a:lnTo>
                  <a:lnTo>
                    <a:pt x="512" y="873"/>
                  </a:lnTo>
                  <a:close/>
                  <a:moveTo>
                    <a:pt x="120" y="873"/>
                  </a:moveTo>
                  <a:lnTo>
                    <a:pt x="120" y="783"/>
                  </a:lnTo>
                  <a:lnTo>
                    <a:pt x="210" y="783"/>
                  </a:lnTo>
                  <a:lnTo>
                    <a:pt x="210" y="873"/>
                  </a:lnTo>
                  <a:lnTo>
                    <a:pt x="120" y="873"/>
                  </a:lnTo>
                  <a:close/>
                  <a:moveTo>
                    <a:pt x="30" y="633"/>
                  </a:moveTo>
                  <a:lnTo>
                    <a:pt x="105" y="633"/>
                  </a:lnTo>
                  <a:lnTo>
                    <a:pt x="108" y="633"/>
                  </a:lnTo>
                  <a:lnTo>
                    <a:pt x="112" y="632"/>
                  </a:lnTo>
                  <a:lnTo>
                    <a:pt x="114" y="630"/>
                  </a:lnTo>
                  <a:lnTo>
                    <a:pt x="116" y="629"/>
                  </a:lnTo>
                  <a:lnTo>
                    <a:pt x="118" y="627"/>
                  </a:lnTo>
                  <a:lnTo>
                    <a:pt x="119" y="623"/>
                  </a:lnTo>
                  <a:lnTo>
                    <a:pt x="120" y="621"/>
                  </a:lnTo>
                  <a:lnTo>
                    <a:pt x="120" y="618"/>
                  </a:lnTo>
                  <a:lnTo>
                    <a:pt x="120" y="615"/>
                  </a:lnTo>
                  <a:lnTo>
                    <a:pt x="119" y="611"/>
                  </a:lnTo>
                  <a:lnTo>
                    <a:pt x="118" y="609"/>
                  </a:lnTo>
                  <a:lnTo>
                    <a:pt x="116" y="607"/>
                  </a:lnTo>
                  <a:lnTo>
                    <a:pt x="114" y="605"/>
                  </a:lnTo>
                  <a:lnTo>
                    <a:pt x="112" y="604"/>
                  </a:lnTo>
                  <a:lnTo>
                    <a:pt x="108" y="603"/>
                  </a:lnTo>
                  <a:lnTo>
                    <a:pt x="105" y="603"/>
                  </a:lnTo>
                  <a:lnTo>
                    <a:pt x="30" y="603"/>
                  </a:lnTo>
                  <a:lnTo>
                    <a:pt x="30" y="543"/>
                  </a:lnTo>
                  <a:lnTo>
                    <a:pt x="165" y="543"/>
                  </a:lnTo>
                  <a:lnTo>
                    <a:pt x="168" y="542"/>
                  </a:lnTo>
                  <a:lnTo>
                    <a:pt x="172" y="542"/>
                  </a:lnTo>
                  <a:lnTo>
                    <a:pt x="174" y="540"/>
                  </a:lnTo>
                  <a:lnTo>
                    <a:pt x="176" y="539"/>
                  </a:lnTo>
                  <a:lnTo>
                    <a:pt x="178" y="536"/>
                  </a:lnTo>
                  <a:lnTo>
                    <a:pt x="179" y="533"/>
                  </a:lnTo>
                  <a:lnTo>
                    <a:pt x="180" y="531"/>
                  </a:lnTo>
                  <a:lnTo>
                    <a:pt x="180" y="528"/>
                  </a:lnTo>
                  <a:lnTo>
                    <a:pt x="180" y="525"/>
                  </a:lnTo>
                  <a:lnTo>
                    <a:pt x="179" y="521"/>
                  </a:lnTo>
                  <a:lnTo>
                    <a:pt x="178" y="519"/>
                  </a:lnTo>
                  <a:lnTo>
                    <a:pt x="176" y="517"/>
                  </a:lnTo>
                  <a:lnTo>
                    <a:pt x="174" y="515"/>
                  </a:lnTo>
                  <a:lnTo>
                    <a:pt x="172" y="514"/>
                  </a:lnTo>
                  <a:lnTo>
                    <a:pt x="168" y="513"/>
                  </a:lnTo>
                  <a:lnTo>
                    <a:pt x="165" y="513"/>
                  </a:lnTo>
                  <a:lnTo>
                    <a:pt x="30" y="513"/>
                  </a:lnTo>
                  <a:lnTo>
                    <a:pt x="30" y="452"/>
                  </a:lnTo>
                  <a:lnTo>
                    <a:pt x="195" y="452"/>
                  </a:lnTo>
                  <a:lnTo>
                    <a:pt x="198" y="452"/>
                  </a:lnTo>
                  <a:lnTo>
                    <a:pt x="202" y="451"/>
                  </a:lnTo>
                  <a:lnTo>
                    <a:pt x="204" y="449"/>
                  </a:lnTo>
                  <a:lnTo>
                    <a:pt x="206" y="447"/>
                  </a:lnTo>
                  <a:lnTo>
                    <a:pt x="208" y="445"/>
                  </a:lnTo>
                  <a:lnTo>
                    <a:pt x="209" y="443"/>
                  </a:lnTo>
                  <a:lnTo>
                    <a:pt x="210" y="440"/>
                  </a:lnTo>
                  <a:lnTo>
                    <a:pt x="210" y="438"/>
                  </a:lnTo>
                  <a:lnTo>
                    <a:pt x="210" y="434"/>
                  </a:lnTo>
                  <a:lnTo>
                    <a:pt x="209" y="431"/>
                  </a:lnTo>
                  <a:lnTo>
                    <a:pt x="208" y="429"/>
                  </a:lnTo>
                  <a:lnTo>
                    <a:pt x="206" y="427"/>
                  </a:lnTo>
                  <a:lnTo>
                    <a:pt x="204" y="425"/>
                  </a:lnTo>
                  <a:lnTo>
                    <a:pt x="202" y="424"/>
                  </a:lnTo>
                  <a:lnTo>
                    <a:pt x="198" y="423"/>
                  </a:lnTo>
                  <a:lnTo>
                    <a:pt x="195" y="422"/>
                  </a:lnTo>
                  <a:lnTo>
                    <a:pt x="30" y="422"/>
                  </a:lnTo>
                  <a:lnTo>
                    <a:pt x="30" y="361"/>
                  </a:lnTo>
                  <a:lnTo>
                    <a:pt x="391" y="361"/>
                  </a:lnTo>
                  <a:lnTo>
                    <a:pt x="391" y="873"/>
                  </a:lnTo>
                  <a:lnTo>
                    <a:pt x="241" y="873"/>
                  </a:lnTo>
                  <a:lnTo>
                    <a:pt x="241" y="768"/>
                  </a:lnTo>
                  <a:lnTo>
                    <a:pt x="240" y="765"/>
                  </a:lnTo>
                  <a:lnTo>
                    <a:pt x="239" y="763"/>
                  </a:lnTo>
                  <a:lnTo>
                    <a:pt x="238" y="760"/>
                  </a:lnTo>
                  <a:lnTo>
                    <a:pt x="236" y="757"/>
                  </a:lnTo>
                  <a:lnTo>
                    <a:pt x="234" y="756"/>
                  </a:lnTo>
                  <a:lnTo>
                    <a:pt x="232" y="754"/>
                  </a:lnTo>
                  <a:lnTo>
                    <a:pt x="228" y="754"/>
                  </a:lnTo>
                  <a:lnTo>
                    <a:pt x="225" y="753"/>
                  </a:lnTo>
                  <a:lnTo>
                    <a:pt x="105" y="753"/>
                  </a:lnTo>
                  <a:lnTo>
                    <a:pt x="102" y="753"/>
                  </a:lnTo>
                  <a:lnTo>
                    <a:pt x="100" y="754"/>
                  </a:lnTo>
                  <a:lnTo>
                    <a:pt x="97" y="756"/>
                  </a:lnTo>
                  <a:lnTo>
                    <a:pt x="94" y="757"/>
                  </a:lnTo>
                  <a:lnTo>
                    <a:pt x="93" y="760"/>
                  </a:lnTo>
                  <a:lnTo>
                    <a:pt x="91" y="763"/>
                  </a:lnTo>
                  <a:lnTo>
                    <a:pt x="90" y="765"/>
                  </a:lnTo>
                  <a:lnTo>
                    <a:pt x="90" y="768"/>
                  </a:lnTo>
                  <a:lnTo>
                    <a:pt x="90" y="873"/>
                  </a:lnTo>
                  <a:lnTo>
                    <a:pt x="30" y="873"/>
                  </a:lnTo>
                  <a:lnTo>
                    <a:pt x="30" y="633"/>
                  </a:lnTo>
                  <a:close/>
                  <a:moveTo>
                    <a:pt x="708" y="0"/>
                  </a:moveTo>
                  <a:lnTo>
                    <a:pt x="316" y="0"/>
                  </a:lnTo>
                  <a:lnTo>
                    <a:pt x="313" y="1"/>
                  </a:lnTo>
                  <a:lnTo>
                    <a:pt x="310" y="2"/>
                  </a:lnTo>
                  <a:lnTo>
                    <a:pt x="308" y="3"/>
                  </a:lnTo>
                  <a:lnTo>
                    <a:pt x="306" y="5"/>
                  </a:lnTo>
                  <a:lnTo>
                    <a:pt x="304" y="7"/>
                  </a:lnTo>
                  <a:lnTo>
                    <a:pt x="302" y="10"/>
                  </a:lnTo>
                  <a:lnTo>
                    <a:pt x="301" y="13"/>
                  </a:lnTo>
                  <a:lnTo>
                    <a:pt x="301" y="16"/>
                  </a:lnTo>
                  <a:lnTo>
                    <a:pt x="301" y="331"/>
                  </a:lnTo>
                  <a:lnTo>
                    <a:pt x="15" y="331"/>
                  </a:lnTo>
                  <a:lnTo>
                    <a:pt x="12" y="331"/>
                  </a:lnTo>
                  <a:lnTo>
                    <a:pt x="10" y="333"/>
                  </a:lnTo>
                  <a:lnTo>
                    <a:pt x="6" y="335"/>
                  </a:lnTo>
                  <a:lnTo>
                    <a:pt x="4" y="336"/>
                  </a:lnTo>
                  <a:lnTo>
                    <a:pt x="2" y="338"/>
                  </a:lnTo>
                  <a:lnTo>
                    <a:pt x="1" y="341"/>
                  </a:lnTo>
                  <a:lnTo>
                    <a:pt x="0" y="343"/>
                  </a:lnTo>
                  <a:lnTo>
                    <a:pt x="0" y="346"/>
                  </a:lnTo>
                  <a:lnTo>
                    <a:pt x="0" y="888"/>
                  </a:lnTo>
                  <a:lnTo>
                    <a:pt x="0" y="892"/>
                  </a:lnTo>
                  <a:lnTo>
                    <a:pt x="1" y="895"/>
                  </a:lnTo>
                  <a:lnTo>
                    <a:pt x="2" y="897"/>
                  </a:lnTo>
                  <a:lnTo>
                    <a:pt x="4" y="899"/>
                  </a:lnTo>
                  <a:lnTo>
                    <a:pt x="6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4"/>
                  </a:lnTo>
                  <a:lnTo>
                    <a:pt x="105" y="903"/>
                  </a:lnTo>
                  <a:lnTo>
                    <a:pt x="225" y="903"/>
                  </a:lnTo>
                  <a:lnTo>
                    <a:pt x="406" y="903"/>
                  </a:lnTo>
                  <a:lnTo>
                    <a:pt x="497" y="903"/>
                  </a:lnTo>
                  <a:lnTo>
                    <a:pt x="617" y="903"/>
                  </a:lnTo>
                  <a:lnTo>
                    <a:pt x="708" y="903"/>
                  </a:lnTo>
                  <a:lnTo>
                    <a:pt x="710" y="903"/>
                  </a:lnTo>
                  <a:lnTo>
                    <a:pt x="713" y="902"/>
                  </a:lnTo>
                  <a:lnTo>
                    <a:pt x="715" y="901"/>
                  </a:lnTo>
                  <a:lnTo>
                    <a:pt x="719" y="899"/>
                  </a:lnTo>
                  <a:lnTo>
                    <a:pt x="720" y="897"/>
                  </a:lnTo>
                  <a:lnTo>
                    <a:pt x="722" y="895"/>
                  </a:lnTo>
                  <a:lnTo>
                    <a:pt x="722" y="892"/>
                  </a:lnTo>
                  <a:lnTo>
                    <a:pt x="723" y="889"/>
                  </a:lnTo>
                  <a:lnTo>
                    <a:pt x="723" y="15"/>
                  </a:lnTo>
                  <a:lnTo>
                    <a:pt x="722" y="13"/>
                  </a:lnTo>
                  <a:lnTo>
                    <a:pt x="722" y="10"/>
                  </a:lnTo>
                  <a:lnTo>
                    <a:pt x="720" y="7"/>
                  </a:lnTo>
                  <a:lnTo>
                    <a:pt x="719" y="5"/>
                  </a:lnTo>
                  <a:lnTo>
                    <a:pt x="715" y="3"/>
                  </a:lnTo>
                  <a:lnTo>
                    <a:pt x="713" y="2"/>
                  </a:lnTo>
                  <a:lnTo>
                    <a:pt x="710" y="1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0472EB5-4BA3-43B1-EE36-409D7369FABB}"/>
                </a:ext>
              </a:extLst>
            </p:cNvPr>
            <p:cNvSpPr/>
            <p:nvPr/>
          </p:nvSpPr>
          <p:spPr>
            <a:xfrm>
              <a:off x="4108911" y="5410582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72E7363-C9D6-A05C-EB02-27FA3DC83AF4}"/>
                </a:ext>
              </a:extLst>
            </p:cNvPr>
            <p:cNvSpPr/>
            <p:nvPr/>
          </p:nvSpPr>
          <p:spPr>
            <a:xfrm>
              <a:off x="6890820" y="5410582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D92E6BA-52AF-228F-1123-F1465310E7F0}"/>
                </a:ext>
              </a:extLst>
            </p:cNvPr>
            <p:cNvSpPr/>
            <p:nvPr/>
          </p:nvSpPr>
          <p:spPr>
            <a:xfrm>
              <a:off x="9672730" y="5410582"/>
              <a:ext cx="2020147" cy="9079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Transportation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880EDC3-DED8-3EBB-DB5A-8C79245D936C}"/>
                </a:ext>
              </a:extLst>
            </p:cNvPr>
            <p:cNvGrpSpPr/>
            <p:nvPr/>
          </p:nvGrpSpPr>
          <p:grpSpPr>
            <a:xfrm flipH="1">
              <a:off x="3675405" y="3677644"/>
              <a:ext cx="487662" cy="490228"/>
              <a:chOff x="1547813" y="3240088"/>
              <a:chExt cx="301626" cy="303213"/>
            </a:xfrm>
            <a:solidFill>
              <a:schemeClr val="bg1"/>
            </a:solidFill>
          </p:grpSpPr>
          <p:sp>
            <p:nvSpPr>
              <p:cNvPr id="66" name="Freeform 61">
                <a:extLst>
                  <a:ext uri="{FF2B5EF4-FFF2-40B4-BE49-F238E27FC236}">
                    <a16:creationId xmlns:a16="http://schemas.microsoft.com/office/drawing/2014/main" id="{AC883FEF-27EC-AF25-FA9B-2493D0AA89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11313" y="3392488"/>
                <a:ext cx="85725" cy="87313"/>
              </a:xfrm>
              <a:custGeom>
                <a:avLst/>
                <a:gdLst>
                  <a:gd name="T0" fmla="*/ 92 w 218"/>
                  <a:gd name="T1" fmla="*/ 191 h 219"/>
                  <a:gd name="T2" fmla="*/ 70 w 218"/>
                  <a:gd name="T3" fmla="*/ 183 h 219"/>
                  <a:gd name="T4" fmla="*/ 50 w 218"/>
                  <a:gd name="T5" fmla="*/ 168 h 219"/>
                  <a:gd name="T6" fmla="*/ 35 w 218"/>
                  <a:gd name="T7" fmla="*/ 149 h 219"/>
                  <a:gd name="T8" fmla="*/ 27 w 218"/>
                  <a:gd name="T9" fmla="*/ 125 h 219"/>
                  <a:gd name="T10" fmla="*/ 26 w 218"/>
                  <a:gd name="T11" fmla="*/ 101 h 219"/>
                  <a:gd name="T12" fmla="*/ 32 w 218"/>
                  <a:gd name="T13" fmla="*/ 77 h 219"/>
                  <a:gd name="T14" fmla="*/ 45 w 218"/>
                  <a:gd name="T15" fmla="*/ 56 h 219"/>
                  <a:gd name="T16" fmla="*/ 62 w 218"/>
                  <a:gd name="T17" fmla="*/ 40 h 219"/>
                  <a:gd name="T18" fmla="*/ 85 w 218"/>
                  <a:gd name="T19" fmla="*/ 29 h 219"/>
                  <a:gd name="T20" fmla="*/ 109 w 218"/>
                  <a:gd name="T21" fmla="*/ 26 h 219"/>
                  <a:gd name="T22" fmla="*/ 134 w 218"/>
                  <a:gd name="T23" fmla="*/ 29 h 219"/>
                  <a:gd name="T24" fmla="*/ 155 w 218"/>
                  <a:gd name="T25" fmla="*/ 40 h 219"/>
                  <a:gd name="T26" fmla="*/ 174 w 218"/>
                  <a:gd name="T27" fmla="*/ 56 h 219"/>
                  <a:gd name="T28" fmla="*/ 186 w 218"/>
                  <a:gd name="T29" fmla="*/ 77 h 219"/>
                  <a:gd name="T30" fmla="*/ 192 w 218"/>
                  <a:gd name="T31" fmla="*/ 101 h 219"/>
                  <a:gd name="T32" fmla="*/ 191 w 218"/>
                  <a:gd name="T33" fmla="*/ 125 h 219"/>
                  <a:gd name="T34" fmla="*/ 182 w 218"/>
                  <a:gd name="T35" fmla="*/ 149 h 219"/>
                  <a:gd name="T36" fmla="*/ 168 w 218"/>
                  <a:gd name="T37" fmla="*/ 168 h 219"/>
                  <a:gd name="T38" fmla="*/ 149 w 218"/>
                  <a:gd name="T39" fmla="*/ 183 h 219"/>
                  <a:gd name="T40" fmla="*/ 125 w 218"/>
                  <a:gd name="T41" fmla="*/ 191 h 219"/>
                  <a:gd name="T42" fmla="*/ 109 w 218"/>
                  <a:gd name="T43" fmla="*/ 0 h 219"/>
                  <a:gd name="T44" fmla="*/ 77 w 218"/>
                  <a:gd name="T45" fmla="*/ 4 h 219"/>
                  <a:gd name="T46" fmla="*/ 48 w 218"/>
                  <a:gd name="T47" fmla="*/ 18 h 219"/>
                  <a:gd name="T48" fmla="*/ 25 w 218"/>
                  <a:gd name="T49" fmla="*/ 40 h 219"/>
                  <a:gd name="T50" fmla="*/ 8 w 218"/>
                  <a:gd name="T51" fmla="*/ 66 h 219"/>
                  <a:gd name="T52" fmla="*/ 1 w 218"/>
                  <a:gd name="T53" fmla="*/ 98 h 219"/>
                  <a:gd name="T54" fmla="*/ 2 w 218"/>
                  <a:gd name="T55" fmla="*/ 131 h 219"/>
                  <a:gd name="T56" fmla="*/ 13 w 218"/>
                  <a:gd name="T57" fmla="*/ 161 h 219"/>
                  <a:gd name="T58" fmla="*/ 32 w 218"/>
                  <a:gd name="T59" fmla="*/ 187 h 219"/>
                  <a:gd name="T60" fmla="*/ 57 w 218"/>
                  <a:gd name="T61" fmla="*/ 205 h 219"/>
                  <a:gd name="T62" fmla="*/ 87 w 218"/>
                  <a:gd name="T63" fmla="*/ 217 h 219"/>
                  <a:gd name="T64" fmla="*/ 120 w 218"/>
                  <a:gd name="T65" fmla="*/ 218 h 219"/>
                  <a:gd name="T66" fmla="*/ 151 w 218"/>
                  <a:gd name="T67" fmla="*/ 210 h 219"/>
                  <a:gd name="T68" fmla="*/ 178 w 218"/>
                  <a:gd name="T69" fmla="*/ 193 h 219"/>
                  <a:gd name="T70" fmla="*/ 200 w 218"/>
                  <a:gd name="T71" fmla="*/ 171 h 219"/>
                  <a:gd name="T72" fmla="*/ 213 w 218"/>
                  <a:gd name="T73" fmla="*/ 142 h 219"/>
                  <a:gd name="T74" fmla="*/ 218 w 218"/>
                  <a:gd name="T75" fmla="*/ 109 h 219"/>
                  <a:gd name="T76" fmla="*/ 213 w 218"/>
                  <a:gd name="T77" fmla="*/ 77 h 219"/>
                  <a:gd name="T78" fmla="*/ 200 w 218"/>
                  <a:gd name="T79" fmla="*/ 48 h 219"/>
                  <a:gd name="T80" fmla="*/ 178 w 218"/>
                  <a:gd name="T81" fmla="*/ 25 h 219"/>
                  <a:gd name="T82" fmla="*/ 151 w 218"/>
                  <a:gd name="T83" fmla="*/ 8 h 219"/>
                  <a:gd name="T84" fmla="*/ 120 w 218"/>
                  <a:gd name="T8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8" h="219">
                    <a:moveTo>
                      <a:pt x="109" y="193"/>
                    </a:moveTo>
                    <a:lnTo>
                      <a:pt x="101" y="193"/>
                    </a:lnTo>
                    <a:lnTo>
                      <a:pt x="92" y="191"/>
                    </a:lnTo>
                    <a:lnTo>
                      <a:pt x="85" y="190"/>
                    </a:lnTo>
                    <a:lnTo>
                      <a:pt x="76" y="187"/>
                    </a:lnTo>
                    <a:lnTo>
                      <a:pt x="70" y="183"/>
                    </a:lnTo>
                    <a:lnTo>
                      <a:pt x="62" y="179"/>
                    </a:lnTo>
                    <a:lnTo>
                      <a:pt x="56" y="174"/>
                    </a:lnTo>
                    <a:lnTo>
                      <a:pt x="50" y="168"/>
                    </a:lnTo>
                    <a:lnTo>
                      <a:pt x="45" y="162"/>
                    </a:lnTo>
                    <a:lnTo>
                      <a:pt x="40" y="156"/>
                    </a:lnTo>
                    <a:lnTo>
                      <a:pt x="35" y="149"/>
                    </a:lnTo>
                    <a:lnTo>
                      <a:pt x="32" y="142"/>
                    </a:lnTo>
                    <a:lnTo>
                      <a:pt x="29" y="134"/>
                    </a:lnTo>
                    <a:lnTo>
                      <a:pt x="27" y="125"/>
                    </a:lnTo>
                    <a:lnTo>
                      <a:pt x="26" y="118"/>
                    </a:lnTo>
                    <a:lnTo>
                      <a:pt x="26" y="109"/>
                    </a:lnTo>
                    <a:lnTo>
                      <a:pt x="26" y="101"/>
                    </a:lnTo>
                    <a:lnTo>
                      <a:pt x="27" y="92"/>
                    </a:lnTo>
                    <a:lnTo>
                      <a:pt x="29" y="85"/>
                    </a:lnTo>
                    <a:lnTo>
                      <a:pt x="32" y="77"/>
                    </a:lnTo>
                    <a:lnTo>
                      <a:pt x="35" y="70"/>
                    </a:lnTo>
                    <a:lnTo>
                      <a:pt x="40" y="62"/>
                    </a:lnTo>
                    <a:lnTo>
                      <a:pt x="45" y="56"/>
                    </a:lnTo>
                    <a:lnTo>
                      <a:pt x="50" y="50"/>
                    </a:lnTo>
                    <a:lnTo>
                      <a:pt x="56" y="45"/>
                    </a:lnTo>
                    <a:lnTo>
                      <a:pt x="62" y="40"/>
                    </a:lnTo>
                    <a:lnTo>
                      <a:pt x="70" y="35"/>
                    </a:lnTo>
                    <a:lnTo>
                      <a:pt x="76" y="32"/>
                    </a:lnTo>
                    <a:lnTo>
                      <a:pt x="85" y="29"/>
                    </a:lnTo>
                    <a:lnTo>
                      <a:pt x="92" y="27"/>
                    </a:lnTo>
                    <a:lnTo>
                      <a:pt x="101" y="26"/>
                    </a:lnTo>
                    <a:lnTo>
                      <a:pt x="109" y="26"/>
                    </a:lnTo>
                    <a:lnTo>
                      <a:pt x="118" y="26"/>
                    </a:lnTo>
                    <a:lnTo>
                      <a:pt x="125" y="27"/>
                    </a:lnTo>
                    <a:lnTo>
                      <a:pt x="134" y="29"/>
                    </a:lnTo>
                    <a:lnTo>
                      <a:pt x="142" y="32"/>
                    </a:lnTo>
                    <a:lnTo>
                      <a:pt x="149" y="35"/>
                    </a:lnTo>
                    <a:lnTo>
                      <a:pt x="155" y="40"/>
                    </a:lnTo>
                    <a:lnTo>
                      <a:pt x="162" y="45"/>
                    </a:lnTo>
                    <a:lnTo>
                      <a:pt x="168" y="50"/>
                    </a:lnTo>
                    <a:lnTo>
                      <a:pt x="174" y="56"/>
                    </a:lnTo>
                    <a:lnTo>
                      <a:pt x="178" y="62"/>
                    </a:lnTo>
                    <a:lnTo>
                      <a:pt x="182" y="70"/>
                    </a:lnTo>
                    <a:lnTo>
                      <a:pt x="186" y="77"/>
                    </a:lnTo>
                    <a:lnTo>
                      <a:pt x="189" y="85"/>
                    </a:lnTo>
                    <a:lnTo>
                      <a:pt x="191" y="92"/>
                    </a:lnTo>
                    <a:lnTo>
                      <a:pt x="192" y="101"/>
                    </a:lnTo>
                    <a:lnTo>
                      <a:pt x="193" y="109"/>
                    </a:lnTo>
                    <a:lnTo>
                      <a:pt x="192" y="118"/>
                    </a:lnTo>
                    <a:lnTo>
                      <a:pt x="191" y="125"/>
                    </a:lnTo>
                    <a:lnTo>
                      <a:pt x="189" y="134"/>
                    </a:lnTo>
                    <a:lnTo>
                      <a:pt x="186" y="142"/>
                    </a:lnTo>
                    <a:lnTo>
                      <a:pt x="182" y="149"/>
                    </a:lnTo>
                    <a:lnTo>
                      <a:pt x="178" y="156"/>
                    </a:lnTo>
                    <a:lnTo>
                      <a:pt x="174" y="162"/>
                    </a:lnTo>
                    <a:lnTo>
                      <a:pt x="168" y="168"/>
                    </a:lnTo>
                    <a:lnTo>
                      <a:pt x="162" y="174"/>
                    </a:lnTo>
                    <a:lnTo>
                      <a:pt x="155" y="179"/>
                    </a:lnTo>
                    <a:lnTo>
                      <a:pt x="149" y="183"/>
                    </a:lnTo>
                    <a:lnTo>
                      <a:pt x="142" y="187"/>
                    </a:lnTo>
                    <a:lnTo>
                      <a:pt x="134" y="190"/>
                    </a:lnTo>
                    <a:lnTo>
                      <a:pt x="125" y="191"/>
                    </a:lnTo>
                    <a:lnTo>
                      <a:pt x="118" y="193"/>
                    </a:lnTo>
                    <a:lnTo>
                      <a:pt x="109" y="193"/>
                    </a:lnTo>
                    <a:close/>
                    <a:moveTo>
                      <a:pt x="109" y="0"/>
                    </a:moveTo>
                    <a:lnTo>
                      <a:pt x="98" y="0"/>
                    </a:lnTo>
                    <a:lnTo>
                      <a:pt x="87" y="2"/>
                    </a:lnTo>
                    <a:lnTo>
                      <a:pt x="77" y="4"/>
                    </a:lnTo>
                    <a:lnTo>
                      <a:pt x="66" y="8"/>
                    </a:lnTo>
                    <a:lnTo>
                      <a:pt x="57" y="13"/>
                    </a:lnTo>
                    <a:lnTo>
                      <a:pt x="48" y="18"/>
                    </a:lnTo>
                    <a:lnTo>
                      <a:pt x="40" y="25"/>
                    </a:lnTo>
                    <a:lnTo>
                      <a:pt x="32" y="32"/>
                    </a:lnTo>
                    <a:lnTo>
                      <a:pt x="25" y="40"/>
                    </a:lnTo>
                    <a:lnTo>
                      <a:pt x="19" y="48"/>
                    </a:lnTo>
                    <a:lnTo>
                      <a:pt x="13" y="57"/>
                    </a:lnTo>
                    <a:lnTo>
                      <a:pt x="8" y="66"/>
                    </a:lnTo>
                    <a:lnTo>
                      <a:pt x="5" y="77"/>
                    </a:lnTo>
                    <a:lnTo>
                      <a:pt x="2" y="87"/>
                    </a:lnTo>
                    <a:lnTo>
                      <a:pt x="1" y="98"/>
                    </a:lnTo>
                    <a:lnTo>
                      <a:pt x="0" y="109"/>
                    </a:lnTo>
                    <a:lnTo>
                      <a:pt x="1" y="120"/>
                    </a:lnTo>
                    <a:lnTo>
                      <a:pt x="2" y="131"/>
                    </a:lnTo>
                    <a:lnTo>
                      <a:pt x="5" y="142"/>
                    </a:lnTo>
                    <a:lnTo>
                      <a:pt x="8" y="151"/>
                    </a:lnTo>
                    <a:lnTo>
                      <a:pt x="13" y="161"/>
                    </a:lnTo>
                    <a:lnTo>
                      <a:pt x="19" y="171"/>
                    </a:lnTo>
                    <a:lnTo>
                      <a:pt x="25" y="178"/>
                    </a:lnTo>
                    <a:lnTo>
                      <a:pt x="32" y="187"/>
                    </a:lnTo>
                    <a:lnTo>
                      <a:pt x="40" y="193"/>
                    </a:lnTo>
                    <a:lnTo>
                      <a:pt x="48" y="200"/>
                    </a:lnTo>
                    <a:lnTo>
                      <a:pt x="57" y="205"/>
                    </a:lnTo>
                    <a:lnTo>
                      <a:pt x="66" y="210"/>
                    </a:lnTo>
                    <a:lnTo>
                      <a:pt x="77" y="214"/>
                    </a:lnTo>
                    <a:lnTo>
                      <a:pt x="87" y="217"/>
                    </a:lnTo>
                    <a:lnTo>
                      <a:pt x="98" y="218"/>
                    </a:lnTo>
                    <a:lnTo>
                      <a:pt x="109" y="219"/>
                    </a:lnTo>
                    <a:lnTo>
                      <a:pt x="120" y="218"/>
                    </a:lnTo>
                    <a:lnTo>
                      <a:pt x="131" y="217"/>
                    </a:lnTo>
                    <a:lnTo>
                      <a:pt x="142" y="214"/>
                    </a:lnTo>
                    <a:lnTo>
                      <a:pt x="151" y="210"/>
                    </a:lnTo>
                    <a:lnTo>
                      <a:pt x="161" y="205"/>
                    </a:lnTo>
                    <a:lnTo>
                      <a:pt x="169" y="200"/>
                    </a:lnTo>
                    <a:lnTo>
                      <a:pt x="178" y="193"/>
                    </a:lnTo>
                    <a:lnTo>
                      <a:pt x="187" y="187"/>
                    </a:lnTo>
                    <a:lnTo>
                      <a:pt x="193" y="178"/>
                    </a:lnTo>
                    <a:lnTo>
                      <a:pt x="200" y="171"/>
                    </a:lnTo>
                    <a:lnTo>
                      <a:pt x="205" y="161"/>
                    </a:lnTo>
                    <a:lnTo>
                      <a:pt x="209" y="151"/>
                    </a:lnTo>
                    <a:lnTo>
                      <a:pt x="213" y="142"/>
                    </a:lnTo>
                    <a:lnTo>
                      <a:pt x="216" y="131"/>
                    </a:lnTo>
                    <a:lnTo>
                      <a:pt x="218" y="120"/>
                    </a:lnTo>
                    <a:lnTo>
                      <a:pt x="218" y="109"/>
                    </a:lnTo>
                    <a:lnTo>
                      <a:pt x="218" y="98"/>
                    </a:lnTo>
                    <a:lnTo>
                      <a:pt x="216" y="87"/>
                    </a:lnTo>
                    <a:lnTo>
                      <a:pt x="213" y="77"/>
                    </a:lnTo>
                    <a:lnTo>
                      <a:pt x="209" y="66"/>
                    </a:lnTo>
                    <a:lnTo>
                      <a:pt x="205" y="57"/>
                    </a:lnTo>
                    <a:lnTo>
                      <a:pt x="200" y="48"/>
                    </a:lnTo>
                    <a:lnTo>
                      <a:pt x="193" y="40"/>
                    </a:lnTo>
                    <a:lnTo>
                      <a:pt x="187" y="32"/>
                    </a:lnTo>
                    <a:lnTo>
                      <a:pt x="178" y="25"/>
                    </a:lnTo>
                    <a:lnTo>
                      <a:pt x="169" y="18"/>
                    </a:lnTo>
                    <a:lnTo>
                      <a:pt x="161" y="13"/>
                    </a:lnTo>
                    <a:lnTo>
                      <a:pt x="151" y="8"/>
                    </a:lnTo>
                    <a:lnTo>
                      <a:pt x="142" y="4"/>
                    </a:lnTo>
                    <a:lnTo>
                      <a:pt x="131" y="2"/>
                    </a:lnTo>
                    <a:lnTo>
                      <a:pt x="120" y="0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62">
                <a:extLst>
                  <a:ext uri="{FF2B5EF4-FFF2-40B4-BE49-F238E27FC236}">
                    <a16:creationId xmlns:a16="http://schemas.microsoft.com/office/drawing/2014/main" id="{B1B5B6F9-BC03-12B3-6E96-EDA334CAC8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63713" y="3278188"/>
                <a:ext cx="49213" cy="47625"/>
              </a:xfrm>
              <a:custGeom>
                <a:avLst/>
                <a:gdLst>
                  <a:gd name="T0" fmla="*/ 54 w 122"/>
                  <a:gd name="T1" fmla="*/ 96 h 121"/>
                  <a:gd name="T2" fmla="*/ 41 w 122"/>
                  <a:gd name="T3" fmla="*/ 90 h 121"/>
                  <a:gd name="T4" fmla="*/ 31 w 122"/>
                  <a:gd name="T5" fmla="*/ 81 h 121"/>
                  <a:gd name="T6" fmla="*/ 26 w 122"/>
                  <a:gd name="T7" fmla="*/ 68 h 121"/>
                  <a:gd name="T8" fmla="*/ 26 w 122"/>
                  <a:gd name="T9" fmla="*/ 54 h 121"/>
                  <a:gd name="T10" fmla="*/ 31 w 122"/>
                  <a:gd name="T11" fmla="*/ 41 h 121"/>
                  <a:gd name="T12" fmla="*/ 41 w 122"/>
                  <a:gd name="T13" fmla="*/ 31 h 121"/>
                  <a:gd name="T14" fmla="*/ 54 w 122"/>
                  <a:gd name="T15" fmla="*/ 26 h 121"/>
                  <a:gd name="T16" fmla="*/ 68 w 122"/>
                  <a:gd name="T17" fmla="*/ 26 h 121"/>
                  <a:gd name="T18" fmla="*/ 81 w 122"/>
                  <a:gd name="T19" fmla="*/ 31 h 121"/>
                  <a:gd name="T20" fmla="*/ 90 w 122"/>
                  <a:gd name="T21" fmla="*/ 41 h 121"/>
                  <a:gd name="T22" fmla="*/ 96 w 122"/>
                  <a:gd name="T23" fmla="*/ 54 h 121"/>
                  <a:gd name="T24" fmla="*/ 96 w 122"/>
                  <a:gd name="T25" fmla="*/ 68 h 121"/>
                  <a:gd name="T26" fmla="*/ 90 w 122"/>
                  <a:gd name="T27" fmla="*/ 81 h 121"/>
                  <a:gd name="T28" fmla="*/ 81 w 122"/>
                  <a:gd name="T29" fmla="*/ 90 h 121"/>
                  <a:gd name="T30" fmla="*/ 68 w 122"/>
                  <a:gd name="T31" fmla="*/ 96 h 121"/>
                  <a:gd name="T32" fmla="*/ 61 w 122"/>
                  <a:gd name="T33" fmla="*/ 0 h 121"/>
                  <a:gd name="T34" fmla="*/ 49 w 122"/>
                  <a:gd name="T35" fmla="*/ 1 h 121"/>
                  <a:gd name="T36" fmla="*/ 38 w 122"/>
                  <a:gd name="T37" fmla="*/ 4 h 121"/>
                  <a:gd name="T38" fmla="*/ 27 w 122"/>
                  <a:gd name="T39" fmla="*/ 11 h 121"/>
                  <a:gd name="T40" fmla="*/ 19 w 122"/>
                  <a:gd name="T41" fmla="*/ 18 h 121"/>
                  <a:gd name="T42" fmla="*/ 11 w 122"/>
                  <a:gd name="T43" fmla="*/ 27 h 121"/>
                  <a:gd name="T44" fmla="*/ 5 w 122"/>
                  <a:gd name="T45" fmla="*/ 38 h 121"/>
                  <a:gd name="T46" fmla="*/ 1 w 122"/>
                  <a:gd name="T47" fmla="*/ 48 h 121"/>
                  <a:gd name="T48" fmla="*/ 0 w 122"/>
                  <a:gd name="T49" fmla="*/ 61 h 121"/>
                  <a:gd name="T50" fmla="*/ 1 w 122"/>
                  <a:gd name="T51" fmla="*/ 73 h 121"/>
                  <a:gd name="T52" fmla="*/ 5 w 122"/>
                  <a:gd name="T53" fmla="*/ 85 h 121"/>
                  <a:gd name="T54" fmla="*/ 11 w 122"/>
                  <a:gd name="T55" fmla="*/ 96 h 121"/>
                  <a:gd name="T56" fmla="*/ 19 w 122"/>
                  <a:gd name="T57" fmla="*/ 104 h 121"/>
                  <a:gd name="T58" fmla="*/ 27 w 122"/>
                  <a:gd name="T59" fmla="*/ 112 h 121"/>
                  <a:gd name="T60" fmla="*/ 38 w 122"/>
                  <a:gd name="T61" fmla="*/ 117 h 121"/>
                  <a:gd name="T62" fmla="*/ 49 w 122"/>
                  <a:gd name="T63" fmla="*/ 120 h 121"/>
                  <a:gd name="T64" fmla="*/ 61 w 122"/>
                  <a:gd name="T65" fmla="*/ 121 h 121"/>
                  <a:gd name="T66" fmla="*/ 73 w 122"/>
                  <a:gd name="T67" fmla="*/ 120 h 121"/>
                  <a:gd name="T68" fmla="*/ 85 w 122"/>
                  <a:gd name="T69" fmla="*/ 117 h 121"/>
                  <a:gd name="T70" fmla="*/ 95 w 122"/>
                  <a:gd name="T71" fmla="*/ 112 h 121"/>
                  <a:gd name="T72" fmla="*/ 104 w 122"/>
                  <a:gd name="T73" fmla="*/ 104 h 121"/>
                  <a:gd name="T74" fmla="*/ 112 w 122"/>
                  <a:gd name="T75" fmla="*/ 96 h 121"/>
                  <a:gd name="T76" fmla="*/ 117 w 122"/>
                  <a:gd name="T77" fmla="*/ 85 h 121"/>
                  <a:gd name="T78" fmla="*/ 121 w 122"/>
                  <a:gd name="T79" fmla="*/ 73 h 121"/>
                  <a:gd name="T80" fmla="*/ 122 w 122"/>
                  <a:gd name="T81" fmla="*/ 61 h 121"/>
                  <a:gd name="T82" fmla="*/ 121 w 122"/>
                  <a:gd name="T83" fmla="*/ 48 h 121"/>
                  <a:gd name="T84" fmla="*/ 117 w 122"/>
                  <a:gd name="T85" fmla="*/ 38 h 121"/>
                  <a:gd name="T86" fmla="*/ 112 w 122"/>
                  <a:gd name="T87" fmla="*/ 27 h 121"/>
                  <a:gd name="T88" fmla="*/ 104 w 122"/>
                  <a:gd name="T89" fmla="*/ 18 h 121"/>
                  <a:gd name="T90" fmla="*/ 95 w 122"/>
                  <a:gd name="T91" fmla="*/ 11 h 121"/>
                  <a:gd name="T92" fmla="*/ 85 w 122"/>
                  <a:gd name="T93" fmla="*/ 4 h 121"/>
                  <a:gd name="T94" fmla="*/ 73 w 122"/>
                  <a:gd name="T95" fmla="*/ 1 h 121"/>
                  <a:gd name="T96" fmla="*/ 61 w 122"/>
                  <a:gd name="T9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2" h="121">
                    <a:moveTo>
                      <a:pt x="61" y="97"/>
                    </a:moveTo>
                    <a:lnTo>
                      <a:pt x="54" y="96"/>
                    </a:lnTo>
                    <a:lnTo>
                      <a:pt x="47" y="93"/>
                    </a:lnTo>
                    <a:lnTo>
                      <a:pt x="41" y="90"/>
                    </a:lnTo>
                    <a:lnTo>
                      <a:pt x="36" y="86"/>
                    </a:lnTo>
                    <a:lnTo>
                      <a:pt x="31" y="81"/>
                    </a:lnTo>
                    <a:lnTo>
                      <a:pt x="28" y="75"/>
                    </a:lnTo>
                    <a:lnTo>
                      <a:pt x="26" y="68"/>
                    </a:lnTo>
                    <a:lnTo>
                      <a:pt x="26" y="61"/>
                    </a:lnTo>
                    <a:lnTo>
                      <a:pt x="26" y="54"/>
                    </a:lnTo>
                    <a:lnTo>
                      <a:pt x="28" y="47"/>
                    </a:lnTo>
                    <a:lnTo>
                      <a:pt x="31" y="41"/>
                    </a:lnTo>
                    <a:lnTo>
                      <a:pt x="36" y="35"/>
                    </a:lnTo>
                    <a:lnTo>
                      <a:pt x="41" y="31"/>
                    </a:lnTo>
                    <a:lnTo>
                      <a:pt x="47" y="28"/>
                    </a:lnTo>
                    <a:lnTo>
                      <a:pt x="54" y="26"/>
                    </a:lnTo>
                    <a:lnTo>
                      <a:pt x="61" y="25"/>
                    </a:lnTo>
                    <a:lnTo>
                      <a:pt x="68" y="26"/>
                    </a:lnTo>
                    <a:lnTo>
                      <a:pt x="75" y="28"/>
                    </a:lnTo>
                    <a:lnTo>
                      <a:pt x="81" y="31"/>
                    </a:lnTo>
                    <a:lnTo>
                      <a:pt x="86" y="35"/>
                    </a:lnTo>
                    <a:lnTo>
                      <a:pt x="90" y="41"/>
                    </a:lnTo>
                    <a:lnTo>
                      <a:pt x="94" y="47"/>
                    </a:lnTo>
                    <a:lnTo>
                      <a:pt x="96" y="54"/>
                    </a:lnTo>
                    <a:lnTo>
                      <a:pt x="97" y="61"/>
                    </a:lnTo>
                    <a:lnTo>
                      <a:pt x="96" y="68"/>
                    </a:lnTo>
                    <a:lnTo>
                      <a:pt x="94" y="75"/>
                    </a:lnTo>
                    <a:lnTo>
                      <a:pt x="90" y="81"/>
                    </a:lnTo>
                    <a:lnTo>
                      <a:pt x="86" y="86"/>
                    </a:lnTo>
                    <a:lnTo>
                      <a:pt x="81" y="90"/>
                    </a:lnTo>
                    <a:lnTo>
                      <a:pt x="75" y="93"/>
                    </a:lnTo>
                    <a:lnTo>
                      <a:pt x="68" y="96"/>
                    </a:lnTo>
                    <a:lnTo>
                      <a:pt x="61" y="97"/>
                    </a:lnTo>
                    <a:close/>
                    <a:moveTo>
                      <a:pt x="61" y="0"/>
                    </a:moveTo>
                    <a:lnTo>
                      <a:pt x="55" y="0"/>
                    </a:lnTo>
                    <a:lnTo>
                      <a:pt x="49" y="1"/>
                    </a:lnTo>
                    <a:lnTo>
                      <a:pt x="43" y="2"/>
                    </a:lnTo>
                    <a:lnTo>
                      <a:pt x="38" y="4"/>
                    </a:lnTo>
                    <a:lnTo>
                      <a:pt x="32" y="8"/>
                    </a:lnTo>
                    <a:lnTo>
                      <a:pt x="27" y="11"/>
                    </a:lnTo>
                    <a:lnTo>
                      <a:pt x="23" y="14"/>
                    </a:lnTo>
                    <a:lnTo>
                      <a:pt x="19" y="18"/>
                    </a:lnTo>
                    <a:lnTo>
                      <a:pt x="14" y="23"/>
                    </a:lnTo>
                    <a:lnTo>
                      <a:pt x="11" y="27"/>
                    </a:lnTo>
                    <a:lnTo>
                      <a:pt x="8" y="32"/>
                    </a:lnTo>
                    <a:lnTo>
                      <a:pt x="5" y="38"/>
                    </a:lnTo>
                    <a:lnTo>
                      <a:pt x="3" y="43"/>
                    </a:lnTo>
                    <a:lnTo>
                      <a:pt x="1" y="48"/>
                    </a:lnTo>
                    <a:lnTo>
                      <a:pt x="0" y="55"/>
                    </a:lnTo>
                    <a:lnTo>
                      <a:pt x="0" y="61"/>
                    </a:lnTo>
                    <a:lnTo>
                      <a:pt x="0" y="67"/>
                    </a:lnTo>
                    <a:lnTo>
                      <a:pt x="1" y="73"/>
                    </a:lnTo>
                    <a:lnTo>
                      <a:pt x="3" y="79"/>
                    </a:lnTo>
                    <a:lnTo>
                      <a:pt x="5" y="85"/>
                    </a:lnTo>
                    <a:lnTo>
                      <a:pt x="8" y="90"/>
                    </a:lnTo>
                    <a:lnTo>
                      <a:pt x="11" y="96"/>
                    </a:lnTo>
                    <a:lnTo>
                      <a:pt x="14" y="100"/>
                    </a:lnTo>
                    <a:lnTo>
                      <a:pt x="19" y="104"/>
                    </a:lnTo>
                    <a:lnTo>
                      <a:pt x="23" y="108"/>
                    </a:lnTo>
                    <a:lnTo>
                      <a:pt x="27" y="112"/>
                    </a:lnTo>
                    <a:lnTo>
                      <a:pt x="32" y="115"/>
                    </a:lnTo>
                    <a:lnTo>
                      <a:pt x="38" y="117"/>
                    </a:lnTo>
                    <a:lnTo>
                      <a:pt x="43" y="119"/>
                    </a:lnTo>
                    <a:lnTo>
                      <a:pt x="49" y="120"/>
                    </a:lnTo>
                    <a:lnTo>
                      <a:pt x="55" y="121"/>
                    </a:lnTo>
                    <a:lnTo>
                      <a:pt x="61" y="121"/>
                    </a:lnTo>
                    <a:lnTo>
                      <a:pt x="68" y="121"/>
                    </a:lnTo>
                    <a:lnTo>
                      <a:pt x="73" y="120"/>
                    </a:lnTo>
                    <a:lnTo>
                      <a:pt x="80" y="119"/>
                    </a:lnTo>
                    <a:lnTo>
                      <a:pt x="85" y="117"/>
                    </a:lnTo>
                    <a:lnTo>
                      <a:pt x="90" y="115"/>
                    </a:lnTo>
                    <a:lnTo>
                      <a:pt x="95" y="112"/>
                    </a:lnTo>
                    <a:lnTo>
                      <a:pt x="100" y="108"/>
                    </a:lnTo>
                    <a:lnTo>
                      <a:pt x="104" y="104"/>
                    </a:lnTo>
                    <a:lnTo>
                      <a:pt x="108" y="100"/>
                    </a:lnTo>
                    <a:lnTo>
                      <a:pt x="112" y="96"/>
                    </a:lnTo>
                    <a:lnTo>
                      <a:pt x="115" y="90"/>
                    </a:lnTo>
                    <a:lnTo>
                      <a:pt x="117" y="85"/>
                    </a:lnTo>
                    <a:lnTo>
                      <a:pt x="119" y="79"/>
                    </a:lnTo>
                    <a:lnTo>
                      <a:pt x="121" y="73"/>
                    </a:lnTo>
                    <a:lnTo>
                      <a:pt x="122" y="67"/>
                    </a:lnTo>
                    <a:lnTo>
                      <a:pt x="122" y="61"/>
                    </a:lnTo>
                    <a:lnTo>
                      <a:pt x="122" y="55"/>
                    </a:lnTo>
                    <a:lnTo>
                      <a:pt x="121" y="48"/>
                    </a:lnTo>
                    <a:lnTo>
                      <a:pt x="119" y="43"/>
                    </a:lnTo>
                    <a:lnTo>
                      <a:pt x="117" y="38"/>
                    </a:lnTo>
                    <a:lnTo>
                      <a:pt x="115" y="32"/>
                    </a:lnTo>
                    <a:lnTo>
                      <a:pt x="112" y="27"/>
                    </a:lnTo>
                    <a:lnTo>
                      <a:pt x="108" y="23"/>
                    </a:lnTo>
                    <a:lnTo>
                      <a:pt x="104" y="18"/>
                    </a:lnTo>
                    <a:lnTo>
                      <a:pt x="100" y="14"/>
                    </a:lnTo>
                    <a:lnTo>
                      <a:pt x="95" y="11"/>
                    </a:lnTo>
                    <a:lnTo>
                      <a:pt x="90" y="8"/>
                    </a:lnTo>
                    <a:lnTo>
                      <a:pt x="85" y="4"/>
                    </a:lnTo>
                    <a:lnTo>
                      <a:pt x="80" y="2"/>
                    </a:lnTo>
                    <a:lnTo>
                      <a:pt x="73" y="1"/>
                    </a:lnTo>
                    <a:lnTo>
                      <a:pt x="68" y="0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63">
                <a:extLst>
                  <a:ext uri="{FF2B5EF4-FFF2-40B4-BE49-F238E27FC236}">
                    <a16:creationId xmlns:a16="http://schemas.microsoft.com/office/drawing/2014/main" id="{B7781B02-40ED-DE67-E227-23FDEA891D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7813" y="3330576"/>
                <a:ext cx="212725" cy="212725"/>
              </a:xfrm>
              <a:custGeom>
                <a:avLst/>
                <a:gdLst>
                  <a:gd name="T0" fmla="*/ 407 w 535"/>
                  <a:gd name="T1" fmla="*/ 408 h 536"/>
                  <a:gd name="T2" fmla="*/ 367 w 535"/>
                  <a:gd name="T3" fmla="*/ 436 h 536"/>
                  <a:gd name="T4" fmla="*/ 330 w 535"/>
                  <a:gd name="T5" fmla="*/ 452 h 536"/>
                  <a:gd name="T6" fmla="*/ 321 w 535"/>
                  <a:gd name="T7" fmla="*/ 465 h 536"/>
                  <a:gd name="T8" fmla="*/ 217 w 535"/>
                  <a:gd name="T9" fmla="*/ 461 h 536"/>
                  <a:gd name="T10" fmla="*/ 199 w 535"/>
                  <a:gd name="T11" fmla="*/ 449 h 536"/>
                  <a:gd name="T12" fmla="*/ 163 w 535"/>
                  <a:gd name="T13" fmla="*/ 432 h 536"/>
                  <a:gd name="T14" fmla="*/ 134 w 535"/>
                  <a:gd name="T15" fmla="*/ 409 h 536"/>
                  <a:gd name="T16" fmla="*/ 82 w 535"/>
                  <a:gd name="T17" fmla="*/ 433 h 536"/>
                  <a:gd name="T18" fmla="*/ 75 w 535"/>
                  <a:gd name="T19" fmla="*/ 316 h 536"/>
                  <a:gd name="T20" fmla="*/ 72 w 535"/>
                  <a:gd name="T21" fmla="*/ 287 h 536"/>
                  <a:gd name="T22" fmla="*/ 72 w 535"/>
                  <a:gd name="T23" fmla="*/ 246 h 536"/>
                  <a:gd name="T24" fmla="*/ 75 w 535"/>
                  <a:gd name="T25" fmla="*/ 217 h 536"/>
                  <a:gd name="T26" fmla="*/ 82 w 535"/>
                  <a:gd name="T27" fmla="*/ 99 h 536"/>
                  <a:gd name="T28" fmla="*/ 134 w 535"/>
                  <a:gd name="T29" fmla="*/ 124 h 536"/>
                  <a:gd name="T30" fmla="*/ 163 w 535"/>
                  <a:gd name="T31" fmla="*/ 101 h 536"/>
                  <a:gd name="T32" fmla="*/ 199 w 535"/>
                  <a:gd name="T33" fmla="*/ 84 h 536"/>
                  <a:gd name="T34" fmla="*/ 217 w 535"/>
                  <a:gd name="T35" fmla="*/ 72 h 536"/>
                  <a:gd name="T36" fmla="*/ 321 w 535"/>
                  <a:gd name="T37" fmla="*/ 68 h 536"/>
                  <a:gd name="T38" fmla="*/ 330 w 535"/>
                  <a:gd name="T39" fmla="*/ 81 h 536"/>
                  <a:gd name="T40" fmla="*/ 367 w 535"/>
                  <a:gd name="T41" fmla="*/ 97 h 536"/>
                  <a:gd name="T42" fmla="*/ 407 w 535"/>
                  <a:gd name="T43" fmla="*/ 124 h 536"/>
                  <a:gd name="T44" fmla="*/ 505 w 535"/>
                  <a:gd name="T45" fmla="*/ 188 h 536"/>
                  <a:gd name="T46" fmla="*/ 458 w 535"/>
                  <a:gd name="T47" fmla="*/ 221 h 536"/>
                  <a:gd name="T48" fmla="*/ 463 w 535"/>
                  <a:gd name="T49" fmla="*/ 256 h 536"/>
                  <a:gd name="T50" fmla="*/ 461 w 535"/>
                  <a:gd name="T51" fmla="*/ 297 h 536"/>
                  <a:gd name="T52" fmla="*/ 462 w 535"/>
                  <a:gd name="T53" fmla="*/ 319 h 536"/>
                  <a:gd name="T54" fmla="*/ 528 w 535"/>
                  <a:gd name="T55" fmla="*/ 329 h 536"/>
                  <a:gd name="T56" fmla="*/ 489 w 535"/>
                  <a:gd name="T57" fmla="*/ 276 h 536"/>
                  <a:gd name="T58" fmla="*/ 486 w 535"/>
                  <a:gd name="T59" fmla="*/ 238 h 536"/>
                  <a:gd name="T60" fmla="*/ 534 w 535"/>
                  <a:gd name="T61" fmla="*/ 197 h 536"/>
                  <a:gd name="T62" fmla="*/ 467 w 535"/>
                  <a:gd name="T63" fmla="*/ 74 h 536"/>
                  <a:gd name="T64" fmla="*/ 455 w 535"/>
                  <a:gd name="T65" fmla="*/ 70 h 536"/>
                  <a:gd name="T66" fmla="*/ 380 w 535"/>
                  <a:gd name="T67" fmla="*/ 74 h 536"/>
                  <a:gd name="T68" fmla="*/ 346 w 535"/>
                  <a:gd name="T69" fmla="*/ 8 h 536"/>
                  <a:gd name="T70" fmla="*/ 205 w 535"/>
                  <a:gd name="T71" fmla="*/ 0 h 536"/>
                  <a:gd name="T72" fmla="*/ 192 w 535"/>
                  <a:gd name="T73" fmla="*/ 13 h 536"/>
                  <a:gd name="T74" fmla="*/ 143 w 535"/>
                  <a:gd name="T75" fmla="*/ 84 h 536"/>
                  <a:gd name="T76" fmla="*/ 74 w 535"/>
                  <a:gd name="T77" fmla="*/ 70 h 536"/>
                  <a:gd name="T78" fmla="*/ 0 w 535"/>
                  <a:gd name="T79" fmla="*/ 191 h 536"/>
                  <a:gd name="T80" fmla="*/ 49 w 535"/>
                  <a:gd name="T81" fmla="*/ 229 h 536"/>
                  <a:gd name="T82" fmla="*/ 46 w 535"/>
                  <a:gd name="T83" fmla="*/ 266 h 536"/>
                  <a:gd name="T84" fmla="*/ 48 w 535"/>
                  <a:gd name="T85" fmla="*/ 303 h 536"/>
                  <a:gd name="T86" fmla="*/ 0 w 535"/>
                  <a:gd name="T87" fmla="*/ 340 h 536"/>
                  <a:gd name="T88" fmla="*/ 73 w 535"/>
                  <a:gd name="T89" fmla="*/ 463 h 536"/>
                  <a:gd name="T90" fmla="*/ 143 w 535"/>
                  <a:gd name="T91" fmla="*/ 449 h 536"/>
                  <a:gd name="T92" fmla="*/ 192 w 535"/>
                  <a:gd name="T93" fmla="*/ 523 h 536"/>
                  <a:gd name="T94" fmla="*/ 205 w 535"/>
                  <a:gd name="T95" fmla="*/ 536 h 536"/>
                  <a:gd name="T96" fmla="*/ 346 w 535"/>
                  <a:gd name="T97" fmla="*/ 528 h 536"/>
                  <a:gd name="T98" fmla="*/ 364 w 535"/>
                  <a:gd name="T99" fmla="*/ 467 h 536"/>
                  <a:gd name="T100" fmla="*/ 409 w 535"/>
                  <a:gd name="T101" fmla="*/ 437 h 536"/>
                  <a:gd name="T102" fmla="*/ 458 w 535"/>
                  <a:gd name="T103" fmla="*/ 463 h 536"/>
                  <a:gd name="T104" fmla="*/ 467 w 535"/>
                  <a:gd name="T105" fmla="*/ 459 h 536"/>
                  <a:gd name="T106" fmla="*/ 535 w 535"/>
                  <a:gd name="T107" fmla="*/ 335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35" h="536">
                    <a:moveTo>
                      <a:pt x="453" y="433"/>
                    </a:moveTo>
                    <a:lnTo>
                      <a:pt x="414" y="410"/>
                    </a:lnTo>
                    <a:lnTo>
                      <a:pt x="410" y="409"/>
                    </a:lnTo>
                    <a:lnTo>
                      <a:pt x="407" y="408"/>
                    </a:lnTo>
                    <a:lnTo>
                      <a:pt x="403" y="409"/>
                    </a:lnTo>
                    <a:lnTo>
                      <a:pt x="399" y="411"/>
                    </a:lnTo>
                    <a:lnTo>
                      <a:pt x="383" y="424"/>
                    </a:lnTo>
                    <a:lnTo>
                      <a:pt x="367" y="436"/>
                    </a:lnTo>
                    <a:lnTo>
                      <a:pt x="359" y="441"/>
                    </a:lnTo>
                    <a:lnTo>
                      <a:pt x="350" y="446"/>
                    </a:lnTo>
                    <a:lnTo>
                      <a:pt x="340" y="449"/>
                    </a:lnTo>
                    <a:lnTo>
                      <a:pt x="330" y="452"/>
                    </a:lnTo>
                    <a:lnTo>
                      <a:pt x="326" y="454"/>
                    </a:lnTo>
                    <a:lnTo>
                      <a:pt x="323" y="457"/>
                    </a:lnTo>
                    <a:lnTo>
                      <a:pt x="321" y="461"/>
                    </a:lnTo>
                    <a:lnTo>
                      <a:pt x="321" y="465"/>
                    </a:lnTo>
                    <a:lnTo>
                      <a:pt x="321" y="511"/>
                    </a:lnTo>
                    <a:lnTo>
                      <a:pt x="218" y="511"/>
                    </a:lnTo>
                    <a:lnTo>
                      <a:pt x="218" y="465"/>
                    </a:lnTo>
                    <a:lnTo>
                      <a:pt x="217" y="461"/>
                    </a:lnTo>
                    <a:lnTo>
                      <a:pt x="216" y="457"/>
                    </a:lnTo>
                    <a:lnTo>
                      <a:pt x="213" y="454"/>
                    </a:lnTo>
                    <a:lnTo>
                      <a:pt x="208" y="452"/>
                    </a:lnTo>
                    <a:lnTo>
                      <a:pt x="199" y="449"/>
                    </a:lnTo>
                    <a:lnTo>
                      <a:pt x="189" y="446"/>
                    </a:lnTo>
                    <a:lnTo>
                      <a:pt x="180" y="441"/>
                    </a:lnTo>
                    <a:lnTo>
                      <a:pt x="172" y="437"/>
                    </a:lnTo>
                    <a:lnTo>
                      <a:pt x="163" y="432"/>
                    </a:lnTo>
                    <a:lnTo>
                      <a:pt x="155" y="425"/>
                    </a:lnTo>
                    <a:lnTo>
                      <a:pt x="146" y="419"/>
                    </a:lnTo>
                    <a:lnTo>
                      <a:pt x="137" y="411"/>
                    </a:lnTo>
                    <a:lnTo>
                      <a:pt x="134" y="409"/>
                    </a:lnTo>
                    <a:lnTo>
                      <a:pt x="130" y="408"/>
                    </a:lnTo>
                    <a:lnTo>
                      <a:pt x="126" y="409"/>
                    </a:lnTo>
                    <a:lnTo>
                      <a:pt x="122" y="410"/>
                    </a:lnTo>
                    <a:lnTo>
                      <a:pt x="82" y="433"/>
                    </a:lnTo>
                    <a:lnTo>
                      <a:pt x="30" y="344"/>
                    </a:lnTo>
                    <a:lnTo>
                      <a:pt x="70" y="321"/>
                    </a:lnTo>
                    <a:lnTo>
                      <a:pt x="73" y="319"/>
                    </a:lnTo>
                    <a:lnTo>
                      <a:pt x="75" y="316"/>
                    </a:lnTo>
                    <a:lnTo>
                      <a:pt x="75" y="311"/>
                    </a:lnTo>
                    <a:lnTo>
                      <a:pt x="75" y="307"/>
                    </a:lnTo>
                    <a:lnTo>
                      <a:pt x="74" y="297"/>
                    </a:lnTo>
                    <a:lnTo>
                      <a:pt x="72" y="287"/>
                    </a:lnTo>
                    <a:lnTo>
                      <a:pt x="72" y="277"/>
                    </a:lnTo>
                    <a:lnTo>
                      <a:pt x="71" y="266"/>
                    </a:lnTo>
                    <a:lnTo>
                      <a:pt x="72" y="257"/>
                    </a:lnTo>
                    <a:lnTo>
                      <a:pt x="72" y="246"/>
                    </a:lnTo>
                    <a:lnTo>
                      <a:pt x="74" y="236"/>
                    </a:lnTo>
                    <a:lnTo>
                      <a:pt x="75" y="226"/>
                    </a:lnTo>
                    <a:lnTo>
                      <a:pt x="76" y="221"/>
                    </a:lnTo>
                    <a:lnTo>
                      <a:pt x="75" y="217"/>
                    </a:lnTo>
                    <a:lnTo>
                      <a:pt x="73" y="214"/>
                    </a:lnTo>
                    <a:lnTo>
                      <a:pt x="70" y="212"/>
                    </a:lnTo>
                    <a:lnTo>
                      <a:pt x="30" y="188"/>
                    </a:lnTo>
                    <a:lnTo>
                      <a:pt x="82" y="99"/>
                    </a:lnTo>
                    <a:lnTo>
                      <a:pt x="122" y="122"/>
                    </a:lnTo>
                    <a:lnTo>
                      <a:pt x="126" y="124"/>
                    </a:lnTo>
                    <a:lnTo>
                      <a:pt x="130" y="124"/>
                    </a:lnTo>
                    <a:lnTo>
                      <a:pt x="134" y="124"/>
                    </a:lnTo>
                    <a:lnTo>
                      <a:pt x="137" y="121"/>
                    </a:lnTo>
                    <a:lnTo>
                      <a:pt x="146" y="114"/>
                    </a:lnTo>
                    <a:lnTo>
                      <a:pt x="155" y="106"/>
                    </a:lnTo>
                    <a:lnTo>
                      <a:pt x="163" y="101"/>
                    </a:lnTo>
                    <a:lnTo>
                      <a:pt x="172" y="96"/>
                    </a:lnTo>
                    <a:lnTo>
                      <a:pt x="180" y="91"/>
                    </a:lnTo>
                    <a:lnTo>
                      <a:pt x="189" y="87"/>
                    </a:lnTo>
                    <a:lnTo>
                      <a:pt x="199" y="84"/>
                    </a:lnTo>
                    <a:lnTo>
                      <a:pt x="208" y="81"/>
                    </a:lnTo>
                    <a:lnTo>
                      <a:pt x="213" y="78"/>
                    </a:lnTo>
                    <a:lnTo>
                      <a:pt x="215" y="76"/>
                    </a:lnTo>
                    <a:lnTo>
                      <a:pt x="217" y="72"/>
                    </a:lnTo>
                    <a:lnTo>
                      <a:pt x="218" y="68"/>
                    </a:lnTo>
                    <a:lnTo>
                      <a:pt x="218" y="26"/>
                    </a:lnTo>
                    <a:lnTo>
                      <a:pt x="321" y="26"/>
                    </a:lnTo>
                    <a:lnTo>
                      <a:pt x="321" y="68"/>
                    </a:lnTo>
                    <a:lnTo>
                      <a:pt x="321" y="72"/>
                    </a:lnTo>
                    <a:lnTo>
                      <a:pt x="323" y="76"/>
                    </a:lnTo>
                    <a:lnTo>
                      <a:pt x="326" y="78"/>
                    </a:lnTo>
                    <a:lnTo>
                      <a:pt x="330" y="81"/>
                    </a:lnTo>
                    <a:lnTo>
                      <a:pt x="340" y="84"/>
                    </a:lnTo>
                    <a:lnTo>
                      <a:pt x="350" y="87"/>
                    </a:lnTo>
                    <a:lnTo>
                      <a:pt x="360" y="91"/>
                    </a:lnTo>
                    <a:lnTo>
                      <a:pt x="367" y="97"/>
                    </a:lnTo>
                    <a:lnTo>
                      <a:pt x="383" y="107"/>
                    </a:lnTo>
                    <a:lnTo>
                      <a:pt x="399" y="121"/>
                    </a:lnTo>
                    <a:lnTo>
                      <a:pt x="403" y="124"/>
                    </a:lnTo>
                    <a:lnTo>
                      <a:pt x="407" y="124"/>
                    </a:lnTo>
                    <a:lnTo>
                      <a:pt x="410" y="124"/>
                    </a:lnTo>
                    <a:lnTo>
                      <a:pt x="414" y="122"/>
                    </a:lnTo>
                    <a:lnTo>
                      <a:pt x="453" y="99"/>
                    </a:lnTo>
                    <a:lnTo>
                      <a:pt x="505" y="188"/>
                    </a:lnTo>
                    <a:lnTo>
                      <a:pt x="465" y="212"/>
                    </a:lnTo>
                    <a:lnTo>
                      <a:pt x="462" y="214"/>
                    </a:lnTo>
                    <a:lnTo>
                      <a:pt x="460" y="217"/>
                    </a:lnTo>
                    <a:lnTo>
                      <a:pt x="458" y="221"/>
                    </a:lnTo>
                    <a:lnTo>
                      <a:pt x="458" y="226"/>
                    </a:lnTo>
                    <a:lnTo>
                      <a:pt x="461" y="235"/>
                    </a:lnTo>
                    <a:lnTo>
                      <a:pt x="462" y="246"/>
                    </a:lnTo>
                    <a:lnTo>
                      <a:pt x="463" y="256"/>
                    </a:lnTo>
                    <a:lnTo>
                      <a:pt x="463" y="266"/>
                    </a:lnTo>
                    <a:lnTo>
                      <a:pt x="463" y="277"/>
                    </a:lnTo>
                    <a:lnTo>
                      <a:pt x="462" y="287"/>
                    </a:lnTo>
                    <a:lnTo>
                      <a:pt x="461" y="297"/>
                    </a:lnTo>
                    <a:lnTo>
                      <a:pt x="458" y="307"/>
                    </a:lnTo>
                    <a:lnTo>
                      <a:pt x="458" y="311"/>
                    </a:lnTo>
                    <a:lnTo>
                      <a:pt x="460" y="316"/>
                    </a:lnTo>
                    <a:lnTo>
                      <a:pt x="462" y="319"/>
                    </a:lnTo>
                    <a:lnTo>
                      <a:pt x="465" y="321"/>
                    </a:lnTo>
                    <a:lnTo>
                      <a:pt x="505" y="344"/>
                    </a:lnTo>
                    <a:lnTo>
                      <a:pt x="453" y="433"/>
                    </a:lnTo>
                    <a:close/>
                    <a:moveTo>
                      <a:pt x="528" y="329"/>
                    </a:moveTo>
                    <a:lnTo>
                      <a:pt x="485" y="303"/>
                    </a:lnTo>
                    <a:lnTo>
                      <a:pt x="486" y="294"/>
                    </a:lnTo>
                    <a:lnTo>
                      <a:pt x="487" y="285"/>
                    </a:lnTo>
                    <a:lnTo>
                      <a:pt x="489" y="276"/>
                    </a:lnTo>
                    <a:lnTo>
                      <a:pt x="489" y="266"/>
                    </a:lnTo>
                    <a:lnTo>
                      <a:pt x="489" y="257"/>
                    </a:lnTo>
                    <a:lnTo>
                      <a:pt x="487" y="248"/>
                    </a:lnTo>
                    <a:lnTo>
                      <a:pt x="486" y="238"/>
                    </a:lnTo>
                    <a:lnTo>
                      <a:pt x="485" y="229"/>
                    </a:lnTo>
                    <a:lnTo>
                      <a:pt x="528" y="205"/>
                    </a:lnTo>
                    <a:lnTo>
                      <a:pt x="531" y="202"/>
                    </a:lnTo>
                    <a:lnTo>
                      <a:pt x="534" y="197"/>
                    </a:lnTo>
                    <a:lnTo>
                      <a:pt x="535" y="192"/>
                    </a:lnTo>
                    <a:lnTo>
                      <a:pt x="533" y="187"/>
                    </a:lnTo>
                    <a:lnTo>
                      <a:pt x="468" y="76"/>
                    </a:lnTo>
                    <a:lnTo>
                      <a:pt x="467" y="74"/>
                    </a:lnTo>
                    <a:lnTo>
                      <a:pt x="465" y="72"/>
                    </a:lnTo>
                    <a:lnTo>
                      <a:pt x="463" y="71"/>
                    </a:lnTo>
                    <a:lnTo>
                      <a:pt x="461" y="70"/>
                    </a:lnTo>
                    <a:lnTo>
                      <a:pt x="455" y="70"/>
                    </a:lnTo>
                    <a:lnTo>
                      <a:pt x="451" y="71"/>
                    </a:lnTo>
                    <a:lnTo>
                      <a:pt x="409" y="96"/>
                    </a:lnTo>
                    <a:lnTo>
                      <a:pt x="395" y="85"/>
                    </a:lnTo>
                    <a:lnTo>
                      <a:pt x="380" y="74"/>
                    </a:lnTo>
                    <a:lnTo>
                      <a:pt x="364" y="66"/>
                    </a:lnTo>
                    <a:lnTo>
                      <a:pt x="347" y="59"/>
                    </a:lnTo>
                    <a:lnTo>
                      <a:pt x="347" y="13"/>
                    </a:lnTo>
                    <a:lnTo>
                      <a:pt x="346" y="8"/>
                    </a:lnTo>
                    <a:lnTo>
                      <a:pt x="342" y="4"/>
                    </a:lnTo>
                    <a:lnTo>
                      <a:pt x="338" y="1"/>
                    </a:lnTo>
                    <a:lnTo>
                      <a:pt x="334" y="0"/>
                    </a:lnTo>
                    <a:lnTo>
                      <a:pt x="205" y="0"/>
                    </a:lnTo>
                    <a:lnTo>
                      <a:pt x="200" y="1"/>
                    </a:lnTo>
                    <a:lnTo>
                      <a:pt x="196" y="4"/>
                    </a:lnTo>
                    <a:lnTo>
                      <a:pt x="193" y="8"/>
                    </a:lnTo>
                    <a:lnTo>
                      <a:pt x="192" y="13"/>
                    </a:lnTo>
                    <a:lnTo>
                      <a:pt x="192" y="59"/>
                    </a:lnTo>
                    <a:lnTo>
                      <a:pt x="175" y="66"/>
                    </a:lnTo>
                    <a:lnTo>
                      <a:pt x="159" y="73"/>
                    </a:lnTo>
                    <a:lnTo>
                      <a:pt x="143" y="84"/>
                    </a:lnTo>
                    <a:lnTo>
                      <a:pt x="127" y="96"/>
                    </a:lnTo>
                    <a:lnTo>
                      <a:pt x="84" y="71"/>
                    </a:lnTo>
                    <a:lnTo>
                      <a:pt x="78" y="70"/>
                    </a:lnTo>
                    <a:lnTo>
                      <a:pt x="74" y="70"/>
                    </a:lnTo>
                    <a:lnTo>
                      <a:pt x="70" y="72"/>
                    </a:lnTo>
                    <a:lnTo>
                      <a:pt x="67" y="76"/>
                    </a:lnTo>
                    <a:lnTo>
                      <a:pt x="2" y="187"/>
                    </a:lnTo>
                    <a:lnTo>
                      <a:pt x="0" y="191"/>
                    </a:lnTo>
                    <a:lnTo>
                      <a:pt x="0" y="197"/>
                    </a:lnTo>
                    <a:lnTo>
                      <a:pt x="2" y="201"/>
                    </a:lnTo>
                    <a:lnTo>
                      <a:pt x="6" y="205"/>
                    </a:lnTo>
                    <a:lnTo>
                      <a:pt x="49" y="229"/>
                    </a:lnTo>
                    <a:lnTo>
                      <a:pt x="47" y="238"/>
                    </a:lnTo>
                    <a:lnTo>
                      <a:pt x="46" y="248"/>
                    </a:lnTo>
                    <a:lnTo>
                      <a:pt x="46" y="257"/>
                    </a:lnTo>
                    <a:lnTo>
                      <a:pt x="46" y="266"/>
                    </a:lnTo>
                    <a:lnTo>
                      <a:pt x="46" y="276"/>
                    </a:lnTo>
                    <a:lnTo>
                      <a:pt x="46" y="285"/>
                    </a:lnTo>
                    <a:lnTo>
                      <a:pt x="47" y="294"/>
                    </a:lnTo>
                    <a:lnTo>
                      <a:pt x="48" y="303"/>
                    </a:lnTo>
                    <a:lnTo>
                      <a:pt x="6" y="329"/>
                    </a:lnTo>
                    <a:lnTo>
                      <a:pt x="2" y="332"/>
                    </a:lnTo>
                    <a:lnTo>
                      <a:pt x="0" y="335"/>
                    </a:lnTo>
                    <a:lnTo>
                      <a:pt x="0" y="340"/>
                    </a:lnTo>
                    <a:lnTo>
                      <a:pt x="1" y="345"/>
                    </a:lnTo>
                    <a:lnTo>
                      <a:pt x="65" y="457"/>
                    </a:lnTo>
                    <a:lnTo>
                      <a:pt x="69" y="461"/>
                    </a:lnTo>
                    <a:lnTo>
                      <a:pt x="73" y="463"/>
                    </a:lnTo>
                    <a:lnTo>
                      <a:pt x="78" y="463"/>
                    </a:lnTo>
                    <a:lnTo>
                      <a:pt x="83" y="461"/>
                    </a:lnTo>
                    <a:lnTo>
                      <a:pt x="127" y="437"/>
                    </a:lnTo>
                    <a:lnTo>
                      <a:pt x="143" y="449"/>
                    </a:lnTo>
                    <a:lnTo>
                      <a:pt x="159" y="459"/>
                    </a:lnTo>
                    <a:lnTo>
                      <a:pt x="175" y="467"/>
                    </a:lnTo>
                    <a:lnTo>
                      <a:pt x="192" y="474"/>
                    </a:lnTo>
                    <a:lnTo>
                      <a:pt x="192" y="523"/>
                    </a:lnTo>
                    <a:lnTo>
                      <a:pt x="193" y="528"/>
                    </a:lnTo>
                    <a:lnTo>
                      <a:pt x="196" y="533"/>
                    </a:lnTo>
                    <a:lnTo>
                      <a:pt x="200" y="535"/>
                    </a:lnTo>
                    <a:lnTo>
                      <a:pt x="205" y="536"/>
                    </a:lnTo>
                    <a:lnTo>
                      <a:pt x="334" y="536"/>
                    </a:lnTo>
                    <a:lnTo>
                      <a:pt x="338" y="535"/>
                    </a:lnTo>
                    <a:lnTo>
                      <a:pt x="342" y="533"/>
                    </a:lnTo>
                    <a:lnTo>
                      <a:pt x="346" y="528"/>
                    </a:lnTo>
                    <a:lnTo>
                      <a:pt x="347" y="523"/>
                    </a:lnTo>
                    <a:lnTo>
                      <a:pt x="347" y="474"/>
                    </a:lnTo>
                    <a:lnTo>
                      <a:pt x="355" y="470"/>
                    </a:lnTo>
                    <a:lnTo>
                      <a:pt x="364" y="467"/>
                    </a:lnTo>
                    <a:lnTo>
                      <a:pt x="373" y="463"/>
                    </a:lnTo>
                    <a:lnTo>
                      <a:pt x="380" y="459"/>
                    </a:lnTo>
                    <a:lnTo>
                      <a:pt x="395" y="449"/>
                    </a:lnTo>
                    <a:lnTo>
                      <a:pt x="409" y="437"/>
                    </a:lnTo>
                    <a:lnTo>
                      <a:pt x="452" y="461"/>
                    </a:lnTo>
                    <a:lnTo>
                      <a:pt x="454" y="463"/>
                    </a:lnTo>
                    <a:lnTo>
                      <a:pt x="456" y="463"/>
                    </a:lnTo>
                    <a:lnTo>
                      <a:pt x="458" y="463"/>
                    </a:lnTo>
                    <a:lnTo>
                      <a:pt x="462" y="462"/>
                    </a:lnTo>
                    <a:lnTo>
                      <a:pt x="464" y="462"/>
                    </a:lnTo>
                    <a:lnTo>
                      <a:pt x="466" y="461"/>
                    </a:lnTo>
                    <a:lnTo>
                      <a:pt x="467" y="459"/>
                    </a:lnTo>
                    <a:lnTo>
                      <a:pt x="469" y="457"/>
                    </a:lnTo>
                    <a:lnTo>
                      <a:pt x="533" y="345"/>
                    </a:lnTo>
                    <a:lnTo>
                      <a:pt x="535" y="340"/>
                    </a:lnTo>
                    <a:lnTo>
                      <a:pt x="535" y="335"/>
                    </a:lnTo>
                    <a:lnTo>
                      <a:pt x="533" y="332"/>
                    </a:lnTo>
                    <a:lnTo>
                      <a:pt x="528" y="3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64">
                <a:extLst>
                  <a:ext uri="{FF2B5EF4-FFF2-40B4-BE49-F238E27FC236}">
                    <a16:creationId xmlns:a16="http://schemas.microsoft.com/office/drawing/2014/main" id="{1433FD12-B60B-3ED2-2C5D-50C2CE0103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27201" y="3240088"/>
                <a:ext cx="122238" cy="125413"/>
              </a:xfrm>
              <a:custGeom>
                <a:avLst/>
                <a:gdLst>
                  <a:gd name="T0" fmla="*/ 235 w 308"/>
                  <a:gd name="T1" fmla="*/ 227 h 315"/>
                  <a:gd name="T2" fmla="*/ 223 w 308"/>
                  <a:gd name="T3" fmla="*/ 229 h 315"/>
                  <a:gd name="T4" fmla="*/ 195 w 308"/>
                  <a:gd name="T5" fmla="*/ 248 h 315"/>
                  <a:gd name="T6" fmla="*/ 178 w 308"/>
                  <a:gd name="T7" fmla="*/ 257 h 315"/>
                  <a:gd name="T8" fmla="*/ 176 w 308"/>
                  <a:gd name="T9" fmla="*/ 289 h 315"/>
                  <a:gd name="T10" fmla="*/ 136 w 308"/>
                  <a:gd name="T11" fmla="*/ 260 h 315"/>
                  <a:gd name="T12" fmla="*/ 129 w 308"/>
                  <a:gd name="T13" fmla="*/ 253 h 315"/>
                  <a:gd name="T14" fmla="*/ 95 w 308"/>
                  <a:gd name="T15" fmla="*/ 237 h 315"/>
                  <a:gd name="T16" fmla="*/ 79 w 308"/>
                  <a:gd name="T17" fmla="*/ 226 h 315"/>
                  <a:gd name="T18" fmla="*/ 50 w 308"/>
                  <a:gd name="T19" fmla="*/ 240 h 315"/>
                  <a:gd name="T20" fmla="*/ 55 w 308"/>
                  <a:gd name="T21" fmla="*/ 192 h 315"/>
                  <a:gd name="T22" fmla="*/ 58 w 308"/>
                  <a:gd name="T23" fmla="*/ 180 h 315"/>
                  <a:gd name="T24" fmla="*/ 56 w 308"/>
                  <a:gd name="T25" fmla="*/ 145 h 315"/>
                  <a:gd name="T26" fmla="*/ 57 w 308"/>
                  <a:gd name="T27" fmla="*/ 126 h 315"/>
                  <a:gd name="T28" fmla="*/ 31 w 308"/>
                  <a:gd name="T29" fmla="*/ 108 h 315"/>
                  <a:gd name="T30" fmla="*/ 76 w 308"/>
                  <a:gd name="T31" fmla="*/ 87 h 315"/>
                  <a:gd name="T32" fmla="*/ 87 w 308"/>
                  <a:gd name="T33" fmla="*/ 84 h 315"/>
                  <a:gd name="T34" fmla="*/ 117 w 308"/>
                  <a:gd name="T35" fmla="*/ 66 h 315"/>
                  <a:gd name="T36" fmla="*/ 135 w 308"/>
                  <a:gd name="T37" fmla="*/ 57 h 315"/>
                  <a:gd name="T38" fmla="*/ 137 w 308"/>
                  <a:gd name="T39" fmla="*/ 25 h 315"/>
                  <a:gd name="T40" fmla="*/ 176 w 308"/>
                  <a:gd name="T41" fmla="*/ 53 h 315"/>
                  <a:gd name="T42" fmla="*/ 185 w 308"/>
                  <a:gd name="T43" fmla="*/ 62 h 315"/>
                  <a:gd name="T44" fmla="*/ 215 w 308"/>
                  <a:gd name="T45" fmla="*/ 77 h 315"/>
                  <a:gd name="T46" fmla="*/ 231 w 308"/>
                  <a:gd name="T47" fmla="*/ 88 h 315"/>
                  <a:gd name="T48" fmla="*/ 259 w 308"/>
                  <a:gd name="T49" fmla="*/ 76 h 315"/>
                  <a:gd name="T50" fmla="*/ 254 w 308"/>
                  <a:gd name="T51" fmla="*/ 123 h 315"/>
                  <a:gd name="T52" fmla="*/ 251 w 308"/>
                  <a:gd name="T53" fmla="*/ 134 h 315"/>
                  <a:gd name="T54" fmla="*/ 253 w 308"/>
                  <a:gd name="T55" fmla="*/ 169 h 315"/>
                  <a:gd name="T56" fmla="*/ 252 w 308"/>
                  <a:gd name="T57" fmla="*/ 188 h 315"/>
                  <a:gd name="T58" fmla="*/ 278 w 308"/>
                  <a:gd name="T59" fmla="*/ 207 h 315"/>
                  <a:gd name="T60" fmla="*/ 278 w 308"/>
                  <a:gd name="T61" fmla="*/ 178 h 315"/>
                  <a:gd name="T62" fmla="*/ 279 w 308"/>
                  <a:gd name="T63" fmla="*/ 148 h 315"/>
                  <a:gd name="T64" fmla="*/ 304 w 308"/>
                  <a:gd name="T65" fmla="*/ 123 h 315"/>
                  <a:gd name="T66" fmla="*/ 308 w 308"/>
                  <a:gd name="T67" fmla="*/ 116 h 315"/>
                  <a:gd name="T68" fmla="*/ 275 w 308"/>
                  <a:gd name="T69" fmla="*/ 51 h 315"/>
                  <a:gd name="T70" fmla="*/ 269 w 308"/>
                  <a:gd name="T71" fmla="*/ 46 h 315"/>
                  <a:gd name="T72" fmla="*/ 256 w 308"/>
                  <a:gd name="T73" fmla="*/ 46 h 315"/>
                  <a:gd name="T74" fmla="*/ 218 w 308"/>
                  <a:gd name="T75" fmla="*/ 49 h 315"/>
                  <a:gd name="T76" fmla="*/ 202 w 308"/>
                  <a:gd name="T77" fmla="*/ 13 h 315"/>
                  <a:gd name="T78" fmla="*/ 193 w 308"/>
                  <a:gd name="T79" fmla="*/ 2 h 315"/>
                  <a:gd name="T80" fmla="*/ 119 w 308"/>
                  <a:gd name="T81" fmla="*/ 2 h 315"/>
                  <a:gd name="T82" fmla="*/ 112 w 308"/>
                  <a:gd name="T83" fmla="*/ 13 h 315"/>
                  <a:gd name="T84" fmla="*/ 93 w 308"/>
                  <a:gd name="T85" fmla="*/ 50 h 315"/>
                  <a:gd name="T86" fmla="*/ 52 w 308"/>
                  <a:gd name="T87" fmla="*/ 46 h 315"/>
                  <a:gd name="T88" fmla="*/ 37 w 308"/>
                  <a:gd name="T89" fmla="*/ 47 h 315"/>
                  <a:gd name="T90" fmla="*/ 1 w 308"/>
                  <a:gd name="T91" fmla="*/ 111 h 315"/>
                  <a:gd name="T92" fmla="*/ 3 w 308"/>
                  <a:gd name="T93" fmla="*/ 121 h 315"/>
                  <a:gd name="T94" fmla="*/ 31 w 308"/>
                  <a:gd name="T95" fmla="*/ 138 h 315"/>
                  <a:gd name="T96" fmla="*/ 30 w 308"/>
                  <a:gd name="T97" fmla="*/ 167 h 315"/>
                  <a:gd name="T98" fmla="*/ 4 w 308"/>
                  <a:gd name="T99" fmla="*/ 193 h 315"/>
                  <a:gd name="T100" fmla="*/ 1 w 308"/>
                  <a:gd name="T101" fmla="*/ 199 h 315"/>
                  <a:gd name="T102" fmla="*/ 34 w 308"/>
                  <a:gd name="T103" fmla="*/ 263 h 315"/>
                  <a:gd name="T104" fmla="*/ 46 w 308"/>
                  <a:gd name="T105" fmla="*/ 270 h 315"/>
                  <a:gd name="T106" fmla="*/ 85 w 308"/>
                  <a:gd name="T107" fmla="*/ 259 h 315"/>
                  <a:gd name="T108" fmla="*/ 112 w 308"/>
                  <a:gd name="T109" fmla="*/ 274 h 315"/>
                  <a:gd name="T110" fmla="*/ 116 w 308"/>
                  <a:gd name="T111" fmla="*/ 311 h 315"/>
                  <a:gd name="T112" fmla="*/ 189 w 308"/>
                  <a:gd name="T113" fmla="*/ 315 h 315"/>
                  <a:gd name="T114" fmla="*/ 201 w 308"/>
                  <a:gd name="T115" fmla="*/ 306 h 315"/>
                  <a:gd name="T116" fmla="*/ 210 w 308"/>
                  <a:gd name="T117" fmla="*/ 270 h 315"/>
                  <a:gd name="T118" fmla="*/ 234 w 308"/>
                  <a:gd name="T119" fmla="*/ 255 h 315"/>
                  <a:gd name="T120" fmla="*/ 267 w 308"/>
                  <a:gd name="T121" fmla="*/ 270 h 315"/>
                  <a:gd name="T122" fmla="*/ 307 w 308"/>
                  <a:gd name="T123" fmla="*/ 208 h 315"/>
                  <a:gd name="T124" fmla="*/ 306 w 308"/>
                  <a:gd name="T125" fmla="*/ 194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08" h="315">
                    <a:moveTo>
                      <a:pt x="260" y="240"/>
                    </a:moveTo>
                    <a:lnTo>
                      <a:pt x="239" y="228"/>
                    </a:lnTo>
                    <a:lnTo>
                      <a:pt x="235" y="227"/>
                    </a:lnTo>
                    <a:lnTo>
                      <a:pt x="231" y="226"/>
                    </a:lnTo>
                    <a:lnTo>
                      <a:pt x="227" y="227"/>
                    </a:lnTo>
                    <a:lnTo>
                      <a:pt x="223" y="229"/>
                    </a:lnTo>
                    <a:lnTo>
                      <a:pt x="215" y="237"/>
                    </a:lnTo>
                    <a:lnTo>
                      <a:pt x="205" y="243"/>
                    </a:lnTo>
                    <a:lnTo>
                      <a:pt x="195" y="248"/>
                    </a:lnTo>
                    <a:lnTo>
                      <a:pt x="185" y="253"/>
                    </a:lnTo>
                    <a:lnTo>
                      <a:pt x="181" y="255"/>
                    </a:lnTo>
                    <a:lnTo>
                      <a:pt x="178" y="257"/>
                    </a:lnTo>
                    <a:lnTo>
                      <a:pt x="177" y="260"/>
                    </a:lnTo>
                    <a:lnTo>
                      <a:pt x="176" y="265"/>
                    </a:lnTo>
                    <a:lnTo>
                      <a:pt x="176" y="289"/>
                    </a:lnTo>
                    <a:lnTo>
                      <a:pt x="137" y="289"/>
                    </a:lnTo>
                    <a:lnTo>
                      <a:pt x="137" y="265"/>
                    </a:lnTo>
                    <a:lnTo>
                      <a:pt x="136" y="260"/>
                    </a:lnTo>
                    <a:lnTo>
                      <a:pt x="135" y="257"/>
                    </a:lnTo>
                    <a:lnTo>
                      <a:pt x="132" y="255"/>
                    </a:lnTo>
                    <a:lnTo>
                      <a:pt x="129" y="253"/>
                    </a:lnTo>
                    <a:lnTo>
                      <a:pt x="117" y="248"/>
                    </a:lnTo>
                    <a:lnTo>
                      <a:pt x="105" y="243"/>
                    </a:lnTo>
                    <a:lnTo>
                      <a:pt x="95" y="237"/>
                    </a:lnTo>
                    <a:lnTo>
                      <a:pt x="87" y="229"/>
                    </a:lnTo>
                    <a:lnTo>
                      <a:pt x="84" y="227"/>
                    </a:lnTo>
                    <a:lnTo>
                      <a:pt x="79" y="226"/>
                    </a:lnTo>
                    <a:lnTo>
                      <a:pt x="76" y="227"/>
                    </a:lnTo>
                    <a:lnTo>
                      <a:pt x="72" y="228"/>
                    </a:lnTo>
                    <a:lnTo>
                      <a:pt x="50" y="240"/>
                    </a:lnTo>
                    <a:lnTo>
                      <a:pt x="30" y="207"/>
                    </a:lnTo>
                    <a:lnTo>
                      <a:pt x="51" y="194"/>
                    </a:lnTo>
                    <a:lnTo>
                      <a:pt x="55" y="192"/>
                    </a:lnTo>
                    <a:lnTo>
                      <a:pt x="57" y="188"/>
                    </a:lnTo>
                    <a:lnTo>
                      <a:pt x="58" y="184"/>
                    </a:lnTo>
                    <a:lnTo>
                      <a:pt x="58" y="180"/>
                    </a:lnTo>
                    <a:lnTo>
                      <a:pt x="56" y="168"/>
                    </a:lnTo>
                    <a:lnTo>
                      <a:pt x="55" y="157"/>
                    </a:lnTo>
                    <a:lnTo>
                      <a:pt x="56" y="145"/>
                    </a:lnTo>
                    <a:lnTo>
                      <a:pt x="58" y="134"/>
                    </a:lnTo>
                    <a:lnTo>
                      <a:pt x="58" y="130"/>
                    </a:lnTo>
                    <a:lnTo>
                      <a:pt x="57" y="126"/>
                    </a:lnTo>
                    <a:lnTo>
                      <a:pt x="55" y="123"/>
                    </a:lnTo>
                    <a:lnTo>
                      <a:pt x="51" y="120"/>
                    </a:lnTo>
                    <a:lnTo>
                      <a:pt x="31" y="108"/>
                    </a:lnTo>
                    <a:lnTo>
                      <a:pt x="50" y="73"/>
                    </a:lnTo>
                    <a:lnTo>
                      <a:pt x="72" y="86"/>
                    </a:lnTo>
                    <a:lnTo>
                      <a:pt x="76" y="87"/>
                    </a:lnTo>
                    <a:lnTo>
                      <a:pt x="79" y="87"/>
                    </a:lnTo>
                    <a:lnTo>
                      <a:pt x="84" y="86"/>
                    </a:lnTo>
                    <a:lnTo>
                      <a:pt x="87" y="84"/>
                    </a:lnTo>
                    <a:lnTo>
                      <a:pt x="95" y="78"/>
                    </a:lnTo>
                    <a:lnTo>
                      <a:pt x="105" y="71"/>
                    </a:lnTo>
                    <a:lnTo>
                      <a:pt x="117" y="66"/>
                    </a:lnTo>
                    <a:lnTo>
                      <a:pt x="129" y="62"/>
                    </a:lnTo>
                    <a:lnTo>
                      <a:pt x="132" y="59"/>
                    </a:lnTo>
                    <a:lnTo>
                      <a:pt x="135" y="57"/>
                    </a:lnTo>
                    <a:lnTo>
                      <a:pt x="136" y="53"/>
                    </a:lnTo>
                    <a:lnTo>
                      <a:pt x="137" y="50"/>
                    </a:lnTo>
                    <a:lnTo>
                      <a:pt x="137" y="25"/>
                    </a:lnTo>
                    <a:lnTo>
                      <a:pt x="176" y="25"/>
                    </a:lnTo>
                    <a:lnTo>
                      <a:pt x="176" y="50"/>
                    </a:lnTo>
                    <a:lnTo>
                      <a:pt x="176" y="53"/>
                    </a:lnTo>
                    <a:lnTo>
                      <a:pt x="178" y="57"/>
                    </a:lnTo>
                    <a:lnTo>
                      <a:pt x="181" y="59"/>
                    </a:lnTo>
                    <a:lnTo>
                      <a:pt x="185" y="62"/>
                    </a:lnTo>
                    <a:lnTo>
                      <a:pt x="195" y="66"/>
                    </a:lnTo>
                    <a:lnTo>
                      <a:pt x="205" y="71"/>
                    </a:lnTo>
                    <a:lnTo>
                      <a:pt x="215" y="77"/>
                    </a:lnTo>
                    <a:lnTo>
                      <a:pt x="223" y="84"/>
                    </a:lnTo>
                    <a:lnTo>
                      <a:pt x="227" y="87"/>
                    </a:lnTo>
                    <a:lnTo>
                      <a:pt x="231" y="88"/>
                    </a:lnTo>
                    <a:lnTo>
                      <a:pt x="235" y="88"/>
                    </a:lnTo>
                    <a:lnTo>
                      <a:pt x="239" y="86"/>
                    </a:lnTo>
                    <a:lnTo>
                      <a:pt x="259" y="76"/>
                    </a:lnTo>
                    <a:lnTo>
                      <a:pt x="278" y="108"/>
                    </a:lnTo>
                    <a:lnTo>
                      <a:pt x="258" y="120"/>
                    </a:lnTo>
                    <a:lnTo>
                      <a:pt x="254" y="123"/>
                    </a:lnTo>
                    <a:lnTo>
                      <a:pt x="252" y="126"/>
                    </a:lnTo>
                    <a:lnTo>
                      <a:pt x="251" y="130"/>
                    </a:lnTo>
                    <a:lnTo>
                      <a:pt x="251" y="134"/>
                    </a:lnTo>
                    <a:lnTo>
                      <a:pt x="253" y="145"/>
                    </a:lnTo>
                    <a:lnTo>
                      <a:pt x="254" y="157"/>
                    </a:lnTo>
                    <a:lnTo>
                      <a:pt x="253" y="169"/>
                    </a:lnTo>
                    <a:lnTo>
                      <a:pt x="251" y="180"/>
                    </a:lnTo>
                    <a:lnTo>
                      <a:pt x="251" y="184"/>
                    </a:lnTo>
                    <a:lnTo>
                      <a:pt x="252" y="188"/>
                    </a:lnTo>
                    <a:lnTo>
                      <a:pt x="254" y="192"/>
                    </a:lnTo>
                    <a:lnTo>
                      <a:pt x="258" y="194"/>
                    </a:lnTo>
                    <a:lnTo>
                      <a:pt x="278" y="207"/>
                    </a:lnTo>
                    <a:lnTo>
                      <a:pt x="260" y="240"/>
                    </a:lnTo>
                    <a:close/>
                    <a:moveTo>
                      <a:pt x="302" y="192"/>
                    </a:moveTo>
                    <a:lnTo>
                      <a:pt x="278" y="178"/>
                    </a:lnTo>
                    <a:lnTo>
                      <a:pt x="279" y="167"/>
                    </a:lnTo>
                    <a:lnTo>
                      <a:pt x="279" y="157"/>
                    </a:lnTo>
                    <a:lnTo>
                      <a:pt x="279" y="148"/>
                    </a:lnTo>
                    <a:lnTo>
                      <a:pt x="278" y="138"/>
                    </a:lnTo>
                    <a:lnTo>
                      <a:pt x="302" y="124"/>
                    </a:lnTo>
                    <a:lnTo>
                      <a:pt x="304" y="123"/>
                    </a:lnTo>
                    <a:lnTo>
                      <a:pt x="306" y="121"/>
                    </a:lnTo>
                    <a:lnTo>
                      <a:pt x="307" y="119"/>
                    </a:lnTo>
                    <a:lnTo>
                      <a:pt x="308" y="116"/>
                    </a:lnTo>
                    <a:lnTo>
                      <a:pt x="308" y="111"/>
                    </a:lnTo>
                    <a:lnTo>
                      <a:pt x="306" y="106"/>
                    </a:lnTo>
                    <a:lnTo>
                      <a:pt x="275" y="51"/>
                    </a:lnTo>
                    <a:lnTo>
                      <a:pt x="273" y="49"/>
                    </a:lnTo>
                    <a:lnTo>
                      <a:pt x="271" y="47"/>
                    </a:lnTo>
                    <a:lnTo>
                      <a:pt x="269" y="46"/>
                    </a:lnTo>
                    <a:lnTo>
                      <a:pt x="266" y="44"/>
                    </a:lnTo>
                    <a:lnTo>
                      <a:pt x="262" y="44"/>
                    </a:lnTo>
                    <a:lnTo>
                      <a:pt x="256" y="46"/>
                    </a:lnTo>
                    <a:lnTo>
                      <a:pt x="234" y="59"/>
                    </a:lnTo>
                    <a:lnTo>
                      <a:pt x="226" y="54"/>
                    </a:lnTo>
                    <a:lnTo>
                      <a:pt x="218" y="49"/>
                    </a:lnTo>
                    <a:lnTo>
                      <a:pt x="210" y="44"/>
                    </a:lnTo>
                    <a:lnTo>
                      <a:pt x="202" y="41"/>
                    </a:lnTo>
                    <a:lnTo>
                      <a:pt x="202" y="13"/>
                    </a:lnTo>
                    <a:lnTo>
                      <a:pt x="201" y="8"/>
                    </a:lnTo>
                    <a:lnTo>
                      <a:pt x="197" y="4"/>
                    </a:lnTo>
                    <a:lnTo>
                      <a:pt x="193" y="2"/>
                    </a:lnTo>
                    <a:lnTo>
                      <a:pt x="189" y="0"/>
                    </a:lnTo>
                    <a:lnTo>
                      <a:pt x="124" y="0"/>
                    </a:lnTo>
                    <a:lnTo>
                      <a:pt x="119" y="2"/>
                    </a:lnTo>
                    <a:lnTo>
                      <a:pt x="116" y="4"/>
                    </a:lnTo>
                    <a:lnTo>
                      <a:pt x="113" y="8"/>
                    </a:lnTo>
                    <a:lnTo>
                      <a:pt x="112" y="13"/>
                    </a:lnTo>
                    <a:lnTo>
                      <a:pt x="112" y="41"/>
                    </a:lnTo>
                    <a:lnTo>
                      <a:pt x="102" y="44"/>
                    </a:lnTo>
                    <a:lnTo>
                      <a:pt x="93" y="50"/>
                    </a:lnTo>
                    <a:lnTo>
                      <a:pt x="85" y="54"/>
                    </a:lnTo>
                    <a:lnTo>
                      <a:pt x="77" y="59"/>
                    </a:lnTo>
                    <a:lnTo>
                      <a:pt x="52" y="46"/>
                    </a:lnTo>
                    <a:lnTo>
                      <a:pt x="47" y="44"/>
                    </a:lnTo>
                    <a:lnTo>
                      <a:pt x="43" y="44"/>
                    </a:lnTo>
                    <a:lnTo>
                      <a:pt x="37" y="47"/>
                    </a:lnTo>
                    <a:lnTo>
                      <a:pt x="34" y="51"/>
                    </a:lnTo>
                    <a:lnTo>
                      <a:pt x="2" y="106"/>
                    </a:lnTo>
                    <a:lnTo>
                      <a:pt x="1" y="111"/>
                    </a:lnTo>
                    <a:lnTo>
                      <a:pt x="1" y="116"/>
                    </a:lnTo>
                    <a:lnTo>
                      <a:pt x="2" y="119"/>
                    </a:lnTo>
                    <a:lnTo>
                      <a:pt x="3" y="121"/>
                    </a:lnTo>
                    <a:lnTo>
                      <a:pt x="5" y="123"/>
                    </a:lnTo>
                    <a:lnTo>
                      <a:pt x="7" y="124"/>
                    </a:lnTo>
                    <a:lnTo>
                      <a:pt x="31" y="138"/>
                    </a:lnTo>
                    <a:lnTo>
                      <a:pt x="30" y="148"/>
                    </a:lnTo>
                    <a:lnTo>
                      <a:pt x="29" y="157"/>
                    </a:lnTo>
                    <a:lnTo>
                      <a:pt x="30" y="167"/>
                    </a:lnTo>
                    <a:lnTo>
                      <a:pt x="31" y="178"/>
                    </a:lnTo>
                    <a:lnTo>
                      <a:pt x="6" y="192"/>
                    </a:lnTo>
                    <a:lnTo>
                      <a:pt x="4" y="193"/>
                    </a:lnTo>
                    <a:lnTo>
                      <a:pt x="3" y="194"/>
                    </a:lnTo>
                    <a:lnTo>
                      <a:pt x="2" y="196"/>
                    </a:lnTo>
                    <a:lnTo>
                      <a:pt x="1" y="199"/>
                    </a:lnTo>
                    <a:lnTo>
                      <a:pt x="0" y="203"/>
                    </a:lnTo>
                    <a:lnTo>
                      <a:pt x="2" y="208"/>
                    </a:lnTo>
                    <a:lnTo>
                      <a:pt x="34" y="263"/>
                    </a:lnTo>
                    <a:lnTo>
                      <a:pt x="37" y="268"/>
                    </a:lnTo>
                    <a:lnTo>
                      <a:pt x="42" y="270"/>
                    </a:lnTo>
                    <a:lnTo>
                      <a:pt x="46" y="270"/>
                    </a:lnTo>
                    <a:lnTo>
                      <a:pt x="51" y="269"/>
                    </a:lnTo>
                    <a:lnTo>
                      <a:pt x="77" y="254"/>
                    </a:lnTo>
                    <a:lnTo>
                      <a:pt x="85" y="259"/>
                    </a:lnTo>
                    <a:lnTo>
                      <a:pt x="93" y="266"/>
                    </a:lnTo>
                    <a:lnTo>
                      <a:pt x="102" y="270"/>
                    </a:lnTo>
                    <a:lnTo>
                      <a:pt x="112" y="274"/>
                    </a:lnTo>
                    <a:lnTo>
                      <a:pt x="112" y="302"/>
                    </a:lnTo>
                    <a:lnTo>
                      <a:pt x="113" y="306"/>
                    </a:lnTo>
                    <a:lnTo>
                      <a:pt x="116" y="311"/>
                    </a:lnTo>
                    <a:lnTo>
                      <a:pt x="119" y="314"/>
                    </a:lnTo>
                    <a:lnTo>
                      <a:pt x="124" y="315"/>
                    </a:lnTo>
                    <a:lnTo>
                      <a:pt x="189" y="315"/>
                    </a:lnTo>
                    <a:lnTo>
                      <a:pt x="193" y="314"/>
                    </a:lnTo>
                    <a:lnTo>
                      <a:pt x="197" y="311"/>
                    </a:lnTo>
                    <a:lnTo>
                      <a:pt x="201" y="306"/>
                    </a:lnTo>
                    <a:lnTo>
                      <a:pt x="202" y="302"/>
                    </a:lnTo>
                    <a:lnTo>
                      <a:pt x="202" y="274"/>
                    </a:lnTo>
                    <a:lnTo>
                      <a:pt x="210" y="270"/>
                    </a:lnTo>
                    <a:lnTo>
                      <a:pt x="218" y="266"/>
                    </a:lnTo>
                    <a:lnTo>
                      <a:pt x="226" y="260"/>
                    </a:lnTo>
                    <a:lnTo>
                      <a:pt x="234" y="255"/>
                    </a:lnTo>
                    <a:lnTo>
                      <a:pt x="258" y="268"/>
                    </a:lnTo>
                    <a:lnTo>
                      <a:pt x="262" y="270"/>
                    </a:lnTo>
                    <a:lnTo>
                      <a:pt x="267" y="270"/>
                    </a:lnTo>
                    <a:lnTo>
                      <a:pt x="271" y="268"/>
                    </a:lnTo>
                    <a:lnTo>
                      <a:pt x="275" y="263"/>
                    </a:lnTo>
                    <a:lnTo>
                      <a:pt x="307" y="208"/>
                    </a:lnTo>
                    <a:lnTo>
                      <a:pt x="308" y="202"/>
                    </a:lnTo>
                    <a:lnTo>
                      <a:pt x="308" y="198"/>
                    </a:lnTo>
                    <a:lnTo>
                      <a:pt x="306" y="194"/>
                    </a:lnTo>
                    <a:lnTo>
                      <a:pt x="302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2DB3B3F-79B6-45B8-91A6-91D1A89BD5FB}"/>
                </a:ext>
              </a:extLst>
            </p:cNvPr>
            <p:cNvGrpSpPr/>
            <p:nvPr/>
          </p:nvGrpSpPr>
          <p:grpSpPr>
            <a:xfrm flipH="1">
              <a:off x="6451982" y="3674476"/>
              <a:ext cx="493396" cy="493396"/>
              <a:chOff x="8736013" y="1925638"/>
              <a:chExt cx="287338" cy="287338"/>
            </a:xfrm>
            <a:solidFill>
              <a:schemeClr val="bg1"/>
            </a:solidFill>
          </p:grpSpPr>
          <p:sp>
            <p:nvSpPr>
              <p:cNvPr id="71" name="Freeform 97">
                <a:extLst>
                  <a:ext uri="{FF2B5EF4-FFF2-40B4-BE49-F238E27FC236}">
                    <a16:creationId xmlns:a16="http://schemas.microsoft.com/office/drawing/2014/main" id="{41D12437-2223-3398-B55E-6DDC01FA10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6013" y="1925638"/>
                <a:ext cx="287338" cy="287338"/>
              </a:xfrm>
              <a:custGeom>
                <a:avLst/>
                <a:gdLst>
                  <a:gd name="T0" fmla="*/ 481 w 902"/>
                  <a:gd name="T1" fmla="*/ 863 h 902"/>
                  <a:gd name="T2" fmla="*/ 872 w 902"/>
                  <a:gd name="T3" fmla="*/ 219 h 902"/>
                  <a:gd name="T4" fmla="*/ 30 w 902"/>
                  <a:gd name="T5" fmla="*/ 219 h 902"/>
                  <a:gd name="T6" fmla="*/ 451 w 902"/>
                  <a:gd name="T7" fmla="*/ 864 h 902"/>
                  <a:gd name="T8" fmla="*/ 30 w 902"/>
                  <a:gd name="T9" fmla="*/ 219 h 902"/>
                  <a:gd name="T10" fmla="*/ 54 w 902"/>
                  <a:gd name="T11" fmla="*/ 197 h 902"/>
                  <a:gd name="T12" fmla="*/ 648 w 902"/>
                  <a:gd name="T13" fmla="*/ 290 h 902"/>
                  <a:gd name="T14" fmla="*/ 466 w 902"/>
                  <a:gd name="T15" fmla="*/ 32 h 902"/>
                  <a:gd name="T16" fmla="*/ 683 w 902"/>
                  <a:gd name="T17" fmla="*/ 274 h 902"/>
                  <a:gd name="T18" fmla="*/ 466 w 902"/>
                  <a:gd name="T19" fmla="*/ 32 h 902"/>
                  <a:gd name="T20" fmla="*/ 902 w 902"/>
                  <a:gd name="T21" fmla="*/ 195 h 902"/>
                  <a:gd name="T22" fmla="*/ 901 w 902"/>
                  <a:gd name="T23" fmla="*/ 191 h 902"/>
                  <a:gd name="T24" fmla="*/ 901 w 902"/>
                  <a:gd name="T25" fmla="*/ 190 h 902"/>
                  <a:gd name="T26" fmla="*/ 898 w 902"/>
                  <a:gd name="T27" fmla="*/ 186 h 902"/>
                  <a:gd name="T28" fmla="*/ 898 w 902"/>
                  <a:gd name="T29" fmla="*/ 185 h 902"/>
                  <a:gd name="T30" fmla="*/ 896 w 902"/>
                  <a:gd name="T31" fmla="*/ 184 h 902"/>
                  <a:gd name="T32" fmla="*/ 893 w 902"/>
                  <a:gd name="T33" fmla="*/ 183 h 902"/>
                  <a:gd name="T34" fmla="*/ 892 w 902"/>
                  <a:gd name="T35" fmla="*/ 182 h 902"/>
                  <a:gd name="T36" fmla="*/ 469 w 902"/>
                  <a:gd name="T37" fmla="*/ 0 h 902"/>
                  <a:gd name="T38" fmla="*/ 463 w 902"/>
                  <a:gd name="T39" fmla="*/ 0 h 902"/>
                  <a:gd name="T40" fmla="*/ 10 w 902"/>
                  <a:gd name="T41" fmla="*/ 182 h 902"/>
                  <a:gd name="T42" fmla="*/ 9 w 902"/>
                  <a:gd name="T43" fmla="*/ 183 h 902"/>
                  <a:gd name="T44" fmla="*/ 6 w 902"/>
                  <a:gd name="T45" fmla="*/ 184 h 902"/>
                  <a:gd name="T46" fmla="*/ 4 w 902"/>
                  <a:gd name="T47" fmla="*/ 185 h 902"/>
                  <a:gd name="T48" fmla="*/ 4 w 902"/>
                  <a:gd name="T49" fmla="*/ 186 h 902"/>
                  <a:gd name="T50" fmla="*/ 1 w 902"/>
                  <a:gd name="T51" fmla="*/ 189 h 902"/>
                  <a:gd name="T52" fmla="*/ 1 w 902"/>
                  <a:gd name="T53" fmla="*/ 190 h 902"/>
                  <a:gd name="T54" fmla="*/ 0 w 902"/>
                  <a:gd name="T55" fmla="*/ 195 h 902"/>
                  <a:gd name="T56" fmla="*/ 0 w 902"/>
                  <a:gd name="T57" fmla="*/ 195 h 902"/>
                  <a:gd name="T58" fmla="*/ 0 w 902"/>
                  <a:gd name="T59" fmla="*/ 195 h 902"/>
                  <a:gd name="T60" fmla="*/ 0 w 902"/>
                  <a:gd name="T61" fmla="*/ 681 h 902"/>
                  <a:gd name="T62" fmla="*/ 5 w 902"/>
                  <a:gd name="T63" fmla="*/ 688 h 902"/>
                  <a:gd name="T64" fmla="*/ 460 w 902"/>
                  <a:gd name="T65" fmla="*/ 901 h 902"/>
                  <a:gd name="T66" fmla="*/ 461 w 902"/>
                  <a:gd name="T67" fmla="*/ 901 h 902"/>
                  <a:gd name="T68" fmla="*/ 466 w 902"/>
                  <a:gd name="T69" fmla="*/ 902 h 902"/>
                  <a:gd name="T70" fmla="*/ 472 w 902"/>
                  <a:gd name="T71" fmla="*/ 901 h 902"/>
                  <a:gd name="T72" fmla="*/ 472 w 902"/>
                  <a:gd name="T73" fmla="*/ 900 h 902"/>
                  <a:gd name="T74" fmla="*/ 897 w 902"/>
                  <a:gd name="T75" fmla="*/ 688 h 902"/>
                  <a:gd name="T76" fmla="*/ 901 w 902"/>
                  <a:gd name="T77" fmla="*/ 681 h 902"/>
                  <a:gd name="T78" fmla="*/ 902 w 902"/>
                  <a:gd name="T79" fmla="*/ 195 h 902"/>
                  <a:gd name="T80" fmla="*/ 902 w 902"/>
                  <a:gd name="T81" fmla="*/ 195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02" h="902">
                    <a:moveTo>
                      <a:pt x="872" y="668"/>
                    </a:moveTo>
                    <a:lnTo>
                      <a:pt x="481" y="863"/>
                    </a:lnTo>
                    <a:lnTo>
                      <a:pt x="481" y="401"/>
                    </a:lnTo>
                    <a:lnTo>
                      <a:pt x="872" y="219"/>
                    </a:lnTo>
                    <a:lnTo>
                      <a:pt x="872" y="668"/>
                    </a:lnTo>
                    <a:close/>
                    <a:moveTo>
                      <a:pt x="30" y="219"/>
                    </a:moveTo>
                    <a:lnTo>
                      <a:pt x="451" y="401"/>
                    </a:lnTo>
                    <a:lnTo>
                      <a:pt x="451" y="864"/>
                    </a:lnTo>
                    <a:lnTo>
                      <a:pt x="30" y="667"/>
                    </a:lnTo>
                    <a:lnTo>
                      <a:pt x="30" y="219"/>
                    </a:lnTo>
                    <a:close/>
                    <a:moveTo>
                      <a:pt x="466" y="374"/>
                    </a:moveTo>
                    <a:lnTo>
                      <a:pt x="54" y="197"/>
                    </a:lnTo>
                    <a:lnTo>
                      <a:pt x="266" y="112"/>
                    </a:lnTo>
                    <a:lnTo>
                      <a:pt x="648" y="290"/>
                    </a:lnTo>
                    <a:lnTo>
                      <a:pt x="466" y="374"/>
                    </a:lnTo>
                    <a:close/>
                    <a:moveTo>
                      <a:pt x="466" y="32"/>
                    </a:moveTo>
                    <a:lnTo>
                      <a:pt x="851" y="197"/>
                    </a:lnTo>
                    <a:lnTo>
                      <a:pt x="683" y="274"/>
                    </a:lnTo>
                    <a:lnTo>
                      <a:pt x="304" y="97"/>
                    </a:lnTo>
                    <a:lnTo>
                      <a:pt x="466" y="32"/>
                    </a:lnTo>
                    <a:close/>
                    <a:moveTo>
                      <a:pt x="902" y="195"/>
                    </a:moveTo>
                    <a:lnTo>
                      <a:pt x="902" y="195"/>
                    </a:lnTo>
                    <a:lnTo>
                      <a:pt x="902" y="193"/>
                    </a:lnTo>
                    <a:lnTo>
                      <a:pt x="901" y="191"/>
                    </a:lnTo>
                    <a:lnTo>
                      <a:pt x="901" y="190"/>
                    </a:lnTo>
                    <a:lnTo>
                      <a:pt x="901" y="190"/>
                    </a:lnTo>
                    <a:lnTo>
                      <a:pt x="900" y="188"/>
                    </a:lnTo>
                    <a:lnTo>
                      <a:pt x="898" y="186"/>
                    </a:lnTo>
                    <a:lnTo>
                      <a:pt x="898" y="186"/>
                    </a:lnTo>
                    <a:lnTo>
                      <a:pt x="898" y="185"/>
                    </a:lnTo>
                    <a:lnTo>
                      <a:pt x="897" y="184"/>
                    </a:lnTo>
                    <a:lnTo>
                      <a:pt x="896" y="184"/>
                    </a:lnTo>
                    <a:lnTo>
                      <a:pt x="895" y="183"/>
                    </a:lnTo>
                    <a:lnTo>
                      <a:pt x="893" y="183"/>
                    </a:lnTo>
                    <a:lnTo>
                      <a:pt x="893" y="183"/>
                    </a:lnTo>
                    <a:lnTo>
                      <a:pt x="892" y="182"/>
                    </a:lnTo>
                    <a:lnTo>
                      <a:pt x="471" y="2"/>
                    </a:lnTo>
                    <a:lnTo>
                      <a:pt x="469" y="0"/>
                    </a:lnTo>
                    <a:lnTo>
                      <a:pt x="466" y="0"/>
                    </a:lnTo>
                    <a:lnTo>
                      <a:pt x="463" y="0"/>
                    </a:lnTo>
                    <a:lnTo>
                      <a:pt x="461" y="2"/>
                    </a:lnTo>
                    <a:lnTo>
                      <a:pt x="10" y="182"/>
                    </a:lnTo>
                    <a:lnTo>
                      <a:pt x="9" y="182"/>
                    </a:lnTo>
                    <a:lnTo>
                      <a:pt x="9" y="183"/>
                    </a:lnTo>
                    <a:lnTo>
                      <a:pt x="8" y="183"/>
                    </a:lnTo>
                    <a:lnTo>
                      <a:pt x="6" y="184"/>
                    </a:lnTo>
                    <a:lnTo>
                      <a:pt x="5" y="184"/>
                    </a:lnTo>
                    <a:lnTo>
                      <a:pt x="4" y="185"/>
                    </a:lnTo>
                    <a:lnTo>
                      <a:pt x="4" y="185"/>
                    </a:lnTo>
                    <a:lnTo>
                      <a:pt x="4" y="186"/>
                    </a:lnTo>
                    <a:lnTo>
                      <a:pt x="2" y="187"/>
                    </a:lnTo>
                    <a:lnTo>
                      <a:pt x="1" y="189"/>
                    </a:lnTo>
                    <a:lnTo>
                      <a:pt x="1" y="190"/>
                    </a:lnTo>
                    <a:lnTo>
                      <a:pt x="1" y="190"/>
                    </a:lnTo>
                    <a:lnTo>
                      <a:pt x="0" y="192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195"/>
                    </a:lnTo>
                    <a:lnTo>
                      <a:pt x="0" y="676"/>
                    </a:lnTo>
                    <a:lnTo>
                      <a:pt x="0" y="681"/>
                    </a:lnTo>
                    <a:lnTo>
                      <a:pt x="2" y="685"/>
                    </a:lnTo>
                    <a:lnTo>
                      <a:pt x="5" y="688"/>
                    </a:lnTo>
                    <a:lnTo>
                      <a:pt x="9" y="690"/>
                    </a:lnTo>
                    <a:lnTo>
                      <a:pt x="460" y="901"/>
                    </a:lnTo>
                    <a:lnTo>
                      <a:pt x="460" y="901"/>
                    </a:lnTo>
                    <a:lnTo>
                      <a:pt x="461" y="901"/>
                    </a:lnTo>
                    <a:lnTo>
                      <a:pt x="463" y="902"/>
                    </a:lnTo>
                    <a:lnTo>
                      <a:pt x="466" y="902"/>
                    </a:lnTo>
                    <a:lnTo>
                      <a:pt x="469" y="902"/>
                    </a:lnTo>
                    <a:lnTo>
                      <a:pt x="472" y="901"/>
                    </a:lnTo>
                    <a:lnTo>
                      <a:pt x="472" y="901"/>
                    </a:lnTo>
                    <a:lnTo>
                      <a:pt x="472" y="900"/>
                    </a:lnTo>
                    <a:lnTo>
                      <a:pt x="893" y="690"/>
                    </a:lnTo>
                    <a:lnTo>
                      <a:pt x="897" y="688"/>
                    </a:lnTo>
                    <a:lnTo>
                      <a:pt x="900" y="685"/>
                    </a:lnTo>
                    <a:lnTo>
                      <a:pt x="901" y="681"/>
                    </a:lnTo>
                    <a:lnTo>
                      <a:pt x="902" y="676"/>
                    </a:lnTo>
                    <a:lnTo>
                      <a:pt x="902" y="195"/>
                    </a:lnTo>
                    <a:lnTo>
                      <a:pt x="902" y="195"/>
                    </a:lnTo>
                    <a:lnTo>
                      <a:pt x="902" y="1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98">
                <a:extLst>
                  <a:ext uri="{FF2B5EF4-FFF2-40B4-BE49-F238E27FC236}">
                    <a16:creationId xmlns:a16="http://schemas.microsoft.com/office/drawing/2014/main" id="{EDC76195-E4AB-91DC-D001-4420FF62E1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74113" y="2041525"/>
                <a:ext cx="77788" cy="100013"/>
              </a:xfrm>
              <a:custGeom>
                <a:avLst/>
                <a:gdLst>
                  <a:gd name="T0" fmla="*/ 211 w 241"/>
                  <a:gd name="T1" fmla="*/ 278 h 315"/>
                  <a:gd name="T2" fmla="*/ 30 w 241"/>
                  <a:gd name="T3" fmla="*/ 201 h 315"/>
                  <a:gd name="T4" fmla="*/ 30 w 241"/>
                  <a:gd name="T5" fmla="*/ 38 h 315"/>
                  <a:gd name="T6" fmla="*/ 211 w 241"/>
                  <a:gd name="T7" fmla="*/ 115 h 315"/>
                  <a:gd name="T8" fmla="*/ 211 w 241"/>
                  <a:gd name="T9" fmla="*/ 278 h 315"/>
                  <a:gd name="T10" fmla="*/ 231 w 241"/>
                  <a:gd name="T11" fmla="*/ 92 h 315"/>
                  <a:gd name="T12" fmla="*/ 21 w 241"/>
                  <a:gd name="T13" fmla="*/ 2 h 315"/>
                  <a:gd name="T14" fmla="*/ 17 w 241"/>
                  <a:gd name="T15" fmla="*/ 0 h 315"/>
                  <a:gd name="T16" fmla="*/ 14 w 241"/>
                  <a:gd name="T17" fmla="*/ 0 h 315"/>
                  <a:gd name="T18" fmla="*/ 11 w 241"/>
                  <a:gd name="T19" fmla="*/ 0 h 315"/>
                  <a:gd name="T20" fmla="*/ 6 w 241"/>
                  <a:gd name="T21" fmla="*/ 3 h 315"/>
                  <a:gd name="T22" fmla="*/ 4 w 241"/>
                  <a:gd name="T23" fmla="*/ 5 h 315"/>
                  <a:gd name="T24" fmla="*/ 2 w 241"/>
                  <a:gd name="T25" fmla="*/ 8 h 315"/>
                  <a:gd name="T26" fmla="*/ 1 w 241"/>
                  <a:gd name="T27" fmla="*/ 11 h 315"/>
                  <a:gd name="T28" fmla="*/ 0 w 241"/>
                  <a:gd name="T29" fmla="*/ 15 h 315"/>
                  <a:gd name="T30" fmla="*/ 0 w 241"/>
                  <a:gd name="T31" fmla="*/ 210 h 315"/>
                  <a:gd name="T32" fmla="*/ 1 w 241"/>
                  <a:gd name="T33" fmla="*/ 215 h 315"/>
                  <a:gd name="T34" fmla="*/ 2 w 241"/>
                  <a:gd name="T35" fmla="*/ 219 h 315"/>
                  <a:gd name="T36" fmla="*/ 5 w 241"/>
                  <a:gd name="T37" fmla="*/ 222 h 315"/>
                  <a:gd name="T38" fmla="*/ 10 w 241"/>
                  <a:gd name="T39" fmla="*/ 224 h 315"/>
                  <a:gd name="T40" fmla="*/ 220 w 241"/>
                  <a:gd name="T41" fmla="*/ 314 h 315"/>
                  <a:gd name="T42" fmla="*/ 223 w 241"/>
                  <a:gd name="T43" fmla="*/ 315 h 315"/>
                  <a:gd name="T44" fmla="*/ 226 w 241"/>
                  <a:gd name="T45" fmla="*/ 315 h 315"/>
                  <a:gd name="T46" fmla="*/ 230 w 241"/>
                  <a:gd name="T47" fmla="*/ 315 h 315"/>
                  <a:gd name="T48" fmla="*/ 234 w 241"/>
                  <a:gd name="T49" fmla="*/ 313 h 315"/>
                  <a:gd name="T50" fmla="*/ 237 w 241"/>
                  <a:gd name="T51" fmla="*/ 311 h 315"/>
                  <a:gd name="T52" fmla="*/ 239 w 241"/>
                  <a:gd name="T53" fmla="*/ 308 h 315"/>
                  <a:gd name="T54" fmla="*/ 240 w 241"/>
                  <a:gd name="T55" fmla="*/ 305 h 315"/>
                  <a:gd name="T56" fmla="*/ 241 w 241"/>
                  <a:gd name="T57" fmla="*/ 300 h 315"/>
                  <a:gd name="T58" fmla="*/ 241 w 241"/>
                  <a:gd name="T59" fmla="*/ 105 h 315"/>
                  <a:gd name="T60" fmla="*/ 240 w 241"/>
                  <a:gd name="T61" fmla="*/ 101 h 315"/>
                  <a:gd name="T62" fmla="*/ 238 w 241"/>
                  <a:gd name="T63" fmla="*/ 97 h 315"/>
                  <a:gd name="T64" fmla="*/ 236 w 241"/>
                  <a:gd name="T65" fmla="*/ 94 h 315"/>
                  <a:gd name="T66" fmla="*/ 231 w 241"/>
                  <a:gd name="T67" fmla="*/ 92 h 315"/>
                  <a:gd name="T68" fmla="*/ 231 w 241"/>
                  <a:gd name="T69" fmla="*/ 92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5">
                    <a:moveTo>
                      <a:pt x="211" y="278"/>
                    </a:moveTo>
                    <a:lnTo>
                      <a:pt x="30" y="201"/>
                    </a:lnTo>
                    <a:lnTo>
                      <a:pt x="30" y="38"/>
                    </a:lnTo>
                    <a:lnTo>
                      <a:pt x="211" y="115"/>
                    </a:lnTo>
                    <a:lnTo>
                      <a:pt x="211" y="278"/>
                    </a:lnTo>
                    <a:close/>
                    <a:moveTo>
                      <a:pt x="231" y="92"/>
                    </a:moveTo>
                    <a:lnTo>
                      <a:pt x="21" y="2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8"/>
                    </a:lnTo>
                    <a:lnTo>
                      <a:pt x="1" y="11"/>
                    </a:lnTo>
                    <a:lnTo>
                      <a:pt x="0" y="15"/>
                    </a:lnTo>
                    <a:lnTo>
                      <a:pt x="0" y="210"/>
                    </a:lnTo>
                    <a:lnTo>
                      <a:pt x="1" y="215"/>
                    </a:lnTo>
                    <a:lnTo>
                      <a:pt x="2" y="219"/>
                    </a:lnTo>
                    <a:lnTo>
                      <a:pt x="5" y="222"/>
                    </a:lnTo>
                    <a:lnTo>
                      <a:pt x="10" y="224"/>
                    </a:lnTo>
                    <a:lnTo>
                      <a:pt x="220" y="314"/>
                    </a:lnTo>
                    <a:lnTo>
                      <a:pt x="223" y="315"/>
                    </a:lnTo>
                    <a:lnTo>
                      <a:pt x="226" y="315"/>
                    </a:lnTo>
                    <a:lnTo>
                      <a:pt x="230" y="315"/>
                    </a:lnTo>
                    <a:lnTo>
                      <a:pt x="234" y="313"/>
                    </a:lnTo>
                    <a:lnTo>
                      <a:pt x="237" y="311"/>
                    </a:lnTo>
                    <a:lnTo>
                      <a:pt x="239" y="308"/>
                    </a:lnTo>
                    <a:lnTo>
                      <a:pt x="240" y="305"/>
                    </a:lnTo>
                    <a:lnTo>
                      <a:pt x="241" y="300"/>
                    </a:lnTo>
                    <a:lnTo>
                      <a:pt x="241" y="105"/>
                    </a:lnTo>
                    <a:lnTo>
                      <a:pt x="240" y="101"/>
                    </a:lnTo>
                    <a:lnTo>
                      <a:pt x="238" y="97"/>
                    </a:lnTo>
                    <a:lnTo>
                      <a:pt x="236" y="94"/>
                    </a:lnTo>
                    <a:lnTo>
                      <a:pt x="231" y="92"/>
                    </a:lnTo>
                    <a:lnTo>
                      <a:pt x="231" y="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40BFE56-F987-14D8-FFA6-A954B4D360F6}"/>
                </a:ext>
              </a:extLst>
            </p:cNvPr>
            <p:cNvGrpSpPr/>
            <p:nvPr/>
          </p:nvGrpSpPr>
          <p:grpSpPr>
            <a:xfrm flipH="1">
              <a:off x="9255003" y="3617230"/>
              <a:ext cx="493396" cy="427974"/>
              <a:chOff x="8736013" y="2536825"/>
              <a:chExt cx="287338" cy="249238"/>
            </a:xfrm>
            <a:solidFill>
              <a:schemeClr val="bg1"/>
            </a:solidFill>
          </p:grpSpPr>
          <p:sp>
            <p:nvSpPr>
              <p:cNvPr id="74" name="Freeform 219">
                <a:extLst>
                  <a:ext uri="{FF2B5EF4-FFF2-40B4-BE49-F238E27FC236}">
                    <a16:creationId xmlns:a16="http://schemas.microsoft.com/office/drawing/2014/main" id="{7C5941BC-B2BF-31A4-A9E6-C856464449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93163" y="2632075"/>
                <a:ext cx="230188" cy="153988"/>
              </a:xfrm>
              <a:custGeom>
                <a:avLst/>
                <a:gdLst>
                  <a:gd name="T0" fmla="*/ 621 w 722"/>
                  <a:gd name="T1" fmla="*/ 368 h 481"/>
                  <a:gd name="T2" fmla="*/ 588 w 722"/>
                  <a:gd name="T3" fmla="*/ 338 h 481"/>
                  <a:gd name="T4" fmla="*/ 557 w 722"/>
                  <a:gd name="T5" fmla="*/ 331 h 481"/>
                  <a:gd name="T6" fmla="*/ 525 w 722"/>
                  <a:gd name="T7" fmla="*/ 338 h 481"/>
                  <a:gd name="T8" fmla="*/ 493 w 722"/>
                  <a:gd name="T9" fmla="*/ 368 h 481"/>
                  <a:gd name="T10" fmla="*/ 451 w 722"/>
                  <a:gd name="T11" fmla="*/ 391 h 481"/>
                  <a:gd name="T12" fmla="*/ 557 w 722"/>
                  <a:gd name="T13" fmla="*/ 451 h 481"/>
                  <a:gd name="T14" fmla="*/ 520 w 722"/>
                  <a:gd name="T15" fmla="*/ 432 h 481"/>
                  <a:gd name="T16" fmla="*/ 515 w 722"/>
                  <a:gd name="T17" fmla="*/ 389 h 481"/>
                  <a:gd name="T18" fmla="*/ 547 w 722"/>
                  <a:gd name="T19" fmla="*/ 362 h 481"/>
                  <a:gd name="T20" fmla="*/ 588 w 722"/>
                  <a:gd name="T21" fmla="*/ 374 h 481"/>
                  <a:gd name="T22" fmla="*/ 601 w 722"/>
                  <a:gd name="T23" fmla="*/ 415 h 481"/>
                  <a:gd name="T24" fmla="*/ 574 w 722"/>
                  <a:gd name="T25" fmla="*/ 448 h 481"/>
                  <a:gd name="T26" fmla="*/ 451 w 722"/>
                  <a:gd name="T27" fmla="*/ 241 h 481"/>
                  <a:gd name="T28" fmla="*/ 163 w 722"/>
                  <a:gd name="T29" fmla="*/ 448 h 481"/>
                  <a:gd name="T30" fmla="*/ 136 w 722"/>
                  <a:gd name="T31" fmla="*/ 415 h 481"/>
                  <a:gd name="T32" fmla="*/ 149 w 722"/>
                  <a:gd name="T33" fmla="*/ 374 h 481"/>
                  <a:gd name="T34" fmla="*/ 190 w 722"/>
                  <a:gd name="T35" fmla="*/ 362 h 481"/>
                  <a:gd name="T36" fmla="*/ 222 w 722"/>
                  <a:gd name="T37" fmla="*/ 389 h 481"/>
                  <a:gd name="T38" fmla="*/ 219 w 722"/>
                  <a:gd name="T39" fmla="*/ 431 h 481"/>
                  <a:gd name="T40" fmla="*/ 181 w 722"/>
                  <a:gd name="T41" fmla="*/ 451 h 481"/>
                  <a:gd name="T42" fmla="*/ 565 w 722"/>
                  <a:gd name="T43" fmla="*/ 94 h 481"/>
                  <a:gd name="T44" fmla="*/ 451 w 722"/>
                  <a:gd name="T45" fmla="*/ 15 h 481"/>
                  <a:gd name="T46" fmla="*/ 445 w 722"/>
                  <a:gd name="T47" fmla="*/ 3 h 481"/>
                  <a:gd name="T48" fmla="*/ 253 w 722"/>
                  <a:gd name="T49" fmla="*/ 0 h 481"/>
                  <a:gd name="T50" fmla="*/ 242 w 722"/>
                  <a:gd name="T51" fmla="*/ 10 h 481"/>
                  <a:gd name="T52" fmla="*/ 243 w 722"/>
                  <a:gd name="T53" fmla="*/ 24 h 481"/>
                  <a:gd name="T54" fmla="*/ 256 w 722"/>
                  <a:gd name="T55" fmla="*/ 30 h 481"/>
                  <a:gd name="T56" fmla="*/ 251 w 722"/>
                  <a:gd name="T57" fmla="*/ 378 h 481"/>
                  <a:gd name="T58" fmla="*/ 224 w 722"/>
                  <a:gd name="T59" fmla="*/ 344 h 481"/>
                  <a:gd name="T60" fmla="*/ 194 w 722"/>
                  <a:gd name="T61" fmla="*/ 332 h 481"/>
                  <a:gd name="T62" fmla="*/ 161 w 722"/>
                  <a:gd name="T63" fmla="*/ 334 h 481"/>
                  <a:gd name="T64" fmla="*/ 133 w 722"/>
                  <a:gd name="T65" fmla="*/ 349 h 481"/>
                  <a:gd name="T66" fmla="*/ 108 w 722"/>
                  <a:gd name="T67" fmla="*/ 385 h 481"/>
                  <a:gd name="T68" fmla="*/ 29 w 722"/>
                  <a:gd name="T69" fmla="*/ 115 h 481"/>
                  <a:gd name="T70" fmla="*/ 18 w 722"/>
                  <a:gd name="T71" fmla="*/ 106 h 481"/>
                  <a:gd name="T72" fmla="*/ 4 w 722"/>
                  <a:gd name="T73" fmla="*/ 110 h 481"/>
                  <a:gd name="T74" fmla="*/ 0 w 722"/>
                  <a:gd name="T75" fmla="*/ 406 h 481"/>
                  <a:gd name="T76" fmla="*/ 6 w 722"/>
                  <a:gd name="T77" fmla="*/ 419 h 481"/>
                  <a:gd name="T78" fmla="*/ 108 w 722"/>
                  <a:gd name="T79" fmla="*/ 428 h 481"/>
                  <a:gd name="T80" fmla="*/ 133 w 722"/>
                  <a:gd name="T81" fmla="*/ 464 h 481"/>
                  <a:gd name="T82" fmla="*/ 161 w 722"/>
                  <a:gd name="T83" fmla="*/ 479 h 481"/>
                  <a:gd name="T84" fmla="*/ 194 w 722"/>
                  <a:gd name="T85" fmla="*/ 480 h 481"/>
                  <a:gd name="T86" fmla="*/ 224 w 722"/>
                  <a:gd name="T87" fmla="*/ 468 h 481"/>
                  <a:gd name="T88" fmla="*/ 251 w 722"/>
                  <a:gd name="T89" fmla="*/ 434 h 481"/>
                  <a:gd name="T90" fmla="*/ 484 w 722"/>
                  <a:gd name="T91" fmla="*/ 428 h 481"/>
                  <a:gd name="T92" fmla="*/ 509 w 722"/>
                  <a:gd name="T93" fmla="*/ 464 h 481"/>
                  <a:gd name="T94" fmla="*/ 537 w 722"/>
                  <a:gd name="T95" fmla="*/ 479 h 481"/>
                  <a:gd name="T96" fmla="*/ 570 w 722"/>
                  <a:gd name="T97" fmla="*/ 480 h 481"/>
                  <a:gd name="T98" fmla="*/ 599 w 722"/>
                  <a:gd name="T99" fmla="*/ 468 h 481"/>
                  <a:gd name="T100" fmla="*/ 627 w 722"/>
                  <a:gd name="T101" fmla="*/ 434 h 481"/>
                  <a:gd name="T102" fmla="*/ 712 w 722"/>
                  <a:gd name="T103" fmla="*/ 420 h 481"/>
                  <a:gd name="T104" fmla="*/ 722 w 722"/>
                  <a:gd name="T105" fmla="*/ 410 h 481"/>
                  <a:gd name="T106" fmla="*/ 721 w 722"/>
                  <a:gd name="T107" fmla="*/ 25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2" h="481">
                    <a:moveTo>
                      <a:pt x="630" y="391"/>
                    </a:moveTo>
                    <a:lnTo>
                      <a:pt x="629" y="385"/>
                    </a:lnTo>
                    <a:lnTo>
                      <a:pt x="627" y="378"/>
                    </a:lnTo>
                    <a:lnTo>
                      <a:pt x="623" y="373"/>
                    </a:lnTo>
                    <a:lnTo>
                      <a:pt x="621" y="368"/>
                    </a:lnTo>
                    <a:lnTo>
                      <a:pt x="614" y="357"/>
                    </a:lnTo>
                    <a:lnTo>
                      <a:pt x="604" y="349"/>
                    </a:lnTo>
                    <a:lnTo>
                      <a:pt x="599" y="344"/>
                    </a:lnTo>
                    <a:lnTo>
                      <a:pt x="593" y="341"/>
                    </a:lnTo>
                    <a:lnTo>
                      <a:pt x="588" y="338"/>
                    </a:lnTo>
                    <a:lnTo>
                      <a:pt x="583" y="336"/>
                    </a:lnTo>
                    <a:lnTo>
                      <a:pt x="576" y="334"/>
                    </a:lnTo>
                    <a:lnTo>
                      <a:pt x="570" y="332"/>
                    </a:lnTo>
                    <a:lnTo>
                      <a:pt x="563" y="331"/>
                    </a:lnTo>
                    <a:lnTo>
                      <a:pt x="557" y="331"/>
                    </a:lnTo>
                    <a:lnTo>
                      <a:pt x="550" y="331"/>
                    </a:lnTo>
                    <a:lnTo>
                      <a:pt x="543" y="332"/>
                    </a:lnTo>
                    <a:lnTo>
                      <a:pt x="537" y="334"/>
                    </a:lnTo>
                    <a:lnTo>
                      <a:pt x="530" y="336"/>
                    </a:lnTo>
                    <a:lnTo>
                      <a:pt x="525" y="338"/>
                    </a:lnTo>
                    <a:lnTo>
                      <a:pt x="520" y="341"/>
                    </a:lnTo>
                    <a:lnTo>
                      <a:pt x="514" y="344"/>
                    </a:lnTo>
                    <a:lnTo>
                      <a:pt x="509" y="349"/>
                    </a:lnTo>
                    <a:lnTo>
                      <a:pt x="499" y="357"/>
                    </a:lnTo>
                    <a:lnTo>
                      <a:pt x="493" y="368"/>
                    </a:lnTo>
                    <a:lnTo>
                      <a:pt x="490" y="373"/>
                    </a:lnTo>
                    <a:lnTo>
                      <a:pt x="486" y="378"/>
                    </a:lnTo>
                    <a:lnTo>
                      <a:pt x="484" y="385"/>
                    </a:lnTo>
                    <a:lnTo>
                      <a:pt x="483" y="391"/>
                    </a:lnTo>
                    <a:lnTo>
                      <a:pt x="451" y="391"/>
                    </a:lnTo>
                    <a:lnTo>
                      <a:pt x="451" y="271"/>
                    </a:lnTo>
                    <a:lnTo>
                      <a:pt x="692" y="271"/>
                    </a:lnTo>
                    <a:lnTo>
                      <a:pt x="692" y="391"/>
                    </a:lnTo>
                    <a:lnTo>
                      <a:pt x="630" y="391"/>
                    </a:lnTo>
                    <a:close/>
                    <a:moveTo>
                      <a:pt x="557" y="451"/>
                    </a:moveTo>
                    <a:lnTo>
                      <a:pt x="547" y="450"/>
                    </a:lnTo>
                    <a:lnTo>
                      <a:pt x="539" y="448"/>
                    </a:lnTo>
                    <a:lnTo>
                      <a:pt x="531" y="444"/>
                    </a:lnTo>
                    <a:lnTo>
                      <a:pt x="525" y="438"/>
                    </a:lnTo>
                    <a:lnTo>
                      <a:pt x="520" y="432"/>
                    </a:lnTo>
                    <a:lnTo>
                      <a:pt x="515" y="423"/>
                    </a:lnTo>
                    <a:lnTo>
                      <a:pt x="512" y="415"/>
                    </a:lnTo>
                    <a:lnTo>
                      <a:pt x="511" y="406"/>
                    </a:lnTo>
                    <a:lnTo>
                      <a:pt x="512" y="398"/>
                    </a:lnTo>
                    <a:lnTo>
                      <a:pt x="515" y="389"/>
                    </a:lnTo>
                    <a:lnTo>
                      <a:pt x="520" y="381"/>
                    </a:lnTo>
                    <a:lnTo>
                      <a:pt x="525" y="374"/>
                    </a:lnTo>
                    <a:lnTo>
                      <a:pt x="531" y="369"/>
                    </a:lnTo>
                    <a:lnTo>
                      <a:pt x="539" y="365"/>
                    </a:lnTo>
                    <a:lnTo>
                      <a:pt x="547" y="362"/>
                    </a:lnTo>
                    <a:lnTo>
                      <a:pt x="557" y="361"/>
                    </a:lnTo>
                    <a:lnTo>
                      <a:pt x="566" y="362"/>
                    </a:lnTo>
                    <a:lnTo>
                      <a:pt x="574" y="365"/>
                    </a:lnTo>
                    <a:lnTo>
                      <a:pt x="582" y="369"/>
                    </a:lnTo>
                    <a:lnTo>
                      <a:pt x="588" y="374"/>
                    </a:lnTo>
                    <a:lnTo>
                      <a:pt x="593" y="381"/>
                    </a:lnTo>
                    <a:lnTo>
                      <a:pt x="598" y="389"/>
                    </a:lnTo>
                    <a:lnTo>
                      <a:pt x="601" y="398"/>
                    </a:lnTo>
                    <a:lnTo>
                      <a:pt x="602" y="406"/>
                    </a:lnTo>
                    <a:lnTo>
                      <a:pt x="601" y="415"/>
                    </a:lnTo>
                    <a:lnTo>
                      <a:pt x="598" y="423"/>
                    </a:lnTo>
                    <a:lnTo>
                      <a:pt x="593" y="431"/>
                    </a:lnTo>
                    <a:lnTo>
                      <a:pt x="588" y="438"/>
                    </a:lnTo>
                    <a:lnTo>
                      <a:pt x="582" y="444"/>
                    </a:lnTo>
                    <a:lnTo>
                      <a:pt x="574" y="448"/>
                    </a:lnTo>
                    <a:lnTo>
                      <a:pt x="566" y="450"/>
                    </a:lnTo>
                    <a:lnTo>
                      <a:pt x="557" y="451"/>
                    </a:lnTo>
                    <a:close/>
                    <a:moveTo>
                      <a:pt x="551" y="120"/>
                    </a:moveTo>
                    <a:lnTo>
                      <a:pt x="671" y="241"/>
                    </a:lnTo>
                    <a:lnTo>
                      <a:pt x="451" y="241"/>
                    </a:lnTo>
                    <a:lnTo>
                      <a:pt x="451" y="120"/>
                    </a:lnTo>
                    <a:lnTo>
                      <a:pt x="551" y="120"/>
                    </a:lnTo>
                    <a:close/>
                    <a:moveTo>
                      <a:pt x="181" y="451"/>
                    </a:moveTo>
                    <a:lnTo>
                      <a:pt x="171" y="450"/>
                    </a:lnTo>
                    <a:lnTo>
                      <a:pt x="163" y="448"/>
                    </a:lnTo>
                    <a:lnTo>
                      <a:pt x="155" y="444"/>
                    </a:lnTo>
                    <a:lnTo>
                      <a:pt x="149" y="438"/>
                    </a:lnTo>
                    <a:lnTo>
                      <a:pt x="144" y="432"/>
                    </a:lnTo>
                    <a:lnTo>
                      <a:pt x="139" y="423"/>
                    </a:lnTo>
                    <a:lnTo>
                      <a:pt x="136" y="415"/>
                    </a:lnTo>
                    <a:lnTo>
                      <a:pt x="136" y="406"/>
                    </a:lnTo>
                    <a:lnTo>
                      <a:pt x="136" y="398"/>
                    </a:lnTo>
                    <a:lnTo>
                      <a:pt x="139" y="389"/>
                    </a:lnTo>
                    <a:lnTo>
                      <a:pt x="144" y="381"/>
                    </a:lnTo>
                    <a:lnTo>
                      <a:pt x="149" y="374"/>
                    </a:lnTo>
                    <a:lnTo>
                      <a:pt x="155" y="369"/>
                    </a:lnTo>
                    <a:lnTo>
                      <a:pt x="163" y="365"/>
                    </a:lnTo>
                    <a:lnTo>
                      <a:pt x="171" y="362"/>
                    </a:lnTo>
                    <a:lnTo>
                      <a:pt x="181" y="361"/>
                    </a:lnTo>
                    <a:lnTo>
                      <a:pt x="190" y="362"/>
                    </a:lnTo>
                    <a:lnTo>
                      <a:pt x="198" y="365"/>
                    </a:lnTo>
                    <a:lnTo>
                      <a:pt x="206" y="369"/>
                    </a:lnTo>
                    <a:lnTo>
                      <a:pt x="212" y="374"/>
                    </a:lnTo>
                    <a:lnTo>
                      <a:pt x="219" y="381"/>
                    </a:lnTo>
                    <a:lnTo>
                      <a:pt x="222" y="389"/>
                    </a:lnTo>
                    <a:lnTo>
                      <a:pt x="225" y="398"/>
                    </a:lnTo>
                    <a:lnTo>
                      <a:pt x="226" y="406"/>
                    </a:lnTo>
                    <a:lnTo>
                      <a:pt x="225" y="415"/>
                    </a:lnTo>
                    <a:lnTo>
                      <a:pt x="222" y="423"/>
                    </a:lnTo>
                    <a:lnTo>
                      <a:pt x="219" y="431"/>
                    </a:lnTo>
                    <a:lnTo>
                      <a:pt x="212" y="438"/>
                    </a:lnTo>
                    <a:lnTo>
                      <a:pt x="206" y="444"/>
                    </a:lnTo>
                    <a:lnTo>
                      <a:pt x="198" y="448"/>
                    </a:lnTo>
                    <a:lnTo>
                      <a:pt x="190" y="450"/>
                    </a:lnTo>
                    <a:lnTo>
                      <a:pt x="181" y="451"/>
                    </a:lnTo>
                    <a:close/>
                    <a:moveTo>
                      <a:pt x="721" y="250"/>
                    </a:moveTo>
                    <a:lnTo>
                      <a:pt x="720" y="248"/>
                    </a:lnTo>
                    <a:lnTo>
                      <a:pt x="718" y="246"/>
                    </a:lnTo>
                    <a:lnTo>
                      <a:pt x="568" y="95"/>
                    </a:lnTo>
                    <a:lnTo>
                      <a:pt x="565" y="94"/>
                    </a:lnTo>
                    <a:lnTo>
                      <a:pt x="562" y="91"/>
                    </a:lnTo>
                    <a:lnTo>
                      <a:pt x="559" y="91"/>
                    </a:lnTo>
                    <a:lnTo>
                      <a:pt x="557" y="90"/>
                    </a:lnTo>
                    <a:lnTo>
                      <a:pt x="451" y="90"/>
                    </a:lnTo>
                    <a:lnTo>
                      <a:pt x="451" y="15"/>
                    </a:lnTo>
                    <a:lnTo>
                      <a:pt x="451" y="12"/>
                    </a:lnTo>
                    <a:lnTo>
                      <a:pt x="450" y="10"/>
                    </a:lnTo>
                    <a:lnTo>
                      <a:pt x="449" y="7"/>
                    </a:lnTo>
                    <a:lnTo>
                      <a:pt x="447" y="5"/>
                    </a:lnTo>
                    <a:lnTo>
                      <a:pt x="445" y="3"/>
                    </a:lnTo>
                    <a:lnTo>
                      <a:pt x="442" y="1"/>
                    </a:lnTo>
                    <a:lnTo>
                      <a:pt x="439" y="0"/>
                    </a:lnTo>
                    <a:lnTo>
                      <a:pt x="436" y="0"/>
                    </a:lnTo>
                    <a:lnTo>
                      <a:pt x="256" y="0"/>
                    </a:lnTo>
                    <a:lnTo>
                      <a:pt x="253" y="0"/>
                    </a:lnTo>
                    <a:lnTo>
                      <a:pt x="250" y="1"/>
                    </a:lnTo>
                    <a:lnTo>
                      <a:pt x="247" y="3"/>
                    </a:lnTo>
                    <a:lnTo>
                      <a:pt x="245" y="5"/>
                    </a:lnTo>
                    <a:lnTo>
                      <a:pt x="243" y="7"/>
                    </a:lnTo>
                    <a:lnTo>
                      <a:pt x="242" y="10"/>
                    </a:lnTo>
                    <a:lnTo>
                      <a:pt x="241" y="12"/>
                    </a:lnTo>
                    <a:lnTo>
                      <a:pt x="241" y="15"/>
                    </a:lnTo>
                    <a:lnTo>
                      <a:pt x="241" y="19"/>
                    </a:lnTo>
                    <a:lnTo>
                      <a:pt x="242" y="22"/>
                    </a:lnTo>
                    <a:lnTo>
                      <a:pt x="243" y="24"/>
                    </a:lnTo>
                    <a:lnTo>
                      <a:pt x="245" y="26"/>
                    </a:lnTo>
                    <a:lnTo>
                      <a:pt x="247" y="28"/>
                    </a:lnTo>
                    <a:lnTo>
                      <a:pt x="250" y="29"/>
                    </a:lnTo>
                    <a:lnTo>
                      <a:pt x="253" y="30"/>
                    </a:lnTo>
                    <a:lnTo>
                      <a:pt x="256" y="30"/>
                    </a:lnTo>
                    <a:lnTo>
                      <a:pt x="421" y="30"/>
                    </a:lnTo>
                    <a:lnTo>
                      <a:pt x="421" y="391"/>
                    </a:lnTo>
                    <a:lnTo>
                      <a:pt x="254" y="391"/>
                    </a:lnTo>
                    <a:lnTo>
                      <a:pt x="253" y="385"/>
                    </a:lnTo>
                    <a:lnTo>
                      <a:pt x="251" y="378"/>
                    </a:lnTo>
                    <a:lnTo>
                      <a:pt x="249" y="373"/>
                    </a:lnTo>
                    <a:lnTo>
                      <a:pt x="245" y="368"/>
                    </a:lnTo>
                    <a:lnTo>
                      <a:pt x="238" y="357"/>
                    </a:lnTo>
                    <a:lnTo>
                      <a:pt x="228" y="349"/>
                    </a:lnTo>
                    <a:lnTo>
                      <a:pt x="224" y="344"/>
                    </a:lnTo>
                    <a:lnTo>
                      <a:pt x="219" y="341"/>
                    </a:lnTo>
                    <a:lnTo>
                      <a:pt x="212" y="338"/>
                    </a:lnTo>
                    <a:lnTo>
                      <a:pt x="207" y="336"/>
                    </a:lnTo>
                    <a:lnTo>
                      <a:pt x="200" y="334"/>
                    </a:lnTo>
                    <a:lnTo>
                      <a:pt x="194" y="332"/>
                    </a:lnTo>
                    <a:lnTo>
                      <a:pt x="187" y="331"/>
                    </a:lnTo>
                    <a:lnTo>
                      <a:pt x="181" y="331"/>
                    </a:lnTo>
                    <a:lnTo>
                      <a:pt x="174" y="331"/>
                    </a:lnTo>
                    <a:lnTo>
                      <a:pt x="167" y="332"/>
                    </a:lnTo>
                    <a:lnTo>
                      <a:pt x="161" y="334"/>
                    </a:lnTo>
                    <a:lnTo>
                      <a:pt x="155" y="336"/>
                    </a:lnTo>
                    <a:lnTo>
                      <a:pt x="149" y="338"/>
                    </a:lnTo>
                    <a:lnTo>
                      <a:pt x="144" y="341"/>
                    </a:lnTo>
                    <a:lnTo>
                      <a:pt x="138" y="344"/>
                    </a:lnTo>
                    <a:lnTo>
                      <a:pt x="133" y="349"/>
                    </a:lnTo>
                    <a:lnTo>
                      <a:pt x="124" y="357"/>
                    </a:lnTo>
                    <a:lnTo>
                      <a:pt x="117" y="368"/>
                    </a:lnTo>
                    <a:lnTo>
                      <a:pt x="114" y="373"/>
                    </a:lnTo>
                    <a:lnTo>
                      <a:pt x="110" y="378"/>
                    </a:lnTo>
                    <a:lnTo>
                      <a:pt x="108" y="385"/>
                    </a:lnTo>
                    <a:lnTo>
                      <a:pt x="107" y="391"/>
                    </a:lnTo>
                    <a:lnTo>
                      <a:pt x="30" y="391"/>
                    </a:lnTo>
                    <a:lnTo>
                      <a:pt x="30" y="120"/>
                    </a:lnTo>
                    <a:lnTo>
                      <a:pt x="30" y="117"/>
                    </a:lnTo>
                    <a:lnTo>
                      <a:pt x="29" y="115"/>
                    </a:lnTo>
                    <a:lnTo>
                      <a:pt x="28" y="112"/>
                    </a:lnTo>
                    <a:lnTo>
                      <a:pt x="26" y="110"/>
                    </a:lnTo>
                    <a:lnTo>
                      <a:pt x="24" y="109"/>
                    </a:lnTo>
                    <a:lnTo>
                      <a:pt x="21" y="106"/>
                    </a:lnTo>
                    <a:lnTo>
                      <a:pt x="18" y="106"/>
                    </a:lnTo>
                    <a:lnTo>
                      <a:pt x="15" y="105"/>
                    </a:lnTo>
                    <a:lnTo>
                      <a:pt x="12" y="106"/>
                    </a:lnTo>
                    <a:lnTo>
                      <a:pt x="10" y="106"/>
                    </a:lnTo>
                    <a:lnTo>
                      <a:pt x="6" y="109"/>
                    </a:lnTo>
                    <a:lnTo>
                      <a:pt x="4" y="110"/>
                    </a:lnTo>
                    <a:lnTo>
                      <a:pt x="3" y="112"/>
                    </a:lnTo>
                    <a:lnTo>
                      <a:pt x="1" y="115"/>
                    </a:lnTo>
                    <a:lnTo>
                      <a:pt x="1" y="117"/>
                    </a:lnTo>
                    <a:lnTo>
                      <a:pt x="0" y="120"/>
                    </a:lnTo>
                    <a:lnTo>
                      <a:pt x="0" y="406"/>
                    </a:lnTo>
                    <a:lnTo>
                      <a:pt x="1" y="410"/>
                    </a:lnTo>
                    <a:lnTo>
                      <a:pt x="1" y="412"/>
                    </a:lnTo>
                    <a:lnTo>
                      <a:pt x="3" y="415"/>
                    </a:lnTo>
                    <a:lnTo>
                      <a:pt x="4" y="417"/>
                    </a:lnTo>
                    <a:lnTo>
                      <a:pt x="6" y="419"/>
                    </a:lnTo>
                    <a:lnTo>
                      <a:pt x="10" y="420"/>
                    </a:lnTo>
                    <a:lnTo>
                      <a:pt x="12" y="421"/>
                    </a:lnTo>
                    <a:lnTo>
                      <a:pt x="15" y="421"/>
                    </a:lnTo>
                    <a:lnTo>
                      <a:pt x="107" y="421"/>
                    </a:lnTo>
                    <a:lnTo>
                      <a:pt x="108" y="428"/>
                    </a:lnTo>
                    <a:lnTo>
                      <a:pt x="110" y="434"/>
                    </a:lnTo>
                    <a:lnTo>
                      <a:pt x="114" y="440"/>
                    </a:lnTo>
                    <a:lnTo>
                      <a:pt x="117" y="445"/>
                    </a:lnTo>
                    <a:lnTo>
                      <a:pt x="124" y="456"/>
                    </a:lnTo>
                    <a:lnTo>
                      <a:pt x="133" y="464"/>
                    </a:lnTo>
                    <a:lnTo>
                      <a:pt x="138" y="468"/>
                    </a:lnTo>
                    <a:lnTo>
                      <a:pt x="144" y="472"/>
                    </a:lnTo>
                    <a:lnTo>
                      <a:pt x="149" y="475"/>
                    </a:lnTo>
                    <a:lnTo>
                      <a:pt x="155" y="477"/>
                    </a:lnTo>
                    <a:lnTo>
                      <a:pt x="161" y="479"/>
                    </a:lnTo>
                    <a:lnTo>
                      <a:pt x="167" y="480"/>
                    </a:lnTo>
                    <a:lnTo>
                      <a:pt x="174" y="481"/>
                    </a:lnTo>
                    <a:lnTo>
                      <a:pt x="181" y="481"/>
                    </a:lnTo>
                    <a:lnTo>
                      <a:pt x="187" y="481"/>
                    </a:lnTo>
                    <a:lnTo>
                      <a:pt x="194" y="480"/>
                    </a:lnTo>
                    <a:lnTo>
                      <a:pt x="200" y="479"/>
                    </a:lnTo>
                    <a:lnTo>
                      <a:pt x="207" y="477"/>
                    </a:lnTo>
                    <a:lnTo>
                      <a:pt x="212" y="475"/>
                    </a:lnTo>
                    <a:lnTo>
                      <a:pt x="219" y="472"/>
                    </a:lnTo>
                    <a:lnTo>
                      <a:pt x="224" y="468"/>
                    </a:lnTo>
                    <a:lnTo>
                      <a:pt x="228" y="464"/>
                    </a:lnTo>
                    <a:lnTo>
                      <a:pt x="238" y="456"/>
                    </a:lnTo>
                    <a:lnTo>
                      <a:pt x="245" y="445"/>
                    </a:lnTo>
                    <a:lnTo>
                      <a:pt x="249" y="440"/>
                    </a:lnTo>
                    <a:lnTo>
                      <a:pt x="251" y="434"/>
                    </a:lnTo>
                    <a:lnTo>
                      <a:pt x="253" y="428"/>
                    </a:lnTo>
                    <a:lnTo>
                      <a:pt x="254" y="421"/>
                    </a:lnTo>
                    <a:lnTo>
                      <a:pt x="436" y="421"/>
                    </a:lnTo>
                    <a:lnTo>
                      <a:pt x="483" y="421"/>
                    </a:lnTo>
                    <a:lnTo>
                      <a:pt x="484" y="428"/>
                    </a:lnTo>
                    <a:lnTo>
                      <a:pt x="486" y="434"/>
                    </a:lnTo>
                    <a:lnTo>
                      <a:pt x="490" y="440"/>
                    </a:lnTo>
                    <a:lnTo>
                      <a:pt x="493" y="445"/>
                    </a:lnTo>
                    <a:lnTo>
                      <a:pt x="499" y="456"/>
                    </a:lnTo>
                    <a:lnTo>
                      <a:pt x="509" y="464"/>
                    </a:lnTo>
                    <a:lnTo>
                      <a:pt x="514" y="468"/>
                    </a:lnTo>
                    <a:lnTo>
                      <a:pt x="520" y="472"/>
                    </a:lnTo>
                    <a:lnTo>
                      <a:pt x="525" y="475"/>
                    </a:lnTo>
                    <a:lnTo>
                      <a:pt x="530" y="477"/>
                    </a:lnTo>
                    <a:lnTo>
                      <a:pt x="537" y="479"/>
                    </a:lnTo>
                    <a:lnTo>
                      <a:pt x="543" y="480"/>
                    </a:lnTo>
                    <a:lnTo>
                      <a:pt x="550" y="481"/>
                    </a:lnTo>
                    <a:lnTo>
                      <a:pt x="557" y="481"/>
                    </a:lnTo>
                    <a:lnTo>
                      <a:pt x="563" y="481"/>
                    </a:lnTo>
                    <a:lnTo>
                      <a:pt x="570" y="480"/>
                    </a:lnTo>
                    <a:lnTo>
                      <a:pt x="576" y="479"/>
                    </a:lnTo>
                    <a:lnTo>
                      <a:pt x="583" y="477"/>
                    </a:lnTo>
                    <a:lnTo>
                      <a:pt x="588" y="475"/>
                    </a:lnTo>
                    <a:lnTo>
                      <a:pt x="593" y="472"/>
                    </a:lnTo>
                    <a:lnTo>
                      <a:pt x="599" y="468"/>
                    </a:lnTo>
                    <a:lnTo>
                      <a:pt x="604" y="464"/>
                    </a:lnTo>
                    <a:lnTo>
                      <a:pt x="614" y="456"/>
                    </a:lnTo>
                    <a:lnTo>
                      <a:pt x="621" y="445"/>
                    </a:lnTo>
                    <a:lnTo>
                      <a:pt x="623" y="440"/>
                    </a:lnTo>
                    <a:lnTo>
                      <a:pt x="627" y="434"/>
                    </a:lnTo>
                    <a:lnTo>
                      <a:pt x="629" y="428"/>
                    </a:lnTo>
                    <a:lnTo>
                      <a:pt x="630" y="421"/>
                    </a:lnTo>
                    <a:lnTo>
                      <a:pt x="707" y="421"/>
                    </a:lnTo>
                    <a:lnTo>
                      <a:pt x="710" y="421"/>
                    </a:lnTo>
                    <a:lnTo>
                      <a:pt x="712" y="420"/>
                    </a:lnTo>
                    <a:lnTo>
                      <a:pt x="716" y="419"/>
                    </a:lnTo>
                    <a:lnTo>
                      <a:pt x="718" y="417"/>
                    </a:lnTo>
                    <a:lnTo>
                      <a:pt x="720" y="415"/>
                    </a:lnTo>
                    <a:lnTo>
                      <a:pt x="721" y="412"/>
                    </a:lnTo>
                    <a:lnTo>
                      <a:pt x="722" y="410"/>
                    </a:lnTo>
                    <a:lnTo>
                      <a:pt x="722" y="406"/>
                    </a:lnTo>
                    <a:lnTo>
                      <a:pt x="722" y="256"/>
                    </a:lnTo>
                    <a:lnTo>
                      <a:pt x="722" y="253"/>
                    </a:lnTo>
                    <a:lnTo>
                      <a:pt x="721" y="250"/>
                    </a:lnTo>
                    <a:lnTo>
                      <a:pt x="721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220">
                <a:extLst>
                  <a:ext uri="{FF2B5EF4-FFF2-40B4-BE49-F238E27FC236}">
                    <a16:creationId xmlns:a16="http://schemas.microsoft.com/office/drawing/2014/main" id="{937A5D43-1586-8D5E-2D0D-9B1EC79CD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3163" y="2565400"/>
                <a:ext cx="28575" cy="38100"/>
              </a:xfrm>
              <a:custGeom>
                <a:avLst/>
                <a:gdLst>
                  <a:gd name="T0" fmla="*/ 15 w 90"/>
                  <a:gd name="T1" fmla="*/ 120 h 120"/>
                  <a:gd name="T2" fmla="*/ 75 w 90"/>
                  <a:gd name="T3" fmla="*/ 120 h 120"/>
                  <a:gd name="T4" fmla="*/ 78 w 90"/>
                  <a:gd name="T5" fmla="*/ 120 h 120"/>
                  <a:gd name="T6" fmla="*/ 81 w 90"/>
                  <a:gd name="T7" fmla="*/ 119 h 120"/>
                  <a:gd name="T8" fmla="*/ 84 w 90"/>
                  <a:gd name="T9" fmla="*/ 117 h 120"/>
                  <a:gd name="T10" fmla="*/ 86 w 90"/>
                  <a:gd name="T11" fmla="*/ 116 h 120"/>
                  <a:gd name="T12" fmla="*/ 88 w 90"/>
                  <a:gd name="T13" fmla="*/ 114 h 120"/>
                  <a:gd name="T14" fmla="*/ 89 w 90"/>
                  <a:gd name="T15" fmla="*/ 111 h 120"/>
                  <a:gd name="T16" fmla="*/ 90 w 90"/>
                  <a:gd name="T17" fmla="*/ 109 h 120"/>
                  <a:gd name="T18" fmla="*/ 90 w 90"/>
                  <a:gd name="T19" fmla="*/ 105 h 120"/>
                  <a:gd name="T20" fmla="*/ 90 w 90"/>
                  <a:gd name="T21" fmla="*/ 102 h 120"/>
                  <a:gd name="T22" fmla="*/ 89 w 90"/>
                  <a:gd name="T23" fmla="*/ 99 h 120"/>
                  <a:gd name="T24" fmla="*/ 88 w 90"/>
                  <a:gd name="T25" fmla="*/ 97 h 120"/>
                  <a:gd name="T26" fmla="*/ 86 w 90"/>
                  <a:gd name="T27" fmla="*/ 95 h 120"/>
                  <a:gd name="T28" fmla="*/ 84 w 90"/>
                  <a:gd name="T29" fmla="*/ 93 h 120"/>
                  <a:gd name="T30" fmla="*/ 81 w 90"/>
                  <a:gd name="T31" fmla="*/ 91 h 120"/>
                  <a:gd name="T32" fmla="*/ 78 w 90"/>
                  <a:gd name="T33" fmla="*/ 90 h 120"/>
                  <a:gd name="T34" fmla="*/ 75 w 90"/>
                  <a:gd name="T35" fmla="*/ 90 h 120"/>
                  <a:gd name="T36" fmla="*/ 30 w 90"/>
                  <a:gd name="T37" fmla="*/ 90 h 120"/>
                  <a:gd name="T38" fmla="*/ 30 w 90"/>
                  <a:gd name="T39" fmla="*/ 15 h 120"/>
                  <a:gd name="T40" fmla="*/ 30 w 90"/>
                  <a:gd name="T41" fmla="*/ 12 h 120"/>
                  <a:gd name="T42" fmla="*/ 29 w 90"/>
                  <a:gd name="T43" fmla="*/ 9 h 120"/>
                  <a:gd name="T44" fmla="*/ 28 w 90"/>
                  <a:gd name="T45" fmla="*/ 7 h 120"/>
                  <a:gd name="T46" fmla="*/ 26 w 90"/>
                  <a:gd name="T47" fmla="*/ 5 h 120"/>
                  <a:gd name="T48" fmla="*/ 24 w 90"/>
                  <a:gd name="T49" fmla="*/ 3 h 120"/>
                  <a:gd name="T50" fmla="*/ 21 w 90"/>
                  <a:gd name="T51" fmla="*/ 1 h 120"/>
                  <a:gd name="T52" fmla="*/ 18 w 90"/>
                  <a:gd name="T53" fmla="*/ 0 h 120"/>
                  <a:gd name="T54" fmla="*/ 15 w 90"/>
                  <a:gd name="T55" fmla="*/ 0 h 120"/>
                  <a:gd name="T56" fmla="*/ 12 w 90"/>
                  <a:gd name="T57" fmla="*/ 0 h 120"/>
                  <a:gd name="T58" fmla="*/ 10 w 90"/>
                  <a:gd name="T59" fmla="*/ 1 h 120"/>
                  <a:gd name="T60" fmla="*/ 6 w 90"/>
                  <a:gd name="T61" fmla="*/ 3 h 120"/>
                  <a:gd name="T62" fmla="*/ 4 w 90"/>
                  <a:gd name="T63" fmla="*/ 5 h 120"/>
                  <a:gd name="T64" fmla="*/ 3 w 90"/>
                  <a:gd name="T65" fmla="*/ 7 h 120"/>
                  <a:gd name="T66" fmla="*/ 1 w 90"/>
                  <a:gd name="T67" fmla="*/ 9 h 120"/>
                  <a:gd name="T68" fmla="*/ 1 w 90"/>
                  <a:gd name="T69" fmla="*/ 12 h 120"/>
                  <a:gd name="T70" fmla="*/ 0 w 90"/>
                  <a:gd name="T71" fmla="*/ 15 h 120"/>
                  <a:gd name="T72" fmla="*/ 0 w 90"/>
                  <a:gd name="T73" fmla="*/ 105 h 120"/>
                  <a:gd name="T74" fmla="*/ 1 w 90"/>
                  <a:gd name="T75" fmla="*/ 109 h 120"/>
                  <a:gd name="T76" fmla="*/ 1 w 90"/>
                  <a:gd name="T77" fmla="*/ 111 h 120"/>
                  <a:gd name="T78" fmla="*/ 3 w 90"/>
                  <a:gd name="T79" fmla="*/ 114 h 120"/>
                  <a:gd name="T80" fmla="*/ 4 w 90"/>
                  <a:gd name="T81" fmla="*/ 116 h 120"/>
                  <a:gd name="T82" fmla="*/ 6 w 90"/>
                  <a:gd name="T83" fmla="*/ 117 h 120"/>
                  <a:gd name="T84" fmla="*/ 10 w 90"/>
                  <a:gd name="T85" fmla="*/ 119 h 120"/>
                  <a:gd name="T86" fmla="*/ 13 w 90"/>
                  <a:gd name="T87" fmla="*/ 120 h 120"/>
                  <a:gd name="T88" fmla="*/ 15 w 90"/>
                  <a:gd name="T89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0" h="120">
                    <a:moveTo>
                      <a:pt x="15" y="120"/>
                    </a:moveTo>
                    <a:lnTo>
                      <a:pt x="75" y="120"/>
                    </a:lnTo>
                    <a:lnTo>
                      <a:pt x="78" y="120"/>
                    </a:lnTo>
                    <a:lnTo>
                      <a:pt x="81" y="119"/>
                    </a:lnTo>
                    <a:lnTo>
                      <a:pt x="84" y="117"/>
                    </a:lnTo>
                    <a:lnTo>
                      <a:pt x="86" y="116"/>
                    </a:lnTo>
                    <a:lnTo>
                      <a:pt x="88" y="114"/>
                    </a:lnTo>
                    <a:lnTo>
                      <a:pt x="89" y="111"/>
                    </a:lnTo>
                    <a:lnTo>
                      <a:pt x="90" y="109"/>
                    </a:lnTo>
                    <a:lnTo>
                      <a:pt x="90" y="105"/>
                    </a:lnTo>
                    <a:lnTo>
                      <a:pt x="90" y="102"/>
                    </a:lnTo>
                    <a:lnTo>
                      <a:pt x="89" y="99"/>
                    </a:lnTo>
                    <a:lnTo>
                      <a:pt x="88" y="97"/>
                    </a:lnTo>
                    <a:lnTo>
                      <a:pt x="86" y="95"/>
                    </a:lnTo>
                    <a:lnTo>
                      <a:pt x="84" y="93"/>
                    </a:lnTo>
                    <a:lnTo>
                      <a:pt x="81" y="91"/>
                    </a:lnTo>
                    <a:lnTo>
                      <a:pt x="78" y="90"/>
                    </a:lnTo>
                    <a:lnTo>
                      <a:pt x="75" y="90"/>
                    </a:lnTo>
                    <a:lnTo>
                      <a:pt x="30" y="90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1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05"/>
                    </a:lnTo>
                    <a:lnTo>
                      <a:pt x="1" y="109"/>
                    </a:lnTo>
                    <a:lnTo>
                      <a:pt x="1" y="111"/>
                    </a:lnTo>
                    <a:lnTo>
                      <a:pt x="3" y="114"/>
                    </a:lnTo>
                    <a:lnTo>
                      <a:pt x="4" y="116"/>
                    </a:lnTo>
                    <a:lnTo>
                      <a:pt x="6" y="117"/>
                    </a:lnTo>
                    <a:lnTo>
                      <a:pt x="10" y="119"/>
                    </a:lnTo>
                    <a:lnTo>
                      <a:pt x="13" y="120"/>
                    </a:lnTo>
                    <a:lnTo>
                      <a:pt x="15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221">
                <a:extLst>
                  <a:ext uri="{FF2B5EF4-FFF2-40B4-BE49-F238E27FC236}">
                    <a16:creationId xmlns:a16="http://schemas.microsoft.com/office/drawing/2014/main" id="{1DCA7A2A-7570-76D2-C9CD-6E9B85CEF3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6013" y="2698750"/>
                <a:ext cx="47625" cy="11113"/>
              </a:xfrm>
              <a:custGeom>
                <a:avLst/>
                <a:gdLst>
                  <a:gd name="T0" fmla="*/ 135 w 150"/>
                  <a:gd name="T1" fmla="*/ 0 h 31"/>
                  <a:gd name="T2" fmla="*/ 15 w 150"/>
                  <a:gd name="T3" fmla="*/ 0 h 31"/>
                  <a:gd name="T4" fmla="*/ 12 w 150"/>
                  <a:gd name="T5" fmla="*/ 1 h 31"/>
                  <a:gd name="T6" fmla="*/ 9 w 150"/>
                  <a:gd name="T7" fmla="*/ 2 h 31"/>
                  <a:gd name="T8" fmla="*/ 6 w 150"/>
                  <a:gd name="T9" fmla="*/ 4 h 31"/>
                  <a:gd name="T10" fmla="*/ 4 w 150"/>
                  <a:gd name="T11" fmla="*/ 6 h 31"/>
                  <a:gd name="T12" fmla="*/ 2 w 150"/>
                  <a:gd name="T13" fmla="*/ 8 h 31"/>
                  <a:gd name="T14" fmla="*/ 1 w 150"/>
                  <a:gd name="T15" fmla="*/ 10 h 31"/>
                  <a:gd name="T16" fmla="*/ 0 w 150"/>
                  <a:gd name="T17" fmla="*/ 13 h 31"/>
                  <a:gd name="T18" fmla="*/ 0 w 150"/>
                  <a:gd name="T19" fmla="*/ 16 h 31"/>
                  <a:gd name="T20" fmla="*/ 0 w 150"/>
                  <a:gd name="T21" fmla="*/ 19 h 31"/>
                  <a:gd name="T22" fmla="*/ 1 w 150"/>
                  <a:gd name="T23" fmla="*/ 22 h 31"/>
                  <a:gd name="T24" fmla="*/ 2 w 150"/>
                  <a:gd name="T25" fmla="*/ 24 h 31"/>
                  <a:gd name="T26" fmla="*/ 4 w 150"/>
                  <a:gd name="T27" fmla="*/ 26 h 31"/>
                  <a:gd name="T28" fmla="*/ 6 w 150"/>
                  <a:gd name="T29" fmla="*/ 28 h 31"/>
                  <a:gd name="T30" fmla="*/ 9 w 150"/>
                  <a:gd name="T31" fmla="*/ 29 h 31"/>
                  <a:gd name="T32" fmla="*/ 12 w 150"/>
                  <a:gd name="T33" fmla="*/ 30 h 31"/>
                  <a:gd name="T34" fmla="*/ 15 w 150"/>
                  <a:gd name="T35" fmla="*/ 31 h 31"/>
                  <a:gd name="T36" fmla="*/ 135 w 150"/>
                  <a:gd name="T37" fmla="*/ 31 h 31"/>
                  <a:gd name="T38" fmla="*/ 138 w 150"/>
                  <a:gd name="T39" fmla="*/ 30 h 31"/>
                  <a:gd name="T40" fmla="*/ 141 w 150"/>
                  <a:gd name="T41" fmla="*/ 29 h 31"/>
                  <a:gd name="T42" fmla="*/ 144 w 150"/>
                  <a:gd name="T43" fmla="*/ 28 h 31"/>
                  <a:gd name="T44" fmla="*/ 146 w 150"/>
                  <a:gd name="T45" fmla="*/ 26 h 31"/>
                  <a:gd name="T46" fmla="*/ 148 w 150"/>
                  <a:gd name="T47" fmla="*/ 24 h 31"/>
                  <a:gd name="T48" fmla="*/ 149 w 150"/>
                  <a:gd name="T49" fmla="*/ 22 h 31"/>
                  <a:gd name="T50" fmla="*/ 150 w 150"/>
                  <a:gd name="T51" fmla="*/ 19 h 31"/>
                  <a:gd name="T52" fmla="*/ 150 w 150"/>
                  <a:gd name="T53" fmla="*/ 16 h 31"/>
                  <a:gd name="T54" fmla="*/ 150 w 150"/>
                  <a:gd name="T55" fmla="*/ 13 h 31"/>
                  <a:gd name="T56" fmla="*/ 149 w 150"/>
                  <a:gd name="T57" fmla="*/ 10 h 31"/>
                  <a:gd name="T58" fmla="*/ 148 w 150"/>
                  <a:gd name="T59" fmla="*/ 8 h 31"/>
                  <a:gd name="T60" fmla="*/ 146 w 150"/>
                  <a:gd name="T61" fmla="*/ 6 h 31"/>
                  <a:gd name="T62" fmla="*/ 144 w 150"/>
                  <a:gd name="T63" fmla="*/ 4 h 31"/>
                  <a:gd name="T64" fmla="*/ 141 w 150"/>
                  <a:gd name="T65" fmla="*/ 2 h 31"/>
                  <a:gd name="T66" fmla="*/ 138 w 150"/>
                  <a:gd name="T67" fmla="*/ 1 h 31"/>
                  <a:gd name="T68" fmla="*/ 135 w 150"/>
                  <a:gd name="T6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0" h="31">
                    <a:moveTo>
                      <a:pt x="135" y="0"/>
                    </a:moveTo>
                    <a:lnTo>
                      <a:pt x="15" y="0"/>
                    </a:lnTo>
                    <a:lnTo>
                      <a:pt x="12" y="1"/>
                    </a:lnTo>
                    <a:lnTo>
                      <a:pt x="9" y="2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1"/>
                    </a:lnTo>
                    <a:lnTo>
                      <a:pt x="135" y="31"/>
                    </a:lnTo>
                    <a:lnTo>
                      <a:pt x="138" y="30"/>
                    </a:lnTo>
                    <a:lnTo>
                      <a:pt x="141" y="29"/>
                    </a:lnTo>
                    <a:lnTo>
                      <a:pt x="144" y="28"/>
                    </a:lnTo>
                    <a:lnTo>
                      <a:pt x="146" y="26"/>
                    </a:lnTo>
                    <a:lnTo>
                      <a:pt x="148" y="24"/>
                    </a:lnTo>
                    <a:lnTo>
                      <a:pt x="149" y="22"/>
                    </a:lnTo>
                    <a:lnTo>
                      <a:pt x="150" y="19"/>
                    </a:lnTo>
                    <a:lnTo>
                      <a:pt x="150" y="16"/>
                    </a:lnTo>
                    <a:lnTo>
                      <a:pt x="150" y="13"/>
                    </a:lnTo>
                    <a:lnTo>
                      <a:pt x="149" y="10"/>
                    </a:lnTo>
                    <a:lnTo>
                      <a:pt x="148" y="8"/>
                    </a:lnTo>
                    <a:lnTo>
                      <a:pt x="146" y="6"/>
                    </a:lnTo>
                    <a:lnTo>
                      <a:pt x="144" y="4"/>
                    </a:lnTo>
                    <a:lnTo>
                      <a:pt x="141" y="2"/>
                    </a:lnTo>
                    <a:lnTo>
                      <a:pt x="138" y="1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222">
                <a:extLst>
                  <a:ext uri="{FF2B5EF4-FFF2-40B4-BE49-F238E27FC236}">
                    <a16:creationId xmlns:a16="http://schemas.microsoft.com/office/drawing/2014/main" id="{F336E8C8-53C8-694F-1989-B5988A805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719388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10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10 w 90"/>
                  <a:gd name="T31" fmla="*/ 29 h 30"/>
                  <a:gd name="T32" fmla="*/ 12 w 90"/>
                  <a:gd name="T33" fmla="*/ 29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29 h 30"/>
                  <a:gd name="T40" fmla="*/ 81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1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29"/>
                    </a:lnTo>
                    <a:lnTo>
                      <a:pt x="81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223">
                <a:extLst>
                  <a:ext uri="{FF2B5EF4-FFF2-40B4-BE49-F238E27FC236}">
                    <a16:creationId xmlns:a16="http://schemas.microsoft.com/office/drawing/2014/main" id="{DD00FB94-288D-5E97-5B98-E11420231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4588" y="2738438"/>
                <a:ext cx="19050" cy="9525"/>
              </a:xfrm>
              <a:custGeom>
                <a:avLst/>
                <a:gdLst>
                  <a:gd name="T0" fmla="*/ 45 w 60"/>
                  <a:gd name="T1" fmla="*/ 0 h 30"/>
                  <a:gd name="T2" fmla="*/ 15 w 60"/>
                  <a:gd name="T3" fmla="*/ 0 h 30"/>
                  <a:gd name="T4" fmla="*/ 12 w 60"/>
                  <a:gd name="T5" fmla="*/ 0 h 30"/>
                  <a:gd name="T6" fmla="*/ 10 w 60"/>
                  <a:gd name="T7" fmla="*/ 1 h 30"/>
                  <a:gd name="T8" fmla="*/ 6 w 60"/>
                  <a:gd name="T9" fmla="*/ 3 h 30"/>
                  <a:gd name="T10" fmla="*/ 4 w 60"/>
                  <a:gd name="T11" fmla="*/ 5 h 30"/>
                  <a:gd name="T12" fmla="*/ 2 w 60"/>
                  <a:gd name="T13" fmla="*/ 7 h 30"/>
                  <a:gd name="T14" fmla="*/ 1 w 60"/>
                  <a:gd name="T15" fmla="*/ 9 h 30"/>
                  <a:gd name="T16" fmla="*/ 0 w 60"/>
                  <a:gd name="T17" fmla="*/ 12 h 30"/>
                  <a:gd name="T18" fmla="*/ 0 w 60"/>
                  <a:gd name="T19" fmla="*/ 15 h 30"/>
                  <a:gd name="T20" fmla="*/ 0 w 60"/>
                  <a:gd name="T21" fmla="*/ 19 h 30"/>
                  <a:gd name="T22" fmla="*/ 1 w 60"/>
                  <a:gd name="T23" fmla="*/ 21 h 30"/>
                  <a:gd name="T24" fmla="*/ 2 w 60"/>
                  <a:gd name="T25" fmla="*/ 24 h 30"/>
                  <a:gd name="T26" fmla="*/ 4 w 60"/>
                  <a:gd name="T27" fmla="*/ 26 h 30"/>
                  <a:gd name="T28" fmla="*/ 6 w 60"/>
                  <a:gd name="T29" fmla="*/ 27 h 30"/>
                  <a:gd name="T30" fmla="*/ 10 w 60"/>
                  <a:gd name="T31" fmla="*/ 29 h 30"/>
                  <a:gd name="T32" fmla="*/ 12 w 60"/>
                  <a:gd name="T33" fmla="*/ 30 h 30"/>
                  <a:gd name="T34" fmla="*/ 15 w 60"/>
                  <a:gd name="T35" fmla="*/ 30 h 30"/>
                  <a:gd name="T36" fmla="*/ 45 w 60"/>
                  <a:gd name="T37" fmla="*/ 30 h 30"/>
                  <a:gd name="T38" fmla="*/ 48 w 60"/>
                  <a:gd name="T39" fmla="*/ 30 h 30"/>
                  <a:gd name="T40" fmla="*/ 51 w 60"/>
                  <a:gd name="T41" fmla="*/ 29 h 30"/>
                  <a:gd name="T42" fmla="*/ 54 w 60"/>
                  <a:gd name="T43" fmla="*/ 27 h 30"/>
                  <a:gd name="T44" fmla="*/ 56 w 60"/>
                  <a:gd name="T45" fmla="*/ 26 h 30"/>
                  <a:gd name="T46" fmla="*/ 58 w 60"/>
                  <a:gd name="T47" fmla="*/ 24 h 30"/>
                  <a:gd name="T48" fmla="*/ 59 w 60"/>
                  <a:gd name="T49" fmla="*/ 21 h 30"/>
                  <a:gd name="T50" fmla="*/ 60 w 60"/>
                  <a:gd name="T51" fmla="*/ 19 h 30"/>
                  <a:gd name="T52" fmla="*/ 60 w 60"/>
                  <a:gd name="T53" fmla="*/ 15 h 30"/>
                  <a:gd name="T54" fmla="*/ 60 w 60"/>
                  <a:gd name="T55" fmla="*/ 12 h 30"/>
                  <a:gd name="T56" fmla="*/ 59 w 60"/>
                  <a:gd name="T57" fmla="*/ 9 h 30"/>
                  <a:gd name="T58" fmla="*/ 58 w 60"/>
                  <a:gd name="T59" fmla="*/ 7 h 30"/>
                  <a:gd name="T60" fmla="*/ 56 w 60"/>
                  <a:gd name="T61" fmla="*/ 5 h 30"/>
                  <a:gd name="T62" fmla="*/ 54 w 60"/>
                  <a:gd name="T63" fmla="*/ 3 h 30"/>
                  <a:gd name="T64" fmla="*/ 51 w 60"/>
                  <a:gd name="T65" fmla="*/ 1 h 30"/>
                  <a:gd name="T66" fmla="*/ 48 w 60"/>
                  <a:gd name="T67" fmla="*/ 0 h 30"/>
                  <a:gd name="T68" fmla="*/ 45 w 6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0" h="30">
                    <a:moveTo>
                      <a:pt x="4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5" y="30"/>
                    </a:lnTo>
                    <a:lnTo>
                      <a:pt x="48" y="30"/>
                    </a:lnTo>
                    <a:lnTo>
                      <a:pt x="51" y="29"/>
                    </a:lnTo>
                    <a:lnTo>
                      <a:pt x="54" y="27"/>
                    </a:lnTo>
                    <a:lnTo>
                      <a:pt x="56" y="26"/>
                    </a:lnTo>
                    <a:lnTo>
                      <a:pt x="58" y="24"/>
                    </a:lnTo>
                    <a:lnTo>
                      <a:pt x="59" y="21"/>
                    </a:lnTo>
                    <a:lnTo>
                      <a:pt x="60" y="19"/>
                    </a:lnTo>
                    <a:lnTo>
                      <a:pt x="60" y="15"/>
                    </a:lnTo>
                    <a:lnTo>
                      <a:pt x="60" y="12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5"/>
                    </a:lnTo>
                    <a:lnTo>
                      <a:pt x="54" y="3"/>
                    </a:lnTo>
                    <a:lnTo>
                      <a:pt x="51" y="1"/>
                    </a:lnTo>
                    <a:lnTo>
                      <a:pt x="48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224">
                <a:extLst>
                  <a:ext uri="{FF2B5EF4-FFF2-40B4-BE49-F238E27FC236}">
                    <a16:creationId xmlns:a16="http://schemas.microsoft.com/office/drawing/2014/main" id="{79BC5D6D-C893-E477-1F08-6B76F21B0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40775" y="2536825"/>
                <a:ext cx="115888" cy="114300"/>
              </a:xfrm>
              <a:custGeom>
                <a:avLst/>
                <a:gdLst>
                  <a:gd name="T0" fmla="*/ 211 w 361"/>
                  <a:gd name="T1" fmla="*/ 34 h 361"/>
                  <a:gd name="T2" fmla="*/ 252 w 361"/>
                  <a:gd name="T3" fmla="*/ 49 h 361"/>
                  <a:gd name="T4" fmla="*/ 286 w 361"/>
                  <a:gd name="T5" fmla="*/ 75 h 361"/>
                  <a:gd name="T6" fmla="*/ 313 w 361"/>
                  <a:gd name="T7" fmla="*/ 110 h 361"/>
                  <a:gd name="T8" fmla="*/ 328 w 361"/>
                  <a:gd name="T9" fmla="*/ 151 h 361"/>
                  <a:gd name="T10" fmla="*/ 330 w 361"/>
                  <a:gd name="T11" fmla="*/ 196 h 361"/>
                  <a:gd name="T12" fmla="*/ 319 w 361"/>
                  <a:gd name="T13" fmla="*/ 239 h 361"/>
                  <a:gd name="T14" fmla="*/ 297 w 361"/>
                  <a:gd name="T15" fmla="*/ 277 h 361"/>
                  <a:gd name="T16" fmla="*/ 265 w 361"/>
                  <a:gd name="T17" fmla="*/ 306 h 361"/>
                  <a:gd name="T18" fmla="*/ 225 w 361"/>
                  <a:gd name="T19" fmla="*/ 325 h 361"/>
                  <a:gd name="T20" fmla="*/ 180 w 361"/>
                  <a:gd name="T21" fmla="*/ 331 h 361"/>
                  <a:gd name="T22" fmla="*/ 136 w 361"/>
                  <a:gd name="T23" fmla="*/ 325 h 361"/>
                  <a:gd name="T24" fmla="*/ 96 w 361"/>
                  <a:gd name="T25" fmla="*/ 306 h 361"/>
                  <a:gd name="T26" fmla="*/ 64 w 361"/>
                  <a:gd name="T27" fmla="*/ 277 h 361"/>
                  <a:gd name="T28" fmla="*/ 42 w 361"/>
                  <a:gd name="T29" fmla="*/ 239 h 361"/>
                  <a:gd name="T30" fmla="*/ 31 w 361"/>
                  <a:gd name="T31" fmla="*/ 196 h 361"/>
                  <a:gd name="T32" fmla="*/ 33 w 361"/>
                  <a:gd name="T33" fmla="*/ 151 h 361"/>
                  <a:gd name="T34" fmla="*/ 48 w 361"/>
                  <a:gd name="T35" fmla="*/ 110 h 361"/>
                  <a:gd name="T36" fmla="*/ 74 w 361"/>
                  <a:gd name="T37" fmla="*/ 75 h 361"/>
                  <a:gd name="T38" fmla="*/ 108 w 361"/>
                  <a:gd name="T39" fmla="*/ 49 h 361"/>
                  <a:gd name="T40" fmla="*/ 150 w 361"/>
                  <a:gd name="T41" fmla="*/ 34 h 361"/>
                  <a:gd name="T42" fmla="*/ 180 w 361"/>
                  <a:gd name="T43" fmla="*/ 30 h 361"/>
                  <a:gd name="T44" fmla="*/ 216 w 361"/>
                  <a:gd name="T45" fmla="*/ 358 h 361"/>
                  <a:gd name="T46" fmla="*/ 267 w 361"/>
                  <a:gd name="T47" fmla="*/ 340 h 361"/>
                  <a:gd name="T48" fmla="*/ 307 w 361"/>
                  <a:gd name="T49" fmla="*/ 309 h 361"/>
                  <a:gd name="T50" fmla="*/ 339 w 361"/>
                  <a:gd name="T51" fmla="*/ 267 h 361"/>
                  <a:gd name="T52" fmla="*/ 357 w 361"/>
                  <a:gd name="T53" fmla="*/ 218 h 361"/>
                  <a:gd name="T54" fmla="*/ 360 w 361"/>
                  <a:gd name="T55" fmla="*/ 163 h 361"/>
                  <a:gd name="T56" fmla="*/ 346 w 361"/>
                  <a:gd name="T57" fmla="*/ 111 h 361"/>
                  <a:gd name="T58" fmla="*/ 319 w 361"/>
                  <a:gd name="T59" fmla="*/ 67 h 361"/>
                  <a:gd name="T60" fmla="*/ 281 w 361"/>
                  <a:gd name="T61" fmla="*/ 31 h 361"/>
                  <a:gd name="T62" fmla="*/ 234 w 361"/>
                  <a:gd name="T63" fmla="*/ 9 h 361"/>
                  <a:gd name="T64" fmla="*/ 180 w 361"/>
                  <a:gd name="T65" fmla="*/ 0 h 361"/>
                  <a:gd name="T66" fmla="*/ 126 w 361"/>
                  <a:gd name="T67" fmla="*/ 9 h 361"/>
                  <a:gd name="T68" fmla="*/ 79 w 361"/>
                  <a:gd name="T69" fmla="*/ 31 h 361"/>
                  <a:gd name="T70" fmla="*/ 41 w 361"/>
                  <a:gd name="T71" fmla="*/ 67 h 361"/>
                  <a:gd name="T72" fmla="*/ 14 w 361"/>
                  <a:gd name="T73" fmla="*/ 111 h 361"/>
                  <a:gd name="T74" fmla="*/ 1 w 361"/>
                  <a:gd name="T75" fmla="*/ 163 h 361"/>
                  <a:gd name="T76" fmla="*/ 3 w 361"/>
                  <a:gd name="T77" fmla="*/ 218 h 361"/>
                  <a:gd name="T78" fmla="*/ 21 w 361"/>
                  <a:gd name="T79" fmla="*/ 267 h 361"/>
                  <a:gd name="T80" fmla="*/ 53 w 361"/>
                  <a:gd name="T81" fmla="*/ 309 h 361"/>
                  <a:gd name="T82" fmla="*/ 94 w 361"/>
                  <a:gd name="T83" fmla="*/ 340 h 361"/>
                  <a:gd name="T84" fmla="*/ 144 w 361"/>
                  <a:gd name="T85" fmla="*/ 358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61" h="361">
                    <a:moveTo>
                      <a:pt x="180" y="30"/>
                    </a:moveTo>
                    <a:lnTo>
                      <a:pt x="196" y="31"/>
                    </a:lnTo>
                    <a:lnTo>
                      <a:pt x="211" y="34"/>
                    </a:lnTo>
                    <a:lnTo>
                      <a:pt x="225" y="38"/>
                    </a:lnTo>
                    <a:lnTo>
                      <a:pt x="239" y="42"/>
                    </a:lnTo>
                    <a:lnTo>
                      <a:pt x="252" y="49"/>
                    </a:lnTo>
                    <a:lnTo>
                      <a:pt x="265" y="56"/>
                    </a:lnTo>
                    <a:lnTo>
                      <a:pt x="276" y="65"/>
                    </a:lnTo>
                    <a:lnTo>
                      <a:pt x="286" y="75"/>
                    </a:lnTo>
                    <a:lnTo>
                      <a:pt x="297" y="85"/>
                    </a:lnTo>
                    <a:lnTo>
                      <a:pt x="305" y="97"/>
                    </a:lnTo>
                    <a:lnTo>
                      <a:pt x="313" y="110"/>
                    </a:lnTo>
                    <a:lnTo>
                      <a:pt x="319" y="122"/>
                    </a:lnTo>
                    <a:lnTo>
                      <a:pt x="324" y="136"/>
                    </a:lnTo>
                    <a:lnTo>
                      <a:pt x="328" y="151"/>
                    </a:lnTo>
                    <a:lnTo>
                      <a:pt x="330" y="165"/>
                    </a:lnTo>
                    <a:lnTo>
                      <a:pt x="331" y="181"/>
                    </a:lnTo>
                    <a:lnTo>
                      <a:pt x="330" y="196"/>
                    </a:lnTo>
                    <a:lnTo>
                      <a:pt x="328" y="211"/>
                    </a:lnTo>
                    <a:lnTo>
                      <a:pt x="324" y="225"/>
                    </a:lnTo>
                    <a:lnTo>
                      <a:pt x="319" y="239"/>
                    </a:lnTo>
                    <a:lnTo>
                      <a:pt x="313" y="253"/>
                    </a:lnTo>
                    <a:lnTo>
                      <a:pt x="305" y="265"/>
                    </a:lnTo>
                    <a:lnTo>
                      <a:pt x="297" y="277"/>
                    </a:lnTo>
                    <a:lnTo>
                      <a:pt x="286" y="287"/>
                    </a:lnTo>
                    <a:lnTo>
                      <a:pt x="276" y="297"/>
                    </a:lnTo>
                    <a:lnTo>
                      <a:pt x="265" y="306"/>
                    </a:lnTo>
                    <a:lnTo>
                      <a:pt x="252" y="313"/>
                    </a:lnTo>
                    <a:lnTo>
                      <a:pt x="239" y="320"/>
                    </a:lnTo>
                    <a:lnTo>
                      <a:pt x="225" y="325"/>
                    </a:lnTo>
                    <a:lnTo>
                      <a:pt x="211" y="328"/>
                    </a:lnTo>
                    <a:lnTo>
                      <a:pt x="196" y="330"/>
                    </a:lnTo>
                    <a:lnTo>
                      <a:pt x="180" y="331"/>
                    </a:lnTo>
                    <a:lnTo>
                      <a:pt x="165" y="330"/>
                    </a:lnTo>
                    <a:lnTo>
                      <a:pt x="150" y="328"/>
                    </a:lnTo>
                    <a:lnTo>
                      <a:pt x="136" y="325"/>
                    </a:lnTo>
                    <a:lnTo>
                      <a:pt x="122" y="320"/>
                    </a:lnTo>
                    <a:lnTo>
                      <a:pt x="108" y="313"/>
                    </a:lnTo>
                    <a:lnTo>
                      <a:pt x="96" y="306"/>
                    </a:lnTo>
                    <a:lnTo>
                      <a:pt x="85" y="297"/>
                    </a:lnTo>
                    <a:lnTo>
                      <a:pt x="74" y="287"/>
                    </a:lnTo>
                    <a:lnTo>
                      <a:pt x="64" y="277"/>
                    </a:lnTo>
                    <a:lnTo>
                      <a:pt x="56" y="265"/>
                    </a:lnTo>
                    <a:lnTo>
                      <a:pt x="48" y="253"/>
                    </a:lnTo>
                    <a:lnTo>
                      <a:pt x="42" y="239"/>
                    </a:lnTo>
                    <a:lnTo>
                      <a:pt x="36" y="225"/>
                    </a:lnTo>
                    <a:lnTo>
                      <a:pt x="33" y="211"/>
                    </a:lnTo>
                    <a:lnTo>
                      <a:pt x="31" y="196"/>
                    </a:lnTo>
                    <a:lnTo>
                      <a:pt x="30" y="181"/>
                    </a:lnTo>
                    <a:lnTo>
                      <a:pt x="31" y="165"/>
                    </a:lnTo>
                    <a:lnTo>
                      <a:pt x="33" y="151"/>
                    </a:lnTo>
                    <a:lnTo>
                      <a:pt x="36" y="136"/>
                    </a:lnTo>
                    <a:lnTo>
                      <a:pt x="42" y="122"/>
                    </a:lnTo>
                    <a:lnTo>
                      <a:pt x="48" y="110"/>
                    </a:lnTo>
                    <a:lnTo>
                      <a:pt x="56" y="97"/>
                    </a:lnTo>
                    <a:lnTo>
                      <a:pt x="64" y="86"/>
                    </a:lnTo>
                    <a:lnTo>
                      <a:pt x="74" y="75"/>
                    </a:lnTo>
                    <a:lnTo>
                      <a:pt x="85" y="65"/>
                    </a:lnTo>
                    <a:lnTo>
                      <a:pt x="96" y="56"/>
                    </a:lnTo>
                    <a:lnTo>
                      <a:pt x="108" y="49"/>
                    </a:lnTo>
                    <a:lnTo>
                      <a:pt x="122" y="42"/>
                    </a:lnTo>
                    <a:lnTo>
                      <a:pt x="136" y="38"/>
                    </a:lnTo>
                    <a:lnTo>
                      <a:pt x="150" y="34"/>
                    </a:lnTo>
                    <a:lnTo>
                      <a:pt x="165" y="31"/>
                    </a:lnTo>
                    <a:lnTo>
                      <a:pt x="180" y="30"/>
                    </a:lnTo>
                    <a:lnTo>
                      <a:pt x="180" y="30"/>
                    </a:lnTo>
                    <a:close/>
                    <a:moveTo>
                      <a:pt x="180" y="361"/>
                    </a:moveTo>
                    <a:lnTo>
                      <a:pt x="199" y="360"/>
                    </a:lnTo>
                    <a:lnTo>
                      <a:pt x="216" y="358"/>
                    </a:lnTo>
                    <a:lnTo>
                      <a:pt x="234" y="354"/>
                    </a:lnTo>
                    <a:lnTo>
                      <a:pt x="251" y="347"/>
                    </a:lnTo>
                    <a:lnTo>
                      <a:pt x="267" y="340"/>
                    </a:lnTo>
                    <a:lnTo>
                      <a:pt x="281" y="330"/>
                    </a:lnTo>
                    <a:lnTo>
                      <a:pt x="295" y="321"/>
                    </a:lnTo>
                    <a:lnTo>
                      <a:pt x="307" y="309"/>
                    </a:lnTo>
                    <a:lnTo>
                      <a:pt x="319" y="296"/>
                    </a:lnTo>
                    <a:lnTo>
                      <a:pt x="330" y="282"/>
                    </a:lnTo>
                    <a:lnTo>
                      <a:pt x="339" y="267"/>
                    </a:lnTo>
                    <a:lnTo>
                      <a:pt x="346" y="251"/>
                    </a:lnTo>
                    <a:lnTo>
                      <a:pt x="352" y="235"/>
                    </a:lnTo>
                    <a:lnTo>
                      <a:pt x="357" y="218"/>
                    </a:lnTo>
                    <a:lnTo>
                      <a:pt x="360" y="200"/>
                    </a:lnTo>
                    <a:lnTo>
                      <a:pt x="361" y="181"/>
                    </a:lnTo>
                    <a:lnTo>
                      <a:pt x="360" y="163"/>
                    </a:lnTo>
                    <a:lnTo>
                      <a:pt x="357" y="145"/>
                    </a:lnTo>
                    <a:lnTo>
                      <a:pt x="352" y="128"/>
                    </a:lnTo>
                    <a:lnTo>
                      <a:pt x="346" y="111"/>
                    </a:lnTo>
                    <a:lnTo>
                      <a:pt x="339" y="96"/>
                    </a:lnTo>
                    <a:lnTo>
                      <a:pt x="330" y="81"/>
                    </a:lnTo>
                    <a:lnTo>
                      <a:pt x="319" y="67"/>
                    </a:lnTo>
                    <a:lnTo>
                      <a:pt x="307" y="54"/>
                    </a:lnTo>
                    <a:lnTo>
                      <a:pt x="295" y="42"/>
                    </a:lnTo>
                    <a:lnTo>
                      <a:pt x="281" y="31"/>
                    </a:lnTo>
                    <a:lnTo>
                      <a:pt x="267" y="23"/>
                    </a:lnTo>
                    <a:lnTo>
                      <a:pt x="251" y="15"/>
                    </a:lnTo>
                    <a:lnTo>
                      <a:pt x="234" y="9"/>
                    </a:lnTo>
                    <a:lnTo>
                      <a:pt x="216" y="5"/>
                    </a:lnTo>
                    <a:lnTo>
                      <a:pt x="199" y="1"/>
                    </a:lnTo>
                    <a:lnTo>
                      <a:pt x="180" y="0"/>
                    </a:lnTo>
                    <a:lnTo>
                      <a:pt x="162" y="1"/>
                    </a:lnTo>
                    <a:lnTo>
                      <a:pt x="144" y="5"/>
                    </a:lnTo>
                    <a:lnTo>
                      <a:pt x="126" y="9"/>
                    </a:lnTo>
                    <a:lnTo>
                      <a:pt x="110" y="15"/>
                    </a:lnTo>
                    <a:lnTo>
                      <a:pt x="94" y="23"/>
                    </a:lnTo>
                    <a:lnTo>
                      <a:pt x="79" y="31"/>
                    </a:lnTo>
                    <a:lnTo>
                      <a:pt x="65" y="42"/>
                    </a:lnTo>
                    <a:lnTo>
                      <a:pt x="53" y="54"/>
                    </a:lnTo>
                    <a:lnTo>
                      <a:pt x="41" y="67"/>
                    </a:lnTo>
                    <a:lnTo>
                      <a:pt x="31" y="81"/>
                    </a:lnTo>
                    <a:lnTo>
                      <a:pt x="21" y="96"/>
                    </a:lnTo>
                    <a:lnTo>
                      <a:pt x="14" y="111"/>
                    </a:lnTo>
                    <a:lnTo>
                      <a:pt x="8" y="128"/>
                    </a:lnTo>
                    <a:lnTo>
                      <a:pt x="3" y="145"/>
                    </a:lnTo>
                    <a:lnTo>
                      <a:pt x="1" y="163"/>
                    </a:lnTo>
                    <a:lnTo>
                      <a:pt x="0" y="181"/>
                    </a:lnTo>
                    <a:lnTo>
                      <a:pt x="1" y="200"/>
                    </a:lnTo>
                    <a:lnTo>
                      <a:pt x="3" y="218"/>
                    </a:lnTo>
                    <a:lnTo>
                      <a:pt x="8" y="235"/>
                    </a:lnTo>
                    <a:lnTo>
                      <a:pt x="14" y="251"/>
                    </a:lnTo>
                    <a:lnTo>
                      <a:pt x="21" y="267"/>
                    </a:lnTo>
                    <a:lnTo>
                      <a:pt x="31" y="282"/>
                    </a:lnTo>
                    <a:lnTo>
                      <a:pt x="41" y="296"/>
                    </a:lnTo>
                    <a:lnTo>
                      <a:pt x="53" y="309"/>
                    </a:lnTo>
                    <a:lnTo>
                      <a:pt x="65" y="321"/>
                    </a:lnTo>
                    <a:lnTo>
                      <a:pt x="79" y="330"/>
                    </a:lnTo>
                    <a:lnTo>
                      <a:pt x="94" y="340"/>
                    </a:lnTo>
                    <a:lnTo>
                      <a:pt x="110" y="347"/>
                    </a:lnTo>
                    <a:lnTo>
                      <a:pt x="126" y="354"/>
                    </a:lnTo>
                    <a:lnTo>
                      <a:pt x="144" y="358"/>
                    </a:lnTo>
                    <a:lnTo>
                      <a:pt x="162" y="360"/>
                    </a:lnTo>
                    <a:lnTo>
                      <a:pt x="180" y="3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6051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DFCBD369-A0B1-7659-3A2E-367D9710D86D}"/>
              </a:ext>
            </a:extLst>
          </p:cNvPr>
          <p:cNvGrpSpPr/>
          <p:nvPr/>
        </p:nvGrpSpPr>
        <p:grpSpPr>
          <a:xfrm>
            <a:off x="1468209" y="1784861"/>
            <a:ext cx="9255582" cy="4328803"/>
            <a:chOff x="1468209" y="1784861"/>
            <a:chExt cx="9255582" cy="432880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27D1802-F6F3-F4F9-D8F8-31E15E786081}"/>
                </a:ext>
              </a:extLst>
            </p:cNvPr>
            <p:cNvGrpSpPr/>
            <p:nvPr/>
          </p:nvGrpSpPr>
          <p:grpSpPr>
            <a:xfrm>
              <a:off x="1468209" y="1784861"/>
              <a:ext cx="9255582" cy="4328803"/>
              <a:chOff x="1468209" y="1879454"/>
              <a:chExt cx="9255582" cy="4328803"/>
            </a:xfrm>
          </p:grpSpPr>
          <p:sp>
            <p:nvSpPr>
              <p:cNvPr id="3" name="Google Shape;672;p25">
                <a:extLst>
                  <a:ext uri="{FF2B5EF4-FFF2-40B4-BE49-F238E27FC236}">
                    <a16:creationId xmlns:a16="http://schemas.microsoft.com/office/drawing/2014/main" id="{29125BF7-8B0D-47FB-B105-51D333C2693C}"/>
                  </a:ext>
                </a:extLst>
              </p:cNvPr>
              <p:cNvSpPr/>
              <p:nvPr/>
            </p:nvSpPr>
            <p:spPr>
              <a:xfrm>
                <a:off x="1468209" y="1915350"/>
                <a:ext cx="3372510" cy="4292907"/>
              </a:xfrm>
              <a:custGeom>
                <a:avLst/>
                <a:gdLst/>
                <a:ahLst/>
                <a:cxnLst/>
                <a:rect l="l" t="t" r="r" b="b"/>
                <a:pathLst>
                  <a:path w="108984" h="138727" fill="none" extrusionOk="0">
                    <a:moveTo>
                      <a:pt x="96333" y="138727"/>
                    </a:moveTo>
                    <a:cubicBezTo>
                      <a:pt x="105897" y="132946"/>
                      <a:pt x="108984" y="120491"/>
                      <a:pt x="103203" y="110928"/>
                    </a:cubicBezTo>
                    <a:cubicBezTo>
                      <a:pt x="97440" y="101346"/>
                      <a:pt x="85449" y="100436"/>
                      <a:pt x="75404" y="104040"/>
                    </a:cubicBezTo>
                    <a:cubicBezTo>
                      <a:pt x="65359" y="107645"/>
                      <a:pt x="53386" y="106735"/>
                      <a:pt x="47605" y="97153"/>
                    </a:cubicBezTo>
                    <a:cubicBezTo>
                      <a:pt x="41842" y="87572"/>
                      <a:pt x="44929" y="75135"/>
                      <a:pt x="54510" y="69354"/>
                    </a:cubicBezTo>
                    <a:lnTo>
                      <a:pt x="54510" y="69354"/>
                    </a:lnTo>
                    <a:cubicBezTo>
                      <a:pt x="64074" y="63591"/>
                      <a:pt x="67161" y="51137"/>
                      <a:pt x="61380" y="41556"/>
                    </a:cubicBezTo>
                    <a:cubicBezTo>
                      <a:pt x="55599" y="31992"/>
                      <a:pt x="43626" y="31082"/>
                      <a:pt x="33581" y="34686"/>
                    </a:cubicBezTo>
                    <a:cubicBezTo>
                      <a:pt x="23535" y="38290"/>
                      <a:pt x="11563" y="37380"/>
                      <a:pt x="5782" y="27799"/>
                    </a:cubicBezTo>
                    <a:cubicBezTo>
                      <a:pt x="1" y="18235"/>
                      <a:pt x="3088" y="5781"/>
                      <a:pt x="12651" y="0"/>
                    </a:cubicBezTo>
                  </a:path>
                </a:pathLst>
              </a:custGeom>
              <a:noFill/>
              <a:ln w="11150" cap="rnd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4" name="Google Shape;673;p25">
                <a:extLst>
                  <a:ext uri="{FF2B5EF4-FFF2-40B4-BE49-F238E27FC236}">
                    <a16:creationId xmlns:a16="http://schemas.microsoft.com/office/drawing/2014/main" id="{425B365D-BCB3-D495-2C7A-0C2889822C35}"/>
                  </a:ext>
                </a:extLst>
              </p:cNvPr>
              <p:cNvSpPr/>
              <p:nvPr/>
            </p:nvSpPr>
            <p:spPr>
              <a:xfrm>
                <a:off x="1703419" y="2046184"/>
                <a:ext cx="828243" cy="796834"/>
              </a:xfrm>
              <a:custGeom>
                <a:avLst/>
                <a:gdLst/>
                <a:ahLst/>
                <a:cxnLst/>
                <a:rect l="l" t="t" r="r" b="b"/>
                <a:pathLst>
                  <a:path w="26765" h="25750" extrusionOk="0">
                    <a:moveTo>
                      <a:pt x="13900" y="1"/>
                    </a:moveTo>
                    <a:cubicBezTo>
                      <a:pt x="8690" y="1"/>
                      <a:pt x="3998" y="3141"/>
                      <a:pt x="1999" y="7941"/>
                    </a:cubicBezTo>
                    <a:cubicBezTo>
                      <a:pt x="1" y="12758"/>
                      <a:pt x="1107" y="18290"/>
                      <a:pt x="4783" y="21983"/>
                    </a:cubicBezTo>
                    <a:cubicBezTo>
                      <a:pt x="7252" y="24441"/>
                      <a:pt x="10544" y="25750"/>
                      <a:pt x="13894" y="25750"/>
                    </a:cubicBezTo>
                    <a:cubicBezTo>
                      <a:pt x="15554" y="25750"/>
                      <a:pt x="17229" y="25428"/>
                      <a:pt x="18825" y="24766"/>
                    </a:cubicBezTo>
                    <a:cubicBezTo>
                      <a:pt x="23625" y="22768"/>
                      <a:pt x="26765" y="18075"/>
                      <a:pt x="26765" y="12865"/>
                    </a:cubicBezTo>
                    <a:lnTo>
                      <a:pt x="25587" y="12865"/>
                    </a:lnTo>
                    <a:cubicBezTo>
                      <a:pt x="25587" y="19324"/>
                      <a:pt x="20359" y="24570"/>
                      <a:pt x="13900" y="24570"/>
                    </a:cubicBezTo>
                    <a:cubicBezTo>
                      <a:pt x="13846" y="24571"/>
                      <a:pt x="13791" y="24571"/>
                      <a:pt x="13737" y="24571"/>
                    </a:cubicBezTo>
                    <a:cubicBezTo>
                      <a:pt x="7281" y="24571"/>
                      <a:pt x="2035" y="19341"/>
                      <a:pt x="2035" y="12865"/>
                    </a:cubicBezTo>
                    <a:cubicBezTo>
                      <a:pt x="2035" y="6407"/>
                      <a:pt x="7281" y="1177"/>
                      <a:pt x="13737" y="1177"/>
                    </a:cubicBezTo>
                    <a:cubicBezTo>
                      <a:pt x="13791" y="1177"/>
                      <a:pt x="13846" y="1178"/>
                      <a:pt x="13900" y="1178"/>
                    </a:cubicBezTo>
                    <a:lnTo>
                      <a:pt x="139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" name="Google Shape;674;p25">
                <a:extLst>
                  <a:ext uri="{FF2B5EF4-FFF2-40B4-BE49-F238E27FC236}">
                    <a16:creationId xmlns:a16="http://schemas.microsoft.com/office/drawing/2014/main" id="{96CC288D-8069-6483-4881-BFCEF87EB5AD}"/>
                  </a:ext>
                </a:extLst>
              </p:cNvPr>
              <p:cNvSpPr/>
              <p:nvPr/>
            </p:nvSpPr>
            <p:spPr>
              <a:xfrm>
                <a:off x="2133550" y="2046184"/>
                <a:ext cx="398107" cy="398138"/>
              </a:xfrm>
              <a:custGeom>
                <a:avLst/>
                <a:gdLst/>
                <a:ahLst/>
                <a:cxnLst/>
                <a:rect l="l" t="t" r="r" b="b"/>
                <a:pathLst>
                  <a:path w="12865" h="12866" extrusionOk="0">
                    <a:moveTo>
                      <a:pt x="0" y="1"/>
                    </a:moveTo>
                    <a:lnTo>
                      <a:pt x="0" y="1178"/>
                    </a:lnTo>
                    <a:cubicBezTo>
                      <a:pt x="6459" y="1178"/>
                      <a:pt x="11687" y="6406"/>
                      <a:pt x="11687" y="12865"/>
                    </a:cubicBezTo>
                    <a:lnTo>
                      <a:pt x="12865" y="12865"/>
                    </a:lnTo>
                    <a:cubicBezTo>
                      <a:pt x="12847" y="5764"/>
                      <a:pt x="7102" y="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" name="Google Shape;675;p25">
                <a:extLst>
                  <a:ext uri="{FF2B5EF4-FFF2-40B4-BE49-F238E27FC236}">
                    <a16:creationId xmlns:a16="http://schemas.microsoft.com/office/drawing/2014/main" id="{D2257C7D-9EF9-42C0-467F-0CEF10898B79}"/>
                  </a:ext>
                </a:extLst>
              </p:cNvPr>
              <p:cNvSpPr/>
              <p:nvPr/>
            </p:nvSpPr>
            <p:spPr>
              <a:xfrm>
                <a:off x="1851397" y="2162690"/>
                <a:ext cx="563230" cy="563756"/>
              </a:xfrm>
              <a:custGeom>
                <a:avLst/>
                <a:gdLst/>
                <a:ahLst/>
                <a:cxnLst/>
                <a:rect l="l" t="t" r="r" b="b"/>
                <a:pathLst>
                  <a:path w="18201" h="18218" extrusionOk="0">
                    <a:moveTo>
                      <a:pt x="9100" y="1"/>
                    </a:moveTo>
                    <a:cubicBezTo>
                      <a:pt x="4069" y="1"/>
                      <a:pt x="1" y="4087"/>
                      <a:pt x="1" y="9100"/>
                    </a:cubicBezTo>
                    <a:cubicBezTo>
                      <a:pt x="1" y="14132"/>
                      <a:pt x="4069" y="18218"/>
                      <a:pt x="9100" y="18218"/>
                    </a:cubicBezTo>
                    <a:cubicBezTo>
                      <a:pt x="14132" y="18218"/>
                      <a:pt x="18200" y="14132"/>
                      <a:pt x="18200" y="9100"/>
                    </a:cubicBezTo>
                    <a:cubicBezTo>
                      <a:pt x="18200" y="4087"/>
                      <a:pt x="14132" y="1"/>
                      <a:pt x="91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01</a:t>
                </a:r>
                <a:endParaRPr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" name="Google Shape;676;p25">
                <a:extLst>
                  <a:ext uri="{FF2B5EF4-FFF2-40B4-BE49-F238E27FC236}">
                    <a16:creationId xmlns:a16="http://schemas.microsoft.com/office/drawing/2014/main" id="{3B003A78-CC47-9B9C-9F1D-FD3D5E5EE8A8}"/>
                  </a:ext>
                </a:extLst>
              </p:cNvPr>
              <p:cNvSpPr/>
              <p:nvPr/>
            </p:nvSpPr>
            <p:spPr>
              <a:xfrm>
                <a:off x="2526671" y="2442090"/>
                <a:ext cx="315299" cy="31"/>
              </a:xfrm>
              <a:custGeom>
                <a:avLst/>
                <a:gdLst/>
                <a:ahLst/>
                <a:cxnLst/>
                <a:rect l="l" t="t" r="r" b="b"/>
                <a:pathLst>
                  <a:path w="10189" h="1" fill="none" extrusionOk="0">
                    <a:moveTo>
                      <a:pt x="0" y="0"/>
                    </a:moveTo>
                    <a:lnTo>
                      <a:pt x="10188" y="0"/>
                    </a:lnTo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" name="Google Shape;677;p25">
                <a:extLst>
                  <a:ext uri="{FF2B5EF4-FFF2-40B4-BE49-F238E27FC236}">
                    <a16:creationId xmlns:a16="http://schemas.microsoft.com/office/drawing/2014/main" id="{C8B58194-5CA8-EFC4-C06F-AA945D8BD883}"/>
                  </a:ext>
                </a:extLst>
              </p:cNvPr>
              <p:cNvSpPr/>
              <p:nvPr/>
            </p:nvSpPr>
            <p:spPr>
              <a:xfrm>
                <a:off x="2841936" y="2400655"/>
                <a:ext cx="87822" cy="87822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838" fill="none" extrusionOk="0">
                    <a:moveTo>
                      <a:pt x="2837" y="1410"/>
                    </a:moveTo>
                    <a:cubicBezTo>
                      <a:pt x="2837" y="2195"/>
                      <a:pt x="2195" y="2838"/>
                      <a:pt x="1428" y="2838"/>
                    </a:cubicBezTo>
                    <a:cubicBezTo>
                      <a:pt x="643" y="2838"/>
                      <a:pt x="0" y="2195"/>
                      <a:pt x="0" y="1410"/>
                    </a:cubicBezTo>
                    <a:cubicBezTo>
                      <a:pt x="0" y="643"/>
                      <a:pt x="643" y="1"/>
                      <a:pt x="1428" y="1"/>
                    </a:cubicBezTo>
                    <a:cubicBezTo>
                      <a:pt x="2195" y="1"/>
                      <a:pt x="2837" y="643"/>
                      <a:pt x="2837" y="1410"/>
                    </a:cubicBezTo>
                    <a:close/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9" name="Google Shape;678;p25">
                <a:extLst>
                  <a:ext uri="{FF2B5EF4-FFF2-40B4-BE49-F238E27FC236}">
                    <a16:creationId xmlns:a16="http://schemas.microsoft.com/office/drawing/2014/main" id="{E2DC1F09-196E-FD10-7B8F-B235989FE16D}"/>
                  </a:ext>
                </a:extLst>
              </p:cNvPr>
              <p:cNvSpPr/>
              <p:nvPr/>
            </p:nvSpPr>
            <p:spPr>
              <a:xfrm>
                <a:off x="2599546" y="3241018"/>
                <a:ext cx="563199" cy="563756"/>
              </a:xfrm>
              <a:custGeom>
                <a:avLst/>
                <a:gdLst/>
                <a:ahLst/>
                <a:cxnLst/>
                <a:rect l="l" t="t" r="r" b="b"/>
                <a:pathLst>
                  <a:path w="18200" h="18218" extrusionOk="0">
                    <a:moveTo>
                      <a:pt x="9100" y="0"/>
                    </a:moveTo>
                    <a:cubicBezTo>
                      <a:pt x="4069" y="0"/>
                      <a:pt x="0" y="4086"/>
                      <a:pt x="0" y="9100"/>
                    </a:cubicBezTo>
                    <a:cubicBezTo>
                      <a:pt x="0" y="14132"/>
                      <a:pt x="4069" y="18218"/>
                      <a:pt x="9100" y="18218"/>
                    </a:cubicBezTo>
                    <a:cubicBezTo>
                      <a:pt x="14132" y="18218"/>
                      <a:pt x="18200" y="14132"/>
                      <a:pt x="18200" y="9100"/>
                    </a:cubicBezTo>
                    <a:cubicBezTo>
                      <a:pt x="18200" y="4086"/>
                      <a:pt x="14132" y="0"/>
                      <a:pt x="9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02</a:t>
                </a:r>
                <a:endPara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0" name="Google Shape;679;p25">
                <a:extLst>
                  <a:ext uri="{FF2B5EF4-FFF2-40B4-BE49-F238E27FC236}">
                    <a16:creationId xmlns:a16="http://schemas.microsoft.com/office/drawing/2014/main" id="{623D22B9-98DC-F249-EA08-C3AE5C71397F}"/>
                  </a:ext>
                </a:extLst>
              </p:cNvPr>
              <p:cNvSpPr/>
              <p:nvPr/>
            </p:nvSpPr>
            <p:spPr>
              <a:xfrm>
                <a:off x="3274821" y="3520387"/>
                <a:ext cx="315299" cy="31"/>
              </a:xfrm>
              <a:custGeom>
                <a:avLst/>
                <a:gdLst/>
                <a:ahLst/>
                <a:cxnLst/>
                <a:rect l="l" t="t" r="r" b="b"/>
                <a:pathLst>
                  <a:path w="10189" h="1" fill="none" extrusionOk="0">
                    <a:moveTo>
                      <a:pt x="0" y="1"/>
                    </a:moveTo>
                    <a:lnTo>
                      <a:pt x="10188" y="1"/>
                    </a:lnTo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1" name="Google Shape;680;p25">
                <a:extLst>
                  <a:ext uri="{FF2B5EF4-FFF2-40B4-BE49-F238E27FC236}">
                    <a16:creationId xmlns:a16="http://schemas.microsoft.com/office/drawing/2014/main" id="{C00DB09B-5086-85B2-7058-A7F022065B00}"/>
                  </a:ext>
                </a:extLst>
              </p:cNvPr>
              <p:cNvSpPr/>
              <p:nvPr/>
            </p:nvSpPr>
            <p:spPr>
              <a:xfrm>
                <a:off x="3590085" y="3478983"/>
                <a:ext cx="87822" cy="87822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838" fill="none" extrusionOk="0">
                    <a:moveTo>
                      <a:pt x="2837" y="1410"/>
                    </a:moveTo>
                    <a:cubicBezTo>
                      <a:pt x="2837" y="2195"/>
                      <a:pt x="2195" y="2837"/>
                      <a:pt x="1428" y="2837"/>
                    </a:cubicBezTo>
                    <a:cubicBezTo>
                      <a:pt x="643" y="2837"/>
                      <a:pt x="0" y="2195"/>
                      <a:pt x="0" y="1410"/>
                    </a:cubicBezTo>
                    <a:cubicBezTo>
                      <a:pt x="0" y="643"/>
                      <a:pt x="643" y="0"/>
                      <a:pt x="1428" y="0"/>
                    </a:cubicBezTo>
                    <a:cubicBezTo>
                      <a:pt x="2195" y="0"/>
                      <a:pt x="2837" y="643"/>
                      <a:pt x="2837" y="1410"/>
                    </a:cubicBezTo>
                    <a:close/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2" name="Google Shape;681;p25">
                <a:extLst>
                  <a:ext uri="{FF2B5EF4-FFF2-40B4-BE49-F238E27FC236}">
                    <a16:creationId xmlns:a16="http://schemas.microsoft.com/office/drawing/2014/main" id="{D8A9523C-060A-A722-B2A9-88A0F167C988}"/>
                  </a:ext>
                </a:extLst>
              </p:cNvPr>
              <p:cNvSpPr/>
              <p:nvPr/>
            </p:nvSpPr>
            <p:spPr>
              <a:xfrm>
                <a:off x="2477531" y="3124481"/>
                <a:ext cx="403647" cy="796834"/>
              </a:xfrm>
              <a:custGeom>
                <a:avLst/>
                <a:gdLst/>
                <a:ahLst/>
                <a:cxnLst/>
                <a:rect l="l" t="t" r="r" b="b"/>
                <a:pathLst>
                  <a:path w="13044" h="25750" extrusionOk="0">
                    <a:moveTo>
                      <a:pt x="12879" y="0"/>
                    </a:moveTo>
                    <a:cubicBezTo>
                      <a:pt x="5781" y="0"/>
                      <a:pt x="0" y="5748"/>
                      <a:pt x="0" y="12884"/>
                    </a:cubicBezTo>
                    <a:cubicBezTo>
                      <a:pt x="0" y="20002"/>
                      <a:pt x="5781" y="25749"/>
                      <a:pt x="12879" y="25749"/>
                    </a:cubicBezTo>
                    <a:cubicBezTo>
                      <a:pt x="12934" y="25749"/>
                      <a:pt x="12989" y="25749"/>
                      <a:pt x="13043" y="25748"/>
                    </a:cubicBezTo>
                    <a:lnTo>
                      <a:pt x="13043" y="24571"/>
                    </a:lnTo>
                    <a:cubicBezTo>
                      <a:pt x="6584" y="24571"/>
                      <a:pt x="1338" y="19343"/>
                      <a:pt x="1338" y="12884"/>
                    </a:cubicBezTo>
                    <a:cubicBezTo>
                      <a:pt x="1338" y="6407"/>
                      <a:pt x="6584" y="1179"/>
                      <a:pt x="13043" y="1179"/>
                    </a:cubicBezTo>
                    <a:lnTo>
                      <a:pt x="13043" y="1"/>
                    </a:lnTo>
                    <a:cubicBezTo>
                      <a:pt x="12989" y="1"/>
                      <a:pt x="12934" y="0"/>
                      <a:pt x="128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3" name="Google Shape;682;p25">
                <a:extLst>
                  <a:ext uri="{FF2B5EF4-FFF2-40B4-BE49-F238E27FC236}">
                    <a16:creationId xmlns:a16="http://schemas.microsoft.com/office/drawing/2014/main" id="{AC87ED9B-6D64-F331-3A9F-027017D3C9D9}"/>
                  </a:ext>
                </a:extLst>
              </p:cNvPr>
              <p:cNvSpPr/>
              <p:nvPr/>
            </p:nvSpPr>
            <p:spPr>
              <a:xfrm>
                <a:off x="2881143" y="3124512"/>
                <a:ext cx="393156" cy="796772"/>
              </a:xfrm>
              <a:custGeom>
                <a:avLst/>
                <a:gdLst/>
                <a:ahLst/>
                <a:cxnLst/>
                <a:rect l="l" t="t" r="r" b="b"/>
                <a:pathLst>
                  <a:path w="12705" h="25748" extrusionOk="0">
                    <a:moveTo>
                      <a:pt x="0" y="0"/>
                    </a:moveTo>
                    <a:lnTo>
                      <a:pt x="0" y="1178"/>
                    </a:lnTo>
                    <a:cubicBezTo>
                      <a:pt x="6406" y="1267"/>
                      <a:pt x="11544" y="6477"/>
                      <a:pt x="11544" y="12883"/>
                    </a:cubicBezTo>
                    <a:cubicBezTo>
                      <a:pt x="11544" y="19271"/>
                      <a:pt x="6406" y="24481"/>
                      <a:pt x="0" y="24570"/>
                    </a:cubicBezTo>
                    <a:lnTo>
                      <a:pt x="0" y="25747"/>
                    </a:lnTo>
                    <a:cubicBezTo>
                      <a:pt x="7048" y="25658"/>
                      <a:pt x="12704" y="19913"/>
                      <a:pt x="12704" y="12883"/>
                    </a:cubicBezTo>
                    <a:cubicBezTo>
                      <a:pt x="12704" y="5835"/>
                      <a:pt x="7048" y="9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4" name="Google Shape;683;p25">
                <a:extLst>
                  <a:ext uri="{FF2B5EF4-FFF2-40B4-BE49-F238E27FC236}">
                    <a16:creationId xmlns:a16="http://schemas.microsoft.com/office/drawing/2014/main" id="{22A7EDC8-7B8F-61C2-0A12-45A72B213679}"/>
                  </a:ext>
                </a:extLst>
              </p:cNvPr>
              <p:cNvSpPr/>
              <p:nvPr/>
            </p:nvSpPr>
            <p:spPr>
              <a:xfrm>
                <a:off x="3029120" y="4192288"/>
                <a:ext cx="828243" cy="796834"/>
              </a:xfrm>
              <a:custGeom>
                <a:avLst/>
                <a:gdLst/>
                <a:ahLst/>
                <a:cxnLst/>
                <a:rect l="l" t="t" r="r" b="b"/>
                <a:pathLst>
                  <a:path w="26765" h="25750" extrusionOk="0">
                    <a:moveTo>
                      <a:pt x="12880" y="0"/>
                    </a:moveTo>
                    <a:cubicBezTo>
                      <a:pt x="11220" y="0"/>
                      <a:pt x="9548" y="321"/>
                      <a:pt x="7958" y="983"/>
                    </a:cubicBezTo>
                    <a:cubicBezTo>
                      <a:pt x="3140" y="2982"/>
                      <a:pt x="0" y="7674"/>
                      <a:pt x="0" y="12885"/>
                    </a:cubicBezTo>
                    <a:lnTo>
                      <a:pt x="1178" y="12885"/>
                    </a:lnTo>
                    <a:cubicBezTo>
                      <a:pt x="1178" y="6408"/>
                      <a:pt x="6423" y="1180"/>
                      <a:pt x="12882" y="1180"/>
                    </a:cubicBezTo>
                    <a:cubicBezTo>
                      <a:pt x="12937" y="1179"/>
                      <a:pt x="12991" y="1179"/>
                      <a:pt x="13046" y="1179"/>
                    </a:cubicBezTo>
                    <a:cubicBezTo>
                      <a:pt x="19484" y="1179"/>
                      <a:pt x="24748" y="6409"/>
                      <a:pt x="24748" y="12885"/>
                    </a:cubicBezTo>
                    <a:cubicBezTo>
                      <a:pt x="24748" y="19343"/>
                      <a:pt x="19484" y="24573"/>
                      <a:pt x="13046" y="24573"/>
                    </a:cubicBezTo>
                    <a:cubicBezTo>
                      <a:pt x="12991" y="24573"/>
                      <a:pt x="12937" y="24572"/>
                      <a:pt x="12882" y="24571"/>
                    </a:cubicBezTo>
                    <a:lnTo>
                      <a:pt x="12882" y="25749"/>
                    </a:lnTo>
                    <a:cubicBezTo>
                      <a:pt x="18093" y="25749"/>
                      <a:pt x="22785" y="22609"/>
                      <a:pt x="24766" y="17809"/>
                    </a:cubicBezTo>
                    <a:cubicBezTo>
                      <a:pt x="26764" y="12992"/>
                      <a:pt x="25658" y="7460"/>
                      <a:pt x="21982" y="3767"/>
                    </a:cubicBezTo>
                    <a:cubicBezTo>
                      <a:pt x="19524" y="1309"/>
                      <a:pt x="16229" y="0"/>
                      <a:pt x="12880" y="0"/>
                    </a:cubicBezTo>
                    <a:close/>
                  </a:path>
                </a:pathLst>
              </a:custGeom>
              <a:solidFill>
                <a:srgbClr val="E8A3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5" name="Google Shape;684;p25">
                <a:extLst>
                  <a:ext uri="{FF2B5EF4-FFF2-40B4-BE49-F238E27FC236}">
                    <a16:creationId xmlns:a16="http://schemas.microsoft.com/office/drawing/2014/main" id="{B3A0A701-17B9-EC5E-9E17-5B96792A11DC}"/>
                  </a:ext>
                </a:extLst>
              </p:cNvPr>
              <p:cNvSpPr/>
              <p:nvPr/>
            </p:nvSpPr>
            <p:spPr>
              <a:xfrm>
                <a:off x="3029120" y="4192350"/>
                <a:ext cx="828243" cy="796834"/>
              </a:xfrm>
              <a:custGeom>
                <a:avLst/>
                <a:gdLst/>
                <a:ahLst/>
                <a:cxnLst/>
                <a:rect l="l" t="t" r="r" b="b"/>
                <a:pathLst>
                  <a:path w="26765" h="25750" extrusionOk="0">
                    <a:moveTo>
                      <a:pt x="12882" y="0"/>
                    </a:moveTo>
                    <a:lnTo>
                      <a:pt x="12882" y="1178"/>
                    </a:lnTo>
                    <a:cubicBezTo>
                      <a:pt x="17611" y="1178"/>
                      <a:pt x="21875" y="4015"/>
                      <a:pt x="23695" y="8404"/>
                    </a:cubicBezTo>
                    <a:cubicBezTo>
                      <a:pt x="25497" y="12775"/>
                      <a:pt x="24498" y="17807"/>
                      <a:pt x="21161" y="21144"/>
                    </a:cubicBezTo>
                    <a:cubicBezTo>
                      <a:pt x="18915" y="23390"/>
                      <a:pt x="15917" y="24580"/>
                      <a:pt x="12868" y="24580"/>
                    </a:cubicBezTo>
                    <a:cubicBezTo>
                      <a:pt x="11364" y="24580"/>
                      <a:pt x="9848" y="24290"/>
                      <a:pt x="8404" y="23695"/>
                    </a:cubicBezTo>
                    <a:cubicBezTo>
                      <a:pt x="4033" y="21875"/>
                      <a:pt x="1178" y="17611"/>
                      <a:pt x="1178" y="12883"/>
                    </a:cubicBezTo>
                    <a:lnTo>
                      <a:pt x="0" y="12883"/>
                    </a:lnTo>
                    <a:cubicBezTo>
                      <a:pt x="0" y="18075"/>
                      <a:pt x="3140" y="22767"/>
                      <a:pt x="7958" y="24766"/>
                    </a:cubicBezTo>
                    <a:cubicBezTo>
                      <a:pt x="9548" y="25428"/>
                      <a:pt x="11220" y="25749"/>
                      <a:pt x="12880" y="25749"/>
                    </a:cubicBezTo>
                    <a:cubicBezTo>
                      <a:pt x="16229" y="25749"/>
                      <a:pt x="19524" y="24440"/>
                      <a:pt x="21982" y="21982"/>
                    </a:cubicBezTo>
                    <a:cubicBezTo>
                      <a:pt x="25658" y="18289"/>
                      <a:pt x="26764" y="12758"/>
                      <a:pt x="24766" y="7940"/>
                    </a:cubicBezTo>
                    <a:cubicBezTo>
                      <a:pt x="22785" y="3140"/>
                      <a:pt x="18093" y="0"/>
                      <a:pt x="1288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6" name="Google Shape;685;p25">
                <a:extLst>
                  <a:ext uri="{FF2B5EF4-FFF2-40B4-BE49-F238E27FC236}">
                    <a16:creationId xmlns:a16="http://schemas.microsoft.com/office/drawing/2014/main" id="{3F09C223-B387-3411-E1CE-EF2EDA78A80F}"/>
                  </a:ext>
                </a:extLst>
              </p:cNvPr>
              <p:cNvSpPr/>
              <p:nvPr/>
            </p:nvSpPr>
            <p:spPr>
              <a:xfrm>
                <a:off x="3145596" y="4308825"/>
                <a:ext cx="563787" cy="563787"/>
              </a:xfrm>
              <a:custGeom>
                <a:avLst/>
                <a:gdLst/>
                <a:ahLst/>
                <a:cxnLst/>
                <a:rect l="l" t="t" r="r" b="b"/>
                <a:pathLst>
                  <a:path w="18219" h="18219" extrusionOk="0">
                    <a:moveTo>
                      <a:pt x="9118" y="1"/>
                    </a:moveTo>
                    <a:cubicBezTo>
                      <a:pt x="4087" y="1"/>
                      <a:pt x="1" y="4087"/>
                      <a:pt x="1" y="9101"/>
                    </a:cubicBezTo>
                    <a:cubicBezTo>
                      <a:pt x="1" y="14132"/>
                      <a:pt x="4087" y="18218"/>
                      <a:pt x="9118" y="18218"/>
                    </a:cubicBezTo>
                    <a:cubicBezTo>
                      <a:pt x="14150" y="18218"/>
                      <a:pt x="18218" y="14132"/>
                      <a:pt x="18218" y="9101"/>
                    </a:cubicBezTo>
                    <a:cubicBezTo>
                      <a:pt x="18218" y="4087"/>
                      <a:pt x="14150" y="1"/>
                      <a:pt x="91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03</a:t>
                </a:r>
                <a:endPara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7" name="Google Shape;686;p25">
                <a:extLst>
                  <a:ext uri="{FF2B5EF4-FFF2-40B4-BE49-F238E27FC236}">
                    <a16:creationId xmlns:a16="http://schemas.microsoft.com/office/drawing/2014/main" id="{A7596D1F-E190-6DE1-F9E7-05D37D9B7DC2}"/>
                  </a:ext>
                </a:extLst>
              </p:cNvPr>
              <p:cNvSpPr/>
              <p:nvPr/>
            </p:nvSpPr>
            <p:spPr>
              <a:xfrm>
                <a:off x="3821428" y="4588224"/>
                <a:ext cx="315299" cy="31"/>
              </a:xfrm>
              <a:custGeom>
                <a:avLst/>
                <a:gdLst/>
                <a:ahLst/>
                <a:cxnLst/>
                <a:rect l="l" t="t" r="r" b="b"/>
                <a:pathLst>
                  <a:path w="10189" h="1" fill="none" extrusionOk="0">
                    <a:moveTo>
                      <a:pt x="0" y="0"/>
                    </a:moveTo>
                    <a:lnTo>
                      <a:pt x="10188" y="0"/>
                    </a:lnTo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8" name="Google Shape;687;p25">
                <a:extLst>
                  <a:ext uri="{FF2B5EF4-FFF2-40B4-BE49-F238E27FC236}">
                    <a16:creationId xmlns:a16="http://schemas.microsoft.com/office/drawing/2014/main" id="{57F5BE41-C623-62F7-558F-85202F389A2B}"/>
                  </a:ext>
                </a:extLst>
              </p:cNvPr>
              <p:cNvSpPr/>
              <p:nvPr/>
            </p:nvSpPr>
            <p:spPr>
              <a:xfrm>
                <a:off x="4136692" y="4546820"/>
                <a:ext cx="87822" cy="87822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838" fill="none" extrusionOk="0">
                    <a:moveTo>
                      <a:pt x="2837" y="1410"/>
                    </a:moveTo>
                    <a:cubicBezTo>
                      <a:pt x="2837" y="2195"/>
                      <a:pt x="2195" y="2837"/>
                      <a:pt x="1428" y="2837"/>
                    </a:cubicBezTo>
                    <a:cubicBezTo>
                      <a:pt x="643" y="2837"/>
                      <a:pt x="0" y="2195"/>
                      <a:pt x="0" y="1410"/>
                    </a:cubicBezTo>
                    <a:cubicBezTo>
                      <a:pt x="0" y="642"/>
                      <a:pt x="643" y="0"/>
                      <a:pt x="1428" y="0"/>
                    </a:cubicBezTo>
                    <a:cubicBezTo>
                      <a:pt x="2195" y="0"/>
                      <a:pt x="2837" y="642"/>
                      <a:pt x="2837" y="1410"/>
                    </a:cubicBezTo>
                    <a:close/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9" name="Google Shape;688;p25">
                <a:extLst>
                  <a:ext uri="{FF2B5EF4-FFF2-40B4-BE49-F238E27FC236}">
                    <a16:creationId xmlns:a16="http://schemas.microsoft.com/office/drawing/2014/main" id="{04E208DE-20D1-885D-354F-C8438C3AE7A4}"/>
                  </a:ext>
                </a:extLst>
              </p:cNvPr>
              <p:cNvSpPr/>
              <p:nvPr/>
            </p:nvSpPr>
            <p:spPr>
              <a:xfrm>
                <a:off x="3893746" y="5387153"/>
                <a:ext cx="563756" cy="563756"/>
              </a:xfrm>
              <a:custGeom>
                <a:avLst/>
                <a:gdLst/>
                <a:ahLst/>
                <a:cxnLst/>
                <a:rect l="l" t="t" r="r" b="b"/>
                <a:pathLst>
                  <a:path w="18218" h="18218" extrusionOk="0">
                    <a:moveTo>
                      <a:pt x="9118" y="1"/>
                    </a:moveTo>
                    <a:cubicBezTo>
                      <a:pt x="4087" y="1"/>
                      <a:pt x="1" y="4087"/>
                      <a:pt x="1" y="9118"/>
                    </a:cubicBezTo>
                    <a:cubicBezTo>
                      <a:pt x="1" y="14132"/>
                      <a:pt x="4087" y="18218"/>
                      <a:pt x="9118" y="18218"/>
                    </a:cubicBezTo>
                    <a:cubicBezTo>
                      <a:pt x="14132" y="18218"/>
                      <a:pt x="18218" y="14132"/>
                      <a:pt x="18218" y="9118"/>
                    </a:cubicBezTo>
                    <a:cubicBezTo>
                      <a:pt x="18218" y="4087"/>
                      <a:pt x="14132" y="1"/>
                      <a:pt x="91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"/>
                    <a:cs typeface="Fira Sans"/>
                    <a:sym typeface="Fira Sans"/>
                  </a:rPr>
                  <a:t>04</a:t>
                </a:r>
                <a:endPara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0" name="Google Shape;689;p25">
                <a:extLst>
                  <a:ext uri="{FF2B5EF4-FFF2-40B4-BE49-F238E27FC236}">
                    <a16:creationId xmlns:a16="http://schemas.microsoft.com/office/drawing/2014/main" id="{5FAAAAA6-5974-C683-A42F-96867ABA647D}"/>
                  </a:ext>
                </a:extLst>
              </p:cNvPr>
              <p:cNvSpPr/>
              <p:nvPr/>
            </p:nvSpPr>
            <p:spPr>
              <a:xfrm>
                <a:off x="4569577" y="5666521"/>
                <a:ext cx="315299" cy="31"/>
              </a:xfrm>
              <a:custGeom>
                <a:avLst/>
                <a:gdLst/>
                <a:ahLst/>
                <a:cxnLst/>
                <a:rect l="l" t="t" r="r" b="b"/>
                <a:pathLst>
                  <a:path w="10189" h="1" fill="none" extrusionOk="0">
                    <a:moveTo>
                      <a:pt x="0" y="1"/>
                    </a:moveTo>
                    <a:lnTo>
                      <a:pt x="10188" y="1"/>
                    </a:lnTo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1" name="Google Shape;690;p25">
                <a:extLst>
                  <a:ext uri="{FF2B5EF4-FFF2-40B4-BE49-F238E27FC236}">
                    <a16:creationId xmlns:a16="http://schemas.microsoft.com/office/drawing/2014/main" id="{05B90C69-2D64-FC4A-8CA1-BBF1DFD7F972}"/>
                  </a:ext>
                </a:extLst>
              </p:cNvPr>
              <p:cNvSpPr/>
              <p:nvPr/>
            </p:nvSpPr>
            <p:spPr>
              <a:xfrm>
                <a:off x="4884842" y="5625675"/>
                <a:ext cx="87822" cy="87265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820" fill="none" extrusionOk="0">
                    <a:moveTo>
                      <a:pt x="2837" y="1410"/>
                    </a:moveTo>
                    <a:cubicBezTo>
                      <a:pt x="2837" y="2177"/>
                      <a:pt x="2195" y="2820"/>
                      <a:pt x="1410" y="2820"/>
                    </a:cubicBezTo>
                    <a:cubicBezTo>
                      <a:pt x="643" y="2820"/>
                      <a:pt x="0" y="2177"/>
                      <a:pt x="0" y="1410"/>
                    </a:cubicBezTo>
                    <a:cubicBezTo>
                      <a:pt x="0" y="625"/>
                      <a:pt x="643" y="1"/>
                      <a:pt x="1410" y="1"/>
                    </a:cubicBezTo>
                    <a:cubicBezTo>
                      <a:pt x="2195" y="1"/>
                      <a:pt x="2837" y="625"/>
                      <a:pt x="2837" y="1410"/>
                    </a:cubicBezTo>
                    <a:close/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2" name="Google Shape;691;p25">
                <a:extLst>
                  <a:ext uri="{FF2B5EF4-FFF2-40B4-BE49-F238E27FC236}">
                    <a16:creationId xmlns:a16="http://schemas.microsoft.com/office/drawing/2014/main" id="{658FF38E-E5C2-E442-1CB1-FDFF541165F7}"/>
                  </a:ext>
                </a:extLst>
              </p:cNvPr>
              <p:cNvSpPr/>
              <p:nvPr/>
            </p:nvSpPr>
            <p:spPr>
              <a:xfrm>
                <a:off x="3745768" y="5270647"/>
                <a:ext cx="828243" cy="796834"/>
              </a:xfrm>
              <a:custGeom>
                <a:avLst/>
                <a:gdLst/>
                <a:ahLst/>
                <a:cxnLst/>
                <a:rect l="l" t="t" r="r" b="b"/>
                <a:pathLst>
                  <a:path w="26765" h="25750" extrusionOk="0">
                    <a:moveTo>
                      <a:pt x="13890" y="1173"/>
                    </a:moveTo>
                    <a:cubicBezTo>
                      <a:pt x="15403" y="1173"/>
                      <a:pt x="16928" y="1467"/>
                      <a:pt x="18379" y="2071"/>
                    </a:cubicBezTo>
                    <a:cubicBezTo>
                      <a:pt x="22750" y="3873"/>
                      <a:pt x="25605" y="8137"/>
                      <a:pt x="25605" y="12883"/>
                    </a:cubicBezTo>
                    <a:cubicBezTo>
                      <a:pt x="25587" y="19342"/>
                      <a:pt x="20359" y="24570"/>
                      <a:pt x="13900" y="24570"/>
                    </a:cubicBezTo>
                    <a:cubicBezTo>
                      <a:pt x="9154" y="24570"/>
                      <a:pt x="4890" y="21733"/>
                      <a:pt x="3088" y="17362"/>
                    </a:cubicBezTo>
                    <a:cubicBezTo>
                      <a:pt x="1268" y="12990"/>
                      <a:pt x="2267" y="7941"/>
                      <a:pt x="5621" y="4604"/>
                    </a:cubicBezTo>
                    <a:cubicBezTo>
                      <a:pt x="7851" y="2363"/>
                      <a:pt x="10845" y="1173"/>
                      <a:pt x="13890" y="1173"/>
                    </a:cubicBezTo>
                    <a:close/>
                    <a:moveTo>
                      <a:pt x="13900" y="1"/>
                    </a:moveTo>
                    <a:cubicBezTo>
                      <a:pt x="8690" y="1"/>
                      <a:pt x="3998" y="3141"/>
                      <a:pt x="1999" y="7959"/>
                    </a:cubicBezTo>
                    <a:cubicBezTo>
                      <a:pt x="1" y="12758"/>
                      <a:pt x="1107" y="18307"/>
                      <a:pt x="4801" y="21983"/>
                    </a:cubicBezTo>
                    <a:cubicBezTo>
                      <a:pt x="7258" y="24441"/>
                      <a:pt x="10546" y="25750"/>
                      <a:pt x="13895" y="25750"/>
                    </a:cubicBezTo>
                    <a:cubicBezTo>
                      <a:pt x="15554" y="25750"/>
                      <a:pt x="17229" y="25428"/>
                      <a:pt x="18825" y="24766"/>
                    </a:cubicBezTo>
                    <a:cubicBezTo>
                      <a:pt x="23624" y="22786"/>
                      <a:pt x="26765" y="18075"/>
                      <a:pt x="26765" y="12883"/>
                    </a:cubicBezTo>
                    <a:cubicBezTo>
                      <a:pt x="26765" y="5764"/>
                      <a:pt x="21002" y="19"/>
                      <a:pt x="1390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3" name="Google Shape;692;p25">
                <a:extLst>
                  <a:ext uri="{FF2B5EF4-FFF2-40B4-BE49-F238E27FC236}">
                    <a16:creationId xmlns:a16="http://schemas.microsoft.com/office/drawing/2014/main" id="{35DDE050-D6EC-9A39-069F-C53E0CBA47A6}"/>
                  </a:ext>
                </a:extLst>
              </p:cNvPr>
              <p:cNvSpPr/>
              <p:nvPr/>
            </p:nvSpPr>
            <p:spPr>
              <a:xfrm>
                <a:off x="2526671" y="2442090"/>
                <a:ext cx="315299" cy="31"/>
              </a:xfrm>
              <a:custGeom>
                <a:avLst/>
                <a:gdLst/>
                <a:ahLst/>
                <a:cxnLst/>
                <a:rect l="l" t="t" r="r" b="b"/>
                <a:pathLst>
                  <a:path w="10189" h="1" fill="none" extrusionOk="0">
                    <a:moveTo>
                      <a:pt x="0" y="0"/>
                    </a:moveTo>
                    <a:lnTo>
                      <a:pt x="10188" y="0"/>
                    </a:lnTo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4" name="Google Shape;693;p25">
                <a:extLst>
                  <a:ext uri="{FF2B5EF4-FFF2-40B4-BE49-F238E27FC236}">
                    <a16:creationId xmlns:a16="http://schemas.microsoft.com/office/drawing/2014/main" id="{038AA0D7-F03C-87D0-DF89-C55F80DA5581}"/>
                  </a:ext>
                </a:extLst>
              </p:cNvPr>
              <p:cNvSpPr/>
              <p:nvPr/>
            </p:nvSpPr>
            <p:spPr>
              <a:xfrm>
                <a:off x="2841936" y="2400655"/>
                <a:ext cx="87822" cy="87822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2838" fill="none" extrusionOk="0">
                    <a:moveTo>
                      <a:pt x="2837" y="1410"/>
                    </a:moveTo>
                    <a:cubicBezTo>
                      <a:pt x="2837" y="2195"/>
                      <a:pt x="2195" y="2838"/>
                      <a:pt x="1428" y="2838"/>
                    </a:cubicBezTo>
                    <a:cubicBezTo>
                      <a:pt x="643" y="2838"/>
                      <a:pt x="0" y="2195"/>
                      <a:pt x="0" y="1410"/>
                    </a:cubicBezTo>
                    <a:cubicBezTo>
                      <a:pt x="0" y="643"/>
                      <a:pt x="643" y="1"/>
                      <a:pt x="1428" y="1"/>
                    </a:cubicBezTo>
                    <a:cubicBezTo>
                      <a:pt x="2195" y="1"/>
                      <a:pt x="2837" y="643"/>
                      <a:pt x="2837" y="1410"/>
                    </a:cubicBezTo>
                    <a:close/>
                  </a:path>
                </a:pathLst>
              </a:custGeom>
              <a:noFill/>
              <a:ln w="11150" cap="flat" cmpd="sng">
                <a:solidFill>
                  <a:srgbClr val="3F6979"/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5" name="Google Shape;694;p25">
                <a:extLst>
                  <a:ext uri="{FF2B5EF4-FFF2-40B4-BE49-F238E27FC236}">
                    <a16:creationId xmlns:a16="http://schemas.microsoft.com/office/drawing/2014/main" id="{2058FEDD-C750-7114-26EE-C54FEA9ABAAD}"/>
                  </a:ext>
                </a:extLst>
              </p:cNvPr>
              <p:cNvSpPr/>
              <p:nvPr/>
            </p:nvSpPr>
            <p:spPr>
              <a:xfrm>
                <a:off x="3037922" y="2041229"/>
                <a:ext cx="5560585" cy="806705"/>
              </a:xfrm>
              <a:custGeom>
                <a:avLst/>
                <a:gdLst/>
                <a:ahLst/>
                <a:cxnLst/>
                <a:rect l="l" t="t" r="r" b="b"/>
                <a:pathLst>
                  <a:path w="58936" h="26069" extrusionOk="0">
                    <a:moveTo>
                      <a:pt x="822" y="0"/>
                    </a:moveTo>
                    <a:cubicBezTo>
                      <a:pt x="376" y="0"/>
                      <a:pt x="1" y="357"/>
                      <a:pt x="1" y="803"/>
                    </a:cubicBezTo>
                    <a:lnTo>
                      <a:pt x="1" y="25248"/>
                    </a:lnTo>
                    <a:cubicBezTo>
                      <a:pt x="1" y="25711"/>
                      <a:pt x="376" y="26068"/>
                      <a:pt x="822" y="26068"/>
                    </a:cubicBezTo>
                    <a:lnTo>
                      <a:pt x="58132" y="26068"/>
                    </a:lnTo>
                    <a:cubicBezTo>
                      <a:pt x="58578" y="26068"/>
                      <a:pt x="58935" y="25711"/>
                      <a:pt x="58935" y="25248"/>
                    </a:cubicBezTo>
                    <a:lnTo>
                      <a:pt x="58935" y="803"/>
                    </a:lnTo>
                    <a:cubicBezTo>
                      <a:pt x="58935" y="357"/>
                      <a:pt x="58578" y="0"/>
                      <a:pt x="581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85725" dist="9525" dir="1739999" algn="bl" rotWithShape="0">
                  <a:srgbClr val="000000">
                    <a:alpha val="80000"/>
                  </a:srgbClr>
                </a:outerShdw>
                <a:reflection endPos="1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ora" pitchFamily="2" charset="0"/>
                </a:endParaRPr>
              </a:p>
            </p:txBody>
          </p:sp>
          <p:grpSp>
            <p:nvGrpSpPr>
              <p:cNvPr id="26" name="Google Shape;695;p25">
                <a:extLst>
                  <a:ext uri="{FF2B5EF4-FFF2-40B4-BE49-F238E27FC236}">
                    <a16:creationId xmlns:a16="http://schemas.microsoft.com/office/drawing/2014/main" id="{CBBE445F-1062-BEFD-D9CA-AF96259C269A}"/>
                  </a:ext>
                </a:extLst>
              </p:cNvPr>
              <p:cNvGrpSpPr/>
              <p:nvPr/>
            </p:nvGrpSpPr>
            <p:grpSpPr>
              <a:xfrm>
                <a:off x="7680565" y="1879454"/>
                <a:ext cx="332968" cy="332968"/>
                <a:chOff x="5319938" y="407800"/>
                <a:chExt cx="332968" cy="332968"/>
              </a:xfrm>
            </p:grpSpPr>
            <p:sp>
              <p:nvSpPr>
                <p:cNvPr id="49" name="Google Shape;696;p25">
                  <a:extLst>
                    <a:ext uri="{FF2B5EF4-FFF2-40B4-BE49-F238E27FC236}">
                      <a16:creationId xmlns:a16="http://schemas.microsoft.com/office/drawing/2014/main" id="{35C43270-0D42-2915-E70A-2621CD9349A1}"/>
                    </a:ext>
                  </a:extLst>
                </p:cNvPr>
                <p:cNvSpPr/>
                <p:nvPr/>
              </p:nvSpPr>
              <p:spPr>
                <a:xfrm>
                  <a:off x="5319938" y="407800"/>
                  <a:ext cx="332968" cy="33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0" h="10760" extrusionOk="0">
                      <a:moveTo>
                        <a:pt x="5389" y="0"/>
                      </a:moveTo>
                      <a:cubicBezTo>
                        <a:pt x="2409" y="0"/>
                        <a:pt x="1" y="2409"/>
                        <a:pt x="1" y="5389"/>
                      </a:cubicBezTo>
                      <a:cubicBezTo>
                        <a:pt x="1" y="8351"/>
                        <a:pt x="2409" y="10759"/>
                        <a:pt x="5389" y="10759"/>
                      </a:cubicBezTo>
                      <a:cubicBezTo>
                        <a:pt x="8351" y="10759"/>
                        <a:pt x="10760" y="8351"/>
                        <a:pt x="10760" y="5389"/>
                      </a:cubicBezTo>
                      <a:cubicBezTo>
                        <a:pt x="10760" y="2409"/>
                        <a:pt x="8351" y="0"/>
                        <a:pt x="53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50" name="Google Shape;697;p25">
                  <a:extLst>
                    <a:ext uri="{FF2B5EF4-FFF2-40B4-BE49-F238E27FC236}">
                      <a16:creationId xmlns:a16="http://schemas.microsoft.com/office/drawing/2014/main" id="{5C7D4FFA-5921-B8CD-CCA9-72F647245D8B}"/>
                    </a:ext>
                  </a:extLst>
                </p:cNvPr>
                <p:cNvSpPr/>
                <p:nvPr/>
              </p:nvSpPr>
              <p:spPr>
                <a:xfrm>
                  <a:off x="5374215" y="509391"/>
                  <a:ext cx="177098" cy="151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3" h="4905" extrusionOk="0">
                      <a:moveTo>
                        <a:pt x="3274" y="0"/>
                      </a:moveTo>
                      <a:cubicBezTo>
                        <a:pt x="1094" y="0"/>
                        <a:pt x="0" y="2629"/>
                        <a:pt x="1530" y="4176"/>
                      </a:cubicBezTo>
                      <a:cubicBezTo>
                        <a:pt x="2033" y="4679"/>
                        <a:pt x="2652" y="4905"/>
                        <a:pt x="3257" y="4905"/>
                      </a:cubicBezTo>
                      <a:cubicBezTo>
                        <a:pt x="4518" y="4905"/>
                        <a:pt x="5723" y="3927"/>
                        <a:pt x="5723" y="2445"/>
                      </a:cubicBezTo>
                      <a:lnTo>
                        <a:pt x="3296" y="2445"/>
                      </a:lnTo>
                      <a:lnTo>
                        <a:pt x="3296" y="0"/>
                      </a:lnTo>
                      <a:cubicBezTo>
                        <a:pt x="3289" y="0"/>
                        <a:pt x="3281" y="0"/>
                        <a:pt x="327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27" name="Google Shape;698;p25">
                <a:extLst>
                  <a:ext uri="{FF2B5EF4-FFF2-40B4-BE49-F238E27FC236}">
                    <a16:creationId xmlns:a16="http://schemas.microsoft.com/office/drawing/2014/main" id="{0B6F9964-C212-0AE7-C8B0-161AAEF8C731}"/>
                  </a:ext>
                </a:extLst>
              </p:cNvPr>
              <p:cNvSpPr/>
              <p:nvPr/>
            </p:nvSpPr>
            <p:spPr>
              <a:xfrm>
                <a:off x="7869176" y="1956056"/>
                <a:ext cx="75661" cy="75104"/>
              </a:xfrm>
              <a:custGeom>
                <a:avLst/>
                <a:gdLst/>
                <a:ahLst/>
                <a:cxnLst/>
                <a:rect l="l" t="t" r="r" b="b"/>
                <a:pathLst>
                  <a:path w="2445" h="2427" extrusionOk="0">
                    <a:moveTo>
                      <a:pt x="0" y="0"/>
                    </a:moveTo>
                    <a:lnTo>
                      <a:pt x="0" y="2427"/>
                    </a:lnTo>
                    <a:lnTo>
                      <a:pt x="2444" y="2427"/>
                    </a:lnTo>
                    <a:cubicBezTo>
                      <a:pt x="2444" y="1089"/>
                      <a:pt x="1338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28" name="Google Shape;699;p25">
                <a:extLst>
                  <a:ext uri="{FF2B5EF4-FFF2-40B4-BE49-F238E27FC236}">
                    <a16:creationId xmlns:a16="http://schemas.microsoft.com/office/drawing/2014/main" id="{B1A3BC88-FECD-7AB5-6697-24769E2F6036}"/>
                  </a:ext>
                </a:extLst>
              </p:cNvPr>
              <p:cNvSpPr/>
              <p:nvPr/>
            </p:nvSpPr>
            <p:spPr>
              <a:xfrm>
                <a:off x="3824066" y="3127265"/>
                <a:ext cx="5560490" cy="807262"/>
              </a:xfrm>
              <a:custGeom>
                <a:avLst/>
                <a:gdLst/>
                <a:ahLst/>
                <a:cxnLst/>
                <a:rect l="l" t="t" r="r" b="b"/>
                <a:pathLst>
                  <a:path w="58935" h="26087" extrusionOk="0">
                    <a:moveTo>
                      <a:pt x="803" y="1"/>
                    </a:moveTo>
                    <a:cubicBezTo>
                      <a:pt x="357" y="1"/>
                      <a:pt x="0" y="375"/>
                      <a:pt x="0" y="821"/>
                    </a:cubicBezTo>
                    <a:lnTo>
                      <a:pt x="0" y="25266"/>
                    </a:lnTo>
                    <a:cubicBezTo>
                      <a:pt x="0" y="25712"/>
                      <a:pt x="357" y="26087"/>
                      <a:pt x="803" y="26087"/>
                    </a:cubicBezTo>
                    <a:lnTo>
                      <a:pt x="58114" y="26087"/>
                    </a:lnTo>
                    <a:cubicBezTo>
                      <a:pt x="58560" y="26087"/>
                      <a:pt x="58934" y="25712"/>
                      <a:pt x="58934" y="25266"/>
                    </a:cubicBezTo>
                    <a:lnTo>
                      <a:pt x="58934" y="821"/>
                    </a:lnTo>
                    <a:cubicBezTo>
                      <a:pt x="58934" y="375"/>
                      <a:pt x="58560" y="1"/>
                      <a:pt x="581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9525" dir="360000" algn="bl" rotWithShape="0">
                  <a:srgbClr val="000000">
                    <a:alpha val="78000"/>
                  </a:srgbClr>
                </a:outerShdw>
                <a:reflection endPos="1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29" name="Google Shape;700;p25">
                <a:extLst>
                  <a:ext uri="{FF2B5EF4-FFF2-40B4-BE49-F238E27FC236}">
                    <a16:creationId xmlns:a16="http://schemas.microsoft.com/office/drawing/2014/main" id="{7F34DE87-4A00-1AFC-C901-BA272C8CD110}"/>
                  </a:ext>
                </a:extLst>
              </p:cNvPr>
              <p:cNvGrpSpPr/>
              <p:nvPr/>
            </p:nvGrpSpPr>
            <p:grpSpPr>
              <a:xfrm>
                <a:off x="8485017" y="2966044"/>
                <a:ext cx="333525" cy="332968"/>
                <a:chOff x="6048190" y="1494390"/>
                <a:chExt cx="333525" cy="332968"/>
              </a:xfrm>
            </p:grpSpPr>
            <p:sp>
              <p:nvSpPr>
                <p:cNvPr id="47" name="Google Shape;701;p25">
                  <a:extLst>
                    <a:ext uri="{FF2B5EF4-FFF2-40B4-BE49-F238E27FC236}">
                      <a16:creationId xmlns:a16="http://schemas.microsoft.com/office/drawing/2014/main" id="{D9986655-B4B9-02CA-F62C-98F87D858D7B}"/>
                    </a:ext>
                  </a:extLst>
                </p:cNvPr>
                <p:cNvSpPr/>
                <p:nvPr/>
              </p:nvSpPr>
              <p:spPr>
                <a:xfrm>
                  <a:off x="6048190" y="1494390"/>
                  <a:ext cx="333525" cy="33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8" h="10760" extrusionOk="0">
                      <a:moveTo>
                        <a:pt x="5389" y="1"/>
                      </a:moveTo>
                      <a:cubicBezTo>
                        <a:pt x="2410" y="1"/>
                        <a:pt x="1" y="2409"/>
                        <a:pt x="1" y="5371"/>
                      </a:cubicBezTo>
                      <a:cubicBezTo>
                        <a:pt x="1" y="8351"/>
                        <a:pt x="2410" y="10760"/>
                        <a:pt x="5389" y="10760"/>
                      </a:cubicBezTo>
                      <a:cubicBezTo>
                        <a:pt x="8369" y="10760"/>
                        <a:pt x="10778" y="8351"/>
                        <a:pt x="10778" y="5371"/>
                      </a:cubicBezTo>
                      <a:cubicBezTo>
                        <a:pt x="10778" y="2409"/>
                        <a:pt x="8369" y="1"/>
                        <a:pt x="538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latin typeface="Lora" pitchFamily="2" charset="0"/>
                  </a:endParaRPr>
                </a:p>
              </p:txBody>
            </p:sp>
            <p:sp>
              <p:nvSpPr>
                <p:cNvPr id="48" name="Google Shape;702;p25">
                  <a:extLst>
                    <a:ext uri="{FF2B5EF4-FFF2-40B4-BE49-F238E27FC236}">
                      <a16:creationId xmlns:a16="http://schemas.microsoft.com/office/drawing/2014/main" id="{3817D18B-87BC-C099-266B-DE8E47DCDACB}"/>
                    </a:ext>
                  </a:extLst>
                </p:cNvPr>
                <p:cNvSpPr/>
                <p:nvPr/>
              </p:nvSpPr>
              <p:spPr>
                <a:xfrm>
                  <a:off x="6126047" y="1571690"/>
                  <a:ext cx="176727" cy="177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1" h="5729" extrusionOk="0">
                      <a:moveTo>
                        <a:pt x="2851" y="1739"/>
                      </a:moveTo>
                      <a:cubicBezTo>
                        <a:pt x="3439" y="1739"/>
                        <a:pt x="3998" y="2195"/>
                        <a:pt x="3998" y="2873"/>
                      </a:cubicBezTo>
                      <a:cubicBezTo>
                        <a:pt x="3998" y="3498"/>
                        <a:pt x="3498" y="3997"/>
                        <a:pt x="2873" y="4015"/>
                      </a:cubicBezTo>
                      <a:lnTo>
                        <a:pt x="2856" y="4015"/>
                      </a:lnTo>
                      <a:cubicBezTo>
                        <a:pt x="1856" y="4015"/>
                        <a:pt x="1339" y="2784"/>
                        <a:pt x="2053" y="2070"/>
                      </a:cubicBezTo>
                      <a:cubicBezTo>
                        <a:pt x="2288" y="1841"/>
                        <a:pt x="2572" y="1739"/>
                        <a:pt x="2851" y="1739"/>
                      </a:cubicBezTo>
                      <a:close/>
                      <a:moveTo>
                        <a:pt x="2285" y="1"/>
                      </a:moveTo>
                      <a:cubicBezTo>
                        <a:pt x="2124" y="1"/>
                        <a:pt x="1999" y="143"/>
                        <a:pt x="1999" y="304"/>
                      </a:cubicBezTo>
                      <a:lnTo>
                        <a:pt x="1999" y="643"/>
                      </a:lnTo>
                      <a:cubicBezTo>
                        <a:pt x="1999" y="679"/>
                        <a:pt x="1981" y="696"/>
                        <a:pt x="1946" y="714"/>
                      </a:cubicBezTo>
                      <a:cubicBezTo>
                        <a:pt x="1696" y="804"/>
                        <a:pt x="1482" y="946"/>
                        <a:pt x="1285" y="1107"/>
                      </a:cubicBezTo>
                      <a:cubicBezTo>
                        <a:pt x="1268" y="1116"/>
                        <a:pt x="1250" y="1120"/>
                        <a:pt x="1234" y="1120"/>
                      </a:cubicBezTo>
                      <a:cubicBezTo>
                        <a:pt x="1219" y="1120"/>
                        <a:pt x="1205" y="1116"/>
                        <a:pt x="1196" y="1107"/>
                      </a:cubicBezTo>
                      <a:lnTo>
                        <a:pt x="964" y="982"/>
                      </a:lnTo>
                      <a:cubicBezTo>
                        <a:pt x="918" y="959"/>
                        <a:pt x="868" y="947"/>
                        <a:pt x="818" y="947"/>
                      </a:cubicBezTo>
                      <a:cubicBezTo>
                        <a:pt x="715" y="947"/>
                        <a:pt x="614" y="998"/>
                        <a:pt x="554" y="1107"/>
                      </a:cubicBezTo>
                      <a:lnTo>
                        <a:pt x="90" y="1928"/>
                      </a:lnTo>
                      <a:cubicBezTo>
                        <a:pt x="1" y="2070"/>
                        <a:pt x="54" y="2249"/>
                        <a:pt x="197" y="2338"/>
                      </a:cubicBezTo>
                      <a:lnTo>
                        <a:pt x="429" y="2481"/>
                      </a:lnTo>
                      <a:cubicBezTo>
                        <a:pt x="465" y="2499"/>
                        <a:pt x="483" y="2516"/>
                        <a:pt x="465" y="2552"/>
                      </a:cubicBezTo>
                      <a:cubicBezTo>
                        <a:pt x="447" y="2659"/>
                        <a:pt x="447" y="2766"/>
                        <a:pt x="447" y="2873"/>
                      </a:cubicBezTo>
                      <a:cubicBezTo>
                        <a:pt x="447" y="3034"/>
                        <a:pt x="465" y="3212"/>
                        <a:pt x="500" y="3373"/>
                      </a:cubicBezTo>
                      <a:cubicBezTo>
                        <a:pt x="518" y="3409"/>
                        <a:pt x="500" y="3444"/>
                        <a:pt x="465" y="3462"/>
                      </a:cubicBezTo>
                      <a:lnTo>
                        <a:pt x="286" y="3569"/>
                      </a:lnTo>
                      <a:cubicBezTo>
                        <a:pt x="144" y="3641"/>
                        <a:pt x="90" y="3819"/>
                        <a:pt x="179" y="3962"/>
                      </a:cubicBezTo>
                      <a:lnTo>
                        <a:pt x="661" y="4800"/>
                      </a:lnTo>
                      <a:cubicBezTo>
                        <a:pt x="709" y="4895"/>
                        <a:pt x="804" y="4951"/>
                        <a:pt x="909" y="4951"/>
                      </a:cubicBezTo>
                      <a:cubicBezTo>
                        <a:pt x="962" y="4951"/>
                        <a:pt x="1018" y="4937"/>
                        <a:pt x="1071" y="4907"/>
                      </a:cubicBezTo>
                      <a:lnTo>
                        <a:pt x="1339" y="4747"/>
                      </a:lnTo>
                      <a:cubicBezTo>
                        <a:pt x="1348" y="4738"/>
                        <a:pt x="1361" y="4733"/>
                        <a:pt x="1377" y="4733"/>
                      </a:cubicBezTo>
                      <a:cubicBezTo>
                        <a:pt x="1393" y="4733"/>
                        <a:pt x="1410" y="4738"/>
                        <a:pt x="1428" y="4747"/>
                      </a:cubicBezTo>
                      <a:cubicBezTo>
                        <a:pt x="1624" y="4890"/>
                        <a:pt x="1874" y="5014"/>
                        <a:pt x="2124" y="5086"/>
                      </a:cubicBezTo>
                      <a:cubicBezTo>
                        <a:pt x="2142" y="5086"/>
                        <a:pt x="2178" y="5121"/>
                        <a:pt x="2178" y="5157"/>
                      </a:cubicBezTo>
                      <a:lnTo>
                        <a:pt x="2178" y="5443"/>
                      </a:lnTo>
                      <a:cubicBezTo>
                        <a:pt x="2178" y="5603"/>
                        <a:pt x="2303" y="5728"/>
                        <a:pt x="2463" y="5728"/>
                      </a:cubicBezTo>
                      <a:lnTo>
                        <a:pt x="3427" y="5728"/>
                      </a:lnTo>
                      <a:cubicBezTo>
                        <a:pt x="3587" y="5728"/>
                        <a:pt x="3730" y="5603"/>
                        <a:pt x="3730" y="5443"/>
                      </a:cubicBezTo>
                      <a:lnTo>
                        <a:pt x="3730" y="5014"/>
                      </a:lnTo>
                      <a:cubicBezTo>
                        <a:pt x="3730" y="4979"/>
                        <a:pt x="3748" y="4961"/>
                        <a:pt x="3766" y="4943"/>
                      </a:cubicBezTo>
                      <a:cubicBezTo>
                        <a:pt x="3980" y="4854"/>
                        <a:pt x="4158" y="4729"/>
                        <a:pt x="4337" y="4568"/>
                      </a:cubicBezTo>
                      <a:cubicBezTo>
                        <a:pt x="4345" y="4559"/>
                        <a:pt x="4359" y="4555"/>
                        <a:pt x="4372" y="4555"/>
                      </a:cubicBezTo>
                      <a:cubicBezTo>
                        <a:pt x="4386" y="4555"/>
                        <a:pt x="4399" y="4559"/>
                        <a:pt x="4408" y="4568"/>
                      </a:cubicBezTo>
                      <a:lnTo>
                        <a:pt x="4747" y="4765"/>
                      </a:lnTo>
                      <a:cubicBezTo>
                        <a:pt x="4790" y="4786"/>
                        <a:pt x="4835" y="4796"/>
                        <a:pt x="4881" y="4796"/>
                      </a:cubicBezTo>
                      <a:cubicBezTo>
                        <a:pt x="4988" y="4796"/>
                        <a:pt x="5095" y="4740"/>
                        <a:pt x="5157" y="4640"/>
                      </a:cubicBezTo>
                      <a:lnTo>
                        <a:pt x="5639" y="3819"/>
                      </a:lnTo>
                      <a:cubicBezTo>
                        <a:pt x="5710" y="3676"/>
                        <a:pt x="5675" y="3498"/>
                        <a:pt x="5532" y="3409"/>
                      </a:cubicBezTo>
                      <a:lnTo>
                        <a:pt x="5122" y="3159"/>
                      </a:lnTo>
                      <a:cubicBezTo>
                        <a:pt x="5104" y="3159"/>
                        <a:pt x="5086" y="3123"/>
                        <a:pt x="5086" y="3105"/>
                      </a:cubicBezTo>
                      <a:lnTo>
                        <a:pt x="5086" y="2873"/>
                      </a:lnTo>
                      <a:cubicBezTo>
                        <a:pt x="5086" y="2731"/>
                        <a:pt x="5068" y="2588"/>
                        <a:pt x="5050" y="2463"/>
                      </a:cubicBezTo>
                      <a:cubicBezTo>
                        <a:pt x="5050" y="2427"/>
                        <a:pt x="5050" y="2392"/>
                        <a:pt x="5086" y="2392"/>
                      </a:cubicBezTo>
                      <a:lnTo>
                        <a:pt x="5443" y="2177"/>
                      </a:lnTo>
                      <a:cubicBezTo>
                        <a:pt x="5586" y="2106"/>
                        <a:pt x="5621" y="1910"/>
                        <a:pt x="5550" y="1767"/>
                      </a:cubicBezTo>
                      <a:lnTo>
                        <a:pt x="5068" y="946"/>
                      </a:lnTo>
                      <a:cubicBezTo>
                        <a:pt x="5009" y="851"/>
                        <a:pt x="4910" y="796"/>
                        <a:pt x="4808" y="796"/>
                      </a:cubicBezTo>
                      <a:cubicBezTo>
                        <a:pt x="4757" y="796"/>
                        <a:pt x="4705" y="809"/>
                        <a:pt x="4658" y="839"/>
                      </a:cubicBezTo>
                      <a:lnTo>
                        <a:pt x="4283" y="1053"/>
                      </a:lnTo>
                      <a:cubicBezTo>
                        <a:pt x="4265" y="1062"/>
                        <a:pt x="4247" y="1067"/>
                        <a:pt x="4232" y="1067"/>
                      </a:cubicBezTo>
                      <a:cubicBezTo>
                        <a:pt x="4216" y="1067"/>
                        <a:pt x="4203" y="1062"/>
                        <a:pt x="4194" y="1053"/>
                      </a:cubicBezTo>
                      <a:cubicBezTo>
                        <a:pt x="4015" y="911"/>
                        <a:pt x="3819" y="804"/>
                        <a:pt x="3605" y="714"/>
                      </a:cubicBezTo>
                      <a:cubicBezTo>
                        <a:pt x="3569" y="714"/>
                        <a:pt x="3551" y="679"/>
                        <a:pt x="3551" y="643"/>
                      </a:cubicBezTo>
                      <a:lnTo>
                        <a:pt x="3551" y="304"/>
                      </a:lnTo>
                      <a:cubicBezTo>
                        <a:pt x="3551" y="143"/>
                        <a:pt x="3409" y="1"/>
                        <a:pt x="324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30" name="Google Shape;703;p25">
                <a:extLst>
                  <a:ext uri="{FF2B5EF4-FFF2-40B4-BE49-F238E27FC236}">
                    <a16:creationId xmlns:a16="http://schemas.microsoft.com/office/drawing/2014/main" id="{469837A5-27C2-F8D6-7AE9-DB88D76173B8}"/>
                  </a:ext>
                </a:extLst>
              </p:cNvPr>
              <p:cNvSpPr/>
              <p:nvPr/>
            </p:nvSpPr>
            <p:spPr>
              <a:xfrm>
                <a:off x="4354971" y="4232875"/>
                <a:ext cx="5558792" cy="806736"/>
              </a:xfrm>
              <a:custGeom>
                <a:avLst/>
                <a:gdLst/>
                <a:ahLst/>
                <a:cxnLst/>
                <a:rect l="l" t="t" r="r" b="b"/>
                <a:pathLst>
                  <a:path w="58917" h="26070" extrusionOk="0">
                    <a:moveTo>
                      <a:pt x="803" y="1"/>
                    </a:moveTo>
                    <a:cubicBezTo>
                      <a:pt x="357" y="1"/>
                      <a:pt x="1" y="358"/>
                      <a:pt x="1" y="804"/>
                    </a:cubicBezTo>
                    <a:lnTo>
                      <a:pt x="1" y="25266"/>
                    </a:lnTo>
                    <a:cubicBezTo>
                      <a:pt x="1" y="25712"/>
                      <a:pt x="357" y="26069"/>
                      <a:pt x="803" y="26069"/>
                    </a:cubicBezTo>
                    <a:lnTo>
                      <a:pt x="58114" y="26069"/>
                    </a:lnTo>
                    <a:cubicBezTo>
                      <a:pt x="58560" y="26069"/>
                      <a:pt x="58917" y="25712"/>
                      <a:pt x="58917" y="25266"/>
                    </a:cubicBezTo>
                    <a:lnTo>
                      <a:pt x="58917" y="804"/>
                    </a:lnTo>
                    <a:cubicBezTo>
                      <a:pt x="58917" y="358"/>
                      <a:pt x="58560" y="1"/>
                      <a:pt x="581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9525" dir="360000" algn="bl" rotWithShape="0">
                  <a:srgbClr val="000000">
                    <a:alpha val="78000"/>
                  </a:srgbClr>
                </a:outerShdw>
                <a:reflection endPos="1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31" name="Google Shape;704;p25">
                <a:extLst>
                  <a:ext uri="{FF2B5EF4-FFF2-40B4-BE49-F238E27FC236}">
                    <a16:creationId xmlns:a16="http://schemas.microsoft.com/office/drawing/2014/main" id="{ECD13135-953D-8175-7574-1C20D7A8F309}"/>
                  </a:ext>
                </a:extLst>
              </p:cNvPr>
              <p:cNvGrpSpPr/>
              <p:nvPr/>
            </p:nvGrpSpPr>
            <p:grpSpPr>
              <a:xfrm>
                <a:off x="8963717" y="4052387"/>
                <a:ext cx="378272" cy="333494"/>
                <a:chOff x="6603090" y="2580733"/>
                <a:chExt cx="378272" cy="333494"/>
              </a:xfrm>
            </p:grpSpPr>
            <p:sp>
              <p:nvSpPr>
                <p:cNvPr id="45" name="Google Shape;705;p25">
                  <a:extLst>
                    <a:ext uri="{FF2B5EF4-FFF2-40B4-BE49-F238E27FC236}">
                      <a16:creationId xmlns:a16="http://schemas.microsoft.com/office/drawing/2014/main" id="{875A9059-12E3-4EE5-47F6-A0602CF3F52E}"/>
                    </a:ext>
                  </a:extLst>
                </p:cNvPr>
                <p:cNvSpPr/>
                <p:nvPr/>
              </p:nvSpPr>
              <p:spPr>
                <a:xfrm>
                  <a:off x="6603090" y="2580733"/>
                  <a:ext cx="378272" cy="333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4" h="10777" extrusionOk="0">
                      <a:moveTo>
                        <a:pt x="6118" y="0"/>
                      </a:moveTo>
                      <a:cubicBezTo>
                        <a:pt x="5440" y="0"/>
                        <a:pt x="4752" y="129"/>
                        <a:pt x="4087" y="401"/>
                      </a:cubicBezTo>
                      <a:cubicBezTo>
                        <a:pt x="1321" y="1543"/>
                        <a:pt x="1" y="4684"/>
                        <a:pt x="1143" y="7431"/>
                      </a:cubicBezTo>
                      <a:cubicBezTo>
                        <a:pt x="1995" y="9514"/>
                        <a:pt x="4005" y="10777"/>
                        <a:pt x="6124" y="10777"/>
                      </a:cubicBezTo>
                      <a:cubicBezTo>
                        <a:pt x="6801" y="10777"/>
                        <a:pt x="7490" y="10648"/>
                        <a:pt x="8155" y="10376"/>
                      </a:cubicBezTo>
                      <a:cubicBezTo>
                        <a:pt x="10903" y="9251"/>
                        <a:pt x="12223" y="6111"/>
                        <a:pt x="11099" y="3346"/>
                      </a:cubicBezTo>
                      <a:cubicBezTo>
                        <a:pt x="10247" y="1263"/>
                        <a:pt x="8237" y="0"/>
                        <a:pt x="611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latin typeface="Lora" pitchFamily="2" charset="0"/>
                  </a:endParaRPr>
                </a:p>
              </p:txBody>
            </p:sp>
            <p:sp>
              <p:nvSpPr>
                <p:cNvPr id="46" name="Google Shape;706;p25">
                  <a:extLst>
                    <a:ext uri="{FF2B5EF4-FFF2-40B4-BE49-F238E27FC236}">
                      <a16:creationId xmlns:a16="http://schemas.microsoft.com/office/drawing/2014/main" id="{0E3F4AEF-9545-5785-B801-6869F8591227}"/>
                    </a:ext>
                  </a:extLst>
                </p:cNvPr>
                <p:cNvSpPr/>
                <p:nvPr/>
              </p:nvSpPr>
              <p:spPr>
                <a:xfrm>
                  <a:off x="6683701" y="2638971"/>
                  <a:ext cx="217048" cy="216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4" h="6995" extrusionOk="0">
                      <a:moveTo>
                        <a:pt x="5282" y="0"/>
                      </a:moveTo>
                      <a:cubicBezTo>
                        <a:pt x="4158" y="18"/>
                        <a:pt x="3355" y="1142"/>
                        <a:pt x="3730" y="2213"/>
                      </a:cubicBezTo>
                      <a:cubicBezTo>
                        <a:pt x="3748" y="2284"/>
                        <a:pt x="3730" y="2373"/>
                        <a:pt x="3676" y="2427"/>
                      </a:cubicBezTo>
                      <a:lnTo>
                        <a:pt x="2445" y="3676"/>
                      </a:lnTo>
                      <a:cubicBezTo>
                        <a:pt x="2399" y="3711"/>
                        <a:pt x="2346" y="3730"/>
                        <a:pt x="2294" y="3730"/>
                      </a:cubicBezTo>
                      <a:cubicBezTo>
                        <a:pt x="2266" y="3730"/>
                        <a:pt x="2239" y="3724"/>
                        <a:pt x="2213" y="3712"/>
                      </a:cubicBezTo>
                      <a:cubicBezTo>
                        <a:pt x="2040" y="3659"/>
                        <a:pt x="1862" y="3633"/>
                        <a:pt x="1686" y="3633"/>
                      </a:cubicBezTo>
                      <a:cubicBezTo>
                        <a:pt x="1264" y="3633"/>
                        <a:pt x="851" y="3784"/>
                        <a:pt x="536" y="4086"/>
                      </a:cubicBezTo>
                      <a:cubicBezTo>
                        <a:pt x="197" y="4390"/>
                        <a:pt x="19" y="4818"/>
                        <a:pt x="1" y="5264"/>
                      </a:cubicBezTo>
                      <a:cubicBezTo>
                        <a:pt x="1" y="5398"/>
                        <a:pt x="101" y="5482"/>
                        <a:pt x="210" y="5482"/>
                      </a:cubicBezTo>
                      <a:cubicBezTo>
                        <a:pt x="260" y="5482"/>
                        <a:pt x="313" y="5464"/>
                        <a:pt x="358" y="5425"/>
                      </a:cubicBezTo>
                      <a:lnTo>
                        <a:pt x="982" y="4800"/>
                      </a:lnTo>
                      <a:cubicBezTo>
                        <a:pt x="1018" y="4755"/>
                        <a:pt x="1067" y="4733"/>
                        <a:pt x="1118" y="4733"/>
                      </a:cubicBezTo>
                      <a:cubicBezTo>
                        <a:pt x="1170" y="4733"/>
                        <a:pt x="1223" y="4755"/>
                        <a:pt x="1268" y="4800"/>
                      </a:cubicBezTo>
                      <a:lnTo>
                        <a:pt x="2196" y="5728"/>
                      </a:lnTo>
                      <a:cubicBezTo>
                        <a:pt x="2285" y="5799"/>
                        <a:pt x="2285" y="5942"/>
                        <a:pt x="2196" y="6013"/>
                      </a:cubicBezTo>
                      <a:lnTo>
                        <a:pt x="1571" y="6638"/>
                      </a:lnTo>
                      <a:cubicBezTo>
                        <a:pt x="1446" y="6781"/>
                        <a:pt x="1535" y="6995"/>
                        <a:pt x="1732" y="6995"/>
                      </a:cubicBezTo>
                      <a:cubicBezTo>
                        <a:pt x="2160" y="6977"/>
                        <a:pt x="2570" y="6798"/>
                        <a:pt x="2874" y="6495"/>
                      </a:cubicBezTo>
                      <a:cubicBezTo>
                        <a:pt x="3320" y="6049"/>
                        <a:pt x="3480" y="5389"/>
                        <a:pt x="3284" y="4782"/>
                      </a:cubicBezTo>
                      <a:cubicBezTo>
                        <a:pt x="3248" y="4693"/>
                        <a:pt x="3284" y="4622"/>
                        <a:pt x="3337" y="4568"/>
                      </a:cubicBezTo>
                      <a:lnTo>
                        <a:pt x="4586" y="3319"/>
                      </a:lnTo>
                      <a:cubicBezTo>
                        <a:pt x="4627" y="3279"/>
                        <a:pt x="4677" y="3259"/>
                        <a:pt x="4737" y="3259"/>
                      </a:cubicBezTo>
                      <a:cubicBezTo>
                        <a:pt x="4757" y="3259"/>
                        <a:pt x="4778" y="3261"/>
                        <a:pt x="4801" y="3266"/>
                      </a:cubicBezTo>
                      <a:cubicBezTo>
                        <a:pt x="4971" y="3324"/>
                        <a:pt x="5150" y="3353"/>
                        <a:pt x="5328" y="3353"/>
                      </a:cubicBezTo>
                      <a:cubicBezTo>
                        <a:pt x="5747" y="3353"/>
                        <a:pt x="6165" y="3197"/>
                        <a:pt x="6478" y="2909"/>
                      </a:cubicBezTo>
                      <a:cubicBezTo>
                        <a:pt x="6799" y="2605"/>
                        <a:pt x="6995" y="2177"/>
                        <a:pt x="7013" y="1731"/>
                      </a:cubicBezTo>
                      <a:cubicBezTo>
                        <a:pt x="7013" y="1597"/>
                        <a:pt x="6905" y="1513"/>
                        <a:pt x="6796" y="1513"/>
                      </a:cubicBezTo>
                      <a:cubicBezTo>
                        <a:pt x="6746" y="1513"/>
                        <a:pt x="6696" y="1531"/>
                        <a:pt x="6656" y="1571"/>
                      </a:cubicBezTo>
                      <a:lnTo>
                        <a:pt x="6103" y="2124"/>
                      </a:lnTo>
                      <a:cubicBezTo>
                        <a:pt x="6019" y="2207"/>
                        <a:pt x="5936" y="2242"/>
                        <a:pt x="5867" y="2242"/>
                      </a:cubicBezTo>
                      <a:cubicBezTo>
                        <a:pt x="5818" y="2242"/>
                        <a:pt x="5776" y="2225"/>
                        <a:pt x="5746" y="2195"/>
                      </a:cubicBezTo>
                      <a:lnTo>
                        <a:pt x="4818" y="1267"/>
                      </a:lnTo>
                      <a:cubicBezTo>
                        <a:pt x="4729" y="1178"/>
                        <a:pt x="4729" y="1053"/>
                        <a:pt x="4818" y="964"/>
                      </a:cubicBezTo>
                      <a:lnTo>
                        <a:pt x="5443" y="339"/>
                      </a:lnTo>
                      <a:cubicBezTo>
                        <a:pt x="5568" y="215"/>
                        <a:pt x="5461" y="0"/>
                        <a:pt x="52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32" name="Google Shape;707;p25">
                <a:extLst>
                  <a:ext uri="{FF2B5EF4-FFF2-40B4-BE49-F238E27FC236}">
                    <a16:creationId xmlns:a16="http://schemas.microsoft.com/office/drawing/2014/main" id="{E1CBE645-78E1-36DB-AD0E-A0739B65D148}"/>
                  </a:ext>
                </a:extLst>
              </p:cNvPr>
              <p:cNvSpPr/>
              <p:nvPr/>
            </p:nvSpPr>
            <p:spPr>
              <a:xfrm>
                <a:off x="5163301" y="5299924"/>
                <a:ext cx="5560490" cy="806705"/>
              </a:xfrm>
              <a:custGeom>
                <a:avLst/>
                <a:gdLst/>
                <a:ahLst/>
                <a:cxnLst/>
                <a:rect l="l" t="t" r="r" b="b"/>
                <a:pathLst>
                  <a:path w="58935" h="26069" extrusionOk="0">
                    <a:moveTo>
                      <a:pt x="821" y="0"/>
                    </a:moveTo>
                    <a:cubicBezTo>
                      <a:pt x="375" y="0"/>
                      <a:pt x="0" y="375"/>
                      <a:pt x="0" y="821"/>
                    </a:cubicBezTo>
                    <a:lnTo>
                      <a:pt x="0" y="25266"/>
                    </a:lnTo>
                    <a:cubicBezTo>
                      <a:pt x="0" y="25712"/>
                      <a:pt x="375" y="26069"/>
                      <a:pt x="821" y="26069"/>
                    </a:cubicBezTo>
                    <a:lnTo>
                      <a:pt x="58114" y="26069"/>
                    </a:lnTo>
                    <a:cubicBezTo>
                      <a:pt x="58578" y="26069"/>
                      <a:pt x="58935" y="25712"/>
                      <a:pt x="58935" y="25266"/>
                    </a:cubicBezTo>
                    <a:lnTo>
                      <a:pt x="58935" y="821"/>
                    </a:lnTo>
                    <a:cubicBezTo>
                      <a:pt x="58935" y="375"/>
                      <a:pt x="58578" y="0"/>
                      <a:pt x="581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9525" dir="360000" algn="bl" rotWithShape="0">
                  <a:srgbClr val="000000">
                    <a:alpha val="78000"/>
                  </a:srgbClr>
                </a:outerShdw>
                <a:reflection endPos="1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33" name="Google Shape;708;p25">
                <a:extLst>
                  <a:ext uri="{FF2B5EF4-FFF2-40B4-BE49-F238E27FC236}">
                    <a16:creationId xmlns:a16="http://schemas.microsoft.com/office/drawing/2014/main" id="{E10C6876-E925-D0AE-9515-BD096918EE10}"/>
                  </a:ext>
                </a:extLst>
              </p:cNvPr>
              <p:cNvGrpSpPr/>
              <p:nvPr/>
            </p:nvGrpSpPr>
            <p:grpSpPr>
              <a:xfrm>
                <a:off x="9793606" y="5138142"/>
                <a:ext cx="366079" cy="332999"/>
                <a:chOff x="7356779" y="3666488"/>
                <a:chExt cx="366079" cy="332999"/>
              </a:xfrm>
            </p:grpSpPr>
            <p:sp>
              <p:nvSpPr>
                <p:cNvPr id="42" name="Google Shape;709;p25">
                  <a:extLst>
                    <a:ext uri="{FF2B5EF4-FFF2-40B4-BE49-F238E27FC236}">
                      <a16:creationId xmlns:a16="http://schemas.microsoft.com/office/drawing/2014/main" id="{703F4289-1510-A910-D5B2-81B7B280384B}"/>
                    </a:ext>
                  </a:extLst>
                </p:cNvPr>
                <p:cNvSpPr/>
                <p:nvPr/>
              </p:nvSpPr>
              <p:spPr>
                <a:xfrm>
                  <a:off x="7356779" y="3666488"/>
                  <a:ext cx="366079" cy="332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0" h="10761" extrusionOk="0">
                      <a:moveTo>
                        <a:pt x="5909" y="1"/>
                      </a:moveTo>
                      <a:cubicBezTo>
                        <a:pt x="3468" y="1"/>
                        <a:pt x="1260" y="1679"/>
                        <a:pt x="678" y="4158"/>
                      </a:cubicBezTo>
                      <a:cubicBezTo>
                        <a:pt x="0" y="7048"/>
                        <a:pt x="1784" y="9939"/>
                        <a:pt x="4693" y="10617"/>
                      </a:cubicBezTo>
                      <a:cubicBezTo>
                        <a:pt x="5107" y="10714"/>
                        <a:pt x="5521" y="10761"/>
                        <a:pt x="5928" y="10761"/>
                      </a:cubicBezTo>
                      <a:cubicBezTo>
                        <a:pt x="8366" y="10761"/>
                        <a:pt x="10571" y="9094"/>
                        <a:pt x="11152" y="6602"/>
                      </a:cubicBezTo>
                      <a:cubicBezTo>
                        <a:pt x="11830" y="3712"/>
                        <a:pt x="10028" y="821"/>
                        <a:pt x="7137" y="143"/>
                      </a:cubicBezTo>
                      <a:cubicBezTo>
                        <a:pt x="6726" y="47"/>
                        <a:pt x="6314" y="1"/>
                        <a:pt x="59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latin typeface="Lora" pitchFamily="2" charset="0"/>
                  </a:endParaRPr>
                </a:p>
              </p:txBody>
            </p:sp>
            <p:sp>
              <p:nvSpPr>
                <p:cNvPr id="43" name="Google Shape;710;p25">
                  <a:extLst>
                    <a:ext uri="{FF2B5EF4-FFF2-40B4-BE49-F238E27FC236}">
                      <a16:creationId xmlns:a16="http://schemas.microsoft.com/office/drawing/2014/main" id="{D0A5142E-78A3-867C-9197-DC60ABF53CC0}"/>
                    </a:ext>
                  </a:extLst>
                </p:cNvPr>
                <p:cNvSpPr/>
                <p:nvPr/>
              </p:nvSpPr>
              <p:spPr>
                <a:xfrm>
                  <a:off x="7484302" y="3753721"/>
                  <a:ext cx="97755" cy="84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9" h="2722" extrusionOk="0">
                      <a:moveTo>
                        <a:pt x="1803" y="1"/>
                      </a:moveTo>
                      <a:cubicBezTo>
                        <a:pt x="607" y="1"/>
                        <a:pt x="1" y="1464"/>
                        <a:pt x="857" y="2320"/>
                      </a:cubicBezTo>
                      <a:cubicBezTo>
                        <a:pt x="1128" y="2597"/>
                        <a:pt x="1465" y="2721"/>
                        <a:pt x="1796" y="2721"/>
                      </a:cubicBezTo>
                      <a:cubicBezTo>
                        <a:pt x="2489" y="2721"/>
                        <a:pt x="3159" y="2178"/>
                        <a:pt x="3159" y="1357"/>
                      </a:cubicBezTo>
                      <a:cubicBezTo>
                        <a:pt x="3159" y="607"/>
                        <a:pt x="2552" y="1"/>
                        <a:pt x="180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44" name="Google Shape;711;p25">
                  <a:extLst>
                    <a:ext uri="{FF2B5EF4-FFF2-40B4-BE49-F238E27FC236}">
                      <a16:creationId xmlns:a16="http://schemas.microsoft.com/office/drawing/2014/main" id="{20105820-E909-C33E-7D99-75100AF45E29}"/>
                    </a:ext>
                  </a:extLst>
                </p:cNvPr>
                <p:cNvSpPr/>
                <p:nvPr/>
              </p:nvSpPr>
              <p:spPr>
                <a:xfrm>
                  <a:off x="7470500" y="3838199"/>
                  <a:ext cx="139717" cy="64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5" h="2089" extrusionOk="0">
                      <a:moveTo>
                        <a:pt x="2249" y="1"/>
                      </a:moveTo>
                      <a:cubicBezTo>
                        <a:pt x="1071" y="1"/>
                        <a:pt x="90" y="911"/>
                        <a:pt x="1" y="2088"/>
                      </a:cubicBezTo>
                      <a:lnTo>
                        <a:pt x="4515" y="2088"/>
                      </a:lnTo>
                      <a:cubicBezTo>
                        <a:pt x="4426" y="911"/>
                        <a:pt x="3444" y="1"/>
                        <a:pt x="224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534D978-8106-C3CF-0A4C-BC06378773BE}"/>
                </a:ext>
              </a:extLst>
            </p:cNvPr>
            <p:cNvSpPr/>
            <p:nvPr/>
          </p:nvSpPr>
          <p:spPr>
            <a:xfrm>
              <a:off x="3451346" y="1990623"/>
              <a:ext cx="4093740" cy="72327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62EDC31-E081-8F7F-263D-C501C7CF94DE}"/>
                </a:ext>
              </a:extLst>
            </p:cNvPr>
            <p:cNvSpPr/>
            <p:nvPr/>
          </p:nvSpPr>
          <p:spPr>
            <a:xfrm>
              <a:off x="4224514" y="3078737"/>
              <a:ext cx="4093740" cy="72327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Manufacturing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B8134E3-26CD-A3EF-3B4C-3515204F329B}"/>
                </a:ext>
              </a:extLst>
            </p:cNvPr>
            <p:cNvSpPr/>
            <p:nvPr/>
          </p:nvSpPr>
          <p:spPr>
            <a:xfrm>
              <a:off x="4868148" y="4184952"/>
              <a:ext cx="4093740" cy="72327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Warehousing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1A27A20-3A91-DB1E-89C3-6EC756D6DB3E}"/>
                </a:ext>
              </a:extLst>
            </p:cNvPr>
            <p:cNvSpPr/>
            <p:nvPr/>
          </p:nvSpPr>
          <p:spPr>
            <a:xfrm>
              <a:off x="5732538" y="5262022"/>
              <a:ext cx="3948427" cy="72327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ID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Transportation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068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1D1BA2F-ACC1-A3D7-0CB0-2F94F25FDE00}"/>
              </a:ext>
            </a:extLst>
          </p:cNvPr>
          <p:cNvGrpSpPr/>
          <p:nvPr/>
        </p:nvGrpSpPr>
        <p:grpSpPr>
          <a:xfrm>
            <a:off x="727882" y="1316192"/>
            <a:ext cx="10736237" cy="5146093"/>
            <a:chOff x="727882" y="1316192"/>
            <a:chExt cx="10736237" cy="5146093"/>
          </a:xfrm>
        </p:grpSpPr>
        <p:sp>
          <p:nvSpPr>
            <p:cNvPr id="2" name="Google Shape;855;p28">
              <a:extLst>
                <a:ext uri="{FF2B5EF4-FFF2-40B4-BE49-F238E27FC236}">
                  <a16:creationId xmlns:a16="http://schemas.microsoft.com/office/drawing/2014/main" id="{654F9466-050A-8622-3BD6-0C84E65D781E}"/>
                </a:ext>
              </a:extLst>
            </p:cNvPr>
            <p:cNvSpPr/>
            <p:nvPr/>
          </p:nvSpPr>
          <p:spPr>
            <a:xfrm>
              <a:off x="925123" y="3728706"/>
              <a:ext cx="282776" cy="257785"/>
            </a:xfrm>
            <a:custGeom>
              <a:avLst/>
              <a:gdLst/>
              <a:ahLst/>
              <a:cxnLst/>
              <a:rect l="l" t="t" r="r" b="b"/>
              <a:pathLst>
                <a:path w="6959" h="6344" extrusionOk="0">
                  <a:moveTo>
                    <a:pt x="3471" y="0"/>
                  </a:moveTo>
                  <a:cubicBezTo>
                    <a:pt x="2659" y="0"/>
                    <a:pt x="1847" y="308"/>
                    <a:pt x="1231" y="924"/>
                  </a:cubicBezTo>
                  <a:cubicBezTo>
                    <a:pt x="0" y="2173"/>
                    <a:pt x="0" y="4171"/>
                    <a:pt x="1231" y="5420"/>
                  </a:cubicBezTo>
                  <a:cubicBezTo>
                    <a:pt x="1847" y="6036"/>
                    <a:pt x="2659" y="6343"/>
                    <a:pt x="3471" y="6343"/>
                  </a:cubicBezTo>
                  <a:cubicBezTo>
                    <a:pt x="4282" y="6343"/>
                    <a:pt x="5094" y="6036"/>
                    <a:pt x="5710" y="5420"/>
                  </a:cubicBezTo>
                  <a:cubicBezTo>
                    <a:pt x="6959" y="4171"/>
                    <a:pt x="6959" y="2173"/>
                    <a:pt x="5710" y="924"/>
                  </a:cubicBezTo>
                  <a:cubicBezTo>
                    <a:pt x="5094" y="308"/>
                    <a:pt x="4282" y="0"/>
                    <a:pt x="3471" y="0"/>
                  </a:cubicBezTo>
                  <a:close/>
                </a:path>
              </a:pathLst>
            </a:custGeom>
            <a:solidFill>
              <a:srgbClr val="6A9DB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" name="Google Shape;856;p28">
              <a:extLst>
                <a:ext uri="{FF2B5EF4-FFF2-40B4-BE49-F238E27FC236}">
                  <a16:creationId xmlns:a16="http://schemas.microsoft.com/office/drawing/2014/main" id="{466EAB5E-B141-8A8B-89F2-9879A1B901C7}"/>
                </a:ext>
              </a:extLst>
            </p:cNvPr>
            <p:cNvSpPr/>
            <p:nvPr/>
          </p:nvSpPr>
          <p:spPr>
            <a:xfrm>
              <a:off x="862017" y="3696605"/>
              <a:ext cx="301670" cy="301670"/>
            </a:xfrm>
            <a:custGeom>
              <a:avLst/>
              <a:gdLst/>
              <a:ahLst/>
              <a:cxnLst/>
              <a:rect l="l" t="t" r="r" b="b"/>
              <a:pathLst>
                <a:path w="7424" h="7424" fill="none" extrusionOk="0">
                  <a:moveTo>
                    <a:pt x="7423" y="3177"/>
                  </a:moveTo>
                  <a:cubicBezTo>
                    <a:pt x="7423" y="6014"/>
                    <a:pt x="4015" y="7423"/>
                    <a:pt x="1999" y="5425"/>
                  </a:cubicBezTo>
                  <a:cubicBezTo>
                    <a:pt x="1" y="3427"/>
                    <a:pt x="1428" y="19"/>
                    <a:pt x="4247" y="19"/>
                  </a:cubicBezTo>
                  <a:cubicBezTo>
                    <a:pt x="5996" y="1"/>
                    <a:pt x="7423" y="1428"/>
                    <a:pt x="7423" y="3177"/>
                  </a:cubicBezTo>
                  <a:close/>
                </a:path>
              </a:pathLst>
            </a:custGeom>
            <a:solidFill>
              <a:schemeClr val="accent1"/>
            </a:solidFill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" name="Google Shape;857;p28">
              <a:extLst>
                <a:ext uri="{FF2B5EF4-FFF2-40B4-BE49-F238E27FC236}">
                  <a16:creationId xmlns:a16="http://schemas.microsoft.com/office/drawing/2014/main" id="{CA147D44-A118-EDD7-D235-8041C1DE0E30}"/>
                </a:ext>
              </a:extLst>
            </p:cNvPr>
            <p:cNvSpPr/>
            <p:nvPr/>
          </p:nvSpPr>
          <p:spPr>
            <a:xfrm>
              <a:off x="1163647" y="3825660"/>
              <a:ext cx="1758945" cy="40"/>
            </a:xfrm>
            <a:custGeom>
              <a:avLst/>
              <a:gdLst/>
              <a:ahLst/>
              <a:cxnLst/>
              <a:rect l="l" t="t" r="r" b="b"/>
              <a:pathLst>
                <a:path w="43287" h="1" fill="none" extrusionOk="0">
                  <a:moveTo>
                    <a:pt x="0" y="1"/>
                  </a:moveTo>
                  <a:lnTo>
                    <a:pt x="43287" y="1"/>
                  </a:lnTo>
                </a:path>
              </a:pathLst>
            </a:custGeom>
            <a:noFill/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" name="Google Shape;858;p28">
              <a:extLst>
                <a:ext uri="{FF2B5EF4-FFF2-40B4-BE49-F238E27FC236}">
                  <a16:creationId xmlns:a16="http://schemas.microsoft.com/office/drawing/2014/main" id="{9BFA2A83-F83A-C1ED-D614-4B18761237E9}"/>
                </a:ext>
              </a:extLst>
            </p:cNvPr>
            <p:cNvSpPr/>
            <p:nvPr/>
          </p:nvSpPr>
          <p:spPr>
            <a:xfrm>
              <a:off x="2910239" y="3728504"/>
              <a:ext cx="301630" cy="258354"/>
            </a:xfrm>
            <a:custGeom>
              <a:avLst/>
              <a:gdLst/>
              <a:ahLst/>
              <a:cxnLst/>
              <a:rect l="l" t="t" r="r" b="b"/>
              <a:pathLst>
                <a:path w="7423" h="6358" extrusionOk="0">
                  <a:moveTo>
                    <a:pt x="4247" y="1"/>
                  </a:moveTo>
                  <a:cubicBezTo>
                    <a:pt x="1428" y="1"/>
                    <a:pt x="0" y="3427"/>
                    <a:pt x="1999" y="5425"/>
                  </a:cubicBezTo>
                  <a:cubicBezTo>
                    <a:pt x="2643" y="6070"/>
                    <a:pt x="3436" y="6358"/>
                    <a:pt x="4215" y="6358"/>
                  </a:cubicBezTo>
                  <a:cubicBezTo>
                    <a:pt x="5851" y="6358"/>
                    <a:pt x="7423" y="5087"/>
                    <a:pt x="7423" y="3177"/>
                  </a:cubicBezTo>
                  <a:cubicBezTo>
                    <a:pt x="7423" y="1428"/>
                    <a:pt x="5995" y="1"/>
                    <a:pt x="42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6" name="Google Shape;859;p28">
              <a:extLst>
                <a:ext uri="{FF2B5EF4-FFF2-40B4-BE49-F238E27FC236}">
                  <a16:creationId xmlns:a16="http://schemas.microsoft.com/office/drawing/2014/main" id="{934C5D9E-2094-4E62-1EC9-C09296A7870D}"/>
                </a:ext>
              </a:extLst>
            </p:cNvPr>
            <p:cNvSpPr/>
            <p:nvPr/>
          </p:nvSpPr>
          <p:spPr>
            <a:xfrm>
              <a:off x="2879071" y="3696605"/>
              <a:ext cx="300898" cy="301670"/>
            </a:xfrm>
            <a:custGeom>
              <a:avLst/>
              <a:gdLst/>
              <a:ahLst/>
              <a:cxnLst/>
              <a:rect l="l" t="t" r="r" b="b"/>
              <a:pathLst>
                <a:path w="7405" h="7424" fill="none" extrusionOk="0">
                  <a:moveTo>
                    <a:pt x="7405" y="3177"/>
                  </a:moveTo>
                  <a:cubicBezTo>
                    <a:pt x="7405" y="6014"/>
                    <a:pt x="3997" y="7423"/>
                    <a:pt x="1999" y="5425"/>
                  </a:cubicBezTo>
                  <a:cubicBezTo>
                    <a:pt x="0" y="3427"/>
                    <a:pt x="1410" y="1"/>
                    <a:pt x="4247" y="19"/>
                  </a:cubicBezTo>
                  <a:cubicBezTo>
                    <a:pt x="5995" y="1"/>
                    <a:pt x="7405" y="1428"/>
                    <a:pt x="7405" y="3177"/>
                  </a:cubicBez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7" name="Google Shape;860;p28">
              <a:extLst>
                <a:ext uri="{FF2B5EF4-FFF2-40B4-BE49-F238E27FC236}">
                  <a16:creationId xmlns:a16="http://schemas.microsoft.com/office/drawing/2014/main" id="{F84A1F77-9360-0B91-C30A-493389268E76}"/>
                </a:ext>
              </a:extLst>
            </p:cNvPr>
            <p:cNvSpPr/>
            <p:nvPr/>
          </p:nvSpPr>
          <p:spPr>
            <a:xfrm>
              <a:off x="3179928" y="3825660"/>
              <a:ext cx="1758985" cy="40"/>
            </a:xfrm>
            <a:custGeom>
              <a:avLst/>
              <a:gdLst/>
              <a:ahLst/>
              <a:cxnLst/>
              <a:rect l="l" t="t" r="r" b="b"/>
              <a:pathLst>
                <a:path w="43288" h="1" fill="none" extrusionOk="0">
                  <a:moveTo>
                    <a:pt x="1" y="1"/>
                  </a:moveTo>
                  <a:lnTo>
                    <a:pt x="43287" y="1"/>
                  </a:lnTo>
                </a:path>
              </a:pathLst>
            </a:custGeom>
            <a:noFill/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8" name="Google Shape;861;p28">
              <a:extLst>
                <a:ext uri="{FF2B5EF4-FFF2-40B4-BE49-F238E27FC236}">
                  <a16:creationId xmlns:a16="http://schemas.microsoft.com/office/drawing/2014/main" id="{C0A2BCA1-C67D-48D3-B39D-834D19E42773}"/>
                </a:ext>
              </a:extLst>
            </p:cNvPr>
            <p:cNvSpPr/>
            <p:nvPr/>
          </p:nvSpPr>
          <p:spPr>
            <a:xfrm>
              <a:off x="4960613" y="3724928"/>
              <a:ext cx="283506" cy="257825"/>
            </a:xfrm>
            <a:custGeom>
              <a:avLst/>
              <a:gdLst/>
              <a:ahLst/>
              <a:cxnLst/>
              <a:rect l="l" t="t" r="r" b="b"/>
              <a:pathLst>
                <a:path w="6977" h="6345" extrusionOk="0">
                  <a:moveTo>
                    <a:pt x="3471" y="0"/>
                  </a:moveTo>
                  <a:cubicBezTo>
                    <a:pt x="2043" y="0"/>
                    <a:pt x="743" y="981"/>
                    <a:pt x="393" y="2444"/>
                  </a:cubicBezTo>
                  <a:cubicBezTo>
                    <a:pt x="0" y="4139"/>
                    <a:pt x="1053" y="5852"/>
                    <a:pt x="2748" y="6262"/>
                  </a:cubicBezTo>
                  <a:cubicBezTo>
                    <a:pt x="2990" y="6318"/>
                    <a:pt x="3232" y="6345"/>
                    <a:pt x="3471" y="6345"/>
                  </a:cubicBezTo>
                  <a:cubicBezTo>
                    <a:pt x="4919" y="6345"/>
                    <a:pt x="6229" y="5363"/>
                    <a:pt x="6566" y="3907"/>
                  </a:cubicBezTo>
                  <a:cubicBezTo>
                    <a:pt x="6977" y="2194"/>
                    <a:pt x="5924" y="481"/>
                    <a:pt x="4211" y="89"/>
                  </a:cubicBezTo>
                  <a:cubicBezTo>
                    <a:pt x="3964" y="29"/>
                    <a:pt x="3716" y="0"/>
                    <a:pt x="3471" y="0"/>
                  </a:cubicBezTo>
                  <a:close/>
                </a:path>
              </a:pathLst>
            </a:custGeom>
            <a:solidFill>
              <a:srgbClr val="428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9" name="Google Shape;862;p28">
              <a:extLst>
                <a:ext uri="{FF2B5EF4-FFF2-40B4-BE49-F238E27FC236}">
                  <a16:creationId xmlns:a16="http://schemas.microsoft.com/office/drawing/2014/main" id="{7BCF4E88-FADC-8CA5-2709-FC645AEDAF70}"/>
                </a:ext>
              </a:extLst>
            </p:cNvPr>
            <p:cNvSpPr/>
            <p:nvPr/>
          </p:nvSpPr>
          <p:spPr>
            <a:xfrm>
              <a:off x="4895353" y="3696605"/>
              <a:ext cx="301670" cy="301670"/>
            </a:xfrm>
            <a:custGeom>
              <a:avLst/>
              <a:gdLst/>
              <a:ahLst/>
              <a:cxnLst/>
              <a:rect l="l" t="t" r="r" b="b"/>
              <a:pathLst>
                <a:path w="7424" h="7424" fill="none" extrusionOk="0">
                  <a:moveTo>
                    <a:pt x="7423" y="3177"/>
                  </a:moveTo>
                  <a:cubicBezTo>
                    <a:pt x="7423" y="6014"/>
                    <a:pt x="3997" y="7423"/>
                    <a:pt x="1999" y="5425"/>
                  </a:cubicBezTo>
                  <a:cubicBezTo>
                    <a:pt x="1" y="3427"/>
                    <a:pt x="1410" y="19"/>
                    <a:pt x="4247" y="19"/>
                  </a:cubicBezTo>
                  <a:cubicBezTo>
                    <a:pt x="5996" y="1"/>
                    <a:pt x="7405" y="1428"/>
                    <a:pt x="7423" y="3177"/>
                  </a:cubicBezTo>
                  <a:close/>
                </a:path>
              </a:pathLst>
            </a:custGeom>
            <a:solidFill>
              <a:schemeClr val="accent3"/>
            </a:solidFill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0" name="Google Shape;863;p28">
              <a:extLst>
                <a:ext uri="{FF2B5EF4-FFF2-40B4-BE49-F238E27FC236}">
                  <a16:creationId xmlns:a16="http://schemas.microsoft.com/office/drawing/2014/main" id="{E5608F2E-E0B9-063A-2227-15F9A6EEF08C}"/>
                </a:ext>
              </a:extLst>
            </p:cNvPr>
            <p:cNvSpPr/>
            <p:nvPr/>
          </p:nvSpPr>
          <p:spPr>
            <a:xfrm>
              <a:off x="5196983" y="3825660"/>
              <a:ext cx="1758213" cy="40"/>
            </a:xfrm>
            <a:custGeom>
              <a:avLst/>
              <a:gdLst/>
              <a:ahLst/>
              <a:cxnLst/>
              <a:rect l="l" t="t" r="r" b="b"/>
              <a:pathLst>
                <a:path w="43269" h="1" fill="none" extrusionOk="0">
                  <a:moveTo>
                    <a:pt x="0" y="1"/>
                  </a:moveTo>
                  <a:lnTo>
                    <a:pt x="43269" y="1"/>
                  </a:lnTo>
                </a:path>
              </a:pathLst>
            </a:custGeom>
            <a:noFill/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1" name="Google Shape;864;p28">
              <a:extLst>
                <a:ext uri="{FF2B5EF4-FFF2-40B4-BE49-F238E27FC236}">
                  <a16:creationId xmlns:a16="http://schemas.microsoft.com/office/drawing/2014/main" id="{D158515C-62FD-7A07-8CCD-B6726650F067}"/>
                </a:ext>
              </a:extLst>
            </p:cNvPr>
            <p:cNvSpPr/>
            <p:nvPr/>
          </p:nvSpPr>
          <p:spPr>
            <a:xfrm>
              <a:off x="6943575" y="3728504"/>
              <a:ext cx="301630" cy="258354"/>
            </a:xfrm>
            <a:custGeom>
              <a:avLst/>
              <a:gdLst/>
              <a:ahLst/>
              <a:cxnLst/>
              <a:rect l="l" t="t" r="r" b="b"/>
              <a:pathLst>
                <a:path w="7423" h="6358" extrusionOk="0">
                  <a:moveTo>
                    <a:pt x="4247" y="1"/>
                  </a:moveTo>
                  <a:cubicBezTo>
                    <a:pt x="1410" y="1"/>
                    <a:pt x="0" y="3427"/>
                    <a:pt x="1998" y="5425"/>
                  </a:cubicBezTo>
                  <a:cubicBezTo>
                    <a:pt x="2643" y="6070"/>
                    <a:pt x="3436" y="6358"/>
                    <a:pt x="4215" y="6358"/>
                  </a:cubicBezTo>
                  <a:cubicBezTo>
                    <a:pt x="5850" y="6358"/>
                    <a:pt x="7423" y="5087"/>
                    <a:pt x="7423" y="3177"/>
                  </a:cubicBezTo>
                  <a:cubicBezTo>
                    <a:pt x="7423" y="1428"/>
                    <a:pt x="5995" y="1"/>
                    <a:pt x="42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2" name="Google Shape;865;p28">
              <a:extLst>
                <a:ext uri="{FF2B5EF4-FFF2-40B4-BE49-F238E27FC236}">
                  <a16:creationId xmlns:a16="http://schemas.microsoft.com/office/drawing/2014/main" id="{D1A92529-DC6A-149B-E44F-7359565D6A55}"/>
                </a:ext>
              </a:extLst>
            </p:cNvPr>
            <p:cNvSpPr/>
            <p:nvPr/>
          </p:nvSpPr>
          <p:spPr>
            <a:xfrm>
              <a:off x="6911636" y="3696605"/>
              <a:ext cx="301670" cy="301670"/>
            </a:xfrm>
            <a:custGeom>
              <a:avLst/>
              <a:gdLst/>
              <a:ahLst/>
              <a:cxnLst/>
              <a:rect l="l" t="t" r="r" b="b"/>
              <a:pathLst>
                <a:path w="7424" h="7424" fill="none" extrusionOk="0">
                  <a:moveTo>
                    <a:pt x="7423" y="3177"/>
                  </a:moveTo>
                  <a:cubicBezTo>
                    <a:pt x="7423" y="6014"/>
                    <a:pt x="3998" y="7423"/>
                    <a:pt x="1999" y="5425"/>
                  </a:cubicBezTo>
                  <a:cubicBezTo>
                    <a:pt x="1" y="3427"/>
                    <a:pt x="1428" y="1"/>
                    <a:pt x="4247" y="19"/>
                  </a:cubicBezTo>
                  <a:cubicBezTo>
                    <a:pt x="5996" y="19"/>
                    <a:pt x="7423" y="1428"/>
                    <a:pt x="7423" y="3177"/>
                  </a:cubicBezTo>
                  <a:close/>
                </a:path>
              </a:pathLst>
            </a:custGeom>
            <a:noFill/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3" name="Google Shape;866;p28">
              <a:extLst>
                <a:ext uri="{FF2B5EF4-FFF2-40B4-BE49-F238E27FC236}">
                  <a16:creationId xmlns:a16="http://schemas.microsoft.com/office/drawing/2014/main" id="{F9772716-5960-4B66-9351-774232649939}"/>
                </a:ext>
              </a:extLst>
            </p:cNvPr>
            <p:cNvSpPr/>
            <p:nvPr/>
          </p:nvSpPr>
          <p:spPr>
            <a:xfrm>
              <a:off x="7213266" y="3825660"/>
              <a:ext cx="1758945" cy="40"/>
            </a:xfrm>
            <a:custGeom>
              <a:avLst/>
              <a:gdLst/>
              <a:ahLst/>
              <a:cxnLst/>
              <a:rect l="l" t="t" r="r" b="b"/>
              <a:pathLst>
                <a:path w="43287" h="1" fill="none" extrusionOk="0">
                  <a:moveTo>
                    <a:pt x="0" y="1"/>
                  </a:moveTo>
                  <a:lnTo>
                    <a:pt x="43287" y="1"/>
                  </a:lnTo>
                </a:path>
              </a:pathLst>
            </a:custGeom>
            <a:noFill/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4" name="Google Shape;867;p28">
              <a:extLst>
                <a:ext uri="{FF2B5EF4-FFF2-40B4-BE49-F238E27FC236}">
                  <a16:creationId xmlns:a16="http://schemas.microsoft.com/office/drawing/2014/main" id="{14F46315-7E14-6BEF-584B-505C8338396A}"/>
                </a:ext>
              </a:extLst>
            </p:cNvPr>
            <p:cNvSpPr/>
            <p:nvPr/>
          </p:nvSpPr>
          <p:spPr>
            <a:xfrm>
              <a:off x="9003336" y="3728504"/>
              <a:ext cx="258150" cy="258150"/>
            </a:xfrm>
            <a:custGeom>
              <a:avLst/>
              <a:gdLst/>
              <a:ahLst/>
              <a:cxnLst/>
              <a:rect l="l" t="t" r="r" b="b"/>
              <a:pathLst>
                <a:path w="6353" h="6353" extrusionOk="0">
                  <a:moveTo>
                    <a:pt x="3177" y="1"/>
                  </a:moveTo>
                  <a:cubicBezTo>
                    <a:pt x="1428" y="1"/>
                    <a:pt x="1" y="1428"/>
                    <a:pt x="1" y="3177"/>
                  </a:cubicBezTo>
                  <a:cubicBezTo>
                    <a:pt x="1" y="4925"/>
                    <a:pt x="1428" y="6353"/>
                    <a:pt x="3177" y="6353"/>
                  </a:cubicBezTo>
                  <a:cubicBezTo>
                    <a:pt x="4926" y="6353"/>
                    <a:pt x="6353" y="4925"/>
                    <a:pt x="6353" y="3177"/>
                  </a:cubicBezTo>
                  <a:cubicBezTo>
                    <a:pt x="6353" y="1428"/>
                    <a:pt x="4926" y="1"/>
                    <a:pt x="31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15" name="Google Shape;868;p28">
              <a:extLst>
                <a:ext uri="{FF2B5EF4-FFF2-40B4-BE49-F238E27FC236}">
                  <a16:creationId xmlns:a16="http://schemas.microsoft.com/office/drawing/2014/main" id="{858A690F-B58E-9B8A-441A-A700CC04FD15}"/>
                </a:ext>
              </a:extLst>
            </p:cNvPr>
            <p:cNvSpPr/>
            <p:nvPr/>
          </p:nvSpPr>
          <p:spPr>
            <a:xfrm>
              <a:off x="8928691" y="3696605"/>
              <a:ext cx="300898" cy="301670"/>
            </a:xfrm>
            <a:custGeom>
              <a:avLst/>
              <a:gdLst/>
              <a:ahLst/>
              <a:cxnLst/>
              <a:rect l="l" t="t" r="r" b="b"/>
              <a:pathLst>
                <a:path w="7405" h="7424" fill="none" extrusionOk="0">
                  <a:moveTo>
                    <a:pt x="7405" y="3177"/>
                  </a:moveTo>
                  <a:cubicBezTo>
                    <a:pt x="7405" y="6014"/>
                    <a:pt x="3997" y="7423"/>
                    <a:pt x="1999" y="5425"/>
                  </a:cubicBezTo>
                  <a:cubicBezTo>
                    <a:pt x="0" y="3427"/>
                    <a:pt x="1410" y="19"/>
                    <a:pt x="4229" y="19"/>
                  </a:cubicBezTo>
                  <a:cubicBezTo>
                    <a:pt x="5995" y="1"/>
                    <a:pt x="7405" y="1428"/>
                    <a:pt x="7405" y="3177"/>
                  </a:cubicBez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6" name="Google Shape;869;p28">
              <a:extLst>
                <a:ext uri="{FF2B5EF4-FFF2-40B4-BE49-F238E27FC236}">
                  <a16:creationId xmlns:a16="http://schemas.microsoft.com/office/drawing/2014/main" id="{8761ECC9-F48D-F59D-AF6D-C60DF95C5E0A}"/>
                </a:ext>
              </a:extLst>
            </p:cNvPr>
            <p:cNvSpPr/>
            <p:nvPr/>
          </p:nvSpPr>
          <p:spPr>
            <a:xfrm>
              <a:off x="9229548" y="3825660"/>
              <a:ext cx="1758985" cy="40"/>
            </a:xfrm>
            <a:custGeom>
              <a:avLst/>
              <a:gdLst/>
              <a:ahLst/>
              <a:cxnLst/>
              <a:rect l="l" t="t" r="r" b="b"/>
              <a:pathLst>
                <a:path w="43288" h="1" fill="none" extrusionOk="0">
                  <a:moveTo>
                    <a:pt x="1" y="1"/>
                  </a:moveTo>
                  <a:lnTo>
                    <a:pt x="43287" y="1"/>
                  </a:lnTo>
                </a:path>
              </a:pathLst>
            </a:custGeom>
            <a:noFill/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7" name="Google Shape;870;p28">
              <a:extLst>
                <a:ext uri="{FF2B5EF4-FFF2-40B4-BE49-F238E27FC236}">
                  <a16:creationId xmlns:a16="http://schemas.microsoft.com/office/drawing/2014/main" id="{02C8C1DF-F950-9540-ACFB-2707F3E77F30}"/>
                </a:ext>
              </a:extLst>
            </p:cNvPr>
            <p:cNvSpPr/>
            <p:nvPr/>
          </p:nvSpPr>
          <p:spPr>
            <a:xfrm>
              <a:off x="10976871" y="3728504"/>
              <a:ext cx="300939" cy="258354"/>
            </a:xfrm>
            <a:custGeom>
              <a:avLst/>
              <a:gdLst/>
              <a:ahLst/>
              <a:cxnLst/>
              <a:rect l="l" t="t" r="r" b="b"/>
              <a:pathLst>
                <a:path w="7406" h="6358" extrusionOk="0">
                  <a:moveTo>
                    <a:pt x="4229" y="1"/>
                  </a:moveTo>
                  <a:cubicBezTo>
                    <a:pt x="1410" y="1"/>
                    <a:pt x="1" y="3427"/>
                    <a:pt x="1999" y="5425"/>
                  </a:cubicBezTo>
                  <a:cubicBezTo>
                    <a:pt x="2644" y="6070"/>
                    <a:pt x="3435" y="6358"/>
                    <a:pt x="4211" y="6358"/>
                  </a:cubicBezTo>
                  <a:cubicBezTo>
                    <a:pt x="5841" y="6358"/>
                    <a:pt x="7405" y="5087"/>
                    <a:pt x="7405" y="3177"/>
                  </a:cubicBezTo>
                  <a:cubicBezTo>
                    <a:pt x="7405" y="1428"/>
                    <a:pt x="5996" y="1"/>
                    <a:pt x="42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18" name="Google Shape;871;p28">
              <a:extLst>
                <a:ext uri="{FF2B5EF4-FFF2-40B4-BE49-F238E27FC236}">
                  <a16:creationId xmlns:a16="http://schemas.microsoft.com/office/drawing/2014/main" id="{C3AEF828-0A05-AFBB-5FD1-87290770530A}"/>
                </a:ext>
              </a:extLst>
            </p:cNvPr>
            <p:cNvSpPr/>
            <p:nvPr/>
          </p:nvSpPr>
          <p:spPr>
            <a:xfrm>
              <a:off x="10944973" y="3696605"/>
              <a:ext cx="301670" cy="301670"/>
            </a:xfrm>
            <a:custGeom>
              <a:avLst/>
              <a:gdLst/>
              <a:ahLst/>
              <a:cxnLst/>
              <a:rect l="l" t="t" r="r" b="b"/>
              <a:pathLst>
                <a:path w="7424" h="7424" fill="none" extrusionOk="0">
                  <a:moveTo>
                    <a:pt x="7405" y="3177"/>
                  </a:moveTo>
                  <a:cubicBezTo>
                    <a:pt x="7423" y="6014"/>
                    <a:pt x="3997" y="7423"/>
                    <a:pt x="1999" y="5425"/>
                  </a:cubicBezTo>
                  <a:cubicBezTo>
                    <a:pt x="1" y="3427"/>
                    <a:pt x="1410" y="19"/>
                    <a:pt x="4247" y="19"/>
                  </a:cubicBezTo>
                  <a:cubicBezTo>
                    <a:pt x="5996" y="1"/>
                    <a:pt x="7405" y="1428"/>
                    <a:pt x="7405" y="3177"/>
                  </a:cubicBezTo>
                  <a:close/>
                </a:path>
              </a:pathLst>
            </a:custGeom>
            <a:noFill/>
            <a:ln w="9375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0" name="Google Shape;873;p28">
              <a:extLst>
                <a:ext uri="{FF2B5EF4-FFF2-40B4-BE49-F238E27FC236}">
                  <a16:creationId xmlns:a16="http://schemas.microsoft.com/office/drawing/2014/main" id="{DEBAD2CA-D125-A25E-662F-338C33DB783D}"/>
                </a:ext>
              </a:extLst>
            </p:cNvPr>
            <p:cNvSpPr/>
            <p:nvPr/>
          </p:nvSpPr>
          <p:spPr>
            <a:xfrm>
              <a:off x="770670" y="2464609"/>
              <a:ext cx="630078" cy="574084"/>
            </a:xfrm>
            <a:custGeom>
              <a:avLst/>
              <a:gdLst/>
              <a:ahLst/>
              <a:cxnLst/>
              <a:rect l="l" t="t" r="r" b="b"/>
              <a:pathLst>
                <a:path w="15506" h="14128" extrusionOk="0">
                  <a:moveTo>
                    <a:pt x="7756" y="1"/>
                  </a:moveTo>
                  <a:cubicBezTo>
                    <a:pt x="5947" y="1"/>
                    <a:pt x="4140" y="692"/>
                    <a:pt x="2766" y="2075"/>
                  </a:cubicBezTo>
                  <a:cubicBezTo>
                    <a:pt x="1" y="4823"/>
                    <a:pt x="1" y="9301"/>
                    <a:pt x="2766" y="12067"/>
                  </a:cubicBezTo>
                  <a:cubicBezTo>
                    <a:pt x="4140" y="13441"/>
                    <a:pt x="5947" y="14128"/>
                    <a:pt x="7756" y="14128"/>
                  </a:cubicBezTo>
                  <a:cubicBezTo>
                    <a:pt x="9564" y="14128"/>
                    <a:pt x="11375" y="13441"/>
                    <a:pt x="12758" y="12067"/>
                  </a:cubicBezTo>
                  <a:cubicBezTo>
                    <a:pt x="15506" y="9301"/>
                    <a:pt x="15506" y="4823"/>
                    <a:pt x="12758" y="2075"/>
                  </a:cubicBezTo>
                  <a:cubicBezTo>
                    <a:pt x="11375" y="692"/>
                    <a:pt x="9564" y="1"/>
                    <a:pt x="77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1" name="Google Shape;874;p28">
              <a:extLst>
                <a:ext uri="{FF2B5EF4-FFF2-40B4-BE49-F238E27FC236}">
                  <a16:creationId xmlns:a16="http://schemas.microsoft.com/office/drawing/2014/main" id="{5326CEEF-5ECD-6EF1-6A8D-FBCB2B419631}"/>
                </a:ext>
              </a:extLst>
            </p:cNvPr>
            <p:cNvSpPr/>
            <p:nvPr/>
          </p:nvSpPr>
          <p:spPr>
            <a:xfrm>
              <a:off x="727882" y="2417635"/>
              <a:ext cx="626503" cy="601837"/>
            </a:xfrm>
            <a:custGeom>
              <a:avLst/>
              <a:gdLst/>
              <a:ahLst/>
              <a:cxnLst/>
              <a:rect l="l" t="t" r="r" b="b"/>
              <a:pathLst>
                <a:path w="15418" h="14811" extrusionOk="0">
                  <a:moveTo>
                    <a:pt x="7995" y="679"/>
                  </a:moveTo>
                  <a:cubicBezTo>
                    <a:pt x="11706" y="679"/>
                    <a:pt x="14721" y="3695"/>
                    <a:pt x="14721" y="7424"/>
                  </a:cubicBezTo>
                  <a:cubicBezTo>
                    <a:pt x="14721" y="10136"/>
                    <a:pt x="13080" y="12580"/>
                    <a:pt x="10564" y="13615"/>
                  </a:cubicBezTo>
                  <a:cubicBezTo>
                    <a:pt x="9732" y="13964"/>
                    <a:pt x="8859" y="14132"/>
                    <a:pt x="7994" y="14132"/>
                  </a:cubicBezTo>
                  <a:cubicBezTo>
                    <a:pt x="6243" y="14132"/>
                    <a:pt x="4526" y="13442"/>
                    <a:pt x="3248" y="12152"/>
                  </a:cubicBezTo>
                  <a:cubicBezTo>
                    <a:pt x="1321" y="10243"/>
                    <a:pt x="750" y="7353"/>
                    <a:pt x="1785" y="4837"/>
                  </a:cubicBezTo>
                  <a:cubicBezTo>
                    <a:pt x="2820" y="2321"/>
                    <a:pt x="5282" y="679"/>
                    <a:pt x="7995" y="679"/>
                  </a:cubicBezTo>
                  <a:close/>
                  <a:moveTo>
                    <a:pt x="7989" y="1"/>
                  </a:moveTo>
                  <a:cubicBezTo>
                    <a:pt x="6064" y="1"/>
                    <a:pt x="4173" y="754"/>
                    <a:pt x="2767" y="2160"/>
                  </a:cubicBezTo>
                  <a:cubicBezTo>
                    <a:pt x="643" y="4284"/>
                    <a:pt x="1" y="7477"/>
                    <a:pt x="1143" y="10243"/>
                  </a:cubicBezTo>
                  <a:cubicBezTo>
                    <a:pt x="2303" y="13009"/>
                    <a:pt x="4997" y="14811"/>
                    <a:pt x="7995" y="14811"/>
                  </a:cubicBezTo>
                  <a:cubicBezTo>
                    <a:pt x="12080" y="14811"/>
                    <a:pt x="15399" y="11510"/>
                    <a:pt x="15399" y="7424"/>
                  </a:cubicBezTo>
                  <a:cubicBezTo>
                    <a:pt x="15417" y="4426"/>
                    <a:pt x="13597" y="1714"/>
                    <a:pt x="10831" y="572"/>
                  </a:cubicBezTo>
                  <a:cubicBezTo>
                    <a:pt x="9913" y="187"/>
                    <a:pt x="8947" y="1"/>
                    <a:pt x="7989" y="1"/>
                  </a:cubicBezTo>
                  <a:close/>
                </a:path>
              </a:pathLst>
            </a:custGeom>
            <a:solidFill>
              <a:srgbClr val="3F697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3" name="Google Shape;876;p28">
              <a:extLst>
                <a:ext uri="{FF2B5EF4-FFF2-40B4-BE49-F238E27FC236}">
                  <a16:creationId xmlns:a16="http://schemas.microsoft.com/office/drawing/2014/main" id="{85B30240-CE40-54BA-9456-E8EA628B78C6}"/>
                </a:ext>
              </a:extLst>
            </p:cNvPr>
            <p:cNvSpPr/>
            <p:nvPr/>
          </p:nvSpPr>
          <p:spPr>
            <a:xfrm>
              <a:off x="10833310" y="4761309"/>
              <a:ext cx="630809" cy="574084"/>
            </a:xfrm>
            <a:custGeom>
              <a:avLst/>
              <a:gdLst/>
              <a:ahLst/>
              <a:cxnLst/>
              <a:rect l="l" t="t" r="r" b="b"/>
              <a:pathLst>
                <a:path w="15524" h="14128" extrusionOk="0">
                  <a:moveTo>
                    <a:pt x="7762" y="1"/>
                  </a:moveTo>
                  <a:cubicBezTo>
                    <a:pt x="5956" y="1"/>
                    <a:pt x="4149" y="688"/>
                    <a:pt x="2766" y="2062"/>
                  </a:cubicBezTo>
                  <a:cubicBezTo>
                    <a:pt x="1" y="4827"/>
                    <a:pt x="1" y="9306"/>
                    <a:pt x="2766" y="12053"/>
                  </a:cubicBezTo>
                  <a:cubicBezTo>
                    <a:pt x="4149" y="13436"/>
                    <a:pt x="5956" y="14128"/>
                    <a:pt x="7762" y="14128"/>
                  </a:cubicBezTo>
                  <a:cubicBezTo>
                    <a:pt x="9569" y="14128"/>
                    <a:pt x="11376" y="13436"/>
                    <a:pt x="12758" y="12053"/>
                  </a:cubicBezTo>
                  <a:cubicBezTo>
                    <a:pt x="15524" y="9306"/>
                    <a:pt x="15524" y="4827"/>
                    <a:pt x="12758" y="2062"/>
                  </a:cubicBezTo>
                  <a:cubicBezTo>
                    <a:pt x="11376" y="688"/>
                    <a:pt x="9569" y="1"/>
                    <a:pt x="7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4" name="Google Shape;877;p28">
              <a:extLst>
                <a:ext uri="{FF2B5EF4-FFF2-40B4-BE49-F238E27FC236}">
                  <a16:creationId xmlns:a16="http://schemas.microsoft.com/office/drawing/2014/main" id="{DC1F8E34-EF5F-F3A5-62D7-4C3DBDF38711}"/>
                </a:ext>
              </a:extLst>
            </p:cNvPr>
            <p:cNvSpPr/>
            <p:nvPr/>
          </p:nvSpPr>
          <p:spPr>
            <a:xfrm>
              <a:off x="10791252" y="4714295"/>
              <a:ext cx="625771" cy="602080"/>
            </a:xfrm>
            <a:custGeom>
              <a:avLst/>
              <a:gdLst/>
              <a:ahLst/>
              <a:cxnLst/>
              <a:rect l="l" t="t" r="r" b="b"/>
              <a:pathLst>
                <a:path w="15400" h="14817" extrusionOk="0">
                  <a:moveTo>
                    <a:pt x="7994" y="685"/>
                  </a:moveTo>
                  <a:cubicBezTo>
                    <a:pt x="11706" y="685"/>
                    <a:pt x="14721" y="3700"/>
                    <a:pt x="14721" y="7412"/>
                  </a:cubicBezTo>
                  <a:cubicBezTo>
                    <a:pt x="14721" y="10124"/>
                    <a:pt x="13080" y="12586"/>
                    <a:pt x="10564" y="13621"/>
                  </a:cubicBezTo>
                  <a:cubicBezTo>
                    <a:pt x="9732" y="13963"/>
                    <a:pt x="8859" y="14130"/>
                    <a:pt x="7994" y="14130"/>
                  </a:cubicBezTo>
                  <a:cubicBezTo>
                    <a:pt x="6243" y="14130"/>
                    <a:pt x="4526" y="13447"/>
                    <a:pt x="3248" y="12158"/>
                  </a:cubicBezTo>
                  <a:cubicBezTo>
                    <a:pt x="1321" y="10249"/>
                    <a:pt x="733" y="7340"/>
                    <a:pt x="1785" y="4842"/>
                  </a:cubicBezTo>
                  <a:cubicBezTo>
                    <a:pt x="2820" y="2326"/>
                    <a:pt x="5282" y="685"/>
                    <a:pt x="7994" y="685"/>
                  </a:cubicBezTo>
                  <a:close/>
                  <a:moveTo>
                    <a:pt x="8009" y="1"/>
                  </a:moveTo>
                  <a:cubicBezTo>
                    <a:pt x="6076" y="1"/>
                    <a:pt x="4172" y="755"/>
                    <a:pt x="2749" y="2166"/>
                  </a:cubicBezTo>
                  <a:cubicBezTo>
                    <a:pt x="643" y="4289"/>
                    <a:pt x="1" y="7483"/>
                    <a:pt x="1143" y="10249"/>
                  </a:cubicBezTo>
                  <a:cubicBezTo>
                    <a:pt x="2303" y="13014"/>
                    <a:pt x="4997" y="14816"/>
                    <a:pt x="7994" y="14816"/>
                  </a:cubicBezTo>
                  <a:cubicBezTo>
                    <a:pt x="12080" y="14816"/>
                    <a:pt x="15399" y="11498"/>
                    <a:pt x="15399" y="7412"/>
                  </a:cubicBezTo>
                  <a:cubicBezTo>
                    <a:pt x="15399" y="4414"/>
                    <a:pt x="13597" y="1720"/>
                    <a:pt x="10831" y="560"/>
                  </a:cubicBezTo>
                  <a:cubicBezTo>
                    <a:pt x="9919" y="183"/>
                    <a:pt x="8961" y="1"/>
                    <a:pt x="8009" y="1"/>
                  </a:cubicBezTo>
                  <a:close/>
                </a:path>
              </a:pathLst>
            </a:custGeom>
            <a:solidFill>
              <a:srgbClr val="3F697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6" name="Google Shape;879;p28">
              <a:extLst>
                <a:ext uri="{FF2B5EF4-FFF2-40B4-BE49-F238E27FC236}">
                  <a16:creationId xmlns:a16="http://schemas.microsoft.com/office/drawing/2014/main" id="{19966C12-5B2F-5EB8-CC9F-F9BCE0024197}"/>
                </a:ext>
              </a:extLst>
            </p:cNvPr>
            <p:cNvSpPr/>
            <p:nvPr/>
          </p:nvSpPr>
          <p:spPr>
            <a:xfrm>
              <a:off x="8826775" y="2465162"/>
              <a:ext cx="647511" cy="572987"/>
            </a:xfrm>
            <a:custGeom>
              <a:avLst/>
              <a:gdLst/>
              <a:ahLst/>
              <a:cxnLst/>
              <a:rect l="l" t="t" r="r" b="b"/>
              <a:pathLst>
                <a:path w="15935" h="14101" extrusionOk="0">
                  <a:moveTo>
                    <a:pt x="7963" y="0"/>
                  </a:moveTo>
                  <a:cubicBezTo>
                    <a:pt x="6460" y="0"/>
                    <a:pt x="4943" y="478"/>
                    <a:pt x="3659" y="1465"/>
                  </a:cubicBezTo>
                  <a:cubicBezTo>
                    <a:pt x="572" y="3856"/>
                    <a:pt x="1" y="8281"/>
                    <a:pt x="2392" y="11368"/>
                  </a:cubicBezTo>
                  <a:cubicBezTo>
                    <a:pt x="3777" y="13160"/>
                    <a:pt x="5862" y="14100"/>
                    <a:pt x="7972" y="14100"/>
                  </a:cubicBezTo>
                  <a:cubicBezTo>
                    <a:pt x="9476" y="14100"/>
                    <a:pt x="10992" y="13622"/>
                    <a:pt x="12277" y="12635"/>
                  </a:cubicBezTo>
                  <a:cubicBezTo>
                    <a:pt x="15363" y="10244"/>
                    <a:pt x="15934" y="5819"/>
                    <a:pt x="13544" y="2732"/>
                  </a:cubicBezTo>
                  <a:cubicBezTo>
                    <a:pt x="12158" y="940"/>
                    <a:pt x="10073" y="0"/>
                    <a:pt x="7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7" name="Google Shape;880;p28">
              <a:extLst>
                <a:ext uri="{FF2B5EF4-FFF2-40B4-BE49-F238E27FC236}">
                  <a16:creationId xmlns:a16="http://schemas.microsoft.com/office/drawing/2014/main" id="{E506CEE7-7DD8-3D12-3CA8-04779B7ABA86}"/>
                </a:ext>
              </a:extLst>
            </p:cNvPr>
            <p:cNvSpPr/>
            <p:nvPr/>
          </p:nvSpPr>
          <p:spPr>
            <a:xfrm>
              <a:off x="8794557" y="2417635"/>
              <a:ext cx="625731" cy="601837"/>
            </a:xfrm>
            <a:custGeom>
              <a:avLst/>
              <a:gdLst/>
              <a:ahLst/>
              <a:cxnLst/>
              <a:rect l="l" t="t" r="r" b="b"/>
              <a:pathLst>
                <a:path w="15399" h="14811" extrusionOk="0">
                  <a:moveTo>
                    <a:pt x="7976" y="679"/>
                  </a:moveTo>
                  <a:cubicBezTo>
                    <a:pt x="11705" y="679"/>
                    <a:pt x="14703" y="3695"/>
                    <a:pt x="14703" y="7424"/>
                  </a:cubicBezTo>
                  <a:cubicBezTo>
                    <a:pt x="14703" y="10136"/>
                    <a:pt x="13061" y="12580"/>
                    <a:pt x="10545" y="13615"/>
                  </a:cubicBezTo>
                  <a:cubicBezTo>
                    <a:pt x="9719" y="13964"/>
                    <a:pt x="8848" y="14132"/>
                    <a:pt x="7983" y="14132"/>
                  </a:cubicBezTo>
                  <a:cubicBezTo>
                    <a:pt x="6233" y="14132"/>
                    <a:pt x="4508" y="13442"/>
                    <a:pt x="3230" y="12152"/>
                  </a:cubicBezTo>
                  <a:cubicBezTo>
                    <a:pt x="1303" y="10243"/>
                    <a:pt x="732" y="7353"/>
                    <a:pt x="1767" y="4837"/>
                  </a:cubicBezTo>
                  <a:cubicBezTo>
                    <a:pt x="2819" y="2321"/>
                    <a:pt x="5264" y="679"/>
                    <a:pt x="7976" y="679"/>
                  </a:cubicBezTo>
                  <a:close/>
                  <a:moveTo>
                    <a:pt x="7988" y="1"/>
                  </a:moveTo>
                  <a:cubicBezTo>
                    <a:pt x="6062" y="1"/>
                    <a:pt x="4166" y="754"/>
                    <a:pt x="2748" y="2160"/>
                  </a:cubicBezTo>
                  <a:cubicBezTo>
                    <a:pt x="625" y="4284"/>
                    <a:pt x="0" y="7477"/>
                    <a:pt x="1142" y="10243"/>
                  </a:cubicBezTo>
                  <a:cubicBezTo>
                    <a:pt x="2284" y="13009"/>
                    <a:pt x="4978" y="14811"/>
                    <a:pt x="7976" y="14811"/>
                  </a:cubicBezTo>
                  <a:cubicBezTo>
                    <a:pt x="12062" y="14811"/>
                    <a:pt x="15381" y="11510"/>
                    <a:pt x="15399" y="7424"/>
                  </a:cubicBezTo>
                  <a:cubicBezTo>
                    <a:pt x="15399" y="4426"/>
                    <a:pt x="13596" y="1714"/>
                    <a:pt x="10831" y="572"/>
                  </a:cubicBezTo>
                  <a:cubicBezTo>
                    <a:pt x="9912" y="187"/>
                    <a:pt x="8946" y="1"/>
                    <a:pt x="7988" y="1"/>
                  </a:cubicBezTo>
                  <a:close/>
                </a:path>
              </a:pathLst>
            </a:custGeom>
            <a:solidFill>
              <a:srgbClr val="3F697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9" name="Google Shape;882;p28">
              <a:extLst>
                <a:ext uri="{FF2B5EF4-FFF2-40B4-BE49-F238E27FC236}">
                  <a16:creationId xmlns:a16="http://schemas.microsoft.com/office/drawing/2014/main" id="{5A1A9E16-862B-CFC9-F0C2-31D0542B4179}"/>
                </a:ext>
              </a:extLst>
            </p:cNvPr>
            <p:cNvSpPr/>
            <p:nvPr/>
          </p:nvSpPr>
          <p:spPr>
            <a:xfrm>
              <a:off x="4780074" y="2464893"/>
              <a:ext cx="641700" cy="574409"/>
            </a:xfrm>
            <a:custGeom>
              <a:avLst/>
              <a:gdLst/>
              <a:ahLst/>
              <a:cxnLst/>
              <a:rect l="l" t="t" r="r" b="b"/>
              <a:pathLst>
                <a:path w="15792" h="14136" extrusionOk="0">
                  <a:moveTo>
                    <a:pt x="7892" y="1"/>
                  </a:moveTo>
                  <a:cubicBezTo>
                    <a:pt x="6251" y="1"/>
                    <a:pt x="4602" y="571"/>
                    <a:pt x="3266" y="1729"/>
                  </a:cubicBezTo>
                  <a:cubicBezTo>
                    <a:pt x="322" y="4298"/>
                    <a:pt x="1" y="8759"/>
                    <a:pt x="2552" y="11703"/>
                  </a:cubicBezTo>
                  <a:cubicBezTo>
                    <a:pt x="3955" y="13310"/>
                    <a:pt x="5922" y="14136"/>
                    <a:pt x="7898" y="14136"/>
                  </a:cubicBezTo>
                  <a:cubicBezTo>
                    <a:pt x="9540" y="14136"/>
                    <a:pt x="11190" y="13565"/>
                    <a:pt x="12526" y="12399"/>
                  </a:cubicBezTo>
                  <a:cubicBezTo>
                    <a:pt x="15470" y="9847"/>
                    <a:pt x="15791" y="5387"/>
                    <a:pt x="13222" y="2443"/>
                  </a:cubicBezTo>
                  <a:cubicBezTo>
                    <a:pt x="11829" y="825"/>
                    <a:pt x="9866" y="1"/>
                    <a:pt x="78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0" name="Google Shape;883;p28">
              <a:extLst>
                <a:ext uri="{FF2B5EF4-FFF2-40B4-BE49-F238E27FC236}">
                  <a16:creationId xmlns:a16="http://schemas.microsoft.com/office/drawing/2014/main" id="{52273B25-5C36-5F01-23D9-752C2B3C0390}"/>
                </a:ext>
              </a:extLst>
            </p:cNvPr>
            <p:cNvSpPr/>
            <p:nvPr/>
          </p:nvSpPr>
          <p:spPr>
            <a:xfrm>
              <a:off x="4743096" y="2417635"/>
              <a:ext cx="625731" cy="601837"/>
            </a:xfrm>
            <a:custGeom>
              <a:avLst/>
              <a:gdLst/>
              <a:ahLst/>
              <a:cxnLst/>
              <a:rect l="l" t="t" r="r" b="b"/>
              <a:pathLst>
                <a:path w="15399" h="14811" extrusionOk="0">
                  <a:moveTo>
                    <a:pt x="7994" y="679"/>
                  </a:moveTo>
                  <a:cubicBezTo>
                    <a:pt x="11705" y="679"/>
                    <a:pt x="14721" y="3695"/>
                    <a:pt x="14721" y="7424"/>
                  </a:cubicBezTo>
                  <a:cubicBezTo>
                    <a:pt x="14703" y="10136"/>
                    <a:pt x="13079" y="12580"/>
                    <a:pt x="10563" y="13615"/>
                  </a:cubicBezTo>
                  <a:cubicBezTo>
                    <a:pt x="9731" y="13964"/>
                    <a:pt x="8858" y="14132"/>
                    <a:pt x="7992" y="14132"/>
                  </a:cubicBezTo>
                  <a:cubicBezTo>
                    <a:pt x="6241" y="14132"/>
                    <a:pt x="4520" y="13442"/>
                    <a:pt x="3230" y="12152"/>
                  </a:cubicBezTo>
                  <a:cubicBezTo>
                    <a:pt x="1303" y="10243"/>
                    <a:pt x="732" y="7353"/>
                    <a:pt x="1785" y="4837"/>
                  </a:cubicBezTo>
                  <a:cubicBezTo>
                    <a:pt x="2820" y="2321"/>
                    <a:pt x="5264" y="679"/>
                    <a:pt x="7994" y="679"/>
                  </a:cubicBezTo>
                  <a:close/>
                  <a:moveTo>
                    <a:pt x="7988" y="1"/>
                  </a:moveTo>
                  <a:cubicBezTo>
                    <a:pt x="6062" y="1"/>
                    <a:pt x="4166" y="754"/>
                    <a:pt x="2748" y="2160"/>
                  </a:cubicBezTo>
                  <a:cubicBezTo>
                    <a:pt x="625" y="4284"/>
                    <a:pt x="1" y="7477"/>
                    <a:pt x="1143" y="10243"/>
                  </a:cubicBezTo>
                  <a:cubicBezTo>
                    <a:pt x="2284" y="13009"/>
                    <a:pt x="4997" y="14811"/>
                    <a:pt x="7994" y="14811"/>
                  </a:cubicBezTo>
                  <a:cubicBezTo>
                    <a:pt x="12080" y="14811"/>
                    <a:pt x="15399" y="11510"/>
                    <a:pt x="15399" y="7424"/>
                  </a:cubicBezTo>
                  <a:cubicBezTo>
                    <a:pt x="15399" y="4426"/>
                    <a:pt x="13597" y="1714"/>
                    <a:pt x="10831" y="572"/>
                  </a:cubicBezTo>
                  <a:cubicBezTo>
                    <a:pt x="9912" y="187"/>
                    <a:pt x="8947" y="1"/>
                    <a:pt x="7988" y="1"/>
                  </a:cubicBezTo>
                  <a:close/>
                </a:path>
              </a:pathLst>
            </a:custGeom>
            <a:solidFill>
              <a:srgbClr val="3F697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2" name="Google Shape;885;p28">
              <a:extLst>
                <a:ext uri="{FF2B5EF4-FFF2-40B4-BE49-F238E27FC236}">
                  <a16:creationId xmlns:a16="http://schemas.microsoft.com/office/drawing/2014/main" id="{F5CCF06F-6C71-B906-F921-7CA1CE7CDF62}"/>
                </a:ext>
              </a:extLst>
            </p:cNvPr>
            <p:cNvSpPr/>
            <p:nvPr/>
          </p:nvSpPr>
          <p:spPr>
            <a:xfrm>
              <a:off x="6802167" y="4761309"/>
              <a:ext cx="630078" cy="574084"/>
            </a:xfrm>
            <a:custGeom>
              <a:avLst/>
              <a:gdLst/>
              <a:ahLst/>
              <a:cxnLst/>
              <a:rect l="l" t="t" r="r" b="b"/>
              <a:pathLst>
                <a:path w="15506" h="14128" extrusionOk="0">
                  <a:moveTo>
                    <a:pt x="7751" y="1"/>
                  </a:moveTo>
                  <a:cubicBezTo>
                    <a:pt x="5942" y="1"/>
                    <a:pt x="4131" y="688"/>
                    <a:pt x="2748" y="2062"/>
                  </a:cubicBezTo>
                  <a:cubicBezTo>
                    <a:pt x="1" y="4827"/>
                    <a:pt x="1" y="9306"/>
                    <a:pt x="2748" y="12053"/>
                  </a:cubicBezTo>
                  <a:cubicBezTo>
                    <a:pt x="4131" y="13436"/>
                    <a:pt x="5942" y="14128"/>
                    <a:pt x="7751" y="14128"/>
                  </a:cubicBezTo>
                  <a:cubicBezTo>
                    <a:pt x="9560" y="14128"/>
                    <a:pt x="11366" y="13436"/>
                    <a:pt x="12740" y="12053"/>
                  </a:cubicBezTo>
                  <a:cubicBezTo>
                    <a:pt x="15506" y="9306"/>
                    <a:pt x="15506" y="4827"/>
                    <a:pt x="12740" y="2062"/>
                  </a:cubicBezTo>
                  <a:cubicBezTo>
                    <a:pt x="11366" y="688"/>
                    <a:pt x="9560" y="1"/>
                    <a:pt x="77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3" name="Google Shape;886;p28">
              <a:extLst>
                <a:ext uri="{FF2B5EF4-FFF2-40B4-BE49-F238E27FC236}">
                  <a16:creationId xmlns:a16="http://schemas.microsoft.com/office/drawing/2014/main" id="{A3A22CB7-AB45-5448-C1B0-084C6AFE983C}"/>
                </a:ext>
              </a:extLst>
            </p:cNvPr>
            <p:cNvSpPr/>
            <p:nvPr/>
          </p:nvSpPr>
          <p:spPr>
            <a:xfrm>
              <a:off x="6759379" y="4714295"/>
              <a:ext cx="625771" cy="602080"/>
            </a:xfrm>
            <a:custGeom>
              <a:avLst/>
              <a:gdLst/>
              <a:ahLst/>
              <a:cxnLst/>
              <a:rect l="l" t="t" r="r" b="b"/>
              <a:pathLst>
                <a:path w="15400" h="14817" extrusionOk="0">
                  <a:moveTo>
                    <a:pt x="7994" y="685"/>
                  </a:moveTo>
                  <a:cubicBezTo>
                    <a:pt x="11706" y="685"/>
                    <a:pt x="14703" y="3700"/>
                    <a:pt x="14721" y="7412"/>
                  </a:cubicBezTo>
                  <a:cubicBezTo>
                    <a:pt x="14721" y="10124"/>
                    <a:pt x="13080" y="12586"/>
                    <a:pt x="10564" y="13621"/>
                  </a:cubicBezTo>
                  <a:cubicBezTo>
                    <a:pt x="9732" y="13963"/>
                    <a:pt x="8859" y="14130"/>
                    <a:pt x="7993" y="14130"/>
                  </a:cubicBezTo>
                  <a:cubicBezTo>
                    <a:pt x="6241" y="14130"/>
                    <a:pt x="4520" y="13447"/>
                    <a:pt x="3231" y="12158"/>
                  </a:cubicBezTo>
                  <a:cubicBezTo>
                    <a:pt x="1304" y="10249"/>
                    <a:pt x="733" y="7340"/>
                    <a:pt x="1785" y="4842"/>
                  </a:cubicBezTo>
                  <a:cubicBezTo>
                    <a:pt x="2820" y="2326"/>
                    <a:pt x="5265" y="685"/>
                    <a:pt x="7994" y="685"/>
                  </a:cubicBezTo>
                  <a:close/>
                  <a:moveTo>
                    <a:pt x="8001" y="1"/>
                  </a:moveTo>
                  <a:cubicBezTo>
                    <a:pt x="6068" y="1"/>
                    <a:pt x="4172" y="755"/>
                    <a:pt x="2749" y="2166"/>
                  </a:cubicBezTo>
                  <a:cubicBezTo>
                    <a:pt x="625" y="4289"/>
                    <a:pt x="1" y="7483"/>
                    <a:pt x="1143" y="10249"/>
                  </a:cubicBezTo>
                  <a:cubicBezTo>
                    <a:pt x="2285" y="13014"/>
                    <a:pt x="4997" y="14816"/>
                    <a:pt x="7994" y="14816"/>
                  </a:cubicBezTo>
                  <a:cubicBezTo>
                    <a:pt x="12080" y="14816"/>
                    <a:pt x="15399" y="11498"/>
                    <a:pt x="15399" y="7412"/>
                  </a:cubicBezTo>
                  <a:cubicBezTo>
                    <a:pt x="15399" y="4414"/>
                    <a:pt x="13597" y="1720"/>
                    <a:pt x="10831" y="560"/>
                  </a:cubicBezTo>
                  <a:cubicBezTo>
                    <a:pt x="9914" y="183"/>
                    <a:pt x="8953" y="1"/>
                    <a:pt x="8001" y="1"/>
                  </a:cubicBezTo>
                  <a:close/>
                </a:path>
              </a:pathLst>
            </a:custGeom>
            <a:solidFill>
              <a:srgbClr val="3F697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Lora" pitchFamily="2" charset="0"/>
              </a:endParaRPr>
            </a:p>
          </p:txBody>
        </p:sp>
        <p:sp>
          <p:nvSpPr>
            <p:cNvPr id="35" name="Google Shape;888;p28">
              <a:extLst>
                <a:ext uri="{FF2B5EF4-FFF2-40B4-BE49-F238E27FC236}">
                  <a16:creationId xmlns:a16="http://schemas.microsoft.com/office/drawing/2014/main" id="{1702DBFF-8AD6-4F82-C68B-75BFBC9D0DED}"/>
                </a:ext>
              </a:extLst>
            </p:cNvPr>
            <p:cNvSpPr/>
            <p:nvPr/>
          </p:nvSpPr>
          <p:spPr>
            <a:xfrm>
              <a:off x="2773909" y="4760944"/>
              <a:ext cx="597489" cy="574206"/>
            </a:xfrm>
            <a:custGeom>
              <a:avLst/>
              <a:gdLst/>
              <a:ahLst/>
              <a:cxnLst/>
              <a:rect l="l" t="t" r="r" b="b"/>
              <a:pathLst>
                <a:path w="14704" h="14131" extrusionOk="0">
                  <a:moveTo>
                    <a:pt x="7638" y="1"/>
                  </a:moveTo>
                  <a:cubicBezTo>
                    <a:pt x="4765" y="1"/>
                    <a:pt x="2196" y="1714"/>
                    <a:pt x="1107" y="4354"/>
                  </a:cubicBezTo>
                  <a:cubicBezTo>
                    <a:pt x="1" y="6995"/>
                    <a:pt x="608" y="10046"/>
                    <a:pt x="2642" y="12062"/>
                  </a:cubicBezTo>
                  <a:cubicBezTo>
                    <a:pt x="3992" y="13413"/>
                    <a:pt x="5799" y="14131"/>
                    <a:pt x="7638" y="14131"/>
                  </a:cubicBezTo>
                  <a:cubicBezTo>
                    <a:pt x="8545" y="14131"/>
                    <a:pt x="9460" y="13956"/>
                    <a:pt x="10332" y="13597"/>
                  </a:cubicBezTo>
                  <a:cubicBezTo>
                    <a:pt x="12973" y="12508"/>
                    <a:pt x="14703" y="9921"/>
                    <a:pt x="14703" y="7066"/>
                  </a:cubicBezTo>
                  <a:cubicBezTo>
                    <a:pt x="14703" y="3159"/>
                    <a:pt x="11527" y="1"/>
                    <a:pt x="76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6" name="Google Shape;889;p28">
              <a:extLst>
                <a:ext uri="{FF2B5EF4-FFF2-40B4-BE49-F238E27FC236}">
                  <a16:creationId xmlns:a16="http://schemas.microsoft.com/office/drawing/2014/main" id="{8C0492D2-2E3A-143D-8CA5-C52B85CF41AF}"/>
                </a:ext>
              </a:extLst>
            </p:cNvPr>
            <p:cNvSpPr/>
            <p:nvPr/>
          </p:nvSpPr>
          <p:spPr>
            <a:xfrm>
              <a:off x="2726083" y="4714295"/>
              <a:ext cx="625731" cy="602080"/>
            </a:xfrm>
            <a:custGeom>
              <a:avLst/>
              <a:gdLst/>
              <a:ahLst/>
              <a:cxnLst/>
              <a:rect l="l" t="t" r="r" b="b"/>
              <a:pathLst>
                <a:path w="15399" h="14817" extrusionOk="0">
                  <a:moveTo>
                    <a:pt x="7994" y="685"/>
                  </a:moveTo>
                  <a:cubicBezTo>
                    <a:pt x="11705" y="685"/>
                    <a:pt x="14721" y="3700"/>
                    <a:pt x="14721" y="7412"/>
                  </a:cubicBezTo>
                  <a:cubicBezTo>
                    <a:pt x="14721" y="10124"/>
                    <a:pt x="13079" y="12586"/>
                    <a:pt x="10563" y="13621"/>
                  </a:cubicBezTo>
                  <a:cubicBezTo>
                    <a:pt x="9737" y="13963"/>
                    <a:pt x="8866" y="14130"/>
                    <a:pt x="8001" y="14130"/>
                  </a:cubicBezTo>
                  <a:cubicBezTo>
                    <a:pt x="6251" y="14130"/>
                    <a:pt x="4525" y="13447"/>
                    <a:pt x="3248" y="12158"/>
                  </a:cubicBezTo>
                  <a:cubicBezTo>
                    <a:pt x="1321" y="10249"/>
                    <a:pt x="750" y="7340"/>
                    <a:pt x="1785" y="4842"/>
                  </a:cubicBezTo>
                  <a:cubicBezTo>
                    <a:pt x="2819" y="2326"/>
                    <a:pt x="5282" y="685"/>
                    <a:pt x="7994" y="685"/>
                  </a:cubicBezTo>
                  <a:close/>
                  <a:moveTo>
                    <a:pt x="8009" y="1"/>
                  </a:moveTo>
                  <a:cubicBezTo>
                    <a:pt x="6077" y="1"/>
                    <a:pt x="4177" y="755"/>
                    <a:pt x="2766" y="2166"/>
                  </a:cubicBezTo>
                  <a:cubicBezTo>
                    <a:pt x="643" y="4289"/>
                    <a:pt x="0" y="7483"/>
                    <a:pt x="1142" y="10249"/>
                  </a:cubicBezTo>
                  <a:cubicBezTo>
                    <a:pt x="2302" y="13014"/>
                    <a:pt x="4996" y="14816"/>
                    <a:pt x="7994" y="14816"/>
                  </a:cubicBezTo>
                  <a:cubicBezTo>
                    <a:pt x="12080" y="14816"/>
                    <a:pt x="15399" y="11498"/>
                    <a:pt x="15399" y="7412"/>
                  </a:cubicBezTo>
                  <a:cubicBezTo>
                    <a:pt x="15399" y="4414"/>
                    <a:pt x="13596" y="1720"/>
                    <a:pt x="10831" y="560"/>
                  </a:cubicBezTo>
                  <a:cubicBezTo>
                    <a:pt x="9919" y="183"/>
                    <a:pt x="8960" y="1"/>
                    <a:pt x="8009" y="1"/>
                  </a:cubicBezTo>
                  <a:close/>
                </a:path>
              </a:pathLst>
            </a:custGeom>
            <a:solidFill>
              <a:srgbClr val="3F697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7" name="Google Shape;890;p28">
              <a:extLst>
                <a:ext uri="{FF2B5EF4-FFF2-40B4-BE49-F238E27FC236}">
                  <a16:creationId xmlns:a16="http://schemas.microsoft.com/office/drawing/2014/main" id="{07B8FA30-59A4-B7A9-5147-04ADA7BF1CBA}"/>
                </a:ext>
              </a:extLst>
            </p:cNvPr>
            <p:cNvSpPr/>
            <p:nvPr/>
          </p:nvSpPr>
          <p:spPr>
            <a:xfrm>
              <a:off x="1034592" y="3697336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8" name="Google Shape;891;p28">
              <a:extLst>
                <a:ext uri="{FF2B5EF4-FFF2-40B4-BE49-F238E27FC236}">
                  <a16:creationId xmlns:a16="http://schemas.microsoft.com/office/drawing/2014/main" id="{00629FD0-49AF-BA1F-BF76-82F6AEC5FB85}"/>
                </a:ext>
              </a:extLst>
            </p:cNvPr>
            <p:cNvSpPr/>
            <p:nvPr/>
          </p:nvSpPr>
          <p:spPr>
            <a:xfrm>
              <a:off x="1034592" y="3028859"/>
              <a:ext cx="40" cy="622113"/>
            </a:xfrm>
            <a:custGeom>
              <a:avLst/>
              <a:gdLst/>
              <a:ahLst/>
              <a:cxnLst/>
              <a:rect l="l" t="t" r="r" b="b"/>
              <a:pathLst>
                <a:path w="1" h="15310" fill="none" extrusionOk="0">
                  <a:moveTo>
                    <a:pt x="0" y="15310"/>
                  </a:moveTo>
                  <a:lnTo>
                    <a:pt x="0" y="1"/>
                  </a:lnTo>
                </a:path>
              </a:pathLst>
            </a:custGeom>
            <a:noFill/>
            <a:ln w="9375" cap="rnd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39" name="Google Shape;892;p28">
              <a:extLst>
                <a:ext uri="{FF2B5EF4-FFF2-40B4-BE49-F238E27FC236}">
                  <a16:creationId xmlns:a16="http://schemas.microsoft.com/office/drawing/2014/main" id="{114F14DF-8FD5-2ADC-6045-C036CA2430F6}"/>
                </a:ext>
              </a:extLst>
            </p:cNvPr>
            <p:cNvSpPr/>
            <p:nvPr/>
          </p:nvSpPr>
          <p:spPr>
            <a:xfrm>
              <a:off x="1034592" y="3005657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0" name="Google Shape;893;p28">
              <a:extLst>
                <a:ext uri="{FF2B5EF4-FFF2-40B4-BE49-F238E27FC236}">
                  <a16:creationId xmlns:a16="http://schemas.microsoft.com/office/drawing/2014/main" id="{484FE6EC-714C-1C5B-EE39-70C9E3EB87E7}"/>
                </a:ext>
              </a:extLst>
            </p:cNvPr>
            <p:cNvSpPr/>
            <p:nvPr/>
          </p:nvSpPr>
          <p:spPr>
            <a:xfrm>
              <a:off x="5067928" y="3697336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1" name="Google Shape;894;p28">
              <a:extLst>
                <a:ext uri="{FF2B5EF4-FFF2-40B4-BE49-F238E27FC236}">
                  <a16:creationId xmlns:a16="http://schemas.microsoft.com/office/drawing/2014/main" id="{938D2369-690C-8631-A4B6-41123047A793}"/>
                </a:ext>
              </a:extLst>
            </p:cNvPr>
            <p:cNvSpPr/>
            <p:nvPr/>
          </p:nvSpPr>
          <p:spPr>
            <a:xfrm>
              <a:off x="5067928" y="3028859"/>
              <a:ext cx="40" cy="622113"/>
            </a:xfrm>
            <a:custGeom>
              <a:avLst/>
              <a:gdLst/>
              <a:ahLst/>
              <a:cxnLst/>
              <a:rect l="l" t="t" r="r" b="b"/>
              <a:pathLst>
                <a:path w="1" h="15310" fill="none" extrusionOk="0">
                  <a:moveTo>
                    <a:pt x="0" y="15310"/>
                  </a:moveTo>
                  <a:lnTo>
                    <a:pt x="0" y="1"/>
                  </a:lnTo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2" name="Google Shape;895;p28">
              <a:extLst>
                <a:ext uri="{FF2B5EF4-FFF2-40B4-BE49-F238E27FC236}">
                  <a16:creationId xmlns:a16="http://schemas.microsoft.com/office/drawing/2014/main" id="{D2DAF78A-2477-49F9-379B-C2601A3698CE}"/>
                </a:ext>
              </a:extLst>
            </p:cNvPr>
            <p:cNvSpPr/>
            <p:nvPr/>
          </p:nvSpPr>
          <p:spPr>
            <a:xfrm>
              <a:off x="5067928" y="3005657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3" name="Google Shape;896;p28">
              <a:extLst>
                <a:ext uri="{FF2B5EF4-FFF2-40B4-BE49-F238E27FC236}">
                  <a16:creationId xmlns:a16="http://schemas.microsoft.com/office/drawing/2014/main" id="{18DDFCFE-763A-BB52-0CBE-F9F5DFBD01D8}"/>
                </a:ext>
              </a:extLst>
            </p:cNvPr>
            <p:cNvSpPr/>
            <p:nvPr/>
          </p:nvSpPr>
          <p:spPr>
            <a:xfrm>
              <a:off x="9100493" y="3697336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4" name="Google Shape;897;p28">
              <a:extLst>
                <a:ext uri="{FF2B5EF4-FFF2-40B4-BE49-F238E27FC236}">
                  <a16:creationId xmlns:a16="http://schemas.microsoft.com/office/drawing/2014/main" id="{31AB2AE2-F29F-CBC0-78E2-B79ACE7B1702}"/>
                </a:ext>
              </a:extLst>
            </p:cNvPr>
            <p:cNvSpPr/>
            <p:nvPr/>
          </p:nvSpPr>
          <p:spPr>
            <a:xfrm>
              <a:off x="9100493" y="3028859"/>
              <a:ext cx="40" cy="622113"/>
            </a:xfrm>
            <a:custGeom>
              <a:avLst/>
              <a:gdLst/>
              <a:ahLst/>
              <a:cxnLst/>
              <a:rect l="l" t="t" r="r" b="b"/>
              <a:pathLst>
                <a:path w="1" h="15310" fill="none" extrusionOk="0">
                  <a:moveTo>
                    <a:pt x="1" y="15310"/>
                  </a:moveTo>
                  <a:lnTo>
                    <a:pt x="1" y="1"/>
                  </a:lnTo>
                </a:path>
              </a:pathLst>
            </a:custGeom>
            <a:noFill/>
            <a:ln w="9375" cap="rnd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5" name="Google Shape;898;p28">
              <a:extLst>
                <a:ext uri="{FF2B5EF4-FFF2-40B4-BE49-F238E27FC236}">
                  <a16:creationId xmlns:a16="http://schemas.microsoft.com/office/drawing/2014/main" id="{D6BEF942-884B-6E7D-4FC5-04811FFAD06C}"/>
                </a:ext>
              </a:extLst>
            </p:cNvPr>
            <p:cNvSpPr/>
            <p:nvPr/>
          </p:nvSpPr>
          <p:spPr>
            <a:xfrm>
              <a:off x="9100493" y="3005657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6" name="Google Shape;899;p28">
              <a:extLst>
                <a:ext uri="{FF2B5EF4-FFF2-40B4-BE49-F238E27FC236}">
                  <a16:creationId xmlns:a16="http://schemas.microsoft.com/office/drawing/2014/main" id="{0F19C7EF-D37A-9631-0BA9-F10F7BD47C12}"/>
                </a:ext>
              </a:extLst>
            </p:cNvPr>
            <p:cNvSpPr/>
            <p:nvPr/>
          </p:nvSpPr>
          <p:spPr>
            <a:xfrm>
              <a:off x="3050873" y="3977917"/>
              <a:ext cx="40" cy="622113"/>
            </a:xfrm>
            <a:custGeom>
              <a:avLst/>
              <a:gdLst/>
              <a:ahLst/>
              <a:cxnLst/>
              <a:rect l="l" t="t" r="r" b="b"/>
              <a:pathLst>
                <a:path w="1" h="15310" fill="none" extrusionOk="0">
                  <a:moveTo>
                    <a:pt x="1" y="15310"/>
                  </a:moveTo>
                  <a:lnTo>
                    <a:pt x="1" y="1"/>
                  </a:lnTo>
                </a:path>
              </a:pathLst>
            </a:custGeom>
            <a:noFill/>
            <a:ln w="9375" cap="rnd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7" name="Google Shape;900;p28">
              <a:extLst>
                <a:ext uri="{FF2B5EF4-FFF2-40B4-BE49-F238E27FC236}">
                  <a16:creationId xmlns:a16="http://schemas.microsoft.com/office/drawing/2014/main" id="{964CE5FE-8ECF-C63E-8621-D2B4658245BD}"/>
                </a:ext>
              </a:extLst>
            </p:cNvPr>
            <p:cNvSpPr/>
            <p:nvPr/>
          </p:nvSpPr>
          <p:spPr>
            <a:xfrm>
              <a:off x="3050873" y="3954715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8" name="Google Shape;901;p28">
              <a:extLst>
                <a:ext uri="{FF2B5EF4-FFF2-40B4-BE49-F238E27FC236}">
                  <a16:creationId xmlns:a16="http://schemas.microsoft.com/office/drawing/2014/main" id="{57FE0C16-8629-A4AD-5403-3E9A8736077A}"/>
                </a:ext>
              </a:extLst>
            </p:cNvPr>
            <p:cNvSpPr/>
            <p:nvPr/>
          </p:nvSpPr>
          <p:spPr>
            <a:xfrm>
              <a:off x="7084211" y="4645664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9" name="Google Shape;902;p28">
              <a:extLst>
                <a:ext uri="{FF2B5EF4-FFF2-40B4-BE49-F238E27FC236}">
                  <a16:creationId xmlns:a16="http://schemas.microsoft.com/office/drawing/2014/main" id="{E17AF729-7C3E-696B-ACAF-ED90124DE918}"/>
                </a:ext>
              </a:extLst>
            </p:cNvPr>
            <p:cNvSpPr/>
            <p:nvPr/>
          </p:nvSpPr>
          <p:spPr>
            <a:xfrm>
              <a:off x="7084211" y="3977917"/>
              <a:ext cx="40" cy="622113"/>
            </a:xfrm>
            <a:custGeom>
              <a:avLst/>
              <a:gdLst/>
              <a:ahLst/>
              <a:cxnLst/>
              <a:rect l="l" t="t" r="r" b="b"/>
              <a:pathLst>
                <a:path w="1" h="15310" fill="none" extrusionOk="0">
                  <a:moveTo>
                    <a:pt x="0" y="15310"/>
                  </a:moveTo>
                  <a:lnTo>
                    <a:pt x="0" y="1"/>
                  </a:lnTo>
                </a:path>
              </a:pathLst>
            </a:custGeom>
            <a:noFill/>
            <a:ln w="9375" cap="rnd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0" name="Google Shape;903;p28">
              <a:extLst>
                <a:ext uri="{FF2B5EF4-FFF2-40B4-BE49-F238E27FC236}">
                  <a16:creationId xmlns:a16="http://schemas.microsoft.com/office/drawing/2014/main" id="{AB1999DB-1276-6EFC-2AAD-F5810EC6312C}"/>
                </a:ext>
              </a:extLst>
            </p:cNvPr>
            <p:cNvSpPr/>
            <p:nvPr/>
          </p:nvSpPr>
          <p:spPr>
            <a:xfrm>
              <a:off x="7084211" y="3954715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1" name="Google Shape;904;p28">
              <a:extLst>
                <a:ext uri="{FF2B5EF4-FFF2-40B4-BE49-F238E27FC236}">
                  <a16:creationId xmlns:a16="http://schemas.microsoft.com/office/drawing/2014/main" id="{4D09561C-B33A-0945-2B39-41A0AE80A0ED}"/>
                </a:ext>
              </a:extLst>
            </p:cNvPr>
            <p:cNvSpPr/>
            <p:nvPr/>
          </p:nvSpPr>
          <p:spPr>
            <a:xfrm>
              <a:off x="11117548" y="4645664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2" name="Google Shape;905;p28">
              <a:extLst>
                <a:ext uri="{FF2B5EF4-FFF2-40B4-BE49-F238E27FC236}">
                  <a16:creationId xmlns:a16="http://schemas.microsoft.com/office/drawing/2014/main" id="{79A0DFE6-C77D-09BC-06A9-AA6F9DF7D032}"/>
                </a:ext>
              </a:extLst>
            </p:cNvPr>
            <p:cNvSpPr/>
            <p:nvPr/>
          </p:nvSpPr>
          <p:spPr>
            <a:xfrm>
              <a:off x="11117548" y="3977917"/>
              <a:ext cx="40" cy="622113"/>
            </a:xfrm>
            <a:custGeom>
              <a:avLst/>
              <a:gdLst/>
              <a:ahLst/>
              <a:cxnLst/>
              <a:rect l="l" t="t" r="r" b="b"/>
              <a:pathLst>
                <a:path w="1" h="15310" fill="none" extrusionOk="0">
                  <a:moveTo>
                    <a:pt x="0" y="15310"/>
                  </a:moveTo>
                  <a:lnTo>
                    <a:pt x="0" y="1"/>
                  </a:lnTo>
                </a:path>
              </a:pathLst>
            </a:custGeom>
            <a:noFill/>
            <a:ln w="9375" cap="rnd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3" name="Google Shape;906;p28">
              <a:extLst>
                <a:ext uri="{FF2B5EF4-FFF2-40B4-BE49-F238E27FC236}">
                  <a16:creationId xmlns:a16="http://schemas.microsoft.com/office/drawing/2014/main" id="{CA001BE6-59BA-AFB7-7834-2F625888D417}"/>
                </a:ext>
              </a:extLst>
            </p:cNvPr>
            <p:cNvSpPr/>
            <p:nvPr/>
          </p:nvSpPr>
          <p:spPr>
            <a:xfrm>
              <a:off x="11117548" y="3954715"/>
              <a:ext cx="40" cy="4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375" cap="rnd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4" name="Google Shape;907;p28">
              <a:extLst>
                <a:ext uri="{FF2B5EF4-FFF2-40B4-BE49-F238E27FC236}">
                  <a16:creationId xmlns:a16="http://schemas.microsoft.com/office/drawing/2014/main" id="{513B62C8-63E6-3382-10F5-724FDA840E44}"/>
                </a:ext>
              </a:extLst>
            </p:cNvPr>
            <p:cNvSpPr/>
            <p:nvPr/>
          </p:nvSpPr>
          <p:spPr>
            <a:xfrm>
              <a:off x="1186117" y="3201433"/>
              <a:ext cx="887457" cy="300208"/>
            </a:xfrm>
            <a:custGeom>
              <a:avLst/>
              <a:gdLst/>
              <a:ahLst/>
              <a:cxnLst/>
              <a:rect l="l" t="t" r="r" b="b"/>
              <a:pathLst>
                <a:path w="21840" h="7388" fill="none" extrusionOk="0">
                  <a:moveTo>
                    <a:pt x="2748" y="0"/>
                  </a:moveTo>
                  <a:lnTo>
                    <a:pt x="2748" y="2106"/>
                  </a:lnTo>
                  <a:lnTo>
                    <a:pt x="1" y="3694"/>
                  </a:lnTo>
                  <a:lnTo>
                    <a:pt x="2748" y="5282"/>
                  </a:lnTo>
                  <a:lnTo>
                    <a:pt x="2748" y="7387"/>
                  </a:lnTo>
                  <a:lnTo>
                    <a:pt x="21840" y="7387"/>
                  </a:lnTo>
                  <a:lnTo>
                    <a:pt x="21840" y="0"/>
                  </a:ln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5" name="Google Shape;908;p28">
              <a:extLst>
                <a:ext uri="{FF2B5EF4-FFF2-40B4-BE49-F238E27FC236}">
                  <a16:creationId xmlns:a16="http://schemas.microsoft.com/office/drawing/2014/main" id="{3724A504-0595-B7E8-45FF-A8671A3C5268}"/>
                </a:ext>
              </a:extLst>
            </p:cNvPr>
            <p:cNvSpPr/>
            <p:nvPr/>
          </p:nvSpPr>
          <p:spPr>
            <a:xfrm>
              <a:off x="5238308" y="3201433"/>
              <a:ext cx="887457" cy="300208"/>
            </a:xfrm>
            <a:custGeom>
              <a:avLst/>
              <a:gdLst/>
              <a:ahLst/>
              <a:cxnLst/>
              <a:rect l="l" t="t" r="r" b="b"/>
              <a:pathLst>
                <a:path w="21840" h="7388" fill="none" extrusionOk="0">
                  <a:moveTo>
                    <a:pt x="2748" y="0"/>
                  </a:moveTo>
                  <a:lnTo>
                    <a:pt x="2748" y="2106"/>
                  </a:lnTo>
                  <a:lnTo>
                    <a:pt x="0" y="3694"/>
                  </a:lnTo>
                  <a:lnTo>
                    <a:pt x="2748" y="5282"/>
                  </a:lnTo>
                  <a:lnTo>
                    <a:pt x="2748" y="7387"/>
                  </a:lnTo>
                  <a:lnTo>
                    <a:pt x="21840" y="7387"/>
                  </a:lnTo>
                  <a:lnTo>
                    <a:pt x="21840" y="0"/>
                  </a:ln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6" name="Google Shape;909;p28">
              <a:extLst>
                <a:ext uri="{FF2B5EF4-FFF2-40B4-BE49-F238E27FC236}">
                  <a16:creationId xmlns:a16="http://schemas.microsoft.com/office/drawing/2014/main" id="{9B295D1B-7D44-C733-664C-94B0427D8D32}"/>
                </a:ext>
              </a:extLst>
            </p:cNvPr>
            <p:cNvSpPr/>
            <p:nvPr/>
          </p:nvSpPr>
          <p:spPr>
            <a:xfrm>
              <a:off x="9289727" y="3201433"/>
              <a:ext cx="888229" cy="300208"/>
            </a:xfrm>
            <a:custGeom>
              <a:avLst/>
              <a:gdLst/>
              <a:ahLst/>
              <a:cxnLst/>
              <a:rect l="l" t="t" r="r" b="b"/>
              <a:pathLst>
                <a:path w="21859" h="7388" fill="none" extrusionOk="0">
                  <a:moveTo>
                    <a:pt x="2766" y="0"/>
                  </a:moveTo>
                  <a:lnTo>
                    <a:pt x="2766" y="2106"/>
                  </a:lnTo>
                  <a:lnTo>
                    <a:pt x="1" y="3694"/>
                  </a:lnTo>
                  <a:lnTo>
                    <a:pt x="2766" y="5282"/>
                  </a:lnTo>
                  <a:lnTo>
                    <a:pt x="2766" y="7387"/>
                  </a:lnTo>
                  <a:lnTo>
                    <a:pt x="21858" y="7387"/>
                  </a:lnTo>
                  <a:lnTo>
                    <a:pt x="21858" y="0"/>
                  </a:ln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7" name="Google Shape;910;p28">
              <a:extLst>
                <a:ext uri="{FF2B5EF4-FFF2-40B4-BE49-F238E27FC236}">
                  <a16:creationId xmlns:a16="http://schemas.microsoft.com/office/drawing/2014/main" id="{F972AE00-3702-EBB8-F24F-0C0D90491782}"/>
                </a:ext>
              </a:extLst>
            </p:cNvPr>
            <p:cNvSpPr/>
            <p:nvPr/>
          </p:nvSpPr>
          <p:spPr>
            <a:xfrm>
              <a:off x="10107578" y="4207745"/>
              <a:ext cx="887457" cy="299476"/>
            </a:xfrm>
            <a:custGeom>
              <a:avLst/>
              <a:gdLst/>
              <a:ahLst/>
              <a:cxnLst/>
              <a:rect l="l" t="t" r="r" b="b"/>
              <a:pathLst>
                <a:path w="21840" h="7370" fill="none" extrusionOk="0">
                  <a:moveTo>
                    <a:pt x="19092" y="7370"/>
                  </a:moveTo>
                  <a:lnTo>
                    <a:pt x="19092" y="5282"/>
                  </a:lnTo>
                  <a:lnTo>
                    <a:pt x="21840" y="3676"/>
                  </a:lnTo>
                  <a:lnTo>
                    <a:pt x="19092" y="2088"/>
                  </a:lnTo>
                  <a:lnTo>
                    <a:pt x="19092" y="1"/>
                  </a:lnTo>
                  <a:lnTo>
                    <a:pt x="0" y="1"/>
                  </a:lnTo>
                  <a:lnTo>
                    <a:pt x="0" y="7370"/>
                  </a:ln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8" name="Google Shape;911;p28">
              <a:extLst>
                <a:ext uri="{FF2B5EF4-FFF2-40B4-BE49-F238E27FC236}">
                  <a16:creationId xmlns:a16="http://schemas.microsoft.com/office/drawing/2014/main" id="{425E2902-95D0-0783-FCA5-EC9C1F4BCAE7}"/>
                </a:ext>
              </a:extLst>
            </p:cNvPr>
            <p:cNvSpPr/>
            <p:nvPr/>
          </p:nvSpPr>
          <p:spPr>
            <a:xfrm>
              <a:off x="6055387" y="4207745"/>
              <a:ext cx="887497" cy="299476"/>
            </a:xfrm>
            <a:custGeom>
              <a:avLst/>
              <a:gdLst/>
              <a:ahLst/>
              <a:cxnLst/>
              <a:rect l="l" t="t" r="r" b="b"/>
              <a:pathLst>
                <a:path w="21841" h="7370" fill="none" extrusionOk="0">
                  <a:moveTo>
                    <a:pt x="19092" y="7370"/>
                  </a:moveTo>
                  <a:lnTo>
                    <a:pt x="19092" y="5282"/>
                  </a:lnTo>
                  <a:lnTo>
                    <a:pt x="21840" y="3676"/>
                  </a:lnTo>
                  <a:lnTo>
                    <a:pt x="19092" y="2088"/>
                  </a:lnTo>
                  <a:lnTo>
                    <a:pt x="19092" y="1"/>
                  </a:lnTo>
                  <a:lnTo>
                    <a:pt x="1" y="1"/>
                  </a:lnTo>
                  <a:lnTo>
                    <a:pt x="1" y="7370"/>
                  </a:ln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59" name="Google Shape;912;p28">
              <a:extLst>
                <a:ext uri="{FF2B5EF4-FFF2-40B4-BE49-F238E27FC236}">
                  <a16:creationId xmlns:a16="http://schemas.microsoft.com/office/drawing/2014/main" id="{6D3D7523-AA9A-FD4B-AE2D-E3CC2D39A432}"/>
                </a:ext>
              </a:extLst>
            </p:cNvPr>
            <p:cNvSpPr/>
            <p:nvPr/>
          </p:nvSpPr>
          <p:spPr>
            <a:xfrm>
              <a:off x="2003236" y="4207745"/>
              <a:ext cx="887457" cy="299476"/>
            </a:xfrm>
            <a:custGeom>
              <a:avLst/>
              <a:gdLst/>
              <a:ahLst/>
              <a:cxnLst/>
              <a:rect l="l" t="t" r="r" b="b"/>
              <a:pathLst>
                <a:path w="21840" h="7370" fill="none" extrusionOk="0">
                  <a:moveTo>
                    <a:pt x="19092" y="7370"/>
                  </a:moveTo>
                  <a:lnTo>
                    <a:pt x="19092" y="5282"/>
                  </a:lnTo>
                  <a:lnTo>
                    <a:pt x="21840" y="3676"/>
                  </a:lnTo>
                  <a:lnTo>
                    <a:pt x="19092" y="2088"/>
                  </a:lnTo>
                  <a:lnTo>
                    <a:pt x="19092" y="1"/>
                  </a:lnTo>
                  <a:lnTo>
                    <a:pt x="0" y="1"/>
                  </a:lnTo>
                  <a:lnTo>
                    <a:pt x="0" y="7370"/>
                  </a:lnTo>
                  <a:close/>
                </a:path>
              </a:pathLst>
            </a:custGeom>
            <a:noFill/>
            <a:ln w="9375" cap="flat" cmpd="sng">
              <a:solidFill>
                <a:srgbClr val="3F6979"/>
              </a:solidFill>
              <a:prstDash val="solid"/>
              <a:miter lim="17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60" name="Google Shape;913;p28">
              <a:extLst>
                <a:ext uri="{FF2B5EF4-FFF2-40B4-BE49-F238E27FC236}">
                  <a16:creationId xmlns:a16="http://schemas.microsoft.com/office/drawing/2014/main" id="{B948968B-83D1-3B0A-B6AF-CF78A4A08EC3}"/>
                </a:ext>
              </a:extLst>
            </p:cNvPr>
            <p:cNvSpPr/>
            <p:nvPr/>
          </p:nvSpPr>
          <p:spPr>
            <a:xfrm>
              <a:off x="6918519" y="4889282"/>
              <a:ext cx="325563" cy="274811"/>
            </a:xfrm>
            <a:custGeom>
              <a:avLst/>
              <a:gdLst/>
              <a:ahLst/>
              <a:cxnLst/>
              <a:rect l="l" t="t" r="r" b="b"/>
              <a:pathLst>
                <a:path w="8012" h="6763" extrusionOk="0">
                  <a:moveTo>
                    <a:pt x="1993" y="5"/>
                  </a:moveTo>
                  <a:cubicBezTo>
                    <a:pt x="1706" y="5"/>
                    <a:pt x="1414" y="113"/>
                    <a:pt x="1178" y="355"/>
                  </a:cubicBezTo>
                  <a:cubicBezTo>
                    <a:pt x="429" y="1086"/>
                    <a:pt x="946" y="2353"/>
                    <a:pt x="1999" y="2353"/>
                  </a:cubicBezTo>
                  <a:lnTo>
                    <a:pt x="1999" y="2371"/>
                  </a:lnTo>
                  <a:cubicBezTo>
                    <a:pt x="2231" y="2371"/>
                    <a:pt x="2445" y="2300"/>
                    <a:pt x="2623" y="2175"/>
                  </a:cubicBezTo>
                  <a:cubicBezTo>
                    <a:pt x="2695" y="1818"/>
                    <a:pt x="2891" y="1479"/>
                    <a:pt x="3176" y="1247"/>
                  </a:cubicBezTo>
                  <a:cubicBezTo>
                    <a:pt x="3176" y="1229"/>
                    <a:pt x="3176" y="1211"/>
                    <a:pt x="3176" y="1193"/>
                  </a:cubicBezTo>
                  <a:cubicBezTo>
                    <a:pt x="3176" y="481"/>
                    <a:pt x="2595" y="5"/>
                    <a:pt x="1993" y="5"/>
                  </a:cubicBezTo>
                  <a:close/>
                  <a:moveTo>
                    <a:pt x="6026" y="1"/>
                  </a:moveTo>
                  <a:cubicBezTo>
                    <a:pt x="5426" y="1"/>
                    <a:pt x="4848" y="467"/>
                    <a:pt x="4836" y="1176"/>
                  </a:cubicBezTo>
                  <a:cubicBezTo>
                    <a:pt x="5211" y="1408"/>
                    <a:pt x="5460" y="1800"/>
                    <a:pt x="5514" y="2246"/>
                  </a:cubicBezTo>
                  <a:cubicBezTo>
                    <a:pt x="5657" y="2318"/>
                    <a:pt x="5835" y="2371"/>
                    <a:pt x="6013" y="2371"/>
                  </a:cubicBezTo>
                  <a:cubicBezTo>
                    <a:pt x="7048" y="2353"/>
                    <a:pt x="7584" y="1104"/>
                    <a:pt x="6852" y="355"/>
                  </a:cubicBezTo>
                  <a:cubicBezTo>
                    <a:pt x="6613" y="110"/>
                    <a:pt x="6317" y="1"/>
                    <a:pt x="6026" y="1"/>
                  </a:cubicBezTo>
                  <a:close/>
                  <a:moveTo>
                    <a:pt x="4080" y="1218"/>
                  </a:moveTo>
                  <a:cubicBezTo>
                    <a:pt x="3472" y="1218"/>
                    <a:pt x="2891" y="1694"/>
                    <a:pt x="2891" y="2407"/>
                  </a:cubicBezTo>
                  <a:cubicBezTo>
                    <a:pt x="2891" y="3049"/>
                    <a:pt x="3426" y="3584"/>
                    <a:pt x="4069" y="3584"/>
                  </a:cubicBezTo>
                  <a:cubicBezTo>
                    <a:pt x="5121" y="3584"/>
                    <a:pt x="5639" y="2318"/>
                    <a:pt x="4907" y="1568"/>
                  </a:cubicBezTo>
                  <a:cubicBezTo>
                    <a:pt x="4665" y="1326"/>
                    <a:pt x="4370" y="1218"/>
                    <a:pt x="4080" y="1218"/>
                  </a:cubicBezTo>
                  <a:close/>
                  <a:moveTo>
                    <a:pt x="1517" y="2442"/>
                  </a:moveTo>
                  <a:cubicBezTo>
                    <a:pt x="679" y="2442"/>
                    <a:pt x="0" y="3120"/>
                    <a:pt x="0" y="3959"/>
                  </a:cubicBezTo>
                  <a:lnTo>
                    <a:pt x="0" y="5190"/>
                  </a:lnTo>
                  <a:lnTo>
                    <a:pt x="0" y="5208"/>
                  </a:lnTo>
                  <a:lnTo>
                    <a:pt x="90" y="5226"/>
                  </a:lnTo>
                  <a:cubicBezTo>
                    <a:pt x="625" y="5404"/>
                    <a:pt x="1196" y="5511"/>
                    <a:pt x="1785" y="5547"/>
                  </a:cubicBezTo>
                  <a:lnTo>
                    <a:pt x="1785" y="5190"/>
                  </a:lnTo>
                  <a:cubicBezTo>
                    <a:pt x="1785" y="4387"/>
                    <a:pt x="2302" y="3691"/>
                    <a:pt x="3069" y="3459"/>
                  </a:cubicBezTo>
                  <a:cubicBezTo>
                    <a:pt x="2784" y="3192"/>
                    <a:pt x="2623" y="2835"/>
                    <a:pt x="2623" y="2442"/>
                  </a:cubicBezTo>
                  <a:close/>
                  <a:moveTo>
                    <a:pt x="5532" y="2442"/>
                  </a:moveTo>
                  <a:cubicBezTo>
                    <a:pt x="5514" y="2817"/>
                    <a:pt x="5353" y="3192"/>
                    <a:pt x="5086" y="3459"/>
                  </a:cubicBezTo>
                  <a:cubicBezTo>
                    <a:pt x="5835" y="3674"/>
                    <a:pt x="6352" y="4369"/>
                    <a:pt x="6352" y="5172"/>
                  </a:cubicBezTo>
                  <a:lnTo>
                    <a:pt x="6352" y="5547"/>
                  </a:lnTo>
                  <a:cubicBezTo>
                    <a:pt x="6906" y="5547"/>
                    <a:pt x="7441" y="5422"/>
                    <a:pt x="7940" y="5208"/>
                  </a:cubicBezTo>
                  <a:lnTo>
                    <a:pt x="8012" y="5172"/>
                  </a:lnTo>
                  <a:lnTo>
                    <a:pt x="8012" y="3959"/>
                  </a:lnTo>
                  <a:cubicBezTo>
                    <a:pt x="8012" y="3120"/>
                    <a:pt x="7334" y="2442"/>
                    <a:pt x="6513" y="2442"/>
                  </a:cubicBezTo>
                  <a:close/>
                  <a:moveTo>
                    <a:pt x="3569" y="3656"/>
                  </a:moveTo>
                  <a:cubicBezTo>
                    <a:pt x="2730" y="3656"/>
                    <a:pt x="2070" y="4334"/>
                    <a:pt x="2070" y="5172"/>
                  </a:cubicBezTo>
                  <a:lnTo>
                    <a:pt x="2070" y="6386"/>
                  </a:lnTo>
                  <a:lnTo>
                    <a:pt x="2070" y="6404"/>
                  </a:lnTo>
                  <a:lnTo>
                    <a:pt x="2142" y="6439"/>
                  </a:lnTo>
                  <a:cubicBezTo>
                    <a:pt x="2802" y="6653"/>
                    <a:pt x="3498" y="6760"/>
                    <a:pt x="4194" y="6760"/>
                  </a:cubicBezTo>
                  <a:cubicBezTo>
                    <a:pt x="4237" y="6762"/>
                    <a:pt x="4280" y="6762"/>
                    <a:pt x="4323" y="6762"/>
                  </a:cubicBezTo>
                  <a:cubicBezTo>
                    <a:pt x="4889" y="6762"/>
                    <a:pt x="5464" y="6653"/>
                    <a:pt x="5978" y="6421"/>
                  </a:cubicBezTo>
                  <a:lnTo>
                    <a:pt x="6067" y="6386"/>
                  </a:lnTo>
                  <a:lnTo>
                    <a:pt x="6067" y="5190"/>
                  </a:lnTo>
                  <a:cubicBezTo>
                    <a:pt x="6067" y="4352"/>
                    <a:pt x="5389" y="3674"/>
                    <a:pt x="4550" y="3674"/>
                  </a:cubicBezTo>
                  <a:lnTo>
                    <a:pt x="4568" y="3656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67" name="Google Shape;920;p28">
              <a:extLst>
                <a:ext uri="{FF2B5EF4-FFF2-40B4-BE49-F238E27FC236}">
                  <a16:creationId xmlns:a16="http://schemas.microsoft.com/office/drawing/2014/main" id="{5358F2F1-936E-069F-B48C-E5B034E89397}"/>
                </a:ext>
              </a:extLst>
            </p:cNvPr>
            <p:cNvSpPr txBox="1"/>
            <p:nvPr/>
          </p:nvSpPr>
          <p:spPr>
            <a:xfrm>
              <a:off x="1304564" y="3219178"/>
              <a:ext cx="771245" cy="274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775" rIns="0" bIns="0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E6979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05:00</a:t>
              </a:r>
              <a:endParaRPr sz="160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8" name="Google Shape;921;p28">
              <a:extLst>
                <a:ext uri="{FF2B5EF4-FFF2-40B4-BE49-F238E27FC236}">
                  <a16:creationId xmlns:a16="http://schemas.microsoft.com/office/drawing/2014/main" id="{8A013054-C4D5-A603-33EA-25AF67FE8670}"/>
                </a:ext>
              </a:extLst>
            </p:cNvPr>
            <p:cNvSpPr txBox="1"/>
            <p:nvPr/>
          </p:nvSpPr>
          <p:spPr>
            <a:xfrm>
              <a:off x="2001728" y="4217474"/>
              <a:ext cx="771245" cy="295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775" rIns="0" bIns="0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E6979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09:00</a:t>
              </a:r>
              <a:endParaRPr sz="160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9" name="Google Shape;922;p28">
              <a:extLst>
                <a:ext uri="{FF2B5EF4-FFF2-40B4-BE49-F238E27FC236}">
                  <a16:creationId xmlns:a16="http://schemas.microsoft.com/office/drawing/2014/main" id="{CF2CBD31-CCA2-59BD-41D7-F5FA57D59B18}"/>
                </a:ext>
              </a:extLst>
            </p:cNvPr>
            <p:cNvSpPr txBox="1"/>
            <p:nvPr/>
          </p:nvSpPr>
          <p:spPr>
            <a:xfrm>
              <a:off x="5353667" y="3205774"/>
              <a:ext cx="771245" cy="301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775" rIns="0" bIns="0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E6979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11:00</a:t>
              </a:r>
              <a:endParaRPr sz="160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0" name="Google Shape;923;p28">
              <a:extLst>
                <a:ext uri="{FF2B5EF4-FFF2-40B4-BE49-F238E27FC236}">
                  <a16:creationId xmlns:a16="http://schemas.microsoft.com/office/drawing/2014/main" id="{0A60143D-62EA-4E02-AA9D-5A953861A008}"/>
                </a:ext>
              </a:extLst>
            </p:cNvPr>
            <p:cNvSpPr txBox="1"/>
            <p:nvPr/>
          </p:nvSpPr>
          <p:spPr>
            <a:xfrm>
              <a:off x="6055397" y="4214560"/>
              <a:ext cx="771245" cy="301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775" rIns="0" bIns="0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E6979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13:00</a:t>
              </a:r>
              <a:endParaRPr sz="160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1" name="Google Shape;924;p28">
              <a:extLst>
                <a:ext uri="{FF2B5EF4-FFF2-40B4-BE49-F238E27FC236}">
                  <a16:creationId xmlns:a16="http://schemas.microsoft.com/office/drawing/2014/main" id="{E67452FC-69E5-4DF5-EF87-526417EB8C7D}"/>
                </a:ext>
              </a:extLst>
            </p:cNvPr>
            <p:cNvSpPr txBox="1"/>
            <p:nvPr/>
          </p:nvSpPr>
          <p:spPr>
            <a:xfrm>
              <a:off x="9406721" y="3208688"/>
              <a:ext cx="771245" cy="295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775" rIns="0" bIns="0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E6979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16:00</a:t>
              </a:r>
              <a:endParaRPr sz="160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2" name="Google Shape;925;p28">
              <a:extLst>
                <a:ext uri="{FF2B5EF4-FFF2-40B4-BE49-F238E27FC236}">
                  <a16:creationId xmlns:a16="http://schemas.microsoft.com/office/drawing/2014/main" id="{89722688-2727-16D6-CC1E-3322965BD8AD}"/>
                </a:ext>
              </a:extLst>
            </p:cNvPr>
            <p:cNvSpPr txBox="1"/>
            <p:nvPr/>
          </p:nvSpPr>
          <p:spPr>
            <a:xfrm>
              <a:off x="10100421" y="4217474"/>
              <a:ext cx="771245" cy="295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775" rIns="0" bIns="0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3E6979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20:00</a:t>
              </a:r>
              <a:endParaRPr sz="1600">
                <a:latin typeface="Lora" pitchFamily="2" charset="0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F0413A5-1537-B833-C7D1-E3A1A29E1C99}"/>
                </a:ext>
              </a:extLst>
            </p:cNvPr>
            <p:cNvGrpSpPr/>
            <p:nvPr/>
          </p:nvGrpSpPr>
          <p:grpSpPr>
            <a:xfrm>
              <a:off x="1052714" y="1316192"/>
              <a:ext cx="1950373" cy="1156456"/>
              <a:chOff x="1052713" y="1586368"/>
              <a:chExt cx="1950373" cy="1156456"/>
            </a:xfrm>
          </p:grpSpPr>
          <p:sp>
            <p:nvSpPr>
              <p:cNvPr id="19" name="Google Shape;872;p28">
                <a:extLst>
                  <a:ext uri="{FF2B5EF4-FFF2-40B4-BE49-F238E27FC236}">
                    <a16:creationId xmlns:a16="http://schemas.microsoft.com/office/drawing/2014/main" id="{2EC82B95-375A-133D-BAA0-A18E1D4B47EC}"/>
                  </a:ext>
                </a:extLst>
              </p:cNvPr>
              <p:cNvSpPr/>
              <p:nvPr/>
            </p:nvSpPr>
            <p:spPr>
              <a:xfrm>
                <a:off x="1052713" y="1586368"/>
                <a:ext cx="1950373" cy="1156456"/>
              </a:xfrm>
              <a:custGeom>
                <a:avLst/>
                <a:gdLst/>
                <a:ahLst/>
                <a:cxnLst/>
                <a:rect l="l" t="t" r="r" b="b"/>
                <a:pathLst>
                  <a:path w="47998" h="28460" fill="none" extrusionOk="0">
                    <a:moveTo>
                      <a:pt x="1" y="21393"/>
                    </a:moveTo>
                    <a:lnTo>
                      <a:pt x="1" y="0"/>
                    </a:lnTo>
                    <a:lnTo>
                      <a:pt x="47997" y="0"/>
                    </a:lnTo>
                    <a:lnTo>
                      <a:pt x="47997" y="28459"/>
                    </a:lnTo>
                    <a:lnTo>
                      <a:pt x="7066" y="28459"/>
                    </a:lnTo>
                  </a:path>
                </a:pathLst>
              </a:custGeom>
              <a:noFill/>
              <a:ln w="9375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3" name="Google Shape;927;p28">
                <a:extLst>
                  <a:ext uri="{FF2B5EF4-FFF2-40B4-BE49-F238E27FC236}">
                    <a16:creationId xmlns:a16="http://schemas.microsoft.com/office/drawing/2014/main" id="{F4EC8BF6-E9C9-137A-13D7-A487546D46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5532" y="1747567"/>
                <a:ext cx="1764734" cy="667860"/>
              </a:xfrm>
              <a:prstGeom prst="rect">
                <a:avLst/>
              </a:prstGeom>
            </p:spPr>
            <p:txBody>
              <a:bodyPr spcFirstLastPara="1" wrap="square" lIns="0" tIns="91425" rIns="0" bIns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33D04DB7-E43A-64D6-9D67-C1288C6C2ACE}"/>
                </a:ext>
              </a:extLst>
            </p:cNvPr>
            <p:cNvGrpSpPr/>
            <p:nvPr/>
          </p:nvGrpSpPr>
          <p:grpSpPr>
            <a:xfrm>
              <a:off x="4092741" y="1316192"/>
              <a:ext cx="1950373" cy="1156456"/>
              <a:chOff x="4092740" y="1472736"/>
              <a:chExt cx="1950373" cy="1156456"/>
            </a:xfrm>
          </p:grpSpPr>
          <p:sp>
            <p:nvSpPr>
              <p:cNvPr id="28" name="Google Shape;881;p28">
                <a:extLst>
                  <a:ext uri="{FF2B5EF4-FFF2-40B4-BE49-F238E27FC236}">
                    <a16:creationId xmlns:a16="http://schemas.microsoft.com/office/drawing/2014/main" id="{A7ED2343-6660-9575-DD86-6063BE2BCCB9}"/>
                  </a:ext>
                </a:extLst>
              </p:cNvPr>
              <p:cNvSpPr/>
              <p:nvPr/>
            </p:nvSpPr>
            <p:spPr>
              <a:xfrm>
                <a:off x="4092740" y="1472736"/>
                <a:ext cx="1950373" cy="1156456"/>
              </a:xfrm>
              <a:custGeom>
                <a:avLst/>
                <a:gdLst/>
                <a:ahLst/>
                <a:cxnLst/>
                <a:rect l="l" t="t" r="r" b="b"/>
                <a:pathLst>
                  <a:path w="47998" h="28460" fill="none" extrusionOk="0">
                    <a:moveTo>
                      <a:pt x="31065" y="28459"/>
                    </a:moveTo>
                    <a:lnTo>
                      <a:pt x="47997" y="28459"/>
                    </a:lnTo>
                    <a:lnTo>
                      <a:pt x="47997" y="0"/>
                    </a:lnTo>
                    <a:lnTo>
                      <a:pt x="1" y="0"/>
                    </a:lnTo>
                    <a:lnTo>
                      <a:pt x="1" y="28459"/>
                    </a:lnTo>
                    <a:lnTo>
                      <a:pt x="16933" y="28459"/>
                    </a:lnTo>
                  </a:path>
                </a:pathLst>
              </a:custGeom>
              <a:noFill/>
              <a:ln w="9375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4" name="Google Shape;928;p28">
                <a:extLst>
                  <a:ext uri="{FF2B5EF4-FFF2-40B4-BE49-F238E27FC236}">
                    <a16:creationId xmlns:a16="http://schemas.microsoft.com/office/drawing/2014/main" id="{F83D0A39-BE9F-7152-0F63-DBCB3F266F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85559" y="1763193"/>
                <a:ext cx="1764734" cy="575542"/>
              </a:xfrm>
              <a:prstGeom prst="rect">
                <a:avLst/>
              </a:prstGeom>
            </p:spPr>
            <p:txBody>
              <a:bodyPr spcFirstLastPara="1" wrap="square" lIns="0" tIns="0" rIns="0" bIns="0" anchor="ctr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4CEABB5B-BB57-01EC-1BFE-3E2BE519EAC6}"/>
                </a:ext>
              </a:extLst>
            </p:cNvPr>
            <p:cNvGrpSpPr/>
            <p:nvPr/>
          </p:nvGrpSpPr>
          <p:grpSpPr>
            <a:xfrm>
              <a:off x="8144202" y="1316192"/>
              <a:ext cx="1949641" cy="1156456"/>
              <a:chOff x="8144201" y="1586263"/>
              <a:chExt cx="1949641" cy="1156456"/>
            </a:xfrm>
          </p:grpSpPr>
          <p:sp>
            <p:nvSpPr>
              <p:cNvPr id="25" name="Google Shape;878;p28">
                <a:extLst>
                  <a:ext uri="{FF2B5EF4-FFF2-40B4-BE49-F238E27FC236}">
                    <a16:creationId xmlns:a16="http://schemas.microsoft.com/office/drawing/2014/main" id="{B5A6D62E-5C70-D99C-90A8-98D3FBDF4CDA}"/>
                  </a:ext>
                </a:extLst>
              </p:cNvPr>
              <p:cNvSpPr/>
              <p:nvPr/>
            </p:nvSpPr>
            <p:spPr>
              <a:xfrm>
                <a:off x="8144201" y="1586263"/>
                <a:ext cx="1949641" cy="1156456"/>
              </a:xfrm>
              <a:custGeom>
                <a:avLst/>
                <a:gdLst/>
                <a:ahLst/>
                <a:cxnLst/>
                <a:rect l="l" t="t" r="r" b="b"/>
                <a:pathLst>
                  <a:path w="47980" h="28460" fill="none" extrusionOk="0">
                    <a:moveTo>
                      <a:pt x="31064" y="28459"/>
                    </a:moveTo>
                    <a:lnTo>
                      <a:pt x="47979" y="28459"/>
                    </a:lnTo>
                    <a:lnTo>
                      <a:pt x="47979" y="0"/>
                    </a:lnTo>
                    <a:lnTo>
                      <a:pt x="0" y="0"/>
                    </a:lnTo>
                    <a:lnTo>
                      <a:pt x="0" y="28459"/>
                    </a:lnTo>
                    <a:lnTo>
                      <a:pt x="16915" y="28459"/>
                    </a:lnTo>
                  </a:path>
                </a:pathLst>
              </a:custGeom>
              <a:noFill/>
              <a:ln w="9375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5" name="Google Shape;929;p28">
                <a:extLst>
                  <a:ext uri="{FF2B5EF4-FFF2-40B4-BE49-F238E27FC236}">
                    <a16:creationId xmlns:a16="http://schemas.microsoft.com/office/drawing/2014/main" id="{7FB85F9A-6CB7-FB1F-8233-5F0F6EEF91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36654" y="1747462"/>
                <a:ext cx="1764734" cy="667860"/>
              </a:xfrm>
              <a:prstGeom prst="rect">
                <a:avLst/>
              </a:prstGeom>
            </p:spPr>
            <p:txBody>
              <a:bodyPr spcFirstLastPara="1" wrap="square" lIns="0" tIns="91425" rIns="0" bIns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3FB6AEB-3718-7C86-803E-F327EA6C1B3C}"/>
                </a:ext>
              </a:extLst>
            </p:cNvPr>
            <p:cNvGrpSpPr/>
            <p:nvPr/>
          </p:nvGrpSpPr>
          <p:grpSpPr>
            <a:xfrm>
              <a:off x="2075728" y="5305825"/>
              <a:ext cx="1950373" cy="1156456"/>
              <a:chOff x="2075727" y="5305825"/>
              <a:chExt cx="1950373" cy="1156456"/>
            </a:xfrm>
          </p:grpSpPr>
          <p:sp>
            <p:nvSpPr>
              <p:cNvPr id="34" name="Google Shape;887;p28">
                <a:extLst>
                  <a:ext uri="{FF2B5EF4-FFF2-40B4-BE49-F238E27FC236}">
                    <a16:creationId xmlns:a16="http://schemas.microsoft.com/office/drawing/2014/main" id="{076D19E4-DB21-DF21-9043-B536E5A9929A}"/>
                  </a:ext>
                </a:extLst>
              </p:cNvPr>
              <p:cNvSpPr/>
              <p:nvPr/>
            </p:nvSpPr>
            <p:spPr>
              <a:xfrm>
                <a:off x="2075727" y="5305825"/>
                <a:ext cx="1950373" cy="1156456"/>
              </a:xfrm>
              <a:custGeom>
                <a:avLst/>
                <a:gdLst/>
                <a:ahLst/>
                <a:cxnLst/>
                <a:rect l="l" t="t" r="r" b="b"/>
                <a:pathLst>
                  <a:path w="47998" h="28460" fill="none" extrusionOk="0">
                    <a:moveTo>
                      <a:pt x="16933" y="1"/>
                    </a:moveTo>
                    <a:lnTo>
                      <a:pt x="0" y="1"/>
                    </a:lnTo>
                    <a:lnTo>
                      <a:pt x="0" y="28460"/>
                    </a:lnTo>
                    <a:lnTo>
                      <a:pt x="47997" y="28460"/>
                    </a:lnTo>
                    <a:lnTo>
                      <a:pt x="47997" y="1"/>
                    </a:lnTo>
                    <a:lnTo>
                      <a:pt x="31065" y="1"/>
                    </a:lnTo>
                  </a:path>
                </a:pathLst>
              </a:custGeom>
              <a:noFill/>
              <a:ln w="9375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6" name="Google Shape;930;p28">
                <a:extLst>
                  <a:ext uri="{FF2B5EF4-FFF2-40B4-BE49-F238E27FC236}">
                    <a16:creationId xmlns:a16="http://schemas.microsoft.com/office/drawing/2014/main" id="{DCF74CDD-1DF3-8687-BC54-8C23C97F68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68546" y="5467024"/>
                <a:ext cx="1764734" cy="667860"/>
              </a:xfrm>
              <a:prstGeom prst="rect">
                <a:avLst/>
              </a:prstGeom>
            </p:spPr>
            <p:txBody>
              <a:bodyPr spcFirstLastPara="1" wrap="square" lIns="0" tIns="91425" rIns="0" bIns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81021EC1-091E-C276-4D03-6201199C926E}"/>
                </a:ext>
              </a:extLst>
            </p:cNvPr>
            <p:cNvGrpSpPr/>
            <p:nvPr/>
          </p:nvGrpSpPr>
          <p:grpSpPr>
            <a:xfrm>
              <a:off x="6109064" y="5305825"/>
              <a:ext cx="1950333" cy="1156456"/>
              <a:chOff x="6109063" y="5305825"/>
              <a:chExt cx="1950333" cy="1156456"/>
            </a:xfrm>
          </p:grpSpPr>
          <p:sp>
            <p:nvSpPr>
              <p:cNvPr id="31" name="Google Shape;884;p28">
                <a:extLst>
                  <a:ext uri="{FF2B5EF4-FFF2-40B4-BE49-F238E27FC236}">
                    <a16:creationId xmlns:a16="http://schemas.microsoft.com/office/drawing/2014/main" id="{AD5B1DE5-F42B-AAD0-A7D7-3CF25280AC5A}"/>
                  </a:ext>
                </a:extLst>
              </p:cNvPr>
              <p:cNvSpPr/>
              <p:nvPr/>
            </p:nvSpPr>
            <p:spPr>
              <a:xfrm>
                <a:off x="6109063" y="5305825"/>
                <a:ext cx="1950333" cy="1156456"/>
              </a:xfrm>
              <a:custGeom>
                <a:avLst/>
                <a:gdLst/>
                <a:ahLst/>
                <a:cxnLst/>
                <a:rect l="l" t="t" r="r" b="b"/>
                <a:pathLst>
                  <a:path w="47997" h="28460" fill="none" extrusionOk="0">
                    <a:moveTo>
                      <a:pt x="16933" y="1"/>
                    </a:moveTo>
                    <a:lnTo>
                      <a:pt x="0" y="1"/>
                    </a:lnTo>
                    <a:lnTo>
                      <a:pt x="0" y="28460"/>
                    </a:lnTo>
                    <a:lnTo>
                      <a:pt x="47997" y="28460"/>
                    </a:lnTo>
                    <a:lnTo>
                      <a:pt x="47997" y="1"/>
                    </a:lnTo>
                    <a:lnTo>
                      <a:pt x="31064" y="1"/>
                    </a:lnTo>
                  </a:path>
                </a:pathLst>
              </a:custGeom>
              <a:noFill/>
              <a:ln w="9375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7" name="Google Shape;931;p28">
                <a:extLst>
                  <a:ext uri="{FF2B5EF4-FFF2-40B4-BE49-F238E27FC236}">
                    <a16:creationId xmlns:a16="http://schemas.microsoft.com/office/drawing/2014/main" id="{473727D1-F193-D8A5-C1D5-2C6157BB83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1862" y="5467024"/>
                <a:ext cx="1764734" cy="667860"/>
              </a:xfrm>
              <a:prstGeom prst="rect">
                <a:avLst/>
              </a:prstGeom>
            </p:spPr>
            <p:txBody>
              <a:bodyPr spcFirstLastPara="1" wrap="square" lIns="0" tIns="91425" rIns="0" bIns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7FCD22E-CA03-A32D-CBE6-8E8B9316AA6C}"/>
                </a:ext>
              </a:extLst>
            </p:cNvPr>
            <p:cNvGrpSpPr/>
            <p:nvPr/>
          </p:nvGrpSpPr>
          <p:grpSpPr>
            <a:xfrm>
              <a:off x="9165752" y="5305829"/>
              <a:ext cx="1949641" cy="1156456"/>
              <a:chOff x="9165751" y="5305829"/>
              <a:chExt cx="1949641" cy="1156456"/>
            </a:xfrm>
          </p:grpSpPr>
          <p:sp>
            <p:nvSpPr>
              <p:cNvPr id="22" name="Google Shape;875;p28">
                <a:extLst>
                  <a:ext uri="{FF2B5EF4-FFF2-40B4-BE49-F238E27FC236}">
                    <a16:creationId xmlns:a16="http://schemas.microsoft.com/office/drawing/2014/main" id="{51C2F285-B682-E12E-E952-D27347C17F51}"/>
                  </a:ext>
                </a:extLst>
              </p:cNvPr>
              <p:cNvSpPr/>
              <p:nvPr/>
            </p:nvSpPr>
            <p:spPr>
              <a:xfrm>
                <a:off x="9165751" y="5305829"/>
                <a:ext cx="1949641" cy="1156456"/>
              </a:xfrm>
              <a:custGeom>
                <a:avLst/>
                <a:gdLst/>
                <a:ahLst/>
                <a:cxnLst/>
                <a:rect l="l" t="t" r="r" b="b"/>
                <a:pathLst>
                  <a:path w="47980" h="28460" fill="none" extrusionOk="0">
                    <a:moveTo>
                      <a:pt x="47980" y="7066"/>
                    </a:moveTo>
                    <a:lnTo>
                      <a:pt x="47980" y="28460"/>
                    </a:lnTo>
                    <a:lnTo>
                      <a:pt x="1" y="28460"/>
                    </a:lnTo>
                    <a:lnTo>
                      <a:pt x="1" y="1"/>
                    </a:lnTo>
                    <a:lnTo>
                      <a:pt x="40914" y="1"/>
                    </a:lnTo>
                  </a:path>
                </a:pathLst>
              </a:custGeom>
              <a:noFill/>
              <a:ln w="9375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1784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8" name="Google Shape;932;p28">
                <a:extLst>
                  <a:ext uri="{FF2B5EF4-FFF2-40B4-BE49-F238E27FC236}">
                    <a16:creationId xmlns:a16="http://schemas.microsoft.com/office/drawing/2014/main" id="{A58556A4-3425-6961-D570-86EB0A8656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58204" y="5467028"/>
                <a:ext cx="1764734" cy="667860"/>
              </a:xfrm>
              <a:prstGeom prst="rect">
                <a:avLst/>
              </a:prstGeom>
            </p:spPr>
            <p:txBody>
              <a:bodyPr spcFirstLastPara="1" wrap="square" lIns="0" tIns="91425" rIns="0" bIns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Maecenas Non Laoreet Odio. Fusce Lobortis Porttitor Purus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cs typeface="Arial" pitchFamily="34" charset="0"/>
                </a:endParaRPr>
              </a:p>
            </p:txBody>
          </p:sp>
        </p:grpSp>
        <p:grpSp>
          <p:nvGrpSpPr>
            <p:cNvPr id="82" name="Google Shape;936;p28">
              <a:extLst>
                <a:ext uri="{FF2B5EF4-FFF2-40B4-BE49-F238E27FC236}">
                  <a16:creationId xmlns:a16="http://schemas.microsoft.com/office/drawing/2014/main" id="{05CFC128-1140-BF1B-4F17-4AB2310FC01F}"/>
                </a:ext>
              </a:extLst>
            </p:cNvPr>
            <p:cNvGrpSpPr/>
            <p:nvPr/>
          </p:nvGrpSpPr>
          <p:grpSpPr>
            <a:xfrm>
              <a:off x="2876376" y="4871132"/>
              <a:ext cx="385489" cy="311100"/>
              <a:chOff x="6569275" y="2077500"/>
              <a:chExt cx="425575" cy="343450"/>
            </a:xfrm>
            <a:noFill/>
          </p:grpSpPr>
          <p:sp>
            <p:nvSpPr>
              <p:cNvPr id="83" name="Google Shape;937;p28">
                <a:extLst>
                  <a:ext uri="{FF2B5EF4-FFF2-40B4-BE49-F238E27FC236}">
                    <a16:creationId xmlns:a16="http://schemas.microsoft.com/office/drawing/2014/main" id="{0C2BE267-05AE-71EB-5BFD-E8022728E9F2}"/>
                  </a:ext>
                </a:extLst>
              </p:cNvPr>
              <p:cNvSpPr/>
              <p:nvPr/>
            </p:nvSpPr>
            <p:spPr>
              <a:xfrm>
                <a:off x="6644325" y="2077500"/>
                <a:ext cx="315175" cy="194925"/>
              </a:xfrm>
              <a:custGeom>
                <a:avLst/>
                <a:gdLst/>
                <a:ahLst/>
                <a:cxnLst/>
                <a:rect l="l" t="t" r="r" b="b"/>
                <a:pathLst>
                  <a:path w="12607" h="7797" extrusionOk="0">
                    <a:moveTo>
                      <a:pt x="3773" y="5454"/>
                    </a:moveTo>
                    <a:lnTo>
                      <a:pt x="3773" y="6979"/>
                    </a:lnTo>
                    <a:lnTo>
                      <a:pt x="1604" y="6979"/>
                    </a:lnTo>
                    <a:lnTo>
                      <a:pt x="1604" y="5454"/>
                    </a:lnTo>
                    <a:close/>
                    <a:moveTo>
                      <a:pt x="7372" y="5454"/>
                    </a:moveTo>
                    <a:lnTo>
                      <a:pt x="7372" y="6979"/>
                    </a:lnTo>
                    <a:lnTo>
                      <a:pt x="5203" y="6979"/>
                    </a:lnTo>
                    <a:lnTo>
                      <a:pt x="5203" y="5454"/>
                    </a:lnTo>
                    <a:close/>
                    <a:moveTo>
                      <a:pt x="11003" y="5454"/>
                    </a:moveTo>
                    <a:lnTo>
                      <a:pt x="11003" y="6979"/>
                    </a:lnTo>
                    <a:lnTo>
                      <a:pt x="8834" y="6979"/>
                    </a:lnTo>
                    <a:lnTo>
                      <a:pt x="8834" y="5454"/>
                    </a:lnTo>
                    <a:close/>
                    <a:moveTo>
                      <a:pt x="8174" y="0"/>
                    </a:moveTo>
                    <a:lnTo>
                      <a:pt x="8174" y="4339"/>
                    </a:lnTo>
                    <a:lnTo>
                      <a:pt x="0" y="4339"/>
                    </a:lnTo>
                    <a:lnTo>
                      <a:pt x="0" y="7796"/>
                    </a:lnTo>
                    <a:lnTo>
                      <a:pt x="12606" y="7796"/>
                    </a:lnTo>
                    <a:lnTo>
                      <a:pt x="12606" y="4339"/>
                    </a:lnTo>
                    <a:lnTo>
                      <a:pt x="11097" y="4339"/>
                    </a:lnTo>
                    <a:lnTo>
                      <a:pt x="11097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4" name="Google Shape;938;p28">
                <a:extLst>
                  <a:ext uri="{FF2B5EF4-FFF2-40B4-BE49-F238E27FC236}">
                    <a16:creationId xmlns:a16="http://schemas.microsoft.com/office/drawing/2014/main" id="{3C5F3F8B-EB20-D9C9-9EE1-C31BB4492D72}"/>
                  </a:ext>
                </a:extLst>
              </p:cNvPr>
              <p:cNvSpPr/>
              <p:nvPr/>
            </p:nvSpPr>
            <p:spPr>
              <a:xfrm>
                <a:off x="6569275" y="2284175"/>
                <a:ext cx="425575" cy="136775"/>
              </a:xfrm>
              <a:custGeom>
                <a:avLst/>
                <a:gdLst/>
                <a:ahLst/>
                <a:cxnLst/>
                <a:rect l="l" t="t" r="r" b="b"/>
                <a:pathLst>
                  <a:path w="17023" h="5471" extrusionOk="0">
                    <a:moveTo>
                      <a:pt x="0" y="1"/>
                    </a:moveTo>
                    <a:lnTo>
                      <a:pt x="1902" y="5471"/>
                    </a:lnTo>
                    <a:lnTo>
                      <a:pt x="16425" y="5471"/>
                    </a:lnTo>
                    <a:lnTo>
                      <a:pt x="17023" y="1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grpSp>
          <p:nvGrpSpPr>
            <p:cNvPr id="85" name="Google Shape;939;p28">
              <a:extLst>
                <a:ext uri="{FF2B5EF4-FFF2-40B4-BE49-F238E27FC236}">
                  <a16:creationId xmlns:a16="http://schemas.microsoft.com/office/drawing/2014/main" id="{732CB3C3-8E06-52DA-D288-E2DBAD39E1B3}"/>
                </a:ext>
              </a:extLst>
            </p:cNvPr>
            <p:cNvGrpSpPr/>
            <p:nvPr/>
          </p:nvGrpSpPr>
          <p:grpSpPr>
            <a:xfrm>
              <a:off x="4934873" y="2627995"/>
              <a:ext cx="325569" cy="244971"/>
              <a:chOff x="3879925" y="3450450"/>
              <a:chExt cx="438175" cy="329700"/>
            </a:xfrm>
            <a:noFill/>
          </p:grpSpPr>
          <p:sp>
            <p:nvSpPr>
              <p:cNvPr id="86" name="Google Shape;940;p28">
                <a:extLst>
                  <a:ext uri="{FF2B5EF4-FFF2-40B4-BE49-F238E27FC236}">
                    <a16:creationId xmlns:a16="http://schemas.microsoft.com/office/drawing/2014/main" id="{91D0E157-CEC4-D71F-195B-BA0F0599BDCD}"/>
                  </a:ext>
                </a:extLst>
              </p:cNvPr>
              <p:cNvSpPr/>
              <p:nvPr/>
            </p:nvSpPr>
            <p:spPr>
              <a:xfrm>
                <a:off x="3964800" y="3450450"/>
                <a:ext cx="353300" cy="205525"/>
              </a:xfrm>
              <a:custGeom>
                <a:avLst/>
                <a:gdLst/>
                <a:ahLst/>
                <a:cxnLst/>
                <a:rect l="l" t="t" r="r" b="b"/>
                <a:pathLst>
                  <a:path w="14132" h="8221" extrusionOk="0">
                    <a:moveTo>
                      <a:pt x="17" y="0"/>
                    </a:moveTo>
                    <a:lnTo>
                      <a:pt x="1" y="8221"/>
                    </a:lnTo>
                    <a:lnTo>
                      <a:pt x="11994" y="8221"/>
                    </a:lnTo>
                    <a:lnTo>
                      <a:pt x="14131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7" name="Google Shape;941;p28">
                <a:extLst>
                  <a:ext uri="{FF2B5EF4-FFF2-40B4-BE49-F238E27FC236}">
                    <a16:creationId xmlns:a16="http://schemas.microsoft.com/office/drawing/2014/main" id="{ABEB78DE-997B-2EF1-72F5-8F1DAE578F94}"/>
                  </a:ext>
                </a:extLst>
              </p:cNvPr>
              <p:cNvSpPr/>
              <p:nvPr/>
            </p:nvSpPr>
            <p:spPr>
              <a:xfrm>
                <a:off x="3965200" y="3709400"/>
                <a:ext cx="70750" cy="70750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830" extrusionOk="0">
                    <a:moveTo>
                      <a:pt x="1415" y="0"/>
                    </a:moveTo>
                    <a:lnTo>
                      <a:pt x="1132" y="16"/>
                    </a:lnTo>
                    <a:lnTo>
                      <a:pt x="614" y="236"/>
                    </a:lnTo>
                    <a:lnTo>
                      <a:pt x="236" y="613"/>
                    </a:lnTo>
                    <a:lnTo>
                      <a:pt x="16" y="1116"/>
                    </a:lnTo>
                    <a:lnTo>
                      <a:pt x="1" y="1415"/>
                    </a:lnTo>
                    <a:lnTo>
                      <a:pt x="16" y="1698"/>
                    </a:lnTo>
                    <a:lnTo>
                      <a:pt x="236" y="2201"/>
                    </a:lnTo>
                    <a:lnTo>
                      <a:pt x="614" y="2594"/>
                    </a:lnTo>
                    <a:lnTo>
                      <a:pt x="1132" y="2814"/>
                    </a:lnTo>
                    <a:lnTo>
                      <a:pt x="1415" y="2829"/>
                    </a:lnTo>
                    <a:lnTo>
                      <a:pt x="1698" y="2814"/>
                    </a:lnTo>
                    <a:lnTo>
                      <a:pt x="2217" y="2594"/>
                    </a:lnTo>
                    <a:lnTo>
                      <a:pt x="2594" y="2201"/>
                    </a:lnTo>
                    <a:lnTo>
                      <a:pt x="2814" y="1698"/>
                    </a:lnTo>
                    <a:lnTo>
                      <a:pt x="2830" y="1415"/>
                    </a:lnTo>
                    <a:lnTo>
                      <a:pt x="2814" y="1116"/>
                    </a:lnTo>
                    <a:lnTo>
                      <a:pt x="2594" y="613"/>
                    </a:lnTo>
                    <a:lnTo>
                      <a:pt x="2217" y="236"/>
                    </a:lnTo>
                    <a:lnTo>
                      <a:pt x="1698" y="16"/>
                    </a:lnTo>
                    <a:lnTo>
                      <a:pt x="1415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8" name="Google Shape;942;p28">
                <a:extLst>
                  <a:ext uri="{FF2B5EF4-FFF2-40B4-BE49-F238E27FC236}">
                    <a16:creationId xmlns:a16="http://schemas.microsoft.com/office/drawing/2014/main" id="{1BE95D21-55FA-DA6C-E636-D5D842C766DD}"/>
                  </a:ext>
                </a:extLst>
              </p:cNvPr>
              <p:cNvSpPr/>
              <p:nvPr/>
            </p:nvSpPr>
            <p:spPr>
              <a:xfrm>
                <a:off x="4168350" y="3709400"/>
                <a:ext cx="70750" cy="70750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830" extrusionOk="0">
                    <a:moveTo>
                      <a:pt x="1415" y="0"/>
                    </a:moveTo>
                    <a:lnTo>
                      <a:pt x="1117" y="16"/>
                    </a:lnTo>
                    <a:lnTo>
                      <a:pt x="614" y="236"/>
                    </a:lnTo>
                    <a:lnTo>
                      <a:pt x="221" y="613"/>
                    </a:lnTo>
                    <a:lnTo>
                      <a:pt x="16" y="1116"/>
                    </a:lnTo>
                    <a:lnTo>
                      <a:pt x="1" y="1415"/>
                    </a:lnTo>
                    <a:lnTo>
                      <a:pt x="16" y="1698"/>
                    </a:lnTo>
                    <a:lnTo>
                      <a:pt x="221" y="2201"/>
                    </a:lnTo>
                    <a:lnTo>
                      <a:pt x="614" y="2594"/>
                    </a:lnTo>
                    <a:lnTo>
                      <a:pt x="1117" y="2814"/>
                    </a:lnTo>
                    <a:lnTo>
                      <a:pt x="1415" y="2829"/>
                    </a:lnTo>
                    <a:lnTo>
                      <a:pt x="1698" y="2814"/>
                    </a:lnTo>
                    <a:lnTo>
                      <a:pt x="2201" y="2594"/>
                    </a:lnTo>
                    <a:lnTo>
                      <a:pt x="2594" y="2201"/>
                    </a:lnTo>
                    <a:lnTo>
                      <a:pt x="2798" y="1698"/>
                    </a:lnTo>
                    <a:lnTo>
                      <a:pt x="2830" y="1415"/>
                    </a:lnTo>
                    <a:lnTo>
                      <a:pt x="2798" y="1116"/>
                    </a:lnTo>
                    <a:lnTo>
                      <a:pt x="2594" y="613"/>
                    </a:lnTo>
                    <a:lnTo>
                      <a:pt x="2201" y="236"/>
                    </a:lnTo>
                    <a:lnTo>
                      <a:pt x="1698" y="16"/>
                    </a:lnTo>
                    <a:lnTo>
                      <a:pt x="1415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9" name="Google Shape;943;p28">
                <a:extLst>
                  <a:ext uri="{FF2B5EF4-FFF2-40B4-BE49-F238E27FC236}">
                    <a16:creationId xmlns:a16="http://schemas.microsoft.com/office/drawing/2014/main" id="{D8BD086B-D777-351C-9CD7-C58AD3C93DF9}"/>
                  </a:ext>
                </a:extLst>
              </p:cNvPr>
              <p:cNvSpPr/>
              <p:nvPr/>
            </p:nvSpPr>
            <p:spPr>
              <a:xfrm>
                <a:off x="3879925" y="3450450"/>
                <a:ext cx="378825" cy="243250"/>
              </a:xfrm>
              <a:custGeom>
                <a:avLst/>
                <a:gdLst/>
                <a:ahLst/>
                <a:cxnLst/>
                <a:rect l="l" t="t" r="r" b="b"/>
                <a:pathLst>
                  <a:path w="15153" h="9730" extrusionOk="0">
                    <a:moveTo>
                      <a:pt x="614" y="0"/>
                    </a:moveTo>
                    <a:lnTo>
                      <a:pt x="488" y="16"/>
                    </a:lnTo>
                    <a:lnTo>
                      <a:pt x="268" y="126"/>
                    </a:lnTo>
                    <a:lnTo>
                      <a:pt x="95" y="299"/>
                    </a:lnTo>
                    <a:lnTo>
                      <a:pt x="1" y="535"/>
                    </a:lnTo>
                    <a:lnTo>
                      <a:pt x="1" y="660"/>
                    </a:lnTo>
                    <a:lnTo>
                      <a:pt x="1" y="786"/>
                    </a:lnTo>
                    <a:lnTo>
                      <a:pt x="95" y="1022"/>
                    </a:lnTo>
                    <a:lnTo>
                      <a:pt x="268" y="1195"/>
                    </a:lnTo>
                    <a:lnTo>
                      <a:pt x="488" y="1305"/>
                    </a:lnTo>
                    <a:lnTo>
                      <a:pt x="614" y="1320"/>
                    </a:lnTo>
                    <a:lnTo>
                      <a:pt x="1840" y="1320"/>
                    </a:lnTo>
                    <a:lnTo>
                      <a:pt x="1840" y="9730"/>
                    </a:lnTo>
                    <a:lnTo>
                      <a:pt x="14964" y="9730"/>
                    </a:lnTo>
                    <a:lnTo>
                      <a:pt x="15153" y="8786"/>
                    </a:lnTo>
                    <a:lnTo>
                      <a:pt x="2783" y="8786"/>
                    </a:lnTo>
                    <a:lnTo>
                      <a:pt x="2783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110" name="Google Shape;964;p28">
              <a:extLst>
                <a:ext uri="{FF2B5EF4-FFF2-40B4-BE49-F238E27FC236}">
                  <a16:creationId xmlns:a16="http://schemas.microsoft.com/office/drawing/2014/main" id="{2B8CCFA8-89A5-9E1C-4D2A-C1AE16859EB3}"/>
                </a:ext>
              </a:extLst>
            </p:cNvPr>
            <p:cNvSpPr/>
            <p:nvPr/>
          </p:nvSpPr>
          <p:spPr>
            <a:xfrm>
              <a:off x="890303" y="2583916"/>
              <a:ext cx="301661" cy="293450"/>
            </a:xfrm>
            <a:custGeom>
              <a:avLst/>
              <a:gdLst/>
              <a:ahLst/>
              <a:cxnLst/>
              <a:rect l="l" t="t" r="r" b="b"/>
              <a:pathLst>
                <a:path w="17526" h="17049" extrusionOk="0">
                  <a:moveTo>
                    <a:pt x="7168" y="7362"/>
                  </a:moveTo>
                  <a:lnTo>
                    <a:pt x="7168" y="11505"/>
                  </a:lnTo>
                  <a:lnTo>
                    <a:pt x="4873" y="11505"/>
                  </a:lnTo>
                  <a:lnTo>
                    <a:pt x="4873" y="7362"/>
                  </a:lnTo>
                  <a:close/>
                  <a:moveTo>
                    <a:pt x="12876" y="7362"/>
                  </a:moveTo>
                  <a:lnTo>
                    <a:pt x="12876" y="11505"/>
                  </a:lnTo>
                  <a:lnTo>
                    <a:pt x="10581" y="11505"/>
                  </a:lnTo>
                  <a:lnTo>
                    <a:pt x="10581" y="7362"/>
                  </a:lnTo>
                  <a:close/>
                  <a:moveTo>
                    <a:pt x="3219" y="1"/>
                  </a:moveTo>
                  <a:lnTo>
                    <a:pt x="3025" y="209"/>
                  </a:lnTo>
                  <a:lnTo>
                    <a:pt x="2101" y="1670"/>
                  </a:lnTo>
                  <a:lnTo>
                    <a:pt x="1699" y="2698"/>
                  </a:lnTo>
                  <a:lnTo>
                    <a:pt x="1505" y="3458"/>
                  </a:lnTo>
                  <a:lnTo>
                    <a:pt x="1446" y="3860"/>
                  </a:lnTo>
                  <a:lnTo>
                    <a:pt x="1431" y="3860"/>
                  </a:lnTo>
                  <a:lnTo>
                    <a:pt x="1431" y="3994"/>
                  </a:lnTo>
                  <a:lnTo>
                    <a:pt x="1416" y="4114"/>
                  </a:lnTo>
                  <a:lnTo>
                    <a:pt x="1416" y="4233"/>
                  </a:lnTo>
                  <a:lnTo>
                    <a:pt x="0" y="4233"/>
                  </a:lnTo>
                  <a:lnTo>
                    <a:pt x="0" y="7377"/>
                  </a:lnTo>
                  <a:lnTo>
                    <a:pt x="1416" y="7377"/>
                  </a:lnTo>
                  <a:lnTo>
                    <a:pt x="1416" y="11520"/>
                  </a:lnTo>
                  <a:lnTo>
                    <a:pt x="0" y="11520"/>
                  </a:lnTo>
                  <a:lnTo>
                    <a:pt x="0" y="14664"/>
                  </a:lnTo>
                  <a:lnTo>
                    <a:pt x="1416" y="14664"/>
                  </a:lnTo>
                  <a:lnTo>
                    <a:pt x="1416" y="17049"/>
                  </a:lnTo>
                  <a:lnTo>
                    <a:pt x="4843" y="17049"/>
                  </a:lnTo>
                  <a:lnTo>
                    <a:pt x="4843" y="14649"/>
                  </a:lnTo>
                  <a:lnTo>
                    <a:pt x="7124" y="14649"/>
                  </a:lnTo>
                  <a:lnTo>
                    <a:pt x="7124" y="17049"/>
                  </a:lnTo>
                  <a:lnTo>
                    <a:pt x="10551" y="17049"/>
                  </a:lnTo>
                  <a:lnTo>
                    <a:pt x="10551" y="14649"/>
                  </a:lnTo>
                  <a:lnTo>
                    <a:pt x="12846" y="14649"/>
                  </a:lnTo>
                  <a:lnTo>
                    <a:pt x="12846" y="17049"/>
                  </a:lnTo>
                  <a:lnTo>
                    <a:pt x="16273" y="17049"/>
                  </a:lnTo>
                  <a:lnTo>
                    <a:pt x="16273" y="14649"/>
                  </a:lnTo>
                  <a:lnTo>
                    <a:pt x="17525" y="14649"/>
                  </a:lnTo>
                  <a:lnTo>
                    <a:pt x="17525" y="11505"/>
                  </a:lnTo>
                  <a:lnTo>
                    <a:pt x="16273" y="11505"/>
                  </a:lnTo>
                  <a:lnTo>
                    <a:pt x="16273" y="7362"/>
                  </a:lnTo>
                  <a:lnTo>
                    <a:pt x="17525" y="7362"/>
                  </a:lnTo>
                  <a:lnTo>
                    <a:pt x="17525" y="4233"/>
                  </a:lnTo>
                  <a:lnTo>
                    <a:pt x="16333" y="4233"/>
                  </a:lnTo>
                  <a:lnTo>
                    <a:pt x="16318" y="3801"/>
                  </a:lnTo>
                  <a:lnTo>
                    <a:pt x="16169" y="2981"/>
                  </a:lnTo>
                  <a:lnTo>
                    <a:pt x="15797" y="1863"/>
                  </a:lnTo>
                  <a:lnTo>
                    <a:pt x="14858" y="239"/>
                  </a:lnTo>
                  <a:lnTo>
                    <a:pt x="14664" y="1"/>
                  </a:lnTo>
                  <a:lnTo>
                    <a:pt x="14470" y="209"/>
                  </a:lnTo>
                  <a:lnTo>
                    <a:pt x="13546" y="1670"/>
                  </a:lnTo>
                  <a:lnTo>
                    <a:pt x="13129" y="2698"/>
                  </a:lnTo>
                  <a:lnTo>
                    <a:pt x="12935" y="3458"/>
                  </a:lnTo>
                  <a:lnTo>
                    <a:pt x="12891" y="3860"/>
                  </a:lnTo>
                  <a:lnTo>
                    <a:pt x="12876" y="3860"/>
                  </a:lnTo>
                  <a:lnTo>
                    <a:pt x="12876" y="3994"/>
                  </a:lnTo>
                  <a:lnTo>
                    <a:pt x="12861" y="4114"/>
                  </a:lnTo>
                  <a:lnTo>
                    <a:pt x="12846" y="4233"/>
                  </a:lnTo>
                  <a:lnTo>
                    <a:pt x="10611" y="4233"/>
                  </a:lnTo>
                  <a:lnTo>
                    <a:pt x="10596" y="3801"/>
                  </a:lnTo>
                  <a:lnTo>
                    <a:pt x="10447" y="2981"/>
                  </a:lnTo>
                  <a:lnTo>
                    <a:pt x="10074" y="1863"/>
                  </a:lnTo>
                  <a:lnTo>
                    <a:pt x="9135" y="239"/>
                  </a:lnTo>
                  <a:lnTo>
                    <a:pt x="8942" y="1"/>
                  </a:lnTo>
                  <a:lnTo>
                    <a:pt x="8748" y="209"/>
                  </a:lnTo>
                  <a:lnTo>
                    <a:pt x="7824" y="1670"/>
                  </a:lnTo>
                  <a:lnTo>
                    <a:pt x="7407" y="2698"/>
                  </a:lnTo>
                  <a:lnTo>
                    <a:pt x="7228" y="3458"/>
                  </a:lnTo>
                  <a:lnTo>
                    <a:pt x="7168" y="3860"/>
                  </a:lnTo>
                  <a:lnTo>
                    <a:pt x="7153" y="3860"/>
                  </a:lnTo>
                  <a:lnTo>
                    <a:pt x="7153" y="3994"/>
                  </a:lnTo>
                  <a:lnTo>
                    <a:pt x="7138" y="4114"/>
                  </a:lnTo>
                  <a:lnTo>
                    <a:pt x="7124" y="4233"/>
                  </a:lnTo>
                  <a:lnTo>
                    <a:pt x="4888" y="4233"/>
                  </a:lnTo>
                  <a:lnTo>
                    <a:pt x="4873" y="3801"/>
                  </a:lnTo>
                  <a:lnTo>
                    <a:pt x="4724" y="2981"/>
                  </a:lnTo>
                  <a:lnTo>
                    <a:pt x="4352" y="1863"/>
                  </a:lnTo>
                  <a:lnTo>
                    <a:pt x="3428" y="239"/>
                  </a:lnTo>
                  <a:lnTo>
                    <a:pt x="3219" y="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2060C58-BFA4-E635-776A-8A3DE7B9C7D1}"/>
                </a:ext>
              </a:extLst>
            </p:cNvPr>
            <p:cNvGrpSpPr/>
            <p:nvPr/>
          </p:nvGrpSpPr>
          <p:grpSpPr>
            <a:xfrm>
              <a:off x="8926198" y="2560205"/>
              <a:ext cx="381697" cy="318432"/>
              <a:chOff x="10464801" y="817563"/>
              <a:chExt cx="287338" cy="239712"/>
            </a:xfrm>
            <a:solidFill>
              <a:schemeClr val="bg1"/>
            </a:solidFill>
          </p:grpSpPr>
          <p:sp>
            <p:nvSpPr>
              <p:cNvPr id="62" name="Freeform 334">
                <a:extLst>
                  <a:ext uri="{FF2B5EF4-FFF2-40B4-BE49-F238E27FC236}">
                    <a16:creationId xmlns:a16="http://schemas.microsoft.com/office/drawing/2014/main" id="{5EAC97E8-AC33-71D4-7984-613148B2F5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64801" y="817563"/>
                <a:ext cx="287338" cy="239712"/>
              </a:xfrm>
              <a:custGeom>
                <a:avLst/>
                <a:gdLst>
                  <a:gd name="T0" fmla="*/ 723 w 904"/>
                  <a:gd name="T1" fmla="*/ 602 h 753"/>
                  <a:gd name="T2" fmla="*/ 512 w 904"/>
                  <a:gd name="T3" fmla="*/ 602 h 753"/>
                  <a:gd name="T4" fmla="*/ 512 w 904"/>
                  <a:gd name="T5" fmla="*/ 722 h 753"/>
                  <a:gd name="T6" fmla="*/ 181 w 904"/>
                  <a:gd name="T7" fmla="*/ 542 h 753"/>
                  <a:gd name="T8" fmla="*/ 181 w 904"/>
                  <a:gd name="T9" fmla="*/ 722 h 753"/>
                  <a:gd name="T10" fmla="*/ 391 w 904"/>
                  <a:gd name="T11" fmla="*/ 722 h 753"/>
                  <a:gd name="T12" fmla="*/ 331 w 904"/>
                  <a:gd name="T13" fmla="*/ 524 h 753"/>
                  <a:gd name="T14" fmla="*/ 327 w 904"/>
                  <a:gd name="T15" fmla="*/ 516 h 753"/>
                  <a:gd name="T16" fmla="*/ 319 w 904"/>
                  <a:gd name="T17" fmla="*/ 512 h 753"/>
                  <a:gd name="T18" fmla="*/ 163 w 904"/>
                  <a:gd name="T19" fmla="*/ 512 h 753"/>
                  <a:gd name="T20" fmla="*/ 155 w 904"/>
                  <a:gd name="T21" fmla="*/ 516 h 753"/>
                  <a:gd name="T22" fmla="*/ 151 w 904"/>
                  <a:gd name="T23" fmla="*/ 524 h 753"/>
                  <a:gd name="T24" fmla="*/ 91 w 904"/>
                  <a:gd name="T25" fmla="*/ 722 h 753"/>
                  <a:gd name="T26" fmla="*/ 813 w 904"/>
                  <a:gd name="T27" fmla="*/ 722 h 753"/>
                  <a:gd name="T28" fmla="*/ 753 w 904"/>
                  <a:gd name="T29" fmla="*/ 584 h 753"/>
                  <a:gd name="T30" fmla="*/ 748 w 904"/>
                  <a:gd name="T31" fmla="*/ 577 h 753"/>
                  <a:gd name="T32" fmla="*/ 741 w 904"/>
                  <a:gd name="T33" fmla="*/ 572 h 753"/>
                  <a:gd name="T34" fmla="*/ 494 w 904"/>
                  <a:gd name="T35" fmla="*/ 572 h 753"/>
                  <a:gd name="T36" fmla="*/ 487 w 904"/>
                  <a:gd name="T37" fmla="*/ 577 h 753"/>
                  <a:gd name="T38" fmla="*/ 482 w 904"/>
                  <a:gd name="T39" fmla="*/ 584 h 753"/>
                  <a:gd name="T40" fmla="*/ 421 w 904"/>
                  <a:gd name="T41" fmla="*/ 722 h 753"/>
                  <a:gd name="T42" fmla="*/ 723 w 904"/>
                  <a:gd name="T43" fmla="*/ 121 h 753"/>
                  <a:gd name="T44" fmla="*/ 723 w 904"/>
                  <a:gd name="T45" fmla="*/ 241 h 753"/>
                  <a:gd name="T46" fmla="*/ 843 w 904"/>
                  <a:gd name="T47" fmla="*/ 722 h 753"/>
                  <a:gd name="T48" fmla="*/ 885 w 904"/>
                  <a:gd name="T49" fmla="*/ 376 h 753"/>
                  <a:gd name="T50" fmla="*/ 895 w 904"/>
                  <a:gd name="T51" fmla="*/ 375 h 753"/>
                  <a:gd name="T52" fmla="*/ 903 w 904"/>
                  <a:gd name="T53" fmla="*/ 366 h 753"/>
                  <a:gd name="T54" fmla="*/ 903 w 904"/>
                  <a:gd name="T55" fmla="*/ 358 h 753"/>
                  <a:gd name="T56" fmla="*/ 898 w 904"/>
                  <a:gd name="T57" fmla="*/ 350 h 753"/>
                  <a:gd name="T58" fmla="*/ 813 w 904"/>
                  <a:gd name="T59" fmla="*/ 106 h 753"/>
                  <a:gd name="T60" fmla="*/ 811 w 904"/>
                  <a:gd name="T61" fmla="*/ 97 h 753"/>
                  <a:gd name="T62" fmla="*/ 804 w 904"/>
                  <a:gd name="T63" fmla="*/ 92 h 753"/>
                  <a:gd name="T64" fmla="*/ 708 w 904"/>
                  <a:gd name="T65" fmla="*/ 91 h 753"/>
                  <a:gd name="T66" fmla="*/ 699 w 904"/>
                  <a:gd name="T67" fmla="*/ 93 h 753"/>
                  <a:gd name="T68" fmla="*/ 694 w 904"/>
                  <a:gd name="T69" fmla="*/ 99 h 753"/>
                  <a:gd name="T70" fmla="*/ 693 w 904"/>
                  <a:gd name="T71" fmla="*/ 221 h 753"/>
                  <a:gd name="T72" fmla="*/ 333 w 904"/>
                  <a:gd name="T73" fmla="*/ 0 h 753"/>
                  <a:gd name="T74" fmla="*/ 325 w 904"/>
                  <a:gd name="T75" fmla="*/ 1 h 753"/>
                  <a:gd name="T76" fmla="*/ 318 w 904"/>
                  <a:gd name="T77" fmla="*/ 7 h 753"/>
                  <a:gd name="T78" fmla="*/ 316 w 904"/>
                  <a:gd name="T79" fmla="*/ 15 h 753"/>
                  <a:gd name="T80" fmla="*/ 319 w 904"/>
                  <a:gd name="T81" fmla="*/ 24 h 753"/>
                  <a:gd name="T82" fmla="*/ 391 w 904"/>
                  <a:gd name="T83" fmla="*/ 70 h 753"/>
                  <a:gd name="T84" fmla="*/ 69 w 904"/>
                  <a:gd name="T85" fmla="*/ 394 h 753"/>
                  <a:gd name="T86" fmla="*/ 6 w 904"/>
                  <a:gd name="T87" fmla="*/ 424 h 753"/>
                  <a:gd name="T88" fmla="*/ 1 w 904"/>
                  <a:gd name="T89" fmla="*/ 432 h 753"/>
                  <a:gd name="T90" fmla="*/ 1 w 904"/>
                  <a:gd name="T91" fmla="*/ 440 h 753"/>
                  <a:gd name="T92" fmla="*/ 7 w 904"/>
                  <a:gd name="T93" fmla="*/ 450 h 753"/>
                  <a:gd name="T94" fmla="*/ 19 w 904"/>
                  <a:gd name="T95" fmla="*/ 451 h 753"/>
                  <a:gd name="T96" fmla="*/ 61 w 904"/>
                  <a:gd name="T97" fmla="*/ 722 h 753"/>
                  <a:gd name="T98" fmla="*/ 9 w 904"/>
                  <a:gd name="T99" fmla="*/ 724 h 753"/>
                  <a:gd name="T100" fmla="*/ 3 w 904"/>
                  <a:gd name="T101" fmla="*/ 730 h 753"/>
                  <a:gd name="T102" fmla="*/ 0 w 904"/>
                  <a:gd name="T103" fmla="*/ 738 h 753"/>
                  <a:gd name="T104" fmla="*/ 3 w 904"/>
                  <a:gd name="T105" fmla="*/ 746 h 753"/>
                  <a:gd name="T106" fmla="*/ 9 w 904"/>
                  <a:gd name="T107" fmla="*/ 751 h 753"/>
                  <a:gd name="T108" fmla="*/ 166 w 904"/>
                  <a:gd name="T109" fmla="*/ 753 h 753"/>
                  <a:gd name="T110" fmla="*/ 738 w 904"/>
                  <a:gd name="T111" fmla="*/ 753 h 753"/>
                  <a:gd name="T112" fmla="*/ 894 w 904"/>
                  <a:gd name="T113" fmla="*/ 751 h 753"/>
                  <a:gd name="T114" fmla="*/ 901 w 904"/>
                  <a:gd name="T115" fmla="*/ 746 h 753"/>
                  <a:gd name="T116" fmla="*/ 904 w 904"/>
                  <a:gd name="T117" fmla="*/ 738 h 753"/>
                  <a:gd name="T118" fmla="*/ 901 w 904"/>
                  <a:gd name="T119" fmla="*/ 730 h 753"/>
                  <a:gd name="T120" fmla="*/ 894 w 904"/>
                  <a:gd name="T121" fmla="*/ 724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04" h="753">
                    <a:moveTo>
                      <a:pt x="632" y="722"/>
                    </a:moveTo>
                    <a:lnTo>
                      <a:pt x="632" y="602"/>
                    </a:lnTo>
                    <a:lnTo>
                      <a:pt x="723" y="602"/>
                    </a:lnTo>
                    <a:lnTo>
                      <a:pt x="723" y="722"/>
                    </a:lnTo>
                    <a:lnTo>
                      <a:pt x="632" y="722"/>
                    </a:lnTo>
                    <a:close/>
                    <a:moveTo>
                      <a:pt x="512" y="602"/>
                    </a:moveTo>
                    <a:lnTo>
                      <a:pt x="602" y="602"/>
                    </a:lnTo>
                    <a:lnTo>
                      <a:pt x="602" y="722"/>
                    </a:lnTo>
                    <a:lnTo>
                      <a:pt x="512" y="722"/>
                    </a:lnTo>
                    <a:lnTo>
                      <a:pt x="512" y="602"/>
                    </a:lnTo>
                    <a:close/>
                    <a:moveTo>
                      <a:pt x="181" y="722"/>
                    </a:moveTo>
                    <a:lnTo>
                      <a:pt x="181" y="542"/>
                    </a:lnTo>
                    <a:lnTo>
                      <a:pt x="301" y="542"/>
                    </a:lnTo>
                    <a:lnTo>
                      <a:pt x="301" y="722"/>
                    </a:lnTo>
                    <a:lnTo>
                      <a:pt x="181" y="722"/>
                    </a:lnTo>
                    <a:close/>
                    <a:moveTo>
                      <a:pt x="91" y="417"/>
                    </a:moveTo>
                    <a:lnTo>
                      <a:pt x="391" y="273"/>
                    </a:lnTo>
                    <a:lnTo>
                      <a:pt x="391" y="722"/>
                    </a:lnTo>
                    <a:lnTo>
                      <a:pt x="331" y="722"/>
                    </a:lnTo>
                    <a:lnTo>
                      <a:pt x="331" y="527"/>
                    </a:lnTo>
                    <a:lnTo>
                      <a:pt x="331" y="524"/>
                    </a:lnTo>
                    <a:lnTo>
                      <a:pt x="330" y="521"/>
                    </a:lnTo>
                    <a:lnTo>
                      <a:pt x="329" y="519"/>
                    </a:lnTo>
                    <a:lnTo>
                      <a:pt x="327" y="516"/>
                    </a:lnTo>
                    <a:lnTo>
                      <a:pt x="325" y="514"/>
                    </a:lnTo>
                    <a:lnTo>
                      <a:pt x="323" y="513"/>
                    </a:lnTo>
                    <a:lnTo>
                      <a:pt x="319" y="512"/>
                    </a:lnTo>
                    <a:lnTo>
                      <a:pt x="316" y="512"/>
                    </a:lnTo>
                    <a:lnTo>
                      <a:pt x="166" y="512"/>
                    </a:lnTo>
                    <a:lnTo>
                      <a:pt x="163" y="512"/>
                    </a:lnTo>
                    <a:lnTo>
                      <a:pt x="160" y="513"/>
                    </a:lnTo>
                    <a:lnTo>
                      <a:pt x="157" y="514"/>
                    </a:lnTo>
                    <a:lnTo>
                      <a:pt x="155" y="516"/>
                    </a:lnTo>
                    <a:lnTo>
                      <a:pt x="153" y="519"/>
                    </a:lnTo>
                    <a:lnTo>
                      <a:pt x="152" y="521"/>
                    </a:lnTo>
                    <a:lnTo>
                      <a:pt x="151" y="524"/>
                    </a:lnTo>
                    <a:lnTo>
                      <a:pt x="151" y="527"/>
                    </a:lnTo>
                    <a:lnTo>
                      <a:pt x="151" y="722"/>
                    </a:lnTo>
                    <a:lnTo>
                      <a:pt x="91" y="722"/>
                    </a:lnTo>
                    <a:lnTo>
                      <a:pt x="91" y="417"/>
                    </a:lnTo>
                    <a:close/>
                    <a:moveTo>
                      <a:pt x="813" y="332"/>
                    </a:moveTo>
                    <a:lnTo>
                      <a:pt x="813" y="722"/>
                    </a:lnTo>
                    <a:lnTo>
                      <a:pt x="753" y="722"/>
                    </a:lnTo>
                    <a:lnTo>
                      <a:pt x="753" y="587"/>
                    </a:lnTo>
                    <a:lnTo>
                      <a:pt x="753" y="584"/>
                    </a:lnTo>
                    <a:lnTo>
                      <a:pt x="752" y="582"/>
                    </a:lnTo>
                    <a:lnTo>
                      <a:pt x="750" y="579"/>
                    </a:lnTo>
                    <a:lnTo>
                      <a:pt x="748" y="577"/>
                    </a:lnTo>
                    <a:lnTo>
                      <a:pt x="746" y="574"/>
                    </a:lnTo>
                    <a:lnTo>
                      <a:pt x="744" y="573"/>
                    </a:lnTo>
                    <a:lnTo>
                      <a:pt x="741" y="572"/>
                    </a:lnTo>
                    <a:lnTo>
                      <a:pt x="738" y="572"/>
                    </a:lnTo>
                    <a:lnTo>
                      <a:pt x="497" y="572"/>
                    </a:lnTo>
                    <a:lnTo>
                      <a:pt x="494" y="572"/>
                    </a:lnTo>
                    <a:lnTo>
                      <a:pt x="491" y="573"/>
                    </a:lnTo>
                    <a:lnTo>
                      <a:pt x="489" y="574"/>
                    </a:lnTo>
                    <a:lnTo>
                      <a:pt x="487" y="577"/>
                    </a:lnTo>
                    <a:lnTo>
                      <a:pt x="484" y="579"/>
                    </a:lnTo>
                    <a:lnTo>
                      <a:pt x="483" y="582"/>
                    </a:lnTo>
                    <a:lnTo>
                      <a:pt x="482" y="584"/>
                    </a:lnTo>
                    <a:lnTo>
                      <a:pt x="482" y="587"/>
                    </a:lnTo>
                    <a:lnTo>
                      <a:pt x="482" y="722"/>
                    </a:lnTo>
                    <a:lnTo>
                      <a:pt x="421" y="722"/>
                    </a:lnTo>
                    <a:lnTo>
                      <a:pt x="421" y="89"/>
                    </a:lnTo>
                    <a:lnTo>
                      <a:pt x="813" y="332"/>
                    </a:lnTo>
                    <a:close/>
                    <a:moveTo>
                      <a:pt x="723" y="121"/>
                    </a:moveTo>
                    <a:lnTo>
                      <a:pt x="783" y="121"/>
                    </a:lnTo>
                    <a:lnTo>
                      <a:pt x="783" y="278"/>
                    </a:lnTo>
                    <a:lnTo>
                      <a:pt x="723" y="241"/>
                    </a:lnTo>
                    <a:lnTo>
                      <a:pt x="723" y="121"/>
                    </a:lnTo>
                    <a:close/>
                    <a:moveTo>
                      <a:pt x="889" y="722"/>
                    </a:moveTo>
                    <a:lnTo>
                      <a:pt x="843" y="722"/>
                    </a:lnTo>
                    <a:lnTo>
                      <a:pt x="843" y="351"/>
                    </a:lnTo>
                    <a:lnTo>
                      <a:pt x="880" y="374"/>
                    </a:lnTo>
                    <a:lnTo>
                      <a:pt x="885" y="376"/>
                    </a:lnTo>
                    <a:lnTo>
                      <a:pt x="889" y="377"/>
                    </a:lnTo>
                    <a:lnTo>
                      <a:pt x="892" y="376"/>
                    </a:lnTo>
                    <a:lnTo>
                      <a:pt x="895" y="375"/>
                    </a:lnTo>
                    <a:lnTo>
                      <a:pt x="898" y="373"/>
                    </a:lnTo>
                    <a:lnTo>
                      <a:pt x="901" y="369"/>
                    </a:lnTo>
                    <a:lnTo>
                      <a:pt x="903" y="366"/>
                    </a:lnTo>
                    <a:lnTo>
                      <a:pt x="903" y="364"/>
                    </a:lnTo>
                    <a:lnTo>
                      <a:pt x="904" y="361"/>
                    </a:lnTo>
                    <a:lnTo>
                      <a:pt x="903" y="358"/>
                    </a:lnTo>
                    <a:lnTo>
                      <a:pt x="902" y="356"/>
                    </a:lnTo>
                    <a:lnTo>
                      <a:pt x="901" y="352"/>
                    </a:lnTo>
                    <a:lnTo>
                      <a:pt x="898" y="350"/>
                    </a:lnTo>
                    <a:lnTo>
                      <a:pt x="896" y="349"/>
                    </a:lnTo>
                    <a:lnTo>
                      <a:pt x="813" y="297"/>
                    </a:lnTo>
                    <a:lnTo>
                      <a:pt x="813" y="106"/>
                    </a:lnTo>
                    <a:lnTo>
                      <a:pt x="813" y="102"/>
                    </a:lnTo>
                    <a:lnTo>
                      <a:pt x="812" y="99"/>
                    </a:lnTo>
                    <a:lnTo>
                      <a:pt x="811" y="97"/>
                    </a:lnTo>
                    <a:lnTo>
                      <a:pt x="808" y="95"/>
                    </a:lnTo>
                    <a:lnTo>
                      <a:pt x="806" y="93"/>
                    </a:lnTo>
                    <a:lnTo>
                      <a:pt x="804" y="92"/>
                    </a:lnTo>
                    <a:lnTo>
                      <a:pt x="801" y="91"/>
                    </a:lnTo>
                    <a:lnTo>
                      <a:pt x="798" y="91"/>
                    </a:lnTo>
                    <a:lnTo>
                      <a:pt x="708" y="91"/>
                    </a:lnTo>
                    <a:lnTo>
                      <a:pt x="704" y="91"/>
                    </a:lnTo>
                    <a:lnTo>
                      <a:pt x="702" y="92"/>
                    </a:lnTo>
                    <a:lnTo>
                      <a:pt x="699" y="93"/>
                    </a:lnTo>
                    <a:lnTo>
                      <a:pt x="697" y="95"/>
                    </a:lnTo>
                    <a:lnTo>
                      <a:pt x="695" y="97"/>
                    </a:lnTo>
                    <a:lnTo>
                      <a:pt x="694" y="99"/>
                    </a:lnTo>
                    <a:lnTo>
                      <a:pt x="693" y="102"/>
                    </a:lnTo>
                    <a:lnTo>
                      <a:pt x="693" y="106"/>
                    </a:lnTo>
                    <a:lnTo>
                      <a:pt x="693" y="221"/>
                    </a:lnTo>
                    <a:lnTo>
                      <a:pt x="340" y="3"/>
                    </a:lnTo>
                    <a:lnTo>
                      <a:pt x="336" y="0"/>
                    </a:lnTo>
                    <a:lnTo>
                      <a:pt x="333" y="0"/>
                    </a:lnTo>
                    <a:lnTo>
                      <a:pt x="331" y="0"/>
                    </a:lnTo>
                    <a:lnTo>
                      <a:pt x="328" y="0"/>
                    </a:lnTo>
                    <a:lnTo>
                      <a:pt x="325" y="1"/>
                    </a:lnTo>
                    <a:lnTo>
                      <a:pt x="323" y="3"/>
                    </a:lnTo>
                    <a:lnTo>
                      <a:pt x="320" y="5"/>
                    </a:lnTo>
                    <a:lnTo>
                      <a:pt x="318" y="7"/>
                    </a:lnTo>
                    <a:lnTo>
                      <a:pt x="317" y="10"/>
                    </a:lnTo>
                    <a:lnTo>
                      <a:pt x="316" y="12"/>
                    </a:lnTo>
                    <a:lnTo>
                      <a:pt x="316" y="15"/>
                    </a:lnTo>
                    <a:lnTo>
                      <a:pt x="317" y="19"/>
                    </a:lnTo>
                    <a:lnTo>
                      <a:pt x="317" y="21"/>
                    </a:lnTo>
                    <a:lnTo>
                      <a:pt x="319" y="24"/>
                    </a:lnTo>
                    <a:lnTo>
                      <a:pt x="321" y="26"/>
                    </a:lnTo>
                    <a:lnTo>
                      <a:pt x="324" y="28"/>
                    </a:lnTo>
                    <a:lnTo>
                      <a:pt x="391" y="70"/>
                    </a:lnTo>
                    <a:lnTo>
                      <a:pt x="391" y="239"/>
                    </a:lnTo>
                    <a:lnTo>
                      <a:pt x="72" y="393"/>
                    </a:lnTo>
                    <a:lnTo>
                      <a:pt x="69" y="394"/>
                    </a:lnTo>
                    <a:lnTo>
                      <a:pt x="67" y="395"/>
                    </a:lnTo>
                    <a:lnTo>
                      <a:pt x="8" y="423"/>
                    </a:lnTo>
                    <a:lnTo>
                      <a:pt x="6" y="424"/>
                    </a:lnTo>
                    <a:lnTo>
                      <a:pt x="4" y="426"/>
                    </a:lnTo>
                    <a:lnTo>
                      <a:pt x="2" y="429"/>
                    </a:lnTo>
                    <a:lnTo>
                      <a:pt x="1" y="432"/>
                    </a:lnTo>
                    <a:lnTo>
                      <a:pt x="1" y="435"/>
                    </a:lnTo>
                    <a:lnTo>
                      <a:pt x="1" y="437"/>
                    </a:lnTo>
                    <a:lnTo>
                      <a:pt x="1" y="440"/>
                    </a:lnTo>
                    <a:lnTo>
                      <a:pt x="2" y="444"/>
                    </a:lnTo>
                    <a:lnTo>
                      <a:pt x="4" y="447"/>
                    </a:lnTo>
                    <a:lnTo>
                      <a:pt x="7" y="450"/>
                    </a:lnTo>
                    <a:lnTo>
                      <a:pt x="12" y="451"/>
                    </a:lnTo>
                    <a:lnTo>
                      <a:pt x="16" y="452"/>
                    </a:lnTo>
                    <a:lnTo>
                      <a:pt x="19" y="451"/>
                    </a:lnTo>
                    <a:lnTo>
                      <a:pt x="22" y="450"/>
                    </a:lnTo>
                    <a:lnTo>
                      <a:pt x="61" y="432"/>
                    </a:lnTo>
                    <a:lnTo>
                      <a:pt x="61" y="722"/>
                    </a:lnTo>
                    <a:lnTo>
                      <a:pt x="16" y="722"/>
                    </a:lnTo>
                    <a:lnTo>
                      <a:pt x="13" y="724"/>
                    </a:lnTo>
                    <a:lnTo>
                      <a:pt x="9" y="724"/>
                    </a:lnTo>
                    <a:lnTo>
                      <a:pt x="7" y="726"/>
                    </a:lnTo>
                    <a:lnTo>
                      <a:pt x="5" y="727"/>
                    </a:lnTo>
                    <a:lnTo>
                      <a:pt x="3" y="730"/>
                    </a:lnTo>
                    <a:lnTo>
                      <a:pt x="2" y="732"/>
                    </a:lnTo>
                    <a:lnTo>
                      <a:pt x="1" y="735"/>
                    </a:lnTo>
                    <a:lnTo>
                      <a:pt x="0" y="738"/>
                    </a:lnTo>
                    <a:lnTo>
                      <a:pt x="1" y="741"/>
                    </a:lnTo>
                    <a:lnTo>
                      <a:pt x="2" y="744"/>
                    </a:lnTo>
                    <a:lnTo>
                      <a:pt x="3" y="746"/>
                    </a:lnTo>
                    <a:lnTo>
                      <a:pt x="5" y="748"/>
                    </a:lnTo>
                    <a:lnTo>
                      <a:pt x="7" y="750"/>
                    </a:lnTo>
                    <a:lnTo>
                      <a:pt x="9" y="751"/>
                    </a:lnTo>
                    <a:lnTo>
                      <a:pt x="13" y="753"/>
                    </a:lnTo>
                    <a:lnTo>
                      <a:pt x="16" y="753"/>
                    </a:lnTo>
                    <a:lnTo>
                      <a:pt x="166" y="753"/>
                    </a:lnTo>
                    <a:lnTo>
                      <a:pt x="316" y="753"/>
                    </a:lnTo>
                    <a:lnTo>
                      <a:pt x="497" y="753"/>
                    </a:lnTo>
                    <a:lnTo>
                      <a:pt x="738" y="753"/>
                    </a:lnTo>
                    <a:lnTo>
                      <a:pt x="889" y="753"/>
                    </a:lnTo>
                    <a:lnTo>
                      <a:pt x="891" y="753"/>
                    </a:lnTo>
                    <a:lnTo>
                      <a:pt x="894" y="751"/>
                    </a:lnTo>
                    <a:lnTo>
                      <a:pt x="896" y="750"/>
                    </a:lnTo>
                    <a:lnTo>
                      <a:pt x="898" y="748"/>
                    </a:lnTo>
                    <a:lnTo>
                      <a:pt x="901" y="746"/>
                    </a:lnTo>
                    <a:lnTo>
                      <a:pt x="902" y="744"/>
                    </a:lnTo>
                    <a:lnTo>
                      <a:pt x="903" y="741"/>
                    </a:lnTo>
                    <a:lnTo>
                      <a:pt x="904" y="738"/>
                    </a:lnTo>
                    <a:lnTo>
                      <a:pt x="903" y="735"/>
                    </a:lnTo>
                    <a:lnTo>
                      <a:pt x="902" y="732"/>
                    </a:lnTo>
                    <a:lnTo>
                      <a:pt x="901" y="730"/>
                    </a:lnTo>
                    <a:lnTo>
                      <a:pt x="898" y="727"/>
                    </a:lnTo>
                    <a:lnTo>
                      <a:pt x="896" y="726"/>
                    </a:lnTo>
                    <a:lnTo>
                      <a:pt x="894" y="724"/>
                    </a:lnTo>
                    <a:lnTo>
                      <a:pt x="891" y="724"/>
                    </a:lnTo>
                    <a:lnTo>
                      <a:pt x="889" y="72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335">
                <a:extLst>
                  <a:ext uri="{FF2B5EF4-FFF2-40B4-BE49-F238E27FC236}">
                    <a16:creationId xmlns:a16="http://schemas.microsoft.com/office/drawing/2014/main" id="{74FECB05-B8DE-42EB-CF29-9A5691870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2426" y="962025"/>
                <a:ext cx="57150" cy="9525"/>
              </a:xfrm>
              <a:custGeom>
                <a:avLst/>
                <a:gdLst>
                  <a:gd name="T0" fmla="*/ 15 w 180"/>
                  <a:gd name="T1" fmla="*/ 30 h 30"/>
                  <a:gd name="T2" fmla="*/ 165 w 180"/>
                  <a:gd name="T3" fmla="*/ 30 h 30"/>
                  <a:gd name="T4" fmla="*/ 168 w 180"/>
                  <a:gd name="T5" fmla="*/ 29 h 30"/>
                  <a:gd name="T6" fmla="*/ 172 w 180"/>
                  <a:gd name="T7" fmla="*/ 29 h 30"/>
                  <a:gd name="T8" fmla="*/ 174 w 180"/>
                  <a:gd name="T9" fmla="*/ 27 h 30"/>
                  <a:gd name="T10" fmla="*/ 176 w 180"/>
                  <a:gd name="T11" fmla="*/ 26 h 30"/>
                  <a:gd name="T12" fmla="*/ 178 w 180"/>
                  <a:gd name="T13" fmla="*/ 24 h 30"/>
                  <a:gd name="T14" fmla="*/ 179 w 180"/>
                  <a:gd name="T15" fmla="*/ 20 h 30"/>
                  <a:gd name="T16" fmla="*/ 180 w 180"/>
                  <a:gd name="T17" fmla="*/ 18 h 30"/>
                  <a:gd name="T18" fmla="*/ 180 w 180"/>
                  <a:gd name="T19" fmla="*/ 15 h 30"/>
                  <a:gd name="T20" fmla="*/ 180 w 180"/>
                  <a:gd name="T21" fmla="*/ 12 h 30"/>
                  <a:gd name="T22" fmla="*/ 179 w 180"/>
                  <a:gd name="T23" fmla="*/ 9 h 30"/>
                  <a:gd name="T24" fmla="*/ 178 w 180"/>
                  <a:gd name="T25" fmla="*/ 7 h 30"/>
                  <a:gd name="T26" fmla="*/ 176 w 180"/>
                  <a:gd name="T27" fmla="*/ 4 h 30"/>
                  <a:gd name="T28" fmla="*/ 174 w 180"/>
                  <a:gd name="T29" fmla="*/ 2 h 30"/>
                  <a:gd name="T30" fmla="*/ 172 w 180"/>
                  <a:gd name="T31" fmla="*/ 1 h 30"/>
                  <a:gd name="T32" fmla="*/ 168 w 180"/>
                  <a:gd name="T33" fmla="*/ 0 h 30"/>
                  <a:gd name="T34" fmla="*/ 165 w 180"/>
                  <a:gd name="T35" fmla="*/ 0 h 30"/>
                  <a:gd name="T36" fmla="*/ 15 w 180"/>
                  <a:gd name="T37" fmla="*/ 0 h 30"/>
                  <a:gd name="T38" fmla="*/ 12 w 180"/>
                  <a:gd name="T39" fmla="*/ 0 h 30"/>
                  <a:gd name="T40" fmla="*/ 9 w 180"/>
                  <a:gd name="T41" fmla="*/ 1 h 30"/>
                  <a:gd name="T42" fmla="*/ 6 w 180"/>
                  <a:gd name="T43" fmla="*/ 2 h 30"/>
                  <a:gd name="T44" fmla="*/ 4 w 180"/>
                  <a:gd name="T45" fmla="*/ 4 h 30"/>
                  <a:gd name="T46" fmla="*/ 2 w 180"/>
                  <a:gd name="T47" fmla="*/ 7 h 30"/>
                  <a:gd name="T48" fmla="*/ 1 w 180"/>
                  <a:gd name="T49" fmla="*/ 9 h 30"/>
                  <a:gd name="T50" fmla="*/ 0 w 180"/>
                  <a:gd name="T51" fmla="*/ 12 h 30"/>
                  <a:gd name="T52" fmla="*/ 0 w 180"/>
                  <a:gd name="T53" fmla="*/ 15 h 30"/>
                  <a:gd name="T54" fmla="*/ 0 w 180"/>
                  <a:gd name="T55" fmla="*/ 18 h 30"/>
                  <a:gd name="T56" fmla="*/ 1 w 180"/>
                  <a:gd name="T57" fmla="*/ 20 h 30"/>
                  <a:gd name="T58" fmla="*/ 2 w 180"/>
                  <a:gd name="T59" fmla="*/ 24 h 30"/>
                  <a:gd name="T60" fmla="*/ 4 w 180"/>
                  <a:gd name="T61" fmla="*/ 26 h 30"/>
                  <a:gd name="T62" fmla="*/ 6 w 180"/>
                  <a:gd name="T63" fmla="*/ 27 h 30"/>
                  <a:gd name="T64" fmla="*/ 9 w 180"/>
                  <a:gd name="T65" fmla="*/ 29 h 30"/>
                  <a:gd name="T66" fmla="*/ 12 w 180"/>
                  <a:gd name="T67" fmla="*/ 29 h 30"/>
                  <a:gd name="T68" fmla="*/ 15 w 180"/>
                  <a:gd name="T69" fmla="*/ 30 h 30"/>
                  <a:gd name="T70" fmla="*/ 15 w 180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0" h="30">
                    <a:moveTo>
                      <a:pt x="15" y="30"/>
                    </a:moveTo>
                    <a:lnTo>
                      <a:pt x="165" y="30"/>
                    </a:lnTo>
                    <a:lnTo>
                      <a:pt x="168" y="29"/>
                    </a:lnTo>
                    <a:lnTo>
                      <a:pt x="172" y="29"/>
                    </a:lnTo>
                    <a:lnTo>
                      <a:pt x="174" y="27"/>
                    </a:lnTo>
                    <a:lnTo>
                      <a:pt x="176" y="26"/>
                    </a:lnTo>
                    <a:lnTo>
                      <a:pt x="178" y="24"/>
                    </a:lnTo>
                    <a:lnTo>
                      <a:pt x="179" y="20"/>
                    </a:lnTo>
                    <a:lnTo>
                      <a:pt x="180" y="18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9"/>
                    </a:lnTo>
                    <a:lnTo>
                      <a:pt x="178" y="7"/>
                    </a:lnTo>
                    <a:lnTo>
                      <a:pt x="176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9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336">
                <a:extLst>
                  <a:ext uri="{FF2B5EF4-FFF2-40B4-BE49-F238E27FC236}">
                    <a16:creationId xmlns:a16="http://schemas.microsoft.com/office/drawing/2014/main" id="{C6915A23-0A79-6F0F-9A59-4B1DBF0B5E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607676" y="893763"/>
                <a:ext cx="47625" cy="49212"/>
              </a:xfrm>
              <a:custGeom>
                <a:avLst/>
                <a:gdLst>
                  <a:gd name="T0" fmla="*/ 84 w 150"/>
                  <a:gd name="T1" fmla="*/ 31 h 151"/>
                  <a:gd name="T2" fmla="*/ 100 w 150"/>
                  <a:gd name="T3" fmla="*/ 37 h 151"/>
                  <a:gd name="T4" fmla="*/ 113 w 150"/>
                  <a:gd name="T5" fmla="*/ 50 h 151"/>
                  <a:gd name="T6" fmla="*/ 119 w 150"/>
                  <a:gd name="T7" fmla="*/ 66 h 151"/>
                  <a:gd name="T8" fmla="*/ 119 w 150"/>
                  <a:gd name="T9" fmla="*/ 84 h 151"/>
                  <a:gd name="T10" fmla="*/ 113 w 150"/>
                  <a:gd name="T11" fmla="*/ 101 h 151"/>
                  <a:gd name="T12" fmla="*/ 100 w 150"/>
                  <a:gd name="T13" fmla="*/ 112 h 151"/>
                  <a:gd name="T14" fmla="*/ 84 w 150"/>
                  <a:gd name="T15" fmla="*/ 120 h 151"/>
                  <a:gd name="T16" fmla="*/ 66 w 150"/>
                  <a:gd name="T17" fmla="*/ 120 h 151"/>
                  <a:gd name="T18" fmla="*/ 50 w 150"/>
                  <a:gd name="T19" fmla="*/ 112 h 151"/>
                  <a:gd name="T20" fmla="*/ 38 w 150"/>
                  <a:gd name="T21" fmla="*/ 101 h 151"/>
                  <a:gd name="T22" fmla="*/ 30 w 150"/>
                  <a:gd name="T23" fmla="*/ 84 h 151"/>
                  <a:gd name="T24" fmla="*/ 30 w 150"/>
                  <a:gd name="T25" fmla="*/ 66 h 151"/>
                  <a:gd name="T26" fmla="*/ 38 w 150"/>
                  <a:gd name="T27" fmla="*/ 50 h 151"/>
                  <a:gd name="T28" fmla="*/ 50 w 150"/>
                  <a:gd name="T29" fmla="*/ 37 h 151"/>
                  <a:gd name="T30" fmla="*/ 66 w 150"/>
                  <a:gd name="T31" fmla="*/ 31 h 151"/>
                  <a:gd name="T32" fmla="*/ 75 w 150"/>
                  <a:gd name="T33" fmla="*/ 150 h 151"/>
                  <a:gd name="T34" fmla="*/ 90 w 150"/>
                  <a:gd name="T35" fmla="*/ 149 h 151"/>
                  <a:gd name="T36" fmla="*/ 104 w 150"/>
                  <a:gd name="T37" fmla="*/ 145 h 151"/>
                  <a:gd name="T38" fmla="*/ 117 w 150"/>
                  <a:gd name="T39" fmla="*/ 137 h 151"/>
                  <a:gd name="T40" fmla="*/ 128 w 150"/>
                  <a:gd name="T41" fmla="*/ 128 h 151"/>
                  <a:gd name="T42" fmla="*/ 138 w 150"/>
                  <a:gd name="T43" fmla="*/ 118 h 151"/>
                  <a:gd name="T44" fmla="*/ 144 w 150"/>
                  <a:gd name="T45" fmla="*/ 105 h 151"/>
                  <a:gd name="T46" fmla="*/ 148 w 150"/>
                  <a:gd name="T47" fmla="*/ 90 h 151"/>
                  <a:gd name="T48" fmla="*/ 150 w 150"/>
                  <a:gd name="T49" fmla="*/ 75 h 151"/>
                  <a:gd name="T50" fmla="*/ 148 w 150"/>
                  <a:gd name="T51" fmla="*/ 60 h 151"/>
                  <a:gd name="T52" fmla="*/ 144 w 150"/>
                  <a:gd name="T53" fmla="*/ 46 h 151"/>
                  <a:gd name="T54" fmla="*/ 138 w 150"/>
                  <a:gd name="T55" fmla="*/ 33 h 151"/>
                  <a:gd name="T56" fmla="*/ 128 w 150"/>
                  <a:gd name="T57" fmla="*/ 22 h 151"/>
                  <a:gd name="T58" fmla="*/ 117 w 150"/>
                  <a:gd name="T59" fmla="*/ 13 h 151"/>
                  <a:gd name="T60" fmla="*/ 104 w 150"/>
                  <a:gd name="T61" fmla="*/ 6 h 151"/>
                  <a:gd name="T62" fmla="*/ 90 w 150"/>
                  <a:gd name="T63" fmla="*/ 2 h 151"/>
                  <a:gd name="T64" fmla="*/ 75 w 150"/>
                  <a:gd name="T65" fmla="*/ 0 h 151"/>
                  <a:gd name="T66" fmla="*/ 60 w 150"/>
                  <a:gd name="T67" fmla="*/ 2 h 151"/>
                  <a:gd name="T68" fmla="*/ 45 w 150"/>
                  <a:gd name="T69" fmla="*/ 6 h 151"/>
                  <a:gd name="T70" fmla="*/ 32 w 150"/>
                  <a:gd name="T71" fmla="*/ 13 h 151"/>
                  <a:gd name="T72" fmla="*/ 22 w 150"/>
                  <a:gd name="T73" fmla="*/ 22 h 151"/>
                  <a:gd name="T74" fmla="*/ 13 w 150"/>
                  <a:gd name="T75" fmla="*/ 33 h 151"/>
                  <a:gd name="T76" fmla="*/ 6 w 150"/>
                  <a:gd name="T77" fmla="*/ 46 h 151"/>
                  <a:gd name="T78" fmla="*/ 1 w 150"/>
                  <a:gd name="T79" fmla="*/ 60 h 151"/>
                  <a:gd name="T80" fmla="*/ 0 w 150"/>
                  <a:gd name="T81" fmla="*/ 75 h 151"/>
                  <a:gd name="T82" fmla="*/ 1 w 150"/>
                  <a:gd name="T83" fmla="*/ 90 h 151"/>
                  <a:gd name="T84" fmla="*/ 6 w 150"/>
                  <a:gd name="T85" fmla="*/ 105 h 151"/>
                  <a:gd name="T86" fmla="*/ 13 w 150"/>
                  <a:gd name="T87" fmla="*/ 117 h 151"/>
                  <a:gd name="T88" fmla="*/ 22 w 150"/>
                  <a:gd name="T89" fmla="*/ 128 h 151"/>
                  <a:gd name="T90" fmla="*/ 32 w 150"/>
                  <a:gd name="T91" fmla="*/ 137 h 151"/>
                  <a:gd name="T92" fmla="*/ 45 w 150"/>
                  <a:gd name="T93" fmla="*/ 145 h 151"/>
                  <a:gd name="T94" fmla="*/ 60 w 150"/>
                  <a:gd name="T95" fmla="*/ 149 h 151"/>
                  <a:gd name="T96" fmla="*/ 75 w 150"/>
                  <a:gd name="T97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0" h="151">
                    <a:moveTo>
                      <a:pt x="75" y="30"/>
                    </a:moveTo>
                    <a:lnTo>
                      <a:pt x="84" y="31"/>
                    </a:lnTo>
                    <a:lnTo>
                      <a:pt x="93" y="34"/>
                    </a:lnTo>
                    <a:lnTo>
                      <a:pt x="100" y="37"/>
                    </a:lnTo>
                    <a:lnTo>
                      <a:pt x="106" y="44"/>
                    </a:lnTo>
                    <a:lnTo>
                      <a:pt x="113" y="50"/>
                    </a:lnTo>
                    <a:lnTo>
                      <a:pt x="116" y="58"/>
                    </a:lnTo>
                    <a:lnTo>
                      <a:pt x="119" y="66"/>
                    </a:lnTo>
                    <a:lnTo>
                      <a:pt x="120" y="75"/>
                    </a:lnTo>
                    <a:lnTo>
                      <a:pt x="119" y="84"/>
                    </a:lnTo>
                    <a:lnTo>
                      <a:pt x="116" y="93"/>
                    </a:lnTo>
                    <a:lnTo>
                      <a:pt x="113" y="101"/>
                    </a:lnTo>
                    <a:lnTo>
                      <a:pt x="106" y="107"/>
                    </a:lnTo>
                    <a:lnTo>
                      <a:pt x="100" y="112"/>
                    </a:lnTo>
                    <a:lnTo>
                      <a:pt x="93" y="117"/>
                    </a:lnTo>
                    <a:lnTo>
                      <a:pt x="84" y="120"/>
                    </a:lnTo>
                    <a:lnTo>
                      <a:pt x="75" y="120"/>
                    </a:lnTo>
                    <a:lnTo>
                      <a:pt x="66" y="120"/>
                    </a:lnTo>
                    <a:lnTo>
                      <a:pt x="57" y="117"/>
                    </a:lnTo>
                    <a:lnTo>
                      <a:pt x="50" y="112"/>
                    </a:lnTo>
                    <a:lnTo>
                      <a:pt x="43" y="107"/>
                    </a:lnTo>
                    <a:lnTo>
                      <a:pt x="38" y="101"/>
                    </a:lnTo>
                    <a:lnTo>
                      <a:pt x="34" y="93"/>
                    </a:lnTo>
                    <a:lnTo>
                      <a:pt x="30" y="84"/>
                    </a:lnTo>
                    <a:lnTo>
                      <a:pt x="30" y="75"/>
                    </a:lnTo>
                    <a:lnTo>
                      <a:pt x="30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3" y="44"/>
                    </a:lnTo>
                    <a:lnTo>
                      <a:pt x="50" y="37"/>
                    </a:lnTo>
                    <a:lnTo>
                      <a:pt x="57" y="34"/>
                    </a:lnTo>
                    <a:lnTo>
                      <a:pt x="66" y="31"/>
                    </a:lnTo>
                    <a:lnTo>
                      <a:pt x="75" y="30"/>
                    </a:lnTo>
                    <a:close/>
                    <a:moveTo>
                      <a:pt x="75" y="150"/>
                    </a:moveTo>
                    <a:lnTo>
                      <a:pt x="83" y="150"/>
                    </a:lnTo>
                    <a:lnTo>
                      <a:pt x="90" y="149"/>
                    </a:lnTo>
                    <a:lnTo>
                      <a:pt x="98" y="147"/>
                    </a:lnTo>
                    <a:lnTo>
                      <a:pt x="104" y="145"/>
                    </a:lnTo>
                    <a:lnTo>
                      <a:pt x="111" y="141"/>
                    </a:lnTo>
                    <a:lnTo>
                      <a:pt x="117" y="137"/>
                    </a:lnTo>
                    <a:lnTo>
                      <a:pt x="123" y="133"/>
                    </a:lnTo>
                    <a:lnTo>
                      <a:pt x="128" y="128"/>
                    </a:lnTo>
                    <a:lnTo>
                      <a:pt x="133" y="123"/>
                    </a:lnTo>
                    <a:lnTo>
                      <a:pt x="138" y="118"/>
                    </a:lnTo>
                    <a:lnTo>
                      <a:pt x="141" y="111"/>
                    </a:lnTo>
                    <a:lnTo>
                      <a:pt x="144" y="105"/>
                    </a:lnTo>
                    <a:lnTo>
                      <a:pt x="147" y="97"/>
                    </a:lnTo>
                    <a:lnTo>
                      <a:pt x="148" y="90"/>
                    </a:lnTo>
                    <a:lnTo>
                      <a:pt x="150" y="83"/>
                    </a:lnTo>
                    <a:lnTo>
                      <a:pt x="150" y="75"/>
                    </a:lnTo>
                    <a:lnTo>
                      <a:pt x="150" y="67"/>
                    </a:lnTo>
                    <a:lnTo>
                      <a:pt x="148" y="60"/>
                    </a:lnTo>
                    <a:lnTo>
                      <a:pt x="147" y="52"/>
                    </a:lnTo>
                    <a:lnTo>
                      <a:pt x="144" y="46"/>
                    </a:lnTo>
                    <a:lnTo>
                      <a:pt x="141" y="39"/>
                    </a:lnTo>
                    <a:lnTo>
                      <a:pt x="138" y="33"/>
                    </a:lnTo>
                    <a:lnTo>
                      <a:pt x="133" y="28"/>
                    </a:lnTo>
                    <a:lnTo>
                      <a:pt x="128" y="22"/>
                    </a:lnTo>
                    <a:lnTo>
                      <a:pt x="123" y="17"/>
                    </a:lnTo>
                    <a:lnTo>
                      <a:pt x="117" y="13"/>
                    </a:lnTo>
                    <a:lnTo>
                      <a:pt x="111" y="9"/>
                    </a:lnTo>
                    <a:lnTo>
                      <a:pt x="104" y="6"/>
                    </a:lnTo>
                    <a:lnTo>
                      <a:pt x="98" y="3"/>
                    </a:lnTo>
                    <a:lnTo>
                      <a:pt x="90" y="2"/>
                    </a:lnTo>
                    <a:lnTo>
                      <a:pt x="83" y="1"/>
                    </a:lnTo>
                    <a:lnTo>
                      <a:pt x="75" y="0"/>
                    </a:lnTo>
                    <a:lnTo>
                      <a:pt x="68" y="1"/>
                    </a:lnTo>
                    <a:lnTo>
                      <a:pt x="60" y="2"/>
                    </a:lnTo>
                    <a:lnTo>
                      <a:pt x="53" y="3"/>
                    </a:lnTo>
                    <a:lnTo>
                      <a:pt x="45" y="6"/>
                    </a:lnTo>
                    <a:lnTo>
                      <a:pt x="39" y="9"/>
                    </a:lnTo>
                    <a:lnTo>
                      <a:pt x="32" y="13"/>
                    </a:lnTo>
                    <a:lnTo>
                      <a:pt x="27" y="17"/>
                    </a:lnTo>
                    <a:lnTo>
                      <a:pt x="22" y="22"/>
                    </a:lnTo>
                    <a:lnTo>
                      <a:pt x="17" y="28"/>
                    </a:lnTo>
                    <a:lnTo>
                      <a:pt x="13" y="33"/>
                    </a:lnTo>
                    <a:lnTo>
                      <a:pt x="9" y="39"/>
                    </a:lnTo>
                    <a:lnTo>
                      <a:pt x="6" y="46"/>
                    </a:lnTo>
                    <a:lnTo>
                      <a:pt x="4" y="53"/>
                    </a:lnTo>
                    <a:lnTo>
                      <a:pt x="1" y="60"/>
                    </a:lnTo>
                    <a:lnTo>
                      <a:pt x="0" y="67"/>
                    </a:lnTo>
                    <a:lnTo>
                      <a:pt x="0" y="75"/>
                    </a:lnTo>
                    <a:lnTo>
                      <a:pt x="0" y="83"/>
                    </a:lnTo>
                    <a:lnTo>
                      <a:pt x="1" y="90"/>
                    </a:lnTo>
                    <a:lnTo>
                      <a:pt x="4" y="97"/>
                    </a:lnTo>
                    <a:lnTo>
                      <a:pt x="6" y="105"/>
                    </a:lnTo>
                    <a:lnTo>
                      <a:pt x="9" y="111"/>
                    </a:lnTo>
                    <a:lnTo>
                      <a:pt x="13" y="117"/>
                    </a:lnTo>
                    <a:lnTo>
                      <a:pt x="17" y="123"/>
                    </a:lnTo>
                    <a:lnTo>
                      <a:pt x="22" y="128"/>
                    </a:lnTo>
                    <a:lnTo>
                      <a:pt x="27" y="133"/>
                    </a:lnTo>
                    <a:lnTo>
                      <a:pt x="32" y="137"/>
                    </a:lnTo>
                    <a:lnTo>
                      <a:pt x="39" y="141"/>
                    </a:lnTo>
                    <a:lnTo>
                      <a:pt x="45" y="145"/>
                    </a:lnTo>
                    <a:lnTo>
                      <a:pt x="53" y="147"/>
                    </a:lnTo>
                    <a:lnTo>
                      <a:pt x="60" y="149"/>
                    </a:lnTo>
                    <a:lnTo>
                      <a:pt x="68" y="150"/>
                    </a:lnTo>
                    <a:lnTo>
                      <a:pt x="75" y="151"/>
                    </a:lnTo>
                    <a:lnTo>
                      <a:pt x="75" y="1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7FFE3334-9DEF-911B-FD0E-D9D012817D1D}"/>
                </a:ext>
              </a:extLst>
            </p:cNvPr>
            <p:cNvGrpSpPr/>
            <p:nvPr/>
          </p:nvGrpSpPr>
          <p:grpSpPr>
            <a:xfrm>
              <a:off x="10918912" y="4832741"/>
              <a:ext cx="386652" cy="335383"/>
              <a:chOff x="8736013" y="2536825"/>
              <a:chExt cx="287338" cy="249238"/>
            </a:xfrm>
            <a:solidFill>
              <a:schemeClr val="bg1"/>
            </a:solidFill>
          </p:grpSpPr>
          <p:sp>
            <p:nvSpPr>
              <p:cNvPr id="126" name="Freeform 219">
                <a:extLst>
                  <a:ext uri="{FF2B5EF4-FFF2-40B4-BE49-F238E27FC236}">
                    <a16:creationId xmlns:a16="http://schemas.microsoft.com/office/drawing/2014/main" id="{A31E616D-B4CB-B053-3479-6BD01A7DC6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93163" y="2632075"/>
                <a:ext cx="230188" cy="153988"/>
              </a:xfrm>
              <a:custGeom>
                <a:avLst/>
                <a:gdLst>
                  <a:gd name="T0" fmla="*/ 621 w 722"/>
                  <a:gd name="T1" fmla="*/ 368 h 481"/>
                  <a:gd name="T2" fmla="*/ 588 w 722"/>
                  <a:gd name="T3" fmla="*/ 338 h 481"/>
                  <a:gd name="T4" fmla="*/ 557 w 722"/>
                  <a:gd name="T5" fmla="*/ 331 h 481"/>
                  <a:gd name="T6" fmla="*/ 525 w 722"/>
                  <a:gd name="T7" fmla="*/ 338 h 481"/>
                  <a:gd name="T8" fmla="*/ 493 w 722"/>
                  <a:gd name="T9" fmla="*/ 368 h 481"/>
                  <a:gd name="T10" fmla="*/ 451 w 722"/>
                  <a:gd name="T11" fmla="*/ 391 h 481"/>
                  <a:gd name="T12" fmla="*/ 557 w 722"/>
                  <a:gd name="T13" fmla="*/ 451 h 481"/>
                  <a:gd name="T14" fmla="*/ 520 w 722"/>
                  <a:gd name="T15" fmla="*/ 432 h 481"/>
                  <a:gd name="T16" fmla="*/ 515 w 722"/>
                  <a:gd name="T17" fmla="*/ 389 h 481"/>
                  <a:gd name="T18" fmla="*/ 547 w 722"/>
                  <a:gd name="T19" fmla="*/ 362 h 481"/>
                  <a:gd name="T20" fmla="*/ 588 w 722"/>
                  <a:gd name="T21" fmla="*/ 374 h 481"/>
                  <a:gd name="T22" fmla="*/ 601 w 722"/>
                  <a:gd name="T23" fmla="*/ 415 h 481"/>
                  <a:gd name="T24" fmla="*/ 574 w 722"/>
                  <a:gd name="T25" fmla="*/ 448 h 481"/>
                  <a:gd name="T26" fmla="*/ 451 w 722"/>
                  <a:gd name="T27" fmla="*/ 241 h 481"/>
                  <a:gd name="T28" fmla="*/ 163 w 722"/>
                  <a:gd name="T29" fmla="*/ 448 h 481"/>
                  <a:gd name="T30" fmla="*/ 136 w 722"/>
                  <a:gd name="T31" fmla="*/ 415 h 481"/>
                  <a:gd name="T32" fmla="*/ 149 w 722"/>
                  <a:gd name="T33" fmla="*/ 374 h 481"/>
                  <a:gd name="T34" fmla="*/ 190 w 722"/>
                  <a:gd name="T35" fmla="*/ 362 h 481"/>
                  <a:gd name="T36" fmla="*/ 222 w 722"/>
                  <a:gd name="T37" fmla="*/ 389 h 481"/>
                  <a:gd name="T38" fmla="*/ 219 w 722"/>
                  <a:gd name="T39" fmla="*/ 431 h 481"/>
                  <a:gd name="T40" fmla="*/ 181 w 722"/>
                  <a:gd name="T41" fmla="*/ 451 h 481"/>
                  <a:gd name="T42" fmla="*/ 565 w 722"/>
                  <a:gd name="T43" fmla="*/ 94 h 481"/>
                  <a:gd name="T44" fmla="*/ 451 w 722"/>
                  <a:gd name="T45" fmla="*/ 15 h 481"/>
                  <a:gd name="T46" fmla="*/ 445 w 722"/>
                  <a:gd name="T47" fmla="*/ 3 h 481"/>
                  <a:gd name="T48" fmla="*/ 253 w 722"/>
                  <a:gd name="T49" fmla="*/ 0 h 481"/>
                  <a:gd name="T50" fmla="*/ 242 w 722"/>
                  <a:gd name="T51" fmla="*/ 10 h 481"/>
                  <a:gd name="T52" fmla="*/ 243 w 722"/>
                  <a:gd name="T53" fmla="*/ 24 h 481"/>
                  <a:gd name="T54" fmla="*/ 256 w 722"/>
                  <a:gd name="T55" fmla="*/ 30 h 481"/>
                  <a:gd name="T56" fmla="*/ 251 w 722"/>
                  <a:gd name="T57" fmla="*/ 378 h 481"/>
                  <a:gd name="T58" fmla="*/ 224 w 722"/>
                  <a:gd name="T59" fmla="*/ 344 h 481"/>
                  <a:gd name="T60" fmla="*/ 194 w 722"/>
                  <a:gd name="T61" fmla="*/ 332 h 481"/>
                  <a:gd name="T62" fmla="*/ 161 w 722"/>
                  <a:gd name="T63" fmla="*/ 334 h 481"/>
                  <a:gd name="T64" fmla="*/ 133 w 722"/>
                  <a:gd name="T65" fmla="*/ 349 h 481"/>
                  <a:gd name="T66" fmla="*/ 108 w 722"/>
                  <a:gd name="T67" fmla="*/ 385 h 481"/>
                  <a:gd name="T68" fmla="*/ 29 w 722"/>
                  <a:gd name="T69" fmla="*/ 115 h 481"/>
                  <a:gd name="T70" fmla="*/ 18 w 722"/>
                  <a:gd name="T71" fmla="*/ 106 h 481"/>
                  <a:gd name="T72" fmla="*/ 4 w 722"/>
                  <a:gd name="T73" fmla="*/ 110 h 481"/>
                  <a:gd name="T74" fmla="*/ 0 w 722"/>
                  <a:gd name="T75" fmla="*/ 406 h 481"/>
                  <a:gd name="T76" fmla="*/ 6 w 722"/>
                  <a:gd name="T77" fmla="*/ 419 h 481"/>
                  <a:gd name="T78" fmla="*/ 108 w 722"/>
                  <a:gd name="T79" fmla="*/ 428 h 481"/>
                  <a:gd name="T80" fmla="*/ 133 w 722"/>
                  <a:gd name="T81" fmla="*/ 464 h 481"/>
                  <a:gd name="T82" fmla="*/ 161 w 722"/>
                  <a:gd name="T83" fmla="*/ 479 h 481"/>
                  <a:gd name="T84" fmla="*/ 194 w 722"/>
                  <a:gd name="T85" fmla="*/ 480 h 481"/>
                  <a:gd name="T86" fmla="*/ 224 w 722"/>
                  <a:gd name="T87" fmla="*/ 468 h 481"/>
                  <a:gd name="T88" fmla="*/ 251 w 722"/>
                  <a:gd name="T89" fmla="*/ 434 h 481"/>
                  <a:gd name="T90" fmla="*/ 484 w 722"/>
                  <a:gd name="T91" fmla="*/ 428 h 481"/>
                  <a:gd name="T92" fmla="*/ 509 w 722"/>
                  <a:gd name="T93" fmla="*/ 464 h 481"/>
                  <a:gd name="T94" fmla="*/ 537 w 722"/>
                  <a:gd name="T95" fmla="*/ 479 h 481"/>
                  <a:gd name="T96" fmla="*/ 570 w 722"/>
                  <a:gd name="T97" fmla="*/ 480 h 481"/>
                  <a:gd name="T98" fmla="*/ 599 w 722"/>
                  <a:gd name="T99" fmla="*/ 468 h 481"/>
                  <a:gd name="T100" fmla="*/ 627 w 722"/>
                  <a:gd name="T101" fmla="*/ 434 h 481"/>
                  <a:gd name="T102" fmla="*/ 712 w 722"/>
                  <a:gd name="T103" fmla="*/ 420 h 481"/>
                  <a:gd name="T104" fmla="*/ 722 w 722"/>
                  <a:gd name="T105" fmla="*/ 410 h 481"/>
                  <a:gd name="T106" fmla="*/ 721 w 722"/>
                  <a:gd name="T107" fmla="*/ 25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2" h="481">
                    <a:moveTo>
                      <a:pt x="630" y="391"/>
                    </a:moveTo>
                    <a:lnTo>
                      <a:pt x="629" y="385"/>
                    </a:lnTo>
                    <a:lnTo>
                      <a:pt x="627" y="378"/>
                    </a:lnTo>
                    <a:lnTo>
                      <a:pt x="623" y="373"/>
                    </a:lnTo>
                    <a:lnTo>
                      <a:pt x="621" y="368"/>
                    </a:lnTo>
                    <a:lnTo>
                      <a:pt x="614" y="357"/>
                    </a:lnTo>
                    <a:lnTo>
                      <a:pt x="604" y="349"/>
                    </a:lnTo>
                    <a:lnTo>
                      <a:pt x="599" y="344"/>
                    </a:lnTo>
                    <a:lnTo>
                      <a:pt x="593" y="341"/>
                    </a:lnTo>
                    <a:lnTo>
                      <a:pt x="588" y="338"/>
                    </a:lnTo>
                    <a:lnTo>
                      <a:pt x="583" y="336"/>
                    </a:lnTo>
                    <a:lnTo>
                      <a:pt x="576" y="334"/>
                    </a:lnTo>
                    <a:lnTo>
                      <a:pt x="570" y="332"/>
                    </a:lnTo>
                    <a:lnTo>
                      <a:pt x="563" y="331"/>
                    </a:lnTo>
                    <a:lnTo>
                      <a:pt x="557" y="331"/>
                    </a:lnTo>
                    <a:lnTo>
                      <a:pt x="550" y="331"/>
                    </a:lnTo>
                    <a:lnTo>
                      <a:pt x="543" y="332"/>
                    </a:lnTo>
                    <a:lnTo>
                      <a:pt x="537" y="334"/>
                    </a:lnTo>
                    <a:lnTo>
                      <a:pt x="530" y="336"/>
                    </a:lnTo>
                    <a:lnTo>
                      <a:pt x="525" y="338"/>
                    </a:lnTo>
                    <a:lnTo>
                      <a:pt x="520" y="341"/>
                    </a:lnTo>
                    <a:lnTo>
                      <a:pt x="514" y="344"/>
                    </a:lnTo>
                    <a:lnTo>
                      <a:pt x="509" y="349"/>
                    </a:lnTo>
                    <a:lnTo>
                      <a:pt x="499" y="357"/>
                    </a:lnTo>
                    <a:lnTo>
                      <a:pt x="493" y="368"/>
                    </a:lnTo>
                    <a:lnTo>
                      <a:pt x="490" y="373"/>
                    </a:lnTo>
                    <a:lnTo>
                      <a:pt x="486" y="378"/>
                    </a:lnTo>
                    <a:lnTo>
                      <a:pt x="484" y="385"/>
                    </a:lnTo>
                    <a:lnTo>
                      <a:pt x="483" y="391"/>
                    </a:lnTo>
                    <a:lnTo>
                      <a:pt x="451" y="391"/>
                    </a:lnTo>
                    <a:lnTo>
                      <a:pt x="451" y="271"/>
                    </a:lnTo>
                    <a:lnTo>
                      <a:pt x="692" y="271"/>
                    </a:lnTo>
                    <a:lnTo>
                      <a:pt x="692" y="391"/>
                    </a:lnTo>
                    <a:lnTo>
                      <a:pt x="630" y="391"/>
                    </a:lnTo>
                    <a:close/>
                    <a:moveTo>
                      <a:pt x="557" y="451"/>
                    </a:moveTo>
                    <a:lnTo>
                      <a:pt x="547" y="450"/>
                    </a:lnTo>
                    <a:lnTo>
                      <a:pt x="539" y="448"/>
                    </a:lnTo>
                    <a:lnTo>
                      <a:pt x="531" y="444"/>
                    </a:lnTo>
                    <a:lnTo>
                      <a:pt x="525" y="438"/>
                    </a:lnTo>
                    <a:lnTo>
                      <a:pt x="520" y="432"/>
                    </a:lnTo>
                    <a:lnTo>
                      <a:pt x="515" y="423"/>
                    </a:lnTo>
                    <a:lnTo>
                      <a:pt x="512" y="415"/>
                    </a:lnTo>
                    <a:lnTo>
                      <a:pt x="511" y="406"/>
                    </a:lnTo>
                    <a:lnTo>
                      <a:pt x="512" y="398"/>
                    </a:lnTo>
                    <a:lnTo>
                      <a:pt x="515" y="389"/>
                    </a:lnTo>
                    <a:lnTo>
                      <a:pt x="520" y="381"/>
                    </a:lnTo>
                    <a:lnTo>
                      <a:pt x="525" y="374"/>
                    </a:lnTo>
                    <a:lnTo>
                      <a:pt x="531" y="369"/>
                    </a:lnTo>
                    <a:lnTo>
                      <a:pt x="539" y="365"/>
                    </a:lnTo>
                    <a:lnTo>
                      <a:pt x="547" y="362"/>
                    </a:lnTo>
                    <a:lnTo>
                      <a:pt x="557" y="361"/>
                    </a:lnTo>
                    <a:lnTo>
                      <a:pt x="566" y="362"/>
                    </a:lnTo>
                    <a:lnTo>
                      <a:pt x="574" y="365"/>
                    </a:lnTo>
                    <a:lnTo>
                      <a:pt x="582" y="369"/>
                    </a:lnTo>
                    <a:lnTo>
                      <a:pt x="588" y="374"/>
                    </a:lnTo>
                    <a:lnTo>
                      <a:pt x="593" y="381"/>
                    </a:lnTo>
                    <a:lnTo>
                      <a:pt x="598" y="389"/>
                    </a:lnTo>
                    <a:lnTo>
                      <a:pt x="601" y="398"/>
                    </a:lnTo>
                    <a:lnTo>
                      <a:pt x="602" y="406"/>
                    </a:lnTo>
                    <a:lnTo>
                      <a:pt x="601" y="415"/>
                    </a:lnTo>
                    <a:lnTo>
                      <a:pt x="598" y="423"/>
                    </a:lnTo>
                    <a:lnTo>
                      <a:pt x="593" y="431"/>
                    </a:lnTo>
                    <a:lnTo>
                      <a:pt x="588" y="438"/>
                    </a:lnTo>
                    <a:lnTo>
                      <a:pt x="582" y="444"/>
                    </a:lnTo>
                    <a:lnTo>
                      <a:pt x="574" y="448"/>
                    </a:lnTo>
                    <a:lnTo>
                      <a:pt x="566" y="450"/>
                    </a:lnTo>
                    <a:lnTo>
                      <a:pt x="557" y="451"/>
                    </a:lnTo>
                    <a:close/>
                    <a:moveTo>
                      <a:pt x="551" y="120"/>
                    </a:moveTo>
                    <a:lnTo>
                      <a:pt x="671" y="241"/>
                    </a:lnTo>
                    <a:lnTo>
                      <a:pt x="451" y="241"/>
                    </a:lnTo>
                    <a:lnTo>
                      <a:pt x="451" y="120"/>
                    </a:lnTo>
                    <a:lnTo>
                      <a:pt x="551" y="120"/>
                    </a:lnTo>
                    <a:close/>
                    <a:moveTo>
                      <a:pt x="181" y="451"/>
                    </a:moveTo>
                    <a:lnTo>
                      <a:pt x="171" y="450"/>
                    </a:lnTo>
                    <a:lnTo>
                      <a:pt x="163" y="448"/>
                    </a:lnTo>
                    <a:lnTo>
                      <a:pt x="155" y="444"/>
                    </a:lnTo>
                    <a:lnTo>
                      <a:pt x="149" y="438"/>
                    </a:lnTo>
                    <a:lnTo>
                      <a:pt x="144" y="432"/>
                    </a:lnTo>
                    <a:lnTo>
                      <a:pt x="139" y="423"/>
                    </a:lnTo>
                    <a:lnTo>
                      <a:pt x="136" y="415"/>
                    </a:lnTo>
                    <a:lnTo>
                      <a:pt x="136" y="406"/>
                    </a:lnTo>
                    <a:lnTo>
                      <a:pt x="136" y="398"/>
                    </a:lnTo>
                    <a:lnTo>
                      <a:pt x="139" y="389"/>
                    </a:lnTo>
                    <a:lnTo>
                      <a:pt x="144" y="381"/>
                    </a:lnTo>
                    <a:lnTo>
                      <a:pt x="149" y="374"/>
                    </a:lnTo>
                    <a:lnTo>
                      <a:pt x="155" y="369"/>
                    </a:lnTo>
                    <a:lnTo>
                      <a:pt x="163" y="365"/>
                    </a:lnTo>
                    <a:lnTo>
                      <a:pt x="171" y="362"/>
                    </a:lnTo>
                    <a:lnTo>
                      <a:pt x="181" y="361"/>
                    </a:lnTo>
                    <a:lnTo>
                      <a:pt x="190" y="362"/>
                    </a:lnTo>
                    <a:lnTo>
                      <a:pt x="198" y="365"/>
                    </a:lnTo>
                    <a:lnTo>
                      <a:pt x="206" y="369"/>
                    </a:lnTo>
                    <a:lnTo>
                      <a:pt x="212" y="374"/>
                    </a:lnTo>
                    <a:lnTo>
                      <a:pt x="219" y="381"/>
                    </a:lnTo>
                    <a:lnTo>
                      <a:pt x="222" y="389"/>
                    </a:lnTo>
                    <a:lnTo>
                      <a:pt x="225" y="398"/>
                    </a:lnTo>
                    <a:lnTo>
                      <a:pt x="226" y="406"/>
                    </a:lnTo>
                    <a:lnTo>
                      <a:pt x="225" y="415"/>
                    </a:lnTo>
                    <a:lnTo>
                      <a:pt x="222" y="423"/>
                    </a:lnTo>
                    <a:lnTo>
                      <a:pt x="219" y="431"/>
                    </a:lnTo>
                    <a:lnTo>
                      <a:pt x="212" y="438"/>
                    </a:lnTo>
                    <a:lnTo>
                      <a:pt x="206" y="444"/>
                    </a:lnTo>
                    <a:lnTo>
                      <a:pt x="198" y="448"/>
                    </a:lnTo>
                    <a:lnTo>
                      <a:pt x="190" y="450"/>
                    </a:lnTo>
                    <a:lnTo>
                      <a:pt x="181" y="451"/>
                    </a:lnTo>
                    <a:close/>
                    <a:moveTo>
                      <a:pt x="721" y="250"/>
                    </a:moveTo>
                    <a:lnTo>
                      <a:pt x="720" y="248"/>
                    </a:lnTo>
                    <a:lnTo>
                      <a:pt x="718" y="246"/>
                    </a:lnTo>
                    <a:lnTo>
                      <a:pt x="568" y="95"/>
                    </a:lnTo>
                    <a:lnTo>
                      <a:pt x="565" y="94"/>
                    </a:lnTo>
                    <a:lnTo>
                      <a:pt x="562" y="91"/>
                    </a:lnTo>
                    <a:lnTo>
                      <a:pt x="559" y="91"/>
                    </a:lnTo>
                    <a:lnTo>
                      <a:pt x="557" y="90"/>
                    </a:lnTo>
                    <a:lnTo>
                      <a:pt x="451" y="90"/>
                    </a:lnTo>
                    <a:lnTo>
                      <a:pt x="451" y="15"/>
                    </a:lnTo>
                    <a:lnTo>
                      <a:pt x="451" y="12"/>
                    </a:lnTo>
                    <a:lnTo>
                      <a:pt x="450" y="10"/>
                    </a:lnTo>
                    <a:lnTo>
                      <a:pt x="449" y="7"/>
                    </a:lnTo>
                    <a:lnTo>
                      <a:pt x="447" y="5"/>
                    </a:lnTo>
                    <a:lnTo>
                      <a:pt x="445" y="3"/>
                    </a:lnTo>
                    <a:lnTo>
                      <a:pt x="442" y="1"/>
                    </a:lnTo>
                    <a:lnTo>
                      <a:pt x="439" y="0"/>
                    </a:lnTo>
                    <a:lnTo>
                      <a:pt x="436" y="0"/>
                    </a:lnTo>
                    <a:lnTo>
                      <a:pt x="256" y="0"/>
                    </a:lnTo>
                    <a:lnTo>
                      <a:pt x="253" y="0"/>
                    </a:lnTo>
                    <a:lnTo>
                      <a:pt x="250" y="1"/>
                    </a:lnTo>
                    <a:lnTo>
                      <a:pt x="247" y="3"/>
                    </a:lnTo>
                    <a:lnTo>
                      <a:pt x="245" y="5"/>
                    </a:lnTo>
                    <a:lnTo>
                      <a:pt x="243" y="7"/>
                    </a:lnTo>
                    <a:lnTo>
                      <a:pt x="242" y="10"/>
                    </a:lnTo>
                    <a:lnTo>
                      <a:pt x="241" y="12"/>
                    </a:lnTo>
                    <a:lnTo>
                      <a:pt x="241" y="15"/>
                    </a:lnTo>
                    <a:lnTo>
                      <a:pt x="241" y="19"/>
                    </a:lnTo>
                    <a:lnTo>
                      <a:pt x="242" y="22"/>
                    </a:lnTo>
                    <a:lnTo>
                      <a:pt x="243" y="24"/>
                    </a:lnTo>
                    <a:lnTo>
                      <a:pt x="245" y="26"/>
                    </a:lnTo>
                    <a:lnTo>
                      <a:pt x="247" y="28"/>
                    </a:lnTo>
                    <a:lnTo>
                      <a:pt x="250" y="29"/>
                    </a:lnTo>
                    <a:lnTo>
                      <a:pt x="253" y="30"/>
                    </a:lnTo>
                    <a:lnTo>
                      <a:pt x="256" y="30"/>
                    </a:lnTo>
                    <a:lnTo>
                      <a:pt x="421" y="30"/>
                    </a:lnTo>
                    <a:lnTo>
                      <a:pt x="421" y="391"/>
                    </a:lnTo>
                    <a:lnTo>
                      <a:pt x="254" y="391"/>
                    </a:lnTo>
                    <a:lnTo>
                      <a:pt x="253" y="385"/>
                    </a:lnTo>
                    <a:lnTo>
                      <a:pt x="251" y="378"/>
                    </a:lnTo>
                    <a:lnTo>
                      <a:pt x="249" y="373"/>
                    </a:lnTo>
                    <a:lnTo>
                      <a:pt x="245" y="368"/>
                    </a:lnTo>
                    <a:lnTo>
                      <a:pt x="238" y="357"/>
                    </a:lnTo>
                    <a:lnTo>
                      <a:pt x="228" y="349"/>
                    </a:lnTo>
                    <a:lnTo>
                      <a:pt x="224" y="344"/>
                    </a:lnTo>
                    <a:lnTo>
                      <a:pt x="219" y="341"/>
                    </a:lnTo>
                    <a:lnTo>
                      <a:pt x="212" y="338"/>
                    </a:lnTo>
                    <a:lnTo>
                      <a:pt x="207" y="336"/>
                    </a:lnTo>
                    <a:lnTo>
                      <a:pt x="200" y="334"/>
                    </a:lnTo>
                    <a:lnTo>
                      <a:pt x="194" y="332"/>
                    </a:lnTo>
                    <a:lnTo>
                      <a:pt x="187" y="331"/>
                    </a:lnTo>
                    <a:lnTo>
                      <a:pt x="181" y="331"/>
                    </a:lnTo>
                    <a:lnTo>
                      <a:pt x="174" y="331"/>
                    </a:lnTo>
                    <a:lnTo>
                      <a:pt x="167" y="332"/>
                    </a:lnTo>
                    <a:lnTo>
                      <a:pt x="161" y="334"/>
                    </a:lnTo>
                    <a:lnTo>
                      <a:pt x="155" y="336"/>
                    </a:lnTo>
                    <a:lnTo>
                      <a:pt x="149" y="338"/>
                    </a:lnTo>
                    <a:lnTo>
                      <a:pt x="144" y="341"/>
                    </a:lnTo>
                    <a:lnTo>
                      <a:pt x="138" y="344"/>
                    </a:lnTo>
                    <a:lnTo>
                      <a:pt x="133" y="349"/>
                    </a:lnTo>
                    <a:lnTo>
                      <a:pt x="124" y="357"/>
                    </a:lnTo>
                    <a:lnTo>
                      <a:pt x="117" y="368"/>
                    </a:lnTo>
                    <a:lnTo>
                      <a:pt x="114" y="373"/>
                    </a:lnTo>
                    <a:lnTo>
                      <a:pt x="110" y="378"/>
                    </a:lnTo>
                    <a:lnTo>
                      <a:pt x="108" y="385"/>
                    </a:lnTo>
                    <a:lnTo>
                      <a:pt x="107" y="391"/>
                    </a:lnTo>
                    <a:lnTo>
                      <a:pt x="30" y="391"/>
                    </a:lnTo>
                    <a:lnTo>
                      <a:pt x="30" y="120"/>
                    </a:lnTo>
                    <a:lnTo>
                      <a:pt x="30" y="117"/>
                    </a:lnTo>
                    <a:lnTo>
                      <a:pt x="29" y="115"/>
                    </a:lnTo>
                    <a:lnTo>
                      <a:pt x="28" y="112"/>
                    </a:lnTo>
                    <a:lnTo>
                      <a:pt x="26" y="110"/>
                    </a:lnTo>
                    <a:lnTo>
                      <a:pt x="24" y="109"/>
                    </a:lnTo>
                    <a:lnTo>
                      <a:pt x="21" y="106"/>
                    </a:lnTo>
                    <a:lnTo>
                      <a:pt x="18" y="106"/>
                    </a:lnTo>
                    <a:lnTo>
                      <a:pt x="15" y="105"/>
                    </a:lnTo>
                    <a:lnTo>
                      <a:pt x="12" y="106"/>
                    </a:lnTo>
                    <a:lnTo>
                      <a:pt x="10" y="106"/>
                    </a:lnTo>
                    <a:lnTo>
                      <a:pt x="6" y="109"/>
                    </a:lnTo>
                    <a:lnTo>
                      <a:pt x="4" y="110"/>
                    </a:lnTo>
                    <a:lnTo>
                      <a:pt x="3" y="112"/>
                    </a:lnTo>
                    <a:lnTo>
                      <a:pt x="1" y="115"/>
                    </a:lnTo>
                    <a:lnTo>
                      <a:pt x="1" y="117"/>
                    </a:lnTo>
                    <a:lnTo>
                      <a:pt x="0" y="120"/>
                    </a:lnTo>
                    <a:lnTo>
                      <a:pt x="0" y="406"/>
                    </a:lnTo>
                    <a:lnTo>
                      <a:pt x="1" y="410"/>
                    </a:lnTo>
                    <a:lnTo>
                      <a:pt x="1" y="412"/>
                    </a:lnTo>
                    <a:lnTo>
                      <a:pt x="3" y="415"/>
                    </a:lnTo>
                    <a:lnTo>
                      <a:pt x="4" y="417"/>
                    </a:lnTo>
                    <a:lnTo>
                      <a:pt x="6" y="419"/>
                    </a:lnTo>
                    <a:lnTo>
                      <a:pt x="10" y="420"/>
                    </a:lnTo>
                    <a:lnTo>
                      <a:pt x="12" y="421"/>
                    </a:lnTo>
                    <a:lnTo>
                      <a:pt x="15" y="421"/>
                    </a:lnTo>
                    <a:lnTo>
                      <a:pt x="107" y="421"/>
                    </a:lnTo>
                    <a:lnTo>
                      <a:pt x="108" y="428"/>
                    </a:lnTo>
                    <a:lnTo>
                      <a:pt x="110" y="434"/>
                    </a:lnTo>
                    <a:lnTo>
                      <a:pt x="114" y="440"/>
                    </a:lnTo>
                    <a:lnTo>
                      <a:pt x="117" y="445"/>
                    </a:lnTo>
                    <a:lnTo>
                      <a:pt x="124" y="456"/>
                    </a:lnTo>
                    <a:lnTo>
                      <a:pt x="133" y="464"/>
                    </a:lnTo>
                    <a:lnTo>
                      <a:pt x="138" y="468"/>
                    </a:lnTo>
                    <a:lnTo>
                      <a:pt x="144" y="472"/>
                    </a:lnTo>
                    <a:lnTo>
                      <a:pt x="149" y="475"/>
                    </a:lnTo>
                    <a:lnTo>
                      <a:pt x="155" y="477"/>
                    </a:lnTo>
                    <a:lnTo>
                      <a:pt x="161" y="479"/>
                    </a:lnTo>
                    <a:lnTo>
                      <a:pt x="167" y="480"/>
                    </a:lnTo>
                    <a:lnTo>
                      <a:pt x="174" y="481"/>
                    </a:lnTo>
                    <a:lnTo>
                      <a:pt x="181" y="481"/>
                    </a:lnTo>
                    <a:lnTo>
                      <a:pt x="187" y="481"/>
                    </a:lnTo>
                    <a:lnTo>
                      <a:pt x="194" y="480"/>
                    </a:lnTo>
                    <a:lnTo>
                      <a:pt x="200" y="479"/>
                    </a:lnTo>
                    <a:lnTo>
                      <a:pt x="207" y="477"/>
                    </a:lnTo>
                    <a:lnTo>
                      <a:pt x="212" y="475"/>
                    </a:lnTo>
                    <a:lnTo>
                      <a:pt x="219" y="472"/>
                    </a:lnTo>
                    <a:lnTo>
                      <a:pt x="224" y="468"/>
                    </a:lnTo>
                    <a:lnTo>
                      <a:pt x="228" y="464"/>
                    </a:lnTo>
                    <a:lnTo>
                      <a:pt x="238" y="456"/>
                    </a:lnTo>
                    <a:lnTo>
                      <a:pt x="245" y="445"/>
                    </a:lnTo>
                    <a:lnTo>
                      <a:pt x="249" y="440"/>
                    </a:lnTo>
                    <a:lnTo>
                      <a:pt x="251" y="434"/>
                    </a:lnTo>
                    <a:lnTo>
                      <a:pt x="253" y="428"/>
                    </a:lnTo>
                    <a:lnTo>
                      <a:pt x="254" y="421"/>
                    </a:lnTo>
                    <a:lnTo>
                      <a:pt x="436" y="421"/>
                    </a:lnTo>
                    <a:lnTo>
                      <a:pt x="483" y="421"/>
                    </a:lnTo>
                    <a:lnTo>
                      <a:pt x="484" y="428"/>
                    </a:lnTo>
                    <a:lnTo>
                      <a:pt x="486" y="434"/>
                    </a:lnTo>
                    <a:lnTo>
                      <a:pt x="490" y="440"/>
                    </a:lnTo>
                    <a:lnTo>
                      <a:pt x="493" y="445"/>
                    </a:lnTo>
                    <a:lnTo>
                      <a:pt x="499" y="456"/>
                    </a:lnTo>
                    <a:lnTo>
                      <a:pt x="509" y="464"/>
                    </a:lnTo>
                    <a:lnTo>
                      <a:pt x="514" y="468"/>
                    </a:lnTo>
                    <a:lnTo>
                      <a:pt x="520" y="472"/>
                    </a:lnTo>
                    <a:lnTo>
                      <a:pt x="525" y="475"/>
                    </a:lnTo>
                    <a:lnTo>
                      <a:pt x="530" y="477"/>
                    </a:lnTo>
                    <a:lnTo>
                      <a:pt x="537" y="479"/>
                    </a:lnTo>
                    <a:lnTo>
                      <a:pt x="543" y="480"/>
                    </a:lnTo>
                    <a:lnTo>
                      <a:pt x="550" y="481"/>
                    </a:lnTo>
                    <a:lnTo>
                      <a:pt x="557" y="481"/>
                    </a:lnTo>
                    <a:lnTo>
                      <a:pt x="563" y="481"/>
                    </a:lnTo>
                    <a:lnTo>
                      <a:pt x="570" y="480"/>
                    </a:lnTo>
                    <a:lnTo>
                      <a:pt x="576" y="479"/>
                    </a:lnTo>
                    <a:lnTo>
                      <a:pt x="583" y="477"/>
                    </a:lnTo>
                    <a:lnTo>
                      <a:pt x="588" y="475"/>
                    </a:lnTo>
                    <a:lnTo>
                      <a:pt x="593" y="472"/>
                    </a:lnTo>
                    <a:lnTo>
                      <a:pt x="599" y="468"/>
                    </a:lnTo>
                    <a:lnTo>
                      <a:pt x="604" y="464"/>
                    </a:lnTo>
                    <a:lnTo>
                      <a:pt x="614" y="456"/>
                    </a:lnTo>
                    <a:lnTo>
                      <a:pt x="621" y="445"/>
                    </a:lnTo>
                    <a:lnTo>
                      <a:pt x="623" y="440"/>
                    </a:lnTo>
                    <a:lnTo>
                      <a:pt x="627" y="434"/>
                    </a:lnTo>
                    <a:lnTo>
                      <a:pt x="629" y="428"/>
                    </a:lnTo>
                    <a:lnTo>
                      <a:pt x="630" y="421"/>
                    </a:lnTo>
                    <a:lnTo>
                      <a:pt x="707" y="421"/>
                    </a:lnTo>
                    <a:lnTo>
                      <a:pt x="710" y="421"/>
                    </a:lnTo>
                    <a:lnTo>
                      <a:pt x="712" y="420"/>
                    </a:lnTo>
                    <a:lnTo>
                      <a:pt x="716" y="419"/>
                    </a:lnTo>
                    <a:lnTo>
                      <a:pt x="718" y="417"/>
                    </a:lnTo>
                    <a:lnTo>
                      <a:pt x="720" y="415"/>
                    </a:lnTo>
                    <a:lnTo>
                      <a:pt x="721" y="412"/>
                    </a:lnTo>
                    <a:lnTo>
                      <a:pt x="722" y="410"/>
                    </a:lnTo>
                    <a:lnTo>
                      <a:pt x="722" y="406"/>
                    </a:lnTo>
                    <a:lnTo>
                      <a:pt x="722" y="256"/>
                    </a:lnTo>
                    <a:lnTo>
                      <a:pt x="722" y="253"/>
                    </a:lnTo>
                    <a:lnTo>
                      <a:pt x="721" y="250"/>
                    </a:lnTo>
                    <a:lnTo>
                      <a:pt x="721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220">
                <a:extLst>
                  <a:ext uri="{FF2B5EF4-FFF2-40B4-BE49-F238E27FC236}">
                    <a16:creationId xmlns:a16="http://schemas.microsoft.com/office/drawing/2014/main" id="{DDB4DE77-6F48-8F35-AE99-5CE8277F6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3163" y="2565400"/>
                <a:ext cx="28575" cy="38100"/>
              </a:xfrm>
              <a:custGeom>
                <a:avLst/>
                <a:gdLst>
                  <a:gd name="T0" fmla="*/ 15 w 90"/>
                  <a:gd name="T1" fmla="*/ 120 h 120"/>
                  <a:gd name="T2" fmla="*/ 75 w 90"/>
                  <a:gd name="T3" fmla="*/ 120 h 120"/>
                  <a:gd name="T4" fmla="*/ 78 w 90"/>
                  <a:gd name="T5" fmla="*/ 120 h 120"/>
                  <a:gd name="T6" fmla="*/ 81 w 90"/>
                  <a:gd name="T7" fmla="*/ 119 h 120"/>
                  <a:gd name="T8" fmla="*/ 84 w 90"/>
                  <a:gd name="T9" fmla="*/ 117 h 120"/>
                  <a:gd name="T10" fmla="*/ 86 w 90"/>
                  <a:gd name="T11" fmla="*/ 116 h 120"/>
                  <a:gd name="T12" fmla="*/ 88 w 90"/>
                  <a:gd name="T13" fmla="*/ 114 h 120"/>
                  <a:gd name="T14" fmla="*/ 89 w 90"/>
                  <a:gd name="T15" fmla="*/ 111 h 120"/>
                  <a:gd name="T16" fmla="*/ 90 w 90"/>
                  <a:gd name="T17" fmla="*/ 109 h 120"/>
                  <a:gd name="T18" fmla="*/ 90 w 90"/>
                  <a:gd name="T19" fmla="*/ 105 h 120"/>
                  <a:gd name="T20" fmla="*/ 90 w 90"/>
                  <a:gd name="T21" fmla="*/ 102 h 120"/>
                  <a:gd name="T22" fmla="*/ 89 w 90"/>
                  <a:gd name="T23" fmla="*/ 99 h 120"/>
                  <a:gd name="T24" fmla="*/ 88 w 90"/>
                  <a:gd name="T25" fmla="*/ 97 h 120"/>
                  <a:gd name="T26" fmla="*/ 86 w 90"/>
                  <a:gd name="T27" fmla="*/ 95 h 120"/>
                  <a:gd name="T28" fmla="*/ 84 w 90"/>
                  <a:gd name="T29" fmla="*/ 93 h 120"/>
                  <a:gd name="T30" fmla="*/ 81 w 90"/>
                  <a:gd name="T31" fmla="*/ 91 h 120"/>
                  <a:gd name="T32" fmla="*/ 78 w 90"/>
                  <a:gd name="T33" fmla="*/ 90 h 120"/>
                  <a:gd name="T34" fmla="*/ 75 w 90"/>
                  <a:gd name="T35" fmla="*/ 90 h 120"/>
                  <a:gd name="T36" fmla="*/ 30 w 90"/>
                  <a:gd name="T37" fmla="*/ 90 h 120"/>
                  <a:gd name="T38" fmla="*/ 30 w 90"/>
                  <a:gd name="T39" fmla="*/ 15 h 120"/>
                  <a:gd name="T40" fmla="*/ 30 w 90"/>
                  <a:gd name="T41" fmla="*/ 12 h 120"/>
                  <a:gd name="T42" fmla="*/ 29 w 90"/>
                  <a:gd name="T43" fmla="*/ 9 h 120"/>
                  <a:gd name="T44" fmla="*/ 28 w 90"/>
                  <a:gd name="T45" fmla="*/ 7 h 120"/>
                  <a:gd name="T46" fmla="*/ 26 w 90"/>
                  <a:gd name="T47" fmla="*/ 5 h 120"/>
                  <a:gd name="T48" fmla="*/ 24 w 90"/>
                  <a:gd name="T49" fmla="*/ 3 h 120"/>
                  <a:gd name="T50" fmla="*/ 21 w 90"/>
                  <a:gd name="T51" fmla="*/ 1 h 120"/>
                  <a:gd name="T52" fmla="*/ 18 w 90"/>
                  <a:gd name="T53" fmla="*/ 0 h 120"/>
                  <a:gd name="T54" fmla="*/ 15 w 90"/>
                  <a:gd name="T55" fmla="*/ 0 h 120"/>
                  <a:gd name="T56" fmla="*/ 12 w 90"/>
                  <a:gd name="T57" fmla="*/ 0 h 120"/>
                  <a:gd name="T58" fmla="*/ 10 w 90"/>
                  <a:gd name="T59" fmla="*/ 1 h 120"/>
                  <a:gd name="T60" fmla="*/ 6 w 90"/>
                  <a:gd name="T61" fmla="*/ 3 h 120"/>
                  <a:gd name="T62" fmla="*/ 4 w 90"/>
                  <a:gd name="T63" fmla="*/ 5 h 120"/>
                  <a:gd name="T64" fmla="*/ 3 w 90"/>
                  <a:gd name="T65" fmla="*/ 7 h 120"/>
                  <a:gd name="T66" fmla="*/ 1 w 90"/>
                  <a:gd name="T67" fmla="*/ 9 h 120"/>
                  <a:gd name="T68" fmla="*/ 1 w 90"/>
                  <a:gd name="T69" fmla="*/ 12 h 120"/>
                  <a:gd name="T70" fmla="*/ 0 w 90"/>
                  <a:gd name="T71" fmla="*/ 15 h 120"/>
                  <a:gd name="T72" fmla="*/ 0 w 90"/>
                  <a:gd name="T73" fmla="*/ 105 h 120"/>
                  <a:gd name="T74" fmla="*/ 1 w 90"/>
                  <a:gd name="T75" fmla="*/ 109 h 120"/>
                  <a:gd name="T76" fmla="*/ 1 w 90"/>
                  <a:gd name="T77" fmla="*/ 111 h 120"/>
                  <a:gd name="T78" fmla="*/ 3 w 90"/>
                  <a:gd name="T79" fmla="*/ 114 h 120"/>
                  <a:gd name="T80" fmla="*/ 4 w 90"/>
                  <a:gd name="T81" fmla="*/ 116 h 120"/>
                  <a:gd name="T82" fmla="*/ 6 w 90"/>
                  <a:gd name="T83" fmla="*/ 117 h 120"/>
                  <a:gd name="T84" fmla="*/ 10 w 90"/>
                  <a:gd name="T85" fmla="*/ 119 h 120"/>
                  <a:gd name="T86" fmla="*/ 13 w 90"/>
                  <a:gd name="T87" fmla="*/ 120 h 120"/>
                  <a:gd name="T88" fmla="*/ 15 w 90"/>
                  <a:gd name="T89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0" h="120">
                    <a:moveTo>
                      <a:pt x="15" y="120"/>
                    </a:moveTo>
                    <a:lnTo>
                      <a:pt x="75" y="120"/>
                    </a:lnTo>
                    <a:lnTo>
                      <a:pt x="78" y="120"/>
                    </a:lnTo>
                    <a:lnTo>
                      <a:pt x="81" y="119"/>
                    </a:lnTo>
                    <a:lnTo>
                      <a:pt x="84" y="117"/>
                    </a:lnTo>
                    <a:lnTo>
                      <a:pt x="86" y="116"/>
                    </a:lnTo>
                    <a:lnTo>
                      <a:pt x="88" y="114"/>
                    </a:lnTo>
                    <a:lnTo>
                      <a:pt x="89" y="111"/>
                    </a:lnTo>
                    <a:lnTo>
                      <a:pt x="90" y="109"/>
                    </a:lnTo>
                    <a:lnTo>
                      <a:pt x="90" y="105"/>
                    </a:lnTo>
                    <a:lnTo>
                      <a:pt x="90" y="102"/>
                    </a:lnTo>
                    <a:lnTo>
                      <a:pt x="89" y="99"/>
                    </a:lnTo>
                    <a:lnTo>
                      <a:pt x="88" y="97"/>
                    </a:lnTo>
                    <a:lnTo>
                      <a:pt x="86" y="95"/>
                    </a:lnTo>
                    <a:lnTo>
                      <a:pt x="84" y="93"/>
                    </a:lnTo>
                    <a:lnTo>
                      <a:pt x="81" y="91"/>
                    </a:lnTo>
                    <a:lnTo>
                      <a:pt x="78" y="90"/>
                    </a:lnTo>
                    <a:lnTo>
                      <a:pt x="75" y="90"/>
                    </a:lnTo>
                    <a:lnTo>
                      <a:pt x="30" y="90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1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05"/>
                    </a:lnTo>
                    <a:lnTo>
                      <a:pt x="1" y="109"/>
                    </a:lnTo>
                    <a:lnTo>
                      <a:pt x="1" y="111"/>
                    </a:lnTo>
                    <a:lnTo>
                      <a:pt x="3" y="114"/>
                    </a:lnTo>
                    <a:lnTo>
                      <a:pt x="4" y="116"/>
                    </a:lnTo>
                    <a:lnTo>
                      <a:pt x="6" y="117"/>
                    </a:lnTo>
                    <a:lnTo>
                      <a:pt x="10" y="119"/>
                    </a:lnTo>
                    <a:lnTo>
                      <a:pt x="13" y="120"/>
                    </a:lnTo>
                    <a:lnTo>
                      <a:pt x="15" y="12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221">
                <a:extLst>
                  <a:ext uri="{FF2B5EF4-FFF2-40B4-BE49-F238E27FC236}">
                    <a16:creationId xmlns:a16="http://schemas.microsoft.com/office/drawing/2014/main" id="{199FB612-781B-1008-18A2-5D0EE2484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6013" y="2698750"/>
                <a:ext cx="47625" cy="11113"/>
              </a:xfrm>
              <a:custGeom>
                <a:avLst/>
                <a:gdLst>
                  <a:gd name="T0" fmla="*/ 135 w 150"/>
                  <a:gd name="T1" fmla="*/ 0 h 31"/>
                  <a:gd name="T2" fmla="*/ 15 w 150"/>
                  <a:gd name="T3" fmla="*/ 0 h 31"/>
                  <a:gd name="T4" fmla="*/ 12 w 150"/>
                  <a:gd name="T5" fmla="*/ 1 h 31"/>
                  <a:gd name="T6" fmla="*/ 9 w 150"/>
                  <a:gd name="T7" fmla="*/ 2 h 31"/>
                  <a:gd name="T8" fmla="*/ 6 w 150"/>
                  <a:gd name="T9" fmla="*/ 4 h 31"/>
                  <a:gd name="T10" fmla="*/ 4 w 150"/>
                  <a:gd name="T11" fmla="*/ 6 h 31"/>
                  <a:gd name="T12" fmla="*/ 2 w 150"/>
                  <a:gd name="T13" fmla="*/ 8 h 31"/>
                  <a:gd name="T14" fmla="*/ 1 w 150"/>
                  <a:gd name="T15" fmla="*/ 10 h 31"/>
                  <a:gd name="T16" fmla="*/ 0 w 150"/>
                  <a:gd name="T17" fmla="*/ 13 h 31"/>
                  <a:gd name="T18" fmla="*/ 0 w 150"/>
                  <a:gd name="T19" fmla="*/ 16 h 31"/>
                  <a:gd name="T20" fmla="*/ 0 w 150"/>
                  <a:gd name="T21" fmla="*/ 19 h 31"/>
                  <a:gd name="T22" fmla="*/ 1 w 150"/>
                  <a:gd name="T23" fmla="*/ 22 h 31"/>
                  <a:gd name="T24" fmla="*/ 2 w 150"/>
                  <a:gd name="T25" fmla="*/ 24 h 31"/>
                  <a:gd name="T26" fmla="*/ 4 w 150"/>
                  <a:gd name="T27" fmla="*/ 26 h 31"/>
                  <a:gd name="T28" fmla="*/ 6 w 150"/>
                  <a:gd name="T29" fmla="*/ 28 h 31"/>
                  <a:gd name="T30" fmla="*/ 9 w 150"/>
                  <a:gd name="T31" fmla="*/ 29 h 31"/>
                  <a:gd name="T32" fmla="*/ 12 w 150"/>
                  <a:gd name="T33" fmla="*/ 30 h 31"/>
                  <a:gd name="T34" fmla="*/ 15 w 150"/>
                  <a:gd name="T35" fmla="*/ 31 h 31"/>
                  <a:gd name="T36" fmla="*/ 135 w 150"/>
                  <a:gd name="T37" fmla="*/ 31 h 31"/>
                  <a:gd name="T38" fmla="*/ 138 w 150"/>
                  <a:gd name="T39" fmla="*/ 30 h 31"/>
                  <a:gd name="T40" fmla="*/ 141 w 150"/>
                  <a:gd name="T41" fmla="*/ 29 h 31"/>
                  <a:gd name="T42" fmla="*/ 144 w 150"/>
                  <a:gd name="T43" fmla="*/ 28 h 31"/>
                  <a:gd name="T44" fmla="*/ 146 w 150"/>
                  <a:gd name="T45" fmla="*/ 26 h 31"/>
                  <a:gd name="T46" fmla="*/ 148 w 150"/>
                  <a:gd name="T47" fmla="*/ 24 h 31"/>
                  <a:gd name="T48" fmla="*/ 149 w 150"/>
                  <a:gd name="T49" fmla="*/ 22 h 31"/>
                  <a:gd name="T50" fmla="*/ 150 w 150"/>
                  <a:gd name="T51" fmla="*/ 19 h 31"/>
                  <a:gd name="T52" fmla="*/ 150 w 150"/>
                  <a:gd name="T53" fmla="*/ 16 h 31"/>
                  <a:gd name="T54" fmla="*/ 150 w 150"/>
                  <a:gd name="T55" fmla="*/ 13 h 31"/>
                  <a:gd name="T56" fmla="*/ 149 w 150"/>
                  <a:gd name="T57" fmla="*/ 10 h 31"/>
                  <a:gd name="T58" fmla="*/ 148 w 150"/>
                  <a:gd name="T59" fmla="*/ 8 h 31"/>
                  <a:gd name="T60" fmla="*/ 146 w 150"/>
                  <a:gd name="T61" fmla="*/ 6 h 31"/>
                  <a:gd name="T62" fmla="*/ 144 w 150"/>
                  <a:gd name="T63" fmla="*/ 4 h 31"/>
                  <a:gd name="T64" fmla="*/ 141 w 150"/>
                  <a:gd name="T65" fmla="*/ 2 h 31"/>
                  <a:gd name="T66" fmla="*/ 138 w 150"/>
                  <a:gd name="T67" fmla="*/ 1 h 31"/>
                  <a:gd name="T68" fmla="*/ 135 w 150"/>
                  <a:gd name="T6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0" h="31">
                    <a:moveTo>
                      <a:pt x="135" y="0"/>
                    </a:moveTo>
                    <a:lnTo>
                      <a:pt x="15" y="0"/>
                    </a:lnTo>
                    <a:lnTo>
                      <a:pt x="12" y="1"/>
                    </a:lnTo>
                    <a:lnTo>
                      <a:pt x="9" y="2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1"/>
                    </a:lnTo>
                    <a:lnTo>
                      <a:pt x="135" y="31"/>
                    </a:lnTo>
                    <a:lnTo>
                      <a:pt x="138" y="30"/>
                    </a:lnTo>
                    <a:lnTo>
                      <a:pt x="141" y="29"/>
                    </a:lnTo>
                    <a:lnTo>
                      <a:pt x="144" y="28"/>
                    </a:lnTo>
                    <a:lnTo>
                      <a:pt x="146" y="26"/>
                    </a:lnTo>
                    <a:lnTo>
                      <a:pt x="148" y="24"/>
                    </a:lnTo>
                    <a:lnTo>
                      <a:pt x="149" y="22"/>
                    </a:lnTo>
                    <a:lnTo>
                      <a:pt x="150" y="19"/>
                    </a:lnTo>
                    <a:lnTo>
                      <a:pt x="150" y="16"/>
                    </a:lnTo>
                    <a:lnTo>
                      <a:pt x="150" y="13"/>
                    </a:lnTo>
                    <a:lnTo>
                      <a:pt x="149" y="10"/>
                    </a:lnTo>
                    <a:lnTo>
                      <a:pt x="148" y="8"/>
                    </a:lnTo>
                    <a:lnTo>
                      <a:pt x="146" y="6"/>
                    </a:lnTo>
                    <a:lnTo>
                      <a:pt x="144" y="4"/>
                    </a:lnTo>
                    <a:lnTo>
                      <a:pt x="141" y="2"/>
                    </a:lnTo>
                    <a:lnTo>
                      <a:pt x="138" y="1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222">
                <a:extLst>
                  <a:ext uri="{FF2B5EF4-FFF2-40B4-BE49-F238E27FC236}">
                    <a16:creationId xmlns:a16="http://schemas.microsoft.com/office/drawing/2014/main" id="{07EAD307-810D-1A3E-3FB3-219B45938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719388"/>
                <a:ext cx="28575" cy="9525"/>
              </a:xfrm>
              <a:custGeom>
                <a:avLst/>
                <a:gdLst>
                  <a:gd name="T0" fmla="*/ 75 w 90"/>
                  <a:gd name="T1" fmla="*/ 0 h 30"/>
                  <a:gd name="T2" fmla="*/ 15 w 90"/>
                  <a:gd name="T3" fmla="*/ 0 h 30"/>
                  <a:gd name="T4" fmla="*/ 12 w 90"/>
                  <a:gd name="T5" fmla="*/ 0 h 30"/>
                  <a:gd name="T6" fmla="*/ 10 w 90"/>
                  <a:gd name="T7" fmla="*/ 1 h 30"/>
                  <a:gd name="T8" fmla="*/ 6 w 90"/>
                  <a:gd name="T9" fmla="*/ 3 h 30"/>
                  <a:gd name="T10" fmla="*/ 4 w 90"/>
                  <a:gd name="T11" fmla="*/ 5 h 30"/>
                  <a:gd name="T12" fmla="*/ 2 w 90"/>
                  <a:gd name="T13" fmla="*/ 7 h 30"/>
                  <a:gd name="T14" fmla="*/ 1 w 90"/>
                  <a:gd name="T15" fmla="*/ 9 h 30"/>
                  <a:gd name="T16" fmla="*/ 0 w 90"/>
                  <a:gd name="T17" fmla="*/ 12 h 30"/>
                  <a:gd name="T18" fmla="*/ 0 w 90"/>
                  <a:gd name="T19" fmla="*/ 15 h 30"/>
                  <a:gd name="T20" fmla="*/ 0 w 90"/>
                  <a:gd name="T21" fmla="*/ 19 h 30"/>
                  <a:gd name="T22" fmla="*/ 1 w 90"/>
                  <a:gd name="T23" fmla="*/ 21 h 30"/>
                  <a:gd name="T24" fmla="*/ 2 w 90"/>
                  <a:gd name="T25" fmla="*/ 24 h 30"/>
                  <a:gd name="T26" fmla="*/ 4 w 90"/>
                  <a:gd name="T27" fmla="*/ 26 h 30"/>
                  <a:gd name="T28" fmla="*/ 6 w 90"/>
                  <a:gd name="T29" fmla="*/ 27 h 30"/>
                  <a:gd name="T30" fmla="*/ 10 w 90"/>
                  <a:gd name="T31" fmla="*/ 29 h 30"/>
                  <a:gd name="T32" fmla="*/ 12 w 90"/>
                  <a:gd name="T33" fmla="*/ 29 h 30"/>
                  <a:gd name="T34" fmla="*/ 15 w 90"/>
                  <a:gd name="T35" fmla="*/ 30 h 30"/>
                  <a:gd name="T36" fmla="*/ 75 w 90"/>
                  <a:gd name="T37" fmla="*/ 30 h 30"/>
                  <a:gd name="T38" fmla="*/ 78 w 90"/>
                  <a:gd name="T39" fmla="*/ 29 h 30"/>
                  <a:gd name="T40" fmla="*/ 81 w 90"/>
                  <a:gd name="T41" fmla="*/ 29 h 30"/>
                  <a:gd name="T42" fmla="*/ 84 w 90"/>
                  <a:gd name="T43" fmla="*/ 27 h 30"/>
                  <a:gd name="T44" fmla="*/ 86 w 90"/>
                  <a:gd name="T45" fmla="*/ 26 h 30"/>
                  <a:gd name="T46" fmla="*/ 88 w 90"/>
                  <a:gd name="T47" fmla="*/ 24 h 30"/>
                  <a:gd name="T48" fmla="*/ 89 w 90"/>
                  <a:gd name="T49" fmla="*/ 21 h 30"/>
                  <a:gd name="T50" fmla="*/ 90 w 90"/>
                  <a:gd name="T51" fmla="*/ 19 h 30"/>
                  <a:gd name="T52" fmla="*/ 90 w 90"/>
                  <a:gd name="T53" fmla="*/ 15 h 30"/>
                  <a:gd name="T54" fmla="*/ 90 w 90"/>
                  <a:gd name="T55" fmla="*/ 12 h 30"/>
                  <a:gd name="T56" fmla="*/ 89 w 90"/>
                  <a:gd name="T57" fmla="*/ 9 h 30"/>
                  <a:gd name="T58" fmla="*/ 88 w 90"/>
                  <a:gd name="T59" fmla="*/ 7 h 30"/>
                  <a:gd name="T60" fmla="*/ 86 w 90"/>
                  <a:gd name="T61" fmla="*/ 5 h 30"/>
                  <a:gd name="T62" fmla="*/ 84 w 90"/>
                  <a:gd name="T63" fmla="*/ 3 h 30"/>
                  <a:gd name="T64" fmla="*/ 81 w 90"/>
                  <a:gd name="T65" fmla="*/ 1 h 30"/>
                  <a:gd name="T66" fmla="*/ 78 w 90"/>
                  <a:gd name="T67" fmla="*/ 0 h 30"/>
                  <a:gd name="T68" fmla="*/ 75 w 90"/>
                  <a:gd name="T69" fmla="*/ 0 h 30"/>
                  <a:gd name="T70" fmla="*/ 75 w 90"/>
                  <a:gd name="T7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" h="30">
                    <a:moveTo>
                      <a:pt x="7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5" y="30"/>
                    </a:lnTo>
                    <a:lnTo>
                      <a:pt x="75" y="30"/>
                    </a:lnTo>
                    <a:lnTo>
                      <a:pt x="78" y="29"/>
                    </a:lnTo>
                    <a:lnTo>
                      <a:pt x="81" y="29"/>
                    </a:lnTo>
                    <a:lnTo>
                      <a:pt x="84" y="27"/>
                    </a:lnTo>
                    <a:lnTo>
                      <a:pt x="86" y="26"/>
                    </a:lnTo>
                    <a:lnTo>
                      <a:pt x="88" y="24"/>
                    </a:lnTo>
                    <a:lnTo>
                      <a:pt x="89" y="21"/>
                    </a:lnTo>
                    <a:lnTo>
                      <a:pt x="90" y="19"/>
                    </a:lnTo>
                    <a:lnTo>
                      <a:pt x="90" y="15"/>
                    </a:lnTo>
                    <a:lnTo>
                      <a:pt x="90" y="12"/>
                    </a:lnTo>
                    <a:lnTo>
                      <a:pt x="89" y="9"/>
                    </a:lnTo>
                    <a:lnTo>
                      <a:pt x="88" y="7"/>
                    </a:lnTo>
                    <a:lnTo>
                      <a:pt x="86" y="5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8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223">
                <a:extLst>
                  <a:ext uri="{FF2B5EF4-FFF2-40B4-BE49-F238E27FC236}">
                    <a16:creationId xmlns:a16="http://schemas.microsoft.com/office/drawing/2014/main" id="{4284FC6F-CF81-77E1-81D7-9D34EDB20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4588" y="2738438"/>
                <a:ext cx="19050" cy="9525"/>
              </a:xfrm>
              <a:custGeom>
                <a:avLst/>
                <a:gdLst>
                  <a:gd name="T0" fmla="*/ 45 w 60"/>
                  <a:gd name="T1" fmla="*/ 0 h 30"/>
                  <a:gd name="T2" fmla="*/ 15 w 60"/>
                  <a:gd name="T3" fmla="*/ 0 h 30"/>
                  <a:gd name="T4" fmla="*/ 12 w 60"/>
                  <a:gd name="T5" fmla="*/ 0 h 30"/>
                  <a:gd name="T6" fmla="*/ 10 w 60"/>
                  <a:gd name="T7" fmla="*/ 1 h 30"/>
                  <a:gd name="T8" fmla="*/ 6 w 60"/>
                  <a:gd name="T9" fmla="*/ 3 h 30"/>
                  <a:gd name="T10" fmla="*/ 4 w 60"/>
                  <a:gd name="T11" fmla="*/ 5 h 30"/>
                  <a:gd name="T12" fmla="*/ 2 w 60"/>
                  <a:gd name="T13" fmla="*/ 7 h 30"/>
                  <a:gd name="T14" fmla="*/ 1 w 60"/>
                  <a:gd name="T15" fmla="*/ 9 h 30"/>
                  <a:gd name="T16" fmla="*/ 0 w 60"/>
                  <a:gd name="T17" fmla="*/ 12 h 30"/>
                  <a:gd name="T18" fmla="*/ 0 w 60"/>
                  <a:gd name="T19" fmla="*/ 15 h 30"/>
                  <a:gd name="T20" fmla="*/ 0 w 60"/>
                  <a:gd name="T21" fmla="*/ 19 h 30"/>
                  <a:gd name="T22" fmla="*/ 1 w 60"/>
                  <a:gd name="T23" fmla="*/ 21 h 30"/>
                  <a:gd name="T24" fmla="*/ 2 w 60"/>
                  <a:gd name="T25" fmla="*/ 24 h 30"/>
                  <a:gd name="T26" fmla="*/ 4 w 60"/>
                  <a:gd name="T27" fmla="*/ 26 h 30"/>
                  <a:gd name="T28" fmla="*/ 6 w 60"/>
                  <a:gd name="T29" fmla="*/ 27 h 30"/>
                  <a:gd name="T30" fmla="*/ 10 w 60"/>
                  <a:gd name="T31" fmla="*/ 29 h 30"/>
                  <a:gd name="T32" fmla="*/ 12 w 60"/>
                  <a:gd name="T33" fmla="*/ 30 h 30"/>
                  <a:gd name="T34" fmla="*/ 15 w 60"/>
                  <a:gd name="T35" fmla="*/ 30 h 30"/>
                  <a:gd name="T36" fmla="*/ 45 w 60"/>
                  <a:gd name="T37" fmla="*/ 30 h 30"/>
                  <a:gd name="T38" fmla="*/ 48 w 60"/>
                  <a:gd name="T39" fmla="*/ 30 h 30"/>
                  <a:gd name="T40" fmla="*/ 51 w 60"/>
                  <a:gd name="T41" fmla="*/ 29 h 30"/>
                  <a:gd name="T42" fmla="*/ 54 w 60"/>
                  <a:gd name="T43" fmla="*/ 27 h 30"/>
                  <a:gd name="T44" fmla="*/ 56 w 60"/>
                  <a:gd name="T45" fmla="*/ 26 h 30"/>
                  <a:gd name="T46" fmla="*/ 58 w 60"/>
                  <a:gd name="T47" fmla="*/ 24 h 30"/>
                  <a:gd name="T48" fmla="*/ 59 w 60"/>
                  <a:gd name="T49" fmla="*/ 21 h 30"/>
                  <a:gd name="T50" fmla="*/ 60 w 60"/>
                  <a:gd name="T51" fmla="*/ 19 h 30"/>
                  <a:gd name="T52" fmla="*/ 60 w 60"/>
                  <a:gd name="T53" fmla="*/ 15 h 30"/>
                  <a:gd name="T54" fmla="*/ 60 w 60"/>
                  <a:gd name="T55" fmla="*/ 12 h 30"/>
                  <a:gd name="T56" fmla="*/ 59 w 60"/>
                  <a:gd name="T57" fmla="*/ 9 h 30"/>
                  <a:gd name="T58" fmla="*/ 58 w 60"/>
                  <a:gd name="T59" fmla="*/ 7 h 30"/>
                  <a:gd name="T60" fmla="*/ 56 w 60"/>
                  <a:gd name="T61" fmla="*/ 5 h 30"/>
                  <a:gd name="T62" fmla="*/ 54 w 60"/>
                  <a:gd name="T63" fmla="*/ 3 h 30"/>
                  <a:gd name="T64" fmla="*/ 51 w 60"/>
                  <a:gd name="T65" fmla="*/ 1 h 30"/>
                  <a:gd name="T66" fmla="*/ 48 w 60"/>
                  <a:gd name="T67" fmla="*/ 0 h 30"/>
                  <a:gd name="T68" fmla="*/ 45 w 6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0" h="30">
                    <a:moveTo>
                      <a:pt x="4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10" y="1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2" y="24"/>
                    </a:lnTo>
                    <a:lnTo>
                      <a:pt x="4" y="26"/>
                    </a:lnTo>
                    <a:lnTo>
                      <a:pt x="6" y="27"/>
                    </a:lnTo>
                    <a:lnTo>
                      <a:pt x="10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45" y="30"/>
                    </a:lnTo>
                    <a:lnTo>
                      <a:pt x="48" y="30"/>
                    </a:lnTo>
                    <a:lnTo>
                      <a:pt x="51" y="29"/>
                    </a:lnTo>
                    <a:lnTo>
                      <a:pt x="54" y="27"/>
                    </a:lnTo>
                    <a:lnTo>
                      <a:pt x="56" y="26"/>
                    </a:lnTo>
                    <a:lnTo>
                      <a:pt x="58" y="24"/>
                    </a:lnTo>
                    <a:lnTo>
                      <a:pt x="59" y="21"/>
                    </a:lnTo>
                    <a:lnTo>
                      <a:pt x="60" y="19"/>
                    </a:lnTo>
                    <a:lnTo>
                      <a:pt x="60" y="15"/>
                    </a:lnTo>
                    <a:lnTo>
                      <a:pt x="60" y="12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5"/>
                    </a:lnTo>
                    <a:lnTo>
                      <a:pt x="54" y="3"/>
                    </a:lnTo>
                    <a:lnTo>
                      <a:pt x="51" y="1"/>
                    </a:lnTo>
                    <a:lnTo>
                      <a:pt x="48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224">
                <a:extLst>
                  <a:ext uri="{FF2B5EF4-FFF2-40B4-BE49-F238E27FC236}">
                    <a16:creationId xmlns:a16="http://schemas.microsoft.com/office/drawing/2014/main" id="{963FAA98-B120-5529-1584-2214B6CC7A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40775" y="2536825"/>
                <a:ext cx="115888" cy="114300"/>
              </a:xfrm>
              <a:custGeom>
                <a:avLst/>
                <a:gdLst>
                  <a:gd name="T0" fmla="*/ 211 w 361"/>
                  <a:gd name="T1" fmla="*/ 34 h 361"/>
                  <a:gd name="T2" fmla="*/ 252 w 361"/>
                  <a:gd name="T3" fmla="*/ 49 h 361"/>
                  <a:gd name="T4" fmla="*/ 286 w 361"/>
                  <a:gd name="T5" fmla="*/ 75 h 361"/>
                  <a:gd name="T6" fmla="*/ 313 w 361"/>
                  <a:gd name="T7" fmla="*/ 110 h 361"/>
                  <a:gd name="T8" fmla="*/ 328 w 361"/>
                  <a:gd name="T9" fmla="*/ 151 h 361"/>
                  <a:gd name="T10" fmla="*/ 330 w 361"/>
                  <a:gd name="T11" fmla="*/ 196 h 361"/>
                  <a:gd name="T12" fmla="*/ 319 w 361"/>
                  <a:gd name="T13" fmla="*/ 239 h 361"/>
                  <a:gd name="T14" fmla="*/ 297 w 361"/>
                  <a:gd name="T15" fmla="*/ 277 h 361"/>
                  <a:gd name="T16" fmla="*/ 265 w 361"/>
                  <a:gd name="T17" fmla="*/ 306 h 361"/>
                  <a:gd name="T18" fmla="*/ 225 w 361"/>
                  <a:gd name="T19" fmla="*/ 325 h 361"/>
                  <a:gd name="T20" fmla="*/ 180 w 361"/>
                  <a:gd name="T21" fmla="*/ 331 h 361"/>
                  <a:gd name="T22" fmla="*/ 136 w 361"/>
                  <a:gd name="T23" fmla="*/ 325 h 361"/>
                  <a:gd name="T24" fmla="*/ 96 w 361"/>
                  <a:gd name="T25" fmla="*/ 306 h 361"/>
                  <a:gd name="T26" fmla="*/ 64 w 361"/>
                  <a:gd name="T27" fmla="*/ 277 h 361"/>
                  <a:gd name="T28" fmla="*/ 42 w 361"/>
                  <a:gd name="T29" fmla="*/ 239 h 361"/>
                  <a:gd name="T30" fmla="*/ 31 w 361"/>
                  <a:gd name="T31" fmla="*/ 196 h 361"/>
                  <a:gd name="T32" fmla="*/ 33 w 361"/>
                  <a:gd name="T33" fmla="*/ 151 h 361"/>
                  <a:gd name="T34" fmla="*/ 48 w 361"/>
                  <a:gd name="T35" fmla="*/ 110 h 361"/>
                  <a:gd name="T36" fmla="*/ 74 w 361"/>
                  <a:gd name="T37" fmla="*/ 75 h 361"/>
                  <a:gd name="T38" fmla="*/ 108 w 361"/>
                  <a:gd name="T39" fmla="*/ 49 h 361"/>
                  <a:gd name="T40" fmla="*/ 150 w 361"/>
                  <a:gd name="T41" fmla="*/ 34 h 361"/>
                  <a:gd name="T42" fmla="*/ 180 w 361"/>
                  <a:gd name="T43" fmla="*/ 30 h 361"/>
                  <a:gd name="T44" fmla="*/ 216 w 361"/>
                  <a:gd name="T45" fmla="*/ 358 h 361"/>
                  <a:gd name="T46" fmla="*/ 267 w 361"/>
                  <a:gd name="T47" fmla="*/ 340 h 361"/>
                  <a:gd name="T48" fmla="*/ 307 w 361"/>
                  <a:gd name="T49" fmla="*/ 309 h 361"/>
                  <a:gd name="T50" fmla="*/ 339 w 361"/>
                  <a:gd name="T51" fmla="*/ 267 h 361"/>
                  <a:gd name="T52" fmla="*/ 357 w 361"/>
                  <a:gd name="T53" fmla="*/ 218 h 361"/>
                  <a:gd name="T54" fmla="*/ 360 w 361"/>
                  <a:gd name="T55" fmla="*/ 163 h 361"/>
                  <a:gd name="T56" fmla="*/ 346 w 361"/>
                  <a:gd name="T57" fmla="*/ 111 h 361"/>
                  <a:gd name="T58" fmla="*/ 319 w 361"/>
                  <a:gd name="T59" fmla="*/ 67 h 361"/>
                  <a:gd name="T60" fmla="*/ 281 w 361"/>
                  <a:gd name="T61" fmla="*/ 31 h 361"/>
                  <a:gd name="T62" fmla="*/ 234 w 361"/>
                  <a:gd name="T63" fmla="*/ 9 h 361"/>
                  <a:gd name="T64" fmla="*/ 180 w 361"/>
                  <a:gd name="T65" fmla="*/ 0 h 361"/>
                  <a:gd name="T66" fmla="*/ 126 w 361"/>
                  <a:gd name="T67" fmla="*/ 9 h 361"/>
                  <a:gd name="T68" fmla="*/ 79 w 361"/>
                  <a:gd name="T69" fmla="*/ 31 h 361"/>
                  <a:gd name="T70" fmla="*/ 41 w 361"/>
                  <a:gd name="T71" fmla="*/ 67 h 361"/>
                  <a:gd name="T72" fmla="*/ 14 w 361"/>
                  <a:gd name="T73" fmla="*/ 111 h 361"/>
                  <a:gd name="T74" fmla="*/ 1 w 361"/>
                  <a:gd name="T75" fmla="*/ 163 h 361"/>
                  <a:gd name="T76" fmla="*/ 3 w 361"/>
                  <a:gd name="T77" fmla="*/ 218 h 361"/>
                  <a:gd name="T78" fmla="*/ 21 w 361"/>
                  <a:gd name="T79" fmla="*/ 267 h 361"/>
                  <a:gd name="T80" fmla="*/ 53 w 361"/>
                  <a:gd name="T81" fmla="*/ 309 h 361"/>
                  <a:gd name="T82" fmla="*/ 94 w 361"/>
                  <a:gd name="T83" fmla="*/ 340 h 361"/>
                  <a:gd name="T84" fmla="*/ 144 w 361"/>
                  <a:gd name="T85" fmla="*/ 358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61" h="361">
                    <a:moveTo>
                      <a:pt x="180" y="30"/>
                    </a:moveTo>
                    <a:lnTo>
                      <a:pt x="196" y="31"/>
                    </a:lnTo>
                    <a:lnTo>
                      <a:pt x="211" y="34"/>
                    </a:lnTo>
                    <a:lnTo>
                      <a:pt x="225" y="38"/>
                    </a:lnTo>
                    <a:lnTo>
                      <a:pt x="239" y="42"/>
                    </a:lnTo>
                    <a:lnTo>
                      <a:pt x="252" y="49"/>
                    </a:lnTo>
                    <a:lnTo>
                      <a:pt x="265" y="56"/>
                    </a:lnTo>
                    <a:lnTo>
                      <a:pt x="276" y="65"/>
                    </a:lnTo>
                    <a:lnTo>
                      <a:pt x="286" y="75"/>
                    </a:lnTo>
                    <a:lnTo>
                      <a:pt x="297" y="85"/>
                    </a:lnTo>
                    <a:lnTo>
                      <a:pt x="305" y="97"/>
                    </a:lnTo>
                    <a:lnTo>
                      <a:pt x="313" y="110"/>
                    </a:lnTo>
                    <a:lnTo>
                      <a:pt x="319" y="122"/>
                    </a:lnTo>
                    <a:lnTo>
                      <a:pt x="324" y="136"/>
                    </a:lnTo>
                    <a:lnTo>
                      <a:pt x="328" y="151"/>
                    </a:lnTo>
                    <a:lnTo>
                      <a:pt x="330" y="165"/>
                    </a:lnTo>
                    <a:lnTo>
                      <a:pt x="331" y="181"/>
                    </a:lnTo>
                    <a:lnTo>
                      <a:pt x="330" y="196"/>
                    </a:lnTo>
                    <a:lnTo>
                      <a:pt x="328" y="211"/>
                    </a:lnTo>
                    <a:lnTo>
                      <a:pt x="324" y="225"/>
                    </a:lnTo>
                    <a:lnTo>
                      <a:pt x="319" y="239"/>
                    </a:lnTo>
                    <a:lnTo>
                      <a:pt x="313" y="253"/>
                    </a:lnTo>
                    <a:lnTo>
                      <a:pt x="305" y="265"/>
                    </a:lnTo>
                    <a:lnTo>
                      <a:pt x="297" y="277"/>
                    </a:lnTo>
                    <a:lnTo>
                      <a:pt x="286" y="287"/>
                    </a:lnTo>
                    <a:lnTo>
                      <a:pt x="276" y="297"/>
                    </a:lnTo>
                    <a:lnTo>
                      <a:pt x="265" y="306"/>
                    </a:lnTo>
                    <a:lnTo>
                      <a:pt x="252" y="313"/>
                    </a:lnTo>
                    <a:lnTo>
                      <a:pt x="239" y="320"/>
                    </a:lnTo>
                    <a:lnTo>
                      <a:pt x="225" y="325"/>
                    </a:lnTo>
                    <a:lnTo>
                      <a:pt x="211" y="328"/>
                    </a:lnTo>
                    <a:lnTo>
                      <a:pt x="196" y="330"/>
                    </a:lnTo>
                    <a:lnTo>
                      <a:pt x="180" y="331"/>
                    </a:lnTo>
                    <a:lnTo>
                      <a:pt x="165" y="330"/>
                    </a:lnTo>
                    <a:lnTo>
                      <a:pt x="150" y="328"/>
                    </a:lnTo>
                    <a:lnTo>
                      <a:pt x="136" y="325"/>
                    </a:lnTo>
                    <a:lnTo>
                      <a:pt x="122" y="320"/>
                    </a:lnTo>
                    <a:lnTo>
                      <a:pt x="108" y="313"/>
                    </a:lnTo>
                    <a:lnTo>
                      <a:pt x="96" y="306"/>
                    </a:lnTo>
                    <a:lnTo>
                      <a:pt x="85" y="297"/>
                    </a:lnTo>
                    <a:lnTo>
                      <a:pt x="74" y="287"/>
                    </a:lnTo>
                    <a:lnTo>
                      <a:pt x="64" y="277"/>
                    </a:lnTo>
                    <a:lnTo>
                      <a:pt x="56" y="265"/>
                    </a:lnTo>
                    <a:lnTo>
                      <a:pt x="48" y="253"/>
                    </a:lnTo>
                    <a:lnTo>
                      <a:pt x="42" y="239"/>
                    </a:lnTo>
                    <a:lnTo>
                      <a:pt x="36" y="225"/>
                    </a:lnTo>
                    <a:lnTo>
                      <a:pt x="33" y="211"/>
                    </a:lnTo>
                    <a:lnTo>
                      <a:pt x="31" y="196"/>
                    </a:lnTo>
                    <a:lnTo>
                      <a:pt x="30" y="181"/>
                    </a:lnTo>
                    <a:lnTo>
                      <a:pt x="31" y="165"/>
                    </a:lnTo>
                    <a:lnTo>
                      <a:pt x="33" y="151"/>
                    </a:lnTo>
                    <a:lnTo>
                      <a:pt x="36" y="136"/>
                    </a:lnTo>
                    <a:lnTo>
                      <a:pt x="42" y="122"/>
                    </a:lnTo>
                    <a:lnTo>
                      <a:pt x="48" y="110"/>
                    </a:lnTo>
                    <a:lnTo>
                      <a:pt x="56" y="97"/>
                    </a:lnTo>
                    <a:lnTo>
                      <a:pt x="64" y="86"/>
                    </a:lnTo>
                    <a:lnTo>
                      <a:pt x="74" y="75"/>
                    </a:lnTo>
                    <a:lnTo>
                      <a:pt x="85" y="65"/>
                    </a:lnTo>
                    <a:lnTo>
                      <a:pt x="96" y="56"/>
                    </a:lnTo>
                    <a:lnTo>
                      <a:pt x="108" y="49"/>
                    </a:lnTo>
                    <a:lnTo>
                      <a:pt x="122" y="42"/>
                    </a:lnTo>
                    <a:lnTo>
                      <a:pt x="136" y="38"/>
                    </a:lnTo>
                    <a:lnTo>
                      <a:pt x="150" y="34"/>
                    </a:lnTo>
                    <a:lnTo>
                      <a:pt x="165" y="31"/>
                    </a:lnTo>
                    <a:lnTo>
                      <a:pt x="180" y="30"/>
                    </a:lnTo>
                    <a:lnTo>
                      <a:pt x="180" y="30"/>
                    </a:lnTo>
                    <a:close/>
                    <a:moveTo>
                      <a:pt x="180" y="361"/>
                    </a:moveTo>
                    <a:lnTo>
                      <a:pt x="199" y="360"/>
                    </a:lnTo>
                    <a:lnTo>
                      <a:pt x="216" y="358"/>
                    </a:lnTo>
                    <a:lnTo>
                      <a:pt x="234" y="354"/>
                    </a:lnTo>
                    <a:lnTo>
                      <a:pt x="251" y="347"/>
                    </a:lnTo>
                    <a:lnTo>
                      <a:pt x="267" y="340"/>
                    </a:lnTo>
                    <a:lnTo>
                      <a:pt x="281" y="330"/>
                    </a:lnTo>
                    <a:lnTo>
                      <a:pt x="295" y="321"/>
                    </a:lnTo>
                    <a:lnTo>
                      <a:pt x="307" y="309"/>
                    </a:lnTo>
                    <a:lnTo>
                      <a:pt x="319" y="296"/>
                    </a:lnTo>
                    <a:lnTo>
                      <a:pt x="330" y="282"/>
                    </a:lnTo>
                    <a:lnTo>
                      <a:pt x="339" y="267"/>
                    </a:lnTo>
                    <a:lnTo>
                      <a:pt x="346" y="251"/>
                    </a:lnTo>
                    <a:lnTo>
                      <a:pt x="352" y="235"/>
                    </a:lnTo>
                    <a:lnTo>
                      <a:pt x="357" y="218"/>
                    </a:lnTo>
                    <a:lnTo>
                      <a:pt x="360" y="200"/>
                    </a:lnTo>
                    <a:lnTo>
                      <a:pt x="361" y="181"/>
                    </a:lnTo>
                    <a:lnTo>
                      <a:pt x="360" y="163"/>
                    </a:lnTo>
                    <a:lnTo>
                      <a:pt x="357" y="145"/>
                    </a:lnTo>
                    <a:lnTo>
                      <a:pt x="352" y="128"/>
                    </a:lnTo>
                    <a:lnTo>
                      <a:pt x="346" y="111"/>
                    </a:lnTo>
                    <a:lnTo>
                      <a:pt x="339" y="96"/>
                    </a:lnTo>
                    <a:lnTo>
                      <a:pt x="330" y="81"/>
                    </a:lnTo>
                    <a:lnTo>
                      <a:pt x="319" y="67"/>
                    </a:lnTo>
                    <a:lnTo>
                      <a:pt x="307" y="54"/>
                    </a:lnTo>
                    <a:lnTo>
                      <a:pt x="295" y="42"/>
                    </a:lnTo>
                    <a:lnTo>
                      <a:pt x="281" y="31"/>
                    </a:lnTo>
                    <a:lnTo>
                      <a:pt x="267" y="23"/>
                    </a:lnTo>
                    <a:lnTo>
                      <a:pt x="251" y="15"/>
                    </a:lnTo>
                    <a:lnTo>
                      <a:pt x="234" y="9"/>
                    </a:lnTo>
                    <a:lnTo>
                      <a:pt x="216" y="5"/>
                    </a:lnTo>
                    <a:lnTo>
                      <a:pt x="199" y="1"/>
                    </a:lnTo>
                    <a:lnTo>
                      <a:pt x="180" y="0"/>
                    </a:lnTo>
                    <a:lnTo>
                      <a:pt x="162" y="1"/>
                    </a:lnTo>
                    <a:lnTo>
                      <a:pt x="144" y="5"/>
                    </a:lnTo>
                    <a:lnTo>
                      <a:pt x="126" y="9"/>
                    </a:lnTo>
                    <a:lnTo>
                      <a:pt x="110" y="15"/>
                    </a:lnTo>
                    <a:lnTo>
                      <a:pt x="94" y="23"/>
                    </a:lnTo>
                    <a:lnTo>
                      <a:pt x="79" y="31"/>
                    </a:lnTo>
                    <a:lnTo>
                      <a:pt x="65" y="42"/>
                    </a:lnTo>
                    <a:lnTo>
                      <a:pt x="53" y="54"/>
                    </a:lnTo>
                    <a:lnTo>
                      <a:pt x="41" y="67"/>
                    </a:lnTo>
                    <a:lnTo>
                      <a:pt x="31" y="81"/>
                    </a:lnTo>
                    <a:lnTo>
                      <a:pt x="21" y="96"/>
                    </a:lnTo>
                    <a:lnTo>
                      <a:pt x="14" y="111"/>
                    </a:lnTo>
                    <a:lnTo>
                      <a:pt x="8" y="128"/>
                    </a:lnTo>
                    <a:lnTo>
                      <a:pt x="3" y="145"/>
                    </a:lnTo>
                    <a:lnTo>
                      <a:pt x="1" y="163"/>
                    </a:lnTo>
                    <a:lnTo>
                      <a:pt x="0" y="181"/>
                    </a:lnTo>
                    <a:lnTo>
                      <a:pt x="1" y="200"/>
                    </a:lnTo>
                    <a:lnTo>
                      <a:pt x="3" y="218"/>
                    </a:lnTo>
                    <a:lnTo>
                      <a:pt x="8" y="235"/>
                    </a:lnTo>
                    <a:lnTo>
                      <a:pt x="14" y="251"/>
                    </a:lnTo>
                    <a:lnTo>
                      <a:pt x="21" y="267"/>
                    </a:lnTo>
                    <a:lnTo>
                      <a:pt x="31" y="282"/>
                    </a:lnTo>
                    <a:lnTo>
                      <a:pt x="41" y="296"/>
                    </a:lnTo>
                    <a:lnTo>
                      <a:pt x="53" y="309"/>
                    </a:lnTo>
                    <a:lnTo>
                      <a:pt x="65" y="321"/>
                    </a:lnTo>
                    <a:lnTo>
                      <a:pt x="79" y="330"/>
                    </a:lnTo>
                    <a:lnTo>
                      <a:pt x="94" y="340"/>
                    </a:lnTo>
                    <a:lnTo>
                      <a:pt x="110" y="347"/>
                    </a:lnTo>
                    <a:lnTo>
                      <a:pt x="126" y="354"/>
                    </a:lnTo>
                    <a:lnTo>
                      <a:pt x="144" y="358"/>
                    </a:lnTo>
                    <a:lnTo>
                      <a:pt x="162" y="360"/>
                    </a:lnTo>
                    <a:lnTo>
                      <a:pt x="180" y="36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2589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E283BFE-9429-950D-430C-DEB63D67DC17}"/>
              </a:ext>
            </a:extLst>
          </p:cNvPr>
          <p:cNvGrpSpPr/>
          <p:nvPr/>
        </p:nvGrpSpPr>
        <p:grpSpPr>
          <a:xfrm>
            <a:off x="794298" y="1564080"/>
            <a:ext cx="10603404" cy="5194971"/>
            <a:chOff x="794298" y="1564080"/>
            <a:chExt cx="10603404" cy="5194971"/>
          </a:xfrm>
        </p:grpSpPr>
        <p:cxnSp>
          <p:nvCxnSpPr>
            <p:cNvPr id="7" name="Google Shape;128;p18">
              <a:extLst>
                <a:ext uri="{FF2B5EF4-FFF2-40B4-BE49-F238E27FC236}">
                  <a16:creationId xmlns:a16="http://schemas.microsoft.com/office/drawing/2014/main" id="{05F549F4-6CA9-4432-B4A4-98163A8A0390}"/>
                </a:ext>
              </a:extLst>
            </p:cNvPr>
            <p:cNvCxnSpPr>
              <a:stCxn id="43" idx="1"/>
            </p:cNvCxnSpPr>
            <p:nvPr/>
          </p:nvCxnSpPr>
          <p:spPr>
            <a:xfrm flipH="1">
              <a:off x="2168684" y="1847023"/>
              <a:ext cx="1006535" cy="1243867"/>
            </a:xfrm>
            <a:prstGeom prst="bentConnector2">
              <a:avLst/>
            </a:prstGeom>
            <a:noFill/>
            <a:ln w="19050" cap="flat" cmpd="sng">
              <a:solidFill>
                <a:srgbClr val="16697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30;p18">
              <a:extLst>
                <a:ext uri="{FF2B5EF4-FFF2-40B4-BE49-F238E27FC236}">
                  <a16:creationId xmlns:a16="http://schemas.microsoft.com/office/drawing/2014/main" id="{9803ACBD-7C8B-973D-405A-E145FC973EAE}"/>
                </a:ext>
              </a:extLst>
            </p:cNvPr>
            <p:cNvCxnSpPr>
              <a:stCxn id="43" idx="3"/>
            </p:cNvCxnSpPr>
            <p:nvPr/>
          </p:nvCxnSpPr>
          <p:spPr>
            <a:xfrm>
              <a:off x="9164179" y="1847023"/>
              <a:ext cx="1055238" cy="1243867"/>
            </a:xfrm>
            <a:prstGeom prst="bentConnector2">
              <a:avLst/>
            </a:prstGeom>
            <a:noFill/>
            <a:ln w="19050" cap="flat" cmpd="sng">
              <a:solidFill>
                <a:srgbClr val="16697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31;p18">
              <a:extLst>
                <a:ext uri="{FF2B5EF4-FFF2-40B4-BE49-F238E27FC236}">
                  <a16:creationId xmlns:a16="http://schemas.microsoft.com/office/drawing/2014/main" id="{2AE5090D-5202-2356-35A0-5AF0DF79DA24}"/>
                </a:ext>
              </a:extLst>
            </p:cNvPr>
            <p:cNvSpPr/>
            <p:nvPr/>
          </p:nvSpPr>
          <p:spPr>
            <a:xfrm>
              <a:off x="794298" y="3263864"/>
              <a:ext cx="10603404" cy="3086475"/>
            </a:xfrm>
            <a:prstGeom prst="rect">
              <a:avLst/>
            </a:prstGeom>
            <a:noFill/>
            <a:ln w="19050" cap="rnd" cmpd="sng">
              <a:solidFill>
                <a:srgbClr val="16697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ora" pitchFamily="2" charset="0"/>
                </a:rPr>
                <a:t> </a:t>
              </a:r>
              <a:endParaRPr>
                <a:latin typeface="Lora" pitchFamily="2" charset="0"/>
              </a:endParaRPr>
            </a:p>
          </p:txBody>
        </p:sp>
        <p:grpSp>
          <p:nvGrpSpPr>
            <p:cNvPr id="10" name="Google Shape;132;p18">
              <a:extLst>
                <a:ext uri="{FF2B5EF4-FFF2-40B4-BE49-F238E27FC236}">
                  <a16:creationId xmlns:a16="http://schemas.microsoft.com/office/drawing/2014/main" id="{B0FFDF68-EB00-0ABD-1ACA-0AF72A82B282}"/>
                </a:ext>
              </a:extLst>
            </p:cNvPr>
            <p:cNvGrpSpPr/>
            <p:nvPr/>
          </p:nvGrpSpPr>
          <p:grpSpPr>
            <a:xfrm>
              <a:off x="1589721" y="2622289"/>
              <a:ext cx="9288801" cy="1243867"/>
              <a:chOff x="1068100" y="1297419"/>
              <a:chExt cx="7209300" cy="965400"/>
            </a:xfrm>
          </p:grpSpPr>
          <p:sp>
            <p:nvSpPr>
              <p:cNvPr id="11" name="Google Shape;133;p18">
                <a:extLst>
                  <a:ext uri="{FF2B5EF4-FFF2-40B4-BE49-F238E27FC236}">
                    <a16:creationId xmlns:a16="http://schemas.microsoft.com/office/drawing/2014/main" id="{BE7680B1-EF6E-F4AE-EA58-4CDD6B8FCEEB}"/>
                  </a:ext>
                </a:extLst>
              </p:cNvPr>
              <p:cNvSpPr/>
              <p:nvPr/>
            </p:nvSpPr>
            <p:spPr>
              <a:xfrm>
                <a:off x="1068100" y="1297419"/>
                <a:ext cx="928800" cy="9654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2" name="Google Shape;134;p18">
                <a:extLst>
                  <a:ext uri="{FF2B5EF4-FFF2-40B4-BE49-F238E27FC236}">
                    <a16:creationId xmlns:a16="http://schemas.microsoft.com/office/drawing/2014/main" id="{EBD06043-90FC-C404-3D4B-861FA9F5A588}"/>
                  </a:ext>
                </a:extLst>
              </p:cNvPr>
              <p:cNvSpPr/>
              <p:nvPr/>
            </p:nvSpPr>
            <p:spPr>
              <a:xfrm>
                <a:off x="4183350" y="1297419"/>
                <a:ext cx="928800" cy="9654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3" name="Google Shape;135;p18">
                <a:extLst>
                  <a:ext uri="{FF2B5EF4-FFF2-40B4-BE49-F238E27FC236}">
                    <a16:creationId xmlns:a16="http://schemas.microsoft.com/office/drawing/2014/main" id="{78F12D23-78F8-57B7-8E1A-FA586E69BCCD}"/>
                  </a:ext>
                </a:extLst>
              </p:cNvPr>
              <p:cNvSpPr/>
              <p:nvPr/>
            </p:nvSpPr>
            <p:spPr>
              <a:xfrm>
                <a:off x="5747250" y="1297419"/>
                <a:ext cx="928800" cy="9654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4" name="Google Shape;136;p18">
                <a:extLst>
                  <a:ext uri="{FF2B5EF4-FFF2-40B4-BE49-F238E27FC236}">
                    <a16:creationId xmlns:a16="http://schemas.microsoft.com/office/drawing/2014/main" id="{A3D1A770-E54F-C4DF-9713-2CD9C5823CC1}"/>
                  </a:ext>
                </a:extLst>
              </p:cNvPr>
              <p:cNvSpPr/>
              <p:nvPr/>
            </p:nvSpPr>
            <p:spPr>
              <a:xfrm>
                <a:off x="7348600" y="1297419"/>
                <a:ext cx="928800" cy="9654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5" name="Google Shape;137;p18">
                <a:extLst>
                  <a:ext uri="{FF2B5EF4-FFF2-40B4-BE49-F238E27FC236}">
                    <a16:creationId xmlns:a16="http://schemas.microsoft.com/office/drawing/2014/main" id="{98F3F5AF-E686-BA26-2ECF-9C9CDFAE5163}"/>
                  </a:ext>
                </a:extLst>
              </p:cNvPr>
              <p:cNvSpPr/>
              <p:nvPr/>
            </p:nvSpPr>
            <p:spPr>
              <a:xfrm>
                <a:off x="2622375" y="1297419"/>
                <a:ext cx="928800" cy="9654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43" name="Google Shape;129;p18">
              <a:extLst>
                <a:ext uri="{FF2B5EF4-FFF2-40B4-BE49-F238E27FC236}">
                  <a16:creationId xmlns:a16="http://schemas.microsoft.com/office/drawing/2014/main" id="{A9AC99D8-979C-7867-27AB-7848D7518809}"/>
                </a:ext>
              </a:extLst>
            </p:cNvPr>
            <p:cNvSpPr/>
            <p:nvPr/>
          </p:nvSpPr>
          <p:spPr>
            <a:xfrm>
              <a:off x="3175219" y="1564080"/>
              <a:ext cx="5988960" cy="56588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44" name="Google Shape;165;p18">
              <a:extLst>
                <a:ext uri="{FF2B5EF4-FFF2-40B4-BE49-F238E27FC236}">
                  <a16:creationId xmlns:a16="http://schemas.microsoft.com/office/drawing/2014/main" id="{24E29DE8-6F8F-08D7-02DC-04362CC652D8}"/>
                </a:ext>
              </a:extLst>
            </p:cNvPr>
            <p:cNvSpPr txBox="1">
              <a:spLocks/>
            </p:cNvSpPr>
            <p:nvPr/>
          </p:nvSpPr>
          <p:spPr>
            <a:xfrm>
              <a:off x="3950768" y="1577480"/>
              <a:ext cx="4437798" cy="565886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Bef>
                  <a:spcPts val="0"/>
                </a:spcBef>
              </a:pPr>
              <a:r>
                <a:rPr lang="en-IN" sz="2200" b="1" dirty="0">
                  <a:solidFill>
                    <a:srgbClr val="FFFFFF"/>
                  </a:solidFill>
                  <a:latin typeface="Lora" pitchFamily="2" charset="0"/>
                  <a:ea typeface="Fira Sans"/>
                  <a:cs typeface="Fira Sans"/>
                  <a:sym typeface="Fira Sans"/>
                </a:rPr>
                <a:t>Supply Chain</a:t>
              </a:r>
            </a:p>
          </p:txBody>
        </p:sp>
        <p:sp>
          <p:nvSpPr>
            <p:cNvPr id="45" name="Google Shape;166;p18">
              <a:extLst>
                <a:ext uri="{FF2B5EF4-FFF2-40B4-BE49-F238E27FC236}">
                  <a16:creationId xmlns:a16="http://schemas.microsoft.com/office/drawing/2014/main" id="{82747BE6-DD69-E807-CD06-CC35E0E3C721}"/>
                </a:ext>
              </a:extLst>
            </p:cNvPr>
            <p:cNvSpPr/>
            <p:nvPr/>
          </p:nvSpPr>
          <p:spPr>
            <a:xfrm>
              <a:off x="4450267" y="6011993"/>
              <a:ext cx="3652747" cy="6783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Lora" pitchFamily="2" charset="0"/>
              </a:endParaRPr>
            </a:p>
          </p:txBody>
        </p:sp>
        <p:sp>
          <p:nvSpPr>
            <p:cNvPr id="2" name="Google Shape;123;p18">
              <a:extLst>
                <a:ext uri="{FF2B5EF4-FFF2-40B4-BE49-F238E27FC236}">
                  <a16:creationId xmlns:a16="http://schemas.microsoft.com/office/drawing/2014/main" id="{0DEA6437-7EC7-0E9C-9E3D-E6F8D0FDD33E}"/>
                </a:ext>
              </a:extLst>
            </p:cNvPr>
            <p:cNvSpPr/>
            <p:nvPr/>
          </p:nvSpPr>
          <p:spPr>
            <a:xfrm>
              <a:off x="1912454" y="3866143"/>
              <a:ext cx="481667" cy="135681"/>
            </a:xfrm>
            <a:custGeom>
              <a:avLst/>
              <a:gdLst/>
              <a:ahLst/>
              <a:cxnLst/>
              <a:rect l="l" t="t" r="r" b="b"/>
              <a:pathLst>
                <a:path w="10792" h="3040" extrusionOk="0">
                  <a:moveTo>
                    <a:pt x="1" y="0"/>
                  </a:moveTo>
                  <a:lnTo>
                    <a:pt x="5381" y="3040"/>
                  </a:lnTo>
                  <a:lnTo>
                    <a:pt x="107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7" name="Google Shape;139;p18">
              <a:extLst>
                <a:ext uri="{FF2B5EF4-FFF2-40B4-BE49-F238E27FC236}">
                  <a16:creationId xmlns:a16="http://schemas.microsoft.com/office/drawing/2014/main" id="{5901360B-6F0A-E77D-1CD6-9A48621DDC09}"/>
                </a:ext>
              </a:extLst>
            </p:cNvPr>
            <p:cNvSpPr/>
            <p:nvPr/>
          </p:nvSpPr>
          <p:spPr>
            <a:xfrm>
              <a:off x="1554932" y="2634289"/>
              <a:ext cx="1196710" cy="1243866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103" name="Google Shape;224;p18">
              <a:extLst>
                <a:ext uri="{FF2B5EF4-FFF2-40B4-BE49-F238E27FC236}">
                  <a16:creationId xmlns:a16="http://schemas.microsoft.com/office/drawing/2014/main" id="{905F4C95-F9C2-F065-7CB2-460F67811D70}"/>
                </a:ext>
              </a:extLst>
            </p:cNvPr>
            <p:cNvGrpSpPr/>
            <p:nvPr/>
          </p:nvGrpSpPr>
          <p:grpSpPr>
            <a:xfrm>
              <a:off x="1791404" y="2814856"/>
              <a:ext cx="723767" cy="804697"/>
              <a:chOff x="1248485" y="1894763"/>
              <a:chExt cx="561736" cy="624548"/>
            </a:xfrm>
            <a:noFill/>
          </p:grpSpPr>
          <p:grpSp>
            <p:nvGrpSpPr>
              <p:cNvPr id="104" name="Google Shape;225;p18">
                <a:extLst>
                  <a:ext uri="{FF2B5EF4-FFF2-40B4-BE49-F238E27FC236}">
                    <a16:creationId xmlns:a16="http://schemas.microsoft.com/office/drawing/2014/main" id="{E94F0E37-D01E-E8F1-E9A5-D83407D98C7C}"/>
                  </a:ext>
                </a:extLst>
              </p:cNvPr>
              <p:cNvGrpSpPr/>
              <p:nvPr/>
            </p:nvGrpSpPr>
            <p:grpSpPr>
              <a:xfrm>
                <a:off x="1248485" y="1916713"/>
                <a:ext cx="526961" cy="602598"/>
                <a:chOff x="1323225" y="1623625"/>
                <a:chExt cx="448325" cy="512675"/>
              </a:xfrm>
              <a:grpFill/>
            </p:grpSpPr>
            <p:sp>
              <p:nvSpPr>
                <p:cNvPr id="109" name="Google Shape;226;p18">
                  <a:extLst>
                    <a:ext uri="{FF2B5EF4-FFF2-40B4-BE49-F238E27FC236}">
                      <a16:creationId xmlns:a16="http://schemas.microsoft.com/office/drawing/2014/main" id="{888803BF-2254-723D-C798-5E20399ED01C}"/>
                    </a:ext>
                  </a:extLst>
                </p:cNvPr>
                <p:cNvSpPr/>
                <p:nvPr/>
              </p:nvSpPr>
              <p:spPr>
                <a:xfrm>
                  <a:off x="1547375" y="1753400"/>
                  <a:ext cx="224175" cy="38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7" h="15316" extrusionOk="0">
                      <a:moveTo>
                        <a:pt x="8967" y="0"/>
                      </a:moveTo>
                      <a:lnTo>
                        <a:pt x="44" y="5191"/>
                      </a:lnTo>
                      <a:lnTo>
                        <a:pt x="1" y="15315"/>
                      </a:lnTo>
                      <a:lnTo>
                        <a:pt x="8967" y="10124"/>
                      </a:lnTo>
                      <a:lnTo>
                        <a:pt x="896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latin typeface="Lora" pitchFamily="2" charset="0"/>
                  </a:endParaRPr>
                </a:p>
              </p:txBody>
            </p:sp>
            <p:sp>
              <p:nvSpPr>
                <p:cNvPr id="110" name="Google Shape;227;p18">
                  <a:extLst>
                    <a:ext uri="{FF2B5EF4-FFF2-40B4-BE49-F238E27FC236}">
                      <a16:creationId xmlns:a16="http://schemas.microsoft.com/office/drawing/2014/main" id="{426C3828-C254-FDDC-4526-6FE1A341E163}"/>
                    </a:ext>
                  </a:extLst>
                </p:cNvPr>
                <p:cNvSpPr/>
                <p:nvPr/>
              </p:nvSpPr>
              <p:spPr>
                <a:xfrm>
                  <a:off x="1323225" y="1753400"/>
                  <a:ext cx="225250" cy="38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0" h="15316" extrusionOk="0">
                      <a:moveTo>
                        <a:pt x="1" y="0"/>
                      </a:moveTo>
                      <a:lnTo>
                        <a:pt x="1" y="10124"/>
                      </a:lnTo>
                      <a:lnTo>
                        <a:pt x="8967" y="15315"/>
                      </a:lnTo>
                      <a:lnTo>
                        <a:pt x="9010" y="51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11" name="Google Shape;228;p18">
                  <a:extLst>
                    <a:ext uri="{FF2B5EF4-FFF2-40B4-BE49-F238E27FC236}">
                      <a16:creationId xmlns:a16="http://schemas.microsoft.com/office/drawing/2014/main" id="{B9F93B90-A591-A0E4-6EDE-50749F3FEB73}"/>
                    </a:ext>
                  </a:extLst>
                </p:cNvPr>
                <p:cNvSpPr/>
                <p:nvPr/>
              </p:nvSpPr>
              <p:spPr>
                <a:xfrm>
                  <a:off x="1323225" y="1623625"/>
                  <a:ext cx="448325" cy="25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3" h="10382" extrusionOk="0">
                      <a:moveTo>
                        <a:pt x="8967" y="1"/>
                      </a:moveTo>
                      <a:lnTo>
                        <a:pt x="1" y="5191"/>
                      </a:lnTo>
                      <a:lnTo>
                        <a:pt x="9010" y="10382"/>
                      </a:lnTo>
                      <a:lnTo>
                        <a:pt x="17933" y="5191"/>
                      </a:lnTo>
                      <a:lnTo>
                        <a:pt x="89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grpSp>
            <p:nvGrpSpPr>
              <p:cNvPr id="105" name="Google Shape;229;p18">
                <a:extLst>
                  <a:ext uri="{FF2B5EF4-FFF2-40B4-BE49-F238E27FC236}">
                    <a16:creationId xmlns:a16="http://schemas.microsoft.com/office/drawing/2014/main" id="{E8CEC5D7-8E97-C233-38CB-EEFAA5931732}"/>
                  </a:ext>
                </a:extLst>
              </p:cNvPr>
              <p:cNvGrpSpPr/>
              <p:nvPr/>
            </p:nvGrpSpPr>
            <p:grpSpPr>
              <a:xfrm>
                <a:off x="1265853" y="1894763"/>
                <a:ext cx="544368" cy="623827"/>
                <a:chOff x="1304753" y="1487963"/>
                <a:chExt cx="544368" cy="623827"/>
              </a:xfrm>
              <a:grpFill/>
            </p:grpSpPr>
            <p:sp>
              <p:nvSpPr>
                <p:cNvPr id="106" name="Google Shape;230;p18">
                  <a:extLst>
                    <a:ext uri="{FF2B5EF4-FFF2-40B4-BE49-F238E27FC236}">
                      <a16:creationId xmlns:a16="http://schemas.microsoft.com/office/drawing/2014/main" id="{E5E50679-A045-2585-D931-C7C91875AD54}"/>
                    </a:ext>
                  </a:extLst>
                </p:cNvPr>
                <p:cNvSpPr/>
                <p:nvPr/>
              </p:nvSpPr>
              <p:spPr>
                <a:xfrm>
                  <a:off x="1576907" y="1646863"/>
                  <a:ext cx="272205" cy="464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4" h="10852" fill="none" extrusionOk="0">
                      <a:moveTo>
                        <a:pt x="6353" y="0"/>
                      </a:moveTo>
                      <a:lnTo>
                        <a:pt x="6353" y="7204"/>
                      </a:lnTo>
                      <a:lnTo>
                        <a:pt x="1" y="10851"/>
                      </a:lnTo>
                      <a:lnTo>
                        <a:pt x="31" y="3678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07" name="Google Shape;231;p18">
                  <a:extLst>
                    <a:ext uri="{FF2B5EF4-FFF2-40B4-BE49-F238E27FC236}">
                      <a16:creationId xmlns:a16="http://schemas.microsoft.com/office/drawing/2014/main" id="{102335B6-AD52-AE27-FC6C-775F4F5C399B}"/>
                    </a:ext>
                  </a:extLst>
                </p:cNvPr>
                <p:cNvSpPr/>
                <p:nvPr/>
              </p:nvSpPr>
              <p:spPr>
                <a:xfrm>
                  <a:off x="1304753" y="1646863"/>
                  <a:ext cx="273533" cy="464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5" h="10852" fill="none" extrusionOk="0">
                      <a:moveTo>
                        <a:pt x="6384" y="3678"/>
                      </a:moveTo>
                      <a:lnTo>
                        <a:pt x="6354" y="10851"/>
                      </a:lnTo>
                      <a:lnTo>
                        <a:pt x="1" y="720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08" name="Google Shape;232;p18">
                  <a:extLst>
                    <a:ext uri="{FF2B5EF4-FFF2-40B4-BE49-F238E27FC236}">
                      <a16:creationId xmlns:a16="http://schemas.microsoft.com/office/drawing/2014/main" id="{BCEAF82E-4CE1-2594-73C8-566800D15CD4}"/>
                    </a:ext>
                  </a:extLst>
                </p:cNvPr>
                <p:cNvSpPr/>
                <p:nvPr/>
              </p:nvSpPr>
              <p:spPr>
                <a:xfrm>
                  <a:off x="1304753" y="1487963"/>
                  <a:ext cx="544368" cy="31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7" h="7387" fill="none" extrusionOk="0">
                      <a:moveTo>
                        <a:pt x="12706" y="3709"/>
                      </a:moveTo>
                      <a:lnTo>
                        <a:pt x="6384" y="7387"/>
                      </a:lnTo>
                      <a:lnTo>
                        <a:pt x="1" y="3709"/>
                      </a:lnTo>
                      <a:lnTo>
                        <a:pt x="6354" y="1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2352D29-A0A2-7B8C-5FBF-5F59D1B35813}"/>
                </a:ext>
              </a:extLst>
            </p:cNvPr>
            <p:cNvSpPr/>
            <p:nvPr/>
          </p:nvSpPr>
          <p:spPr>
            <a:xfrm>
              <a:off x="1329781" y="4315810"/>
              <a:ext cx="1647013" cy="80791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5" name="Google Shape;126;p18">
              <a:extLst>
                <a:ext uri="{FF2B5EF4-FFF2-40B4-BE49-F238E27FC236}">
                  <a16:creationId xmlns:a16="http://schemas.microsoft.com/office/drawing/2014/main" id="{4E7CAE67-6BED-BBB0-36C7-A731105D2356}"/>
                </a:ext>
              </a:extLst>
            </p:cNvPr>
            <p:cNvSpPr/>
            <p:nvPr/>
          </p:nvSpPr>
          <p:spPr>
            <a:xfrm>
              <a:off x="8005270" y="3866143"/>
              <a:ext cx="481622" cy="135681"/>
            </a:xfrm>
            <a:custGeom>
              <a:avLst/>
              <a:gdLst/>
              <a:ahLst/>
              <a:cxnLst/>
              <a:rect l="l" t="t" r="r" b="b"/>
              <a:pathLst>
                <a:path w="10791" h="3040" extrusionOk="0">
                  <a:moveTo>
                    <a:pt x="0" y="0"/>
                  </a:moveTo>
                  <a:lnTo>
                    <a:pt x="5411" y="3040"/>
                  </a:lnTo>
                  <a:lnTo>
                    <a:pt x="107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9" name="Google Shape;141;p18">
              <a:extLst>
                <a:ext uri="{FF2B5EF4-FFF2-40B4-BE49-F238E27FC236}">
                  <a16:creationId xmlns:a16="http://schemas.microsoft.com/office/drawing/2014/main" id="{58E809F9-024A-220A-6545-408FC81F0A77}"/>
                </a:ext>
              </a:extLst>
            </p:cNvPr>
            <p:cNvSpPr/>
            <p:nvPr/>
          </p:nvSpPr>
          <p:spPr>
            <a:xfrm>
              <a:off x="7647726" y="2634289"/>
              <a:ext cx="1196710" cy="1243866"/>
            </a:xfrm>
            <a:prstGeom prst="rect">
              <a:avLst/>
            </a:prstGeom>
            <a:solidFill>
              <a:schemeClr val="accent4">
                <a:alpha val="47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87" name="Google Shape;208;p18">
              <a:extLst>
                <a:ext uri="{FF2B5EF4-FFF2-40B4-BE49-F238E27FC236}">
                  <a16:creationId xmlns:a16="http://schemas.microsoft.com/office/drawing/2014/main" id="{EE624A38-25CA-4FAC-93AC-E2B31782CA35}"/>
                </a:ext>
              </a:extLst>
            </p:cNvPr>
            <p:cNvGrpSpPr/>
            <p:nvPr/>
          </p:nvGrpSpPr>
          <p:grpSpPr>
            <a:xfrm>
              <a:off x="7773307" y="2978931"/>
              <a:ext cx="945549" cy="585081"/>
              <a:chOff x="5844709" y="2022106"/>
              <a:chExt cx="733867" cy="454098"/>
            </a:xfrm>
            <a:noFill/>
          </p:grpSpPr>
          <p:sp>
            <p:nvSpPr>
              <p:cNvPr id="88" name="Google Shape;209;p18">
                <a:extLst>
                  <a:ext uri="{FF2B5EF4-FFF2-40B4-BE49-F238E27FC236}">
                    <a16:creationId xmlns:a16="http://schemas.microsoft.com/office/drawing/2014/main" id="{BF5D82E4-7F22-8316-E026-74B141B230AA}"/>
                  </a:ext>
                </a:extLst>
              </p:cNvPr>
              <p:cNvSpPr/>
              <p:nvPr/>
            </p:nvSpPr>
            <p:spPr>
              <a:xfrm>
                <a:off x="6230808" y="2089469"/>
                <a:ext cx="329429" cy="318173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13342" extrusionOk="0">
                    <a:moveTo>
                      <a:pt x="0" y="0"/>
                    </a:moveTo>
                    <a:lnTo>
                      <a:pt x="0" y="13299"/>
                    </a:lnTo>
                    <a:lnTo>
                      <a:pt x="6221" y="13299"/>
                    </a:lnTo>
                    <a:lnTo>
                      <a:pt x="12055" y="13342"/>
                    </a:lnTo>
                    <a:lnTo>
                      <a:pt x="13814" y="13342"/>
                    </a:lnTo>
                    <a:lnTo>
                      <a:pt x="13814" y="5706"/>
                    </a:lnTo>
                    <a:cubicBezTo>
                      <a:pt x="13814" y="4805"/>
                      <a:pt x="13084" y="4119"/>
                      <a:pt x="12226" y="4119"/>
                    </a:cubicBezTo>
                    <a:lnTo>
                      <a:pt x="9910" y="4119"/>
                    </a:lnTo>
                    <a:lnTo>
                      <a:pt x="579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89" name="Google Shape;210;p18">
                <a:extLst>
                  <a:ext uri="{FF2B5EF4-FFF2-40B4-BE49-F238E27FC236}">
                    <a16:creationId xmlns:a16="http://schemas.microsoft.com/office/drawing/2014/main" id="{848951B6-7191-A6E1-0AFB-D34A3417CCBE}"/>
                  </a:ext>
                </a:extLst>
              </p:cNvPr>
              <p:cNvSpPr/>
              <p:nvPr/>
            </p:nvSpPr>
            <p:spPr>
              <a:xfrm>
                <a:off x="5847173" y="2048547"/>
                <a:ext cx="383659" cy="358094"/>
              </a:xfrm>
              <a:custGeom>
                <a:avLst/>
                <a:gdLst/>
                <a:ahLst/>
                <a:cxnLst/>
                <a:rect l="l" t="t" r="r" b="b"/>
                <a:pathLst>
                  <a:path w="16088" h="15016" extrusionOk="0">
                    <a:moveTo>
                      <a:pt x="1287" y="0"/>
                    </a:moveTo>
                    <a:cubicBezTo>
                      <a:pt x="558" y="0"/>
                      <a:pt x="0" y="558"/>
                      <a:pt x="0" y="1287"/>
                    </a:cubicBezTo>
                    <a:lnTo>
                      <a:pt x="0" y="13728"/>
                    </a:lnTo>
                    <a:cubicBezTo>
                      <a:pt x="0" y="14414"/>
                      <a:pt x="558" y="15015"/>
                      <a:pt x="1287" y="15015"/>
                    </a:cubicBezTo>
                    <a:lnTo>
                      <a:pt x="16087" y="15015"/>
                    </a:lnTo>
                    <a:lnTo>
                      <a:pt x="16087" y="1287"/>
                    </a:lnTo>
                    <a:cubicBezTo>
                      <a:pt x="16087" y="558"/>
                      <a:pt x="15487" y="0"/>
                      <a:pt x="14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90" name="Google Shape;211;p18">
                <a:extLst>
                  <a:ext uri="{FF2B5EF4-FFF2-40B4-BE49-F238E27FC236}">
                    <a16:creationId xmlns:a16="http://schemas.microsoft.com/office/drawing/2014/main" id="{5FD03542-99B2-1ACA-4FFF-8DD2DD5C2DD4}"/>
                  </a:ext>
                </a:extLst>
              </p:cNvPr>
              <p:cNvSpPr/>
              <p:nvPr/>
            </p:nvSpPr>
            <p:spPr>
              <a:xfrm>
                <a:off x="6230808" y="2089469"/>
                <a:ext cx="329429" cy="318173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13342" fill="none" extrusionOk="0">
                    <a:moveTo>
                      <a:pt x="6221" y="13299"/>
                    </a:moveTo>
                    <a:lnTo>
                      <a:pt x="0" y="13299"/>
                    </a:lnTo>
                    <a:lnTo>
                      <a:pt x="0" y="0"/>
                    </a:lnTo>
                    <a:lnTo>
                      <a:pt x="5792" y="0"/>
                    </a:lnTo>
                    <a:lnTo>
                      <a:pt x="9910" y="4119"/>
                    </a:lnTo>
                    <a:lnTo>
                      <a:pt x="12226" y="4119"/>
                    </a:lnTo>
                    <a:cubicBezTo>
                      <a:pt x="13084" y="4119"/>
                      <a:pt x="13814" y="4805"/>
                      <a:pt x="13814" y="5706"/>
                    </a:cubicBezTo>
                    <a:lnTo>
                      <a:pt x="13814" y="13342"/>
                    </a:lnTo>
                    <a:lnTo>
                      <a:pt x="12055" y="13342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91" name="Google Shape;212;p18">
                <a:extLst>
                  <a:ext uri="{FF2B5EF4-FFF2-40B4-BE49-F238E27FC236}">
                    <a16:creationId xmlns:a16="http://schemas.microsoft.com/office/drawing/2014/main" id="{5AA631E1-B587-6831-36AB-DFFCB1456AE7}"/>
                  </a:ext>
                </a:extLst>
              </p:cNvPr>
              <p:cNvSpPr/>
              <p:nvPr/>
            </p:nvSpPr>
            <p:spPr>
              <a:xfrm>
                <a:off x="5907531" y="2336029"/>
                <a:ext cx="141201" cy="140176"/>
              </a:xfrm>
              <a:custGeom>
                <a:avLst/>
                <a:gdLst/>
                <a:ahLst/>
                <a:cxnLst/>
                <a:rect l="l" t="t" r="r" b="b"/>
                <a:pathLst>
                  <a:path w="5921" h="5878" extrusionOk="0">
                    <a:moveTo>
                      <a:pt x="2960" y="0"/>
                    </a:moveTo>
                    <a:cubicBezTo>
                      <a:pt x="1330" y="0"/>
                      <a:pt x="0" y="1330"/>
                      <a:pt x="0" y="2917"/>
                    </a:cubicBezTo>
                    <a:cubicBezTo>
                      <a:pt x="0" y="4547"/>
                      <a:pt x="1330" y="5877"/>
                      <a:pt x="2960" y="5877"/>
                    </a:cubicBezTo>
                    <a:cubicBezTo>
                      <a:pt x="4590" y="5877"/>
                      <a:pt x="5920" y="4547"/>
                      <a:pt x="5920" y="2917"/>
                    </a:cubicBezTo>
                    <a:cubicBezTo>
                      <a:pt x="5920" y="1330"/>
                      <a:pt x="4590" y="0"/>
                      <a:pt x="296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92" name="Google Shape;213;p18">
                <a:extLst>
                  <a:ext uri="{FF2B5EF4-FFF2-40B4-BE49-F238E27FC236}">
                    <a16:creationId xmlns:a16="http://schemas.microsoft.com/office/drawing/2014/main" id="{69EA5E8E-A93A-0E38-4294-AA03C6BC3617}"/>
                  </a:ext>
                </a:extLst>
              </p:cNvPr>
              <p:cNvSpPr/>
              <p:nvPr/>
            </p:nvSpPr>
            <p:spPr>
              <a:xfrm>
                <a:off x="6379139" y="2336029"/>
                <a:ext cx="140176" cy="140176"/>
              </a:xfrm>
              <a:custGeom>
                <a:avLst/>
                <a:gdLst/>
                <a:ahLst/>
                <a:cxnLst/>
                <a:rect l="l" t="t" r="r" b="b"/>
                <a:pathLst>
                  <a:path w="5878" h="5878" extrusionOk="0">
                    <a:moveTo>
                      <a:pt x="2918" y="0"/>
                    </a:moveTo>
                    <a:cubicBezTo>
                      <a:pt x="1288" y="0"/>
                      <a:pt x="1" y="1330"/>
                      <a:pt x="1" y="2917"/>
                    </a:cubicBezTo>
                    <a:cubicBezTo>
                      <a:pt x="1" y="4547"/>
                      <a:pt x="1288" y="5877"/>
                      <a:pt x="2918" y="5877"/>
                    </a:cubicBezTo>
                    <a:cubicBezTo>
                      <a:pt x="4548" y="5877"/>
                      <a:pt x="5878" y="4547"/>
                      <a:pt x="5878" y="2917"/>
                    </a:cubicBezTo>
                    <a:cubicBezTo>
                      <a:pt x="5878" y="1330"/>
                      <a:pt x="4548" y="0"/>
                      <a:pt x="29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93" name="Google Shape;214;p18">
                <a:extLst>
                  <a:ext uri="{FF2B5EF4-FFF2-40B4-BE49-F238E27FC236}">
                    <a16:creationId xmlns:a16="http://schemas.microsoft.com/office/drawing/2014/main" id="{1A803903-E514-5C34-1021-7EBACCC371C4}"/>
                  </a:ext>
                </a:extLst>
              </p:cNvPr>
              <p:cNvGrpSpPr/>
              <p:nvPr/>
            </p:nvGrpSpPr>
            <p:grpSpPr>
              <a:xfrm>
                <a:off x="5844709" y="2022106"/>
                <a:ext cx="733867" cy="439084"/>
                <a:chOff x="5844709" y="1641106"/>
                <a:chExt cx="733867" cy="439084"/>
              </a:xfrm>
              <a:grpFill/>
            </p:grpSpPr>
            <p:sp>
              <p:nvSpPr>
                <p:cNvPr id="95" name="Google Shape;215;p18">
                  <a:extLst>
                    <a:ext uri="{FF2B5EF4-FFF2-40B4-BE49-F238E27FC236}">
                      <a16:creationId xmlns:a16="http://schemas.microsoft.com/office/drawing/2014/main" id="{71330977-AFAA-0DD7-9453-B51684BF8C9B}"/>
                    </a:ext>
                  </a:extLst>
                </p:cNvPr>
                <p:cNvSpPr/>
                <p:nvPr/>
              </p:nvSpPr>
              <p:spPr>
                <a:xfrm>
                  <a:off x="6051050" y="1751672"/>
                  <a:ext cx="93736" cy="158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6" h="4590" fill="none" extrusionOk="0">
                      <a:moveTo>
                        <a:pt x="2706" y="0"/>
                      </a:moveTo>
                      <a:lnTo>
                        <a:pt x="2706" y="3040"/>
                      </a:lnTo>
                      <a:lnTo>
                        <a:pt x="1" y="4590"/>
                      </a:lnTo>
                      <a:lnTo>
                        <a:pt x="31" y="155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96" name="Google Shape;216;p18">
                  <a:extLst>
                    <a:ext uri="{FF2B5EF4-FFF2-40B4-BE49-F238E27FC236}">
                      <a16:creationId xmlns:a16="http://schemas.microsoft.com/office/drawing/2014/main" id="{94B742D6-EBA4-0423-B40F-A0EC0AF633C4}"/>
                    </a:ext>
                  </a:extLst>
                </p:cNvPr>
                <p:cNvSpPr/>
                <p:nvPr/>
              </p:nvSpPr>
              <p:spPr>
                <a:xfrm>
                  <a:off x="5958392" y="1751672"/>
                  <a:ext cx="93770" cy="158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7" h="4590" fill="none" extrusionOk="0">
                      <a:moveTo>
                        <a:pt x="2706" y="1550"/>
                      </a:moveTo>
                      <a:lnTo>
                        <a:pt x="2676" y="4590"/>
                      </a:lnTo>
                      <a:lnTo>
                        <a:pt x="1" y="304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97" name="Google Shape;217;p18">
                  <a:extLst>
                    <a:ext uri="{FF2B5EF4-FFF2-40B4-BE49-F238E27FC236}">
                      <a16:creationId xmlns:a16="http://schemas.microsoft.com/office/drawing/2014/main" id="{234CCD21-C5D3-C547-CB14-9CD6F9EF485A}"/>
                    </a:ext>
                  </a:extLst>
                </p:cNvPr>
                <p:cNvSpPr/>
                <p:nvPr/>
              </p:nvSpPr>
              <p:spPr>
                <a:xfrm>
                  <a:off x="5958392" y="1696908"/>
                  <a:ext cx="186398" cy="108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1" h="3132" fill="none" extrusionOk="0">
                      <a:moveTo>
                        <a:pt x="5381" y="1581"/>
                      </a:moveTo>
                      <a:lnTo>
                        <a:pt x="2706" y="3131"/>
                      </a:lnTo>
                      <a:lnTo>
                        <a:pt x="1" y="1581"/>
                      </a:lnTo>
                      <a:lnTo>
                        <a:pt x="2676" y="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98" name="Google Shape;218;p18">
                  <a:extLst>
                    <a:ext uri="{FF2B5EF4-FFF2-40B4-BE49-F238E27FC236}">
                      <a16:creationId xmlns:a16="http://schemas.microsoft.com/office/drawing/2014/main" id="{24BDDF93-92D7-BEF5-C280-3F6683BB7EFF}"/>
                    </a:ext>
                  </a:extLst>
                </p:cNvPr>
                <p:cNvSpPr/>
                <p:nvPr/>
              </p:nvSpPr>
              <p:spPr>
                <a:xfrm>
                  <a:off x="5907855" y="1934840"/>
                  <a:ext cx="144310" cy="145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6" h="4196" fill="none" extrusionOk="0">
                      <a:moveTo>
                        <a:pt x="4165" y="2098"/>
                      </a:moveTo>
                      <a:cubicBezTo>
                        <a:pt x="4165" y="3253"/>
                        <a:pt x="3223" y="4195"/>
                        <a:pt x="2068" y="4195"/>
                      </a:cubicBezTo>
                      <a:cubicBezTo>
                        <a:pt x="913" y="4195"/>
                        <a:pt x="1" y="3253"/>
                        <a:pt x="1" y="2098"/>
                      </a:cubicBezTo>
                      <a:cubicBezTo>
                        <a:pt x="1" y="943"/>
                        <a:pt x="913" y="1"/>
                        <a:pt x="2068" y="1"/>
                      </a:cubicBezTo>
                      <a:cubicBezTo>
                        <a:pt x="3223" y="1"/>
                        <a:pt x="4165" y="943"/>
                        <a:pt x="4165" y="2098"/>
                      </a:cubicBez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99" name="Google Shape;219;p18">
                  <a:extLst>
                    <a:ext uri="{FF2B5EF4-FFF2-40B4-BE49-F238E27FC236}">
                      <a16:creationId xmlns:a16="http://schemas.microsoft.com/office/drawing/2014/main" id="{6FF982AD-9E80-1996-10F6-D1707BCD2246}"/>
                    </a:ext>
                  </a:extLst>
                </p:cNvPr>
                <p:cNvSpPr/>
                <p:nvPr/>
              </p:nvSpPr>
              <p:spPr>
                <a:xfrm>
                  <a:off x="6392171" y="1934840"/>
                  <a:ext cx="144310" cy="145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6" h="4196" fill="none" extrusionOk="0">
                      <a:moveTo>
                        <a:pt x="4165" y="2098"/>
                      </a:moveTo>
                      <a:cubicBezTo>
                        <a:pt x="4165" y="3253"/>
                        <a:pt x="3223" y="4195"/>
                        <a:pt x="2068" y="4195"/>
                      </a:cubicBezTo>
                      <a:cubicBezTo>
                        <a:pt x="913" y="4195"/>
                        <a:pt x="1" y="3253"/>
                        <a:pt x="1" y="2098"/>
                      </a:cubicBezTo>
                      <a:cubicBezTo>
                        <a:pt x="1" y="943"/>
                        <a:pt x="913" y="1"/>
                        <a:pt x="2068" y="1"/>
                      </a:cubicBezTo>
                      <a:cubicBezTo>
                        <a:pt x="3223" y="1"/>
                        <a:pt x="4165" y="943"/>
                        <a:pt x="4165" y="2098"/>
                      </a:cubicBez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00" name="Google Shape;220;p18">
                  <a:extLst>
                    <a:ext uri="{FF2B5EF4-FFF2-40B4-BE49-F238E27FC236}">
                      <a16:creationId xmlns:a16="http://schemas.microsoft.com/office/drawing/2014/main" id="{3047E70A-B77F-FBEF-AFCA-8F998E7A0E19}"/>
                    </a:ext>
                  </a:extLst>
                </p:cNvPr>
                <p:cNvSpPr/>
                <p:nvPr/>
              </p:nvSpPr>
              <p:spPr>
                <a:xfrm>
                  <a:off x="5844709" y="1641106"/>
                  <a:ext cx="394861" cy="368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99" h="10639" fill="none" extrusionOk="0">
                      <a:moveTo>
                        <a:pt x="1824" y="10578"/>
                      </a:moveTo>
                      <a:lnTo>
                        <a:pt x="912" y="10578"/>
                      </a:lnTo>
                      <a:cubicBezTo>
                        <a:pt x="395" y="10578"/>
                        <a:pt x="0" y="10183"/>
                        <a:pt x="0" y="9666"/>
                      </a:cubicBezTo>
                      <a:lnTo>
                        <a:pt x="0" y="912"/>
                      </a:lnTo>
                      <a:cubicBezTo>
                        <a:pt x="0" y="396"/>
                        <a:pt x="395" y="1"/>
                        <a:pt x="912" y="1"/>
                      </a:cubicBezTo>
                      <a:lnTo>
                        <a:pt x="10487" y="1"/>
                      </a:lnTo>
                      <a:cubicBezTo>
                        <a:pt x="10973" y="1"/>
                        <a:pt x="11399" y="396"/>
                        <a:pt x="11399" y="912"/>
                      </a:cubicBezTo>
                      <a:lnTo>
                        <a:pt x="11399" y="10639"/>
                      </a:lnTo>
                      <a:lnTo>
                        <a:pt x="5958" y="10639"/>
                      </a:lnTo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01" name="Google Shape;221;p18">
                  <a:extLst>
                    <a:ext uri="{FF2B5EF4-FFF2-40B4-BE49-F238E27FC236}">
                      <a16:creationId xmlns:a16="http://schemas.microsoft.com/office/drawing/2014/main" id="{0DF6992D-7A2F-B56D-F5A7-3F033B595209}"/>
                    </a:ext>
                  </a:extLst>
                </p:cNvPr>
                <p:cNvSpPr/>
                <p:nvPr/>
              </p:nvSpPr>
              <p:spPr>
                <a:xfrm>
                  <a:off x="6238480" y="1681113"/>
                  <a:ext cx="340096" cy="3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8" h="9454" fill="none" extrusionOk="0">
                      <a:moveTo>
                        <a:pt x="4438" y="9423"/>
                      </a:moveTo>
                      <a:lnTo>
                        <a:pt x="0" y="9423"/>
                      </a:lnTo>
                      <a:lnTo>
                        <a:pt x="0" y="1"/>
                      </a:lnTo>
                      <a:lnTo>
                        <a:pt x="4134" y="1"/>
                      </a:lnTo>
                      <a:lnTo>
                        <a:pt x="7052" y="2949"/>
                      </a:lnTo>
                      <a:lnTo>
                        <a:pt x="8663" y="2949"/>
                      </a:lnTo>
                      <a:cubicBezTo>
                        <a:pt x="9271" y="2949"/>
                        <a:pt x="9818" y="3435"/>
                        <a:pt x="9818" y="4074"/>
                      </a:cubicBezTo>
                      <a:lnTo>
                        <a:pt x="9818" y="9454"/>
                      </a:lnTo>
                      <a:lnTo>
                        <a:pt x="8572" y="9454"/>
                      </a:lnTo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02" name="Google Shape;222;p18">
                  <a:extLst>
                    <a:ext uri="{FF2B5EF4-FFF2-40B4-BE49-F238E27FC236}">
                      <a16:creationId xmlns:a16="http://schemas.microsoft.com/office/drawing/2014/main" id="{CAA57217-06DD-26FB-5622-4DF64D86D329}"/>
                    </a:ext>
                  </a:extLst>
                </p:cNvPr>
                <p:cNvSpPr/>
                <p:nvPr/>
              </p:nvSpPr>
              <p:spPr>
                <a:xfrm>
                  <a:off x="6294282" y="1726386"/>
                  <a:ext cx="158998" cy="117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0" h="3405" fill="none" extrusionOk="0">
                      <a:moveTo>
                        <a:pt x="0" y="1"/>
                      </a:moveTo>
                      <a:lnTo>
                        <a:pt x="0" y="3405"/>
                      </a:lnTo>
                      <a:lnTo>
                        <a:pt x="4590" y="3405"/>
                      </a:lnTo>
                      <a:lnTo>
                        <a:pt x="1186" y="1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94" name="Google Shape;223;p18">
                <a:extLst>
                  <a:ext uri="{FF2B5EF4-FFF2-40B4-BE49-F238E27FC236}">
                    <a16:creationId xmlns:a16="http://schemas.microsoft.com/office/drawing/2014/main" id="{764847AB-5C01-A3EB-8D5E-2F91A2AF44D5}"/>
                  </a:ext>
                </a:extLst>
              </p:cNvPr>
              <p:cNvSpPr/>
              <p:nvPr/>
            </p:nvSpPr>
            <p:spPr>
              <a:xfrm>
                <a:off x="5947750" y="2036800"/>
                <a:ext cx="402200" cy="375400"/>
              </a:xfrm>
              <a:custGeom>
                <a:avLst/>
                <a:gdLst/>
                <a:ahLst/>
                <a:cxnLst/>
                <a:rect l="l" t="t" r="r" b="b"/>
                <a:pathLst>
                  <a:path w="16088" h="15016" fill="none" extrusionOk="0">
                    <a:moveTo>
                      <a:pt x="2574" y="15015"/>
                    </a:moveTo>
                    <a:lnTo>
                      <a:pt x="1287" y="15015"/>
                    </a:lnTo>
                    <a:cubicBezTo>
                      <a:pt x="558" y="15015"/>
                      <a:pt x="0" y="14414"/>
                      <a:pt x="0" y="13728"/>
                    </a:cubicBezTo>
                    <a:lnTo>
                      <a:pt x="0" y="1287"/>
                    </a:lnTo>
                    <a:cubicBezTo>
                      <a:pt x="0" y="558"/>
                      <a:pt x="558" y="0"/>
                      <a:pt x="1287" y="0"/>
                    </a:cubicBezTo>
                    <a:lnTo>
                      <a:pt x="14800" y="0"/>
                    </a:lnTo>
                    <a:cubicBezTo>
                      <a:pt x="15487" y="0"/>
                      <a:pt x="16087" y="558"/>
                      <a:pt x="16087" y="1287"/>
                    </a:cubicBezTo>
                    <a:lnTo>
                      <a:pt x="16087" y="15015"/>
                    </a:lnTo>
                    <a:lnTo>
                      <a:pt x="8408" y="15015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F7D3FAE-F560-123B-19EA-A5FB461746FD}"/>
                </a:ext>
              </a:extLst>
            </p:cNvPr>
            <p:cNvSpPr/>
            <p:nvPr/>
          </p:nvSpPr>
          <p:spPr>
            <a:xfrm>
              <a:off x="7422575" y="4315810"/>
              <a:ext cx="1647013" cy="80791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Procurement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3" name="Google Shape;124;p18">
              <a:extLst>
                <a:ext uri="{FF2B5EF4-FFF2-40B4-BE49-F238E27FC236}">
                  <a16:creationId xmlns:a16="http://schemas.microsoft.com/office/drawing/2014/main" id="{EB1CE900-7020-8FD2-958F-7BEDB97F7E17}"/>
                </a:ext>
              </a:extLst>
            </p:cNvPr>
            <p:cNvSpPr/>
            <p:nvPr/>
          </p:nvSpPr>
          <p:spPr>
            <a:xfrm>
              <a:off x="3946561" y="3866143"/>
              <a:ext cx="481622" cy="135681"/>
            </a:xfrm>
            <a:custGeom>
              <a:avLst/>
              <a:gdLst/>
              <a:ahLst/>
              <a:cxnLst/>
              <a:rect l="l" t="t" r="r" b="b"/>
              <a:pathLst>
                <a:path w="10791" h="3040" extrusionOk="0">
                  <a:moveTo>
                    <a:pt x="0" y="0"/>
                  </a:moveTo>
                  <a:lnTo>
                    <a:pt x="5411" y="3040"/>
                  </a:lnTo>
                  <a:lnTo>
                    <a:pt x="107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1" name="Google Shape;143;p18">
              <a:extLst>
                <a:ext uri="{FF2B5EF4-FFF2-40B4-BE49-F238E27FC236}">
                  <a16:creationId xmlns:a16="http://schemas.microsoft.com/office/drawing/2014/main" id="{EDA95697-EE46-D8B7-5C41-1A9B1B0C4645}"/>
                </a:ext>
              </a:extLst>
            </p:cNvPr>
            <p:cNvSpPr/>
            <p:nvPr/>
          </p:nvSpPr>
          <p:spPr>
            <a:xfrm>
              <a:off x="3589017" y="2634289"/>
              <a:ext cx="1196710" cy="1243866"/>
            </a:xfrm>
            <a:prstGeom prst="rect">
              <a:avLst/>
            </a:prstGeom>
            <a:solidFill>
              <a:schemeClr val="accent2">
                <a:alpha val="47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57" name="Google Shape;178;p18">
              <a:extLst>
                <a:ext uri="{FF2B5EF4-FFF2-40B4-BE49-F238E27FC236}">
                  <a16:creationId xmlns:a16="http://schemas.microsoft.com/office/drawing/2014/main" id="{BAD569A5-81F1-B27F-732F-A0B6D24F1AC6}"/>
                </a:ext>
              </a:extLst>
            </p:cNvPr>
            <p:cNvGrpSpPr/>
            <p:nvPr/>
          </p:nvGrpSpPr>
          <p:grpSpPr>
            <a:xfrm>
              <a:off x="3691846" y="2999282"/>
              <a:ext cx="991052" cy="558973"/>
              <a:chOff x="2689775" y="2037901"/>
              <a:chExt cx="769183" cy="433835"/>
            </a:xfrm>
            <a:noFill/>
          </p:grpSpPr>
          <p:sp>
            <p:nvSpPr>
              <p:cNvPr id="58" name="Google Shape;179;p18">
                <a:extLst>
                  <a:ext uri="{FF2B5EF4-FFF2-40B4-BE49-F238E27FC236}">
                    <a16:creationId xmlns:a16="http://schemas.microsoft.com/office/drawing/2014/main" id="{C5B99C81-A612-3C88-5996-594BF1D26315}"/>
                  </a:ext>
                </a:extLst>
              </p:cNvPr>
              <p:cNvSpPr/>
              <p:nvPr/>
            </p:nvSpPr>
            <p:spPr>
              <a:xfrm>
                <a:off x="2689775" y="2066777"/>
                <a:ext cx="325830" cy="404959"/>
              </a:xfrm>
              <a:custGeom>
                <a:avLst/>
                <a:gdLst/>
                <a:ahLst/>
                <a:cxnLst/>
                <a:rect l="l" t="t" r="r" b="b"/>
                <a:pathLst>
                  <a:path w="13428" h="16689" extrusionOk="0">
                    <a:moveTo>
                      <a:pt x="1459" y="1"/>
                    </a:moveTo>
                    <a:cubicBezTo>
                      <a:pt x="644" y="1"/>
                      <a:pt x="0" y="644"/>
                      <a:pt x="0" y="1459"/>
                    </a:cubicBezTo>
                    <a:lnTo>
                      <a:pt x="0" y="15230"/>
                    </a:lnTo>
                    <a:cubicBezTo>
                      <a:pt x="0" y="16045"/>
                      <a:pt x="644" y="16688"/>
                      <a:pt x="1459" y="16688"/>
                    </a:cubicBezTo>
                    <a:lnTo>
                      <a:pt x="11969" y="16688"/>
                    </a:lnTo>
                    <a:cubicBezTo>
                      <a:pt x="12741" y="16688"/>
                      <a:pt x="13385" y="16045"/>
                      <a:pt x="13428" y="15230"/>
                    </a:cubicBezTo>
                    <a:lnTo>
                      <a:pt x="13428" y="1459"/>
                    </a:lnTo>
                    <a:cubicBezTo>
                      <a:pt x="13428" y="644"/>
                      <a:pt x="12784" y="1"/>
                      <a:pt x="1196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59" name="Google Shape;180;p18">
                <a:extLst>
                  <a:ext uri="{FF2B5EF4-FFF2-40B4-BE49-F238E27FC236}">
                    <a16:creationId xmlns:a16="http://schemas.microsoft.com/office/drawing/2014/main" id="{A9822AB6-4607-9BC6-DF16-C87DD58AD428}"/>
                  </a:ext>
                </a:extLst>
              </p:cNvPr>
              <p:cNvSpPr/>
              <p:nvPr/>
            </p:nvSpPr>
            <p:spPr>
              <a:xfrm>
                <a:off x="3098847" y="2066777"/>
                <a:ext cx="324811" cy="404959"/>
              </a:xfrm>
              <a:custGeom>
                <a:avLst/>
                <a:gdLst/>
                <a:ahLst/>
                <a:cxnLst/>
                <a:rect l="l" t="t" r="r" b="b"/>
                <a:pathLst>
                  <a:path w="13386" h="16689" extrusionOk="0">
                    <a:moveTo>
                      <a:pt x="1459" y="1"/>
                    </a:moveTo>
                    <a:cubicBezTo>
                      <a:pt x="644" y="1"/>
                      <a:pt x="1" y="644"/>
                      <a:pt x="1" y="1459"/>
                    </a:cubicBezTo>
                    <a:lnTo>
                      <a:pt x="1" y="15230"/>
                    </a:lnTo>
                    <a:cubicBezTo>
                      <a:pt x="1" y="16045"/>
                      <a:pt x="644" y="16688"/>
                      <a:pt x="1459" y="16688"/>
                    </a:cubicBezTo>
                    <a:lnTo>
                      <a:pt x="12012" y="16688"/>
                    </a:lnTo>
                    <a:cubicBezTo>
                      <a:pt x="12742" y="16688"/>
                      <a:pt x="13385" y="16045"/>
                      <a:pt x="13385" y="15230"/>
                    </a:cubicBezTo>
                    <a:lnTo>
                      <a:pt x="13385" y="1459"/>
                    </a:lnTo>
                    <a:cubicBezTo>
                      <a:pt x="13385" y="644"/>
                      <a:pt x="12742" y="1"/>
                      <a:pt x="1196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0" name="Google Shape;181;p18">
                <a:extLst>
                  <a:ext uri="{FF2B5EF4-FFF2-40B4-BE49-F238E27FC236}">
                    <a16:creationId xmlns:a16="http://schemas.microsoft.com/office/drawing/2014/main" id="{0100271A-4DED-0ACD-6A40-18BA16DAD50E}"/>
                  </a:ext>
                </a:extLst>
              </p:cNvPr>
              <p:cNvSpPr/>
              <p:nvPr/>
            </p:nvSpPr>
            <p:spPr>
              <a:xfrm>
                <a:off x="2878783" y="2177944"/>
                <a:ext cx="110606" cy="1895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5472" fill="none" extrusionOk="0">
                    <a:moveTo>
                      <a:pt x="3192" y="0"/>
                    </a:moveTo>
                    <a:lnTo>
                      <a:pt x="3192" y="3617"/>
                    </a:lnTo>
                    <a:lnTo>
                      <a:pt x="0" y="5471"/>
                    </a:lnTo>
                    <a:lnTo>
                      <a:pt x="0" y="1885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1" name="Google Shape;182;p18">
                <a:extLst>
                  <a:ext uri="{FF2B5EF4-FFF2-40B4-BE49-F238E27FC236}">
                    <a16:creationId xmlns:a16="http://schemas.microsoft.com/office/drawing/2014/main" id="{53EE4E38-AC96-F13B-B236-35A261DDD126}"/>
                  </a:ext>
                </a:extLst>
              </p:cNvPr>
              <p:cNvSpPr/>
              <p:nvPr/>
            </p:nvSpPr>
            <p:spPr>
              <a:xfrm>
                <a:off x="2768217" y="2114764"/>
                <a:ext cx="221176" cy="128480"/>
              </a:xfrm>
              <a:custGeom>
                <a:avLst/>
                <a:gdLst/>
                <a:ahLst/>
                <a:cxnLst/>
                <a:rect l="l" t="t" r="r" b="b"/>
                <a:pathLst>
                  <a:path w="6385" h="3709" fill="none" extrusionOk="0">
                    <a:moveTo>
                      <a:pt x="6384" y="1824"/>
                    </a:moveTo>
                    <a:lnTo>
                      <a:pt x="3192" y="3709"/>
                    </a:lnTo>
                    <a:lnTo>
                      <a:pt x="1" y="1824"/>
                    </a:lnTo>
                    <a:lnTo>
                      <a:pt x="3192" y="0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2" name="Google Shape;183;p18">
                <a:extLst>
                  <a:ext uri="{FF2B5EF4-FFF2-40B4-BE49-F238E27FC236}">
                    <a16:creationId xmlns:a16="http://schemas.microsoft.com/office/drawing/2014/main" id="{F768A4AB-1A43-95C1-3340-EA3F86CB2346}"/>
                  </a:ext>
                </a:extLst>
              </p:cNvPr>
              <p:cNvSpPr/>
              <p:nvPr/>
            </p:nvSpPr>
            <p:spPr>
              <a:xfrm>
                <a:off x="2715601" y="2037901"/>
                <a:ext cx="329565" cy="408544"/>
              </a:xfrm>
              <a:custGeom>
                <a:avLst/>
                <a:gdLst/>
                <a:ahLst/>
                <a:cxnLst/>
                <a:rect l="l" t="t" r="r" b="b"/>
                <a:pathLst>
                  <a:path w="9514" h="11794" fill="none" extrusionOk="0">
                    <a:moveTo>
                      <a:pt x="8481" y="11794"/>
                    </a:moveTo>
                    <a:lnTo>
                      <a:pt x="1034" y="11794"/>
                    </a:lnTo>
                    <a:cubicBezTo>
                      <a:pt x="456" y="11794"/>
                      <a:pt x="0" y="11338"/>
                      <a:pt x="0" y="10791"/>
                    </a:cubicBezTo>
                    <a:lnTo>
                      <a:pt x="0" y="1004"/>
                    </a:lnTo>
                    <a:cubicBezTo>
                      <a:pt x="0" y="456"/>
                      <a:pt x="456" y="0"/>
                      <a:pt x="1034" y="0"/>
                    </a:cubicBezTo>
                    <a:lnTo>
                      <a:pt x="8481" y="0"/>
                    </a:lnTo>
                    <a:cubicBezTo>
                      <a:pt x="9058" y="0"/>
                      <a:pt x="9514" y="456"/>
                      <a:pt x="9514" y="1004"/>
                    </a:cubicBezTo>
                    <a:lnTo>
                      <a:pt x="9514" y="10791"/>
                    </a:lnTo>
                    <a:cubicBezTo>
                      <a:pt x="9484" y="11338"/>
                      <a:pt x="9028" y="11794"/>
                      <a:pt x="8481" y="1179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3" name="Google Shape;184;p18">
                <a:extLst>
                  <a:ext uri="{FF2B5EF4-FFF2-40B4-BE49-F238E27FC236}">
                    <a16:creationId xmlns:a16="http://schemas.microsoft.com/office/drawing/2014/main" id="{3F23AD56-B4D1-6CFC-5FDD-6EE2FD8595BB}"/>
                  </a:ext>
                </a:extLst>
              </p:cNvPr>
              <p:cNvSpPr/>
              <p:nvPr/>
            </p:nvSpPr>
            <p:spPr>
              <a:xfrm>
                <a:off x="3293614" y="2177944"/>
                <a:ext cx="110571" cy="189550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5472" fill="none" extrusionOk="0">
                    <a:moveTo>
                      <a:pt x="3192" y="0"/>
                    </a:moveTo>
                    <a:lnTo>
                      <a:pt x="3192" y="3617"/>
                    </a:lnTo>
                    <a:lnTo>
                      <a:pt x="0" y="5471"/>
                    </a:lnTo>
                    <a:lnTo>
                      <a:pt x="31" y="1885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4" name="Google Shape;185;p18">
                <a:extLst>
                  <a:ext uri="{FF2B5EF4-FFF2-40B4-BE49-F238E27FC236}">
                    <a16:creationId xmlns:a16="http://schemas.microsoft.com/office/drawing/2014/main" id="{CAA5429A-5677-6FA8-6B8D-DA837FB9E892}"/>
                  </a:ext>
                </a:extLst>
              </p:cNvPr>
              <p:cNvSpPr/>
              <p:nvPr/>
            </p:nvSpPr>
            <p:spPr>
              <a:xfrm>
                <a:off x="3183048" y="2177944"/>
                <a:ext cx="111645" cy="189550"/>
              </a:xfrm>
              <a:custGeom>
                <a:avLst/>
                <a:gdLst/>
                <a:ahLst/>
                <a:cxnLst/>
                <a:rect l="l" t="t" r="r" b="b"/>
                <a:pathLst>
                  <a:path w="3223" h="5472" fill="none" extrusionOk="0">
                    <a:moveTo>
                      <a:pt x="3223" y="1885"/>
                    </a:moveTo>
                    <a:lnTo>
                      <a:pt x="3192" y="5471"/>
                    </a:lnTo>
                    <a:lnTo>
                      <a:pt x="1" y="3617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65" name="Google Shape;186;p18">
                <a:extLst>
                  <a:ext uri="{FF2B5EF4-FFF2-40B4-BE49-F238E27FC236}">
                    <a16:creationId xmlns:a16="http://schemas.microsoft.com/office/drawing/2014/main" id="{9DB4DDDA-FB20-5EFA-49F2-7E0FA08733DD}"/>
                  </a:ext>
                </a:extLst>
              </p:cNvPr>
              <p:cNvGrpSpPr/>
              <p:nvPr/>
            </p:nvGrpSpPr>
            <p:grpSpPr>
              <a:xfrm>
                <a:off x="2768217" y="2037901"/>
                <a:ext cx="690741" cy="408544"/>
                <a:chOff x="2768217" y="2037901"/>
                <a:chExt cx="690741" cy="408544"/>
              </a:xfrm>
              <a:grpFill/>
            </p:grpSpPr>
            <p:sp>
              <p:nvSpPr>
                <p:cNvPr id="69" name="Google Shape;187;p18">
                  <a:extLst>
                    <a:ext uri="{FF2B5EF4-FFF2-40B4-BE49-F238E27FC236}">
                      <a16:creationId xmlns:a16="http://schemas.microsoft.com/office/drawing/2014/main" id="{768DFF73-9336-F60D-B9B7-8ED999B07C58}"/>
                    </a:ext>
                  </a:extLst>
                </p:cNvPr>
                <p:cNvSpPr/>
                <p:nvPr/>
              </p:nvSpPr>
              <p:spPr>
                <a:xfrm>
                  <a:off x="2768217" y="2177944"/>
                  <a:ext cx="110606" cy="18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3" h="5472" fill="none" extrusionOk="0">
                      <a:moveTo>
                        <a:pt x="3192" y="1885"/>
                      </a:moveTo>
                      <a:lnTo>
                        <a:pt x="3192" y="5471"/>
                      </a:lnTo>
                      <a:lnTo>
                        <a:pt x="1" y="361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0" name="Google Shape;188;p18">
                  <a:extLst>
                    <a:ext uri="{FF2B5EF4-FFF2-40B4-BE49-F238E27FC236}">
                      <a16:creationId xmlns:a16="http://schemas.microsoft.com/office/drawing/2014/main" id="{5B8FCEAD-A35E-6B17-5C62-EF53FB3AB3D2}"/>
                    </a:ext>
                  </a:extLst>
                </p:cNvPr>
                <p:cNvSpPr/>
                <p:nvPr/>
              </p:nvSpPr>
              <p:spPr>
                <a:xfrm>
                  <a:off x="3183048" y="2114764"/>
                  <a:ext cx="221142" cy="12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4" h="3709" fill="none" extrusionOk="0">
                      <a:moveTo>
                        <a:pt x="6384" y="1824"/>
                      </a:moveTo>
                      <a:lnTo>
                        <a:pt x="3223" y="3709"/>
                      </a:lnTo>
                      <a:lnTo>
                        <a:pt x="1" y="1824"/>
                      </a:lnTo>
                      <a:lnTo>
                        <a:pt x="3192" y="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71" name="Google Shape;189;p18">
                  <a:extLst>
                    <a:ext uri="{FF2B5EF4-FFF2-40B4-BE49-F238E27FC236}">
                      <a16:creationId xmlns:a16="http://schemas.microsoft.com/office/drawing/2014/main" id="{8310829A-0A21-B50B-8338-EE00EEF17A21}"/>
                    </a:ext>
                  </a:extLst>
                </p:cNvPr>
                <p:cNvSpPr/>
                <p:nvPr/>
              </p:nvSpPr>
              <p:spPr>
                <a:xfrm>
                  <a:off x="3130432" y="2037901"/>
                  <a:ext cx="328526" cy="408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4" h="11794" fill="none" extrusionOk="0">
                      <a:moveTo>
                        <a:pt x="8480" y="11794"/>
                      </a:moveTo>
                      <a:lnTo>
                        <a:pt x="1034" y="11794"/>
                      </a:lnTo>
                      <a:cubicBezTo>
                        <a:pt x="456" y="11794"/>
                        <a:pt x="0" y="11338"/>
                        <a:pt x="0" y="10791"/>
                      </a:cubicBezTo>
                      <a:lnTo>
                        <a:pt x="0" y="1004"/>
                      </a:lnTo>
                      <a:cubicBezTo>
                        <a:pt x="0" y="456"/>
                        <a:pt x="456" y="0"/>
                        <a:pt x="1034" y="0"/>
                      </a:cubicBezTo>
                      <a:lnTo>
                        <a:pt x="8480" y="0"/>
                      </a:lnTo>
                      <a:cubicBezTo>
                        <a:pt x="9028" y="0"/>
                        <a:pt x="9484" y="456"/>
                        <a:pt x="9484" y="1004"/>
                      </a:cubicBezTo>
                      <a:lnTo>
                        <a:pt x="9484" y="10791"/>
                      </a:lnTo>
                      <a:cubicBezTo>
                        <a:pt x="9453" y="11338"/>
                        <a:pt x="8997" y="11794"/>
                        <a:pt x="8480" y="11794"/>
                      </a:cubicBez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66" name="Google Shape;190;p18">
                <a:extLst>
                  <a:ext uri="{FF2B5EF4-FFF2-40B4-BE49-F238E27FC236}">
                    <a16:creationId xmlns:a16="http://schemas.microsoft.com/office/drawing/2014/main" id="{D098DCA6-51BC-7177-09A0-B3A169B8A589}"/>
                  </a:ext>
                </a:extLst>
              </p:cNvPr>
              <p:cNvSpPr/>
              <p:nvPr/>
            </p:nvSpPr>
            <p:spPr>
              <a:xfrm>
                <a:off x="3044078" y="2243203"/>
                <a:ext cx="86392" cy="3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" fill="none" extrusionOk="0">
                    <a:moveTo>
                      <a:pt x="1" y="1"/>
                    </a:moveTo>
                    <a:lnTo>
                      <a:pt x="2493" y="1"/>
                    </a:lnTo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7" name="Google Shape;191;p18">
                <a:extLst>
                  <a:ext uri="{FF2B5EF4-FFF2-40B4-BE49-F238E27FC236}">
                    <a16:creationId xmlns:a16="http://schemas.microsoft.com/office/drawing/2014/main" id="{6BE3BB1F-CDFC-4644-29BC-66DD2FB55D12}"/>
                  </a:ext>
                </a:extLst>
              </p:cNvPr>
              <p:cNvSpPr/>
              <p:nvPr/>
            </p:nvSpPr>
            <p:spPr>
              <a:xfrm>
                <a:off x="3094950" y="2263100"/>
                <a:ext cx="879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1" extrusionOk="0">
                    <a:moveTo>
                      <a:pt x="1" y="0"/>
                    </a:moveTo>
                    <a:lnTo>
                      <a:pt x="3519" y="0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68" name="Google Shape;192;p18">
                <a:extLst>
                  <a:ext uri="{FF2B5EF4-FFF2-40B4-BE49-F238E27FC236}">
                    <a16:creationId xmlns:a16="http://schemas.microsoft.com/office/drawing/2014/main" id="{1EE9BDE3-F78B-0305-47FF-5D85A456FC53}"/>
                  </a:ext>
                </a:extLst>
              </p:cNvPr>
              <p:cNvSpPr/>
              <p:nvPr/>
            </p:nvSpPr>
            <p:spPr>
              <a:xfrm>
                <a:off x="3094950" y="2263100"/>
                <a:ext cx="879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1" fill="none" extrusionOk="0">
                    <a:moveTo>
                      <a:pt x="1" y="0"/>
                    </a:moveTo>
                    <a:lnTo>
                      <a:pt x="3519" y="0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</p:grp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4390EAB-116F-8AC8-B91C-7CD4147D570F}"/>
                </a:ext>
              </a:extLst>
            </p:cNvPr>
            <p:cNvSpPr/>
            <p:nvPr/>
          </p:nvSpPr>
          <p:spPr>
            <a:xfrm>
              <a:off x="3354405" y="4315810"/>
              <a:ext cx="1665935" cy="80791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4" name="Google Shape;125;p18">
              <a:extLst>
                <a:ext uri="{FF2B5EF4-FFF2-40B4-BE49-F238E27FC236}">
                  <a16:creationId xmlns:a16="http://schemas.microsoft.com/office/drawing/2014/main" id="{954544DF-38A3-6104-AA8C-FEDA7AD44156}"/>
                </a:ext>
              </a:extLst>
            </p:cNvPr>
            <p:cNvSpPr/>
            <p:nvPr/>
          </p:nvSpPr>
          <p:spPr>
            <a:xfrm>
              <a:off x="5980624" y="3866143"/>
              <a:ext cx="481667" cy="135681"/>
            </a:xfrm>
            <a:custGeom>
              <a:avLst/>
              <a:gdLst/>
              <a:ahLst/>
              <a:cxnLst/>
              <a:rect l="l" t="t" r="r" b="b"/>
              <a:pathLst>
                <a:path w="10792" h="3040" extrusionOk="0">
                  <a:moveTo>
                    <a:pt x="1" y="0"/>
                  </a:moveTo>
                  <a:lnTo>
                    <a:pt x="5411" y="3040"/>
                  </a:lnTo>
                  <a:lnTo>
                    <a:pt x="10791" y="0"/>
                  </a:lnTo>
                  <a:close/>
                </a:path>
              </a:pathLst>
            </a:custGeom>
            <a:solidFill>
              <a:srgbClr val="E8A3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18" name="Google Shape;140;p18">
              <a:extLst>
                <a:ext uri="{FF2B5EF4-FFF2-40B4-BE49-F238E27FC236}">
                  <a16:creationId xmlns:a16="http://schemas.microsoft.com/office/drawing/2014/main" id="{3F2575F6-33DA-3A91-9658-548C85DF6347}"/>
                </a:ext>
              </a:extLst>
            </p:cNvPr>
            <p:cNvSpPr/>
            <p:nvPr/>
          </p:nvSpPr>
          <p:spPr>
            <a:xfrm>
              <a:off x="5623102" y="2636753"/>
              <a:ext cx="1196710" cy="1243866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72" name="Google Shape;193;p18">
              <a:extLst>
                <a:ext uri="{FF2B5EF4-FFF2-40B4-BE49-F238E27FC236}">
                  <a16:creationId xmlns:a16="http://schemas.microsoft.com/office/drawing/2014/main" id="{29F5A43D-5DF0-3CA0-6692-EA3460827040}"/>
                </a:ext>
              </a:extLst>
            </p:cNvPr>
            <p:cNvGrpSpPr/>
            <p:nvPr/>
          </p:nvGrpSpPr>
          <p:grpSpPr>
            <a:xfrm>
              <a:off x="5789328" y="2776802"/>
              <a:ext cx="864259" cy="952415"/>
              <a:chOff x="4303251" y="1865228"/>
              <a:chExt cx="670776" cy="739196"/>
            </a:xfrm>
            <a:noFill/>
          </p:grpSpPr>
          <p:grpSp>
            <p:nvGrpSpPr>
              <p:cNvPr id="73" name="Google Shape;194;p18">
                <a:extLst>
                  <a:ext uri="{FF2B5EF4-FFF2-40B4-BE49-F238E27FC236}">
                    <a16:creationId xmlns:a16="http://schemas.microsoft.com/office/drawing/2014/main" id="{BF36A08E-9E41-1B85-B8EE-F758E4065515}"/>
                  </a:ext>
                </a:extLst>
              </p:cNvPr>
              <p:cNvGrpSpPr/>
              <p:nvPr/>
            </p:nvGrpSpPr>
            <p:grpSpPr>
              <a:xfrm>
                <a:off x="4303251" y="1896751"/>
                <a:ext cx="644860" cy="707673"/>
                <a:chOff x="4399100" y="1497075"/>
                <a:chExt cx="660650" cy="725000"/>
              </a:xfrm>
              <a:grpFill/>
            </p:grpSpPr>
            <p:sp>
              <p:nvSpPr>
                <p:cNvPr id="82" name="Google Shape;195;p18">
                  <a:extLst>
                    <a:ext uri="{FF2B5EF4-FFF2-40B4-BE49-F238E27FC236}">
                      <a16:creationId xmlns:a16="http://schemas.microsoft.com/office/drawing/2014/main" id="{A18E7546-CA14-7046-7515-1EEC058CE99D}"/>
                    </a:ext>
                  </a:extLst>
                </p:cNvPr>
                <p:cNvSpPr/>
                <p:nvPr/>
              </p:nvSpPr>
              <p:spPr>
                <a:xfrm>
                  <a:off x="4730475" y="1822025"/>
                  <a:ext cx="290675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7" h="16002" extrusionOk="0">
                      <a:moveTo>
                        <a:pt x="11626" y="1"/>
                      </a:moveTo>
                      <a:lnTo>
                        <a:pt x="44" y="6650"/>
                      </a:lnTo>
                      <a:lnTo>
                        <a:pt x="1" y="16002"/>
                      </a:lnTo>
                      <a:lnTo>
                        <a:pt x="11541" y="9310"/>
                      </a:lnTo>
                      <a:lnTo>
                        <a:pt x="116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3" name="Google Shape;196;p18">
                  <a:extLst>
                    <a:ext uri="{FF2B5EF4-FFF2-40B4-BE49-F238E27FC236}">
                      <a16:creationId xmlns:a16="http://schemas.microsoft.com/office/drawing/2014/main" id="{4FEE36C3-E7CF-FC7F-E49C-A308F92930A4}"/>
                    </a:ext>
                  </a:extLst>
                </p:cNvPr>
                <p:cNvSpPr/>
                <p:nvPr/>
              </p:nvSpPr>
              <p:spPr>
                <a:xfrm>
                  <a:off x="4438775" y="1822025"/>
                  <a:ext cx="2928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2" h="16002" extrusionOk="0">
                      <a:moveTo>
                        <a:pt x="86" y="1"/>
                      </a:moveTo>
                      <a:lnTo>
                        <a:pt x="0" y="9310"/>
                      </a:lnTo>
                      <a:lnTo>
                        <a:pt x="11669" y="16002"/>
                      </a:lnTo>
                      <a:lnTo>
                        <a:pt x="11712" y="6650"/>
                      </a:lnTo>
                      <a:lnTo>
                        <a:pt x="8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4" name="Google Shape;197;p18">
                  <a:extLst>
                    <a:ext uri="{FF2B5EF4-FFF2-40B4-BE49-F238E27FC236}">
                      <a16:creationId xmlns:a16="http://schemas.microsoft.com/office/drawing/2014/main" id="{54B68E9C-11D4-7285-1796-8E22ADDC7E44}"/>
                    </a:ext>
                  </a:extLst>
                </p:cNvPr>
                <p:cNvSpPr/>
                <p:nvPr/>
              </p:nvSpPr>
              <p:spPr>
                <a:xfrm>
                  <a:off x="4731550" y="1689050"/>
                  <a:ext cx="328200" cy="2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28" h="11970" extrusionOk="0">
                      <a:moveTo>
                        <a:pt x="13128" y="0"/>
                      </a:moveTo>
                      <a:lnTo>
                        <a:pt x="1" y="7593"/>
                      </a:lnTo>
                      <a:lnTo>
                        <a:pt x="1" y="11969"/>
                      </a:lnTo>
                      <a:lnTo>
                        <a:pt x="13128" y="4333"/>
                      </a:lnTo>
                      <a:lnTo>
                        <a:pt x="131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latin typeface="Lora" pitchFamily="2" charset="0"/>
                  </a:endParaRPr>
                </a:p>
              </p:txBody>
            </p:sp>
            <p:sp>
              <p:nvSpPr>
                <p:cNvPr id="85" name="Google Shape;198;p18">
                  <a:extLst>
                    <a:ext uri="{FF2B5EF4-FFF2-40B4-BE49-F238E27FC236}">
                      <a16:creationId xmlns:a16="http://schemas.microsoft.com/office/drawing/2014/main" id="{03FCE7E3-AA0B-EBC3-29F7-8F9A1EA7B5BA}"/>
                    </a:ext>
                  </a:extLst>
                </p:cNvPr>
                <p:cNvSpPr/>
                <p:nvPr/>
              </p:nvSpPr>
              <p:spPr>
                <a:xfrm>
                  <a:off x="4399100" y="1689050"/>
                  <a:ext cx="332475" cy="2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99" h="11970" extrusionOk="0">
                      <a:moveTo>
                        <a:pt x="43" y="0"/>
                      </a:moveTo>
                      <a:lnTo>
                        <a:pt x="0" y="4333"/>
                      </a:lnTo>
                      <a:lnTo>
                        <a:pt x="13299" y="11969"/>
                      </a:lnTo>
                      <a:lnTo>
                        <a:pt x="13299" y="7593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6" name="Google Shape;199;p18">
                  <a:extLst>
                    <a:ext uri="{FF2B5EF4-FFF2-40B4-BE49-F238E27FC236}">
                      <a16:creationId xmlns:a16="http://schemas.microsoft.com/office/drawing/2014/main" id="{5E4B061E-FBA7-91A7-463A-9EA2D4B85556}"/>
                    </a:ext>
                  </a:extLst>
                </p:cNvPr>
                <p:cNvSpPr/>
                <p:nvPr/>
              </p:nvSpPr>
              <p:spPr>
                <a:xfrm>
                  <a:off x="4400150" y="1497075"/>
                  <a:ext cx="659600" cy="38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84" h="15273" extrusionOk="0">
                      <a:moveTo>
                        <a:pt x="13128" y="0"/>
                      </a:moveTo>
                      <a:lnTo>
                        <a:pt x="1" y="7679"/>
                      </a:lnTo>
                      <a:lnTo>
                        <a:pt x="13257" y="15272"/>
                      </a:lnTo>
                      <a:lnTo>
                        <a:pt x="26384" y="7679"/>
                      </a:lnTo>
                      <a:lnTo>
                        <a:pt x="131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74" name="Google Shape;200;p18">
                <a:extLst>
                  <a:ext uri="{FF2B5EF4-FFF2-40B4-BE49-F238E27FC236}">
                    <a16:creationId xmlns:a16="http://schemas.microsoft.com/office/drawing/2014/main" id="{5BBDFA4D-0EA5-E9AD-ADFF-FF3746DAA62F}"/>
                  </a:ext>
                </a:extLst>
              </p:cNvPr>
              <p:cNvSpPr/>
              <p:nvPr/>
            </p:nvSpPr>
            <p:spPr>
              <a:xfrm>
                <a:off x="4650753" y="2183209"/>
                <a:ext cx="284325" cy="394861"/>
              </a:xfrm>
              <a:custGeom>
                <a:avLst/>
                <a:gdLst/>
                <a:ahLst/>
                <a:cxnLst/>
                <a:rect l="l" t="t" r="r" b="b"/>
                <a:pathLst>
                  <a:path w="8208" h="11399" fill="none" extrusionOk="0">
                    <a:moveTo>
                      <a:pt x="8207" y="0"/>
                    </a:moveTo>
                    <a:lnTo>
                      <a:pt x="8177" y="6626"/>
                    </a:lnTo>
                    <a:lnTo>
                      <a:pt x="0" y="11398"/>
                    </a:lnTo>
                    <a:lnTo>
                      <a:pt x="0" y="4772"/>
                    </a:lnTo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5" name="Google Shape;201;p18">
                <a:extLst>
                  <a:ext uri="{FF2B5EF4-FFF2-40B4-BE49-F238E27FC236}">
                    <a16:creationId xmlns:a16="http://schemas.microsoft.com/office/drawing/2014/main" id="{0B73963A-6F8A-E718-D035-A27F898AEB93}"/>
                  </a:ext>
                </a:extLst>
              </p:cNvPr>
              <p:cNvSpPr/>
              <p:nvPr/>
            </p:nvSpPr>
            <p:spPr>
              <a:xfrm>
                <a:off x="4363322" y="2183209"/>
                <a:ext cx="287477" cy="394861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11399" fill="none" extrusionOk="0">
                    <a:moveTo>
                      <a:pt x="8298" y="4772"/>
                    </a:moveTo>
                    <a:lnTo>
                      <a:pt x="8298" y="11398"/>
                    </a:lnTo>
                    <a:lnTo>
                      <a:pt x="0" y="6626"/>
                    </a:lnTo>
                    <a:lnTo>
                      <a:pt x="61" y="0"/>
                    </a:lnTo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6" name="Google Shape;202;p18">
                <a:extLst>
                  <a:ext uri="{FF2B5EF4-FFF2-40B4-BE49-F238E27FC236}">
                    <a16:creationId xmlns:a16="http://schemas.microsoft.com/office/drawing/2014/main" id="{F6F31D2D-9418-3CD8-E517-7F9FE39789FD}"/>
                  </a:ext>
                </a:extLst>
              </p:cNvPr>
              <p:cNvSpPr/>
              <p:nvPr/>
            </p:nvSpPr>
            <p:spPr>
              <a:xfrm>
                <a:off x="4414899" y="2325331"/>
                <a:ext cx="184319" cy="223255"/>
              </a:xfrm>
              <a:custGeom>
                <a:avLst/>
                <a:gdLst/>
                <a:ahLst/>
                <a:cxnLst/>
                <a:rect l="l" t="t" r="r" b="b"/>
                <a:pathLst>
                  <a:path w="5321" h="6445" fill="none" extrusionOk="0">
                    <a:moveTo>
                      <a:pt x="5320" y="6444"/>
                    </a:moveTo>
                    <a:lnTo>
                      <a:pt x="5320" y="3010"/>
                    </a:lnTo>
                    <a:lnTo>
                      <a:pt x="31" y="0"/>
                    </a:lnTo>
                    <a:lnTo>
                      <a:pt x="1" y="3405"/>
                    </a:lnTo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7" name="Google Shape;203;p18">
                <a:extLst>
                  <a:ext uri="{FF2B5EF4-FFF2-40B4-BE49-F238E27FC236}">
                    <a16:creationId xmlns:a16="http://schemas.microsoft.com/office/drawing/2014/main" id="{2011EEF5-DA2A-D889-1EE1-D7530F5A4216}"/>
                  </a:ext>
                </a:extLst>
              </p:cNvPr>
              <p:cNvSpPr/>
              <p:nvPr/>
            </p:nvSpPr>
            <p:spPr>
              <a:xfrm>
                <a:off x="4650753" y="2053696"/>
                <a:ext cx="323260" cy="294856"/>
              </a:xfrm>
              <a:custGeom>
                <a:avLst/>
                <a:gdLst/>
                <a:ahLst/>
                <a:cxnLst/>
                <a:rect l="l" t="t" r="r" b="b"/>
                <a:pathLst>
                  <a:path w="9332" h="8512" fill="none" extrusionOk="0">
                    <a:moveTo>
                      <a:pt x="9332" y="0"/>
                    </a:moveTo>
                    <a:lnTo>
                      <a:pt x="9302" y="3070"/>
                    </a:lnTo>
                    <a:lnTo>
                      <a:pt x="0" y="8511"/>
                    </a:lnTo>
                    <a:lnTo>
                      <a:pt x="0" y="5411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78" name="Google Shape;204;p18">
                <a:extLst>
                  <a:ext uri="{FF2B5EF4-FFF2-40B4-BE49-F238E27FC236}">
                    <a16:creationId xmlns:a16="http://schemas.microsoft.com/office/drawing/2014/main" id="{923904A2-35DF-8ED0-422B-C50FE4E92FA5}"/>
                  </a:ext>
                </a:extLst>
              </p:cNvPr>
              <p:cNvSpPr/>
              <p:nvPr/>
            </p:nvSpPr>
            <p:spPr>
              <a:xfrm>
                <a:off x="4324354" y="2053696"/>
                <a:ext cx="326447" cy="294856"/>
              </a:xfrm>
              <a:custGeom>
                <a:avLst/>
                <a:gdLst/>
                <a:ahLst/>
                <a:cxnLst/>
                <a:rect l="l" t="t" r="r" b="b"/>
                <a:pathLst>
                  <a:path w="9424" h="8512" fill="none" extrusionOk="0">
                    <a:moveTo>
                      <a:pt x="9423" y="5411"/>
                    </a:moveTo>
                    <a:lnTo>
                      <a:pt x="9423" y="8511"/>
                    </a:lnTo>
                    <a:lnTo>
                      <a:pt x="1" y="3070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1669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79" name="Google Shape;205;p18">
                <a:extLst>
                  <a:ext uri="{FF2B5EF4-FFF2-40B4-BE49-F238E27FC236}">
                    <a16:creationId xmlns:a16="http://schemas.microsoft.com/office/drawing/2014/main" id="{FABA6679-51FC-C65A-D2BF-D0333DF1D4BA}"/>
                  </a:ext>
                </a:extLst>
              </p:cNvPr>
              <p:cNvGrpSpPr/>
              <p:nvPr/>
            </p:nvGrpSpPr>
            <p:grpSpPr>
              <a:xfrm>
                <a:off x="4325427" y="1865228"/>
                <a:ext cx="648599" cy="737847"/>
                <a:chOff x="4325427" y="1865228"/>
                <a:chExt cx="648599" cy="737847"/>
              </a:xfrm>
              <a:grpFill/>
            </p:grpSpPr>
            <p:sp>
              <p:nvSpPr>
                <p:cNvPr id="80" name="Google Shape;206;p18">
                  <a:extLst>
                    <a:ext uri="{FF2B5EF4-FFF2-40B4-BE49-F238E27FC236}">
                      <a16:creationId xmlns:a16="http://schemas.microsoft.com/office/drawing/2014/main" id="{5AED2DE0-AB0B-D552-0DBA-C402CA8F6D15}"/>
                    </a:ext>
                  </a:extLst>
                </p:cNvPr>
                <p:cNvSpPr/>
                <p:nvPr/>
              </p:nvSpPr>
              <p:spPr>
                <a:xfrm>
                  <a:off x="4325427" y="1865228"/>
                  <a:ext cx="648599" cy="375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24" h="10852" fill="none" extrusionOk="0">
                      <a:moveTo>
                        <a:pt x="18724" y="5441"/>
                      </a:moveTo>
                      <a:lnTo>
                        <a:pt x="9392" y="10852"/>
                      </a:lnTo>
                      <a:lnTo>
                        <a:pt x="0" y="5441"/>
                      </a:lnTo>
                      <a:lnTo>
                        <a:pt x="9301" y="1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81" name="Google Shape;207;p18">
                  <a:extLst>
                    <a:ext uri="{FF2B5EF4-FFF2-40B4-BE49-F238E27FC236}">
                      <a16:creationId xmlns:a16="http://schemas.microsoft.com/office/drawing/2014/main" id="{83AF435E-FBA7-873C-F6F1-500809ED31C4}"/>
                    </a:ext>
                  </a:extLst>
                </p:cNvPr>
                <p:cNvSpPr/>
                <p:nvPr/>
              </p:nvSpPr>
              <p:spPr>
                <a:xfrm>
                  <a:off x="4438775" y="2203025"/>
                  <a:ext cx="292800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2" h="16002" fill="none" extrusionOk="0">
                      <a:moveTo>
                        <a:pt x="11712" y="6650"/>
                      </a:moveTo>
                      <a:lnTo>
                        <a:pt x="11669" y="16002"/>
                      </a:lnTo>
                      <a:lnTo>
                        <a:pt x="0" y="9310"/>
                      </a:lnTo>
                      <a:lnTo>
                        <a:pt x="86" y="1"/>
                      </a:lnTo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D264110-1B20-C134-C33B-24DD00B47D02}"/>
                </a:ext>
              </a:extLst>
            </p:cNvPr>
            <p:cNvSpPr/>
            <p:nvPr/>
          </p:nvSpPr>
          <p:spPr>
            <a:xfrm flipH="1">
              <a:off x="5397951" y="4315810"/>
              <a:ext cx="1647013" cy="80791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Logistics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sp>
          <p:nvSpPr>
            <p:cNvPr id="6" name="Google Shape;127;p18">
              <a:extLst>
                <a:ext uri="{FF2B5EF4-FFF2-40B4-BE49-F238E27FC236}">
                  <a16:creationId xmlns:a16="http://schemas.microsoft.com/office/drawing/2014/main" id="{D82C2DDB-BC35-589A-6D43-C0493884F965}"/>
                </a:ext>
              </a:extLst>
            </p:cNvPr>
            <p:cNvSpPr/>
            <p:nvPr/>
          </p:nvSpPr>
          <p:spPr>
            <a:xfrm>
              <a:off x="10039355" y="3866143"/>
              <a:ext cx="481622" cy="135681"/>
            </a:xfrm>
            <a:custGeom>
              <a:avLst/>
              <a:gdLst/>
              <a:ahLst/>
              <a:cxnLst/>
              <a:rect l="l" t="t" r="r" b="b"/>
              <a:pathLst>
                <a:path w="10791" h="3040" extrusionOk="0">
                  <a:moveTo>
                    <a:pt x="0" y="0"/>
                  </a:moveTo>
                  <a:lnTo>
                    <a:pt x="5380" y="3040"/>
                  </a:lnTo>
                  <a:lnTo>
                    <a:pt x="107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sp>
          <p:nvSpPr>
            <p:cNvPr id="20" name="Google Shape;142;p18">
              <a:extLst>
                <a:ext uri="{FF2B5EF4-FFF2-40B4-BE49-F238E27FC236}">
                  <a16:creationId xmlns:a16="http://schemas.microsoft.com/office/drawing/2014/main" id="{8F9713A0-545E-30C7-39F3-9343B15C4120}"/>
                </a:ext>
              </a:extLst>
            </p:cNvPr>
            <p:cNvSpPr/>
            <p:nvPr/>
          </p:nvSpPr>
          <p:spPr>
            <a:xfrm>
              <a:off x="9681811" y="2634289"/>
              <a:ext cx="1196710" cy="1243866"/>
            </a:xfrm>
            <a:prstGeom prst="rect">
              <a:avLst/>
            </a:prstGeom>
            <a:solidFill>
              <a:schemeClr val="accent6">
                <a:alpha val="47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ora" pitchFamily="2" charset="0"/>
              </a:endParaRPr>
            </a:p>
          </p:txBody>
        </p:sp>
        <p:grpSp>
          <p:nvGrpSpPr>
            <p:cNvPr id="112" name="Google Shape;233;p18">
              <a:extLst>
                <a:ext uri="{FF2B5EF4-FFF2-40B4-BE49-F238E27FC236}">
                  <a16:creationId xmlns:a16="http://schemas.microsoft.com/office/drawing/2014/main" id="{7823E2AC-E955-81AA-40E3-7BEE15110ED7}"/>
                </a:ext>
              </a:extLst>
            </p:cNvPr>
            <p:cNvGrpSpPr/>
            <p:nvPr/>
          </p:nvGrpSpPr>
          <p:grpSpPr>
            <a:xfrm>
              <a:off x="9850097" y="2822102"/>
              <a:ext cx="860138" cy="861475"/>
              <a:chOff x="7488229" y="1900386"/>
              <a:chExt cx="667577" cy="668615"/>
            </a:xfrm>
            <a:noFill/>
          </p:grpSpPr>
          <p:grpSp>
            <p:nvGrpSpPr>
              <p:cNvPr id="113" name="Google Shape;234;p18">
                <a:extLst>
                  <a:ext uri="{FF2B5EF4-FFF2-40B4-BE49-F238E27FC236}">
                    <a16:creationId xmlns:a16="http://schemas.microsoft.com/office/drawing/2014/main" id="{A9ADBC42-CE6E-9EA7-72D1-24683DAF1731}"/>
                  </a:ext>
                </a:extLst>
              </p:cNvPr>
              <p:cNvGrpSpPr/>
              <p:nvPr/>
            </p:nvGrpSpPr>
            <p:grpSpPr>
              <a:xfrm>
                <a:off x="7625652" y="2043605"/>
                <a:ext cx="361829" cy="413963"/>
                <a:chOff x="7725900" y="1667600"/>
                <a:chExt cx="372175" cy="425800"/>
              </a:xfrm>
              <a:grpFill/>
            </p:grpSpPr>
            <p:sp>
              <p:nvSpPr>
                <p:cNvPr id="124" name="Google Shape;235;p18">
                  <a:extLst>
                    <a:ext uri="{FF2B5EF4-FFF2-40B4-BE49-F238E27FC236}">
                      <a16:creationId xmlns:a16="http://schemas.microsoft.com/office/drawing/2014/main" id="{3EA13434-D303-477A-FC6A-5B3CAF2A3AF0}"/>
                    </a:ext>
                  </a:extLst>
                </p:cNvPr>
                <p:cNvSpPr/>
                <p:nvPr/>
              </p:nvSpPr>
              <p:spPr>
                <a:xfrm>
                  <a:off x="7911450" y="1774850"/>
                  <a:ext cx="186625" cy="31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5" h="12742" extrusionOk="0">
                      <a:moveTo>
                        <a:pt x="7465" y="0"/>
                      </a:moveTo>
                      <a:lnTo>
                        <a:pt x="43" y="4333"/>
                      </a:lnTo>
                      <a:lnTo>
                        <a:pt x="0" y="12741"/>
                      </a:lnTo>
                      <a:lnTo>
                        <a:pt x="7379" y="8408"/>
                      </a:lnTo>
                      <a:lnTo>
                        <a:pt x="746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25" name="Google Shape;236;p18">
                  <a:extLst>
                    <a:ext uri="{FF2B5EF4-FFF2-40B4-BE49-F238E27FC236}">
                      <a16:creationId xmlns:a16="http://schemas.microsoft.com/office/drawing/2014/main" id="{6CD5611C-98D5-40C4-1FFE-5F8625748B49}"/>
                    </a:ext>
                  </a:extLst>
                </p:cNvPr>
                <p:cNvSpPr/>
                <p:nvPr/>
              </p:nvSpPr>
              <p:spPr>
                <a:xfrm>
                  <a:off x="7725900" y="1774850"/>
                  <a:ext cx="186625" cy="31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5" h="12742" extrusionOk="0">
                      <a:moveTo>
                        <a:pt x="1" y="0"/>
                      </a:moveTo>
                      <a:lnTo>
                        <a:pt x="1" y="8408"/>
                      </a:lnTo>
                      <a:lnTo>
                        <a:pt x="7422" y="12741"/>
                      </a:lnTo>
                      <a:lnTo>
                        <a:pt x="7465" y="43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26" name="Google Shape;237;p18">
                  <a:extLst>
                    <a:ext uri="{FF2B5EF4-FFF2-40B4-BE49-F238E27FC236}">
                      <a16:creationId xmlns:a16="http://schemas.microsoft.com/office/drawing/2014/main" id="{190166B0-AEF5-980D-6916-F5EFB904AC1F}"/>
                    </a:ext>
                  </a:extLst>
                </p:cNvPr>
                <p:cNvSpPr/>
                <p:nvPr/>
              </p:nvSpPr>
              <p:spPr>
                <a:xfrm>
                  <a:off x="7725900" y="1667600"/>
                  <a:ext cx="372175" cy="2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7" h="8623" extrusionOk="0">
                      <a:moveTo>
                        <a:pt x="7422" y="0"/>
                      </a:moveTo>
                      <a:lnTo>
                        <a:pt x="1" y="4290"/>
                      </a:lnTo>
                      <a:lnTo>
                        <a:pt x="7465" y="8623"/>
                      </a:lnTo>
                      <a:lnTo>
                        <a:pt x="14887" y="4290"/>
                      </a:lnTo>
                      <a:lnTo>
                        <a:pt x="74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  <p:sp>
            <p:nvSpPr>
              <p:cNvPr id="114" name="Google Shape;238;p18">
                <a:extLst>
                  <a:ext uri="{FF2B5EF4-FFF2-40B4-BE49-F238E27FC236}">
                    <a16:creationId xmlns:a16="http://schemas.microsoft.com/office/drawing/2014/main" id="{728F746A-7969-B6F2-6B1B-C2AA04EB10B5}"/>
                  </a:ext>
                </a:extLst>
              </p:cNvPr>
              <p:cNvSpPr/>
              <p:nvPr/>
            </p:nvSpPr>
            <p:spPr>
              <a:xfrm>
                <a:off x="7583450" y="1935850"/>
                <a:ext cx="6532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2576" extrusionOk="0">
                    <a:moveTo>
                      <a:pt x="758" y="1"/>
                    </a:moveTo>
                    <a:cubicBezTo>
                      <a:pt x="629" y="1"/>
                      <a:pt x="511" y="107"/>
                      <a:pt x="511" y="252"/>
                    </a:cubicBezTo>
                    <a:lnTo>
                      <a:pt x="39" y="2225"/>
                    </a:lnTo>
                    <a:cubicBezTo>
                      <a:pt x="0" y="2417"/>
                      <a:pt x="100" y="2575"/>
                      <a:pt x="275" y="2575"/>
                    </a:cubicBezTo>
                    <a:cubicBezTo>
                      <a:pt x="295" y="2575"/>
                      <a:pt x="317" y="2573"/>
                      <a:pt x="339" y="2568"/>
                    </a:cubicBezTo>
                    <a:lnTo>
                      <a:pt x="2355" y="2054"/>
                    </a:lnTo>
                    <a:cubicBezTo>
                      <a:pt x="2570" y="2011"/>
                      <a:pt x="2613" y="1753"/>
                      <a:pt x="2441" y="1582"/>
                    </a:cubicBezTo>
                    <a:lnTo>
                      <a:pt x="940" y="80"/>
                    </a:lnTo>
                    <a:cubicBezTo>
                      <a:pt x="884" y="25"/>
                      <a:pt x="820" y="1"/>
                      <a:pt x="75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sp>
            <p:nvSpPr>
              <p:cNvPr id="115" name="Google Shape;239;p18">
                <a:extLst>
                  <a:ext uri="{FF2B5EF4-FFF2-40B4-BE49-F238E27FC236}">
                    <a16:creationId xmlns:a16="http://schemas.microsoft.com/office/drawing/2014/main" id="{3E579368-C7A4-867E-60E9-33A56CEDD951}"/>
                  </a:ext>
                </a:extLst>
              </p:cNvPr>
              <p:cNvSpPr/>
              <p:nvPr/>
            </p:nvSpPr>
            <p:spPr>
              <a:xfrm>
                <a:off x="8011375" y="2446450"/>
                <a:ext cx="66250" cy="63625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2545" extrusionOk="0">
                    <a:moveTo>
                      <a:pt x="2355" y="0"/>
                    </a:moveTo>
                    <a:cubicBezTo>
                      <a:pt x="2329" y="0"/>
                      <a:pt x="2302" y="3"/>
                      <a:pt x="2274" y="8"/>
                    </a:cubicBezTo>
                    <a:lnTo>
                      <a:pt x="301" y="480"/>
                    </a:lnTo>
                    <a:cubicBezTo>
                      <a:pt x="44" y="523"/>
                      <a:pt x="1" y="823"/>
                      <a:pt x="172" y="952"/>
                    </a:cubicBezTo>
                    <a:lnTo>
                      <a:pt x="1674" y="2454"/>
                    </a:lnTo>
                    <a:cubicBezTo>
                      <a:pt x="1737" y="2517"/>
                      <a:pt x="1811" y="2545"/>
                      <a:pt x="1880" y="2545"/>
                    </a:cubicBezTo>
                    <a:cubicBezTo>
                      <a:pt x="2000" y="2545"/>
                      <a:pt x="2103" y="2461"/>
                      <a:pt x="2103" y="2325"/>
                    </a:cubicBezTo>
                    <a:lnTo>
                      <a:pt x="2575" y="309"/>
                    </a:lnTo>
                    <a:cubicBezTo>
                      <a:pt x="2649" y="122"/>
                      <a:pt x="2529" y="0"/>
                      <a:pt x="2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ora" pitchFamily="2" charset="0"/>
                </a:endParaRPr>
              </a:p>
            </p:txBody>
          </p:sp>
          <p:grpSp>
            <p:nvGrpSpPr>
              <p:cNvPr id="116" name="Google Shape;240;p18">
                <a:extLst>
                  <a:ext uri="{FF2B5EF4-FFF2-40B4-BE49-F238E27FC236}">
                    <a16:creationId xmlns:a16="http://schemas.microsoft.com/office/drawing/2014/main" id="{4C0D3677-E7E5-4515-BB6B-66A6A1A54B81}"/>
                  </a:ext>
                </a:extLst>
              </p:cNvPr>
              <p:cNvGrpSpPr/>
              <p:nvPr/>
            </p:nvGrpSpPr>
            <p:grpSpPr>
              <a:xfrm>
                <a:off x="7488229" y="1900386"/>
                <a:ext cx="667577" cy="668615"/>
                <a:chOff x="7439779" y="1528461"/>
                <a:chExt cx="667577" cy="668615"/>
              </a:xfrm>
              <a:grpFill/>
            </p:grpSpPr>
            <p:sp>
              <p:nvSpPr>
                <p:cNvPr id="117" name="Google Shape;241;p18">
                  <a:extLst>
                    <a:ext uri="{FF2B5EF4-FFF2-40B4-BE49-F238E27FC236}">
                      <a16:creationId xmlns:a16="http://schemas.microsoft.com/office/drawing/2014/main" id="{FE3DA7EB-5A0A-3F54-A9D7-2F3A4D1D0803}"/>
                    </a:ext>
                  </a:extLst>
                </p:cNvPr>
                <p:cNvSpPr/>
                <p:nvPr/>
              </p:nvSpPr>
              <p:spPr>
                <a:xfrm>
                  <a:off x="7773556" y="1757976"/>
                  <a:ext cx="182172" cy="311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9" h="8998" fill="none" extrusionOk="0">
                      <a:moveTo>
                        <a:pt x="5259" y="0"/>
                      </a:moveTo>
                      <a:lnTo>
                        <a:pt x="5198" y="5958"/>
                      </a:lnTo>
                      <a:lnTo>
                        <a:pt x="0" y="8998"/>
                      </a:lnTo>
                      <a:lnTo>
                        <a:pt x="0" y="304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18" name="Google Shape;242;p18">
                  <a:extLst>
                    <a:ext uri="{FF2B5EF4-FFF2-40B4-BE49-F238E27FC236}">
                      <a16:creationId xmlns:a16="http://schemas.microsoft.com/office/drawing/2014/main" id="{9A3DE7B6-B8A3-7320-EDC8-62E6702DC9FA}"/>
                    </a:ext>
                  </a:extLst>
                </p:cNvPr>
                <p:cNvSpPr/>
                <p:nvPr/>
              </p:nvSpPr>
              <p:spPr>
                <a:xfrm>
                  <a:off x="7590353" y="1757976"/>
                  <a:ext cx="183246" cy="311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0" h="8998" fill="none" extrusionOk="0">
                      <a:moveTo>
                        <a:pt x="5289" y="3040"/>
                      </a:moveTo>
                      <a:lnTo>
                        <a:pt x="5289" y="8998"/>
                      </a:lnTo>
                      <a:lnTo>
                        <a:pt x="0" y="595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19" name="Google Shape;243;p18">
                  <a:extLst>
                    <a:ext uri="{FF2B5EF4-FFF2-40B4-BE49-F238E27FC236}">
                      <a16:creationId xmlns:a16="http://schemas.microsoft.com/office/drawing/2014/main" id="{08AD3B28-CF29-5595-2976-F5065933598E}"/>
                    </a:ext>
                  </a:extLst>
                </p:cNvPr>
                <p:cNvSpPr/>
                <p:nvPr/>
              </p:nvSpPr>
              <p:spPr>
                <a:xfrm>
                  <a:off x="7590353" y="1651636"/>
                  <a:ext cx="365383" cy="21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8" h="6110" fill="none" extrusionOk="0">
                      <a:moveTo>
                        <a:pt x="10548" y="3070"/>
                      </a:moveTo>
                      <a:lnTo>
                        <a:pt x="5289" y="6110"/>
                      </a:lnTo>
                      <a:lnTo>
                        <a:pt x="0" y="3070"/>
                      </a:lnTo>
                      <a:lnTo>
                        <a:pt x="5259" y="0"/>
                      </a:ln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20" name="Google Shape;244;p18">
                  <a:extLst>
                    <a:ext uri="{FF2B5EF4-FFF2-40B4-BE49-F238E27FC236}">
                      <a16:creationId xmlns:a16="http://schemas.microsoft.com/office/drawing/2014/main" id="{C01E32D0-347D-4D6B-50FE-4B0FBEA368B3}"/>
                    </a:ext>
                  </a:extLst>
                </p:cNvPr>
                <p:cNvSpPr/>
                <p:nvPr/>
              </p:nvSpPr>
              <p:spPr>
                <a:xfrm>
                  <a:off x="7439779" y="1670583"/>
                  <a:ext cx="549668" cy="526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8" h="15199" fill="none" extrusionOk="0">
                      <a:moveTo>
                        <a:pt x="15867" y="12919"/>
                      </a:moveTo>
                      <a:cubicBezTo>
                        <a:pt x="14195" y="14378"/>
                        <a:pt x="11977" y="15198"/>
                        <a:pt x="9636" y="15198"/>
                      </a:cubicBezTo>
                      <a:cubicBezTo>
                        <a:pt x="4286" y="15198"/>
                        <a:pt x="1" y="10882"/>
                        <a:pt x="1" y="5563"/>
                      </a:cubicBezTo>
                      <a:cubicBezTo>
                        <a:pt x="1" y="3496"/>
                        <a:pt x="639" y="1612"/>
                        <a:pt x="1733" y="1"/>
                      </a:cubicBezTo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21" name="Google Shape;245;p18">
                  <a:extLst>
                    <a:ext uri="{FF2B5EF4-FFF2-40B4-BE49-F238E27FC236}">
                      <a16:creationId xmlns:a16="http://schemas.microsoft.com/office/drawing/2014/main" id="{02822ADD-CEDB-994F-AAE0-D9F9826E15EC}"/>
                    </a:ext>
                  </a:extLst>
                </p:cNvPr>
                <p:cNvSpPr/>
                <p:nvPr/>
              </p:nvSpPr>
              <p:spPr>
                <a:xfrm>
                  <a:off x="7571405" y="1528461"/>
                  <a:ext cx="535950" cy="473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2" h="13679" fill="none" extrusionOk="0">
                      <a:moveTo>
                        <a:pt x="0" y="1946"/>
                      </a:moveTo>
                      <a:cubicBezTo>
                        <a:pt x="790" y="1338"/>
                        <a:pt x="1672" y="882"/>
                        <a:pt x="2614" y="547"/>
                      </a:cubicBezTo>
                      <a:cubicBezTo>
                        <a:pt x="3648" y="213"/>
                        <a:pt x="4711" y="0"/>
                        <a:pt x="5836" y="0"/>
                      </a:cubicBezTo>
                      <a:cubicBezTo>
                        <a:pt x="11186" y="0"/>
                        <a:pt x="15472" y="4347"/>
                        <a:pt x="15472" y="9666"/>
                      </a:cubicBezTo>
                      <a:cubicBezTo>
                        <a:pt x="15472" y="11095"/>
                        <a:pt x="15198" y="12462"/>
                        <a:pt x="14620" y="13678"/>
                      </a:cubicBezTo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22" name="Google Shape;246;p18">
                  <a:extLst>
                    <a:ext uri="{FF2B5EF4-FFF2-40B4-BE49-F238E27FC236}">
                      <a16:creationId xmlns:a16="http://schemas.microsoft.com/office/drawing/2014/main" id="{E2A73B41-8A1F-473B-0837-F08D8CEC05F4}"/>
                    </a:ext>
                  </a:extLst>
                </p:cNvPr>
                <p:cNvSpPr/>
                <p:nvPr/>
              </p:nvSpPr>
              <p:spPr>
                <a:xfrm>
                  <a:off x="7533476" y="1565317"/>
                  <a:ext cx="65331" cy="65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6" h="1885" fill="none" extrusionOk="0">
                      <a:moveTo>
                        <a:pt x="700" y="91"/>
                      </a:moveTo>
                      <a:lnTo>
                        <a:pt x="1764" y="1155"/>
                      </a:lnTo>
                      <a:cubicBezTo>
                        <a:pt x="1885" y="1277"/>
                        <a:pt x="1855" y="1459"/>
                        <a:pt x="1673" y="1489"/>
                      </a:cubicBezTo>
                      <a:lnTo>
                        <a:pt x="274" y="1824"/>
                      </a:lnTo>
                      <a:cubicBezTo>
                        <a:pt x="122" y="1885"/>
                        <a:pt x="1" y="1763"/>
                        <a:pt x="62" y="1611"/>
                      </a:cubicBezTo>
                      <a:lnTo>
                        <a:pt x="396" y="213"/>
                      </a:lnTo>
                      <a:cubicBezTo>
                        <a:pt x="396" y="61"/>
                        <a:pt x="578" y="0"/>
                        <a:pt x="700" y="91"/>
                      </a:cubicBez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  <p:sp>
              <p:nvSpPr>
                <p:cNvPr id="123" name="Google Shape;247;p18">
                  <a:extLst>
                    <a:ext uri="{FF2B5EF4-FFF2-40B4-BE49-F238E27FC236}">
                      <a16:creationId xmlns:a16="http://schemas.microsoft.com/office/drawing/2014/main" id="{CE88810B-55B1-4405-A60C-17897CF50BA5}"/>
                    </a:ext>
                  </a:extLst>
                </p:cNvPr>
                <p:cNvSpPr/>
                <p:nvPr/>
              </p:nvSpPr>
              <p:spPr>
                <a:xfrm>
                  <a:off x="7964103" y="2075922"/>
                  <a:ext cx="65331" cy="66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6" h="1916" fill="none" extrusionOk="0">
                      <a:moveTo>
                        <a:pt x="1186" y="1794"/>
                      </a:moveTo>
                      <a:lnTo>
                        <a:pt x="122" y="730"/>
                      </a:lnTo>
                      <a:cubicBezTo>
                        <a:pt x="1" y="609"/>
                        <a:pt x="62" y="426"/>
                        <a:pt x="214" y="396"/>
                      </a:cubicBezTo>
                      <a:lnTo>
                        <a:pt x="1612" y="62"/>
                      </a:lnTo>
                      <a:cubicBezTo>
                        <a:pt x="1764" y="1"/>
                        <a:pt x="1885" y="122"/>
                        <a:pt x="1824" y="274"/>
                      </a:cubicBezTo>
                      <a:lnTo>
                        <a:pt x="1490" y="1673"/>
                      </a:lnTo>
                      <a:cubicBezTo>
                        <a:pt x="1490" y="1885"/>
                        <a:pt x="1308" y="1916"/>
                        <a:pt x="1186" y="1794"/>
                      </a:cubicBezTo>
                      <a:close/>
                    </a:path>
                  </a:pathLst>
                </a:custGeom>
                <a:grpFill/>
                <a:ln w="19050" cap="rnd" cmpd="sng">
                  <a:solidFill>
                    <a:srgbClr val="16697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ora" pitchFamily="2" charset="0"/>
                  </a:endParaRPr>
                </a:p>
              </p:txBody>
            </p:sp>
          </p:grpSp>
        </p:grp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ACEF88A-AC99-CB10-4BFE-133D652B0171}"/>
                </a:ext>
              </a:extLst>
            </p:cNvPr>
            <p:cNvSpPr/>
            <p:nvPr/>
          </p:nvSpPr>
          <p:spPr>
            <a:xfrm flipH="1">
              <a:off x="9447199" y="4315810"/>
              <a:ext cx="1665935" cy="80791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Operation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Maecenas Non Laoreet Odio. Fusce Lobortis Porttitor Purus</a:t>
              </a:r>
              <a:endPara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cs typeface="Arial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2B83D73-696E-A12B-00C3-FBA25F235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9980" y="5735190"/>
              <a:ext cx="1023861" cy="1023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4219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88F7C6-B775-DA86-36F2-09AD733E0602}"/>
              </a:ext>
            </a:extLst>
          </p:cNvPr>
          <p:cNvGrpSpPr/>
          <p:nvPr/>
        </p:nvGrpSpPr>
        <p:grpSpPr>
          <a:xfrm>
            <a:off x="402162" y="1482969"/>
            <a:ext cx="11387676" cy="4481103"/>
            <a:chOff x="763919" y="1376091"/>
            <a:chExt cx="10664162" cy="4196397"/>
          </a:xfrm>
          <a:solidFill>
            <a:schemeClr val="tx1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0B38EB-F45E-5A3F-6FA6-D8D68FB2FC16}"/>
                </a:ext>
              </a:extLst>
            </p:cNvPr>
            <p:cNvGrpSpPr/>
            <p:nvPr/>
          </p:nvGrpSpPr>
          <p:grpSpPr>
            <a:xfrm>
              <a:off x="763919" y="1376091"/>
              <a:ext cx="10664162" cy="1739342"/>
              <a:chOff x="763919" y="1687222"/>
              <a:chExt cx="10664162" cy="1739342"/>
            </a:xfrm>
            <a:grpFill/>
          </p:grpSpPr>
          <p:grpSp>
            <p:nvGrpSpPr>
              <p:cNvPr id="17669" name="Google Shape;9147;p73">
                <a:extLst>
                  <a:ext uri="{FF2B5EF4-FFF2-40B4-BE49-F238E27FC236}">
                    <a16:creationId xmlns:a16="http://schemas.microsoft.com/office/drawing/2014/main" id="{62ACFF62-C108-172D-D498-C8475087D389}"/>
                  </a:ext>
                </a:extLst>
              </p:cNvPr>
              <p:cNvGrpSpPr/>
              <p:nvPr/>
            </p:nvGrpSpPr>
            <p:grpSpPr>
              <a:xfrm>
                <a:off x="763919" y="1689207"/>
                <a:ext cx="505937" cy="497951"/>
                <a:chOff x="683125" y="1955275"/>
                <a:chExt cx="299325" cy="294600"/>
              </a:xfrm>
              <a:grpFill/>
            </p:grpSpPr>
            <p:sp>
              <p:nvSpPr>
                <p:cNvPr id="17830" name="Google Shape;9148;p73">
                  <a:extLst>
                    <a:ext uri="{FF2B5EF4-FFF2-40B4-BE49-F238E27FC236}">
                      <a16:creationId xmlns:a16="http://schemas.microsoft.com/office/drawing/2014/main" id="{AA7285D6-92D3-19A1-7C47-B9CDE7B007ED}"/>
                    </a:ext>
                  </a:extLst>
                </p:cNvPr>
                <p:cNvSpPr/>
                <p:nvPr/>
              </p:nvSpPr>
              <p:spPr>
                <a:xfrm>
                  <a:off x="876875" y="1989925"/>
                  <a:ext cx="52800" cy="6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553" extrusionOk="0">
                      <a:moveTo>
                        <a:pt x="1072" y="0"/>
                      </a:moveTo>
                      <a:cubicBezTo>
                        <a:pt x="473" y="0"/>
                        <a:pt x="64" y="473"/>
                        <a:pt x="64" y="1009"/>
                      </a:cubicBezTo>
                      <a:cubicBezTo>
                        <a:pt x="1" y="1229"/>
                        <a:pt x="158" y="1324"/>
                        <a:pt x="379" y="1324"/>
                      </a:cubicBezTo>
                      <a:cubicBezTo>
                        <a:pt x="568" y="1324"/>
                        <a:pt x="725" y="1166"/>
                        <a:pt x="725" y="977"/>
                      </a:cubicBezTo>
                      <a:cubicBezTo>
                        <a:pt x="725" y="788"/>
                        <a:pt x="883" y="631"/>
                        <a:pt x="1072" y="631"/>
                      </a:cubicBezTo>
                      <a:cubicBezTo>
                        <a:pt x="1261" y="631"/>
                        <a:pt x="1418" y="788"/>
                        <a:pt x="1418" y="977"/>
                      </a:cubicBezTo>
                      <a:cubicBezTo>
                        <a:pt x="1418" y="1103"/>
                        <a:pt x="1355" y="1198"/>
                        <a:pt x="1229" y="1292"/>
                      </a:cubicBezTo>
                      <a:cubicBezTo>
                        <a:pt x="914" y="1450"/>
                        <a:pt x="725" y="1796"/>
                        <a:pt x="725" y="2206"/>
                      </a:cubicBezTo>
                      <a:cubicBezTo>
                        <a:pt x="725" y="2395"/>
                        <a:pt x="883" y="2552"/>
                        <a:pt x="1072" y="2552"/>
                      </a:cubicBezTo>
                      <a:cubicBezTo>
                        <a:pt x="1261" y="2552"/>
                        <a:pt x="1418" y="2395"/>
                        <a:pt x="1418" y="2206"/>
                      </a:cubicBezTo>
                      <a:cubicBezTo>
                        <a:pt x="1418" y="2080"/>
                        <a:pt x="1481" y="1954"/>
                        <a:pt x="1544" y="1922"/>
                      </a:cubicBezTo>
                      <a:cubicBezTo>
                        <a:pt x="1891" y="1733"/>
                        <a:pt x="2111" y="1355"/>
                        <a:pt x="2111" y="1009"/>
                      </a:cubicBezTo>
                      <a:cubicBezTo>
                        <a:pt x="2111" y="410"/>
                        <a:pt x="1639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1" name="Google Shape;9149;p73">
                  <a:extLst>
                    <a:ext uri="{FF2B5EF4-FFF2-40B4-BE49-F238E27FC236}">
                      <a16:creationId xmlns:a16="http://schemas.microsoft.com/office/drawing/2014/main" id="{5452C3CE-0956-4E03-108F-CB018DAAB9F3}"/>
                    </a:ext>
                  </a:extLst>
                </p:cNvPr>
                <p:cNvSpPr/>
                <p:nvPr/>
              </p:nvSpPr>
              <p:spPr>
                <a:xfrm>
                  <a:off x="683125" y="2058450"/>
                  <a:ext cx="159900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6" h="7657" extrusionOk="0">
                      <a:moveTo>
                        <a:pt x="3245" y="693"/>
                      </a:moveTo>
                      <a:cubicBezTo>
                        <a:pt x="3812" y="693"/>
                        <a:pt x="4285" y="1166"/>
                        <a:pt x="4285" y="1702"/>
                      </a:cubicBezTo>
                      <a:cubicBezTo>
                        <a:pt x="4285" y="2269"/>
                        <a:pt x="3812" y="2710"/>
                        <a:pt x="3245" y="2710"/>
                      </a:cubicBezTo>
                      <a:cubicBezTo>
                        <a:pt x="2647" y="2710"/>
                        <a:pt x="2174" y="2269"/>
                        <a:pt x="2174" y="1702"/>
                      </a:cubicBezTo>
                      <a:cubicBezTo>
                        <a:pt x="2174" y="1166"/>
                        <a:pt x="2678" y="693"/>
                        <a:pt x="3245" y="693"/>
                      </a:cubicBezTo>
                      <a:close/>
                      <a:moveTo>
                        <a:pt x="3245" y="3434"/>
                      </a:moveTo>
                      <a:cubicBezTo>
                        <a:pt x="4569" y="3434"/>
                        <a:pt x="5671" y="4537"/>
                        <a:pt x="5671" y="5892"/>
                      </a:cubicBezTo>
                      <a:lnTo>
                        <a:pt x="5671" y="6994"/>
                      </a:lnTo>
                      <a:lnTo>
                        <a:pt x="788" y="6994"/>
                      </a:lnTo>
                      <a:lnTo>
                        <a:pt x="788" y="5892"/>
                      </a:lnTo>
                      <a:cubicBezTo>
                        <a:pt x="788" y="4537"/>
                        <a:pt x="1891" y="3434"/>
                        <a:pt x="3245" y="3434"/>
                      </a:cubicBezTo>
                      <a:close/>
                      <a:moveTo>
                        <a:pt x="3182" y="0"/>
                      </a:moveTo>
                      <a:cubicBezTo>
                        <a:pt x="2237" y="0"/>
                        <a:pt x="1418" y="788"/>
                        <a:pt x="1418" y="1733"/>
                      </a:cubicBezTo>
                      <a:cubicBezTo>
                        <a:pt x="1418" y="2206"/>
                        <a:pt x="1607" y="2678"/>
                        <a:pt x="1985" y="2993"/>
                      </a:cubicBezTo>
                      <a:cubicBezTo>
                        <a:pt x="819" y="3466"/>
                        <a:pt x="0" y="4569"/>
                        <a:pt x="0" y="5892"/>
                      </a:cubicBezTo>
                      <a:lnTo>
                        <a:pt x="0" y="7309"/>
                      </a:lnTo>
                      <a:cubicBezTo>
                        <a:pt x="126" y="7499"/>
                        <a:pt x="284" y="7656"/>
                        <a:pt x="441" y="7656"/>
                      </a:cubicBezTo>
                      <a:lnTo>
                        <a:pt x="6018" y="7656"/>
                      </a:lnTo>
                      <a:cubicBezTo>
                        <a:pt x="6238" y="7656"/>
                        <a:pt x="6396" y="7499"/>
                        <a:pt x="6396" y="7309"/>
                      </a:cubicBezTo>
                      <a:lnTo>
                        <a:pt x="6396" y="5892"/>
                      </a:lnTo>
                      <a:cubicBezTo>
                        <a:pt x="6396" y="4569"/>
                        <a:pt x="5545" y="3466"/>
                        <a:pt x="4411" y="2993"/>
                      </a:cubicBezTo>
                      <a:cubicBezTo>
                        <a:pt x="4758" y="2647"/>
                        <a:pt x="4978" y="2206"/>
                        <a:pt x="4978" y="1733"/>
                      </a:cubicBezTo>
                      <a:cubicBezTo>
                        <a:pt x="4978" y="788"/>
                        <a:pt x="4190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2" name="Google Shape;9150;p73">
                  <a:extLst>
                    <a:ext uri="{FF2B5EF4-FFF2-40B4-BE49-F238E27FC236}">
                      <a16:creationId xmlns:a16="http://schemas.microsoft.com/office/drawing/2014/main" id="{C2F94820-3E5F-0394-AB83-73638F8458CB}"/>
                    </a:ext>
                  </a:extLst>
                </p:cNvPr>
                <p:cNvSpPr/>
                <p:nvPr/>
              </p:nvSpPr>
              <p:spPr>
                <a:xfrm>
                  <a:off x="824900" y="195527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662"/>
                      </a:moveTo>
                      <a:cubicBezTo>
                        <a:pt x="4505" y="662"/>
                        <a:pt x="5608" y="1765"/>
                        <a:pt x="5608" y="3119"/>
                      </a:cubicBezTo>
                      <a:cubicBezTo>
                        <a:pt x="5608" y="4442"/>
                        <a:pt x="4505" y="5545"/>
                        <a:pt x="3151" y="5545"/>
                      </a:cubicBezTo>
                      <a:cubicBezTo>
                        <a:pt x="2710" y="5545"/>
                        <a:pt x="2332" y="5451"/>
                        <a:pt x="1954" y="5230"/>
                      </a:cubicBezTo>
                      <a:cubicBezTo>
                        <a:pt x="1890" y="5199"/>
                        <a:pt x="1796" y="5199"/>
                        <a:pt x="1733" y="5199"/>
                      </a:cubicBezTo>
                      <a:lnTo>
                        <a:pt x="945" y="5388"/>
                      </a:lnTo>
                      <a:lnTo>
                        <a:pt x="1166" y="4694"/>
                      </a:lnTo>
                      <a:cubicBezTo>
                        <a:pt x="1229" y="4568"/>
                        <a:pt x="1166" y="4505"/>
                        <a:pt x="1134" y="4411"/>
                      </a:cubicBezTo>
                      <a:cubicBezTo>
                        <a:pt x="914" y="4033"/>
                        <a:pt x="756" y="3592"/>
                        <a:pt x="756" y="3119"/>
                      </a:cubicBezTo>
                      <a:cubicBezTo>
                        <a:pt x="725" y="1733"/>
                        <a:pt x="1827" y="662"/>
                        <a:pt x="3151" y="662"/>
                      </a:cubicBezTo>
                      <a:close/>
                      <a:moveTo>
                        <a:pt x="3182" y="0"/>
                      </a:moveTo>
                      <a:cubicBezTo>
                        <a:pt x="1449" y="0"/>
                        <a:pt x="95" y="1418"/>
                        <a:pt x="95" y="3119"/>
                      </a:cubicBezTo>
                      <a:cubicBezTo>
                        <a:pt x="95" y="3655"/>
                        <a:pt x="189" y="4190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15" y="6238"/>
                        <a:pt x="473" y="6238"/>
                      </a:cubicBezTo>
                      <a:lnTo>
                        <a:pt x="1764" y="5923"/>
                      </a:lnTo>
                      <a:cubicBezTo>
                        <a:pt x="2206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3" name="Google Shape;9151;p73">
                  <a:extLst>
                    <a:ext uri="{FF2B5EF4-FFF2-40B4-BE49-F238E27FC236}">
                      <a16:creationId xmlns:a16="http://schemas.microsoft.com/office/drawing/2014/main" id="{8888BEF0-B93C-5A46-556B-3EAE5316A40B}"/>
                    </a:ext>
                  </a:extLst>
                </p:cNvPr>
                <p:cNvSpPr/>
                <p:nvPr/>
              </p:nvSpPr>
              <p:spPr>
                <a:xfrm>
                  <a:off x="895000" y="2058450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cubicBezTo>
                        <a:pt x="536" y="725"/>
                        <a:pt x="693" y="567"/>
                        <a:pt x="693" y="378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0" name="Google Shape;9152;p73">
                <a:extLst>
                  <a:ext uri="{FF2B5EF4-FFF2-40B4-BE49-F238E27FC236}">
                    <a16:creationId xmlns:a16="http://schemas.microsoft.com/office/drawing/2014/main" id="{ADA50E07-873D-09F5-21FC-D586B60D4AED}"/>
                  </a:ext>
                </a:extLst>
              </p:cNvPr>
              <p:cNvGrpSpPr/>
              <p:nvPr/>
            </p:nvGrpSpPr>
            <p:grpSpPr>
              <a:xfrm>
                <a:off x="765251" y="2280947"/>
                <a:ext cx="503276" cy="500655"/>
                <a:chOff x="685475" y="2318350"/>
                <a:chExt cx="297750" cy="296200"/>
              </a:xfrm>
              <a:grpFill/>
            </p:grpSpPr>
            <p:sp>
              <p:nvSpPr>
                <p:cNvPr id="17827" name="Google Shape;9153;p73">
                  <a:extLst>
                    <a:ext uri="{FF2B5EF4-FFF2-40B4-BE49-F238E27FC236}">
                      <a16:creationId xmlns:a16="http://schemas.microsoft.com/office/drawing/2014/main" id="{AD08CB27-897B-278E-9D9B-B4DBB48462B0}"/>
                    </a:ext>
                  </a:extLst>
                </p:cNvPr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4" h="9679" extrusionOk="0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8" name="Google Shape;9154;p73">
                  <a:extLst>
                    <a:ext uri="{FF2B5EF4-FFF2-40B4-BE49-F238E27FC236}">
                      <a16:creationId xmlns:a16="http://schemas.microsoft.com/office/drawing/2014/main" id="{99EC79BC-A273-F927-1147-7EB9EE9A04D2}"/>
                    </a:ext>
                  </a:extLst>
                </p:cNvPr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9705" extrusionOk="0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9" name="Google Shape;9155;p73">
                  <a:extLst>
                    <a:ext uri="{FF2B5EF4-FFF2-40B4-BE49-F238E27FC236}">
                      <a16:creationId xmlns:a16="http://schemas.microsoft.com/office/drawing/2014/main" id="{A481F08F-CBBE-2F0B-8722-AF2111AD10A4}"/>
                    </a:ext>
                  </a:extLst>
                </p:cNvPr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203" extrusionOk="0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1" name="Google Shape;9156;p73">
                <a:extLst>
                  <a:ext uri="{FF2B5EF4-FFF2-40B4-BE49-F238E27FC236}">
                    <a16:creationId xmlns:a16="http://schemas.microsoft.com/office/drawing/2014/main" id="{5F11252F-8BD4-926D-0585-A932B4A66C7D}"/>
                  </a:ext>
                </a:extLst>
              </p:cNvPr>
              <p:cNvSpPr/>
              <p:nvPr/>
            </p:nvSpPr>
            <p:spPr>
              <a:xfrm>
                <a:off x="767248" y="2924655"/>
                <a:ext cx="499261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846" extrusionOk="0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2" name="Google Shape;9157;p73">
                <a:extLst>
                  <a:ext uri="{FF2B5EF4-FFF2-40B4-BE49-F238E27FC236}">
                    <a16:creationId xmlns:a16="http://schemas.microsoft.com/office/drawing/2014/main" id="{363F3E0D-5C97-F223-E256-2E3FB6F70ECE}"/>
                  </a:ext>
                </a:extLst>
              </p:cNvPr>
              <p:cNvGrpSpPr/>
              <p:nvPr/>
            </p:nvGrpSpPr>
            <p:grpSpPr>
              <a:xfrm>
                <a:off x="3957191" y="1688870"/>
                <a:ext cx="443398" cy="498627"/>
                <a:chOff x="2523000" y="1954875"/>
                <a:chExt cx="262325" cy="295000"/>
              </a:xfrm>
              <a:grpFill/>
            </p:grpSpPr>
            <p:sp>
              <p:nvSpPr>
                <p:cNvPr id="17825" name="Google Shape;9158;p73">
                  <a:extLst>
                    <a:ext uri="{FF2B5EF4-FFF2-40B4-BE49-F238E27FC236}">
                      <a16:creationId xmlns:a16="http://schemas.microsoft.com/office/drawing/2014/main" id="{58E6720D-2442-CD14-5A3C-60A1FEDBD4BA}"/>
                    </a:ext>
                  </a:extLst>
                </p:cNvPr>
                <p:cNvSpPr/>
                <p:nvPr/>
              </p:nvSpPr>
              <p:spPr>
                <a:xfrm>
                  <a:off x="2523000" y="1954875"/>
                  <a:ext cx="2623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3" h="11800" extrusionOk="0">
                      <a:moveTo>
                        <a:pt x="5294" y="709"/>
                      </a:moveTo>
                      <a:cubicBezTo>
                        <a:pt x="6350" y="1316"/>
                        <a:pt x="7422" y="1602"/>
                        <a:pt x="8487" y="1602"/>
                      </a:cubicBezTo>
                      <a:cubicBezTo>
                        <a:pt x="8915" y="1602"/>
                        <a:pt x="9343" y="1556"/>
                        <a:pt x="9767" y="1465"/>
                      </a:cubicBezTo>
                      <a:lnTo>
                        <a:pt x="9767" y="5026"/>
                      </a:lnTo>
                      <a:cubicBezTo>
                        <a:pt x="9767" y="7798"/>
                        <a:pt x="7940" y="10287"/>
                        <a:pt x="5294" y="11137"/>
                      </a:cubicBezTo>
                      <a:cubicBezTo>
                        <a:pt x="2647" y="10350"/>
                        <a:pt x="789" y="7798"/>
                        <a:pt x="789" y="5026"/>
                      </a:cubicBezTo>
                      <a:lnTo>
                        <a:pt x="789" y="1465"/>
                      </a:lnTo>
                      <a:cubicBezTo>
                        <a:pt x="1222" y="1556"/>
                        <a:pt x="1654" y="1602"/>
                        <a:pt x="2084" y="1602"/>
                      </a:cubicBezTo>
                      <a:cubicBezTo>
                        <a:pt x="3153" y="1602"/>
                        <a:pt x="4215" y="1316"/>
                        <a:pt x="5294" y="709"/>
                      </a:cubicBezTo>
                      <a:close/>
                      <a:moveTo>
                        <a:pt x="5266" y="0"/>
                      </a:moveTo>
                      <a:cubicBezTo>
                        <a:pt x="5207" y="0"/>
                        <a:pt x="5152" y="16"/>
                        <a:pt x="5105" y="48"/>
                      </a:cubicBezTo>
                      <a:cubicBezTo>
                        <a:pt x="4065" y="646"/>
                        <a:pt x="3057" y="930"/>
                        <a:pt x="2017" y="930"/>
                      </a:cubicBezTo>
                      <a:cubicBezTo>
                        <a:pt x="1513" y="930"/>
                        <a:pt x="1009" y="835"/>
                        <a:pt x="473" y="678"/>
                      </a:cubicBezTo>
                      <a:cubicBezTo>
                        <a:pt x="440" y="669"/>
                        <a:pt x="408" y="665"/>
                        <a:pt x="378" y="665"/>
                      </a:cubicBezTo>
                      <a:cubicBezTo>
                        <a:pt x="297" y="665"/>
                        <a:pt x="228" y="695"/>
                        <a:pt x="158" y="741"/>
                      </a:cubicBezTo>
                      <a:cubicBezTo>
                        <a:pt x="95" y="804"/>
                        <a:pt x="1" y="898"/>
                        <a:pt x="1" y="993"/>
                      </a:cubicBezTo>
                      <a:lnTo>
                        <a:pt x="1" y="4994"/>
                      </a:lnTo>
                      <a:cubicBezTo>
                        <a:pt x="127" y="8176"/>
                        <a:pt x="2206" y="10917"/>
                        <a:pt x="5199" y="11799"/>
                      </a:cubicBezTo>
                      <a:lnTo>
                        <a:pt x="5357" y="11799"/>
                      </a:lnTo>
                      <a:cubicBezTo>
                        <a:pt x="8350" y="10917"/>
                        <a:pt x="10492" y="8176"/>
                        <a:pt x="10492" y="5026"/>
                      </a:cubicBezTo>
                      <a:lnTo>
                        <a:pt x="10492" y="1056"/>
                      </a:lnTo>
                      <a:cubicBezTo>
                        <a:pt x="10492" y="930"/>
                        <a:pt x="10429" y="835"/>
                        <a:pt x="10335" y="772"/>
                      </a:cubicBezTo>
                      <a:cubicBezTo>
                        <a:pt x="10282" y="720"/>
                        <a:pt x="10230" y="697"/>
                        <a:pt x="10173" y="697"/>
                      </a:cubicBezTo>
                      <a:cubicBezTo>
                        <a:pt x="10126" y="697"/>
                        <a:pt x="10076" y="713"/>
                        <a:pt x="10019" y="741"/>
                      </a:cubicBezTo>
                      <a:cubicBezTo>
                        <a:pt x="9509" y="876"/>
                        <a:pt x="9006" y="946"/>
                        <a:pt x="8504" y="946"/>
                      </a:cubicBezTo>
                      <a:cubicBezTo>
                        <a:pt x="7490" y="946"/>
                        <a:pt x="6485" y="659"/>
                        <a:pt x="5451" y="48"/>
                      </a:cubicBezTo>
                      <a:cubicBezTo>
                        <a:pt x="5388" y="16"/>
                        <a:pt x="5325" y="0"/>
                        <a:pt x="5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6" name="Google Shape;9159;p73">
                  <a:extLst>
                    <a:ext uri="{FF2B5EF4-FFF2-40B4-BE49-F238E27FC236}">
                      <a16:creationId xmlns:a16="http://schemas.microsoft.com/office/drawing/2014/main" id="{56B41E84-E4AC-AC4E-59E4-598515AB9BE8}"/>
                    </a:ext>
                  </a:extLst>
                </p:cNvPr>
                <p:cNvSpPr/>
                <p:nvPr/>
              </p:nvSpPr>
              <p:spPr>
                <a:xfrm>
                  <a:off x="2595475" y="202457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94"/>
                      </a:moveTo>
                      <a:cubicBezTo>
                        <a:pt x="2836" y="694"/>
                        <a:pt x="3151" y="1009"/>
                        <a:pt x="3151" y="1418"/>
                      </a:cubicBezTo>
                      <a:cubicBezTo>
                        <a:pt x="3151" y="1796"/>
                        <a:pt x="2836" y="2111"/>
                        <a:pt x="2426" y="2111"/>
                      </a:cubicBezTo>
                      <a:cubicBezTo>
                        <a:pt x="2048" y="2111"/>
                        <a:pt x="1733" y="1796"/>
                        <a:pt x="1733" y="1418"/>
                      </a:cubicBezTo>
                      <a:cubicBezTo>
                        <a:pt x="1733" y="1009"/>
                        <a:pt x="2048" y="694"/>
                        <a:pt x="2426" y="694"/>
                      </a:cubicBezTo>
                      <a:close/>
                      <a:moveTo>
                        <a:pt x="2426" y="2742"/>
                      </a:moveTo>
                      <a:cubicBezTo>
                        <a:pt x="3371" y="2742"/>
                        <a:pt x="4159" y="3529"/>
                        <a:pt x="4159" y="4474"/>
                      </a:cubicBezTo>
                      <a:lnTo>
                        <a:pt x="4159" y="4821"/>
                      </a:lnTo>
                      <a:lnTo>
                        <a:pt x="693" y="4821"/>
                      </a:lnTo>
                      <a:lnTo>
                        <a:pt x="693" y="4474"/>
                      </a:lnTo>
                      <a:cubicBezTo>
                        <a:pt x="693" y="3529"/>
                        <a:pt x="1481" y="2742"/>
                        <a:pt x="2426" y="2742"/>
                      </a:cubicBezTo>
                      <a:close/>
                      <a:moveTo>
                        <a:pt x="2458" y="1"/>
                      </a:moveTo>
                      <a:cubicBezTo>
                        <a:pt x="1733" y="1"/>
                        <a:pt x="1103" y="599"/>
                        <a:pt x="1103" y="1355"/>
                      </a:cubicBezTo>
                      <a:cubicBezTo>
                        <a:pt x="1103" y="1733"/>
                        <a:pt x="1198" y="2048"/>
                        <a:pt x="1450" y="2269"/>
                      </a:cubicBezTo>
                      <a:cubicBezTo>
                        <a:pt x="630" y="2647"/>
                        <a:pt x="63" y="3498"/>
                        <a:pt x="63" y="4474"/>
                      </a:cubicBezTo>
                      <a:lnTo>
                        <a:pt x="63" y="5199"/>
                      </a:lnTo>
                      <a:cubicBezTo>
                        <a:pt x="0" y="5388"/>
                        <a:pt x="158" y="5546"/>
                        <a:pt x="347" y="5546"/>
                      </a:cubicBezTo>
                      <a:lnTo>
                        <a:pt x="4506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17" y="2647"/>
                        <a:pt x="3497" y="2269"/>
                      </a:cubicBezTo>
                      <a:cubicBezTo>
                        <a:pt x="3718" y="2048"/>
                        <a:pt x="3844" y="1702"/>
                        <a:pt x="3844" y="1355"/>
                      </a:cubicBezTo>
                      <a:cubicBezTo>
                        <a:pt x="3844" y="599"/>
                        <a:pt x="3214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3" name="Google Shape;9160;p73">
                <a:extLst>
                  <a:ext uri="{FF2B5EF4-FFF2-40B4-BE49-F238E27FC236}">
                    <a16:creationId xmlns:a16="http://schemas.microsoft.com/office/drawing/2014/main" id="{DDDEC3AB-4DD6-28DD-5E1B-2FBA6C86583C}"/>
                  </a:ext>
                </a:extLst>
              </p:cNvPr>
              <p:cNvGrpSpPr/>
              <p:nvPr/>
            </p:nvGrpSpPr>
            <p:grpSpPr>
              <a:xfrm>
                <a:off x="3927252" y="2281623"/>
                <a:ext cx="503276" cy="499303"/>
                <a:chOff x="2508825" y="2318350"/>
                <a:chExt cx="297750" cy="295400"/>
              </a:xfrm>
              <a:grpFill/>
            </p:grpSpPr>
            <p:sp>
              <p:nvSpPr>
                <p:cNvPr id="17823" name="Google Shape;9161;p73">
                  <a:extLst>
                    <a:ext uri="{FF2B5EF4-FFF2-40B4-BE49-F238E27FC236}">
                      <a16:creationId xmlns:a16="http://schemas.microsoft.com/office/drawing/2014/main" id="{50128753-877F-2990-CD62-366FD6C43D40}"/>
                    </a:ext>
                  </a:extLst>
                </p:cNvPr>
                <p:cNvSpPr/>
                <p:nvPr/>
              </p:nvSpPr>
              <p:spPr>
                <a:xfrm>
                  <a:off x="2508825" y="2318350"/>
                  <a:ext cx="29775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16" extrusionOk="0">
                      <a:moveTo>
                        <a:pt x="5892" y="694"/>
                      </a:moveTo>
                      <a:cubicBezTo>
                        <a:pt x="7625" y="694"/>
                        <a:pt x="9043" y="2112"/>
                        <a:pt x="9043" y="3845"/>
                      </a:cubicBezTo>
                      <a:cubicBezTo>
                        <a:pt x="9043" y="5483"/>
                        <a:pt x="7751" y="6838"/>
                        <a:pt x="6081" y="6932"/>
                      </a:cubicBezTo>
                      <a:cubicBezTo>
                        <a:pt x="6018" y="6932"/>
                        <a:pt x="5987" y="6901"/>
                        <a:pt x="5924" y="6869"/>
                      </a:cubicBezTo>
                      <a:lnTo>
                        <a:pt x="5766" y="6711"/>
                      </a:lnTo>
                      <a:cubicBezTo>
                        <a:pt x="5297" y="6298"/>
                        <a:pt x="4683" y="6101"/>
                        <a:pt x="4072" y="6101"/>
                      </a:cubicBezTo>
                      <a:cubicBezTo>
                        <a:pt x="3985" y="6101"/>
                        <a:pt x="3899" y="6105"/>
                        <a:pt x="3813" y="6113"/>
                      </a:cubicBezTo>
                      <a:cubicBezTo>
                        <a:pt x="3151" y="5577"/>
                        <a:pt x="2773" y="4727"/>
                        <a:pt x="2773" y="3845"/>
                      </a:cubicBezTo>
                      <a:cubicBezTo>
                        <a:pt x="2773" y="2112"/>
                        <a:pt x="4191" y="694"/>
                        <a:pt x="5892" y="694"/>
                      </a:cubicBezTo>
                      <a:close/>
                      <a:moveTo>
                        <a:pt x="4171" y="6822"/>
                      </a:moveTo>
                      <a:cubicBezTo>
                        <a:pt x="4577" y="6822"/>
                        <a:pt x="4979" y="6964"/>
                        <a:pt x="5294" y="7247"/>
                      </a:cubicBezTo>
                      <a:cubicBezTo>
                        <a:pt x="5420" y="7373"/>
                        <a:pt x="5735" y="7657"/>
                        <a:pt x="5892" y="7657"/>
                      </a:cubicBezTo>
                      <a:lnTo>
                        <a:pt x="7972" y="7657"/>
                      </a:lnTo>
                      <a:cubicBezTo>
                        <a:pt x="8192" y="7657"/>
                        <a:pt x="8350" y="7814"/>
                        <a:pt x="8350" y="8003"/>
                      </a:cubicBezTo>
                      <a:cubicBezTo>
                        <a:pt x="8350" y="8192"/>
                        <a:pt x="8192" y="8350"/>
                        <a:pt x="7972" y="8350"/>
                      </a:cubicBezTo>
                      <a:lnTo>
                        <a:pt x="5514" y="8350"/>
                      </a:lnTo>
                      <a:cubicBezTo>
                        <a:pt x="5294" y="8350"/>
                        <a:pt x="5136" y="8507"/>
                        <a:pt x="5136" y="8728"/>
                      </a:cubicBezTo>
                      <a:cubicBezTo>
                        <a:pt x="5136" y="8917"/>
                        <a:pt x="5294" y="9074"/>
                        <a:pt x="5514" y="9074"/>
                      </a:cubicBezTo>
                      <a:lnTo>
                        <a:pt x="8224" y="9074"/>
                      </a:lnTo>
                      <a:cubicBezTo>
                        <a:pt x="8507" y="9074"/>
                        <a:pt x="8759" y="8948"/>
                        <a:pt x="8980" y="8759"/>
                      </a:cubicBezTo>
                      <a:lnTo>
                        <a:pt x="10492" y="7090"/>
                      </a:lnTo>
                      <a:cubicBezTo>
                        <a:pt x="10568" y="7033"/>
                        <a:pt x="10666" y="6987"/>
                        <a:pt x="10766" y="6987"/>
                      </a:cubicBezTo>
                      <a:cubicBezTo>
                        <a:pt x="10833" y="6987"/>
                        <a:pt x="10902" y="7008"/>
                        <a:pt x="10965" y="7058"/>
                      </a:cubicBezTo>
                      <a:cubicBezTo>
                        <a:pt x="11122" y="7184"/>
                        <a:pt x="11185" y="7373"/>
                        <a:pt x="11059" y="7531"/>
                      </a:cubicBezTo>
                      <a:lnTo>
                        <a:pt x="9389" y="9767"/>
                      </a:lnTo>
                      <a:cubicBezTo>
                        <a:pt x="9074" y="10209"/>
                        <a:pt x="8570" y="10492"/>
                        <a:pt x="8035" y="10492"/>
                      </a:cubicBezTo>
                      <a:lnTo>
                        <a:pt x="2773" y="10492"/>
                      </a:lnTo>
                      <a:lnTo>
                        <a:pt x="2773" y="7468"/>
                      </a:lnTo>
                      <a:lnTo>
                        <a:pt x="3025" y="7247"/>
                      </a:lnTo>
                      <a:cubicBezTo>
                        <a:pt x="3356" y="6964"/>
                        <a:pt x="3766" y="6822"/>
                        <a:pt x="4171" y="6822"/>
                      </a:cubicBezTo>
                      <a:close/>
                      <a:moveTo>
                        <a:pt x="1734" y="6932"/>
                      </a:moveTo>
                      <a:cubicBezTo>
                        <a:pt x="1923" y="6932"/>
                        <a:pt x="2080" y="7090"/>
                        <a:pt x="2080" y="7310"/>
                      </a:cubicBezTo>
                      <a:lnTo>
                        <a:pt x="2080" y="10807"/>
                      </a:lnTo>
                      <a:cubicBezTo>
                        <a:pt x="2080" y="10996"/>
                        <a:pt x="1923" y="11154"/>
                        <a:pt x="1734" y="11154"/>
                      </a:cubicBezTo>
                      <a:lnTo>
                        <a:pt x="662" y="11154"/>
                      </a:lnTo>
                      <a:lnTo>
                        <a:pt x="662" y="6932"/>
                      </a:lnTo>
                      <a:close/>
                      <a:moveTo>
                        <a:pt x="5924" y="1"/>
                      </a:moveTo>
                      <a:cubicBezTo>
                        <a:pt x="3844" y="1"/>
                        <a:pt x="2112" y="1734"/>
                        <a:pt x="2112" y="3845"/>
                      </a:cubicBezTo>
                      <a:cubicBezTo>
                        <a:pt x="2112" y="4790"/>
                        <a:pt x="2458" y="5672"/>
                        <a:pt x="3088" y="6396"/>
                      </a:cubicBezTo>
                      <a:cubicBezTo>
                        <a:pt x="2931" y="6459"/>
                        <a:pt x="2773" y="6585"/>
                        <a:pt x="2616" y="6711"/>
                      </a:cubicBezTo>
                      <a:cubicBezTo>
                        <a:pt x="2427" y="6428"/>
                        <a:pt x="2112" y="6270"/>
                        <a:pt x="1765" y="6270"/>
                      </a:cubicBezTo>
                      <a:lnTo>
                        <a:pt x="347" y="6270"/>
                      </a:lnTo>
                      <a:cubicBezTo>
                        <a:pt x="158" y="6270"/>
                        <a:pt x="1" y="6428"/>
                        <a:pt x="1" y="6585"/>
                      </a:cubicBezTo>
                      <a:lnTo>
                        <a:pt x="1" y="11469"/>
                      </a:lnTo>
                      <a:cubicBezTo>
                        <a:pt x="1" y="11658"/>
                        <a:pt x="158" y="11815"/>
                        <a:pt x="347" y="11815"/>
                      </a:cubicBezTo>
                      <a:lnTo>
                        <a:pt x="1765" y="11815"/>
                      </a:lnTo>
                      <a:cubicBezTo>
                        <a:pt x="2238" y="11815"/>
                        <a:pt x="2584" y="11563"/>
                        <a:pt x="2742" y="11122"/>
                      </a:cubicBezTo>
                      <a:lnTo>
                        <a:pt x="8035" y="11122"/>
                      </a:lnTo>
                      <a:cubicBezTo>
                        <a:pt x="8759" y="11122"/>
                        <a:pt x="9515" y="10776"/>
                        <a:pt x="9956" y="10146"/>
                      </a:cubicBezTo>
                      <a:lnTo>
                        <a:pt x="11595" y="7877"/>
                      </a:lnTo>
                      <a:cubicBezTo>
                        <a:pt x="11910" y="7468"/>
                        <a:pt x="11878" y="6838"/>
                        <a:pt x="11437" y="6459"/>
                      </a:cubicBezTo>
                      <a:cubicBezTo>
                        <a:pt x="11249" y="6301"/>
                        <a:pt x="11015" y="6221"/>
                        <a:pt x="10780" y="6221"/>
                      </a:cubicBezTo>
                      <a:cubicBezTo>
                        <a:pt x="10503" y="6221"/>
                        <a:pt x="10224" y="6332"/>
                        <a:pt x="10019" y="6554"/>
                      </a:cubicBezTo>
                      <a:lnTo>
                        <a:pt x="9011" y="7657"/>
                      </a:lnTo>
                      <a:cubicBezTo>
                        <a:pt x="8885" y="7247"/>
                        <a:pt x="8539" y="6932"/>
                        <a:pt x="8098" y="6932"/>
                      </a:cubicBezTo>
                      <a:cubicBezTo>
                        <a:pt x="8287" y="6838"/>
                        <a:pt x="8444" y="6680"/>
                        <a:pt x="8602" y="6522"/>
                      </a:cubicBezTo>
                      <a:cubicBezTo>
                        <a:pt x="9358" y="5798"/>
                        <a:pt x="9767" y="4821"/>
                        <a:pt x="9767" y="3845"/>
                      </a:cubicBezTo>
                      <a:cubicBezTo>
                        <a:pt x="9767" y="1734"/>
                        <a:pt x="8035" y="1"/>
                        <a:pt x="59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4" name="Google Shape;9162;p73">
                  <a:extLst>
                    <a:ext uri="{FF2B5EF4-FFF2-40B4-BE49-F238E27FC236}">
                      <a16:creationId xmlns:a16="http://schemas.microsoft.com/office/drawing/2014/main" id="{199DD43B-4983-B300-3852-0F14FD959B25}"/>
                    </a:ext>
                  </a:extLst>
                </p:cNvPr>
                <p:cNvSpPr/>
                <p:nvPr/>
              </p:nvSpPr>
              <p:spPr>
                <a:xfrm>
                  <a:off x="2629350" y="2353025"/>
                  <a:ext cx="543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" h="4852" extrusionOk="0">
                      <a:moveTo>
                        <a:pt x="1071" y="0"/>
                      </a:moveTo>
                      <a:cubicBezTo>
                        <a:pt x="882" y="0"/>
                        <a:pt x="725" y="158"/>
                        <a:pt x="725" y="347"/>
                      </a:cubicBezTo>
                      <a:lnTo>
                        <a:pt x="725" y="756"/>
                      </a:lnTo>
                      <a:cubicBezTo>
                        <a:pt x="315" y="914"/>
                        <a:pt x="63" y="1292"/>
                        <a:pt x="63" y="1733"/>
                      </a:cubicBezTo>
                      <a:cubicBezTo>
                        <a:pt x="0" y="2332"/>
                        <a:pt x="473" y="2804"/>
                        <a:pt x="1071" y="2804"/>
                      </a:cubicBezTo>
                      <a:cubicBezTo>
                        <a:pt x="1260" y="2804"/>
                        <a:pt x="1418" y="2962"/>
                        <a:pt x="1418" y="3151"/>
                      </a:cubicBezTo>
                      <a:cubicBezTo>
                        <a:pt x="1418" y="3308"/>
                        <a:pt x="1355" y="3434"/>
                        <a:pt x="1229" y="3466"/>
                      </a:cubicBezTo>
                      <a:cubicBezTo>
                        <a:pt x="1185" y="3492"/>
                        <a:pt x="1140" y="3503"/>
                        <a:pt x="1093" y="3503"/>
                      </a:cubicBezTo>
                      <a:cubicBezTo>
                        <a:pt x="970" y="3503"/>
                        <a:pt x="839" y="3422"/>
                        <a:pt x="725" y="3308"/>
                      </a:cubicBezTo>
                      <a:cubicBezTo>
                        <a:pt x="662" y="3245"/>
                        <a:pt x="575" y="3214"/>
                        <a:pt x="488" y="3214"/>
                      </a:cubicBezTo>
                      <a:cubicBezTo>
                        <a:pt x="402" y="3214"/>
                        <a:pt x="315" y="3245"/>
                        <a:pt x="252" y="3308"/>
                      </a:cubicBezTo>
                      <a:cubicBezTo>
                        <a:pt x="126" y="3434"/>
                        <a:pt x="126" y="3655"/>
                        <a:pt x="252" y="3781"/>
                      </a:cubicBezTo>
                      <a:cubicBezTo>
                        <a:pt x="410" y="3938"/>
                        <a:pt x="567" y="4064"/>
                        <a:pt x="756" y="4096"/>
                      </a:cubicBezTo>
                      <a:lnTo>
                        <a:pt x="756" y="4505"/>
                      </a:lnTo>
                      <a:cubicBezTo>
                        <a:pt x="756" y="4694"/>
                        <a:pt x="914" y="4852"/>
                        <a:pt x="1103" y="4852"/>
                      </a:cubicBezTo>
                      <a:cubicBezTo>
                        <a:pt x="1323" y="4852"/>
                        <a:pt x="1481" y="4694"/>
                        <a:pt x="1481" y="4505"/>
                      </a:cubicBezTo>
                      <a:lnTo>
                        <a:pt x="1481" y="4096"/>
                      </a:lnTo>
                      <a:cubicBezTo>
                        <a:pt x="1481" y="4096"/>
                        <a:pt x="1512" y="4096"/>
                        <a:pt x="1512" y="4064"/>
                      </a:cubicBezTo>
                      <a:cubicBezTo>
                        <a:pt x="1890" y="3907"/>
                        <a:pt x="2142" y="3497"/>
                        <a:pt x="2142" y="3119"/>
                      </a:cubicBezTo>
                      <a:cubicBezTo>
                        <a:pt x="2142" y="2521"/>
                        <a:pt x="1670" y="2079"/>
                        <a:pt x="1103" y="2079"/>
                      </a:cubicBezTo>
                      <a:cubicBezTo>
                        <a:pt x="914" y="2079"/>
                        <a:pt x="756" y="1922"/>
                        <a:pt x="756" y="1733"/>
                      </a:cubicBezTo>
                      <a:cubicBezTo>
                        <a:pt x="756" y="1575"/>
                        <a:pt x="851" y="1449"/>
                        <a:pt x="1008" y="1418"/>
                      </a:cubicBezTo>
                      <a:cubicBezTo>
                        <a:pt x="1047" y="1405"/>
                        <a:pt x="1085" y="1399"/>
                        <a:pt x="1124" y="1399"/>
                      </a:cubicBezTo>
                      <a:cubicBezTo>
                        <a:pt x="1273" y="1399"/>
                        <a:pt x="1418" y="1494"/>
                        <a:pt x="1544" y="1670"/>
                      </a:cubicBezTo>
                      <a:cubicBezTo>
                        <a:pt x="1610" y="1753"/>
                        <a:pt x="1703" y="1792"/>
                        <a:pt x="1795" y="1792"/>
                      </a:cubicBezTo>
                      <a:cubicBezTo>
                        <a:pt x="1876" y="1792"/>
                        <a:pt x="1957" y="1761"/>
                        <a:pt x="2016" y="1701"/>
                      </a:cubicBezTo>
                      <a:cubicBezTo>
                        <a:pt x="2174" y="1575"/>
                        <a:pt x="2174" y="1323"/>
                        <a:pt x="2048" y="1229"/>
                      </a:cubicBezTo>
                      <a:cubicBezTo>
                        <a:pt x="1859" y="977"/>
                        <a:pt x="1670" y="819"/>
                        <a:pt x="1418" y="756"/>
                      </a:cubicBezTo>
                      <a:lnTo>
                        <a:pt x="1418" y="347"/>
                      </a:ln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4" name="Google Shape;9163;p73">
                <a:extLst>
                  <a:ext uri="{FF2B5EF4-FFF2-40B4-BE49-F238E27FC236}">
                    <a16:creationId xmlns:a16="http://schemas.microsoft.com/office/drawing/2014/main" id="{6CF9E815-79F8-4616-9D5D-FE86B76A0383}"/>
                  </a:ext>
                </a:extLst>
              </p:cNvPr>
              <p:cNvSpPr/>
              <p:nvPr/>
            </p:nvSpPr>
            <p:spPr>
              <a:xfrm>
                <a:off x="3928551" y="2924655"/>
                <a:ext cx="500612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46" extrusionOk="0">
                    <a:moveTo>
                      <a:pt x="10744" y="3718"/>
                    </a:moveTo>
                    <a:lnTo>
                      <a:pt x="10428" y="4348"/>
                    </a:lnTo>
                    <a:cubicBezTo>
                      <a:pt x="10397" y="4442"/>
                      <a:pt x="10397" y="4568"/>
                      <a:pt x="10428" y="4663"/>
                    </a:cubicBezTo>
                    <a:lnTo>
                      <a:pt x="10744" y="5293"/>
                    </a:lnTo>
                    <a:lnTo>
                      <a:pt x="9483" y="4915"/>
                    </a:lnTo>
                    <a:lnTo>
                      <a:pt x="9105" y="4505"/>
                    </a:lnTo>
                    <a:lnTo>
                      <a:pt x="9483" y="4127"/>
                    </a:lnTo>
                    <a:lnTo>
                      <a:pt x="10744" y="3718"/>
                    </a:lnTo>
                    <a:close/>
                    <a:moveTo>
                      <a:pt x="4443" y="3497"/>
                    </a:moveTo>
                    <a:cubicBezTo>
                      <a:pt x="4884" y="3497"/>
                      <a:pt x="5262" y="3781"/>
                      <a:pt x="5419" y="4190"/>
                    </a:cubicBezTo>
                    <a:lnTo>
                      <a:pt x="4443" y="4190"/>
                    </a:lnTo>
                    <a:cubicBezTo>
                      <a:pt x="4253" y="4190"/>
                      <a:pt x="4096" y="4348"/>
                      <a:pt x="4096" y="4568"/>
                    </a:cubicBezTo>
                    <a:cubicBezTo>
                      <a:pt x="4096" y="4663"/>
                      <a:pt x="4253" y="4820"/>
                      <a:pt x="4443" y="4820"/>
                    </a:cubicBezTo>
                    <a:lnTo>
                      <a:pt x="5419" y="4820"/>
                    </a:lnTo>
                    <a:cubicBezTo>
                      <a:pt x="5262" y="5230"/>
                      <a:pt x="4915" y="5545"/>
                      <a:pt x="4443" y="5545"/>
                    </a:cubicBezTo>
                    <a:cubicBezTo>
                      <a:pt x="3844" y="5545"/>
                      <a:pt x="3434" y="5072"/>
                      <a:pt x="3434" y="4505"/>
                    </a:cubicBezTo>
                    <a:cubicBezTo>
                      <a:pt x="3434" y="3970"/>
                      <a:pt x="3907" y="3497"/>
                      <a:pt x="4443" y="3497"/>
                    </a:cubicBezTo>
                    <a:close/>
                    <a:moveTo>
                      <a:pt x="4443" y="2080"/>
                    </a:moveTo>
                    <a:cubicBezTo>
                      <a:pt x="5671" y="2080"/>
                      <a:pt x="6679" y="2993"/>
                      <a:pt x="6837" y="4159"/>
                    </a:cubicBezTo>
                    <a:lnTo>
                      <a:pt x="6144" y="4159"/>
                    </a:lnTo>
                    <a:cubicBezTo>
                      <a:pt x="5986" y="3371"/>
                      <a:pt x="5262" y="2773"/>
                      <a:pt x="4443" y="2773"/>
                    </a:cubicBezTo>
                    <a:cubicBezTo>
                      <a:pt x="3497" y="2773"/>
                      <a:pt x="2710" y="3560"/>
                      <a:pt x="2710" y="4505"/>
                    </a:cubicBezTo>
                    <a:cubicBezTo>
                      <a:pt x="2710" y="5451"/>
                      <a:pt x="3497" y="6238"/>
                      <a:pt x="4443" y="6238"/>
                    </a:cubicBezTo>
                    <a:cubicBezTo>
                      <a:pt x="5262" y="6238"/>
                      <a:pt x="5986" y="5671"/>
                      <a:pt x="6144" y="4883"/>
                    </a:cubicBezTo>
                    <a:lnTo>
                      <a:pt x="6837" y="4883"/>
                    </a:lnTo>
                    <a:cubicBezTo>
                      <a:pt x="6679" y="6049"/>
                      <a:pt x="5671" y="6963"/>
                      <a:pt x="4443" y="6963"/>
                    </a:cubicBezTo>
                    <a:cubicBezTo>
                      <a:pt x="3119" y="6963"/>
                      <a:pt x="2017" y="5860"/>
                      <a:pt x="2017" y="4505"/>
                    </a:cubicBezTo>
                    <a:cubicBezTo>
                      <a:pt x="2017" y="3182"/>
                      <a:pt x="3119" y="2080"/>
                      <a:pt x="4443" y="2080"/>
                    </a:cubicBezTo>
                    <a:close/>
                    <a:moveTo>
                      <a:pt x="4474" y="662"/>
                    </a:moveTo>
                    <a:cubicBezTo>
                      <a:pt x="6459" y="662"/>
                      <a:pt x="8097" y="2206"/>
                      <a:pt x="8255" y="4127"/>
                    </a:cubicBezTo>
                    <a:lnTo>
                      <a:pt x="7562" y="4127"/>
                    </a:lnTo>
                    <a:cubicBezTo>
                      <a:pt x="7372" y="2584"/>
                      <a:pt x="6049" y="1355"/>
                      <a:pt x="4443" y="1355"/>
                    </a:cubicBezTo>
                    <a:cubicBezTo>
                      <a:pt x="2710" y="1355"/>
                      <a:pt x="1324" y="2773"/>
                      <a:pt x="1324" y="4474"/>
                    </a:cubicBezTo>
                    <a:cubicBezTo>
                      <a:pt x="1324" y="6175"/>
                      <a:pt x="2741" y="7593"/>
                      <a:pt x="4443" y="7593"/>
                    </a:cubicBezTo>
                    <a:cubicBezTo>
                      <a:pt x="6049" y="7593"/>
                      <a:pt x="7372" y="6364"/>
                      <a:pt x="7562" y="4820"/>
                    </a:cubicBezTo>
                    <a:lnTo>
                      <a:pt x="8255" y="4820"/>
                    </a:lnTo>
                    <a:cubicBezTo>
                      <a:pt x="8097" y="6774"/>
                      <a:pt x="6459" y="8286"/>
                      <a:pt x="4474" y="8286"/>
                    </a:cubicBezTo>
                    <a:cubicBezTo>
                      <a:pt x="2395" y="8286"/>
                      <a:pt x="662" y="6616"/>
                      <a:pt x="662" y="4474"/>
                    </a:cubicBezTo>
                    <a:cubicBezTo>
                      <a:pt x="662" y="2363"/>
                      <a:pt x="2363" y="662"/>
                      <a:pt x="4474" y="662"/>
                    </a:cubicBezTo>
                    <a:close/>
                    <a:moveTo>
                      <a:pt x="5734" y="8822"/>
                    </a:moveTo>
                    <a:lnTo>
                      <a:pt x="6049" y="9767"/>
                    </a:lnTo>
                    <a:lnTo>
                      <a:pt x="2836" y="9767"/>
                    </a:lnTo>
                    <a:lnTo>
                      <a:pt x="3151" y="8822"/>
                    </a:lnTo>
                    <a:cubicBezTo>
                      <a:pt x="3529" y="8916"/>
                      <a:pt x="4001" y="9011"/>
                      <a:pt x="4443" y="9011"/>
                    </a:cubicBezTo>
                    <a:cubicBezTo>
                      <a:pt x="4884" y="9011"/>
                      <a:pt x="5356" y="8916"/>
                      <a:pt x="5734" y="8822"/>
                    </a:cubicBezTo>
                    <a:close/>
                    <a:moveTo>
                      <a:pt x="6522" y="10428"/>
                    </a:moveTo>
                    <a:cubicBezTo>
                      <a:pt x="6963" y="10428"/>
                      <a:pt x="7372" y="10680"/>
                      <a:pt x="7530" y="11121"/>
                    </a:cubicBezTo>
                    <a:lnTo>
                      <a:pt x="1418" y="11121"/>
                    </a:lnTo>
                    <a:cubicBezTo>
                      <a:pt x="1576" y="10743"/>
                      <a:pt x="1922" y="10428"/>
                      <a:pt x="2395" y="10428"/>
                    </a:cubicBezTo>
                    <a:close/>
                    <a:moveTo>
                      <a:pt x="4474" y="0"/>
                    </a:moveTo>
                    <a:cubicBezTo>
                      <a:pt x="1985" y="0"/>
                      <a:pt x="0" y="1985"/>
                      <a:pt x="0" y="4474"/>
                    </a:cubicBezTo>
                    <a:cubicBezTo>
                      <a:pt x="0" y="6238"/>
                      <a:pt x="1040" y="7813"/>
                      <a:pt x="2552" y="8538"/>
                    </a:cubicBezTo>
                    <a:lnTo>
                      <a:pt x="2143" y="9767"/>
                    </a:lnTo>
                    <a:cubicBezTo>
                      <a:pt x="1324" y="9861"/>
                      <a:pt x="693" y="10586"/>
                      <a:pt x="693" y="11499"/>
                    </a:cubicBezTo>
                    <a:cubicBezTo>
                      <a:pt x="693" y="11688"/>
                      <a:pt x="851" y="11846"/>
                      <a:pt x="1040" y="11846"/>
                    </a:cubicBezTo>
                    <a:lnTo>
                      <a:pt x="7971" y="11846"/>
                    </a:lnTo>
                    <a:cubicBezTo>
                      <a:pt x="8192" y="11846"/>
                      <a:pt x="8349" y="11688"/>
                      <a:pt x="8349" y="11499"/>
                    </a:cubicBezTo>
                    <a:cubicBezTo>
                      <a:pt x="8349" y="10617"/>
                      <a:pt x="7719" y="9924"/>
                      <a:pt x="6900" y="9767"/>
                    </a:cubicBezTo>
                    <a:lnTo>
                      <a:pt x="6490" y="8538"/>
                    </a:lnTo>
                    <a:cubicBezTo>
                      <a:pt x="7782" y="7908"/>
                      <a:pt x="8727" y="6679"/>
                      <a:pt x="8979" y="5230"/>
                    </a:cubicBezTo>
                    <a:lnTo>
                      <a:pt x="9137" y="5388"/>
                    </a:lnTo>
                    <a:cubicBezTo>
                      <a:pt x="9168" y="5419"/>
                      <a:pt x="9200" y="5451"/>
                      <a:pt x="9263" y="5451"/>
                    </a:cubicBezTo>
                    <a:lnTo>
                      <a:pt x="11374" y="6175"/>
                    </a:lnTo>
                    <a:cubicBezTo>
                      <a:pt x="11403" y="6183"/>
                      <a:pt x="11435" y="6186"/>
                      <a:pt x="11466" y="6186"/>
                    </a:cubicBezTo>
                    <a:cubicBezTo>
                      <a:pt x="11569" y="6186"/>
                      <a:pt x="11672" y="6145"/>
                      <a:pt x="11720" y="6049"/>
                    </a:cubicBezTo>
                    <a:cubicBezTo>
                      <a:pt x="11815" y="5923"/>
                      <a:pt x="11846" y="5766"/>
                      <a:pt x="11783" y="5671"/>
                    </a:cubicBezTo>
                    <a:lnTo>
                      <a:pt x="11153" y="4442"/>
                    </a:lnTo>
                    <a:lnTo>
                      <a:pt x="11783" y="3214"/>
                    </a:lnTo>
                    <a:cubicBezTo>
                      <a:pt x="11815" y="3151"/>
                      <a:pt x="11783" y="2993"/>
                      <a:pt x="11689" y="2899"/>
                    </a:cubicBezTo>
                    <a:cubicBezTo>
                      <a:pt x="11641" y="2802"/>
                      <a:pt x="11519" y="2761"/>
                      <a:pt x="11422" y="2761"/>
                    </a:cubicBezTo>
                    <a:cubicBezTo>
                      <a:pt x="11392" y="2761"/>
                      <a:pt x="11364" y="2765"/>
                      <a:pt x="11342" y="2773"/>
                    </a:cubicBezTo>
                    <a:lnTo>
                      <a:pt x="9200" y="3497"/>
                    </a:lnTo>
                    <a:cubicBezTo>
                      <a:pt x="9168" y="3497"/>
                      <a:pt x="9105" y="3529"/>
                      <a:pt x="9105" y="3560"/>
                    </a:cubicBezTo>
                    <a:lnTo>
                      <a:pt x="8916" y="3718"/>
                    </a:lnTo>
                    <a:cubicBezTo>
                      <a:pt x="8570" y="1607"/>
                      <a:pt x="6742" y="0"/>
                      <a:pt x="44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5" name="Google Shape;9164;p73">
                <a:extLst>
                  <a:ext uri="{FF2B5EF4-FFF2-40B4-BE49-F238E27FC236}">
                    <a16:creationId xmlns:a16="http://schemas.microsoft.com/office/drawing/2014/main" id="{632955CF-48E1-3C12-4D6E-5C181D5F83E0}"/>
                  </a:ext>
                </a:extLst>
              </p:cNvPr>
              <p:cNvGrpSpPr/>
              <p:nvPr/>
            </p:nvGrpSpPr>
            <p:grpSpPr>
              <a:xfrm>
                <a:off x="7113533" y="1688554"/>
                <a:ext cx="497951" cy="499261"/>
                <a:chOff x="4321150" y="1946600"/>
                <a:chExt cx="294600" cy="295375"/>
              </a:xfrm>
              <a:grpFill/>
            </p:grpSpPr>
            <p:sp>
              <p:nvSpPr>
                <p:cNvPr id="17820" name="Google Shape;9165;p73">
                  <a:extLst>
                    <a:ext uri="{FF2B5EF4-FFF2-40B4-BE49-F238E27FC236}">
                      <a16:creationId xmlns:a16="http://schemas.microsoft.com/office/drawing/2014/main" id="{FDE9F7E7-11D2-6171-07EF-1340AC89381B}"/>
                    </a:ext>
                  </a:extLst>
                </p:cNvPr>
                <p:cNvSpPr/>
                <p:nvPr/>
              </p:nvSpPr>
              <p:spPr>
                <a:xfrm>
                  <a:off x="4321150" y="1946600"/>
                  <a:ext cx="29460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815" extrusionOk="0">
                      <a:moveTo>
                        <a:pt x="9043" y="662"/>
                      </a:moveTo>
                      <a:lnTo>
                        <a:pt x="9043" y="2080"/>
                      </a:lnTo>
                      <a:lnTo>
                        <a:pt x="2742" y="2080"/>
                      </a:lnTo>
                      <a:lnTo>
                        <a:pt x="2742" y="662"/>
                      </a:lnTo>
                      <a:close/>
                      <a:moveTo>
                        <a:pt x="10775" y="2742"/>
                      </a:moveTo>
                      <a:cubicBezTo>
                        <a:pt x="10996" y="2742"/>
                        <a:pt x="11153" y="2899"/>
                        <a:pt x="11153" y="3120"/>
                      </a:cubicBezTo>
                      <a:lnTo>
                        <a:pt x="11153" y="6554"/>
                      </a:lnTo>
                      <a:cubicBezTo>
                        <a:pt x="11153" y="6774"/>
                        <a:pt x="10996" y="6932"/>
                        <a:pt x="10775" y="6932"/>
                      </a:cubicBezTo>
                      <a:lnTo>
                        <a:pt x="9767" y="6932"/>
                      </a:lnTo>
                      <a:lnTo>
                        <a:pt x="9767" y="4474"/>
                      </a:lnTo>
                      <a:cubicBezTo>
                        <a:pt x="9767" y="4285"/>
                        <a:pt x="9610" y="4128"/>
                        <a:pt x="9421" y="4128"/>
                      </a:cubicBezTo>
                      <a:lnTo>
                        <a:pt x="2427" y="4128"/>
                      </a:lnTo>
                      <a:cubicBezTo>
                        <a:pt x="2238" y="4128"/>
                        <a:pt x="2080" y="4285"/>
                        <a:pt x="2080" y="4474"/>
                      </a:cubicBezTo>
                      <a:lnTo>
                        <a:pt x="2080" y="6932"/>
                      </a:lnTo>
                      <a:lnTo>
                        <a:pt x="1009" y="6932"/>
                      </a:lnTo>
                      <a:cubicBezTo>
                        <a:pt x="820" y="6932"/>
                        <a:pt x="662" y="6774"/>
                        <a:pt x="662" y="6554"/>
                      </a:cubicBezTo>
                      <a:lnTo>
                        <a:pt x="662" y="3120"/>
                      </a:lnTo>
                      <a:cubicBezTo>
                        <a:pt x="662" y="2899"/>
                        <a:pt x="820" y="2742"/>
                        <a:pt x="1009" y="2742"/>
                      </a:cubicBezTo>
                      <a:close/>
                      <a:moveTo>
                        <a:pt x="9011" y="4821"/>
                      </a:moveTo>
                      <a:lnTo>
                        <a:pt x="9011" y="11090"/>
                      </a:lnTo>
                      <a:lnTo>
                        <a:pt x="2710" y="11090"/>
                      </a:lnTo>
                      <a:lnTo>
                        <a:pt x="2710" y="4821"/>
                      </a:lnTo>
                      <a:close/>
                      <a:moveTo>
                        <a:pt x="2395" y="1"/>
                      </a:moveTo>
                      <a:cubicBezTo>
                        <a:pt x="2206" y="1"/>
                        <a:pt x="2049" y="158"/>
                        <a:pt x="2049" y="347"/>
                      </a:cubicBezTo>
                      <a:lnTo>
                        <a:pt x="2049" y="2112"/>
                      </a:lnTo>
                      <a:lnTo>
                        <a:pt x="1009" y="2112"/>
                      </a:lnTo>
                      <a:cubicBezTo>
                        <a:pt x="442" y="2112"/>
                        <a:pt x="1" y="2584"/>
                        <a:pt x="1" y="3151"/>
                      </a:cubicBezTo>
                      <a:lnTo>
                        <a:pt x="1" y="6617"/>
                      </a:lnTo>
                      <a:cubicBezTo>
                        <a:pt x="1" y="7215"/>
                        <a:pt x="473" y="7625"/>
                        <a:pt x="1009" y="7625"/>
                      </a:cubicBezTo>
                      <a:lnTo>
                        <a:pt x="2049" y="7625"/>
                      </a:lnTo>
                      <a:lnTo>
                        <a:pt x="2049" y="11468"/>
                      </a:lnTo>
                      <a:cubicBezTo>
                        <a:pt x="2049" y="11657"/>
                        <a:pt x="2206" y="11815"/>
                        <a:pt x="2395" y="11815"/>
                      </a:cubicBezTo>
                      <a:lnTo>
                        <a:pt x="9358" y="11815"/>
                      </a:lnTo>
                      <a:cubicBezTo>
                        <a:pt x="9578" y="11815"/>
                        <a:pt x="9736" y="11657"/>
                        <a:pt x="9736" y="11468"/>
                      </a:cubicBezTo>
                      <a:lnTo>
                        <a:pt x="9736" y="7625"/>
                      </a:lnTo>
                      <a:lnTo>
                        <a:pt x="10744" y="7625"/>
                      </a:lnTo>
                      <a:cubicBezTo>
                        <a:pt x="11343" y="7625"/>
                        <a:pt x="11784" y="7152"/>
                        <a:pt x="11784" y="6617"/>
                      </a:cubicBezTo>
                      <a:lnTo>
                        <a:pt x="11784" y="3151"/>
                      </a:lnTo>
                      <a:cubicBezTo>
                        <a:pt x="11784" y="2553"/>
                        <a:pt x="11311" y="2112"/>
                        <a:pt x="10744" y="2112"/>
                      </a:cubicBezTo>
                      <a:lnTo>
                        <a:pt x="9736" y="2112"/>
                      </a:lnTo>
                      <a:lnTo>
                        <a:pt x="9736" y="347"/>
                      </a:lnTo>
                      <a:cubicBezTo>
                        <a:pt x="9736" y="158"/>
                        <a:pt x="9578" y="1"/>
                        <a:pt x="93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1" name="Google Shape;9166;p73">
                  <a:extLst>
                    <a:ext uri="{FF2B5EF4-FFF2-40B4-BE49-F238E27FC236}">
                      <a16:creationId xmlns:a16="http://schemas.microsoft.com/office/drawing/2014/main" id="{60BC8646-A153-8FE6-985B-35ACB313EDEE}"/>
                    </a:ext>
                  </a:extLst>
                </p:cNvPr>
                <p:cNvSpPr/>
                <p:nvPr/>
              </p:nvSpPr>
              <p:spPr>
                <a:xfrm>
                  <a:off x="4564525" y="2031675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1" y="189"/>
                        <a:pt x="1" y="378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cubicBezTo>
                        <a:pt x="536" y="725"/>
                        <a:pt x="694" y="567"/>
                        <a:pt x="694" y="378"/>
                      </a:cubicBezTo>
                      <a:cubicBezTo>
                        <a:pt x="694" y="189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2" name="Google Shape;9167;p73">
                  <a:extLst>
                    <a:ext uri="{FF2B5EF4-FFF2-40B4-BE49-F238E27FC236}">
                      <a16:creationId xmlns:a16="http://schemas.microsoft.com/office/drawing/2014/main" id="{3C2FAD50-9CFB-C4B6-20FE-FD02ECED10CA}"/>
                    </a:ext>
                  </a:extLst>
                </p:cNvPr>
                <p:cNvSpPr/>
                <p:nvPr/>
              </p:nvSpPr>
              <p:spPr>
                <a:xfrm>
                  <a:off x="4414100" y="2084450"/>
                  <a:ext cx="1063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4884" extrusionOk="0">
                      <a:moveTo>
                        <a:pt x="2174" y="693"/>
                      </a:moveTo>
                      <a:cubicBezTo>
                        <a:pt x="2584" y="693"/>
                        <a:pt x="2899" y="1008"/>
                        <a:pt x="2899" y="1418"/>
                      </a:cubicBezTo>
                      <a:cubicBezTo>
                        <a:pt x="2899" y="1796"/>
                        <a:pt x="2584" y="2111"/>
                        <a:pt x="2174" y="2111"/>
                      </a:cubicBezTo>
                      <a:cubicBezTo>
                        <a:pt x="1796" y="2111"/>
                        <a:pt x="1481" y="1796"/>
                        <a:pt x="1481" y="1418"/>
                      </a:cubicBezTo>
                      <a:cubicBezTo>
                        <a:pt x="1481" y="1008"/>
                        <a:pt x="1796" y="693"/>
                        <a:pt x="2174" y="693"/>
                      </a:cubicBezTo>
                      <a:close/>
                      <a:moveTo>
                        <a:pt x="2174" y="2804"/>
                      </a:moveTo>
                      <a:cubicBezTo>
                        <a:pt x="2930" y="2804"/>
                        <a:pt x="3592" y="3403"/>
                        <a:pt x="3592" y="4190"/>
                      </a:cubicBezTo>
                      <a:lnTo>
                        <a:pt x="756" y="4190"/>
                      </a:lnTo>
                      <a:cubicBezTo>
                        <a:pt x="756" y="3403"/>
                        <a:pt x="1387" y="2804"/>
                        <a:pt x="2174" y="2804"/>
                      </a:cubicBezTo>
                      <a:close/>
                      <a:moveTo>
                        <a:pt x="2143" y="0"/>
                      </a:moveTo>
                      <a:cubicBezTo>
                        <a:pt x="1387" y="0"/>
                        <a:pt x="725" y="630"/>
                        <a:pt x="725" y="1386"/>
                      </a:cubicBezTo>
                      <a:cubicBezTo>
                        <a:pt x="725" y="1733"/>
                        <a:pt x="882" y="2079"/>
                        <a:pt x="1103" y="2331"/>
                      </a:cubicBezTo>
                      <a:cubicBezTo>
                        <a:pt x="473" y="2678"/>
                        <a:pt x="0" y="3340"/>
                        <a:pt x="0" y="4159"/>
                      </a:cubicBezTo>
                      <a:lnTo>
                        <a:pt x="0" y="4537"/>
                      </a:lnTo>
                      <a:cubicBezTo>
                        <a:pt x="63" y="4726"/>
                        <a:pt x="221" y="4883"/>
                        <a:pt x="410" y="4883"/>
                      </a:cubicBezTo>
                      <a:lnTo>
                        <a:pt x="3907" y="4883"/>
                      </a:lnTo>
                      <a:cubicBezTo>
                        <a:pt x="4127" y="4883"/>
                        <a:pt x="4253" y="4726"/>
                        <a:pt x="4253" y="4537"/>
                      </a:cubicBezTo>
                      <a:lnTo>
                        <a:pt x="4253" y="4159"/>
                      </a:lnTo>
                      <a:cubicBezTo>
                        <a:pt x="4253" y="3371"/>
                        <a:pt x="3844" y="2709"/>
                        <a:pt x="3151" y="2331"/>
                      </a:cubicBezTo>
                      <a:cubicBezTo>
                        <a:pt x="3403" y="2048"/>
                        <a:pt x="3560" y="1733"/>
                        <a:pt x="3560" y="1386"/>
                      </a:cubicBezTo>
                      <a:cubicBezTo>
                        <a:pt x="3560" y="599"/>
                        <a:pt x="2930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6" name="Google Shape;9168;p73">
                <a:extLst>
                  <a:ext uri="{FF2B5EF4-FFF2-40B4-BE49-F238E27FC236}">
                    <a16:creationId xmlns:a16="http://schemas.microsoft.com/office/drawing/2014/main" id="{C4B78967-F10C-A41C-3A2B-D0F2DA6C15D9}"/>
                  </a:ext>
                </a:extLst>
              </p:cNvPr>
              <p:cNvSpPr/>
              <p:nvPr/>
            </p:nvSpPr>
            <p:spPr>
              <a:xfrm>
                <a:off x="7108806" y="2297591"/>
                <a:ext cx="507290" cy="467358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060" extrusionOk="0">
                    <a:moveTo>
                      <a:pt x="2049" y="2049"/>
                    </a:moveTo>
                    <a:cubicBezTo>
                      <a:pt x="2238" y="2049"/>
                      <a:pt x="2395" y="2206"/>
                      <a:pt x="2395" y="2395"/>
                    </a:cubicBezTo>
                    <a:cubicBezTo>
                      <a:pt x="2395" y="2584"/>
                      <a:pt x="2238" y="2742"/>
                      <a:pt x="2049" y="2742"/>
                    </a:cubicBezTo>
                    <a:cubicBezTo>
                      <a:pt x="1860" y="2742"/>
                      <a:pt x="1702" y="2584"/>
                      <a:pt x="1702" y="2395"/>
                    </a:cubicBezTo>
                    <a:cubicBezTo>
                      <a:pt x="1734" y="2206"/>
                      <a:pt x="1860" y="2049"/>
                      <a:pt x="2049" y="2049"/>
                    </a:cubicBezTo>
                    <a:close/>
                    <a:moveTo>
                      <a:pt x="9736" y="2049"/>
                    </a:moveTo>
                    <a:cubicBezTo>
                      <a:pt x="9925" y="2049"/>
                      <a:pt x="10082" y="2206"/>
                      <a:pt x="10082" y="2395"/>
                    </a:cubicBezTo>
                    <a:cubicBezTo>
                      <a:pt x="10082" y="2584"/>
                      <a:pt x="9925" y="2742"/>
                      <a:pt x="9736" y="2742"/>
                    </a:cubicBezTo>
                    <a:cubicBezTo>
                      <a:pt x="9515" y="2742"/>
                      <a:pt x="9358" y="2584"/>
                      <a:pt x="9358" y="2395"/>
                    </a:cubicBezTo>
                    <a:cubicBezTo>
                      <a:pt x="9358" y="2206"/>
                      <a:pt x="9515" y="2049"/>
                      <a:pt x="9736" y="2049"/>
                    </a:cubicBezTo>
                    <a:close/>
                    <a:moveTo>
                      <a:pt x="2049" y="3719"/>
                    </a:moveTo>
                    <a:lnTo>
                      <a:pt x="3151" y="5514"/>
                    </a:lnTo>
                    <a:lnTo>
                      <a:pt x="946" y="5514"/>
                    </a:lnTo>
                    <a:lnTo>
                      <a:pt x="2049" y="3719"/>
                    </a:lnTo>
                    <a:close/>
                    <a:moveTo>
                      <a:pt x="9736" y="3719"/>
                    </a:moveTo>
                    <a:lnTo>
                      <a:pt x="10838" y="5514"/>
                    </a:lnTo>
                    <a:lnTo>
                      <a:pt x="8633" y="5514"/>
                    </a:lnTo>
                    <a:lnTo>
                      <a:pt x="9736" y="3719"/>
                    </a:lnTo>
                    <a:close/>
                    <a:moveTo>
                      <a:pt x="3435" y="6207"/>
                    </a:moveTo>
                    <a:cubicBezTo>
                      <a:pt x="3466" y="6964"/>
                      <a:pt x="2836" y="7594"/>
                      <a:pt x="2049" y="7594"/>
                    </a:cubicBezTo>
                    <a:cubicBezTo>
                      <a:pt x="1292" y="7594"/>
                      <a:pt x="662" y="6964"/>
                      <a:pt x="662" y="6207"/>
                    </a:cubicBezTo>
                    <a:close/>
                    <a:moveTo>
                      <a:pt x="11090" y="6207"/>
                    </a:moveTo>
                    <a:cubicBezTo>
                      <a:pt x="11090" y="6964"/>
                      <a:pt x="10460" y="7594"/>
                      <a:pt x="9736" y="7594"/>
                    </a:cubicBezTo>
                    <a:cubicBezTo>
                      <a:pt x="8980" y="7594"/>
                      <a:pt x="8350" y="6964"/>
                      <a:pt x="8350" y="6207"/>
                    </a:cubicBezTo>
                    <a:close/>
                    <a:moveTo>
                      <a:pt x="5892" y="663"/>
                    </a:moveTo>
                    <a:cubicBezTo>
                      <a:pt x="6113" y="663"/>
                      <a:pt x="6270" y="820"/>
                      <a:pt x="6270" y="1009"/>
                    </a:cubicBezTo>
                    <a:lnTo>
                      <a:pt x="6270" y="8980"/>
                    </a:lnTo>
                    <a:lnTo>
                      <a:pt x="5546" y="8980"/>
                    </a:lnTo>
                    <a:lnTo>
                      <a:pt x="5546" y="1009"/>
                    </a:lnTo>
                    <a:cubicBezTo>
                      <a:pt x="5546" y="820"/>
                      <a:pt x="5703" y="663"/>
                      <a:pt x="5892" y="663"/>
                    </a:cubicBezTo>
                    <a:close/>
                    <a:moveTo>
                      <a:pt x="8003" y="9673"/>
                    </a:moveTo>
                    <a:cubicBezTo>
                      <a:pt x="8192" y="9673"/>
                      <a:pt x="8350" y="9830"/>
                      <a:pt x="8350" y="10020"/>
                    </a:cubicBezTo>
                    <a:lnTo>
                      <a:pt x="8350" y="10398"/>
                    </a:lnTo>
                    <a:lnTo>
                      <a:pt x="3466" y="10398"/>
                    </a:lnTo>
                    <a:lnTo>
                      <a:pt x="3466" y="10020"/>
                    </a:lnTo>
                    <a:cubicBezTo>
                      <a:pt x="3466" y="9830"/>
                      <a:pt x="3624" y="9673"/>
                      <a:pt x="3813" y="9673"/>
                    </a:cubicBezTo>
                    <a:close/>
                    <a:moveTo>
                      <a:pt x="5955" y="1"/>
                    </a:moveTo>
                    <a:cubicBezTo>
                      <a:pt x="5357" y="1"/>
                      <a:pt x="4916" y="474"/>
                      <a:pt x="4916" y="1009"/>
                    </a:cubicBezTo>
                    <a:lnTo>
                      <a:pt x="4916" y="1167"/>
                    </a:lnTo>
                    <a:cubicBezTo>
                      <a:pt x="3970" y="1671"/>
                      <a:pt x="3655" y="1891"/>
                      <a:pt x="3057" y="1954"/>
                    </a:cubicBezTo>
                    <a:cubicBezTo>
                      <a:pt x="2899" y="1608"/>
                      <a:pt x="2553" y="1324"/>
                      <a:pt x="2112" y="1324"/>
                    </a:cubicBezTo>
                    <a:cubicBezTo>
                      <a:pt x="1734" y="1324"/>
                      <a:pt x="1387" y="1576"/>
                      <a:pt x="1166" y="1923"/>
                    </a:cubicBezTo>
                    <a:cubicBezTo>
                      <a:pt x="946" y="1891"/>
                      <a:pt x="694" y="1797"/>
                      <a:pt x="505" y="1734"/>
                    </a:cubicBezTo>
                    <a:cubicBezTo>
                      <a:pt x="454" y="1708"/>
                      <a:pt x="404" y="1697"/>
                      <a:pt x="355" y="1697"/>
                    </a:cubicBezTo>
                    <a:cubicBezTo>
                      <a:pt x="224" y="1697"/>
                      <a:pt x="110" y="1784"/>
                      <a:pt x="64" y="1923"/>
                    </a:cubicBezTo>
                    <a:cubicBezTo>
                      <a:pt x="1" y="2112"/>
                      <a:pt x="64" y="2301"/>
                      <a:pt x="284" y="2364"/>
                    </a:cubicBezTo>
                    <a:cubicBezTo>
                      <a:pt x="536" y="2458"/>
                      <a:pt x="820" y="2553"/>
                      <a:pt x="1135" y="2616"/>
                    </a:cubicBezTo>
                    <a:cubicBezTo>
                      <a:pt x="1229" y="2899"/>
                      <a:pt x="1387" y="3151"/>
                      <a:pt x="1607" y="3277"/>
                    </a:cubicBezTo>
                    <a:lnTo>
                      <a:pt x="127" y="5703"/>
                    </a:lnTo>
                    <a:cubicBezTo>
                      <a:pt x="64" y="5735"/>
                      <a:pt x="64" y="5829"/>
                      <a:pt x="64" y="5892"/>
                    </a:cubicBezTo>
                    <a:lnTo>
                      <a:pt x="64" y="6239"/>
                    </a:lnTo>
                    <a:cubicBezTo>
                      <a:pt x="64" y="7405"/>
                      <a:pt x="1009" y="8350"/>
                      <a:pt x="2175" y="8350"/>
                    </a:cubicBezTo>
                    <a:cubicBezTo>
                      <a:pt x="3309" y="8350"/>
                      <a:pt x="4254" y="7405"/>
                      <a:pt x="4254" y="6239"/>
                    </a:cubicBezTo>
                    <a:lnTo>
                      <a:pt x="4254" y="5892"/>
                    </a:lnTo>
                    <a:cubicBezTo>
                      <a:pt x="4254" y="5829"/>
                      <a:pt x="4254" y="5766"/>
                      <a:pt x="4222" y="5703"/>
                    </a:cubicBezTo>
                    <a:lnTo>
                      <a:pt x="2710" y="3277"/>
                    </a:lnTo>
                    <a:cubicBezTo>
                      <a:pt x="2962" y="3183"/>
                      <a:pt x="3120" y="2931"/>
                      <a:pt x="3183" y="2647"/>
                    </a:cubicBezTo>
                    <a:cubicBezTo>
                      <a:pt x="3844" y="2553"/>
                      <a:pt x="4222" y="2332"/>
                      <a:pt x="4947" y="1954"/>
                    </a:cubicBezTo>
                    <a:lnTo>
                      <a:pt x="4947" y="8980"/>
                    </a:lnTo>
                    <a:lnTo>
                      <a:pt x="3939" y="8980"/>
                    </a:lnTo>
                    <a:cubicBezTo>
                      <a:pt x="3340" y="8980"/>
                      <a:pt x="2899" y="9421"/>
                      <a:pt x="2899" y="9988"/>
                    </a:cubicBezTo>
                    <a:lnTo>
                      <a:pt x="2899" y="10713"/>
                    </a:lnTo>
                    <a:cubicBezTo>
                      <a:pt x="2899" y="10902"/>
                      <a:pt x="3057" y="11059"/>
                      <a:pt x="3246" y="11059"/>
                    </a:cubicBezTo>
                    <a:lnTo>
                      <a:pt x="8822" y="11059"/>
                    </a:lnTo>
                    <a:cubicBezTo>
                      <a:pt x="9011" y="11059"/>
                      <a:pt x="9169" y="10902"/>
                      <a:pt x="9169" y="10713"/>
                    </a:cubicBezTo>
                    <a:lnTo>
                      <a:pt x="9169" y="9988"/>
                    </a:lnTo>
                    <a:cubicBezTo>
                      <a:pt x="9169" y="9389"/>
                      <a:pt x="8696" y="8980"/>
                      <a:pt x="8129" y="8980"/>
                    </a:cubicBezTo>
                    <a:lnTo>
                      <a:pt x="7089" y="8980"/>
                    </a:lnTo>
                    <a:lnTo>
                      <a:pt x="7089" y="1954"/>
                    </a:lnTo>
                    <a:cubicBezTo>
                      <a:pt x="7814" y="2332"/>
                      <a:pt x="8224" y="2553"/>
                      <a:pt x="8885" y="2647"/>
                    </a:cubicBezTo>
                    <a:cubicBezTo>
                      <a:pt x="8980" y="2931"/>
                      <a:pt x="9137" y="3120"/>
                      <a:pt x="9358" y="3277"/>
                    </a:cubicBezTo>
                    <a:lnTo>
                      <a:pt x="7877" y="5703"/>
                    </a:lnTo>
                    <a:cubicBezTo>
                      <a:pt x="7814" y="5735"/>
                      <a:pt x="7814" y="5829"/>
                      <a:pt x="7814" y="5892"/>
                    </a:cubicBezTo>
                    <a:lnTo>
                      <a:pt x="7814" y="6239"/>
                    </a:lnTo>
                    <a:cubicBezTo>
                      <a:pt x="7814" y="7405"/>
                      <a:pt x="8759" y="8350"/>
                      <a:pt x="9925" y="8350"/>
                    </a:cubicBezTo>
                    <a:cubicBezTo>
                      <a:pt x="11059" y="8350"/>
                      <a:pt x="12004" y="7405"/>
                      <a:pt x="12004" y="6239"/>
                    </a:cubicBezTo>
                    <a:lnTo>
                      <a:pt x="12004" y="5892"/>
                    </a:lnTo>
                    <a:cubicBezTo>
                      <a:pt x="12004" y="5829"/>
                      <a:pt x="12004" y="5766"/>
                      <a:pt x="11973" y="5703"/>
                    </a:cubicBezTo>
                    <a:lnTo>
                      <a:pt x="10460" y="3277"/>
                    </a:lnTo>
                    <a:cubicBezTo>
                      <a:pt x="10523" y="3151"/>
                      <a:pt x="10681" y="2899"/>
                      <a:pt x="10744" y="2616"/>
                    </a:cubicBezTo>
                    <a:cubicBezTo>
                      <a:pt x="11027" y="2553"/>
                      <a:pt x="11343" y="2458"/>
                      <a:pt x="11626" y="2364"/>
                    </a:cubicBezTo>
                    <a:cubicBezTo>
                      <a:pt x="11815" y="2269"/>
                      <a:pt x="11878" y="2080"/>
                      <a:pt x="11815" y="1923"/>
                    </a:cubicBezTo>
                    <a:cubicBezTo>
                      <a:pt x="11746" y="1784"/>
                      <a:pt x="11626" y="1697"/>
                      <a:pt x="11505" y="1697"/>
                    </a:cubicBezTo>
                    <a:cubicBezTo>
                      <a:pt x="11461" y="1697"/>
                      <a:pt x="11416" y="1708"/>
                      <a:pt x="11374" y="1734"/>
                    </a:cubicBezTo>
                    <a:cubicBezTo>
                      <a:pt x="11122" y="1797"/>
                      <a:pt x="10933" y="1891"/>
                      <a:pt x="10712" y="1923"/>
                    </a:cubicBezTo>
                    <a:cubicBezTo>
                      <a:pt x="10555" y="1576"/>
                      <a:pt x="10208" y="1324"/>
                      <a:pt x="9767" y="1324"/>
                    </a:cubicBezTo>
                    <a:cubicBezTo>
                      <a:pt x="9326" y="1324"/>
                      <a:pt x="8980" y="1576"/>
                      <a:pt x="8822" y="1954"/>
                    </a:cubicBezTo>
                    <a:cubicBezTo>
                      <a:pt x="8224" y="1828"/>
                      <a:pt x="7908" y="1639"/>
                      <a:pt x="6963" y="1167"/>
                    </a:cubicBezTo>
                    <a:lnTo>
                      <a:pt x="6963" y="1009"/>
                    </a:lnTo>
                    <a:cubicBezTo>
                      <a:pt x="6963" y="411"/>
                      <a:pt x="6491" y="1"/>
                      <a:pt x="59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7" name="Google Shape;9169;p73">
                <a:extLst>
                  <a:ext uri="{FF2B5EF4-FFF2-40B4-BE49-F238E27FC236}">
                    <a16:creationId xmlns:a16="http://schemas.microsoft.com/office/drawing/2014/main" id="{538D2A0E-FF94-8C60-10F3-247ED579D427}"/>
                  </a:ext>
                </a:extLst>
              </p:cNvPr>
              <p:cNvSpPr/>
              <p:nvPr/>
            </p:nvSpPr>
            <p:spPr>
              <a:xfrm>
                <a:off x="7109482" y="2925310"/>
                <a:ext cx="505937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15" extrusionOk="0">
                    <a:moveTo>
                      <a:pt x="5986" y="631"/>
                    </a:moveTo>
                    <a:cubicBezTo>
                      <a:pt x="6396" y="631"/>
                      <a:pt x="6711" y="946"/>
                      <a:pt x="6711" y="1324"/>
                    </a:cubicBezTo>
                    <a:cubicBezTo>
                      <a:pt x="6711" y="1733"/>
                      <a:pt x="6396" y="2048"/>
                      <a:pt x="5986" y="2048"/>
                    </a:cubicBezTo>
                    <a:cubicBezTo>
                      <a:pt x="5608" y="2048"/>
                      <a:pt x="5293" y="1733"/>
                      <a:pt x="5293" y="1324"/>
                    </a:cubicBezTo>
                    <a:cubicBezTo>
                      <a:pt x="5293" y="946"/>
                      <a:pt x="5608" y="631"/>
                      <a:pt x="5986" y="631"/>
                    </a:cubicBezTo>
                    <a:close/>
                    <a:moveTo>
                      <a:pt x="5986" y="2710"/>
                    </a:moveTo>
                    <a:cubicBezTo>
                      <a:pt x="6931" y="2710"/>
                      <a:pt x="7719" y="3498"/>
                      <a:pt x="7719" y="4443"/>
                    </a:cubicBezTo>
                    <a:lnTo>
                      <a:pt x="7719" y="4789"/>
                    </a:lnTo>
                    <a:lnTo>
                      <a:pt x="4253" y="4789"/>
                    </a:lnTo>
                    <a:lnTo>
                      <a:pt x="4253" y="4443"/>
                    </a:lnTo>
                    <a:cubicBezTo>
                      <a:pt x="4253" y="3498"/>
                      <a:pt x="5041" y="2710"/>
                      <a:pt x="5986" y="2710"/>
                    </a:cubicBezTo>
                    <a:close/>
                    <a:moveTo>
                      <a:pt x="3245" y="6900"/>
                    </a:moveTo>
                    <a:cubicBezTo>
                      <a:pt x="3623" y="6900"/>
                      <a:pt x="3938" y="7215"/>
                      <a:pt x="3938" y="7593"/>
                    </a:cubicBezTo>
                    <a:cubicBezTo>
                      <a:pt x="3938" y="8003"/>
                      <a:pt x="3623" y="8318"/>
                      <a:pt x="3245" y="8318"/>
                    </a:cubicBezTo>
                    <a:cubicBezTo>
                      <a:pt x="2836" y="8255"/>
                      <a:pt x="2521" y="7940"/>
                      <a:pt x="2521" y="7593"/>
                    </a:cubicBezTo>
                    <a:cubicBezTo>
                      <a:pt x="2521" y="7215"/>
                      <a:pt x="2836" y="6900"/>
                      <a:pt x="3245" y="6900"/>
                    </a:cubicBezTo>
                    <a:close/>
                    <a:moveTo>
                      <a:pt x="8759" y="6900"/>
                    </a:moveTo>
                    <a:cubicBezTo>
                      <a:pt x="9137" y="6900"/>
                      <a:pt x="9452" y="7215"/>
                      <a:pt x="9452" y="7593"/>
                    </a:cubicBezTo>
                    <a:cubicBezTo>
                      <a:pt x="9452" y="8003"/>
                      <a:pt x="9137" y="8318"/>
                      <a:pt x="8759" y="8318"/>
                    </a:cubicBezTo>
                    <a:cubicBezTo>
                      <a:pt x="8349" y="8318"/>
                      <a:pt x="8034" y="7940"/>
                      <a:pt x="8034" y="7593"/>
                    </a:cubicBezTo>
                    <a:cubicBezTo>
                      <a:pt x="8034" y="7215"/>
                      <a:pt x="8349" y="6900"/>
                      <a:pt x="8759" y="6900"/>
                    </a:cubicBezTo>
                    <a:close/>
                    <a:moveTo>
                      <a:pt x="10365" y="5545"/>
                    </a:moveTo>
                    <a:cubicBezTo>
                      <a:pt x="10523" y="5545"/>
                      <a:pt x="10680" y="5672"/>
                      <a:pt x="10712" y="5829"/>
                    </a:cubicBezTo>
                    <a:lnTo>
                      <a:pt x="11216" y="8570"/>
                    </a:lnTo>
                    <a:cubicBezTo>
                      <a:pt x="11247" y="8790"/>
                      <a:pt x="11027" y="8980"/>
                      <a:pt x="10838" y="8980"/>
                    </a:cubicBezTo>
                    <a:lnTo>
                      <a:pt x="10460" y="8980"/>
                    </a:lnTo>
                    <a:cubicBezTo>
                      <a:pt x="10239" y="8790"/>
                      <a:pt x="10019" y="8633"/>
                      <a:pt x="9767" y="8507"/>
                    </a:cubicBezTo>
                    <a:cubicBezTo>
                      <a:pt x="10019" y="8255"/>
                      <a:pt x="10145" y="7940"/>
                      <a:pt x="10145" y="7562"/>
                    </a:cubicBezTo>
                    <a:cubicBezTo>
                      <a:pt x="10145" y="6806"/>
                      <a:pt x="9515" y="6176"/>
                      <a:pt x="8759" y="6176"/>
                    </a:cubicBezTo>
                    <a:cubicBezTo>
                      <a:pt x="8002" y="6176"/>
                      <a:pt x="7372" y="6806"/>
                      <a:pt x="7372" y="7562"/>
                    </a:cubicBezTo>
                    <a:cubicBezTo>
                      <a:pt x="7372" y="7908"/>
                      <a:pt x="7498" y="8223"/>
                      <a:pt x="7719" y="8507"/>
                    </a:cubicBezTo>
                    <a:cubicBezTo>
                      <a:pt x="7498" y="8633"/>
                      <a:pt x="7246" y="8790"/>
                      <a:pt x="7057" y="8980"/>
                    </a:cubicBezTo>
                    <a:lnTo>
                      <a:pt x="4883" y="8980"/>
                    </a:lnTo>
                    <a:cubicBezTo>
                      <a:pt x="4694" y="8790"/>
                      <a:pt x="4442" y="8633"/>
                      <a:pt x="4222" y="8507"/>
                    </a:cubicBezTo>
                    <a:cubicBezTo>
                      <a:pt x="4474" y="8255"/>
                      <a:pt x="4568" y="7940"/>
                      <a:pt x="4568" y="7562"/>
                    </a:cubicBezTo>
                    <a:cubicBezTo>
                      <a:pt x="4568" y="6806"/>
                      <a:pt x="3938" y="6176"/>
                      <a:pt x="3214" y="6176"/>
                    </a:cubicBezTo>
                    <a:cubicBezTo>
                      <a:pt x="2458" y="6176"/>
                      <a:pt x="1828" y="6806"/>
                      <a:pt x="1828" y="7562"/>
                    </a:cubicBezTo>
                    <a:cubicBezTo>
                      <a:pt x="1828" y="7908"/>
                      <a:pt x="1954" y="8223"/>
                      <a:pt x="2174" y="8507"/>
                    </a:cubicBezTo>
                    <a:cubicBezTo>
                      <a:pt x="1922" y="8633"/>
                      <a:pt x="1701" y="8790"/>
                      <a:pt x="1512" y="8980"/>
                    </a:cubicBezTo>
                    <a:lnTo>
                      <a:pt x="1103" y="8980"/>
                    </a:lnTo>
                    <a:cubicBezTo>
                      <a:pt x="882" y="8980"/>
                      <a:pt x="725" y="8790"/>
                      <a:pt x="756" y="8570"/>
                    </a:cubicBezTo>
                    <a:lnTo>
                      <a:pt x="1260" y="5829"/>
                    </a:lnTo>
                    <a:cubicBezTo>
                      <a:pt x="1323" y="5672"/>
                      <a:pt x="1418" y="5545"/>
                      <a:pt x="1638" y="5545"/>
                    </a:cubicBezTo>
                    <a:close/>
                    <a:moveTo>
                      <a:pt x="3214" y="8948"/>
                    </a:moveTo>
                    <a:cubicBezTo>
                      <a:pt x="4127" y="8948"/>
                      <a:pt x="4915" y="9736"/>
                      <a:pt x="4915" y="10712"/>
                    </a:cubicBezTo>
                    <a:lnTo>
                      <a:pt x="4915" y="11059"/>
                    </a:lnTo>
                    <a:lnTo>
                      <a:pt x="1481" y="11059"/>
                    </a:lnTo>
                    <a:lnTo>
                      <a:pt x="1481" y="10712"/>
                    </a:lnTo>
                    <a:cubicBezTo>
                      <a:pt x="1481" y="9736"/>
                      <a:pt x="2269" y="8948"/>
                      <a:pt x="3214" y="8948"/>
                    </a:cubicBezTo>
                    <a:close/>
                    <a:moveTo>
                      <a:pt x="8759" y="8948"/>
                    </a:moveTo>
                    <a:cubicBezTo>
                      <a:pt x="9704" y="8948"/>
                      <a:pt x="10491" y="9736"/>
                      <a:pt x="10491" y="10712"/>
                    </a:cubicBezTo>
                    <a:lnTo>
                      <a:pt x="10491" y="11059"/>
                    </a:lnTo>
                    <a:lnTo>
                      <a:pt x="7026" y="11059"/>
                    </a:lnTo>
                    <a:lnTo>
                      <a:pt x="7026" y="10712"/>
                    </a:lnTo>
                    <a:cubicBezTo>
                      <a:pt x="7026" y="9736"/>
                      <a:pt x="7813" y="8948"/>
                      <a:pt x="8759" y="8948"/>
                    </a:cubicBezTo>
                    <a:close/>
                    <a:moveTo>
                      <a:pt x="5986" y="1"/>
                    </a:moveTo>
                    <a:cubicBezTo>
                      <a:pt x="5262" y="1"/>
                      <a:pt x="4631" y="631"/>
                      <a:pt x="4631" y="1387"/>
                    </a:cubicBezTo>
                    <a:cubicBezTo>
                      <a:pt x="4631" y="1733"/>
                      <a:pt x="4726" y="2048"/>
                      <a:pt x="4978" y="2269"/>
                    </a:cubicBezTo>
                    <a:cubicBezTo>
                      <a:pt x="4127" y="2679"/>
                      <a:pt x="3592" y="3498"/>
                      <a:pt x="3592" y="4474"/>
                    </a:cubicBezTo>
                    <a:lnTo>
                      <a:pt x="3592" y="4852"/>
                    </a:lnTo>
                    <a:lnTo>
                      <a:pt x="1670" y="4852"/>
                    </a:lnTo>
                    <a:cubicBezTo>
                      <a:pt x="1166" y="4852"/>
                      <a:pt x="725" y="5199"/>
                      <a:pt x="630" y="5703"/>
                    </a:cubicBezTo>
                    <a:lnTo>
                      <a:pt x="126" y="8475"/>
                    </a:lnTo>
                    <a:cubicBezTo>
                      <a:pt x="0" y="9043"/>
                      <a:pt x="473" y="9610"/>
                      <a:pt x="1071" y="9673"/>
                    </a:cubicBezTo>
                    <a:cubicBezTo>
                      <a:pt x="914" y="9988"/>
                      <a:pt x="819" y="10366"/>
                      <a:pt x="819" y="10744"/>
                    </a:cubicBezTo>
                    <a:lnTo>
                      <a:pt x="819" y="11468"/>
                    </a:lnTo>
                    <a:cubicBezTo>
                      <a:pt x="819" y="11657"/>
                      <a:pt x="977" y="11815"/>
                      <a:pt x="1197" y="11815"/>
                    </a:cubicBezTo>
                    <a:lnTo>
                      <a:pt x="5356" y="11815"/>
                    </a:lnTo>
                    <a:cubicBezTo>
                      <a:pt x="5545" y="11815"/>
                      <a:pt x="5703" y="11657"/>
                      <a:pt x="5703" y="11468"/>
                    </a:cubicBezTo>
                    <a:lnTo>
                      <a:pt x="5703" y="10744"/>
                    </a:lnTo>
                    <a:cubicBezTo>
                      <a:pt x="5703" y="10366"/>
                      <a:pt x="5640" y="9988"/>
                      <a:pt x="5482" y="9673"/>
                    </a:cubicBezTo>
                    <a:lnTo>
                      <a:pt x="6648" y="9673"/>
                    </a:lnTo>
                    <a:cubicBezTo>
                      <a:pt x="6490" y="9988"/>
                      <a:pt x="6427" y="10366"/>
                      <a:pt x="6427" y="10744"/>
                    </a:cubicBezTo>
                    <a:lnTo>
                      <a:pt x="6427" y="11468"/>
                    </a:lnTo>
                    <a:cubicBezTo>
                      <a:pt x="6427" y="11657"/>
                      <a:pt x="6585" y="11815"/>
                      <a:pt x="6774" y="11815"/>
                    </a:cubicBezTo>
                    <a:lnTo>
                      <a:pt x="10838" y="11815"/>
                    </a:lnTo>
                    <a:cubicBezTo>
                      <a:pt x="11027" y="11815"/>
                      <a:pt x="11184" y="11657"/>
                      <a:pt x="11184" y="11468"/>
                    </a:cubicBezTo>
                    <a:lnTo>
                      <a:pt x="11184" y="10744"/>
                    </a:lnTo>
                    <a:cubicBezTo>
                      <a:pt x="11184" y="10366"/>
                      <a:pt x="11121" y="9988"/>
                      <a:pt x="10964" y="9673"/>
                    </a:cubicBezTo>
                    <a:cubicBezTo>
                      <a:pt x="11563" y="9610"/>
                      <a:pt x="11972" y="9043"/>
                      <a:pt x="11878" y="8475"/>
                    </a:cubicBezTo>
                    <a:lnTo>
                      <a:pt x="11342" y="5703"/>
                    </a:lnTo>
                    <a:cubicBezTo>
                      <a:pt x="11279" y="5199"/>
                      <a:pt x="10838" y="4852"/>
                      <a:pt x="10334" y="4852"/>
                    </a:cubicBezTo>
                    <a:lnTo>
                      <a:pt x="8412" y="4852"/>
                    </a:lnTo>
                    <a:lnTo>
                      <a:pt x="8412" y="4474"/>
                    </a:lnTo>
                    <a:cubicBezTo>
                      <a:pt x="8412" y="3498"/>
                      <a:pt x="7845" y="2679"/>
                      <a:pt x="7026" y="2269"/>
                    </a:cubicBezTo>
                    <a:cubicBezTo>
                      <a:pt x="7246" y="2048"/>
                      <a:pt x="7372" y="1733"/>
                      <a:pt x="7372" y="1387"/>
                    </a:cubicBezTo>
                    <a:cubicBezTo>
                      <a:pt x="7372" y="631"/>
                      <a:pt x="6742" y="1"/>
                      <a:pt x="5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8" name="Google Shape;9170;p73">
                <a:extLst>
                  <a:ext uri="{FF2B5EF4-FFF2-40B4-BE49-F238E27FC236}">
                    <a16:creationId xmlns:a16="http://schemas.microsoft.com/office/drawing/2014/main" id="{49180716-CEA7-5E21-1801-E8F8985F9560}"/>
                  </a:ext>
                </a:extLst>
              </p:cNvPr>
              <p:cNvSpPr/>
              <p:nvPr/>
            </p:nvSpPr>
            <p:spPr>
              <a:xfrm>
                <a:off x="10369466" y="1689879"/>
                <a:ext cx="320895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11752" extrusionOk="0">
                    <a:moveTo>
                      <a:pt x="6585" y="662"/>
                    </a:moveTo>
                    <a:cubicBezTo>
                      <a:pt x="6774" y="662"/>
                      <a:pt x="6932" y="819"/>
                      <a:pt x="6932" y="1008"/>
                    </a:cubicBezTo>
                    <a:cubicBezTo>
                      <a:pt x="6932" y="1197"/>
                      <a:pt x="6774" y="1355"/>
                      <a:pt x="6585" y="1355"/>
                    </a:cubicBezTo>
                    <a:lnTo>
                      <a:pt x="1040" y="1355"/>
                    </a:lnTo>
                    <a:cubicBezTo>
                      <a:pt x="820" y="1355"/>
                      <a:pt x="662" y="1197"/>
                      <a:pt x="662" y="1008"/>
                    </a:cubicBezTo>
                    <a:cubicBezTo>
                      <a:pt x="662" y="819"/>
                      <a:pt x="820" y="662"/>
                      <a:pt x="1040" y="662"/>
                    </a:cubicBezTo>
                    <a:close/>
                    <a:moveTo>
                      <a:pt x="6175" y="2048"/>
                    </a:moveTo>
                    <a:lnTo>
                      <a:pt x="6175" y="2867"/>
                    </a:lnTo>
                    <a:cubicBezTo>
                      <a:pt x="5435" y="3277"/>
                      <a:pt x="4600" y="3481"/>
                      <a:pt x="3765" y="3481"/>
                    </a:cubicBezTo>
                    <a:cubicBezTo>
                      <a:pt x="2930" y="3481"/>
                      <a:pt x="2096" y="3277"/>
                      <a:pt x="1355" y="2867"/>
                    </a:cubicBezTo>
                    <a:lnTo>
                      <a:pt x="1355" y="2048"/>
                    </a:lnTo>
                    <a:close/>
                    <a:moveTo>
                      <a:pt x="1418" y="3686"/>
                    </a:moveTo>
                    <a:lnTo>
                      <a:pt x="1418" y="3686"/>
                    </a:lnTo>
                    <a:cubicBezTo>
                      <a:pt x="2174" y="4001"/>
                      <a:pt x="2962" y="4190"/>
                      <a:pt x="3781" y="4190"/>
                    </a:cubicBezTo>
                    <a:cubicBezTo>
                      <a:pt x="4600" y="4190"/>
                      <a:pt x="5388" y="4033"/>
                      <a:pt x="6144" y="3686"/>
                    </a:cubicBezTo>
                    <a:lnTo>
                      <a:pt x="6144" y="3686"/>
                    </a:lnTo>
                    <a:cubicBezTo>
                      <a:pt x="5860" y="4757"/>
                      <a:pt x="4915" y="5545"/>
                      <a:pt x="3781" y="5545"/>
                    </a:cubicBezTo>
                    <a:cubicBezTo>
                      <a:pt x="2647" y="5545"/>
                      <a:pt x="1702" y="4757"/>
                      <a:pt x="1418" y="3686"/>
                    </a:cubicBezTo>
                    <a:close/>
                    <a:moveTo>
                      <a:pt x="3435" y="6238"/>
                    </a:moveTo>
                    <a:lnTo>
                      <a:pt x="3435" y="7813"/>
                    </a:lnTo>
                    <a:lnTo>
                      <a:pt x="1544" y="9704"/>
                    </a:lnTo>
                    <a:lnTo>
                      <a:pt x="1355" y="9704"/>
                    </a:lnTo>
                    <a:lnTo>
                      <a:pt x="1355" y="8695"/>
                    </a:lnTo>
                    <a:cubicBezTo>
                      <a:pt x="1355" y="7467"/>
                      <a:pt x="2237" y="6427"/>
                      <a:pt x="3435" y="6238"/>
                    </a:cubicBezTo>
                    <a:close/>
                    <a:moveTo>
                      <a:pt x="3781" y="8443"/>
                    </a:moveTo>
                    <a:lnTo>
                      <a:pt x="5041" y="9704"/>
                    </a:lnTo>
                    <a:lnTo>
                      <a:pt x="2552" y="9704"/>
                    </a:lnTo>
                    <a:lnTo>
                      <a:pt x="3781" y="8443"/>
                    </a:lnTo>
                    <a:close/>
                    <a:moveTo>
                      <a:pt x="4128" y="6238"/>
                    </a:moveTo>
                    <a:cubicBezTo>
                      <a:pt x="5325" y="6396"/>
                      <a:pt x="6207" y="7435"/>
                      <a:pt x="6207" y="8695"/>
                    </a:cubicBezTo>
                    <a:lnTo>
                      <a:pt x="6207" y="9704"/>
                    </a:lnTo>
                    <a:lnTo>
                      <a:pt x="6018" y="9704"/>
                    </a:lnTo>
                    <a:lnTo>
                      <a:pt x="4128" y="7813"/>
                    </a:lnTo>
                    <a:lnTo>
                      <a:pt x="4128" y="6238"/>
                    </a:lnTo>
                    <a:close/>
                    <a:moveTo>
                      <a:pt x="6553" y="10397"/>
                    </a:moveTo>
                    <a:cubicBezTo>
                      <a:pt x="6743" y="10428"/>
                      <a:pt x="6900" y="10586"/>
                      <a:pt x="6900" y="10743"/>
                    </a:cubicBezTo>
                    <a:cubicBezTo>
                      <a:pt x="6900" y="10932"/>
                      <a:pt x="6743" y="11090"/>
                      <a:pt x="6553" y="11090"/>
                    </a:cubicBezTo>
                    <a:lnTo>
                      <a:pt x="977" y="11090"/>
                    </a:lnTo>
                    <a:cubicBezTo>
                      <a:pt x="788" y="11090"/>
                      <a:pt x="631" y="10932"/>
                      <a:pt x="631" y="10743"/>
                    </a:cubicBezTo>
                    <a:cubicBezTo>
                      <a:pt x="631" y="10554"/>
                      <a:pt x="788" y="10397"/>
                      <a:pt x="977" y="10397"/>
                    </a:cubicBezTo>
                    <a:close/>
                    <a:moveTo>
                      <a:pt x="1009" y="0"/>
                    </a:moveTo>
                    <a:cubicBezTo>
                      <a:pt x="442" y="0"/>
                      <a:pt x="0" y="473"/>
                      <a:pt x="0" y="1008"/>
                    </a:cubicBezTo>
                    <a:cubicBezTo>
                      <a:pt x="0" y="1449"/>
                      <a:pt x="284" y="1827"/>
                      <a:pt x="694" y="1985"/>
                    </a:cubicBezTo>
                    <a:lnTo>
                      <a:pt x="694" y="3088"/>
                    </a:lnTo>
                    <a:cubicBezTo>
                      <a:pt x="694" y="4316"/>
                      <a:pt x="1387" y="5356"/>
                      <a:pt x="2395" y="5860"/>
                    </a:cubicBezTo>
                    <a:cubicBezTo>
                      <a:pt x="1387" y="6364"/>
                      <a:pt x="694" y="7435"/>
                      <a:pt x="694" y="8664"/>
                    </a:cubicBezTo>
                    <a:lnTo>
                      <a:pt x="694" y="9767"/>
                    </a:lnTo>
                    <a:cubicBezTo>
                      <a:pt x="316" y="9924"/>
                      <a:pt x="0" y="10271"/>
                      <a:pt x="0" y="10743"/>
                    </a:cubicBezTo>
                    <a:cubicBezTo>
                      <a:pt x="0" y="11342"/>
                      <a:pt x="473" y="11751"/>
                      <a:pt x="1009" y="11751"/>
                    </a:cubicBezTo>
                    <a:lnTo>
                      <a:pt x="6585" y="11751"/>
                    </a:lnTo>
                    <a:cubicBezTo>
                      <a:pt x="7152" y="11751"/>
                      <a:pt x="7593" y="11279"/>
                      <a:pt x="7593" y="10743"/>
                    </a:cubicBezTo>
                    <a:cubicBezTo>
                      <a:pt x="7593" y="10302"/>
                      <a:pt x="7310" y="9924"/>
                      <a:pt x="6900" y="9767"/>
                    </a:cubicBezTo>
                    <a:lnTo>
                      <a:pt x="6900" y="8664"/>
                    </a:lnTo>
                    <a:cubicBezTo>
                      <a:pt x="6900" y="7435"/>
                      <a:pt x="6207" y="6364"/>
                      <a:pt x="5199" y="5860"/>
                    </a:cubicBezTo>
                    <a:cubicBezTo>
                      <a:pt x="6207" y="5387"/>
                      <a:pt x="6900" y="4316"/>
                      <a:pt x="6900" y="3088"/>
                    </a:cubicBezTo>
                    <a:lnTo>
                      <a:pt x="6900" y="1985"/>
                    </a:lnTo>
                    <a:cubicBezTo>
                      <a:pt x="7278" y="1827"/>
                      <a:pt x="7593" y="1481"/>
                      <a:pt x="7593" y="1008"/>
                    </a:cubicBezTo>
                    <a:cubicBezTo>
                      <a:pt x="7593" y="410"/>
                      <a:pt x="7121" y="0"/>
                      <a:pt x="6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9" name="Google Shape;9171;p73">
                <a:extLst>
                  <a:ext uri="{FF2B5EF4-FFF2-40B4-BE49-F238E27FC236}">
                    <a16:creationId xmlns:a16="http://schemas.microsoft.com/office/drawing/2014/main" id="{B7562C5E-05F1-AD25-6E20-B52B235BAF7B}"/>
                  </a:ext>
                </a:extLst>
              </p:cNvPr>
              <p:cNvSpPr/>
              <p:nvPr/>
            </p:nvSpPr>
            <p:spPr>
              <a:xfrm>
                <a:off x="1401076" y="1687873"/>
                <a:ext cx="503233" cy="500612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0" name="Google Shape;9172;p73">
                <a:extLst>
                  <a:ext uri="{FF2B5EF4-FFF2-40B4-BE49-F238E27FC236}">
                    <a16:creationId xmlns:a16="http://schemas.microsoft.com/office/drawing/2014/main" id="{E7B7509D-C007-E594-CC03-2DC5EC58C591}"/>
                  </a:ext>
                </a:extLst>
              </p:cNvPr>
              <p:cNvGrpSpPr/>
              <p:nvPr/>
            </p:nvGrpSpPr>
            <p:grpSpPr>
              <a:xfrm>
                <a:off x="1400413" y="2281623"/>
                <a:ext cx="504585" cy="499303"/>
                <a:chOff x="1049375" y="2318350"/>
                <a:chExt cx="298525" cy="295400"/>
              </a:xfrm>
              <a:grpFill/>
            </p:grpSpPr>
            <p:sp>
              <p:nvSpPr>
                <p:cNvPr id="17816" name="Google Shape;9173;p73">
                  <a:extLst>
                    <a:ext uri="{FF2B5EF4-FFF2-40B4-BE49-F238E27FC236}">
                      <a16:creationId xmlns:a16="http://schemas.microsoft.com/office/drawing/2014/main" id="{D066B87F-BBD1-EEB8-4446-D6F701508A7F}"/>
                    </a:ext>
                  </a:extLst>
                </p:cNvPr>
                <p:cNvSpPr/>
                <p:nvPr/>
              </p:nvSpPr>
              <p:spPr>
                <a:xfrm>
                  <a:off x="1101350" y="2492325"/>
                  <a:ext cx="7012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21" extrusionOk="0">
                      <a:moveTo>
                        <a:pt x="2473" y="0"/>
                      </a:moveTo>
                      <a:cubicBezTo>
                        <a:pt x="2377" y="0"/>
                        <a:pt x="2273" y="32"/>
                        <a:pt x="2206" y="99"/>
                      </a:cubicBezTo>
                      <a:lnTo>
                        <a:pt x="1072" y="1233"/>
                      </a:lnTo>
                      <a:lnTo>
                        <a:pt x="599" y="761"/>
                      </a:lnTo>
                      <a:cubicBezTo>
                        <a:pt x="536" y="713"/>
                        <a:pt x="449" y="690"/>
                        <a:pt x="363" y="690"/>
                      </a:cubicBezTo>
                      <a:cubicBezTo>
                        <a:pt x="276" y="690"/>
                        <a:pt x="189" y="713"/>
                        <a:pt x="126" y="761"/>
                      </a:cubicBezTo>
                      <a:cubicBezTo>
                        <a:pt x="0" y="887"/>
                        <a:pt x="0" y="1139"/>
                        <a:pt x="126" y="1233"/>
                      </a:cubicBezTo>
                      <a:lnTo>
                        <a:pt x="820" y="1958"/>
                      </a:lnTo>
                      <a:cubicBezTo>
                        <a:pt x="914" y="2021"/>
                        <a:pt x="977" y="2021"/>
                        <a:pt x="1072" y="2021"/>
                      </a:cubicBezTo>
                      <a:cubicBezTo>
                        <a:pt x="1135" y="2021"/>
                        <a:pt x="1261" y="1989"/>
                        <a:pt x="1292" y="1926"/>
                      </a:cubicBezTo>
                      <a:lnTo>
                        <a:pt x="2678" y="540"/>
                      </a:lnTo>
                      <a:cubicBezTo>
                        <a:pt x="2804" y="414"/>
                        <a:pt x="2804" y="162"/>
                        <a:pt x="2678" y="68"/>
                      </a:cubicBezTo>
                      <a:cubicBezTo>
                        <a:pt x="2634" y="24"/>
                        <a:pt x="2557" y="0"/>
                        <a:pt x="24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7" name="Google Shape;9174;p73">
                  <a:extLst>
                    <a:ext uri="{FF2B5EF4-FFF2-40B4-BE49-F238E27FC236}">
                      <a16:creationId xmlns:a16="http://schemas.microsoft.com/office/drawing/2014/main" id="{9203B9CD-1F02-0C94-3E71-A1D56C5921EF}"/>
                    </a:ext>
                  </a:extLst>
                </p:cNvPr>
                <p:cNvSpPr/>
                <p:nvPr/>
              </p:nvSpPr>
              <p:spPr>
                <a:xfrm>
                  <a:off x="1101350" y="2440525"/>
                  <a:ext cx="70125" cy="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6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38"/>
                        <a:pt x="449" y="714"/>
                        <a:pt x="363" y="714"/>
                      </a:cubicBezTo>
                      <a:cubicBezTo>
                        <a:pt x="276" y="714"/>
                        <a:pt x="189" y="738"/>
                        <a:pt x="126" y="785"/>
                      </a:cubicBezTo>
                      <a:cubicBezTo>
                        <a:pt x="0" y="911"/>
                        <a:pt x="0" y="1163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4"/>
                        <a:pt x="1292" y="1951"/>
                      </a:cubicBezTo>
                      <a:lnTo>
                        <a:pt x="2678" y="564"/>
                      </a:lnTo>
                      <a:cubicBezTo>
                        <a:pt x="2804" y="438"/>
                        <a:pt x="2804" y="186"/>
                        <a:pt x="2678" y="92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8" name="Google Shape;9175;p73">
                  <a:extLst>
                    <a:ext uri="{FF2B5EF4-FFF2-40B4-BE49-F238E27FC236}">
                      <a16:creationId xmlns:a16="http://schemas.microsoft.com/office/drawing/2014/main" id="{58D810BE-4F5C-28AB-E4B9-536B0F92AF8D}"/>
                    </a:ext>
                  </a:extLst>
                </p:cNvPr>
                <p:cNvSpPr/>
                <p:nvPr/>
              </p:nvSpPr>
              <p:spPr>
                <a:xfrm>
                  <a:off x="1101350" y="2388550"/>
                  <a:ext cx="70125" cy="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5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22"/>
                        <a:pt x="449" y="690"/>
                        <a:pt x="363" y="690"/>
                      </a:cubicBezTo>
                      <a:cubicBezTo>
                        <a:pt x="276" y="690"/>
                        <a:pt x="189" y="722"/>
                        <a:pt x="126" y="785"/>
                      </a:cubicBezTo>
                      <a:cubicBezTo>
                        <a:pt x="0" y="911"/>
                        <a:pt x="0" y="1131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3"/>
                        <a:pt x="1292" y="1919"/>
                      </a:cubicBezTo>
                      <a:lnTo>
                        <a:pt x="2678" y="532"/>
                      </a:lnTo>
                      <a:cubicBezTo>
                        <a:pt x="2804" y="438"/>
                        <a:pt x="2804" y="186"/>
                        <a:pt x="2678" y="91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9" name="Google Shape;9176;p73">
                  <a:extLst>
                    <a:ext uri="{FF2B5EF4-FFF2-40B4-BE49-F238E27FC236}">
                      <a16:creationId xmlns:a16="http://schemas.microsoft.com/office/drawing/2014/main" id="{3E84E2D0-0638-5A88-98BE-CC51082D20C2}"/>
                    </a:ext>
                  </a:extLst>
                </p:cNvPr>
                <p:cNvSpPr/>
                <p:nvPr/>
              </p:nvSpPr>
              <p:spPr>
                <a:xfrm>
                  <a:off x="1049375" y="2318350"/>
                  <a:ext cx="29852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1" h="11816" extrusionOk="0">
                      <a:moveTo>
                        <a:pt x="6963" y="1198"/>
                      </a:moveTo>
                      <a:lnTo>
                        <a:pt x="7876" y="2143"/>
                      </a:lnTo>
                      <a:lnTo>
                        <a:pt x="6963" y="2143"/>
                      </a:lnTo>
                      <a:lnTo>
                        <a:pt x="6963" y="1198"/>
                      </a:lnTo>
                      <a:close/>
                      <a:moveTo>
                        <a:pt x="10286" y="3498"/>
                      </a:moveTo>
                      <a:cubicBezTo>
                        <a:pt x="10373" y="3498"/>
                        <a:pt x="10460" y="3530"/>
                        <a:pt x="10523" y="3593"/>
                      </a:cubicBezTo>
                      <a:lnTo>
                        <a:pt x="10995" y="4065"/>
                      </a:lnTo>
                      <a:cubicBezTo>
                        <a:pt x="11184" y="4223"/>
                        <a:pt x="11184" y="4475"/>
                        <a:pt x="11027" y="4569"/>
                      </a:cubicBezTo>
                      <a:lnTo>
                        <a:pt x="10806" y="4821"/>
                      </a:lnTo>
                      <a:lnTo>
                        <a:pt x="9798" y="3845"/>
                      </a:lnTo>
                      <a:lnTo>
                        <a:pt x="10050" y="3593"/>
                      </a:lnTo>
                      <a:cubicBezTo>
                        <a:pt x="10113" y="3530"/>
                        <a:pt x="10200" y="3498"/>
                        <a:pt x="10286" y="3498"/>
                      </a:cubicBezTo>
                      <a:close/>
                      <a:moveTo>
                        <a:pt x="9294" y="4349"/>
                      </a:moveTo>
                      <a:lnTo>
                        <a:pt x="10271" y="5325"/>
                      </a:lnTo>
                      <a:lnTo>
                        <a:pt x="7845" y="7783"/>
                      </a:lnTo>
                      <a:lnTo>
                        <a:pt x="6868" y="6774"/>
                      </a:lnTo>
                      <a:lnTo>
                        <a:pt x="9294" y="4349"/>
                      </a:lnTo>
                      <a:close/>
                      <a:moveTo>
                        <a:pt x="6585" y="7499"/>
                      </a:moveTo>
                      <a:lnTo>
                        <a:pt x="7183" y="8098"/>
                      </a:lnTo>
                      <a:lnTo>
                        <a:pt x="6427" y="8255"/>
                      </a:lnTo>
                      <a:lnTo>
                        <a:pt x="6585" y="7499"/>
                      </a:lnTo>
                      <a:close/>
                      <a:moveTo>
                        <a:pt x="6994" y="10398"/>
                      </a:moveTo>
                      <a:lnTo>
                        <a:pt x="6994" y="10776"/>
                      </a:lnTo>
                      <a:cubicBezTo>
                        <a:pt x="6994" y="10870"/>
                        <a:pt x="7057" y="10996"/>
                        <a:pt x="7089" y="11122"/>
                      </a:cubicBezTo>
                      <a:lnTo>
                        <a:pt x="1071" y="11122"/>
                      </a:lnTo>
                      <a:cubicBezTo>
                        <a:pt x="882" y="11122"/>
                        <a:pt x="693" y="10965"/>
                        <a:pt x="693" y="10776"/>
                      </a:cubicBezTo>
                      <a:lnTo>
                        <a:pt x="693" y="10398"/>
                      </a:lnTo>
                      <a:close/>
                      <a:moveTo>
                        <a:pt x="6270" y="663"/>
                      </a:moveTo>
                      <a:lnTo>
                        <a:pt x="6270" y="2458"/>
                      </a:lnTo>
                      <a:cubicBezTo>
                        <a:pt x="6270" y="2647"/>
                        <a:pt x="6427" y="2805"/>
                        <a:pt x="6616" y="2805"/>
                      </a:cubicBezTo>
                      <a:lnTo>
                        <a:pt x="8349" y="2805"/>
                      </a:lnTo>
                      <a:lnTo>
                        <a:pt x="8349" y="4286"/>
                      </a:lnTo>
                      <a:lnTo>
                        <a:pt x="6112" y="6554"/>
                      </a:lnTo>
                      <a:cubicBezTo>
                        <a:pt x="6081" y="6585"/>
                        <a:pt x="6018" y="6680"/>
                        <a:pt x="6018" y="6711"/>
                      </a:cubicBezTo>
                      <a:lnTo>
                        <a:pt x="5608" y="8633"/>
                      </a:lnTo>
                      <a:cubicBezTo>
                        <a:pt x="5545" y="8759"/>
                        <a:pt x="5608" y="8885"/>
                        <a:pt x="5671" y="8948"/>
                      </a:cubicBezTo>
                      <a:cubicBezTo>
                        <a:pt x="5742" y="9019"/>
                        <a:pt x="5813" y="9055"/>
                        <a:pt x="5897" y="9055"/>
                      </a:cubicBezTo>
                      <a:cubicBezTo>
                        <a:pt x="5925" y="9055"/>
                        <a:pt x="5955" y="9051"/>
                        <a:pt x="5986" y="9043"/>
                      </a:cubicBezTo>
                      <a:lnTo>
                        <a:pt x="7908" y="8602"/>
                      </a:lnTo>
                      <a:cubicBezTo>
                        <a:pt x="8002" y="8602"/>
                        <a:pt x="8034" y="8570"/>
                        <a:pt x="8065" y="8507"/>
                      </a:cubicBezTo>
                      <a:lnTo>
                        <a:pt x="8349" y="8255"/>
                      </a:lnTo>
                      <a:lnTo>
                        <a:pt x="8349" y="10807"/>
                      </a:lnTo>
                      <a:lnTo>
                        <a:pt x="8380" y="10807"/>
                      </a:lnTo>
                      <a:cubicBezTo>
                        <a:pt x="8380" y="10996"/>
                        <a:pt x="8223" y="11154"/>
                        <a:pt x="8034" y="11154"/>
                      </a:cubicBezTo>
                      <a:cubicBezTo>
                        <a:pt x="7845" y="11154"/>
                        <a:pt x="7687" y="10996"/>
                        <a:pt x="7687" y="10807"/>
                      </a:cubicBezTo>
                      <a:lnTo>
                        <a:pt x="7687" y="10083"/>
                      </a:lnTo>
                      <a:cubicBezTo>
                        <a:pt x="7687" y="9893"/>
                        <a:pt x="7530" y="9736"/>
                        <a:pt x="7309" y="9736"/>
                      </a:cubicBezTo>
                      <a:lnTo>
                        <a:pt x="1386" y="9736"/>
                      </a:lnTo>
                      <a:lnTo>
                        <a:pt x="1386" y="663"/>
                      </a:lnTo>
                      <a:close/>
                      <a:moveTo>
                        <a:pt x="1071" y="1"/>
                      </a:moveTo>
                      <a:cubicBezTo>
                        <a:pt x="882" y="1"/>
                        <a:pt x="693" y="158"/>
                        <a:pt x="693" y="379"/>
                      </a:cubicBezTo>
                      <a:lnTo>
                        <a:pt x="693" y="9736"/>
                      </a:lnTo>
                      <a:lnTo>
                        <a:pt x="347" y="9736"/>
                      </a:lnTo>
                      <a:cubicBezTo>
                        <a:pt x="158" y="9736"/>
                        <a:pt x="0" y="9893"/>
                        <a:pt x="0" y="10083"/>
                      </a:cubicBezTo>
                      <a:lnTo>
                        <a:pt x="0" y="10807"/>
                      </a:lnTo>
                      <a:cubicBezTo>
                        <a:pt x="0" y="11406"/>
                        <a:pt x="473" y="11815"/>
                        <a:pt x="1008" y="11815"/>
                      </a:cubicBezTo>
                      <a:lnTo>
                        <a:pt x="8002" y="11815"/>
                      </a:lnTo>
                      <a:cubicBezTo>
                        <a:pt x="8569" y="11815"/>
                        <a:pt x="9011" y="11343"/>
                        <a:pt x="9011" y="10807"/>
                      </a:cubicBezTo>
                      <a:lnTo>
                        <a:pt x="9011" y="7562"/>
                      </a:lnTo>
                      <a:lnTo>
                        <a:pt x="11499" y="5105"/>
                      </a:lnTo>
                      <a:cubicBezTo>
                        <a:pt x="11940" y="4664"/>
                        <a:pt x="11940" y="4034"/>
                        <a:pt x="11531" y="3593"/>
                      </a:cubicBezTo>
                      <a:lnTo>
                        <a:pt x="11058" y="3120"/>
                      </a:lnTo>
                      <a:cubicBezTo>
                        <a:pt x="10869" y="2931"/>
                        <a:pt x="10609" y="2836"/>
                        <a:pt x="10346" y="2836"/>
                      </a:cubicBezTo>
                      <a:cubicBezTo>
                        <a:pt x="10082" y="2836"/>
                        <a:pt x="9814" y="2931"/>
                        <a:pt x="9609" y="3120"/>
                      </a:cubicBezTo>
                      <a:lnTo>
                        <a:pt x="9105" y="3624"/>
                      </a:lnTo>
                      <a:lnTo>
                        <a:pt x="9105" y="2490"/>
                      </a:lnTo>
                      <a:cubicBezTo>
                        <a:pt x="9105" y="2427"/>
                        <a:pt x="9074" y="2332"/>
                        <a:pt x="8979" y="2269"/>
                      </a:cubicBezTo>
                      <a:lnTo>
                        <a:pt x="6900" y="127"/>
                      </a:lnTo>
                      <a:cubicBezTo>
                        <a:pt x="6805" y="64"/>
                        <a:pt x="6742" y="1"/>
                        <a:pt x="66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1" name="Google Shape;9177;p73">
                <a:extLst>
                  <a:ext uri="{FF2B5EF4-FFF2-40B4-BE49-F238E27FC236}">
                    <a16:creationId xmlns:a16="http://schemas.microsoft.com/office/drawing/2014/main" id="{9C392A5D-EDE3-F460-F38B-C2E0AC6A9B3F}"/>
                  </a:ext>
                </a:extLst>
              </p:cNvPr>
              <p:cNvGrpSpPr/>
              <p:nvPr/>
            </p:nvGrpSpPr>
            <p:grpSpPr>
              <a:xfrm>
                <a:off x="1401090" y="2923331"/>
                <a:ext cx="503233" cy="503233"/>
                <a:chOff x="1049375" y="2680675"/>
                <a:chExt cx="297725" cy="297725"/>
              </a:xfrm>
              <a:grpFill/>
            </p:grpSpPr>
            <p:sp>
              <p:nvSpPr>
                <p:cNvPr id="17814" name="Google Shape;9178;p73">
                  <a:extLst>
                    <a:ext uri="{FF2B5EF4-FFF2-40B4-BE49-F238E27FC236}">
                      <a16:creationId xmlns:a16="http://schemas.microsoft.com/office/drawing/2014/main" id="{22B28EC9-05C7-90F7-A476-E7AA62E66B4D}"/>
                    </a:ext>
                  </a:extLst>
                </p:cNvPr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5" name="Google Shape;9179;p73">
                  <a:extLst>
                    <a:ext uri="{FF2B5EF4-FFF2-40B4-BE49-F238E27FC236}">
                      <a16:creationId xmlns:a16="http://schemas.microsoft.com/office/drawing/2014/main" id="{B50A64B9-8F4B-3A90-7B66-9878D6902722}"/>
                    </a:ext>
                  </a:extLst>
                </p:cNvPr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2" name="Google Shape;9180;p73">
                <a:extLst>
                  <a:ext uri="{FF2B5EF4-FFF2-40B4-BE49-F238E27FC236}">
                    <a16:creationId xmlns:a16="http://schemas.microsoft.com/office/drawing/2014/main" id="{85825ABF-39E7-2034-3F46-2C6FC8EB5729}"/>
                  </a:ext>
                </a:extLst>
              </p:cNvPr>
              <p:cNvGrpSpPr/>
              <p:nvPr/>
            </p:nvGrpSpPr>
            <p:grpSpPr>
              <a:xfrm>
                <a:off x="4571962" y="1688532"/>
                <a:ext cx="499261" cy="499303"/>
                <a:chOff x="2872725" y="1954475"/>
                <a:chExt cx="295375" cy="295400"/>
              </a:xfrm>
              <a:grpFill/>
            </p:grpSpPr>
            <p:sp>
              <p:nvSpPr>
                <p:cNvPr id="17811" name="Google Shape;9181;p73">
                  <a:extLst>
                    <a:ext uri="{FF2B5EF4-FFF2-40B4-BE49-F238E27FC236}">
                      <a16:creationId xmlns:a16="http://schemas.microsoft.com/office/drawing/2014/main" id="{A6D438DA-2628-C80C-D206-3B12A4B68E5C}"/>
                    </a:ext>
                  </a:extLst>
                </p:cNvPr>
                <p:cNvSpPr/>
                <p:nvPr/>
              </p:nvSpPr>
              <p:spPr>
                <a:xfrm>
                  <a:off x="2959350" y="1954475"/>
                  <a:ext cx="122100" cy="13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78" extrusionOk="0">
                      <a:moveTo>
                        <a:pt x="2395" y="694"/>
                      </a:moveTo>
                      <a:cubicBezTo>
                        <a:pt x="2805" y="694"/>
                        <a:pt x="3120" y="1009"/>
                        <a:pt x="3120" y="1418"/>
                      </a:cubicBezTo>
                      <a:cubicBezTo>
                        <a:pt x="3120" y="1797"/>
                        <a:pt x="2805" y="2112"/>
                        <a:pt x="2395" y="2112"/>
                      </a:cubicBezTo>
                      <a:cubicBezTo>
                        <a:pt x="2017" y="2112"/>
                        <a:pt x="1702" y="1797"/>
                        <a:pt x="1702" y="1418"/>
                      </a:cubicBezTo>
                      <a:cubicBezTo>
                        <a:pt x="1733" y="1009"/>
                        <a:pt x="2048" y="694"/>
                        <a:pt x="2395" y="694"/>
                      </a:cubicBezTo>
                      <a:close/>
                      <a:moveTo>
                        <a:pt x="2395" y="2742"/>
                      </a:moveTo>
                      <a:cubicBezTo>
                        <a:pt x="3340" y="2742"/>
                        <a:pt x="4128" y="3529"/>
                        <a:pt x="4128" y="4537"/>
                      </a:cubicBezTo>
                      <a:lnTo>
                        <a:pt x="4128" y="4884"/>
                      </a:lnTo>
                      <a:lnTo>
                        <a:pt x="662" y="4884"/>
                      </a:lnTo>
                      <a:lnTo>
                        <a:pt x="662" y="4537"/>
                      </a:lnTo>
                      <a:cubicBezTo>
                        <a:pt x="662" y="3529"/>
                        <a:pt x="1450" y="2742"/>
                        <a:pt x="2395" y="2742"/>
                      </a:cubicBezTo>
                      <a:close/>
                      <a:moveTo>
                        <a:pt x="2490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4"/>
                        <a:pt x="1229" y="2049"/>
                        <a:pt x="1450" y="2332"/>
                      </a:cubicBezTo>
                      <a:cubicBezTo>
                        <a:pt x="568" y="2710"/>
                        <a:pt x="1" y="3529"/>
                        <a:pt x="1" y="4537"/>
                      </a:cubicBezTo>
                      <a:lnTo>
                        <a:pt x="1" y="5231"/>
                      </a:lnTo>
                      <a:cubicBezTo>
                        <a:pt x="1" y="5420"/>
                        <a:pt x="158" y="5577"/>
                        <a:pt x="347" y="5577"/>
                      </a:cubicBezTo>
                      <a:lnTo>
                        <a:pt x="4537" y="5577"/>
                      </a:lnTo>
                      <a:cubicBezTo>
                        <a:pt x="4726" y="5577"/>
                        <a:pt x="4884" y="5420"/>
                        <a:pt x="4884" y="5231"/>
                      </a:cubicBezTo>
                      <a:lnTo>
                        <a:pt x="4884" y="4537"/>
                      </a:lnTo>
                      <a:cubicBezTo>
                        <a:pt x="4884" y="3529"/>
                        <a:pt x="4317" y="2710"/>
                        <a:pt x="3498" y="2332"/>
                      </a:cubicBezTo>
                      <a:cubicBezTo>
                        <a:pt x="3750" y="2080"/>
                        <a:pt x="3844" y="1765"/>
                        <a:pt x="3844" y="1387"/>
                      </a:cubicBezTo>
                      <a:cubicBezTo>
                        <a:pt x="3844" y="631"/>
                        <a:pt x="3214" y="1"/>
                        <a:pt x="24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2" name="Google Shape;9182;p73">
                  <a:extLst>
                    <a:ext uri="{FF2B5EF4-FFF2-40B4-BE49-F238E27FC236}">
                      <a16:creationId xmlns:a16="http://schemas.microsoft.com/office/drawing/2014/main" id="{FE446367-D440-7C9D-8075-2ECD5390FA34}"/>
                    </a:ext>
                  </a:extLst>
                </p:cNvPr>
                <p:cNvSpPr/>
                <p:nvPr/>
              </p:nvSpPr>
              <p:spPr>
                <a:xfrm>
                  <a:off x="2906575" y="2146650"/>
                  <a:ext cx="19142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2774" extrusionOk="0">
                      <a:moveTo>
                        <a:pt x="1419" y="694"/>
                      </a:moveTo>
                      <a:lnTo>
                        <a:pt x="1419" y="2080"/>
                      </a:lnTo>
                      <a:lnTo>
                        <a:pt x="694" y="2080"/>
                      </a:lnTo>
                      <a:lnTo>
                        <a:pt x="694" y="694"/>
                      </a:lnTo>
                      <a:close/>
                      <a:moveTo>
                        <a:pt x="2773" y="694"/>
                      </a:moveTo>
                      <a:lnTo>
                        <a:pt x="2773" y="2080"/>
                      </a:lnTo>
                      <a:lnTo>
                        <a:pt x="2080" y="2080"/>
                      </a:lnTo>
                      <a:lnTo>
                        <a:pt x="2080" y="694"/>
                      </a:lnTo>
                      <a:close/>
                      <a:moveTo>
                        <a:pt x="4159" y="694"/>
                      </a:moveTo>
                      <a:lnTo>
                        <a:pt x="4159" y="2080"/>
                      </a:lnTo>
                      <a:lnTo>
                        <a:pt x="3466" y="2080"/>
                      </a:lnTo>
                      <a:lnTo>
                        <a:pt x="3466" y="694"/>
                      </a:lnTo>
                      <a:close/>
                      <a:moveTo>
                        <a:pt x="6995" y="694"/>
                      </a:moveTo>
                      <a:lnTo>
                        <a:pt x="6995" y="2080"/>
                      </a:lnTo>
                      <a:lnTo>
                        <a:pt x="4884" y="2080"/>
                      </a:lnTo>
                      <a:lnTo>
                        <a:pt x="4884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427"/>
                      </a:lnTo>
                      <a:cubicBezTo>
                        <a:pt x="1" y="2616"/>
                        <a:pt x="158" y="2773"/>
                        <a:pt x="347" y="2773"/>
                      </a:cubicBezTo>
                      <a:lnTo>
                        <a:pt x="7310" y="2773"/>
                      </a:lnTo>
                      <a:cubicBezTo>
                        <a:pt x="7499" y="2773"/>
                        <a:pt x="7657" y="2616"/>
                        <a:pt x="7657" y="2427"/>
                      </a:cubicBezTo>
                      <a:lnTo>
                        <a:pt x="7657" y="347"/>
                      </a:lnTo>
                      <a:cubicBezTo>
                        <a:pt x="7657" y="127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3" name="Google Shape;9183;p73">
                  <a:extLst>
                    <a:ext uri="{FF2B5EF4-FFF2-40B4-BE49-F238E27FC236}">
                      <a16:creationId xmlns:a16="http://schemas.microsoft.com/office/drawing/2014/main" id="{69A071B6-F865-959F-5756-9AAB03734A7D}"/>
                    </a:ext>
                  </a:extLst>
                </p:cNvPr>
                <p:cNvSpPr/>
                <p:nvPr/>
              </p:nvSpPr>
              <p:spPr>
                <a:xfrm>
                  <a:off x="2872725" y="2112000"/>
                  <a:ext cx="2953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5515" extrusionOk="0">
                      <a:moveTo>
                        <a:pt x="11121" y="2080"/>
                      </a:moveTo>
                      <a:lnTo>
                        <a:pt x="11121" y="3466"/>
                      </a:lnTo>
                      <a:lnTo>
                        <a:pt x="10397" y="3466"/>
                      </a:lnTo>
                      <a:lnTo>
                        <a:pt x="10397" y="2080"/>
                      </a:lnTo>
                      <a:close/>
                      <a:moveTo>
                        <a:pt x="9389" y="662"/>
                      </a:moveTo>
                      <a:cubicBezTo>
                        <a:pt x="9578" y="662"/>
                        <a:pt x="9735" y="820"/>
                        <a:pt x="9735" y="1009"/>
                      </a:cubicBezTo>
                      <a:lnTo>
                        <a:pt x="9735" y="4474"/>
                      </a:lnTo>
                      <a:cubicBezTo>
                        <a:pt x="9735" y="4663"/>
                        <a:pt x="9578" y="4852"/>
                        <a:pt x="9389" y="4852"/>
                      </a:cubicBezTo>
                      <a:lnTo>
                        <a:pt x="1040" y="4852"/>
                      </a:lnTo>
                      <a:cubicBezTo>
                        <a:pt x="819" y="4852"/>
                        <a:pt x="662" y="4663"/>
                        <a:pt x="662" y="4474"/>
                      </a:cubicBez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4474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9357" y="5514"/>
                      </a:lnTo>
                      <a:cubicBezTo>
                        <a:pt x="9956" y="5514"/>
                        <a:pt x="10397" y="5041"/>
                        <a:pt x="10397" y="4474"/>
                      </a:cubicBezTo>
                      <a:lnTo>
                        <a:pt x="10397" y="4128"/>
                      </a:lnTo>
                      <a:lnTo>
                        <a:pt x="11436" y="4128"/>
                      </a:lnTo>
                      <a:cubicBezTo>
                        <a:pt x="11625" y="4128"/>
                        <a:pt x="11783" y="3970"/>
                        <a:pt x="11783" y="3781"/>
                      </a:cubicBezTo>
                      <a:lnTo>
                        <a:pt x="11783" y="1702"/>
                      </a:lnTo>
                      <a:cubicBezTo>
                        <a:pt x="11814" y="1513"/>
                        <a:pt x="11657" y="1387"/>
                        <a:pt x="11468" y="1387"/>
                      </a:cubicBezTo>
                      <a:lnTo>
                        <a:pt x="10397" y="1387"/>
                      </a:lnTo>
                      <a:lnTo>
                        <a:pt x="10397" y="1009"/>
                      </a:lnTo>
                      <a:cubicBezTo>
                        <a:pt x="10397" y="442"/>
                        <a:pt x="9924" y="1"/>
                        <a:pt x="9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3" name="Google Shape;9184;p73">
                <a:extLst>
                  <a:ext uri="{FF2B5EF4-FFF2-40B4-BE49-F238E27FC236}">
                    <a16:creationId xmlns:a16="http://schemas.microsoft.com/office/drawing/2014/main" id="{C8A50F2D-CF9F-8DB4-9678-E646D6A0D2DE}"/>
                  </a:ext>
                </a:extLst>
              </p:cNvPr>
              <p:cNvGrpSpPr/>
              <p:nvPr/>
            </p:nvGrpSpPr>
            <p:grpSpPr>
              <a:xfrm>
                <a:off x="4602577" y="2280292"/>
                <a:ext cx="438032" cy="501965"/>
                <a:chOff x="2890050" y="2318350"/>
                <a:chExt cx="259150" cy="296975"/>
              </a:xfrm>
              <a:grpFill/>
            </p:grpSpPr>
            <p:sp>
              <p:nvSpPr>
                <p:cNvPr id="17809" name="Google Shape;9185;p73">
                  <a:extLst>
                    <a:ext uri="{FF2B5EF4-FFF2-40B4-BE49-F238E27FC236}">
                      <a16:creationId xmlns:a16="http://schemas.microsoft.com/office/drawing/2014/main" id="{C421F685-F7E0-67EC-8F97-62B8C8D430A1}"/>
                    </a:ext>
                  </a:extLst>
                </p:cNvPr>
                <p:cNvSpPr/>
                <p:nvPr/>
              </p:nvSpPr>
              <p:spPr>
                <a:xfrm>
                  <a:off x="2936525" y="2353025"/>
                  <a:ext cx="16070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9" extrusionOk="0">
                      <a:moveTo>
                        <a:pt x="3371" y="2048"/>
                      </a:moveTo>
                      <a:cubicBezTo>
                        <a:pt x="3749" y="2048"/>
                        <a:pt x="4064" y="2363"/>
                        <a:pt x="4064" y="2773"/>
                      </a:cubicBezTo>
                      <a:cubicBezTo>
                        <a:pt x="4064" y="3151"/>
                        <a:pt x="3749" y="3466"/>
                        <a:pt x="3371" y="3466"/>
                      </a:cubicBezTo>
                      <a:cubicBezTo>
                        <a:pt x="2961" y="3466"/>
                        <a:pt x="2646" y="3151"/>
                        <a:pt x="2646" y="2773"/>
                      </a:cubicBezTo>
                      <a:cubicBezTo>
                        <a:pt x="2646" y="2363"/>
                        <a:pt x="2961" y="2048"/>
                        <a:pt x="3371" y="2048"/>
                      </a:cubicBezTo>
                      <a:close/>
                      <a:moveTo>
                        <a:pt x="3308" y="662"/>
                      </a:moveTo>
                      <a:cubicBezTo>
                        <a:pt x="4663" y="662"/>
                        <a:pt x="5734" y="1764"/>
                        <a:pt x="5734" y="3119"/>
                      </a:cubicBezTo>
                      <a:cubicBezTo>
                        <a:pt x="5734" y="3655"/>
                        <a:pt x="5513" y="4159"/>
                        <a:pt x="5167" y="4663"/>
                      </a:cubicBezTo>
                      <a:cubicBezTo>
                        <a:pt x="4978" y="4253"/>
                        <a:pt x="4694" y="3938"/>
                        <a:pt x="4316" y="3686"/>
                      </a:cubicBezTo>
                      <a:cubicBezTo>
                        <a:pt x="4537" y="3466"/>
                        <a:pt x="4694" y="3119"/>
                        <a:pt x="4694" y="2741"/>
                      </a:cubicBezTo>
                      <a:cubicBezTo>
                        <a:pt x="4694" y="2016"/>
                        <a:pt x="4064" y="1386"/>
                        <a:pt x="3308" y="1386"/>
                      </a:cubicBezTo>
                      <a:cubicBezTo>
                        <a:pt x="2583" y="1386"/>
                        <a:pt x="1953" y="2016"/>
                        <a:pt x="1953" y="2741"/>
                      </a:cubicBezTo>
                      <a:cubicBezTo>
                        <a:pt x="1953" y="3119"/>
                        <a:pt x="2111" y="3466"/>
                        <a:pt x="2331" y="3686"/>
                      </a:cubicBezTo>
                      <a:cubicBezTo>
                        <a:pt x="1953" y="3907"/>
                        <a:pt x="1670" y="4253"/>
                        <a:pt x="1481" y="4663"/>
                      </a:cubicBezTo>
                      <a:cubicBezTo>
                        <a:pt x="1008" y="4096"/>
                        <a:pt x="851" y="3434"/>
                        <a:pt x="914" y="2773"/>
                      </a:cubicBezTo>
                      <a:cubicBezTo>
                        <a:pt x="1071" y="1670"/>
                        <a:pt x="2048" y="662"/>
                        <a:pt x="3308" y="662"/>
                      </a:cubicBezTo>
                      <a:close/>
                      <a:moveTo>
                        <a:pt x="3308" y="4190"/>
                      </a:moveTo>
                      <a:cubicBezTo>
                        <a:pt x="3938" y="4190"/>
                        <a:pt x="4442" y="4600"/>
                        <a:pt x="4663" y="5167"/>
                      </a:cubicBezTo>
                      <a:cubicBezTo>
                        <a:pt x="4253" y="5387"/>
                        <a:pt x="3844" y="5545"/>
                        <a:pt x="3308" y="5545"/>
                      </a:cubicBezTo>
                      <a:cubicBezTo>
                        <a:pt x="2835" y="5545"/>
                        <a:pt x="2363" y="5387"/>
                        <a:pt x="1985" y="5167"/>
                      </a:cubicBezTo>
                      <a:cubicBezTo>
                        <a:pt x="2142" y="4568"/>
                        <a:pt x="2678" y="4190"/>
                        <a:pt x="3308" y="4190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10" y="1229"/>
                        <a:pt x="252" y="2678"/>
                      </a:cubicBezTo>
                      <a:cubicBezTo>
                        <a:pt x="0" y="4600"/>
                        <a:pt x="1481" y="6238"/>
                        <a:pt x="3308" y="6238"/>
                      </a:cubicBezTo>
                      <a:cubicBezTo>
                        <a:pt x="5041" y="6238"/>
                        <a:pt x="6427" y="4820"/>
                        <a:pt x="6427" y="3119"/>
                      </a:cubicBezTo>
                      <a:cubicBezTo>
                        <a:pt x="6427" y="1386"/>
                        <a:pt x="5009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0" name="Google Shape;9186;p73">
                  <a:extLst>
                    <a:ext uri="{FF2B5EF4-FFF2-40B4-BE49-F238E27FC236}">
                      <a16:creationId xmlns:a16="http://schemas.microsoft.com/office/drawing/2014/main" id="{3C1663A0-D951-719B-BE2F-6A83A8E09B7A}"/>
                    </a:ext>
                  </a:extLst>
                </p:cNvPr>
                <p:cNvSpPr/>
                <p:nvPr/>
              </p:nvSpPr>
              <p:spPr>
                <a:xfrm>
                  <a:off x="2890050" y="2318350"/>
                  <a:ext cx="259150" cy="29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1879" extrusionOk="0">
                      <a:moveTo>
                        <a:pt x="5167" y="694"/>
                      </a:moveTo>
                      <a:cubicBezTo>
                        <a:pt x="7309" y="694"/>
                        <a:pt x="9011" y="2427"/>
                        <a:pt x="9011" y="4506"/>
                      </a:cubicBezTo>
                      <a:cubicBezTo>
                        <a:pt x="9011" y="5640"/>
                        <a:pt x="8475" y="6711"/>
                        <a:pt x="7656" y="7405"/>
                      </a:cubicBezTo>
                      <a:lnTo>
                        <a:pt x="5167" y="9547"/>
                      </a:lnTo>
                      <a:lnTo>
                        <a:pt x="2710" y="7405"/>
                      </a:lnTo>
                      <a:cubicBezTo>
                        <a:pt x="1796" y="6585"/>
                        <a:pt x="1229" y="5420"/>
                        <a:pt x="1386" y="4034"/>
                      </a:cubicBezTo>
                      <a:cubicBezTo>
                        <a:pt x="1575" y="2206"/>
                        <a:pt x="3151" y="694"/>
                        <a:pt x="5167" y="694"/>
                      </a:cubicBezTo>
                      <a:close/>
                      <a:moveTo>
                        <a:pt x="8475" y="8980"/>
                      </a:moveTo>
                      <a:lnTo>
                        <a:pt x="9546" y="11122"/>
                      </a:lnTo>
                      <a:lnTo>
                        <a:pt x="977" y="11122"/>
                      </a:lnTo>
                      <a:lnTo>
                        <a:pt x="2017" y="8980"/>
                      </a:lnTo>
                      <a:lnTo>
                        <a:pt x="3529" y="8980"/>
                      </a:lnTo>
                      <a:lnTo>
                        <a:pt x="4978" y="10240"/>
                      </a:lnTo>
                      <a:cubicBezTo>
                        <a:pt x="5073" y="10272"/>
                        <a:pt x="5136" y="10335"/>
                        <a:pt x="5230" y="10335"/>
                      </a:cubicBezTo>
                      <a:cubicBezTo>
                        <a:pt x="5293" y="10335"/>
                        <a:pt x="5388" y="10272"/>
                        <a:pt x="5451" y="10240"/>
                      </a:cubicBezTo>
                      <a:lnTo>
                        <a:pt x="6900" y="8980"/>
                      </a:lnTo>
                      <a:close/>
                      <a:moveTo>
                        <a:pt x="5107" y="1"/>
                      </a:moveTo>
                      <a:cubicBezTo>
                        <a:pt x="2772" y="1"/>
                        <a:pt x="912" y="1815"/>
                        <a:pt x="662" y="3939"/>
                      </a:cubicBezTo>
                      <a:cubicBezTo>
                        <a:pt x="441" y="5483"/>
                        <a:pt x="1040" y="6932"/>
                        <a:pt x="2174" y="7940"/>
                      </a:cubicBezTo>
                      <a:lnTo>
                        <a:pt x="2615" y="8318"/>
                      </a:lnTo>
                      <a:lnTo>
                        <a:pt x="1638" y="8318"/>
                      </a:lnTo>
                      <a:cubicBezTo>
                        <a:pt x="1575" y="8318"/>
                        <a:pt x="1481" y="8413"/>
                        <a:pt x="1449" y="8507"/>
                      </a:cubicBezTo>
                      <a:lnTo>
                        <a:pt x="63" y="11343"/>
                      </a:lnTo>
                      <a:cubicBezTo>
                        <a:pt x="0" y="11469"/>
                        <a:pt x="0" y="11595"/>
                        <a:pt x="63" y="11721"/>
                      </a:cubicBezTo>
                      <a:cubicBezTo>
                        <a:pt x="126" y="11815"/>
                        <a:pt x="221" y="11878"/>
                        <a:pt x="347" y="11878"/>
                      </a:cubicBezTo>
                      <a:lnTo>
                        <a:pt x="10019" y="11878"/>
                      </a:lnTo>
                      <a:cubicBezTo>
                        <a:pt x="10145" y="11878"/>
                        <a:pt x="10271" y="11784"/>
                        <a:pt x="10302" y="11721"/>
                      </a:cubicBezTo>
                      <a:cubicBezTo>
                        <a:pt x="10365" y="11595"/>
                        <a:pt x="10365" y="11469"/>
                        <a:pt x="10302" y="11343"/>
                      </a:cubicBezTo>
                      <a:lnTo>
                        <a:pt x="8916" y="8507"/>
                      </a:lnTo>
                      <a:cubicBezTo>
                        <a:pt x="8885" y="8413"/>
                        <a:pt x="8727" y="8318"/>
                        <a:pt x="8601" y="8318"/>
                      </a:cubicBezTo>
                      <a:lnTo>
                        <a:pt x="7624" y="8318"/>
                      </a:lnTo>
                      <a:lnTo>
                        <a:pt x="8065" y="7940"/>
                      </a:lnTo>
                      <a:cubicBezTo>
                        <a:pt x="9042" y="7090"/>
                        <a:pt x="9641" y="5829"/>
                        <a:pt x="9641" y="4506"/>
                      </a:cubicBezTo>
                      <a:cubicBezTo>
                        <a:pt x="9641" y="2049"/>
                        <a:pt x="7656" y="1"/>
                        <a:pt x="5167" y="1"/>
                      </a:cubicBezTo>
                      <a:cubicBezTo>
                        <a:pt x="5147" y="1"/>
                        <a:pt x="5127" y="1"/>
                        <a:pt x="51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4" name="Google Shape;9187;p73">
                <a:extLst>
                  <a:ext uri="{FF2B5EF4-FFF2-40B4-BE49-F238E27FC236}">
                    <a16:creationId xmlns:a16="http://schemas.microsoft.com/office/drawing/2014/main" id="{B3F317AC-55C1-DCA2-31E6-87062C0E776E}"/>
                  </a:ext>
                </a:extLst>
              </p:cNvPr>
              <p:cNvSpPr/>
              <p:nvPr/>
            </p:nvSpPr>
            <p:spPr>
              <a:xfrm>
                <a:off x="4659775" y="2923979"/>
                <a:ext cx="323559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7657" h="11878" extrusionOk="0">
                    <a:moveTo>
                      <a:pt x="3813" y="1387"/>
                    </a:moveTo>
                    <a:cubicBezTo>
                      <a:pt x="4254" y="1387"/>
                      <a:pt x="4664" y="1670"/>
                      <a:pt x="4821" y="2112"/>
                    </a:cubicBezTo>
                    <a:lnTo>
                      <a:pt x="2836" y="2112"/>
                    </a:lnTo>
                    <a:cubicBezTo>
                      <a:pt x="2994" y="1702"/>
                      <a:pt x="3372" y="1387"/>
                      <a:pt x="3813" y="1387"/>
                    </a:cubicBezTo>
                    <a:close/>
                    <a:moveTo>
                      <a:pt x="4947" y="2805"/>
                    </a:moveTo>
                    <a:cubicBezTo>
                      <a:pt x="5199" y="2805"/>
                      <a:pt x="5357" y="3057"/>
                      <a:pt x="5294" y="3277"/>
                    </a:cubicBezTo>
                    <a:lnTo>
                      <a:pt x="4947" y="4222"/>
                    </a:lnTo>
                    <a:lnTo>
                      <a:pt x="2679" y="4222"/>
                    </a:lnTo>
                    <a:lnTo>
                      <a:pt x="2364" y="3277"/>
                    </a:lnTo>
                    <a:cubicBezTo>
                      <a:pt x="2332" y="3025"/>
                      <a:pt x="2490" y="2805"/>
                      <a:pt x="2710" y="2805"/>
                    </a:cubicBezTo>
                    <a:close/>
                    <a:moveTo>
                      <a:pt x="4916" y="4852"/>
                    </a:moveTo>
                    <a:lnTo>
                      <a:pt x="5514" y="8381"/>
                    </a:lnTo>
                    <a:lnTo>
                      <a:pt x="2175" y="8381"/>
                    </a:lnTo>
                    <a:lnTo>
                      <a:pt x="2773" y="4852"/>
                    </a:lnTo>
                    <a:close/>
                    <a:moveTo>
                      <a:pt x="5955" y="9074"/>
                    </a:moveTo>
                    <a:cubicBezTo>
                      <a:pt x="6144" y="9074"/>
                      <a:pt x="6302" y="9232"/>
                      <a:pt x="6302" y="9421"/>
                    </a:cubicBezTo>
                    <a:lnTo>
                      <a:pt x="6302" y="9799"/>
                    </a:lnTo>
                    <a:lnTo>
                      <a:pt x="1450" y="9799"/>
                    </a:lnTo>
                    <a:lnTo>
                      <a:pt x="1450" y="9421"/>
                    </a:lnTo>
                    <a:cubicBezTo>
                      <a:pt x="1419" y="9232"/>
                      <a:pt x="1576" y="9074"/>
                      <a:pt x="1765" y="9074"/>
                    </a:cubicBezTo>
                    <a:close/>
                    <a:moveTo>
                      <a:pt x="6648" y="10460"/>
                    </a:moveTo>
                    <a:cubicBezTo>
                      <a:pt x="6806" y="10460"/>
                      <a:pt x="6964" y="10618"/>
                      <a:pt x="6964" y="10807"/>
                    </a:cubicBezTo>
                    <a:lnTo>
                      <a:pt x="6964" y="11153"/>
                    </a:lnTo>
                    <a:lnTo>
                      <a:pt x="757" y="11153"/>
                    </a:lnTo>
                    <a:lnTo>
                      <a:pt x="757" y="10807"/>
                    </a:lnTo>
                    <a:cubicBezTo>
                      <a:pt x="757" y="10618"/>
                      <a:pt x="915" y="10460"/>
                      <a:pt x="1104" y="10460"/>
                    </a:cubicBezTo>
                    <a:close/>
                    <a:moveTo>
                      <a:pt x="3782" y="1"/>
                    </a:moveTo>
                    <a:cubicBezTo>
                      <a:pt x="3592" y="1"/>
                      <a:pt x="3435" y="158"/>
                      <a:pt x="3435" y="379"/>
                    </a:cubicBezTo>
                    <a:lnTo>
                      <a:pt x="3435" y="757"/>
                    </a:lnTo>
                    <a:cubicBezTo>
                      <a:pt x="2679" y="914"/>
                      <a:pt x="2143" y="1544"/>
                      <a:pt x="2049" y="2301"/>
                    </a:cubicBezTo>
                    <a:cubicBezTo>
                      <a:pt x="1702" y="2521"/>
                      <a:pt x="1545" y="3025"/>
                      <a:pt x="1671" y="3466"/>
                    </a:cubicBezTo>
                    <a:lnTo>
                      <a:pt x="1891" y="4191"/>
                    </a:lnTo>
                    <a:lnTo>
                      <a:pt x="1702" y="4191"/>
                    </a:lnTo>
                    <a:cubicBezTo>
                      <a:pt x="1513" y="4191"/>
                      <a:pt x="1356" y="4348"/>
                      <a:pt x="1356" y="4537"/>
                    </a:cubicBezTo>
                    <a:cubicBezTo>
                      <a:pt x="1356" y="4758"/>
                      <a:pt x="1513" y="4915"/>
                      <a:pt x="1702" y="4915"/>
                    </a:cubicBezTo>
                    <a:lnTo>
                      <a:pt x="1986" y="4915"/>
                    </a:lnTo>
                    <a:lnTo>
                      <a:pt x="1387" y="8444"/>
                    </a:lnTo>
                    <a:cubicBezTo>
                      <a:pt x="1009" y="8570"/>
                      <a:pt x="726" y="8948"/>
                      <a:pt x="726" y="9421"/>
                    </a:cubicBezTo>
                    <a:lnTo>
                      <a:pt x="726" y="9830"/>
                    </a:lnTo>
                    <a:cubicBezTo>
                      <a:pt x="316" y="9988"/>
                      <a:pt x="1" y="10334"/>
                      <a:pt x="1" y="10807"/>
                    </a:cubicBezTo>
                    <a:lnTo>
                      <a:pt x="1" y="11531"/>
                    </a:lnTo>
                    <a:cubicBezTo>
                      <a:pt x="1" y="11720"/>
                      <a:pt x="158" y="11878"/>
                      <a:pt x="347" y="11878"/>
                    </a:cubicBezTo>
                    <a:lnTo>
                      <a:pt x="7279" y="11878"/>
                    </a:lnTo>
                    <a:cubicBezTo>
                      <a:pt x="7499" y="11878"/>
                      <a:pt x="7657" y="11720"/>
                      <a:pt x="7657" y="11531"/>
                    </a:cubicBezTo>
                    <a:lnTo>
                      <a:pt x="7657" y="10807"/>
                    </a:lnTo>
                    <a:cubicBezTo>
                      <a:pt x="7657" y="10366"/>
                      <a:pt x="7373" y="9988"/>
                      <a:pt x="6932" y="9830"/>
                    </a:cubicBezTo>
                    <a:lnTo>
                      <a:pt x="6932" y="9421"/>
                    </a:lnTo>
                    <a:cubicBezTo>
                      <a:pt x="6932" y="8948"/>
                      <a:pt x="6617" y="8570"/>
                      <a:pt x="6176" y="8444"/>
                    </a:cubicBezTo>
                    <a:lnTo>
                      <a:pt x="5609" y="4915"/>
                    </a:lnTo>
                    <a:lnTo>
                      <a:pt x="5861" y="4915"/>
                    </a:lnTo>
                    <a:cubicBezTo>
                      <a:pt x="6081" y="4915"/>
                      <a:pt x="6207" y="4758"/>
                      <a:pt x="6207" y="4537"/>
                    </a:cubicBezTo>
                    <a:cubicBezTo>
                      <a:pt x="6207" y="4348"/>
                      <a:pt x="6081" y="4191"/>
                      <a:pt x="5861" y="4191"/>
                    </a:cubicBezTo>
                    <a:lnTo>
                      <a:pt x="5672" y="4191"/>
                    </a:lnTo>
                    <a:lnTo>
                      <a:pt x="5924" y="3466"/>
                    </a:lnTo>
                    <a:cubicBezTo>
                      <a:pt x="6081" y="3025"/>
                      <a:pt x="5861" y="2584"/>
                      <a:pt x="5514" y="2301"/>
                    </a:cubicBezTo>
                    <a:cubicBezTo>
                      <a:pt x="5451" y="1513"/>
                      <a:pt x="4884" y="914"/>
                      <a:pt x="4128" y="757"/>
                    </a:cubicBezTo>
                    <a:lnTo>
                      <a:pt x="4128" y="379"/>
                    </a:lnTo>
                    <a:cubicBezTo>
                      <a:pt x="4128" y="158"/>
                      <a:pt x="3971" y="1"/>
                      <a:pt x="37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5" name="Google Shape;9188;p73">
                <a:extLst>
                  <a:ext uri="{FF2B5EF4-FFF2-40B4-BE49-F238E27FC236}">
                    <a16:creationId xmlns:a16="http://schemas.microsoft.com/office/drawing/2014/main" id="{4A041CA6-466D-A5DC-F156-8A1F69E6C097}"/>
                  </a:ext>
                </a:extLst>
              </p:cNvPr>
              <p:cNvGrpSpPr/>
              <p:nvPr/>
            </p:nvGrpSpPr>
            <p:grpSpPr>
              <a:xfrm>
                <a:off x="7744368" y="1689229"/>
                <a:ext cx="497908" cy="497908"/>
                <a:chOff x="4685050" y="1945825"/>
                <a:chExt cx="294575" cy="294575"/>
              </a:xfrm>
              <a:grpFill/>
            </p:grpSpPr>
            <p:sp>
              <p:nvSpPr>
                <p:cNvPr id="17804" name="Google Shape;9189;p73">
                  <a:extLst>
                    <a:ext uri="{FF2B5EF4-FFF2-40B4-BE49-F238E27FC236}">
                      <a16:creationId xmlns:a16="http://schemas.microsoft.com/office/drawing/2014/main" id="{23869CD7-5EBE-147C-B3BC-7015A85CA954}"/>
                    </a:ext>
                  </a:extLst>
                </p:cNvPr>
                <p:cNvSpPr/>
                <p:nvPr/>
              </p:nvSpPr>
              <p:spPr>
                <a:xfrm>
                  <a:off x="4720475" y="2086025"/>
                  <a:ext cx="104775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52" extrusionOk="0">
                      <a:moveTo>
                        <a:pt x="2017" y="693"/>
                      </a:moveTo>
                      <a:cubicBezTo>
                        <a:pt x="2427" y="693"/>
                        <a:pt x="2742" y="1008"/>
                        <a:pt x="2742" y="1386"/>
                      </a:cubicBezTo>
                      <a:cubicBezTo>
                        <a:pt x="2742" y="1796"/>
                        <a:pt x="2427" y="2111"/>
                        <a:pt x="2017" y="2111"/>
                      </a:cubicBezTo>
                      <a:cubicBezTo>
                        <a:pt x="1639" y="2111"/>
                        <a:pt x="1324" y="1796"/>
                        <a:pt x="1324" y="1386"/>
                      </a:cubicBezTo>
                      <a:cubicBezTo>
                        <a:pt x="1324" y="1008"/>
                        <a:pt x="1639" y="693"/>
                        <a:pt x="2017" y="693"/>
                      </a:cubicBezTo>
                      <a:close/>
                      <a:moveTo>
                        <a:pt x="2017" y="2772"/>
                      </a:moveTo>
                      <a:cubicBezTo>
                        <a:pt x="2773" y="2772"/>
                        <a:pt x="3403" y="3403"/>
                        <a:pt x="3403" y="4127"/>
                      </a:cubicBezTo>
                      <a:lnTo>
                        <a:pt x="631" y="4127"/>
                      </a:lnTo>
                      <a:cubicBezTo>
                        <a:pt x="631" y="3403"/>
                        <a:pt x="1261" y="2772"/>
                        <a:pt x="2017" y="2772"/>
                      </a:cubicBezTo>
                      <a:close/>
                      <a:moveTo>
                        <a:pt x="2049" y="0"/>
                      </a:moveTo>
                      <a:cubicBezTo>
                        <a:pt x="1324" y="0"/>
                        <a:pt x="694" y="630"/>
                        <a:pt x="694" y="1386"/>
                      </a:cubicBezTo>
                      <a:cubicBezTo>
                        <a:pt x="694" y="1733"/>
                        <a:pt x="851" y="2111"/>
                        <a:pt x="1072" y="2331"/>
                      </a:cubicBezTo>
                      <a:cubicBezTo>
                        <a:pt x="442" y="2678"/>
                        <a:pt x="1" y="3340"/>
                        <a:pt x="1" y="4127"/>
                      </a:cubicBezTo>
                      <a:lnTo>
                        <a:pt x="1" y="4505"/>
                      </a:lnTo>
                      <a:cubicBezTo>
                        <a:pt x="1" y="4694"/>
                        <a:pt x="158" y="4852"/>
                        <a:pt x="379" y="4852"/>
                      </a:cubicBezTo>
                      <a:lnTo>
                        <a:pt x="3844" y="4852"/>
                      </a:lnTo>
                      <a:cubicBezTo>
                        <a:pt x="4033" y="4852"/>
                        <a:pt x="4191" y="4694"/>
                        <a:pt x="4191" y="4505"/>
                      </a:cubicBezTo>
                      <a:lnTo>
                        <a:pt x="4191" y="4127"/>
                      </a:lnTo>
                      <a:cubicBezTo>
                        <a:pt x="4096" y="3340"/>
                        <a:pt x="3687" y="2678"/>
                        <a:pt x="3057" y="2331"/>
                      </a:cubicBezTo>
                      <a:cubicBezTo>
                        <a:pt x="3277" y="2111"/>
                        <a:pt x="3435" y="1733"/>
                        <a:pt x="3435" y="1386"/>
                      </a:cubicBezTo>
                      <a:cubicBezTo>
                        <a:pt x="3435" y="630"/>
                        <a:pt x="2805" y="0"/>
                        <a:pt x="20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5" name="Google Shape;9190;p73">
                  <a:extLst>
                    <a:ext uri="{FF2B5EF4-FFF2-40B4-BE49-F238E27FC236}">
                      <a16:creationId xmlns:a16="http://schemas.microsoft.com/office/drawing/2014/main" id="{C0F8D9FE-21D7-7D40-EE5D-830D24E1C3BC}"/>
                    </a:ext>
                  </a:extLst>
                </p:cNvPr>
                <p:cNvSpPr/>
                <p:nvPr/>
              </p:nvSpPr>
              <p:spPr>
                <a:xfrm>
                  <a:off x="4685050" y="1945825"/>
                  <a:ext cx="294575" cy="29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3" h="11783" extrusionOk="0">
                      <a:moveTo>
                        <a:pt x="6900" y="693"/>
                      </a:moveTo>
                      <a:lnTo>
                        <a:pt x="6900" y="1418"/>
                      </a:lnTo>
                      <a:lnTo>
                        <a:pt x="4820" y="1418"/>
                      </a:lnTo>
                      <a:lnTo>
                        <a:pt x="4820" y="693"/>
                      </a:lnTo>
                      <a:close/>
                      <a:moveTo>
                        <a:pt x="7215" y="2111"/>
                      </a:moveTo>
                      <a:cubicBezTo>
                        <a:pt x="7404" y="2111"/>
                        <a:pt x="7561" y="2269"/>
                        <a:pt x="7561" y="2458"/>
                      </a:cubicBezTo>
                      <a:cubicBezTo>
                        <a:pt x="7561" y="2678"/>
                        <a:pt x="7404" y="2836"/>
                        <a:pt x="7215" y="2836"/>
                      </a:cubicBezTo>
                      <a:lnTo>
                        <a:pt x="4474" y="2836"/>
                      </a:lnTo>
                      <a:cubicBezTo>
                        <a:pt x="4253" y="2836"/>
                        <a:pt x="4096" y="2678"/>
                        <a:pt x="4096" y="2458"/>
                      </a:cubicBezTo>
                      <a:cubicBezTo>
                        <a:pt x="4096" y="2269"/>
                        <a:pt x="4316" y="2111"/>
                        <a:pt x="4474" y="2111"/>
                      </a:cubicBezTo>
                      <a:close/>
                      <a:moveTo>
                        <a:pt x="6900" y="3497"/>
                      </a:moveTo>
                      <a:lnTo>
                        <a:pt x="6900" y="4568"/>
                      </a:lnTo>
                      <a:cubicBezTo>
                        <a:pt x="6900" y="4757"/>
                        <a:pt x="6742" y="4915"/>
                        <a:pt x="6553" y="4915"/>
                      </a:cubicBezTo>
                      <a:lnTo>
                        <a:pt x="5167" y="4915"/>
                      </a:lnTo>
                      <a:cubicBezTo>
                        <a:pt x="4978" y="4915"/>
                        <a:pt x="4820" y="4757"/>
                        <a:pt x="4820" y="4568"/>
                      </a:cubicBezTo>
                      <a:lnTo>
                        <a:pt x="4820" y="3497"/>
                      </a:lnTo>
                      <a:close/>
                      <a:moveTo>
                        <a:pt x="10775" y="4883"/>
                      </a:moveTo>
                      <a:cubicBezTo>
                        <a:pt x="10964" y="4883"/>
                        <a:pt x="11121" y="5041"/>
                        <a:pt x="11121" y="5230"/>
                      </a:cubicBezTo>
                      <a:lnTo>
                        <a:pt x="11121" y="10775"/>
                      </a:lnTo>
                      <a:cubicBezTo>
                        <a:pt x="11121" y="10964"/>
                        <a:pt x="10964" y="11121"/>
                        <a:pt x="10775" y="11121"/>
                      </a:cubicBezTo>
                      <a:lnTo>
                        <a:pt x="1008" y="11121"/>
                      </a:lnTo>
                      <a:cubicBezTo>
                        <a:pt x="788" y="11121"/>
                        <a:pt x="630" y="10964"/>
                        <a:pt x="630" y="10775"/>
                      </a:cubicBezTo>
                      <a:lnTo>
                        <a:pt x="630" y="5230"/>
                      </a:lnTo>
                      <a:cubicBezTo>
                        <a:pt x="630" y="5041"/>
                        <a:pt x="788" y="4883"/>
                        <a:pt x="1008" y="4883"/>
                      </a:cubicBezTo>
                      <a:lnTo>
                        <a:pt x="4190" y="4883"/>
                      </a:lnTo>
                      <a:cubicBezTo>
                        <a:pt x="4348" y="5261"/>
                        <a:pt x="4694" y="5577"/>
                        <a:pt x="5167" y="5577"/>
                      </a:cubicBezTo>
                      <a:lnTo>
                        <a:pt x="6553" y="5577"/>
                      </a:lnTo>
                      <a:cubicBezTo>
                        <a:pt x="6994" y="5577"/>
                        <a:pt x="7372" y="5293"/>
                        <a:pt x="7530" y="4883"/>
                      </a:cubicBezTo>
                      <a:close/>
                      <a:moveTo>
                        <a:pt x="4505" y="0"/>
                      </a:moveTo>
                      <a:cubicBezTo>
                        <a:pt x="4316" y="0"/>
                        <a:pt x="4159" y="158"/>
                        <a:pt x="4159" y="347"/>
                      </a:cubicBezTo>
                      <a:lnTo>
                        <a:pt x="4159" y="1449"/>
                      </a:lnTo>
                      <a:cubicBezTo>
                        <a:pt x="3749" y="1607"/>
                        <a:pt x="3434" y="1953"/>
                        <a:pt x="3434" y="2426"/>
                      </a:cubicBezTo>
                      <a:cubicBezTo>
                        <a:pt x="3434" y="2867"/>
                        <a:pt x="3718" y="3245"/>
                        <a:pt x="4159" y="3403"/>
                      </a:cubicBezTo>
                      <a:lnTo>
                        <a:pt x="4159" y="4190"/>
                      </a:lnTo>
                      <a:lnTo>
                        <a:pt x="1040" y="4190"/>
                      </a:lnTo>
                      <a:cubicBezTo>
                        <a:pt x="441" y="4190"/>
                        <a:pt x="0" y="4663"/>
                        <a:pt x="0" y="5230"/>
                      </a:cubicBezTo>
                      <a:lnTo>
                        <a:pt x="0" y="10775"/>
                      </a:lnTo>
                      <a:cubicBezTo>
                        <a:pt x="0" y="11373"/>
                        <a:pt x="473" y="11783"/>
                        <a:pt x="1040" y="11783"/>
                      </a:cubicBezTo>
                      <a:lnTo>
                        <a:pt x="10775" y="11783"/>
                      </a:lnTo>
                      <a:cubicBezTo>
                        <a:pt x="11342" y="11783"/>
                        <a:pt x="11783" y="11310"/>
                        <a:pt x="11783" y="10775"/>
                      </a:cubicBezTo>
                      <a:lnTo>
                        <a:pt x="11783" y="5230"/>
                      </a:lnTo>
                      <a:cubicBezTo>
                        <a:pt x="11783" y="4663"/>
                        <a:pt x="11342" y="4190"/>
                        <a:pt x="10775" y="4190"/>
                      </a:cubicBezTo>
                      <a:lnTo>
                        <a:pt x="7624" y="4190"/>
                      </a:lnTo>
                      <a:lnTo>
                        <a:pt x="7624" y="3403"/>
                      </a:lnTo>
                      <a:cubicBezTo>
                        <a:pt x="8002" y="3245"/>
                        <a:pt x="8317" y="2899"/>
                        <a:pt x="8317" y="2426"/>
                      </a:cubicBezTo>
                      <a:cubicBezTo>
                        <a:pt x="8317" y="1985"/>
                        <a:pt x="8034" y="1607"/>
                        <a:pt x="7624" y="1449"/>
                      </a:cubicBezTo>
                      <a:lnTo>
                        <a:pt x="7624" y="347"/>
                      </a:lnTo>
                      <a:cubicBezTo>
                        <a:pt x="7624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6" name="Google Shape;9191;p73">
                  <a:extLst>
                    <a:ext uri="{FF2B5EF4-FFF2-40B4-BE49-F238E27FC236}">
                      <a16:creationId xmlns:a16="http://schemas.microsoft.com/office/drawing/2014/main" id="{DB8F0F58-24B7-E672-140B-C976BD876E0E}"/>
                    </a:ext>
                  </a:extLst>
                </p:cNvPr>
                <p:cNvSpPr/>
                <p:nvPr/>
              </p:nvSpPr>
              <p:spPr>
                <a:xfrm>
                  <a:off x="4840200" y="2103350"/>
                  <a:ext cx="1047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844" y="693"/>
                      </a:lnTo>
                      <a:cubicBezTo>
                        <a:pt x="4033" y="693"/>
                        <a:pt x="4191" y="536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7" name="Google Shape;9192;p73">
                  <a:extLst>
                    <a:ext uri="{FF2B5EF4-FFF2-40B4-BE49-F238E27FC236}">
                      <a16:creationId xmlns:a16="http://schemas.microsoft.com/office/drawing/2014/main" id="{D365CA78-01DE-0539-6937-068C281E9DBD}"/>
                    </a:ext>
                  </a:extLst>
                </p:cNvPr>
                <p:cNvSpPr/>
                <p:nvPr/>
              </p:nvSpPr>
              <p:spPr>
                <a:xfrm>
                  <a:off x="4840200" y="2137200"/>
                  <a:ext cx="1047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8"/>
                        <a:pt x="4191" y="379"/>
                      </a:cubicBezTo>
                      <a:cubicBezTo>
                        <a:pt x="4191" y="158"/>
                        <a:pt x="4033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8" name="Google Shape;9193;p73">
                  <a:extLst>
                    <a:ext uri="{FF2B5EF4-FFF2-40B4-BE49-F238E27FC236}">
                      <a16:creationId xmlns:a16="http://schemas.microsoft.com/office/drawing/2014/main" id="{92CAAA88-FAB1-0F47-8C02-5701AF71B020}"/>
                    </a:ext>
                  </a:extLst>
                </p:cNvPr>
                <p:cNvSpPr/>
                <p:nvPr/>
              </p:nvSpPr>
              <p:spPr>
                <a:xfrm>
                  <a:off x="4840200" y="2171875"/>
                  <a:ext cx="1047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7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6" name="Google Shape;9194;p73">
                <a:extLst>
                  <a:ext uri="{FF2B5EF4-FFF2-40B4-BE49-F238E27FC236}">
                    <a16:creationId xmlns:a16="http://schemas.microsoft.com/office/drawing/2014/main" id="{30B65611-99EA-10D9-D997-4C48DC3F10C2}"/>
                  </a:ext>
                </a:extLst>
              </p:cNvPr>
              <p:cNvSpPr/>
              <p:nvPr/>
            </p:nvSpPr>
            <p:spPr>
              <a:xfrm>
                <a:off x="7743630" y="2282294"/>
                <a:ext cx="499261" cy="49795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784" extrusionOk="0">
                    <a:moveTo>
                      <a:pt x="5923" y="2080"/>
                    </a:moveTo>
                    <a:cubicBezTo>
                      <a:pt x="6459" y="2080"/>
                      <a:pt x="6932" y="2552"/>
                      <a:pt x="6932" y="3119"/>
                    </a:cubicBezTo>
                    <a:lnTo>
                      <a:pt x="6932" y="3466"/>
                    </a:lnTo>
                    <a:lnTo>
                      <a:pt x="4884" y="3466"/>
                    </a:lnTo>
                    <a:lnTo>
                      <a:pt x="4884" y="3119"/>
                    </a:lnTo>
                    <a:cubicBezTo>
                      <a:pt x="4884" y="2521"/>
                      <a:pt x="5356" y="2080"/>
                      <a:pt x="5923" y="2080"/>
                    </a:cubicBezTo>
                    <a:close/>
                    <a:moveTo>
                      <a:pt x="5923" y="662"/>
                    </a:moveTo>
                    <a:cubicBezTo>
                      <a:pt x="7247" y="662"/>
                      <a:pt x="8349" y="1765"/>
                      <a:pt x="8349" y="3119"/>
                    </a:cubicBezTo>
                    <a:lnTo>
                      <a:pt x="8349" y="3466"/>
                    </a:lnTo>
                    <a:lnTo>
                      <a:pt x="7656" y="3466"/>
                    </a:lnTo>
                    <a:lnTo>
                      <a:pt x="7656" y="3119"/>
                    </a:lnTo>
                    <a:cubicBezTo>
                      <a:pt x="7656" y="2174"/>
                      <a:pt x="6869" y="1387"/>
                      <a:pt x="5923" y="1387"/>
                    </a:cubicBezTo>
                    <a:cubicBezTo>
                      <a:pt x="4978" y="1387"/>
                      <a:pt x="4191" y="2174"/>
                      <a:pt x="4191" y="3119"/>
                    </a:cubicBezTo>
                    <a:lnTo>
                      <a:pt x="4191" y="3466"/>
                    </a:lnTo>
                    <a:lnTo>
                      <a:pt x="3466" y="3466"/>
                    </a:lnTo>
                    <a:lnTo>
                      <a:pt x="3466" y="3119"/>
                    </a:lnTo>
                    <a:cubicBezTo>
                      <a:pt x="3466" y="1765"/>
                      <a:pt x="4569" y="662"/>
                      <a:pt x="5923" y="662"/>
                    </a:cubicBezTo>
                    <a:close/>
                    <a:moveTo>
                      <a:pt x="1387" y="4191"/>
                    </a:moveTo>
                    <a:lnTo>
                      <a:pt x="1387" y="6742"/>
                    </a:lnTo>
                    <a:cubicBezTo>
                      <a:pt x="946" y="6490"/>
                      <a:pt x="662" y="6018"/>
                      <a:pt x="662" y="5545"/>
                    </a:cubicBezTo>
                    <a:lnTo>
                      <a:pt x="662" y="4537"/>
                    </a:lnTo>
                    <a:cubicBezTo>
                      <a:pt x="662" y="4348"/>
                      <a:pt x="820" y="4191"/>
                      <a:pt x="1040" y="4191"/>
                    </a:cubicBezTo>
                    <a:close/>
                    <a:moveTo>
                      <a:pt x="10775" y="4128"/>
                    </a:moveTo>
                    <a:cubicBezTo>
                      <a:pt x="10996" y="4128"/>
                      <a:pt x="11153" y="4285"/>
                      <a:pt x="11153" y="4506"/>
                    </a:cubicBezTo>
                    <a:lnTo>
                      <a:pt x="11153" y="5545"/>
                    </a:lnTo>
                    <a:cubicBezTo>
                      <a:pt x="11153" y="6081"/>
                      <a:pt x="10870" y="6490"/>
                      <a:pt x="10429" y="6742"/>
                    </a:cubicBezTo>
                    <a:lnTo>
                      <a:pt x="10429" y="4128"/>
                    </a:lnTo>
                    <a:close/>
                    <a:moveTo>
                      <a:pt x="8349" y="4191"/>
                    </a:moveTo>
                    <a:lnTo>
                      <a:pt x="8349" y="6931"/>
                    </a:lnTo>
                    <a:lnTo>
                      <a:pt x="3498" y="6931"/>
                    </a:lnTo>
                    <a:lnTo>
                      <a:pt x="3498" y="4191"/>
                    </a:lnTo>
                    <a:close/>
                    <a:moveTo>
                      <a:pt x="6270" y="7593"/>
                    </a:moveTo>
                    <a:lnTo>
                      <a:pt x="6270" y="7971"/>
                    </a:lnTo>
                    <a:cubicBezTo>
                      <a:pt x="6270" y="8160"/>
                      <a:pt x="6112" y="8318"/>
                      <a:pt x="5923" y="8318"/>
                    </a:cubicBezTo>
                    <a:cubicBezTo>
                      <a:pt x="5703" y="8318"/>
                      <a:pt x="5545" y="8160"/>
                      <a:pt x="5545" y="7971"/>
                    </a:cubicBezTo>
                    <a:lnTo>
                      <a:pt x="5545" y="7593"/>
                    </a:lnTo>
                    <a:close/>
                    <a:moveTo>
                      <a:pt x="662" y="7089"/>
                    </a:moveTo>
                    <a:cubicBezTo>
                      <a:pt x="883" y="7278"/>
                      <a:pt x="1103" y="7404"/>
                      <a:pt x="1387" y="7467"/>
                    </a:cubicBezTo>
                    <a:lnTo>
                      <a:pt x="1387" y="11153"/>
                    </a:lnTo>
                    <a:lnTo>
                      <a:pt x="1040" y="11153"/>
                    </a:lnTo>
                    <a:cubicBezTo>
                      <a:pt x="820" y="11153"/>
                      <a:pt x="662" y="10996"/>
                      <a:pt x="662" y="10807"/>
                    </a:cubicBezTo>
                    <a:lnTo>
                      <a:pt x="662" y="7089"/>
                    </a:lnTo>
                    <a:close/>
                    <a:moveTo>
                      <a:pt x="2804" y="4191"/>
                    </a:moveTo>
                    <a:lnTo>
                      <a:pt x="2804" y="11153"/>
                    </a:lnTo>
                    <a:lnTo>
                      <a:pt x="2080" y="11153"/>
                    </a:lnTo>
                    <a:lnTo>
                      <a:pt x="2080" y="4191"/>
                    </a:lnTo>
                    <a:close/>
                    <a:moveTo>
                      <a:pt x="8318" y="7656"/>
                    </a:moveTo>
                    <a:lnTo>
                      <a:pt x="8318" y="11153"/>
                    </a:lnTo>
                    <a:lnTo>
                      <a:pt x="3498" y="11153"/>
                    </a:lnTo>
                    <a:lnTo>
                      <a:pt x="3498" y="7656"/>
                    </a:lnTo>
                    <a:lnTo>
                      <a:pt x="4884" y="7656"/>
                    </a:lnTo>
                    <a:lnTo>
                      <a:pt x="4884" y="8003"/>
                    </a:lnTo>
                    <a:cubicBezTo>
                      <a:pt x="4884" y="8601"/>
                      <a:pt x="5356" y="9011"/>
                      <a:pt x="5923" y="9011"/>
                    </a:cubicBezTo>
                    <a:cubicBezTo>
                      <a:pt x="6459" y="9011"/>
                      <a:pt x="6932" y="8538"/>
                      <a:pt x="6932" y="8003"/>
                    </a:cubicBezTo>
                    <a:lnTo>
                      <a:pt x="6932" y="7656"/>
                    </a:lnTo>
                    <a:close/>
                    <a:moveTo>
                      <a:pt x="9767" y="4191"/>
                    </a:moveTo>
                    <a:lnTo>
                      <a:pt x="9767" y="11153"/>
                    </a:lnTo>
                    <a:lnTo>
                      <a:pt x="9074" y="11153"/>
                    </a:lnTo>
                    <a:lnTo>
                      <a:pt x="9074" y="4191"/>
                    </a:lnTo>
                    <a:close/>
                    <a:moveTo>
                      <a:pt x="11153" y="7120"/>
                    </a:moveTo>
                    <a:lnTo>
                      <a:pt x="11153" y="10807"/>
                    </a:lnTo>
                    <a:cubicBezTo>
                      <a:pt x="11153" y="10996"/>
                      <a:pt x="10996" y="11153"/>
                      <a:pt x="10807" y="11153"/>
                    </a:cubicBezTo>
                    <a:lnTo>
                      <a:pt x="10429" y="11153"/>
                    </a:lnTo>
                    <a:lnTo>
                      <a:pt x="10429" y="7530"/>
                    </a:lnTo>
                    <a:cubicBezTo>
                      <a:pt x="10712" y="7436"/>
                      <a:pt x="10964" y="7278"/>
                      <a:pt x="11153" y="7120"/>
                    </a:cubicBezTo>
                    <a:close/>
                    <a:moveTo>
                      <a:pt x="5923" y="0"/>
                    </a:moveTo>
                    <a:cubicBezTo>
                      <a:pt x="4191" y="0"/>
                      <a:pt x="2804" y="1418"/>
                      <a:pt x="2804" y="3119"/>
                    </a:cubicBezTo>
                    <a:lnTo>
                      <a:pt x="2804" y="3466"/>
                    </a:lnTo>
                    <a:lnTo>
                      <a:pt x="1040" y="3466"/>
                    </a:lnTo>
                    <a:cubicBezTo>
                      <a:pt x="442" y="3466"/>
                      <a:pt x="1" y="3939"/>
                      <a:pt x="1" y="4474"/>
                    </a:cubicBezTo>
                    <a:lnTo>
                      <a:pt x="1" y="5514"/>
                    </a:lnTo>
                    <a:lnTo>
                      <a:pt x="1" y="10744"/>
                    </a:lnTo>
                    <a:cubicBezTo>
                      <a:pt x="1" y="11342"/>
                      <a:pt x="473" y="11783"/>
                      <a:pt x="1040" y="11783"/>
                    </a:cubicBezTo>
                    <a:lnTo>
                      <a:pt x="10807" y="11783"/>
                    </a:lnTo>
                    <a:cubicBezTo>
                      <a:pt x="11374" y="11783"/>
                      <a:pt x="11815" y="11311"/>
                      <a:pt x="11815" y="10744"/>
                    </a:cubicBezTo>
                    <a:lnTo>
                      <a:pt x="11815" y="5514"/>
                    </a:lnTo>
                    <a:lnTo>
                      <a:pt x="11815" y="4474"/>
                    </a:lnTo>
                    <a:cubicBezTo>
                      <a:pt x="11815" y="3939"/>
                      <a:pt x="11374" y="3466"/>
                      <a:pt x="10807" y="3466"/>
                    </a:cubicBezTo>
                    <a:lnTo>
                      <a:pt x="9011" y="3466"/>
                    </a:lnTo>
                    <a:lnTo>
                      <a:pt x="9011" y="3119"/>
                    </a:lnTo>
                    <a:cubicBezTo>
                      <a:pt x="9011" y="1387"/>
                      <a:pt x="7593" y="0"/>
                      <a:pt x="59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87" name="Google Shape;9195;p73">
                <a:extLst>
                  <a:ext uri="{FF2B5EF4-FFF2-40B4-BE49-F238E27FC236}">
                    <a16:creationId xmlns:a16="http://schemas.microsoft.com/office/drawing/2014/main" id="{0913EBB4-4091-56EB-E986-AFCB8B39DE20}"/>
                  </a:ext>
                </a:extLst>
              </p:cNvPr>
              <p:cNvSpPr/>
              <p:nvPr/>
            </p:nvSpPr>
            <p:spPr>
              <a:xfrm>
                <a:off x="7773590" y="2923979"/>
                <a:ext cx="439341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0397" h="11878" extrusionOk="0">
                    <a:moveTo>
                      <a:pt x="5135" y="725"/>
                    </a:moveTo>
                    <a:cubicBezTo>
                      <a:pt x="6868" y="725"/>
                      <a:pt x="8254" y="2142"/>
                      <a:pt x="8254" y="3844"/>
                    </a:cubicBezTo>
                    <a:lnTo>
                      <a:pt x="8254" y="5923"/>
                    </a:lnTo>
                    <a:cubicBezTo>
                      <a:pt x="8254" y="6112"/>
                      <a:pt x="8097" y="6270"/>
                      <a:pt x="7908" y="6270"/>
                    </a:cubicBezTo>
                    <a:lnTo>
                      <a:pt x="7498" y="6270"/>
                    </a:lnTo>
                    <a:cubicBezTo>
                      <a:pt x="7561" y="6144"/>
                      <a:pt x="7561" y="6049"/>
                      <a:pt x="7561" y="5923"/>
                    </a:cubicBezTo>
                    <a:lnTo>
                      <a:pt x="7561" y="3844"/>
                    </a:lnTo>
                    <a:cubicBezTo>
                      <a:pt x="7561" y="3623"/>
                      <a:pt x="7404" y="3466"/>
                      <a:pt x="7183" y="3466"/>
                    </a:cubicBezTo>
                    <a:lnTo>
                      <a:pt x="6490" y="3466"/>
                    </a:lnTo>
                    <a:cubicBezTo>
                      <a:pt x="5892" y="3466"/>
                      <a:pt x="5450" y="2993"/>
                      <a:pt x="5450" y="2458"/>
                    </a:cubicBezTo>
                    <a:lnTo>
                      <a:pt x="5450" y="1733"/>
                    </a:lnTo>
                    <a:cubicBezTo>
                      <a:pt x="5450" y="1544"/>
                      <a:pt x="5293" y="1386"/>
                      <a:pt x="5104" y="1386"/>
                    </a:cubicBezTo>
                    <a:cubicBezTo>
                      <a:pt x="4915" y="1386"/>
                      <a:pt x="4757" y="1544"/>
                      <a:pt x="4757" y="1733"/>
                    </a:cubicBezTo>
                    <a:lnTo>
                      <a:pt x="4757" y="2458"/>
                    </a:lnTo>
                    <a:cubicBezTo>
                      <a:pt x="4757" y="3056"/>
                      <a:pt x="4285" y="3466"/>
                      <a:pt x="3718" y="3466"/>
                    </a:cubicBezTo>
                    <a:lnTo>
                      <a:pt x="3088" y="3466"/>
                    </a:lnTo>
                    <a:cubicBezTo>
                      <a:pt x="2899" y="3466"/>
                      <a:pt x="2741" y="3623"/>
                      <a:pt x="2741" y="3844"/>
                    </a:cubicBezTo>
                    <a:lnTo>
                      <a:pt x="2741" y="5923"/>
                    </a:lnTo>
                    <a:cubicBezTo>
                      <a:pt x="2741" y="6049"/>
                      <a:pt x="2741" y="6144"/>
                      <a:pt x="2773" y="6270"/>
                    </a:cubicBezTo>
                    <a:lnTo>
                      <a:pt x="2395" y="6270"/>
                    </a:lnTo>
                    <a:cubicBezTo>
                      <a:pt x="2205" y="6270"/>
                      <a:pt x="2048" y="6112"/>
                      <a:pt x="2048" y="5923"/>
                    </a:cubicBezTo>
                    <a:lnTo>
                      <a:pt x="2048" y="3844"/>
                    </a:lnTo>
                    <a:cubicBezTo>
                      <a:pt x="2048" y="2111"/>
                      <a:pt x="3466" y="725"/>
                      <a:pt x="5135" y="725"/>
                    </a:cubicBezTo>
                    <a:close/>
                    <a:moveTo>
                      <a:pt x="5230" y="3466"/>
                    </a:moveTo>
                    <a:cubicBezTo>
                      <a:pt x="5545" y="3907"/>
                      <a:pt x="6049" y="4190"/>
                      <a:pt x="6585" y="4190"/>
                    </a:cubicBezTo>
                    <a:lnTo>
                      <a:pt x="6963" y="4190"/>
                    </a:lnTo>
                    <a:lnTo>
                      <a:pt x="6963" y="5955"/>
                    </a:lnTo>
                    <a:lnTo>
                      <a:pt x="6931" y="5955"/>
                    </a:lnTo>
                    <a:cubicBezTo>
                      <a:pt x="6931" y="6553"/>
                      <a:pt x="6459" y="6994"/>
                      <a:pt x="5892" y="6994"/>
                    </a:cubicBezTo>
                    <a:lnTo>
                      <a:pt x="4505" y="6994"/>
                    </a:lnTo>
                    <a:cubicBezTo>
                      <a:pt x="3938" y="6994"/>
                      <a:pt x="3497" y="6522"/>
                      <a:pt x="3497" y="5955"/>
                    </a:cubicBezTo>
                    <a:lnTo>
                      <a:pt x="3497" y="4190"/>
                    </a:lnTo>
                    <a:lnTo>
                      <a:pt x="3844" y="4190"/>
                    </a:lnTo>
                    <a:cubicBezTo>
                      <a:pt x="4379" y="4190"/>
                      <a:pt x="4915" y="3907"/>
                      <a:pt x="5230" y="3466"/>
                    </a:cubicBezTo>
                    <a:close/>
                    <a:moveTo>
                      <a:pt x="6301" y="7624"/>
                    </a:moveTo>
                    <a:cubicBezTo>
                      <a:pt x="6396" y="8034"/>
                      <a:pt x="6805" y="8349"/>
                      <a:pt x="7278" y="8349"/>
                    </a:cubicBezTo>
                    <a:lnTo>
                      <a:pt x="7624" y="8349"/>
                    </a:lnTo>
                    <a:lnTo>
                      <a:pt x="7624" y="9200"/>
                    </a:lnTo>
                    <a:cubicBezTo>
                      <a:pt x="6852" y="9546"/>
                      <a:pt x="6025" y="9719"/>
                      <a:pt x="5198" y="9719"/>
                    </a:cubicBezTo>
                    <a:cubicBezTo>
                      <a:pt x="4371" y="9719"/>
                      <a:pt x="3544" y="9546"/>
                      <a:pt x="2773" y="9200"/>
                    </a:cubicBezTo>
                    <a:lnTo>
                      <a:pt x="2773" y="8349"/>
                    </a:lnTo>
                    <a:lnTo>
                      <a:pt x="3119" y="8349"/>
                    </a:lnTo>
                    <a:cubicBezTo>
                      <a:pt x="3560" y="8349"/>
                      <a:pt x="3970" y="8034"/>
                      <a:pt x="4127" y="7624"/>
                    </a:cubicBezTo>
                    <a:cubicBezTo>
                      <a:pt x="4253" y="7656"/>
                      <a:pt x="4411" y="7656"/>
                      <a:pt x="4505" y="7656"/>
                    </a:cubicBezTo>
                    <a:lnTo>
                      <a:pt x="5892" y="7656"/>
                    </a:lnTo>
                    <a:cubicBezTo>
                      <a:pt x="6018" y="7656"/>
                      <a:pt x="6175" y="7656"/>
                      <a:pt x="6301" y="7624"/>
                    </a:cubicBezTo>
                    <a:close/>
                    <a:moveTo>
                      <a:pt x="2079" y="8349"/>
                    </a:moveTo>
                    <a:lnTo>
                      <a:pt x="2079" y="11153"/>
                    </a:lnTo>
                    <a:lnTo>
                      <a:pt x="693" y="11153"/>
                    </a:lnTo>
                    <a:lnTo>
                      <a:pt x="693" y="9389"/>
                    </a:lnTo>
                    <a:cubicBezTo>
                      <a:pt x="693" y="8790"/>
                      <a:pt x="1166" y="8349"/>
                      <a:pt x="1733" y="8349"/>
                    </a:cubicBezTo>
                    <a:close/>
                    <a:moveTo>
                      <a:pt x="7656" y="9924"/>
                    </a:moveTo>
                    <a:lnTo>
                      <a:pt x="7656" y="11153"/>
                    </a:lnTo>
                    <a:lnTo>
                      <a:pt x="2773" y="11153"/>
                    </a:lnTo>
                    <a:lnTo>
                      <a:pt x="2773" y="9924"/>
                    </a:lnTo>
                    <a:cubicBezTo>
                      <a:pt x="3560" y="10239"/>
                      <a:pt x="4411" y="10397"/>
                      <a:pt x="5230" y="10397"/>
                    </a:cubicBezTo>
                    <a:cubicBezTo>
                      <a:pt x="6049" y="10397"/>
                      <a:pt x="6868" y="10239"/>
                      <a:pt x="7656" y="9924"/>
                    </a:cubicBezTo>
                    <a:close/>
                    <a:moveTo>
                      <a:pt x="8664" y="8349"/>
                    </a:moveTo>
                    <a:cubicBezTo>
                      <a:pt x="9231" y="8349"/>
                      <a:pt x="9672" y="8821"/>
                      <a:pt x="9672" y="9389"/>
                    </a:cubicBezTo>
                    <a:lnTo>
                      <a:pt x="9672" y="11153"/>
                    </a:lnTo>
                    <a:lnTo>
                      <a:pt x="8286" y="11153"/>
                    </a:lnTo>
                    <a:lnTo>
                      <a:pt x="8286" y="8349"/>
                    </a:lnTo>
                    <a:close/>
                    <a:moveTo>
                      <a:pt x="5198" y="0"/>
                    </a:moveTo>
                    <a:cubicBezTo>
                      <a:pt x="3088" y="0"/>
                      <a:pt x="1355" y="1701"/>
                      <a:pt x="1355" y="3844"/>
                    </a:cubicBezTo>
                    <a:lnTo>
                      <a:pt x="1355" y="5923"/>
                    </a:lnTo>
                    <a:cubicBezTo>
                      <a:pt x="1355" y="6522"/>
                      <a:pt x="1827" y="6931"/>
                      <a:pt x="2395" y="6931"/>
                    </a:cubicBezTo>
                    <a:lnTo>
                      <a:pt x="3088" y="6931"/>
                    </a:lnTo>
                    <a:cubicBezTo>
                      <a:pt x="3182" y="7057"/>
                      <a:pt x="3308" y="7183"/>
                      <a:pt x="3466" y="7309"/>
                    </a:cubicBezTo>
                    <a:cubicBezTo>
                      <a:pt x="3466" y="7530"/>
                      <a:pt x="3308" y="7687"/>
                      <a:pt x="3088" y="7687"/>
                    </a:cubicBezTo>
                    <a:lnTo>
                      <a:pt x="1733" y="7687"/>
                    </a:lnTo>
                    <a:cubicBezTo>
                      <a:pt x="788" y="7687"/>
                      <a:pt x="0" y="8475"/>
                      <a:pt x="0" y="9420"/>
                    </a:cubicBezTo>
                    <a:lnTo>
                      <a:pt x="0" y="11499"/>
                    </a:lnTo>
                    <a:cubicBezTo>
                      <a:pt x="0" y="11720"/>
                      <a:pt x="158" y="11877"/>
                      <a:pt x="347" y="11877"/>
                    </a:cubicBezTo>
                    <a:lnTo>
                      <a:pt x="10019" y="11877"/>
                    </a:lnTo>
                    <a:cubicBezTo>
                      <a:pt x="10239" y="11877"/>
                      <a:pt x="10397" y="11720"/>
                      <a:pt x="10397" y="11499"/>
                    </a:cubicBezTo>
                    <a:lnTo>
                      <a:pt x="10397" y="9420"/>
                    </a:lnTo>
                    <a:cubicBezTo>
                      <a:pt x="10397" y="8475"/>
                      <a:pt x="9609" y="7687"/>
                      <a:pt x="8664" y="7687"/>
                    </a:cubicBezTo>
                    <a:lnTo>
                      <a:pt x="7278" y="7687"/>
                    </a:lnTo>
                    <a:cubicBezTo>
                      <a:pt x="7089" y="7687"/>
                      <a:pt x="6931" y="7530"/>
                      <a:pt x="6931" y="7341"/>
                    </a:cubicBezTo>
                    <a:cubicBezTo>
                      <a:pt x="7026" y="7246"/>
                      <a:pt x="7152" y="7152"/>
                      <a:pt x="7278" y="6994"/>
                    </a:cubicBezTo>
                    <a:lnTo>
                      <a:pt x="7971" y="6994"/>
                    </a:lnTo>
                    <a:cubicBezTo>
                      <a:pt x="8569" y="6994"/>
                      <a:pt x="9011" y="6522"/>
                      <a:pt x="9011" y="5955"/>
                    </a:cubicBezTo>
                    <a:lnTo>
                      <a:pt x="9011" y="3844"/>
                    </a:lnTo>
                    <a:cubicBezTo>
                      <a:pt x="9011" y="1733"/>
                      <a:pt x="7309" y="0"/>
                      <a:pt x="51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8" name="Google Shape;9196;p73">
                <a:extLst>
                  <a:ext uri="{FF2B5EF4-FFF2-40B4-BE49-F238E27FC236}">
                    <a16:creationId xmlns:a16="http://schemas.microsoft.com/office/drawing/2014/main" id="{7A830820-7BB6-0E77-AF78-ACCCEC6B3CE7}"/>
                  </a:ext>
                </a:extLst>
              </p:cNvPr>
              <p:cNvGrpSpPr/>
              <p:nvPr/>
            </p:nvGrpSpPr>
            <p:grpSpPr>
              <a:xfrm>
                <a:off x="10280367" y="2282300"/>
                <a:ext cx="499261" cy="497951"/>
                <a:chOff x="6131900" y="2301825"/>
                <a:chExt cx="295375" cy="294600"/>
              </a:xfrm>
              <a:grpFill/>
            </p:grpSpPr>
            <p:sp>
              <p:nvSpPr>
                <p:cNvPr id="17800" name="Google Shape;9197;p73">
                  <a:extLst>
                    <a:ext uri="{FF2B5EF4-FFF2-40B4-BE49-F238E27FC236}">
                      <a16:creationId xmlns:a16="http://schemas.microsoft.com/office/drawing/2014/main" id="{D605DBE8-2D91-4C05-148F-3BB361487085}"/>
                    </a:ext>
                  </a:extLst>
                </p:cNvPr>
                <p:cNvSpPr/>
                <p:nvPr/>
              </p:nvSpPr>
              <p:spPr>
                <a:xfrm>
                  <a:off x="6131900" y="2301825"/>
                  <a:ext cx="295375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784" extrusionOk="0">
                      <a:moveTo>
                        <a:pt x="3813" y="630"/>
                      </a:moveTo>
                      <a:cubicBezTo>
                        <a:pt x="4002" y="630"/>
                        <a:pt x="4159" y="788"/>
                        <a:pt x="4159" y="977"/>
                      </a:cubicBezTo>
                      <a:lnTo>
                        <a:pt x="4159" y="1355"/>
                      </a:lnTo>
                      <a:lnTo>
                        <a:pt x="1387" y="1355"/>
                      </a:lnTo>
                      <a:lnTo>
                        <a:pt x="1387" y="977"/>
                      </a:lnTo>
                      <a:lnTo>
                        <a:pt x="1355" y="977"/>
                      </a:lnTo>
                      <a:cubicBezTo>
                        <a:pt x="1355" y="788"/>
                        <a:pt x="1513" y="630"/>
                        <a:pt x="1733" y="630"/>
                      </a:cubicBezTo>
                      <a:close/>
                      <a:moveTo>
                        <a:pt x="10114" y="1355"/>
                      </a:moveTo>
                      <a:cubicBezTo>
                        <a:pt x="10303" y="1355"/>
                        <a:pt x="10460" y="1513"/>
                        <a:pt x="10460" y="1702"/>
                      </a:cubicBezTo>
                      <a:lnTo>
                        <a:pt x="10460" y="3434"/>
                      </a:lnTo>
                      <a:lnTo>
                        <a:pt x="7688" y="3434"/>
                      </a:lnTo>
                      <a:cubicBezTo>
                        <a:pt x="7656" y="3277"/>
                        <a:pt x="7656" y="1859"/>
                        <a:pt x="7656" y="1702"/>
                      </a:cubicBezTo>
                      <a:cubicBezTo>
                        <a:pt x="7656" y="1513"/>
                        <a:pt x="7814" y="1355"/>
                        <a:pt x="8034" y="1355"/>
                      </a:cubicBezTo>
                      <a:close/>
                      <a:moveTo>
                        <a:pt x="4128" y="2048"/>
                      </a:moveTo>
                      <a:lnTo>
                        <a:pt x="4128" y="4821"/>
                      </a:lnTo>
                      <a:lnTo>
                        <a:pt x="1355" y="4821"/>
                      </a:lnTo>
                      <a:lnTo>
                        <a:pt x="1355" y="2048"/>
                      </a:lnTo>
                      <a:close/>
                      <a:moveTo>
                        <a:pt x="6617" y="2048"/>
                      </a:moveTo>
                      <a:cubicBezTo>
                        <a:pt x="6806" y="2048"/>
                        <a:pt x="6963" y="2206"/>
                        <a:pt x="6963" y="2395"/>
                      </a:cubicBezTo>
                      <a:lnTo>
                        <a:pt x="6963" y="4852"/>
                      </a:lnTo>
                      <a:lnTo>
                        <a:pt x="4821" y="4852"/>
                      </a:lnTo>
                      <a:lnTo>
                        <a:pt x="4821" y="2395"/>
                      </a:lnTo>
                      <a:cubicBezTo>
                        <a:pt x="4821" y="2206"/>
                        <a:pt x="4978" y="2048"/>
                        <a:pt x="5167" y="2048"/>
                      </a:cubicBezTo>
                      <a:close/>
                      <a:moveTo>
                        <a:pt x="10429" y="4127"/>
                      </a:moveTo>
                      <a:lnTo>
                        <a:pt x="10429" y="4852"/>
                      </a:lnTo>
                      <a:lnTo>
                        <a:pt x="7656" y="4852"/>
                      </a:lnTo>
                      <a:lnTo>
                        <a:pt x="7656" y="4127"/>
                      </a:lnTo>
                      <a:close/>
                      <a:moveTo>
                        <a:pt x="10775" y="5514"/>
                      </a:moveTo>
                      <a:cubicBezTo>
                        <a:pt x="10964" y="5514"/>
                        <a:pt x="11122" y="5671"/>
                        <a:pt x="11122" y="5860"/>
                      </a:cubicBezTo>
                      <a:lnTo>
                        <a:pt x="11122" y="10744"/>
                      </a:lnTo>
                      <a:cubicBezTo>
                        <a:pt x="11122" y="10964"/>
                        <a:pt x="10964" y="11122"/>
                        <a:pt x="10775" y="11122"/>
                      </a:cubicBezTo>
                      <a:lnTo>
                        <a:pt x="1009" y="11122"/>
                      </a:lnTo>
                      <a:cubicBezTo>
                        <a:pt x="820" y="11122"/>
                        <a:pt x="662" y="10964"/>
                        <a:pt x="662" y="10744"/>
                      </a:cubicBezTo>
                      <a:lnTo>
                        <a:pt x="662" y="5860"/>
                      </a:lnTo>
                      <a:cubicBezTo>
                        <a:pt x="662" y="5671"/>
                        <a:pt x="820" y="5514"/>
                        <a:pt x="1009" y="5514"/>
                      </a:cubicBezTo>
                      <a:close/>
                      <a:moveTo>
                        <a:pt x="1733" y="0"/>
                      </a:moveTo>
                      <a:cubicBezTo>
                        <a:pt x="1135" y="0"/>
                        <a:pt x="694" y="473"/>
                        <a:pt x="694" y="1040"/>
                      </a:cubicBezTo>
                      <a:lnTo>
                        <a:pt x="694" y="4884"/>
                      </a:lnTo>
                      <a:cubicBezTo>
                        <a:pt x="316" y="5041"/>
                        <a:pt x="1" y="5388"/>
                        <a:pt x="1" y="5860"/>
                      </a:cubicBezTo>
                      <a:lnTo>
                        <a:pt x="1" y="10744"/>
                      </a:lnTo>
                      <a:cubicBezTo>
                        <a:pt x="1" y="11342"/>
                        <a:pt x="473" y="11783"/>
                        <a:pt x="1009" y="11783"/>
                      </a:cubicBezTo>
                      <a:lnTo>
                        <a:pt x="10775" y="11783"/>
                      </a:lnTo>
                      <a:cubicBezTo>
                        <a:pt x="11374" y="11783"/>
                        <a:pt x="11815" y="11311"/>
                        <a:pt x="11815" y="10744"/>
                      </a:cubicBezTo>
                      <a:lnTo>
                        <a:pt x="11815" y="5860"/>
                      </a:lnTo>
                      <a:cubicBezTo>
                        <a:pt x="11815" y="5388"/>
                        <a:pt x="11531" y="5010"/>
                        <a:pt x="11122" y="4884"/>
                      </a:cubicBezTo>
                      <a:lnTo>
                        <a:pt x="11122" y="1702"/>
                      </a:lnTo>
                      <a:cubicBezTo>
                        <a:pt x="11122" y="1103"/>
                        <a:pt x="10649" y="662"/>
                        <a:pt x="10114" y="662"/>
                      </a:cubicBezTo>
                      <a:lnTo>
                        <a:pt x="8034" y="662"/>
                      </a:lnTo>
                      <a:cubicBezTo>
                        <a:pt x="7530" y="662"/>
                        <a:pt x="7152" y="977"/>
                        <a:pt x="7026" y="1418"/>
                      </a:cubicBezTo>
                      <a:cubicBezTo>
                        <a:pt x="6932" y="1387"/>
                        <a:pt x="6806" y="1355"/>
                        <a:pt x="6648" y="1355"/>
                      </a:cubicBezTo>
                      <a:lnTo>
                        <a:pt x="5230" y="1355"/>
                      </a:lnTo>
                      <a:cubicBezTo>
                        <a:pt x="5104" y="1355"/>
                        <a:pt x="4978" y="1387"/>
                        <a:pt x="4884" y="1418"/>
                      </a:cubicBezTo>
                      <a:lnTo>
                        <a:pt x="4884" y="1040"/>
                      </a:lnTo>
                      <a:cubicBezTo>
                        <a:pt x="4884" y="441"/>
                        <a:pt x="4380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1" name="Google Shape;9198;p73">
                  <a:extLst>
                    <a:ext uri="{FF2B5EF4-FFF2-40B4-BE49-F238E27FC236}">
                      <a16:creationId xmlns:a16="http://schemas.microsoft.com/office/drawing/2014/main" id="{9D0919B2-F457-A7D1-B1E8-885BFC2D8245}"/>
                    </a:ext>
                  </a:extLst>
                </p:cNvPr>
                <p:cNvSpPr/>
                <p:nvPr/>
              </p:nvSpPr>
              <p:spPr>
                <a:xfrm>
                  <a:off x="6218550" y="2456200"/>
                  <a:ext cx="1221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049" extrusionOk="0">
                      <a:moveTo>
                        <a:pt x="3844" y="725"/>
                      </a:moveTo>
                      <a:cubicBezTo>
                        <a:pt x="4033" y="725"/>
                        <a:pt x="4190" y="882"/>
                        <a:pt x="4190" y="1071"/>
                      </a:cubicBezTo>
                      <a:cubicBezTo>
                        <a:pt x="4190" y="1260"/>
                        <a:pt x="4033" y="1418"/>
                        <a:pt x="3844" y="1418"/>
                      </a:cubicBezTo>
                      <a:lnTo>
                        <a:pt x="1008" y="1418"/>
                      </a:lnTo>
                      <a:cubicBezTo>
                        <a:pt x="819" y="1418"/>
                        <a:pt x="662" y="1260"/>
                        <a:pt x="662" y="1071"/>
                      </a:cubicBezTo>
                      <a:cubicBezTo>
                        <a:pt x="662" y="882"/>
                        <a:pt x="819" y="725"/>
                        <a:pt x="1008" y="725"/>
                      </a:cubicBezTo>
                      <a:close/>
                      <a:moveTo>
                        <a:pt x="1008" y="0"/>
                      </a:moveTo>
                      <a:cubicBezTo>
                        <a:pt x="410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8" y="2048"/>
                      </a:cubicBezTo>
                      <a:lnTo>
                        <a:pt x="3844" y="2048"/>
                      </a:lnTo>
                      <a:cubicBezTo>
                        <a:pt x="4442" y="2048"/>
                        <a:pt x="4883" y="1576"/>
                        <a:pt x="4883" y="1040"/>
                      </a:cubicBezTo>
                      <a:cubicBezTo>
                        <a:pt x="4852" y="473"/>
                        <a:pt x="4411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2" name="Google Shape;9199;p73">
                  <a:extLst>
                    <a:ext uri="{FF2B5EF4-FFF2-40B4-BE49-F238E27FC236}">
                      <a16:creationId xmlns:a16="http://schemas.microsoft.com/office/drawing/2014/main" id="{8401C5CE-1D05-4067-3756-C02C95CEACF3}"/>
                    </a:ext>
                  </a:extLst>
                </p:cNvPr>
                <p:cNvSpPr/>
                <p:nvPr/>
              </p:nvSpPr>
              <p:spPr>
                <a:xfrm>
                  <a:off x="6340625" y="2353025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355" y="158"/>
                        <a:pt x="1198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3" name="Google Shape;9200;p73">
                  <a:extLst>
                    <a:ext uri="{FF2B5EF4-FFF2-40B4-BE49-F238E27FC236}">
                      <a16:creationId xmlns:a16="http://schemas.microsoft.com/office/drawing/2014/main" id="{857908A3-309F-6083-EC61-E82E8EE4DDE8}"/>
                    </a:ext>
                  </a:extLst>
                </p:cNvPr>
                <p:cNvSpPr/>
                <p:nvPr/>
              </p:nvSpPr>
              <p:spPr>
                <a:xfrm>
                  <a:off x="6183100" y="2369550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9" name="Google Shape;9201;p73">
                <a:extLst>
                  <a:ext uri="{FF2B5EF4-FFF2-40B4-BE49-F238E27FC236}">
                    <a16:creationId xmlns:a16="http://schemas.microsoft.com/office/drawing/2014/main" id="{1387A87B-73CA-352A-F258-948A7F29DBE4}"/>
                  </a:ext>
                </a:extLst>
              </p:cNvPr>
              <p:cNvGrpSpPr/>
              <p:nvPr/>
            </p:nvGrpSpPr>
            <p:grpSpPr>
              <a:xfrm>
                <a:off x="2036574" y="1687877"/>
                <a:ext cx="503276" cy="500612"/>
                <a:chOff x="1412450" y="1954475"/>
                <a:chExt cx="297750" cy="296175"/>
              </a:xfrm>
              <a:grpFill/>
            </p:grpSpPr>
            <p:sp>
              <p:nvSpPr>
                <p:cNvPr id="17798" name="Google Shape;9202;p73">
                  <a:extLst>
                    <a:ext uri="{FF2B5EF4-FFF2-40B4-BE49-F238E27FC236}">
                      <a16:creationId xmlns:a16="http://schemas.microsoft.com/office/drawing/2014/main" id="{F7E0F87E-81C1-811A-8898-60478222D4AA}"/>
                    </a:ext>
                  </a:extLst>
                </p:cNvPr>
                <p:cNvSpPr/>
                <p:nvPr/>
              </p:nvSpPr>
              <p:spPr>
                <a:xfrm>
                  <a:off x="1483350" y="2023800"/>
                  <a:ext cx="1559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39" extrusionOk="0">
                      <a:moveTo>
                        <a:pt x="3119" y="2079"/>
                      </a:moveTo>
                      <a:cubicBezTo>
                        <a:pt x="3529" y="2079"/>
                        <a:pt x="3844" y="2395"/>
                        <a:pt x="3844" y="2773"/>
                      </a:cubicBezTo>
                      <a:cubicBezTo>
                        <a:pt x="3844" y="3182"/>
                        <a:pt x="3529" y="3497"/>
                        <a:pt x="3119" y="3497"/>
                      </a:cubicBezTo>
                      <a:cubicBezTo>
                        <a:pt x="2741" y="3497"/>
                        <a:pt x="2426" y="3182"/>
                        <a:pt x="2426" y="2773"/>
                      </a:cubicBezTo>
                      <a:cubicBezTo>
                        <a:pt x="2426" y="2395"/>
                        <a:pt x="2741" y="2079"/>
                        <a:pt x="3119" y="2079"/>
                      </a:cubicBezTo>
                      <a:close/>
                      <a:moveTo>
                        <a:pt x="3119" y="725"/>
                      </a:moveTo>
                      <a:cubicBezTo>
                        <a:pt x="4474" y="725"/>
                        <a:pt x="5577" y="1827"/>
                        <a:pt x="5577" y="3182"/>
                      </a:cubicBezTo>
                      <a:cubicBezTo>
                        <a:pt x="5577" y="3686"/>
                        <a:pt x="5388" y="4159"/>
                        <a:pt x="5136" y="4537"/>
                      </a:cubicBezTo>
                      <a:cubicBezTo>
                        <a:pt x="4884" y="4190"/>
                        <a:pt x="4537" y="3907"/>
                        <a:pt x="4191" y="3718"/>
                      </a:cubicBezTo>
                      <a:cubicBezTo>
                        <a:pt x="4411" y="3497"/>
                        <a:pt x="4537" y="3182"/>
                        <a:pt x="4537" y="2804"/>
                      </a:cubicBezTo>
                      <a:cubicBezTo>
                        <a:pt x="4537" y="2079"/>
                        <a:pt x="3907" y="1449"/>
                        <a:pt x="3151" y="1449"/>
                      </a:cubicBezTo>
                      <a:cubicBezTo>
                        <a:pt x="2426" y="1449"/>
                        <a:pt x="1796" y="2079"/>
                        <a:pt x="1796" y="2804"/>
                      </a:cubicBezTo>
                      <a:cubicBezTo>
                        <a:pt x="1796" y="3182"/>
                        <a:pt x="1891" y="3497"/>
                        <a:pt x="2143" y="3718"/>
                      </a:cubicBezTo>
                      <a:cubicBezTo>
                        <a:pt x="1733" y="3907"/>
                        <a:pt x="1418" y="4190"/>
                        <a:pt x="1198" y="4537"/>
                      </a:cubicBezTo>
                      <a:cubicBezTo>
                        <a:pt x="914" y="4159"/>
                        <a:pt x="756" y="3686"/>
                        <a:pt x="756" y="3182"/>
                      </a:cubicBezTo>
                      <a:cubicBezTo>
                        <a:pt x="662" y="1796"/>
                        <a:pt x="1796" y="725"/>
                        <a:pt x="3119" y="725"/>
                      </a:cubicBezTo>
                      <a:close/>
                      <a:moveTo>
                        <a:pt x="3119" y="4190"/>
                      </a:moveTo>
                      <a:cubicBezTo>
                        <a:pt x="3749" y="4190"/>
                        <a:pt x="4317" y="4505"/>
                        <a:pt x="4632" y="5041"/>
                      </a:cubicBezTo>
                      <a:cubicBezTo>
                        <a:pt x="4222" y="5387"/>
                        <a:pt x="3686" y="5577"/>
                        <a:pt x="3119" y="5577"/>
                      </a:cubicBezTo>
                      <a:cubicBezTo>
                        <a:pt x="2584" y="5577"/>
                        <a:pt x="2017" y="5387"/>
                        <a:pt x="1639" y="5041"/>
                      </a:cubicBezTo>
                      <a:cubicBezTo>
                        <a:pt x="1954" y="4505"/>
                        <a:pt x="2489" y="4190"/>
                        <a:pt x="3119" y="4190"/>
                      </a:cubicBezTo>
                      <a:close/>
                      <a:moveTo>
                        <a:pt x="3119" y="0"/>
                      </a:moveTo>
                      <a:cubicBezTo>
                        <a:pt x="1387" y="0"/>
                        <a:pt x="0" y="1418"/>
                        <a:pt x="0" y="3119"/>
                      </a:cubicBezTo>
                      <a:cubicBezTo>
                        <a:pt x="0" y="4852"/>
                        <a:pt x="1387" y="6238"/>
                        <a:pt x="3119" y="6238"/>
                      </a:cubicBezTo>
                      <a:cubicBezTo>
                        <a:pt x="4852" y="6238"/>
                        <a:pt x="6238" y="4820"/>
                        <a:pt x="6238" y="3119"/>
                      </a:cubicBezTo>
                      <a:cubicBezTo>
                        <a:pt x="6238" y="1386"/>
                        <a:pt x="4821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9" name="Google Shape;9203;p73">
                  <a:extLst>
                    <a:ext uri="{FF2B5EF4-FFF2-40B4-BE49-F238E27FC236}">
                      <a16:creationId xmlns:a16="http://schemas.microsoft.com/office/drawing/2014/main" id="{C96C9B9A-ABD3-5E2A-FF8B-7DDB43400319}"/>
                    </a:ext>
                  </a:extLst>
                </p:cNvPr>
                <p:cNvSpPr/>
                <p:nvPr/>
              </p:nvSpPr>
              <p:spPr>
                <a:xfrm>
                  <a:off x="1412450" y="1954475"/>
                  <a:ext cx="297750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47" extrusionOk="0">
                      <a:moveTo>
                        <a:pt x="6365" y="662"/>
                      </a:moveTo>
                      <a:lnTo>
                        <a:pt x="6522" y="1513"/>
                      </a:lnTo>
                      <a:cubicBezTo>
                        <a:pt x="6554" y="1702"/>
                        <a:pt x="6617" y="1765"/>
                        <a:pt x="6774" y="1797"/>
                      </a:cubicBezTo>
                      <a:cubicBezTo>
                        <a:pt x="7342" y="1923"/>
                        <a:pt x="7814" y="2112"/>
                        <a:pt x="8287" y="2427"/>
                      </a:cubicBezTo>
                      <a:cubicBezTo>
                        <a:pt x="8350" y="2474"/>
                        <a:pt x="8421" y="2498"/>
                        <a:pt x="8488" y="2498"/>
                      </a:cubicBezTo>
                      <a:cubicBezTo>
                        <a:pt x="8554" y="2498"/>
                        <a:pt x="8618" y="2474"/>
                        <a:pt x="8665" y="2427"/>
                      </a:cubicBezTo>
                      <a:lnTo>
                        <a:pt x="9389" y="1923"/>
                      </a:lnTo>
                      <a:lnTo>
                        <a:pt x="9925" y="2490"/>
                      </a:lnTo>
                      <a:lnTo>
                        <a:pt x="9421" y="3183"/>
                      </a:lnTo>
                      <a:cubicBezTo>
                        <a:pt x="9358" y="3309"/>
                        <a:pt x="9358" y="3466"/>
                        <a:pt x="9421" y="3592"/>
                      </a:cubicBezTo>
                      <a:cubicBezTo>
                        <a:pt x="9736" y="4065"/>
                        <a:pt x="9925" y="4537"/>
                        <a:pt x="10051" y="5073"/>
                      </a:cubicBezTo>
                      <a:cubicBezTo>
                        <a:pt x="10082" y="5231"/>
                        <a:pt x="10209" y="5294"/>
                        <a:pt x="10335" y="5357"/>
                      </a:cubicBezTo>
                      <a:lnTo>
                        <a:pt x="11185" y="5514"/>
                      </a:lnTo>
                      <a:lnTo>
                        <a:pt x="11185" y="6302"/>
                      </a:lnTo>
                      <a:lnTo>
                        <a:pt x="10335" y="6459"/>
                      </a:lnTo>
                      <a:cubicBezTo>
                        <a:pt x="10177" y="6491"/>
                        <a:pt x="10082" y="6585"/>
                        <a:pt x="10051" y="6743"/>
                      </a:cubicBezTo>
                      <a:cubicBezTo>
                        <a:pt x="9925" y="7278"/>
                        <a:pt x="9736" y="7751"/>
                        <a:pt x="9421" y="8224"/>
                      </a:cubicBezTo>
                      <a:cubicBezTo>
                        <a:pt x="9358" y="8350"/>
                        <a:pt x="9358" y="8507"/>
                        <a:pt x="9421" y="8633"/>
                      </a:cubicBezTo>
                      <a:lnTo>
                        <a:pt x="9925" y="9326"/>
                      </a:lnTo>
                      <a:lnTo>
                        <a:pt x="9389" y="9893"/>
                      </a:lnTo>
                      <a:lnTo>
                        <a:pt x="8665" y="9358"/>
                      </a:lnTo>
                      <a:cubicBezTo>
                        <a:pt x="8618" y="9326"/>
                        <a:pt x="8554" y="9310"/>
                        <a:pt x="8488" y="9310"/>
                      </a:cubicBezTo>
                      <a:cubicBezTo>
                        <a:pt x="8421" y="9310"/>
                        <a:pt x="8350" y="9326"/>
                        <a:pt x="8287" y="9358"/>
                      </a:cubicBezTo>
                      <a:cubicBezTo>
                        <a:pt x="7814" y="9673"/>
                        <a:pt x="7342" y="9893"/>
                        <a:pt x="6774" y="9988"/>
                      </a:cubicBezTo>
                      <a:cubicBezTo>
                        <a:pt x="6617" y="10051"/>
                        <a:pt x="6554" y="10145"/>
                        <a:pt x="6522" y="10271"/>
                      </a:cubicBezTo>
                      <a:lnTo>
                        <a:pt x="6365" y="11153"/>
                      </a:lnTo>
                      <a:lnTo>
                        <a:pt x="5577" y="11153"/>
                      </a:lnTo>
                      <a:lnTo>
                        <a:pt x="5420" y="10271"/>
                      </a:lnTo>
                      <a:cubicBezTo>
                        <a:pt x="5357" y="10114"/>
                        <a:pt x="5294" y="10051"/>
                        <a:pt x="5136" y="9988"/>
                      </a:cubicBezTo>
                      <a:cubicBezTo>
                        <a:pt x="4569" y="9893"/>
                        <a:pt x="4097" y="9673"/>
                        <a:pt x="3624" y="9358"/>
                      </a:cubicBezTo>
                      <a:cubicBezTo>
                        <a:pt x="3561" y="9326"/>
                        <a:pt x="3498" y="9310"/>
                        <a:pt x="3435" y="9310"/>
                      </a:cubicBezTo>
                      <a:cubicBezTo>
                        <a:pt x="3372" y="9310"/>
                        <a:pt x="3309" y="9326"/>
                        <a:pt x="3246" y="9358"/>
                      </a:cubicBezTo>
                      <a:lnTo>
                        <a:pt x="2521" y="9893"/>
                      </a:lnTo>
                      <a:lnTo>
                        <a:pt x="1986" y="9326"/>
                      </a:lnTo>
                      <a:lnTo>
                        <a:pt x="2490" y="8633"/>
                      </a:lnTo>
                      <a:cubicBezTo>
                        <a:pt x="2584" y="8507"/>
                        <a:pt x="2584" y="8350"/>
                        <a:pt x="2490" y="8224"/>
                      </a:cubicBezTo>
                      <a:cubicBezTo>
                        <a:pt x="2175" y="7751"/>
                        <a:pt x="1986" y="7278"/>
                        <a:pt x="1860" y="6743"/>
                      </a:cubicBezTo>
                      <a:cubicBezTo>
                        <a:pt x="1828" y="6585"/>
                        <a:pt x="1702" y="6491"/>
                        <a:pt x="1576" y="6459"/>
                      </a:cubicBezTo>
                      <a:lnTo>
                        <a:pt x="726" y="6302"/>
                      </a:lnTo>
                      <a:lnTo>
                        <a:pt x="726" y="5514"/>
                      </a:lnTo>
                      <a:lnTo>
                        <a:pt x="1576" y="5357"/>
                      </a:lnTo>
                      <a:cubicBezTo>
                        <a:pt x="1734" y="5325"/>
                        <a:pt x="1828" y="5231"/>
                        <a:pt x="1860" y="5073"/>
                      </a:cubicBezTo>
                      <a:cubicBezTo>
                        <a:pt x="1986" y="4506"/>
                        <a:pt x="2175" y="4065"/>
                        <a:pt x="2490" y="3592"/>
                      </a:cubicBezTo>
                      <a:cubicBezTo>
                        <a:pt x="2584" y="3466"/>
                        <a:pt x="2584" y="3309"/>
                        <a:pt x="2490" y="3183"/>
                      </a:cubicBezTo>
                      <a:lnTo>
                        <a:pt x="1986" y="2490"/>
                      </a:lnTo>
                      <a:lnTo>
                        <a:pt x="2521" y="1923"/>
                      </a:lnTo>
                      <a:lnTo>
                        <a:pt x="3246" y="2427"/>
                      </a:lnTo>
                      <a:cubicBezTo>
                        <a:pt x="3309" y="2474"/>
                        <a:pt x="3372" y="2498"/>
                        <a:pt x="3435" y="2498"/>
                      </a:cubicBezTo>
                      <a:cubicBezTo>
                        <a:pt x="3498" y="2498"/>
                        <a:pt x="3561" y="2474"/>
                        <a:pt x="3624" y="2427"/>
                      </a:cubicBezTo>
                      <a:cubicBezTo>
                        <a:pt x="4097" y="2112"/>
                        <a:pt x="4569" y="1923"/>
                        <a:pt x="5136" y="1797"/>
                      </a:cubicBezTo>
                      <a:cubicBezTo>
                        <a:pt x="5294" y="1765"/>
                        <a:pt x="5357" y="1639"/>
                        <a:pt x="5420" y="1513"/>
                      </a:cubicBezTo>
                      <a:lnTo>
                        <a:pt x="5577" y="662"/>
                      </a:lnTo>
                      <a:close/>
                      <a:moveTo>
                        <a:pt x="5262" y="1"/>
                      </a:moveTo>
                      <a:cubicBezTo>
                        <a:pt x="5073" y="1"/>
                        <a:pt x="4916" y="127"/>
                        <a:pt x="4884" y="284"/>
                      </a:cubicBezTo>
                      <a:lnTo>
                        <a:pt x="4727" y="1166"/>
                      </a:lnTo>
                      <a:cubicBezTo>
                        <a:pt x="4254" y="1292"/>
                        <a:pt x="3813" y="1481"/>
                        <a:pt x="3435" y="1734"/>
                      </a:cubicBezTo>
                      <a:lnTo>
                        <a:pt x="2679" y="1229"/>
                      </a:lnTo>
                      <a:cubicBezTo>
                        <a:pt x="2610" y="1174"/>
                        <a:pt x="2541" y="1149"/>
                        <a:pt x="2474" y="1149"/>
                      </a:cubicBezTo>
                      <a:cubicBezTo>
                        <a:pt x="2389" y="1149"/>
                        <a:pt x="2309" y="1190"/>
                        <a:pt x="2238" y="1261"/>
                      </a:cubicBezTo>
                      <a:lnTo>
                        <a:pt x="1261" y="2238"/>
                      </a:lnTo>
                      <a:cubicBezTo>
                        <a:pt x="1135" y="2364"/>
                        <a:pt x="1135" y="2553"/>
                        <a:pt x="1230" y="2679"/>
                      </a:cubicBezTo>
                      <a:lnTo>
                        <a:pt x="1734" y="3435"/>
                      </a:lnTo>
                      <a:cubicBezTo>
                        <a:pt x="1513" y="3813"/>
                        <a:pt x="1324" y="4254"/>
                        <a:pt x="1198" y="4726"/>
                      </a:cubicBezTo>
                      <a:lnTo>
                        <a:pt x="284" y="4884"/>
                      </a:lnTo>
                      <a:cubicBezTo>
                        <a:pt x="127" y="4915"/>
                        <a:pt x="1" y="5042"/>
                        <a:pt x="1" y="5231"/>
                      </a:cubicBezTo>
                      <a:lnTo>
                        <a:pt x="1" y="6617"/>
                      </a:lnTo>
                      <a:cubicBezTo>
                        <a:pt x="64" y="6774"/>
                        <a:pt x="158" y="6932"/>
                        <a:pt x="316" y="6963"/>
                      </a:cubicBezTo>
                      <a:lnTo>
                        <a:pt x="1230" y="7121"/>
                      </a:lnTo>
                      <a:cubicBezTo>
                        <a:pt x="1356" y="7593"/>
                        <a:pt x="1545" y="8034"/>
                        <a:pt x="1797" y="8413"/>
                      </a:cubicBezTo>
                      <a:lnTo>
                        <a:pt x="1261" y="9169"/>
                      </a:lnTo>
                      <a:cubicBezTo>
                        <a:pt x="1167" y="9295"/>
                        <a:pt x="1198" y="9484"/>
                        <a:pt x="1324" y="9610"/>
                      </a:cubicBezTo>
                      <a:lnTo>
                        <a:pt x="2301" y="10586"/>
                      </a:lnTo>
                      <a:cubicBezTo>
                        <a:pt x="2368" y="10654"/>
                        <a:pt x="2454" y="10685"/>
                        <a:pt x="2533" y="10685"/>
                      </a:cubicBezTo>
                      <a:cubicBezTo>
                        <a:pt x="2602" y="10685"/>
                        <a:pt x="2666" y="10662"/>
                        <a:pt x="2710" y="10618"/>
                      </a:cubicBezTo>
                      <a:lnTo>
                        <a:pt x="3466" y="10114"/>
                      </a:lnTo>
                      <a:cubicBezTo>
                        <a:pt x="3876" y="10366"/>
                        <a:pt x="4286" y="10555"/>
                        <a:pt x="4790" y="10681"/>
                      </a:cubicBezTo>
                      <a:lnTo>
                        <a:pt x="4947" y="11563"/>
                      </a:lnTo>
                      <a:cubicBezTo>
                        <a:pt x="4979" y="11721"/>
                        <a:pt x="5105" y="11847"/>
                        <a:pt x="5294" y="11847"/>
                      </a:cubicBezTo>
                      <a:lnTo>
                        <a:pt x="6680" y="11847"/>
                      </a:lnTo>
                      <a:cubicBezTo>
                        <a:pt x="6837" y="11847"/>
                        <a:pt x="6995" y="11721"/>
                        <a:pt x="7027" y="11563"/>
                      </a:cubicBezTo>
                      <a:lnTo>
                        <a:pt x="7184" y="10681"/>
                      </a:lnTo>
                      <a:cubicBezTo>
                        <a:pt x="7657" y="10555"/>
                        <a:pt x="8098" y="10366"/>
                        <a:pt x="8476" y="10114"/>
                      </a:cubicBezTo>
                      <a:lnTo>
                        <a:pt x="9232" y="10618"/>
                      </a:lnTo>
                      <a:cubicBezTo>
                        <a:pt x="9301" y="10673"/>
                        <a:pt x="9370" y="10698"/>
                        <a:pt x="9436" y="10698"/>
                      </a:cubicBezTo>
                      <a:cubicBezTo>
                        <a:pt x="9521" y="10698"/>
                        <a:pt x="9602" y="10657"/>
                        <a:pt x="9673" y="10586"/>
                      </a:cubicBezTo>
                      <a:lnTo>
                        <a:pt x="10650" y="9610"/>
                      </a:lnTo>
                      <a:cubicBezTo>
                        <a:pt x="10776" y="9484"/>
                        <a:pt x="10776" y="9295"/>
                        <a:pt x="10681" y="9169"/>
                      </a:cubicBezTo>
                      <a:lnTo>
                        <a:pt x="10177" y="8413"/>
                      </a:lnTo>
                      <a:cubicBezTo>
                        <a:pt x="10398" y="8034"/>
                        <a:pt x="10618" y="7593"/>
                        <a:pt x="10713" y="7121"/>
                      </a:cubicBezTo>
                      <a:lnTo>
                        <a:pt x="11626" y="6963"/>
                      </a:lnTo>
                      <a:cubicBezTo>
                        <a:pt x="11784" y="6932"/>
                        <a:pt x="11910" y="6806"/>
                        <a:pt x="11910" y="6617"/>
                      </a:cubicBezTo>
                      <a:lnTo>
                        <a:pt x="11910" y="5231"/>
                      </a:lnTo>
                      <a:cubicBezTo>
                        <a:pt x="11910" y="5073"/>
                        <a:pt x="11784" y="4915"/>
                        <a:pt x="11626" y="4884"/>
                      </a:cubicBezTo>
                      <a:lnTo>
                        <a:pt x="10713" y="4726"/>
                      </a:lnTo>
                      <a:cubicBezTo>
                        <a:pt x="10618" y="4254"/>
                        <a:pt x="10398" y="3813"/>
                        <a:pt x="10177" y="3403"/>
                      </a:cubicBezTo>
                      <a:lnTo>
                        <a:pt x="10681" y="2679"/>
                      </a:lnTo>
                      <a:cubicBezTo>
                        <a:pt x="10807" y="2553"/>
                        <a:pt x="10776" y="2364"/>
                        <a:pt x="10650" y="2238"/>
                      </a:cubicBezTo>
                      <a:lnTo>
                        <a:pt x="9673" y="1261"/>
                      </a:lnTo>
                      <a:cubicBezTo>
                        <a:pt x="9605" y="1193"/>
                        <a:pt x="9520" y="1162"/>
                        <a:pt x="9435" y="1162"/>
                      </a:cubicBezTo>
                      <a:cubicBezTo>
                        <a:pt x="9362" y="1162"/>
                        <a:pt x="9290" y="1186"/>
                        <a:pt x="9232" y="1229"/>
                      </a:cubicBezTo>
                      <a:lnTo>
                        <a:pt x="8476" y="1734"/>
                      </a:lnTo>
                      <a:cubicBezTo>
                        <a:pt x="8098" y="1481"/>
                        <a:pt x="7657" y="1292"/>
                        <a:pt x="7184" y="1166"/>
                      </a:cubicBezTo>
                      <a:lnTo>
                        <a:pt x="6995" y="284"/>
                      </a:lnTo>
                      <a:cubicBezTo>
                        <a:pt x="6932" y="127"/>
                        <a:pt x="6837" y="1"/>
                        <a:pt x="6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0" name="Google Shape;9204;p73">
                <a:extLst>
                  <a:ext uri="{FF2B5EF4-FFF2-40B4-BE49-F238E27FC236}">
                    <a16:creationId xmlns:a16="http://schemas.microsoft.com/office/drawing/2014/main" id="{900A24A2-F68C-BF82-E986-CDC53962C43F}"/>
                  </a:ext>
                </a:extLst>
              </p:cNvPr>
              <p:cNvSpPr/>
              <p:nvPr/>
            </p:nvSpPr>
            <p:spPr>
              <a:xfrm>
                <a:off x="2038541" y="2283625"/>
                <a:ext cx="499303" cy="495289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721" extrusionOk="0">
                    <a:moveTo>
                      <a:pt x="2395" y="631"/>
                    </a:moveTo>
                    <a:cubicBezTo>
                      <a:pt x="2584" y="631"/>
                      <a:pt x="2742" y="789"/>
                      <a:pt x="2742" y="978"/>
                    </a:cubicBezTo>
                    <a:cubicBezTo>
                      <a:pt x="2742" y="1167"/>
                      <a:pt x="2584" y="1324"/>
                      <a:pt x="2395" y="1324"/>
                    </a:cubicBezTo>
                    <a:lnTo>
                      <a:pt x="1009" y="1324"/>
                    </a:lnTo>
                    <a:cubicBezTo>
                      <a:pt x="820" y="1324"/>
                      <a:pt x="663" y="1167"/>
                      <a:pt x="663" y="978"/>
                    </a:cubicBezTo>
                    <a:cubicBezTo>
                      <a:pt x="663" y="789"/>
                      <a:pt x="820" y="631"/>
                      <a:pt x="1009" y="631"/>
                    </a:cubicBezTo>
                    <a:close/>
                    <a:moveTo>
                      <a:pt x="6554" y="631"/>
                    </a:moveTo>
                    <a:cubicBezTo>
                      <a:pt x="6774" y="631"/>
                      <a:pt x="6932" y="789"/>
                      <a:pt x="6932" y="978"/>
                    </a:cubicBezTo>
                    <a:cubicBezTo>
                      <a:pt x="6932" y="1167"/>
                      <a:pt x="6774" y="1324"/>
                      <a:pt x="6554" y="1324"/>
                    </a:cubicBezTo>
                    <a:lnTo>
                      <a:pt x="5199" y="1324"/>
                    </a:lnTo>
                    <a:cubicBezTo>
                      <a:pt x="4979" y="1324"/>
                      <a:pt x="4821" y="1167"/>
                      <a:pt x="4821" y="978"/>
                    </a:cubicBezTo>
                    <a:cubicBezTo>
                      <a:pt x="4821" y="789"/>
                      <a:pt x="4979" y="631"/>
                      <a:pt x="5199" y="631"/>
                    </a:cubicBezTo>
                    <a:close/>
                    <a:moveTo>
                      <a:pt x="10776" y="631"/>
                    </a:moveTo>
                    <a:cubicBezTo>
                      <a:pt x="10965" y="631"/>
                      <a:pt x="11122" y="789"/>
                      <a:pt x="11122" y="978"/>
                    </a:cubicBezTo>
                    <a:cubicBezTo>
                      <a:pt x="11122" y="1167"/>
                      <a:pt x="10965" y="1324"/>
                      <a:pt x="10776" y="1324"/>
                    </a:cubicBezTo>
                    <a:lnTo>
                      <a:pt x="9389" y="1324"/>
                    </a:lnTo>
                    <a:cubicBezTo>
                      <a:pt x="9200" y="1324"/>
                      <a:pt x="9043" y="1167"/>
                      <a:pt x="9043" y="978"/>
                    </a:cubicBezTo>
                    <a:cubicBezTo>
                      <a:pt x="9043" y="789"/>
                      <a:pt x="9200" y="631"/>
                      <a:pt x="9389" y="631"/>
                    </a:cubicBezTo>
                    <a:close/>
                    <a:moveTo>
                      <a:pt x="7279" y="4790"/>
                    </a:moveTo>
                    <a:cubicBezTo>
                      <a:pt x="7468" y="4790"/>
                      <a:pt x="7625" y="4947"/>
                      <a:pt x="7625" y="5136"/>
                    </a:cubicBezTo>
                    <a:lnTo>
                      <a:pt x="7625" y="6554"/>
                    </a:lnTo>
                    <a:cubicBezTo>
                      <a:pt x="7625" y="6775"/>
                      <a:pt x="7468" y="6932"/>
                      <a:pt x="7279" y="6932"/>
                    </a:cubicBezTo>
                    <a:lnTo>
                      <a:pt x="4506" y="6932"/>
                    </a:lnTo>
                    <a:cubicBezTo>
                      <a:pt x="4317" y="6932"/>
                      <a:pt x="4160" y="6775"/>
                      <a:pt x="4160" y="6554"/>
                    </a:cubicBezTo>
                    <a:lnTo>
                      <a:pt x="4160" y="5136"/>
                    </a:lnTo>
                    <a:cubicBezTo>
                      <a:pt x="4160" y="4947"/>
                      <a:pt x="4317" y="4790"/>
                      <a:pt x="4506" y="4790"/>
                    </a:cubicBezTo>
                    <a:close/>
                    <a:moveTo>
                      <a:pt x="2395" y="10398"/>
                    </a:moveTo>
                    <a:cubicBezTo>
                      <a:pt x="2584" y="10398"/>
                      <a:pt x="2742" y="10555"/>
                      <a:pt x="2742" y="10744"/>
                    </a:cubicBezTo>
                    <a:cubicBezTo>
                      <a:pt x="2742" y="10933"/>
                      <a:pt x="2584" y="11091"/>
                      <a:pt x="2395" y="11091"/>
                    </a:cubicBezTo>
                    <a:lnTo>
                      <a:pt x="1009" y="11091"/>
                    </a:lnTo>
                    <a:cubicBezTo>
                      <a:pt x="820" y="11091"/>
                      <a:pt x="663" y="10933"/>
                      <a:pt x="663" y="10744"/>
                    </a:cubicBezTo>
                    <a:cubicBezTo>
                      <a:pt x="663" y="10555"/>
                      <a:pt x="820" y="10398"/>
                      <a:pt x="1009" y="10398"/>
                    </a:cubicBezTo>
                    <a:close/>
                    <a:moveTo>
                      <a:pt x="6585" y="10398"/>
                    </a:moveTo>
                    <a:cubicBezTo>
                      <a:pt x="6806" y="10398"/>
                      <a:pt x="6964" y="10555"/>
                      <a:pt x="6964" y="10744"/>
                    </a:cubicBezTo>
                    <a:cubicBezTo>
                      <a:pt x="6964" y="10933"/>
                      <a:pt x="6806" y="11091"/>
                      <a:pt x="6585" y="11091"/>
                    </a:cubicBezTo>
                    <a:lnTo>
                      <a:pt x="5231" y="11091"/>
                    </a:lnTo>
                    <a:cubicBezTo>
                      <a:pt x="5010" y="11091"/>
                      <a:pt x="4853" y="10933"/>
                      <a:pt x="4853" y="10744"/>
                    </a:cubicBezTo>
                    <a:cubicBezTo>
                      <a:pt x="4853" y="10555"/>
                      <a:pt x="5010" y="10398"/>
                      <a:pt x="5231" y="10398"/>
                    </a:cubicBezTo>
                    <a:close/>
                    <a:moveTo>
                      <a:pt x="10776" y="10398"/>
                    </a:moveTo>
                    <a:cubicBezTo>
                      <a:pt x="10965" y="10398"/>
                      <a:pt x="11122" y="10555"/>
                      <a:pt x="11122" y="10744"/>
                    </a:cubicBezTo>
                    <a:cubicBezTo>
                      <a:pt x="11122" y="10933"/>
                      <a:pt x="10965" y="11091"/>
                      <a:pt x="10776" y="11091"/>
                    </a:cubicBezTo>
                    <a:lnTo>
                      <a:pt x="9389" y="11091"/>
                    </a:lnTo>
                    <a:cubicBezTo>
                      <a:pt x="9200" y="11091"/>
                      <a:pt x="9043" y="10933"/>
                      <a:pt x="9043" y="10744"/>
                    </a:cubicBezTo>
                    <a:cubicBezTo>
                      <a:pt x="9043" y="10555"/>
                      <a:pt x="9200" y="10398"/>
                      <a:pt x="9389" y="10398"/>
                    </a:cubicBezTo>
                    <a:close/>
                    <a:moveTo>
                      <a:pt x="1009" y="1"/>
                    </a:moveTo>
                    <a:cubicBezTo>
                      <a:pt x="410" y="1"/>
                      <a:pt x="1" y="474"/>
                      <a:pt x="1" y="1009"/>
                    </a:cubicBezTo>
                    <a:cubicBezTo>
                      <a:pt x="1" y="1608"/>
                      <a:pt x="473" y="2049"/>
                      <a:pt x="1009" y="2049"/>
                    </a:cubicBezTo>
                    <a:lnTo>
                      <a:pt x="1356" y="2049"/>
                    </a:lnTo>
                    <a:lnTo>
                      <a:pt x="1356" y="2395"/>
                    </a:lnTo>
                    <a:cubicBezTo>
                      <a:pt x="1356" y="2994"/>
                      <a:pt x="1828" y="3403"/>
                      <a:pt x="2395" y="3403"/>
                    </a:cubicBezTo>
                    <a:lnTo>
                      <a:pt x="5546" y="3403"/>
                    </a:lnTo>
                    <a:lnTo>
                      <a:pt x="5546" y="4128"/>
                    </a:lnTo>
                    <a:lnTo>
                      <a:pt x="4506" y="4128"/>
                    </a:lnTo>
                    <a:cubicBezTo>
                      <a:pt x="3939" y="4128"/>
                      <a:pt x="3466" y="4601"/>
                      <a:pt x="3466" y="5136"/>
                    </a:cubicBezTo>
                    <a:lnTo>
                      <a:pt x="3466" y="6554"/>
                    </a:lnTo>
                    <a:cubicBezTo>
                      <a:pt x="3466" y="7153"/>
                      <a:pt x="3939" y="7594"/>
                      <a:pt x="4506" y="7594"/>
                    </a:cubicBezTo>
                    <a:lnTo>
                      <a:pt x="5546" y="7594"/>
                    </a:lnTo>
                    <a:lnTo>
                      <a:pt x="5546" y="8287"/>
                    </a:lnTo>
                    <a:lnTo>
                      <a:pt x="2395" y="8287"/>
                    </a:lnTo>
                    <a:cubicBezTo>
                      <a:pt x="1797" y="8287"/>
                      <a:pt x="1356" y="8759"/>
                      <a:pt x="1356" y="9326"/>
                    </a:cubicBezTo>
                    <a:lnTo>
                      <a:pt x="1356" y="9673"/>
                    </a:lnTo>
                    <a:lnTo>
                      <a:pt x="1009" y="9673"/>
                    </a:lnTo>
                    <a:cubicBezTo>
                      <a:pt x="410" y="9673"/>
                      <a:pt x="1" y="10146"/>
                      <a:pt x="1" y="10713"/>
                    </a:cubicBezTo>
                    <a:cubicBezTo>
                      <a:pt x="1" y="11280"/>
                      <a:pt x="473" y="11721"/>
                      <a:pt x="1009" y="11721"/>
                    </a:cubicBezTo>
                    <a:lnTo>
                      <a:pt x="2395" y="11721"/>
                    </a:lnTo>
                    <a:cubicBezTo>
                      <a:pt x="2994" y="11721"/>
                      <a:pt x="3403" y="11248"/>
                      <a:pt x="3403" y="10713"/>
                    </a:cubicBezTo>
                    <a:cubicBezTo>
                      <a:pt x="3403" y="10114"/>
                      <a:pt x="2931" y="9673"/>
                      <a:pt x="2395" y="9673"/>
                    </a:cubicBezTo>
                    <a:lnTo>
                      <a:pt x="2049" y="9673"/>
                    </a:lnTo>
                    <a:lnTo>
                      <a:pt x="2049" y="9326"/>
                    </a:lnTo>
                    <a:cubicBezTo>
                      <a:pt x="2049" y="9137"/>
                      <a:pt x="2206" y="8980"/>
                      <a:pt x="2395" y="8980"/>
                    </a:cubicBezTo>
                    <a:lnTo>
                      <a:pt x="5546" y="8980"/>
                    </a:lnTo>
                    <a:lnTo>
                      <a:pt x="5546" y="9673"/>
                    </a:lnTo>
                    <a:lnTo>
                      <a:pt x="5199" y="9673"/>
                    </a:lnTo>
                    <a:cubicBezTo>
                      <a:pt x="4601" y="9673"/>
                      <a:pt x="4160" y="10146"/>
                      <a:pt x="4160" y="10713"/>
                    </a:cubicBezTo>
                    <a:cubicBezTo>
                      <a:pt x="4160" y="11280"/>
                      <a:pt x="4632" y="11721"/>
                      <a:pt x="5199" y="11721"/>
                    </a:cubicBezTo>
                    <a:lnTo>
                      <a:pt x="6554" y="11721"/>
                    </a:lnTo>
                    <a:cubicBezTo>
                      <a:pt x="7153" y="11721"/>
                      <a:pt x="7594" y="11248"/>
                      <a:pt x="7594" y="10713"/>
                    </a:cubicBezTo>
                    <a:cubicBezTo>
                      <a:pt x="7594" y="10114"/>
                      <a:pt x="7121" y="9673"/>
                      <a:pt x="6554" y="9673"/>
                    </a:cubicBezTo>
                    <a:lnTo>
                      <a:pt x="6207" y="9673"/>
                    </a:lnTo>
                    <a:lnTo>
                      <a:pt x="6207" y="8980"/>
                    </a:lnTo>
                    <a:lnTo>
                      <a:pt x="9358" y="8980"/>
                    </a:lnTo>
                    <a:cubicBezTo>
                      <a:pt x="9547" y="8980"/>
                      <a:pt x="9704" y="9137"/>
                      <a:pt x="9704" y="9326"/>
                    </a:cubicBezTo>
                    <a:lnTo>
                      <a:pt x="9704" y="9673"/>
                    </a:lnTo>
                    <a:lnTo>
                      <a:pt x="9358" y="9673"/>
                    </a:lnTo>
                    <a:cubicBezTo>
                      <a:pt x="8759" y="9673"/>
                      <a:pt x="8350" y="10146"/>
                      <a:pt x="8350" y="10713"/>
                    </a:cubicBezTo>
                    <a:cubicBezTo>
                      <a:pt x="8350" y="11280"/>
                      <a:pt x="8791" y="11721"/>
                      <a:pt x="9358" y="11721"/>
                    </a:cubicBezTo>
                    <a:lnTo>
                      <a:pt x="10744" y="11721"/>
                    </a:lnTo>
                    <a:cubicBezTo>
                      <a:pt x="11311" y="11721"/>
                      <a:pt x="11752" y="11248"/>
                      <a:pt x="11752" y="10713"/>
                    </a:cubicBezTo>
                    <a:cubicBezTo>
                      <a:pt x="11752" y="10114"/>
                      <a:pt x="11280" y="9673"/>
                      <a:pt x="10744" y="9673"/>
                    </a:cubicBezTo>
                    <a:lnTo>
                      <a:pt x="10366" y="9673"/>
                    </a:lnTo>
                    <a:lnTo>
                      <a:pt x="10366" y="9326"/>
                    </a:lnTo>
                    <a:cubicBezTo>
                      <a:pt x="10366" y="8728"/>
                      <a:pt x="9925" y="8287"/>
                      <a:pt x="9358" y="8287"/>
                    </a:cubicBezTo>
                    <a:lnTo>
                      <a:pt x="6207" y="8287"/>
                    </a:lnTo>
                    <a:lnTo>
                      <a:pt x="6207" y="7594"/>
                    </a:lnTo>
                    <a:lnTo>
                      <a:pt x="7216" y="7594"/>
                    </a:lnTo>
                    <a:cubicBezTo>
                      <a:pt x="7814" y="7594"/>
                      <a:pt x="8287" y="7121"/>
                      <a:pt x="8287" y="6554"/>
                    </a:cubicBezTo>
                    <a:lnTo>
                      <a:pt x="8287" y="5136"/>
                    </a:lnTo>
                    <a:cubicBezTo>
                      <a:pt x="8287" y="4569"/>
                      <a:pt x="7814" y="4128"/>
                      <a:pt x="7216" y="4128"/>
                    </a:cubicBezTo>
                    <a:lnTo>
                      <a:pt x="6207" y="4128"/>
                    </a:lnTo>
                    <a:lnTo>
                      <a:pt x="6207" y="3403"/>
                    </a:lnTo>
                    <a:lnTo>
                      <a:pt x="9389" y="3403"/>
                    </a:lnTo>
                    <a:cubicBezTo>
                      <a:pt x="9988" y="3403"/>
                      <a:pt x="10429" y="2931"/>
                      <a:pt x="10429" y="2395"/>
                    </a:cubicBezTo>
                    <a:lnTo>
                      <a:pt x="10429" y="2049"/>
                    </a:lnTo>
                    <a:lnTo>
                      <a:pt x="10776" y="2049"/>
                    </a:lnTo>
                    <a:cubicBezTo>
                      <a:pt x="11374" y="2049"/>
                      <a:pt x="11815" y="1576"/>
                      <a:pt x="11815" y="1009"/>
                    </a:cubicBezTo>
                    <a:cubicBezTo>
                      <a:pt x="11815" y="411"/>
                      <a:pt x="11343" y="1"/>
                      <a:pt x="10776" y="1"/>
                    </a:cubicBezTo>
                    <a:lnTo>
                      <a:pt x="9389" y="1"/>
                    </a:lnTo>
                    <a:cubicBezTo>
                      <a:pt x="8822" y="1"/>
                      <a:pt x="8381" y="474"/>
                      <a:pt x="8381" y="1009"/>
                    </a:cubicBezTo>
                    <a:cubicBezTo>
                      <a:pt x="8381" y="1608"/>
                      <a:pt x="8854" y="2049"/>
                      <a:pt x="9389" y="2049"/>
                    </a:cubicBezTo>
                    <a:lnTo>
                      <a:pt x="9767" y="2049"/>
                    </a:lnTo>
                    <a:lnTo>
                      <a:pt x="9767" y="2395"/>
                    </a:lnTo>
                    <a:cubicBezTo>
                      <a:pt x="9767" y="2584"/>
                      <a:pt x="9610" y="2742"/>
                      <a:pt x="9389" y="2742"/>
                    </a:cubicBezTo>
                    <a:lnTo>
                      <a:pt x="6239" y="2742"/>
                    </a:lnTo>
                    <a:lnTo>
                      <a:pt x="6239" y="2049"/>
                    </a:lnTo>
                    <a:lnTo>
                      <a:pt x="6617" y="2049"/>
                    </a:lnTo>
                    <a:cubicBezTo>
                      <a:pt x="7184" y="2049"/>
                      <a:pt x="7625" y="1576"/>
                      <a:pt x="7625" y="1009"/>
                    </a:cubicBezTo>
                    <a:cubicBezTo>
                      <a:pt x="7625" y="411"/>
                      <a:pt x="7153" y="1"/>
                      <a:pt x="6617" y="1"/>
                    </a:cubicBezTo>
                    <a:lnTo>
                      <a:pt x="5231" y="1"/>
                    </a:lnTo>
                    <a:cubicBezTo>
                      <a:pt x="4632" y="1"/>
                      <a:pt x="4191" y="474"/>
                      <a:pt x="4191" y="1009"/>
                    </a:cubicBezTo>
                    <a:cubicBezTo>
                      <a:pt x="4191" y="1608"/>
                      <a:pt x="4664" y="2049"/>
                      <a:pt x="5231" y="2049"/>
                    </a:cubicBezTo>
                    <a:lnTo>
                      <a:pt x="5577" y="2049"/>
                    </a:lnTo>
                    <a:lnTo>
                      <a:pt x="5577" y="2742"/>
                    </a:lnTo>
                    <a:lnTo>
                      <a:pt x="2427" y="2742"/>
                    </a:lnTo>
                    <a:cubicBezTo>
                      <a:pt x="2238" y="2742"/>
                      <a:pt x="2080" y="2584"/>
                      <a:pt x="2080" y="2395"/>
                    </a:cubicBezTo>
                    <a:lnTo>
                      <a:pt x="2080" y="2049"/>
                    </a:lnTo>
                    <a:lnTo>
                      <a:pt x="2427" y="2049"/>
                    </a:lnTo>
                    <a:cubicBezTo>
                      <a:pt x="3025" y="2049"/>
                      <a:pt x="3466" y="1576"/>
                      <a:pt x="3466" y="1009"/>
                    </a:cubicBezTo>
                    <a:cubicBezTo>
                      <a:pt x="3466" y="411"/>
                      <a:pt x="2994" y="1"/>
                      <a:pt x="24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1" name="Google Shape;9205;p73">
                <a:extLst>
                  <a:ext uri="{FF2B5EF4-FFF2-40B4-BE49-F238E27FC236}">
                    <a16:creationId xmlns:a16="http://schemas.microsoft.com/office/drawing/2014/main" id="{7A9BFFDA-D51E-F8D4-97E6-6A807C828885}"/>
                  </a:ext>
                </a:extLst>
              </p:cNvPr>
              <p:cNvGrpSpPr/>
              <p:nvPr/>
            </p:nvGrpSpPr>
            <p:grpSpPr>
              <a:xfrm>
                <a:off x="2036574" y="2923500"/>
                <a:ext cx="503276" cy="502894"/>
                <a:chOff x="1413250" y="2680675"/>
                <a:chExt cx="297750" cy="297525"/>
              </a:xfrm>
              <a:grpFill/>
            </p:grpSpPr>
            <p:sp>
              <p:nvSpPr>
                <p:cNvPr id="17794" name="Google Shape;9206;p73">
                  <a:extLst>
                    <a:ext uri="{FF2B5EF4-FFF2-40B4-BE49-F238E27FC236}">
                      <a16:creationId xmlns:a16="http://schemas.microsoft.com/office/drawing/2014/main" id="{FB528597-CE47-7CA6-F636-974363AA2717}"/>
                    </a:ext>
                  </a:extLst>
                </p:cNvPr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5" name="Google Shape;9207;p73">
                  <a:extLst>
                    <a:ext uri="{FF2B5EF4-FFF2-40B4-BE49-F238E27FC236}">
                      <a16:creationId xmlns:a16="http://schemas.microsoft.com/office/drawing/2014/main" id="{41385DAC-2DB4-C9AA-D23A-E6C253E3C427}"/>
                    </a:ext>
                  </a:extLst>
                </p:cNvPr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6" name="Google Shape;9208;p73">
                  <a:extLst>
                    <a:ext uri="{FF2B5EF4-FFF2-40B4-BE49-F238E27FC236}">
                      <a16:creationId xmlns:a16="http://schemas.microsoft.com/office/drawing/2014/main" id="{3C6F1576-E814-BBB8-3992-0505242023DB}"/>
                    </a:ext>
                  </a:extLst>
                </p:cNvPr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3498" extrusionOk="0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7" name="Google Shape;9209;p73">
                  <a:extLst>
                    <a:ext uri="{FF2B5EF4-FFF2-40B4-BE49-F238E27FC236}">
                      <a16:creationId xmlns:a16="http://schemas.microsoft.com/office/drawing/2014/main" id="{794AF971-0298-C130-061E-275B0A1AA8D0}"/>
                    </a:ext>
                  </a:extLst>
                </p:cNvPr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4916" extrusionOk="0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2" name="Google Shape;9210;p73">
                <a:extLst>
                  <a:ext uri="{FF2B5EF4-FFF2-40B4-BE49-F238E27FC236}">
                    <a16:creationId xmlns:a16="http://schemas.microsoft.com/office/drawing/2014/main" id="{3F6D89FD-0118-8D9F-74A9-072A424462B8}"/>
                  </a:ext>
                </a:extLst>
              </p:cNvPr>
              <p:cNvSpPr/>
              <p:nvPr/>
            </p:nvSpPr>
            <p:spPr>
              <a:xfrm>
                <a:off x="5271859" y="1687892"/>
                <a:ext cx="387450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1846" extrusionOk="0">
                    <a:moveTo>
                      <a:pt x="4695" y="2079"/>
                    </a:moveTo>
                    <a:cubicBezTo>
                      <a:pt x="5073" y="2079"/>
                      <a:pt x="5388" y="2394"/>
                      <a:pt x="5388" y="2772"/>
                    </a:cubicBezTo>
                    <a:cubicBezTo>
                      <a:pt x="5388" y="3181"/>
                      <a:pt x="5073" y="3496"/>
                      <a:pt x="4695" y="3496"/>
                    </a:cubicBezTo>
                    <a:cubicBezTo>
                      <a:pt x="4285" y="3496"/>
                      <a:pt x="3970" y="3181"/>
                      <a:pt x="3970" y="2772"/>
                    </a:cubicBezTo>
                    <a:cubicBezTo>
                      <a:pt x="3970" y="2394"/>
                      <a:pt x="4285" y="2079"/>
                      <a:pt x="4695" y="2079"/>
                    </a:cubicBezTo>
                    <a:close/>
                    <a:moveTo>
                      <a:pt x="4695" y="4189"/>
                    </a:moveTo>
                    <a:cubicBezTo>
                      <a:pt x="5640" y="4189"/>
                      <a:pt x="6428" y="4977"/>
                      <a:pt x="6428" y="5922"/>
                    </a:cubicBezTo>
                    <a:lnTo>
                      <a:pt x="6428" y="6300"/>
                    </a:lnTo>
                    <a:lnTo>
                      <a:pt x="2962" y="6300"/>
                    </a:lnTo>
                    <a:lnTo>
                      <a:pt x="2962" y="5922"/>
                    </a:lnTo>
                    <a:cubicBezTo>
                      <a:pt x="2962" y="4945"/>
                      <a:pt x="3750" y="4189"/>
                      <a:pt x="4695" y="4189"/>
                    </a:cubicBezTo>
                    <a:close/>
                    <a:moveTo>
                      <a:pt x="4730" y="664"/>
                    </a:moveTo>
                    <a:cubicBezTo>
                      <a:pt x="6870" y="664"/>
                      <a:pt x="8538" y="2418"/>
                      <a:pt x="8538" y="4473"/>
                    </a:cubicBezTo>
                    <a:cubicBezTo>
                      <a:pt x="8538" y="5544"/>
                      <a:pt x="8097" y="6552"/>
                      <a:pt x="7310" y="7277"/>
                    </a:cubicBezTo>
                    <a:cubicBezTo>
                      <a:pt x="7215" y="7403"/>
                      <a:pt x="7121" y="7466"/>
                      <a:pt x="6995" y="7497"/>
                    </a:cubicBezTo>
                    <a:cubicBezTo>
                      <a:pt x="6774" y="7718"/>
                      <a:pt x="6522" y="7907"/>
                      <a:pt x="6459" y="8285"/>
                    </a:cubicBezTo>
                    <a:lnTo>
                      <a:pt x="5041" y="8285"/>
                    </a:lnTo>
                    <a:lnTo>
                      <a:pt x="5041" y="6993"/>
                    </a:lnTo>
                    <a:lnTo>
                      <a:pt x="6774" y="6993"/>
                    </a:lnTo>
                    <a:cubicBezTo>
                      <a:pt x="6963" y="6993"/>
                      <a:pt x="7121" y="6836"/>
                      <a:pt x="7121" y="6647"/>
                    </a:cubicBezTo>
                    <a:lnTo>
                      <a:pt x="7121" y="5922"/>
                    </a:lnTo>
                    <a:cubicBezTo>
                      <a:pt x="7121" y="4945"/>
                      <a:pt x="6585" y="4126"/>
                      <a:pt x="5734" y="3717"/>
                    </a:cubicBezTo>
                    <a:cubicBezTo>
                      <a:pt x="5987" y="3496"/>
                      <a:pt x="6113" y="3181"/>
                      <a:pt x="6113" y="2835"/>
                    </a:cubicBezTo>
                    <a:cubicBezTo>
                      <a:pt x="6113" y="2079"/>
                      <a:pt x="5482" y="1448"/>
                      <a:pt x="4726" y="1448"/>
                    </a:cubicBezTo>
                    <a:cubicBezTo>
                      <a:pt x="3970" y="1448"/>
                      <a:pt x="3340" y="2079"/>
                      <a:pt x="3340" y="2835"/>
                    </a:cubicBezTo>
                    <a:cubicBezTo>
                      <a:pt x="3340" y="3181"/>
                      <a:pt x="3466" y="3496"/>
                      <a:pt x="3687" y="3717"/>
                    </a:cubicBezTo>
                    <a:cubicBezTo>
                      <a:pt x="2868" y="4126"/>
                      <a:pt x="2332" y="4945"/>
                      <a:pt x="2332" y="5922"/>
                    </a:cubicBezTo>
                    <a:lnTo>
                      <a:pt x="2332" y="6647"/>
                    </a:lnTo>
                    <a:cubicBezTo>
                      <a:pt x="2332" y="6836"/>
                      <a:pt x="2489" y="6993"/>
                      <a:pt x="2679" y="6993"/>
                    </a:cubicBezTo>
                    <a:lnTo>
                      <a:pt x="4411" y="6993"/>
                    </a:lnTo>
                    <a:lnTo>
                      <a:pt x="4411" y="8411"/>
                    </a:lnTo>
                    <a:lnTo>
                      <a:pt x="2931" y="8411"/>
                    </a:lnTo>
                    <a:lnTo>
                      <a:pt x="2931" y="8380"/>
                    </a:lnTo>
                    <a:cubicBezTo>
                      <a:pt x="2836" y="7938"/>
                      <a:pt x="2615" y="7749"/>
                      <a:pt x="2363" y="7560"/>
                    </a:cubicBezTo>
                    <a:cubicBezTo>
                      <a:pt x="2300" y="7466"/>
                      <a:pt x="2174" y="7403"/>
                      <a:pt x="2048" y="7277"/>
                    </a:cubicBezTo>
                    <a:cubicBezTo>
                      <a:pt x="1135" y="6395"/>
                      <a:pt x="757" y="5135"/>
                      <a:pt x="946" y="3874"/>
                    </a:cubicBezTo>
                    <a:cubicBezTo>
                      <a:pt x="1198" y="2236"/>
                      <a:pt x="2615" y="881"/>
                      <a:pt x="4254" y="692"/>
                    </a:cubicBezTo>
                    <a:cubicBezTo>
                      <a:pt x="4415" y="673"/>
                      <a:pt x="4574" y="664"/>
                      <a:pt x="4730" y="664"/>
                    </a:cubicBezTo>
                    <a:close/>
                    <a:moveTo>
                      <a:pt x="6428" y="9073"/>
                    </a:moveTo>
                    <a:lnTo>
                      <a:pt x="6428" y="9419"/>
                    </a:lnTo>
                    <a:cubicBezTo>
                      <a:pt x="6428" y="9640"/>
                      <a:pt x="6270" y="9797"/>
                      <a:pt x="6081" y="9797"/>
                    </a:cubicBezTo>
                    <a:lnTo>
                      <a:pt x="3309" y="9797"/>
                    </a:lnTo>
                    <a:cubicBezTo>
                      <a:pt x="3120" y="9797"/>
                      <a:pt x="2962" y="9640"/>
                      <a:pt x="2962" y="9419"/>
                    </a:cubicBezTo>
                    <a:lnTo>
                      <a:pt x="2962" y="9073"/>
                    </a:lnTo>
                    <a:close/>
                    <a:moveTo>
                      <a:pt x="5703" y="10459"/>
                    </a:moveTo>
                    <a:lnTo>
                      <a:pt x="5703" y="10805"/>
                    </a:lnTo>
                    <a:cubicBezTo>
                      <a:pt x="5703" y="10994"/>
                      <a:pt x="5545" y="11183"/>
                      <a:pt x="5356" y="11183"/>
                    </a:cubicBezTo>
                    <a:lnTo>
                      <a:pt x="3970" y="11183"/>
                    </a:lnTo>
                    <a:cubicBezTo>
                      <a:pt x="3781" y="11183"/>
                      <a:pt x="3624" y="10994"/>
                      <a:pt x="3624" y="10805"/>
                    </a:cubicBezTo>
                    <a:lnTo>
                      <a:pt x="3624" y="10459"/>
                    </a:lnTo>
                    <a:close/>
                    <a:moveTo>
                      <a:pt x="4662" y="0"/>
                    </a:moveTo>
                    <a:cubicBezTo>
                      <a:pt x="4486" y="0"/>
                      <a:pt x="4308" y="10"/>
                      <a:pt x="4128" y="31"/>
                    </a:cubicBezTo>
                    <a:cubicBezTo>
                      <a:pt x="2174" y="251"/>
                      <a:pt x="568" y="1827"/>
                      <a:pt x="253" y="3780"/>
                    </a:cubicBezTo>
                    <a:cubicBezTo>
                      <a:pt x="1" y="5229"/>
                      <a:pt x="505" y="6710"/>
                      <a:pt x="1576" y="7749"/>
                    </a:cubicBezTo>
                    <a:cubicBezTo>
                      <a:pt x="1733" y="7875"/>
                      <a:pt x="1859" y="7970"/>
                      <a:pt x="1922" y="8064"/>
                    </a:cubicBezTo>
                    <a:cubicBezTo>
                      <a:pt x="2206" y="8285"/>
                      <a:pt x="2237" y="8348"/>
                      <a:pt x="2237" y="8695"/>
                    </a:cubicBezTo>
                    <a:lnTo>
                      <a:pt x="2237" y="9388"/>
                    </a:lnTo>
                    <a:cubicBezTo>
                      <a:pt x="2237" y="9829"/>
                      <a:pt x="2521" y="10238"/>
                      <a:pt x="2962" y="10396"/>
                    </a:cubicBezTo>
                    <a:lnTo>
                      <a:pt x="2962" y="10774"/>
                    </a:lnTo>
                    <a:cubicBezTo>
                      <a:pt x="2962" y="11404"/>
                      <a:pt x="3435" y="11845"/>
                      <a:pt x="3970" y="11845"/>
                    </a:cubicBezTo>
                    <a:lnTo>
                      <a:pt x="5356" y="11845"/>
                    </a:lnTo>
                    <a:cubicBezTo>
                      <a:pt x="5955" y="11845"/>
                      <a:pt x="6396" y="11372"/>
                      <a:pt x="6396" y="10805"/>
                    </a:cubicBezTo>
                    <a:lnTo>
                      <a:pt x="6396" y="10427"/>
                    </a:lnTo>
                    <a:cubicBezTo>
                      <a:pt x="6774" y="10270"/>
                      <a:pt x="7089" y="9923"/>
                      <a:pt x="7089" y="9451"/>
                    </a:cubicBezTo>
                    <a:lnTo>
                      <a:pt x="7089" y="8726"/>
                    </a:lnTo>
                    <a:cubicBezTo>
                      <a:pt x="7089" y="8380"/>
                      <a:pt x="7121" y="8348"/>
                      <a:pt x="7404" y="8096"/>
                    </a:cubicBezTo>
                    <a:cubicBezTo>
                      <a:pt x="7499" y="8033"/>
                      <a:pt x="7593" y="7938"/>
                      <a:pt x="7751" y="7812"/>
                    </a:cubicBezTo>
                    <a:cubicBezTo>
                      <a:pt x="8664" y="6962"/>
                      <a:pt x="9169" y="5765"/>
                      <a:pt x="9169" y="4504"/>
                    </a:cubicBezTo>
                    <a:cubicBezTo>
                      <a:pt x="9169" y="2060"/>
                      <a:pt x="7186" y="0"/>
                      <a:pt x="4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3" name="Google Shape;9211;p73">
                <a:extLst>
                  <a:ext uri="{FF2B5EF4-FFF2-40B4-BE49-F238E27FC236}">
                    <a16:creationId xmlns:a16="http://schemas.microsoft.com/office/drawing/2014/main" id="{4EBE5D62-1497-D1AC-526E-899658F9B699}"/>
                  </a:ext>
                </a:extLst>
              </p:cNvPr>
              <p:cNvSpPr/>
              <p:nvPr/>
            </p:nvSpPr>
            <p:spPr>
              <a:xfrm>
                <a:off x="5203298" y="2281976"/>
                <a:ext cx="524573" cy="498585"/>
              </a:xfrm>
              <a:custGeom>
                <a:avLst/>
                <a:gdLst/>
                <a:ahLst/>
                <a:cxnLst/>
                <a:rect l="l" t="t" r="r" b="b"/>
                <a:pathLst>
                  <a:path w="12414" h="11799" extrusionOk="0">
                    <a:moveTo>
                      <a:pt x="8979" y="2127"/>
                    </a:moveTo>
                    <a:cubicBezTo>
                      <a:pt x="9247" y="2127"/>
                      <a:pt x="9515" y="2229"/>
                      <a:pt x="9704" y="2434"/>
                    </a:cubicBezTo>
                    <a:cubicBezTo>
                      <a:pt x="10113" y="2812"/>
                      <a:pt x="10113" y="3473"/>
                      <a:pt x="9704" y="3883"/>
                    </a:cubicBezTo>
                    <a:lnTo>
                      <a:pt x="8885" y="4702"/>
                    </a:lnTo>
                    <a:cubicBezTo>
                      <a:pt x="8790" y="4765"/>
                      <a:pt x="8696" y="4860"/>
                      <a:pt x="8601" y="4891"/>
                    </a:cubicBezTo>
                    <a:cubicBezTo>
                      <a:pt x="8790" y="4513"/>
                      <a:pt x="8727" y="4041"/>
                      <a:pt x="8412" y="3726"/>
                    </a:cubicBezTo>
                    <a:cubicBezTo>
                      <a:pt x="8206" y="3520"/>
                      <a:pt x="7933" y="3408"/>
                      <a:pt x="7654" y="3408"/>
                    </a:cubicBezTo>
                    <a:cubicBezTo>
                      <a:pt x="7507" y="3408"/>
                      <a:pt x="7357" y="3439"/>
                      <a:pt x="7215" y="3505"/>
                    </a:cubicBezTo>
                    <a:cubicBezTo>
                      <a:pt x="7278" y="3410"/>
                      <a:pt x="7341" y="3316"/>
                      <a:pt x="7436" y="3253"/>
                    </a:cubicBezTo>
                    <a:lnTo>
                      <a:pt x="8255" y="2434"/>
                    </a:lnTo>
                    <a:cubicBezTo>
                      <a:pt x="8444" y="2229"/>
                      <a:pt x="8711" y="2127"/>
                      <a:pt x="8979" y="2127"/>
                    </a:cubicBezTo>
                    <a:close/>
                    <a:moveTo>
                      <a:pt x="9027" y="685"/>
                    </a:moveTo>
                    <a:cubicBezTo>
                      <a:pt x="9649" y="685"/>
                      <a:pt x="10271" y="922"/>
                      <a:pt x="10744" y="1394"/>
                    </a:cubicBezTo>
                    <a:cubicBezTo>
                      <a:pt x="11689" y="2339"/>
                      <a:pt x="11689" y="3883"/>
                      <a:pt x="10744" y="4828"/>
                    </a:cubicBezTo>
                    <a:lnTo>
                      <a:pt x="9893" y="5647"/>
                    </a:lnTo>
                    <a:cubicBezTo>
                      <a:pt x="9431" y="6109"/>
                      <a:pt x="8816" y="6356"/>
                      <a:pt x="8187" y="6356"/>
                    </a:cubicBezTo>
                    <a:cubicBezTo>
                      <a:pt x="7914" y="6356"/>
                      <a:pt x="7639" y="6310"/>
                      <a:pt x="7373" y="6214"/>
                    </a:cubicBezTo>
                    <a:lnTo>
                      <a:pt x="7940" y="5647"/>
                    </a:lnTo>
                    <a:cubicBezTo>
                      <a:pt x="8008" y="5655"/>
                      <a:pt x="8077" y="5659"/>
                      <a:pt x="8146" y="5659"/>
                    </a:cubicBezTo>
                    <a:cubicBezTo>
                      <a:pt x="8617" y="5659"/>
                      <a:pt x="9087" y="5477"/>
                      <a:pt x="9389" y="5175"/>
                    </a:cubicBezTo>
                    <a:lnTo>
                      <a:pt x="10208" y="4356"/>
                    </a:lnTo>
                    <a:cubicBezTo>
                      <a:pt x="10901" y="3694"/>
                      <a:pt x="10901" y="2591"/>
                      <a:pt x="10208" y="1898"/>
                    </a:cubicBezTo>
                    <a:cubicBezTo>
                      <a:pt x="9877" y="1567"/>
                      <a:pt x="9436" y="1402"/>
                      <a:pt x="8995" y="1402"/>
                    </a:cubicBezTo>
                    <a:cubicBezTo>
                      <a:pt x="8554" y="1402"/>
                      <a:pt x="8113" y="1567"/>
                      <a:pt x="7782" y="1898"/>
                    </a:cubicBezTo>
                    <a:lnTo>
                      <a:pt x="6931" y="2749"/>
                    </a:lnTo>
                    <a:cubicBezTo>
                      <a:pt x="6553" y="3127"/>
                      <a:pt x="6396" y="3694"/>
                      <a:pt x="6490" y="4198"/>
                    </a:cubicBezTo>
                    <a:lnTo>
                      <a:pt x="5923" y="4734"/>
                    </a:lnTo>
                    <a:cubicBezTo>
                      <a:pt x="5608" y="3883"/>
                      <a:pt x="5797" y="2906"/>
                      <a:pt x="6490" y="2213"/>
                    </a:cubicBezTo>
                    <a:lnTo>
                      <a:pt x="7309" y="1394"/>
                    </a:lnTo>
                    <a:cubicBezTo>
                      <a:pt x="7782" y="922"/>
                      <a:pt x="8404" y="685"/>
                      <a:pt x="9027" y="685"/>
                    </a:cubicBezTo>
                    <a:close/>
                    <a:moveTo>
                      <a:pt x="7703" y="4104"/>
                    </a:moveTo>
                    <a:cubicBezTo>
                      <a:pt x="7790" y="4104"/>
                      <a:pt x="7877" y="4135"/>
                      <a:pt x="7940" y="4198"/>
                    </a:cubicBezTo>
                    <a:cubicBezTo>
                      <a:pt x="8066" y="4324"/>
                      <a:pt x="8066" y="4545"/>
                      <a:pt x="7940" y="4671"/>
                    </a:cubicBezTo>
                    <a:lnTo>
                      <a:pt x="4978" y="7632"/>
                    </a:lnTo>
                    <a:cubicBezTo>
                      <a:pt x="4915" y="7679"/>
                      <a:pt x="4828" y="7703"/>
                      <a:pt x="4742" y="7703"/>
                    </a:cubicBezTo>
                    <a:cubicBezTo>
                      <a:pt x="4655" y="7703"/>
                      <a:pt x="4569" y="7679"/>
                      <a:pt x="4506" y="7632"/>
                    </a:cubicBezTo>
                    <a:cubicBezTo>
                      <a:pt x="4380" y="7506"/>
                      <a:pt x="4380" y="7254"/>
                      <a:pt x="4506" y="7160"/>
                    </a:cubicBezTo>
                    <a:lnTo>
                      <a:pt x="7467" y="4198"/>
                    </a:lnTo>
                    <a:cubicBezTo>
                      <a:pt x="7530" y="4135"/>
                      <a:pt x="7617" y="4104"/>
                      <a:pt x="7703" y="4104"/>
                    </a:cubicBezTo>
                    <a:close/>
                    <a:moveTo>
                      <a:pt x="3781" y="6939"/>
                    </a:moveTo>
                    <a:lnTo>
                      <a:pt x="3781" y="6939"/>
                    </a:lnTo>
                    <a:cubicBezTo>
                      <a:pt x="3592" y="7349"/>
                      <a:pt x="3686" y="7821"/>
                      <a:pt x="4001" y="8136"/>
                    </a:cubicBezTo>
                    <a:cubicBezTo>
                      <a:pt x="4198" y="8333"/>
                      <a:pt x="4457" y="8432"/>
                      <a:pt x="4715" y="8432"/>
                    </a:cubicBezTo>
                    <a:cubicBezTo>
                      <a:pt x="4870" y="8432"/>
                      <a:pt x="5025" y="8396"/>
                      <a:pt x="5167" y="8325"/>
                    </a:cubicBezTo>
                    <a:lnTo>
                      <a:pt x="5167" y="8325"/>
                    </a:lnTo>
                    <a:cubicBezTo>
                      <a:pt x="5136" y="8451"/>
                      <a:pt x="5041" y="8514"/>
                      <a:pt x="4978" y="8609"/>
                    </a:cubicBezTo>
                    <a:lnTo>
                      <a:pt x="4159" y="9428"/>
                    </a:lnTo>
                    <a:cubicBezTo>
                      <a:pt x="3954" y="9633"/>
                      <a:pt x="3686" y="9735"/>
                      <a:pt x="3419" y="9735"/>
                    </a:cubicBezTo>
                    <a:cubicBezTo>
                      <a:pt x="3151" y="9735"/>
                      <a:pt x="2883" y="9633"/>
                      <a:pt x="2678" y="9428"/>
                    </a:cubicBezTo>
                    <a:cubicBezTo>
                      <a:pt x="2300" y="9050"/>
                      <a:pt x="2300" y="8357"/>
                      <a:pt x="2678" y="7979"/>
                    </a:cubicBezTo>
                    <a:lnTo>
                      <a:pt x="3529" y="7160"/>
                    </a:lnTo>
                    <a:cubicBezTo>
                      <a:pt x="3592" y="7065"/>
                      <a:pt x="3718" y="7002"/>
                      <a:pt x="3781" y="6939"/>
                    </a:cubicBezTo>
                    <a:close/>
                    <a:moveTo>
                      <a:pt x="4212" y="5467"/>
                    </a:moveTo>
                    <a:cubicBezTo>
                      <a:pt x="4492" y="5467"/>
                      <a:pt x="4773" y="5516"/>
                      <a:pt x="5041" y="5616"/>
                    </a:cubicBezTo>
                    <a:lnTo>
                      <a:pt x="4506" y="6151"/>
                    </a:lnTo>
                    <a:cubicBezTo>
                      <a:pt x="4437" y="6143"/>
                      <a:pt x="4368" y="6139"/>
                      <a:pt x="4299" y="6139"/>
                    </a:cubicBezTo>
                    <a:cubicBezTo>
                      <a:pt x="3828" y="6139"/>
                      <a:pt x="3358" y="6322"/>
                      <a:pt x="3056" y="6624"/>
                    </a:cubicBezTo>
                    <a:lnTo>
                      <a:pt x="2206" y="7475"/>
                    </a:lnTo>
                    <a:cubicBezTo>
                      <a:pt x="1544" y="8136"/>
                      <a:pt x="1544" y="9239"/>
                      <a:pt x="2206" y="9900"/>
                    </a:cubicBezTo>
                    <a:cubicBezTo>
                      <a:pt x="2552" y="10231"/>
                      <a:pt x="3001" y="10397"/>
                      <a:pt x="3446" y="10397"/>
                    </a:cubicBezTo>
                    <a:cubicBezTo>
                      <a:pt x="3891" y="10397"/>
                      <a:pt x="4332" y="10231"/>
                      <a:pt x="4663" y="9900"/>
                    </a:cubicBezTo>
                    <a:lnTo>
                      <a:pt x="5482" y="9081"/>
                    </a:lnTo>
                    <a:cubicBezTo>
                      <a:pt x="5892" y="8672"/>
                      <a:pt x="6049" y="8136"/>
                      <a:pt x="5955" y="7632"/>
                    </a:cubicBezTo>
                    <a:lnTo>
                      <a:pt x="6522" y="7065"/>
                    </a:lnTo>
                    <a:lnTo>
                      <a:pt x="6522" y="7065"/>
                    </a:lnTo>
                    <a:cubicBezTo>
                      <a:pt x="6837" y="7947"/>
                      <a:pt x="6648" y="8924"/>
                      <a:pt x="5955" y="9585"/>
                    </a:cubicBezTo>
                    <a:lnTo>
                      <a:pt x="5136" y="10405"/>
                    </a:lnTo>
                    <a:cubicBezTo>
                      <a:pt x="4663" y="10877"/>
                      <a:pt x="4041" y="11113"/>
                      <a:pt x="3419" y="11113"/>
                    </a:cubicBezTo>
                    <a:cubicBezTo>
                      <a:pt x="2796" y="11113"/>
                      <a:pt x="2174" y="10877"/>
                      <a:pt x="1702" y="10405"/>
                    </a:cubicBezTo>
                    <a:cubicBezTo>
                      <a:pt x="756" y="9459"/>
                      <a:pt x="756" y="7916"/>
                      <a:pt x="1702" y="7002"/>
                    </a:cubicBezTo>
                    <a:lnTo>
                      <a:pt x="2552" y="6151"/>
                    </a:lnTo>
                    <a:cubicBezTo>
                      <a:pt x="3005" y="5699"/>
                      <a:pt x="3605" y="5467"/>
                      <a:pt x="4212" y="5467"/>
                    </a:cubicBezTo>
                    <a:close/>
                    <a:moveTo>
                      <a:pt x="8999" y="0"/>
                    </a:moveTo>
                    <a:cubicBezTo>
                      <a:pt x="8200" y="0"/>
                      <a:pt x="7404" y="307"/>
                      <a:pt x="6805" y="922"/>
                    </a:cubicBezTo>
                    <a:lnTo>
                      <a:pt x="5955" y="1741"/>
                    </a:lnTo>
                    <a:cubicBezTo>
                      <a:pt x="5136" y="2560"/>
                      <a:pt x="4852" y="3789"/>
                      <a:pt x="5230" y="4891"/>
                    </a:cubicBezTo>
                    <a:cubicBezTo>
                      <a:pt x="4920" y="4794"/>
                      <a:pt x="4601" y="4746"/>
                      <a:pt x="4283" y="4746"/>
                    </a:cubicBezTo>
                    <a:cubicBezTo>
                      <a:pt x="3469" y="4746"/>
                      <a:pt x="2669" y="5058"/>
                      <a:pt x="2080" y="5647"/>
                    </a:cubicBezTo>
                    <a:lnTo>
                      <a:pt x="1229" y="6466"/>
                    </a:lnTo>
                    <a:cubicBezTo>
                      <a:pt x="0" y="7695"/>
                      <a:pt x="0" y="9680"/>
                      <a:pt x="1229" y="10877"/>
                    </a:cubicBezTo>
                    <a:cubicBezTo>
                      <a:pt x="1843" y="11491"/>
                      <a:pt x="2647" y="11799"/>
                      <a:pt x="3446" y="11799"/>
                    </a:cubicBezTo>
                    <a:cubicBezTo>
                      <a:pt x="4246" y="11799"/>
                      <a:pt x="5041" y="11491"/>
                      <a:pt x="5640" y="10877"/>
                    </a:cubicBezTo>
                    <a:lnTo>
                      <a:pt x="6490" y="10058"/>
                    </a:lnTo>
                    <a:cubicBezTo>
                      <a:pt x="7309" y="9239"/>
                      <a:pt x="7593" y="8010"/>
                      <a:pt x="7215" y="6908"/>
                    </a:cubicBezTo>
                    <a:lnTo>
                      <a:pt x="7215" y="6908"/>
                    </a:lnTo>
                    <a:cubicBezTo>
                      <a:pt x="7525" y="7005"/>
                      <a:pt x="7844" y="7053"/>
                      <a:pt x="8162" y="7053"/>
                    </a:cubicBezTo>
                    <a:cubicBezTo>
                      <a:pt x="8976" y="7053"/>
                      <a:pt x="9776" y="6740"/>
                      <a:pt x="10365" y="6151"/>
                    </a:cubicBezTo>
                    <a:lnTo>
                      <a:pt x="11216" y="5332"/>
                    </a:lnTo>
                    <a:cubicBezTo>
                      <a:pt x="12413" y="4104"/>
                      <a:pt x="12413" y="2150"/>
                      <a:pt x="11216" y="922"/>
                    </a:cubicBezTo>
                    <a:cubicBezTo>
                      <a:pt x="10602" y="307"/>
                      <a:pt x="9798" y="0"/>
                      <a:pt x="8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4" name="Google Shape;9212;p73">
                <a:extLst>
                  <a:ext uri="{FF2B5EF4-FFF2-40B4-BE49-F238E27FC236}">
                    <a16:creationId xmlns:a16="http://schemas.microsoft.com/office/drawing/2014/main" id="{524BC655-5E30-FCAE-1E34-BDA836814A01}"/>
                  </a:ext>
                </a:extLst>
              </p:cNvPr>
              <p:cNvSpPr/>
              <p:nvPr/>
            </p:nvSpPr>
            <p:spPr>
              <a:xfrm>
                <a:off x="5213946" y="2924655"/>
                <a:ext cx="503276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46" extrusionOk="0">
                    <a:moveTo>
                      <a:pt x="5924" y="2080"/>
                    </a:moveTo>
                    <a:cubicBezTo>
                      <a:pt x="6302" y="2080"/>
                      <a:pt x="6617" y="2395"/>
                      <a:pt x="6617" y="2773"/>
                    </a:cubicBezTo>
                    <a:cubicBezTo>
                      <a:pt x="6617" y="3182"/>
                      <a:pt x="6302" y="3497"/>
                      <a:pt x="5924" y="3497"/>
                    </a:cubicBezTo>
                    <a:cubicBezTo>
                      <a:pt x="5514" y="3497"/>
                      <a:pt x="5199" y="3182"/>
                      <a:pt x="5199" y="2773"/>
                    </a:cubicBezTo>
                    <a:cubicBezTo>
                      <a:pt x="5199" y="2395"/>
                      <a:pt x="5514" y="2080"/>
                      <a:pt x="5924" y="2080"/>
                    </a:cubicBezTo>
                    <a:close/>
                    <a:moveTo>
                      <a:pt x="5924" y="662"/>
                    </a:moveTo>
                    <a:cubicBezTo>
                      <a:pt x="7247" y="662"/>
                      <a:pt x="8318" y="1764"/>
                      <a:pt x="8318" y="3088"/>
                    </a:cubicBezTo>
                    <a:cubicBezTo>
                      <a:pt x="8318" y="3655"/>
                      <a:pt x="8129" y="4190"/>
                      <a:pt x="7783" y="4631"/>
                    </a:cubicBezTo>
                    <a:cubicBezTo>
                      <a:pt x="7562" y="4222"/>
                      <a:pt x="7310" y="3907"/>
                      <a:pt x="6900" y="3686"/>
                    </a:cubicBezTo>
                    <a:cubicBezTo>
                      <a:pt x="7153" y="3434"/>
                      <a:pt x="7310" y="3088"/>
                      <a:pt x="7310" y="2741"/>
                    </a:cubicBezTo>
                    <a:cubicBezTo>
                      <a:pt x="7310" y="1985"/>
                      <a:pt x="6680" y="1355"/>
                      <a:pt x="5924" y="1355"/>
                    </a:cubicBezTo>
                    <a:cubicBezTo>
                      <a:pt x="5168" y="1355"/>
                      <a:pt x="4538" y="1985"/>
                      <a:pt x="4538" y="2741"/>
                    </a:cubicBezTo>
                    <a:cubicBezTo>
                      <a:pt x="4538" y="3088"/>
                      <a:pt x="4695" y="3434"/>
                      <a:pt x="4947" y="3686"/>
                    </a:cubicBezTo>
                    <a:cubicBezTo>
                      <a:pt x="4538" y="3938"/>
                      <a:pt x="4223" y="4285"/>
                      <a:pt x="4034" y="4631"/>
                    </a:cubicBezTo>
                    <a:cubicBezTo>
                      <a:pt x="3592" y="4096"/>
                      <a:pt x="3403" y="3403"/>
                      <a:pt x="3498" y="2741"/>
                    </a:cubicBezTo>
                    <a:cubicBezTo>
                      <a:pt x="3655" y="1638"/>
                      <a:pt x="4664" y="662"/>
                      <a:pt x="5924" y="662"/>
                    </a:cubicBezTo>
                    <a:close/>
                    <a:moveTo>
                      <a:pt x="5924" y="4159"/>
                    </a:moveTo>
                    <a:cubicBezTo>
                      <a:pt x="6554" y="4159"/>
                      <a:pt x="7058" y="4600"/>
                      <a:pt x="7247" y="5135"/>
                    </a:cubicBezTo>
                    <a:cubicBezTo>
                      <a:pt x="6869" y="5388"/>
                      <a:pt x="6428" y="5545"/>
                      <a:pt x="5924" y="5545"/>
                    </a:cubicBezTo>
                    <a:cubicBezTo>
                      <a:pt x="5451" y="5545"/>
                      <a:pt x="4979" y="5388"/>
                      <a:pt x="4569" y="5135"/>
                    </a:cubicBezTo>
                    <a:cubicBezTo>
                      <a:pt x="4727" y="4568"/>
                      <a:pt x="5294" y="4159"/>
                      <a:pt x="5924" y="4159"/>
                    </a:cubicBezTo>
                    <a:close/>
                    <a:moveTo>
                      <a:pt x="1734" y="9042"/>
                    </a:moveTo>
                    <a:cubicBezTo>
                      <a:pt x="2301" y="9042"/>
                      <a:pt x="2773" y="9483"/>
                      <a:pt x="2773" y="10082"/>
                    </a:cubicBezTo>
                    <a:cubicBezTo>
                      <a:pt x="2773" y="10649"/>
                      <a:pt x="2301" y="11121"/>
                      <a:pt x="1734" y="11121"/>
                    </a:cubicBezTo>
                    <a:cubicBezTo>
                      <a:pt x="1198" y="11121"/>
                      <a:pt x="726" y="10649"/>
                      <a:pt x="726" y="10082"/>
                    </a:cubicBezTo>
                    <a:cubicBezTo>
                      <a:pt x="726" y="9483"/>
                      <a:pt x="1198" y="9042"/>
                      <a:pt x="1734" y="9042"/>
                    </a:cubicBezTo>
                    <a:close/>
                    <a:moveTo>
                      <a:pt x="5924" y="9042"/>
                    </a:moveTo>
                    <a:cubicBezTo>
                      <a:pt x="6522" y="9042"/>
                      <a:pt x="6932" y="9515"/>
                      <a:pt x="6932" y="10082"/>
                    </a:cubicBezTo>
                    <a:cubicBezTo>
                      <a:pt x="6932" y="10649"/>
                      <a:pt x="6459" y="11121"/>
                      <a:pt x="5924" y="11121"/>
                    </a:cubicBezTo>
                    <a:cubicBezTo>
                      <a:pt x="5357" y="11121"/>
                      <a:pt x="4884" y="10649"/>
                      <a:pt x="4884" y="10082"/>
                    </a:cubicBezTo>
                    <a:cubicBezTo>
                      <a:pt x="4884" y="9483"/>
                      <a:pt x="5325" y="9042"/>
                      <a:pt x="5924" y="9042"/>
                    </a:cubicBezTo>
                    <a:close/>
                    <a:moveTo>
                      <a:pt x="10145" y="9042"/>
                    </a:moveTo>
                    <a:cubicBezTo>
                      <a:pt x="10681" y="9042"/>
                      <a:pt x="11154" y="9483"/>
                      <a:pt x="11154" y="10082"/>
                    </a:cubicBezTo>
                    <a:cubicBezTo>
                      <a:pt x="11154" y="10649"/>
                      <a:pt x="10681" y="11121"/>
                      <a:pt x="10145" y="11121"/>
                    </a:cubicBezTo>
                    <a:cubicBezTo>
                      <a:pt x="9578" y="11121"/>
                      <a:pt x="9106" y="10649"/>
                      <a:pt x="9106" y="10082"/>
                    </a:cubicBezTo>
                    <a:cubicBezTo>
                      <a:pt x="9106" y="9483"/>
                      <a:pt x="9578" y="9042"/>
                      <a:pt x="10145" y="9042"/>
                    </a:cubicBezTo>
                    <a:close/>
                    <a:moveTo>
                      <a:pt x="5955" y="0"/>
                    </a:moveTo>
                    <a:cubicBezTo>
                      <a:pt x="4349" y="0"/>
                      <a:pt x="3088" y="1197"/>
                      <a:pt x="2868" y="2678"/>
                    </a:cubicBezTo>
                    <a:cubicBezTo>
                      <a:pt x="2647" y="4442"/>
                      <a:pt x="3908" y="6018"/>
                      <a:pt x="5640" y="6207"/>
                    </a:cubicBezTo>
                    <a:lnTo>
                      <a:pt x="5640" y="6963"/>
                    </a:lnTo>
                    <a:lnTo>
                      <a:pt x="2427" y="6963"/>
                    </a:lnTo>
                    <a:cubicBezTo>
                      <a:pt x="1828" y="6963"/>
                      <a:pt x="1387" y="7435"/>
                      <a:pt x="1387" y="7971"/>
                    </a:cubicBezTo>
                    <a:lnTo>
                      <a:pt x="1387" y="8380"/>
                    </a:lnTo>
                    <a:cubicBezTo>
                      <a:pt x="599" y="8538"/>
                      <a:pt x="1" y="9231"/>
                      <a:pt x="1" y="10082"/>
                    </a:cubicBezTo>
                    <a:cubicBezTo>
                      <a:pt x="1" y="11027"/>
                      <a:pt x="789" y="11846"/>
                      <a:pt x="1734" y="11846"/>
                    </a:cubicBezTo>
                    <a:cubicBezTo>
                      <a:pt x="2679" y="11846"/>
                      <a:pt x="3466" y="11058"/>
                      <a:pt x="3466" y="10082"/>
                    </a:cubicBezTo>
                    <a:cubicBezTo>
                      <a:pt x="3466" y="9231"/>
                      <a:pt x="2868" y="8538"/>
                      <a:pt x="2080" y="8380"/>
                    </a:cubicBezTo>
                    <a:lnTo>
                      <a:pt x="2080" y="7971"/>
                    </a:lnTo>
                    <a:cubicBezTo>
                      <a:pt x="2080" y="7782"/>
                      <a:pt x="2238" y="7624"/>
                      <a:pt x="2458" y="7624"/>
                    </a:cubicBezTo>
                    <a:lnTo>
                      <a:pt x="5609" y="7624"/>
                    </a:lnTo>
                    <a:lnTo>
                      <a:pt x="5609" y="8349"/>
                    </a:lnTo>
                    <a:cubicBezTo>
                      <a:pt x="4821" y="8506"/>
                      <a:pt x="4223" y="9200"/>
                      <a:pt x="4223" y="10019"/>
                    </a:cubicBezTo>
                    <a:cubicBezTo>
                      <a:pt x="4223" y="10964"/>
                      <a:pt x="5010" y="11814"/>
                      <a:pt x="5955" y="11814"/>
                    </a:cubicBezTo>
                    <a:cubicBezTo>
                      <a:pt x="6900" y="11814"/>
                      <a:pt x="7688" y="11027"/>
                      <a:pt x="7688" y="10019"/>
                    </a:cubicBezTo>
                    <a:cubicBezTo>
                      <a:pt x="7688" y="9200"/>
                      <a:pt x="7090" y="8506"/>
                      <a:pt x="6302" y="8349"/>
                    </a:cubicBezTo>
                    <a:lnTo>
                      <a:pt x="6302" y="7624"/>
                    </a:lnTo>
                    <a:lnTo>
                      <a:pt x="9452" y="7624"/>
                    </a:lnTo>
                    <a:cubicBezTo>
                      <a:pt x="9641" y="7624"/>
                      <a:pt x="9799" y="7782"/>
                      <a:pt x="9799" y="7971"/>
                    </a:cubicBezTo>
                    <a:lnTo>
                      <a:pt x="9799" y="8380"/>
                    </a:lnTo>
                    <a:cubicBezTo>
                      <a:pt x="9011" y="8538"/>
                      <a:pt x="8444" y="9231"/>
                      <a:pt x="8444" y="10082"/>
                    </a:cubicBezTo>
                    <a:cubicBezTo>
                      <a:pt x="8444" y="11027"/>
                      <a:pt x="9232" y="11846"/>
                      <a:pt x="10177" y="11846"/>
                    </a:cubicBezTo>
                    <a:cubicBezTo>
                      <a:pt x="11122" y="11846"/>
                      <a:pt x="11910" y="11058"/>
                      <a:pt x="11910" y="10082"/>
                    </a:cubicBezTo>
                    <a:cubicBezTo>
                      <a:pt x="11910" y="9231"/>
                      <a:pt x="11311" y="8538"/>
                      <a:pt x="10524" y="8380"/>
                    </a:cubicBezTo>
                    <a:lnTo>
                      <a:pt x="10524" y="7971"/>
                    </a:lnTo>
                    <a:cubicBezTo>
                      <a:pt x="10524" y="7404"/>
                      <a:pt x="10051" y="6963"/>
                      <a:pt x="9484" y="6963"/>
                    </a:cubicBezTo>
                    <a:lnTo>
                      <a:pt x="6333" y="6963"/>
                    </a:lnTo>
                    <a:lnTo>
                      <a:pt x="6333" y="6207"/>
                    </a:lnTo>
                    <a:cubicBezTo>
                      <a:pt x="7909" y="6049"/>
                      <a:pt x="9106" y="4726"/>
                      <a:pt x="9106" y="3088"/>
                    </a:cubicBezTo>
                    <a:cubicBezTo>
                      <a:pt x="9106" y="1355"/>
                      <a:pt x="768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5" name="Google Shape;9213;p73">
                <a:extLst>
                  <a:ext uri="{FF2B5EF4-FFF2-40B4-BE49-F238E27FC236}">
                    <a16:creationId xmlns:a16="http://schemas.microsoft.com/office/drawing/2014/main" id="{0243FFC9-CC18-B7DE-07DE-B491A56C279B}"/>
                  </a:ext>
                </a:extLst>
              </p:cNvPr>
              <p:cNvGrpSpPr/>
              <p:nvPr/>
            </p:nvGrpSpPr>
            <p:grpSpPr>
              <a:xfrm>
                <a:off x="8378520" y="1688743"/>
                <a:ext cx="501923" cy="498881"/>
                <a:chOff x="5045775" y="1946400"/>
                <a:chExt cx="296950" cy="295150"/>
              </a:xfrm>
              <a:grpFill/>
            </p:grpSpPr>
            <p:sp>
              <p:nvSpPr>
                <p:cNvPr id="17792" name="Google Shape;9214;p73">
                  <a:extLst>
                    <a:ext uri="{FF2B5EF4-FFF2-40B4-BE49-F238E27FC236}">
                      <a16:creationId xmlns:a16="http://schemas.microsoft.com/office/drawing/2014/main" id="{3FAD330A-6EE5-5E17-24EB-B786D0D4B586}"/>
                    </a:ext>
                  </a:extLst>
                </p:cNvPr>
                <p:cNvSpPr/>
                <p:nvPr/>
              </p:nvSpPr>
              <p:spPr>
                <a:xfrm>
                  <a:off x="5113500" y="1998600"/>
                  <a:ext cx="160700" cy="1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8" extrusionOk="0">
                      <a:moveTo>
                        <a:pt x="3309" y="2079"/>
                      </a:moveTo>
                      <a:cubicBezTo>
                        <a:pt x="3718" y="2079"/>
                        <a:pt x="4033" y="2394"/>
                        <a:pt x="4033" y="2804"/>
                      </a:cubicBezTo>
                      <a:cubicBezTo>
                        <a:pt x="4033" y="3182"/>
                        <a:pt x="3718" y="3497"/>
                        <a:pt x="3309" y="3497"/>
                      </a:cubicBezTo>
                      <a:cubicBezTo>
                        <a:pt x="2931" y="3497"/>
                        <a:pt x="2616" y="3150"/>
                        <a:pt x="2616" y="2804"/>
                      </a:cubicBezTo>
                      <a:cubicBezTo>
                        <a:pt x="2616" y="2394"/>
                        <a:pt x="2931" y="2079"/>
                        <a:pt x="3309" y="2079"/>
                      </a:cubicBezTo>
                      <a:close/>
                      <a:moveTo>
                        <a:pt x="3403" y="662"/>
                      </a:moveTo>
                      <a:cubicBezTo>
                        <a:pt x="4726" y="662"/>
                        <a:pt x="5798" y="1764"/>
                        <a:pt x="5798" y="3119"/>
                      </a:cubicBezTo>
                      <a:cubicBezTo>
                        <a:pt x="5703" y="3655"/>
                        <a:pt x="5546" y="4222"/>
                        <a:pt x="5199" y="4663"/>
                      </a:cubicBezTo>
                      <a:cubicBezTo>
                        <a:pt x="5010" y="4253"/>
                        <a:pt x="4726" y="3938"/>
                        <a:pt x="4348" y="3686"/>
                      </a:cubicBezTo>
                      <a:cubicBezTo>
                        <a:pt x="4569" y="3466"/>
                        <a:pt x="4726" y="3119"/>
                        <a:pt x="4726" y="2741"/>
                      </a:cubicBezTo>
                      <a:cubicBezTo>
                        <a:pt x="4726" y="2016"/>
                        <a:pt x="4096" y="1386"/>
                        <a:pt x="3340" y="1386"/>
                      </a:cubicBezTo>
                      <a:cubicBezTo>
                        <a:pt x="2616" y="1386"/>
                        <a:pt x="1986" y="2016"/>
                        <a:pt x="1986" y="2741"/>
                      </a:cubicBezTo>
                      <a:cubicBezTo>
                        <a:pt x="1986" y="3119"/>
                        <a:pt x="2143" y="3466"/>
                        <a:pt x="2364" y="3686"/>
                      </a:cubicBezTo>
                      <a:cubicBezTo>
                        <a:pt x="1986" y="3907"/>
                        <a:pt x="1702" y="4253"/>
                        <a:pt x="1513" y="4663"/>
                      </a:cubicBezTo>
                      <a:cubicBezTo>
                        <a:pt x="1072" y="4096"/>
                        <a:pt x="883" y="3434"/>
                        <a:pt x="977" y="2772"/>
                      </a:cubicBezTo>
                      <a:cubicBezTo>
                        <a:pt x="1135" y="1670"/>
                        <a:pt x="2143" y="662"/>
                        <a:pt x="3403" y="662"/>
                      </a:cubicBezTo>
                      <a:close/>
                      <a:moveTo>
                        <a:pt x="3309" y="4190"/>
                      </a:moveTo>
                      <a:cubicBezTo>
                        <a:pt x="3939" y="4190"/>
                        <a:pt x="4443" y="4600"/>
                        <a:pt x="4663" y="5167"/>
                      </a:cubicBezTo>
                      <a:cubicBezTo>
                        <a:pt x="4254" y="5450"/>
                        <a:pt x="3781" y="5545"/>
                        <a:pt x="3309" y="5545"/>
                      </a:cubicBezTo>
                      <a:cubicBezTo>
                        <a:pt x="2836" y="5545"/>
                        <a:pt x="2364" y="5387"/>
                        <a:pt x="1986" y="5167"/>
                      </a:cubicBezTo>
                      <a:cubicBezTo>
                        <a:pt x="2143" y="4568"/>
                        <a:pt x="2679" y="4190"/>
                        <a:pt x="3309" y="4190"/>
                      </a:cubicBezTo>
                      <a:close/>
                      <a:moveTo>
                        <a:pt x="3309" y="0"/>
                      </a:moveTo>
                      <a:cubicBezTo>
                        <a:pt x="1733" y="0"/>
                        <a:pt x="410" y="1229"/>
                        <a:pt x="253" y="2678"/>
                      </a:cubicBezTo>
                      <a:cubicBezTo>
                        <a:pt x="1" y="4600"/>
                        <a:pt x="1450" y="6238"/>
                        <a:pt x="3309" y="6238"/>
                      </a:cubicBezTo>
                      <a:cubicBezTo>
                        <a:pt x="5042" y="6238"/>
                        <a:pt x="6428" y="4820"/>
                        <a:pt x="6428" y="3119"/>
                      </a:cubicBezTo>
                      <a:cubicBezTo>
                        <a:pt x="6428" y="1418"/>
                        <a:pt x="5042" y="0"/>
                        <a:pt x="33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3" name="Google Shape;9215;p73">
                  <a:extLst>
                    <a:ext uri="{FF2B5EF4-FFF2-40B4-BE49-F238E27FC236}">
                      <a16:creationId xmlns:a16="http://schemas.microsoft.com/office/drawing/2014/main" id="{2647FD92-DCFF-A44E-E1FF-2BC65BA07B82}"/>
                    </a:ext>
                  </a:extLst>
                </p:cNvPr>
                <p:cNvSpPr/>
                <p:nvPr/>
              </p:nvSpPr>
              <p:spPr>
                <a:xfrm>
                  <a:off x="5045775" y="1946400"/>
                  <a:ext cx="296950" cy="2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06" extrusionOk="0">
                      <a:moveTo>
                        <a:pt x="6018" y="765"/>
                      </a:moveTo>
                      <a:lnTo>
                        <a:pt x="6868" y="1426"/>
                      </a:lnTo>
                      <a:cubicBezTo>
                        <a:pt x="6963" y="1458"/>
                        <a:pt x="7026" y="1489"/>
                        <a:pt x="7152" y="1489"/>
                      </a:cubicBezTo>
                      <a:lnTo>
                        <a:pt x="8223" y="1332"/>
                      </a:lnTo>
                      <a:lnTo>
                        <a:pt x="8664" y="2372"/>
                      </a:lnTo>
                      <a:cubicBezTo>
                        <a:pt x="8696" y="2435"/>
                        <a:pt x="8790" y="2529"/>
                        <a:pt x="8853" y="2561"/>
                      </a:cubicBezTo>
                      <a:lnTo>
                        <a:pt x="9893" y="2970"/>
                      </a:lnTo>
                      <a:lnTo>
                        <a:pt x="9735" y="4073"/>
                      </a:lnTo>
                      <a:cubicBezTo>
                        <a:pt x="9735" y="4136"/>
                        <a:pt x="9735" y="4262"/>
                        <a:pt x="9798" y="4325"/>
                      </a:cubicBezTo>
                      <a:lnTo>
                        <a:pt x="10460" y="5207"/>
                      </a:lnTo>
                      <a:lnTo>
                        <a:pt x="9798" y="6058"/>
                      </a:lnTo>
                      <a:cubicBezTo>
                        <a:pt x="9767" y="6152"/>
                        <a:pt x="9735" y="6215"/>
                        <a:pt x="9735" y="6341"/>
                      </a:cubicBezTo>
                      <a:lnTo>
                        <a:pt x="9893" y="7444"/>
                      </a:lnTo>
                      <a:lnTo>
                        <a:pt x="8853" y="7853"/>
                      </a:lnTo>
                      <a:cubicBezTo>
                        <a:pt x="8790" y="7885"/>
                        <a:pt x="8696" y="7948"/>
                        <a:pt x="8664" y="8042"/>
                      </a:cubicBezTo>
                      <a:lnTo>
                        <a:pt x="8255" y="9051"/>
                      </a:lnTo>
                      <a:lnTo>
                        <a:pt x="7120" y="8893"/>
                      </a:lnTo>
                      <a:cubicBezTo>
                        <a:pt x="7057" y="8893"/>
                        <a:pt x="6931" y="8893"/>
                        <a:pt x="6837" y="8988"/>
                      </a:cubicBezTo>
                      <a:lnTo>
                        <a:pt x="5986" y="9649"/>
                      </a:lnTo>
                      <a:lnTo>
                        <a:pt x="5104" y="8988"/>
                      </a:lnTo>
                      <a:cubicBezTo>
                        <a:pt x="5041" y="8925"/>
                        <a:pt x="5010" y="8893"/>
                        <a:pt x="4915" y="8893"/>
                      </a:cubicBezTo>
                      <a:lnTo>
                        <a:pt x="4884" y="8893"/>
                      </a:lnTo>
                      <a:lnTo>
                        <a:pt x="3781" y="9051"/>
                      </a:lnTo>
                      <a:lnTo>
                        <a:pt x="3371" y="8042"/>
                      </a:lnTo>
                      <a:cubicBezTo>
                        <a:pt x="3340" y="7948"/>
                        <a:pt x="3277" y="7885"/>
                        <a:pt x="3182" y="7853"/>
                      </a:cubicBezTo>
                      <a:lnTo>
                        <a:pt x="2143" y="7444"/>
                      </a:lnTo>
                      <a:lnTo>
                        <a:pt x="2300" y="6341"/>
                      </a:lnTo>
                      <a:cubicBezTo>
                        <a:pt x="2300" y="6278"/>
                        <a:pt x="2300" y="6152"/>
                        <a:pt x="2237" y="6058"/>
                      </a:cubicBezTo>
                      <a:lnTo>
                        <a:pt x="1576" y="5207"/>
                      </a:lnTo>
                      <a:lnTo>
                        <a:pt x="2237" y="4325"/>
                      </a:lnTo>
                      <a:cubicBezTo>
                        <a:pt x="2269" y="4262"/>
                        <a:pt x="2300" y="4167"/>
                        <a:pt x="2300" y="4073"/>
                      </a:cubicBezTo>
                      <a:lnTo>
                        <a:pt x="2143" y="2970"/>
                      </a:lnTo>
                      <a:lnTo>
                        <a:pt x="3182" y="2561"/>
                      </a:lnTo>
                      <a:cubicBezTo>
                        <a:pt x="3277" y="2529"/>
                        <a:pt x="3340" y="2435"/>
                        <a:pt x="3371" y="2372"/>
                      </a:cubicBezTo>
                      <a:lnTo>
                        <a:pt x="3812" y="1332"/>
                      </a:lnTo>
                      <a:lnTo>
                        <a:pt x="4884" y="1489"/>
                      </a:lnTo>
                      <a:cubicBezTo>
                        <a:pt x="4947" y="1489"/>
                        <a:pt x="5073" y="1489"/>
                        <a:pt x="5167" y="1426"/>
                      </a:cubicBezTo>
                      <a:lnTo>
                        <a:pt x="6018" y="765"/>
                      </a:lnTo>
                      <a:close/>
                      <a:moveTo>
                        <a:pt x="2174" y="8168"/>
                      </a:moveTo>
                      <a:lnTo>
                        <a:pt x="2804" y="8420"/>
                      </a:lnTo>
                      <a:lnTo>
                        <a:pt x="3277" y="9586"/>
                      </a:lnTo>
                      <a:cubicBezTo>
                        <a:pt x="3308" y="9681"/>
                        <a:pt x="3434" y="9775"/>
                        <a:pt x="3529" y="9775"/>
                      </a:cubicBezTo>
                      <a:lnTo>
                        <a:pt x="2647" y="10720"/>
                      </a:lnTo>
                      <a:lnTo>
                        <a:pt x="2426" y="9649"/>
                      </a:lnTo>
                      <a:cubicBezTo>
                        <a:pt x="2395" y="9523"/>
                        <a:pt x="2332" y="9429"/>
                        <a:pt x="2174" y="9366"/>
                      </a:cubicBezTo>
                      <a:lnTo>
                        <a:pt x="1134" y="9177"/>
                      </a:lnTo>
                      <a:lnTo>
                        <a:pt x="2174" y="8168"/>
                      </a:lnTo>
                      <a:close/>
                      <a:moveTo>
                        <a:pt x="9861" y="8105"/>
                      </a:moveTo>
                      <a:lnTo>
                        <a:pt x="10901" y="9145"/>
                      </a:lnTo>
                      <a:lnTo>
                        <a:pt x="9893" y="9366"/>
                      </a:lnTo>
                      <a:cubicBezTo>
                        <a:pt x="9767" y="9429"/>
                        <a:pt x="9641" y="9492"/>
                        <a:pt x="9609" y="9649"/>
                      </a:cubicBezTo>
                      <a:lnTo>
                        <a:pt x="9389" y="10720"/>
                      </a:lnTo>
                      <a:lnTo>
                        <a:pt x="8507" y="9712"/>
                      </a:lnTo>
                      <a:cubicBezTo>
                        <a:pt x="8601" y="9712"/>
                        <a:pt x="8727" y="9649"/>
                        <a:pt x="8759" y="9523"/>
                      </a:cubicBezTo>
                      <a:lnTo>
                        <a:pt x="9231" y="8389"/>
                      </a:lnTo>
                      <a:lnTo>
                        <a:pt x="9861" y="8105"/>
                      </a:lnTo>
                      <a:close/>
                      <a:moveTo>
                        <a:pt x="6002" y="1"/>
                      </a:moveTo>
                      <a:cubicBezTo>
                        <a:pt x="5923" y="1"/>
                        <a:pt x="5844" y="24"/>
                        <a:pt x="5797" y="72"/>
                      </a:cubicBezTo>
                      <a:lnTo>
                        <a:pt x="4852" y="828"/>
                      </a:lnTo>
                      <a:lnTo>
                        <a:pt x="3623" y="670"/>
                      </a:lnTo>
                      <a:cubicBezTo>
                        <a:pt x="3607" y="667"/>
                        <a:pt x="3590" y="665"/>
                        <a:pt x="3573" y="665"/>
                      </a:cubicBezTo>
                      <a:cubicBezTo>
                        <a:pt x="3434" y="665"/>
                        <a:pt x="3305" y="775"/>
                        <a:pt x="3277" y="859"/>
                      </a:cubicBezTo>
                      <a:lnTo>
                        <a:pt x="2804" y="2025"/>
                      </a:lnTo>
                      <a:lnTo>
                        <a:pt x="1639" y="2498"/>
                      </a:lnTo>
                      <a:cubicBezTo>
                        <a:pt x="1481" y="2561"/>
                        <a:pt x="1418" y="2687"/>
                        <a:pt x="1450" y="2844"/>
                      </a:cubicBezTo>
                      <a:lnTo>
                        <a:pt x="1607" y="4073"/>
                      </a:lnTo>
                      <a:lnTo>
                        <a:pt x="851" y="5018"/>
                      </a:lnTo>
                      <a:cubicBezTo>
                        <a:pt x="788" y="5112"/>
                        <a:pt x="788" y="5333"/>
                        <a:pt x="851" y="5428"/>
                      </a:cubicBezTo>
                      <a:lnTo>
                        <a:pt x="1607" y="6373"/>
                      </a:lnTo>
                      <a:lnTo>
                        <a:pt x="1450" y="7601"/>
                      </a:lnTo>
                      <a:cubicBezTo>
                        <a:pt x="1450" y="7696"/>
                        <a:pt x="1450" y="7759"/>
                        <a:pt x="1481" y="7853"/>
                      </a:cubicBezTo>
                      <a:lnTo>
                        <a:pt x="189" y="9145"/>
                      </a:lnTo>
                      <a:cubicBezTo>
                        <a:pt x="0" y="9334"/>
                        <a:pt x="126" y="9649"/>
                        <a:pt x="347" y="9744"/>
                      </a:cubicBezTo>
                      <a:lnTo>
                        <a:pt x="1765" y="10059"/>
                      </a:lnTo>
                      <a:lnTo>
                        <a:pt x="2080" y="11539"/>
                      </a:lnTo>
                      <a:cubicBezTo>
                        <a:pt x="2099" y="11714"/>
                        <a:pt x="2250" y="11805"/>
                        <a:pt x="2407" y="11805"/>
                      </a:cubicBezTo>
                      <a:cubicBezTo>
                        <a:pt x="2505" y="11805"/>
                        <a:pt x="2606" y="11770"/>
                        <a:pt x="2678" y="11697"/>
                      </a:cubicBezTo>
                      <a:cubicBezTo>
                        <a:pt x="4410" y="9858"/>
                        <a:pt x="4587" y="9665"/>
                        <a:pt x="4601" y="9649"/>
                      </a:cubicBezTo>
                      <a:lnTo>
                        <a:pt x="4601" y="9649"/>
                      </a:lnTo>
                      <a:lnTo>
                        <a:pt x="4789" y="9618"/>
                      </a:lnTo>
                      <a:lnTo>
                        <a:pt x="5734" y="10374"/>
                      </a:lnTo>
                      <a:cubicBezTo>
                        <a:pt x="5829" y="10405"/>
                        <a:pt x="5860" y="10437"/>
                        <a:pt x="5955" y="10437"/>
                      </a:cubicBezTo>
                      <a:cubicBezTo>
                        <a:pt x="6018" y="10437"/>
                        <a:pt x="6112" y="10405"/>
                        <a:pt x="6144" y="10374"/>
                      </a:cubicBezTo>
                      <a:lnTo>
                        <a:pt x="7089" y="9618"/>
                      </a:lnTo>
                      <a:lnTo>
                        <a:pt x="7278" y="9649"/>
                      </a:lnTo>
                      <a:lnTo>
                        <a:pt x="9200" y="11697"/>
                      </a:lnTo>
                      <a:cubicBezTo>
                        <a:pt x="9284" y="11770"/>
                        <a:pt x="9388" y="11805"/>
                        <a:pt x="9485" y="11805"/>
                      </a:cubicBezTo>
                      <a:cubicBezTo>
                        <a:pt x="9640" y="11805"/>
                        <a:pt x="9779" y="11714"/>
                        <a:pt x="9798" y="11539"/>
                      </a:cubicBezTo>
                      <a:lnTo>
                        <a:pt x="10113" y="10059"/>
                      </a:lnTo>
                      <a:lnTo>
                        <a:pt x="11531" y="9744"/>
                      </a:lnTo>
                      <a:cubicBezTo>
                        <a:pt x="11815" y="9681"/>
                        <a:pt x="11878" y="9334"/>
                        <a:pt x="11689" y="9145"/>
                      </a:cubicBezTo>
                      <a:lnTo>
                        <a:pt x="10523" y="7853"/>
                      </a:lnTo>
                      <a:cubicBezTo>
                        <a:pt x="10554" y="7759"/>
                        <a:pt x="10586" y="7696"/>
                        <a:pt x="10554" y="7601"/>
                      </a:cubicBezTo>
                      <a:lnTo>
                        <a:pt x="10397" y="6373"/>
                      </a:lnTo>
                      <a:lnTo>
                        <a:pt x="11153" y="5428"/>
                      </a:lnTo>
                      <a:cubicBezTo>
                        <a:pt x="11216" y="5333"/>
                        <a:pt x="11216" y="5112"/>
                        <a:pt x="11153" y="5018"/>
                      </a:cubicBezTo>
                      <a:lnTo>
                        <a:pt x="10397" y="4073"/>
                      </a:lnTo>
                      <a:lnTo>
                        <a:pt x="10554" y="2844"/>
                      </a:lnTo>
                      <a:cubicBezTo>
                        <a:pt x="10586" y="2687"/>
                        <a:pt x="10460" y="2529"/>
                        <a:pt x="10365" y="2498"/>
                      </a:cubicBezTo>
                      <a:lnTo>
                        <a:pt x="9200" y="2025"/>
                      </a:lnTo>
                      <a:lnTo>
                        <a:pt x="8727" y="859"/>
                      </a:lnTo>
                      <a:cubicBezTo>
                        <a:pt x="8675" y="728"/>
                        <a:pt x="8578" y="662"/>
                        <a:pt x="8457" y="662"/>
                      </a:cubicBezTo>
                      <a:cubicBezTo>
                        <a:pt x="8432" y="662"/>
                        <a:pt x="8407" y="665"/>
                        <a:pt x="8381" y="670"/>
                      </a:cubicBezTo>
                      <a:lnTo>
                        <a:pt x="7152" y="828"/>
                      </a:lnTo>
                      <a:lnTo>
                        <a:pt x="6207" y="72"/>
                      </a:lnTo>
                      <a:cubicBezTo>
                        <a:pt x="6160" y="24"/>
                        <a:pt x="6081" y="1"/>
                        <a:pt x="60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6" name="Google Shape;9216;p73">
                <a:extLst>
                  <a:ext uri="{FF2B5EF4-FFF2-40B4-BE49-F238E27FC236}">
                    <a16:creationId xmlns:a16="http://schemas.microsoft.com/office/drawing/2014/main" id="{2184BBC2-2E66-6800-1BE1-FBF5736FA4B6}"/>
                  </a:ext>
                </a:extLst>
              </p:cNvPr>
              <p:cNvGrpSpPr/>
              <p:nvPr/>
            </p:nvGrpSpPr>
            <p:grpSpPr>
              <a:xfrm>
                <a:off x="8376514" y="2310252"/>
                <a:ext cx="505937" cy="442045"/>
                <a:chOff x="5046550" y="2327025"/>
                <a:chExt cx="299325" cy="261525"/>
              </a:xfrm>
              <a:grpFill/>
            </p:grpSpPr>
            <p:sp>
              <p:nvSpPr>
                <p:cNvPr id="17789" name="Google Shape;9217;p73">
                  <a:extLst>
                    <a:ext uri="{FF2B5EF4-FFF2-40B4-BE49-F238E27FC236}">
                      <a16:creationId xmlns:a16="http://schemas.microsoft.com/office/drawing/2014/main" id="{B1BF8EF9-FB2E-786F-6B92-7399F010ECF2}"/>
                    </a:ext>
                  </a:extLst>
                </p:cNvPr>
                <p:cNvSpPr/>
                <p:nvPr/>
              </p:nvSpPr>
              <p:spPr>
                <a:xfrm>
                  <a:off x="5046550" y="2448325"/>
                  <a:ext cx="2977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5609" extrusionOk="0">
                      <a:moveTo>
                        <a:pt x="4569" y="1386"/>
                      </a:moveTo>
                      <a:cubicBezTo>
                        <a:pt x="4538" y="1575"/>
                        <a:pt x="4506" y="1828"/>
                        <a:pt x="4443" y="2111"/>
                      </a:cubicBezTo>
                      <a:lnTo>
                        <a:pt x="757" y="2111"/>
                      </a:lnTo>
                      <a:lnTo>
                        <a:pt x="757" y="1386"/>
                      </a:lnTo>
                      <a:close/>
                      <a:moveTo>
                        <a:pt x="11185" y="1386"/>
                      </a:moveTo>
                      <a:lnTo>
                        <a:pt x="11185" y="2111"/>
                      </a:lnTo>
                      <a:lnTo>
                        <a:pt x="7530" y="2111"/>
                      </a:lnTo>
                      <a:cubicBezTo>
                        <a:pt x="7467" y="1828"/>
                        <a:pt x="7436" y="1575"/>
                        <a:pt x="7373" y="1386"/>
                      </a:cubicBezTo>
                      <a:close/>
                      <a:moveTo>
                        <a:pt x="5955" y="725"/>
                      </a:moveTo>
                      <a:cubicBezTo>
                        <a:pt x="6270" y="725"/>
                        <a:pt x="6396" y="788"/>
                        <a:pt x="6491" y="1071"/>
                      </a:cubicBezTo>
                      <a:cubicBezTo>
                        <a:pt x="6743" y="1639"/>
                        <a:pt x="6900" y="2804"/>
                        <a:pt x="7247" y="4852"/>
                      </a:cubicBezTo>
                      <a:lnTo>
                        <a:pt x="4664" y="4852"/>
                      </a:lnTo>
                      <a:cubicBezTo>
                        <a:pt x="5010" y="2804"/>
                        <a:pt x="5168" y="1639"/>
                        <a:pt x="5388" y="1071"/>
                      </a:cubicBezTo>
                      <a:cubicBezTo>
                        <a:pt x="5514" y="788"/>
                        <a:pt x="5640" y="725"/>
                        <a:pt x="5955" y="725"/>
                      </a:cubicBezTo>
                      <a:close/>
                      <a:moveTo>
                        <a:pt x="5955" y="0"/>
                      </a:moveTo>
                      <a:cubicBezTo>
                        <a:pt x="5357" y="0"/>
                        <a:pt x="5010" y="221"/>
                        <a:pt x="4758" y="725"/>
                      </a:cubicBezTo>
                      <a:lnTo>
                        <a:pt x="347" y="725"/>
                      </a:lnTo>
                      <a:cubicBezTo>
                        <a:pt x="158" y="725"/>
                        <a:pt x="1" y="882"/>
                        <a:pt x="1" y="1071"/>
                      </a:cubicBezTo>
                      <a:lnTo>
                        <a:pt x="1" y="2458"/>
                      </a:lnTo>
                      <a:cubicBezTo>
                        <a:pt x="1" y="2647"/>
                        <a:pt x="158" y="2804"/>
                        <a:pt x="347" y="2804"/>
                      </a:cubicBezTo>
                      <a:lnTo>
                        <a:pt x="4254" y="2804"/>
                      </a:lnTo>
                      <a:cubicBezTo>
                        <a:pt x="4191" y="3371"/>
                        <a:pt x="4065" y="4064"/>
                        <a:pt x="3907" y="4884"/>
                      </a:cubicBezTo>
                      <a:lnTo>
                        <a:pt x="3498" y="4884"/>
                      </a:lnTo>
                      <a:cubicBezTo>
                        <a:pt x="3309" y="4884"/>
                        <a:pt x="3151" y="5041"/>
                        <a:pt x="3151" y="5262"/>
                      </a:cubicBezTo>
                      <a:cubicBezTo>
                        <a:pt x="3151" y="5451"/>
                        <a:pt x="3309" y="5608"/>
                        <a:pt x="3498" y="5608"/>
                      </a:cubicBezTo>
                      <a:lnTo>
                        <a:pt x="8350" y="5608"/>
                      </a:lnTo>
                      <a:cubicBezTo>
                        <a:pt x="8539" y="5608"/>
                        <a:pt x="8696" y="5451"/>
                        <a:pt x="8696" y="5262"/>
                      </a:cubicBezTo>
                      <a:cubicBezTo>
                        <a:pt x="8696" y="5041"/>
                        <a:pt x="8539" y="4884"/>
                        <a:pt x="8350" y="4884"/>
                      </a:cubicBezTo>
                      <a:lnTo>
                        <a:pt x="7972" y="4884"/>
                      </a:lnTo>
                      <a:cubicBezTo>
                        <a:pt x="7814" y="4064"/>
                        <a:pt x="7688" y="3403"/>
                        <a:pt x="7593" y="2804"/>
                      </a:cubicBezTo>
                      <a:lnTo>
                        <a:pt x="11500" y="2804"/>
                      </a:lnTo>
                      <a:cubicBezTo>
                        <a:pt x="11689" y="2804"/>
                        <a:pt x="11847" y="2647"/>
                        <a:pt x="11847" y="2458"/>
                      </a:cubicBezTo>
                      <a:lnTo>
                        <a:pt x="11847" y="1071"/>
                      </a:lnTo>
                      <a:cubicBezTo>
                        <a:pt x="11910" y="882"/>
                        <a:pt x="11752" y="725"/>
                        <a:pt x="11532" y="725"/>
                      </a:cubicBezTo>
                      <a:lnTo>
                        <a:pt x="7121" y="725"/>
                      </a:lnTo>
                      <a:cubicBezTo>
                        <a:pt x="6900" y="252"/>
                        <a:pt x="655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0" name="Google Shape;9218;p73">
                  <a:extLst>
                    <a:ext uri="{FF2B5EF4-FFF2-40B4-BE49-F238E27FC236}">
                      <a16:creationId xmlns:a16="http://schemas.microsoft.com/office/drawing/2014/main" id="{209F29CC-AE7A-391F-A207-4A8564AA2EEA}"/>
                    </a:ext>
                  </a:extLst>
                </p:cNvPr>
                <p:cNvSpPr/>
                <p:nvPr/>
              </p:nvSpPr>
              <p:spPr>
                <a:xfrm>
                  <a:off x="5241900" y="2327025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1985" y="725"/>
                      </a:moveTo>
                      <a:cubicBezTo>
                        <a:pt x="2394" y="725"/>
                        <a:pt x="2709" y="1040"/>
                        <a:pt x="2709" y="1450"/>
                      </a:cubicBezTo>
                      <a:cubicBezTo>
                        <a:pt x="2709" y="1828"/>
                        <a:pt x="2394" y="2143"/>
                        <a:pt x="1985" y="2143"/>
                      </a:cubicBezTo>
                      <a:cubicBezTo>
                        <a:pt x="1607" y="2143"/>
                        <a:pt x="1292" y="1828"/>
                        <a:pt x="1292" y="1450"/>
                      </a:cubicBezTo>
                      <a:cubicBezTo>
                        <a:pt x="1292" y="1040"/>
                        <a:pt x="1638" y="725"/>
                        <a:pt x="1985" y="725"/>
                      </a:cubicBezTo>
                      <a:close/>
                      <a:moveTo>
                        <a:pt x="1985" y="2804"/>
                      </a:moveTo>
                      <a:cubicBezTo>
                        <a:pt x="2741" y="2804"/>
                        <a:pt x="3371" y="3435"/>
                        <a:pt x="3371" y="4191"/>
                      </a:cubicBezTo>
                      <a:lnTo>
                        <a:pt x="630" y="4191"/>
                      </a:lnTo>
                      <a:cubicBezTo>
                        <a:pt x="630" y="3435"/>
                        <a:pt x="1260" y="2804"/>
                        <a:pt x="1985" y="2804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65"/>
                        <a:pt x="819" y="2111"/>
                        <a:pt x="1040" y="2332"/>
                      </a:cubicBezTo>
                      <a:cubicBezTo>
                        <a:pt x="410" y="2710"/>
                        <a:pt x="0" y="3372"/>
                        <a:pt x="0" y="4159"/>
                      </a:cubicBezTo>
                      <a:lnTo>
                        <a:pt x="0" y="4506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506"/>
                      </a:cubicBezTo>
                      <a:lnTo>
                        <a:pt x="4159" y="4159"/>
                      </a:lnTo>
                      <a:cubicBezTo>
                        <a:pt x="4096" y="3403"/>
                        <a:pt x="3655" y="2710"/>
                        <a:pt x="3025" y="2332"/>
                      </a:cubicBezTo>
                      <a:cubicBezTo>
                        <a:pt x="3245" y="2111"/>
                        <a:pt x="3403" y="1765"/>
                        <a:pt x="3403" y="1387"/>
                      </a:cubicBezTo>
                      <a:cubicBezTo>
                        <a:pt x="3403" y="631"/>
                        <a:pt x="2772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1" name="Google Shape;9219;p73">
                  <a:extLst>
                    <a:ext uri="{FF2B5EF4-FFF2-40B4-BE49-F238E27FC236}">
                      <a16:creationId xmlns:a16="http://schemas.microsoft.com/office/drawing/2014/main" id="{BCDDE940-E93A-A393-A9DC-370D88DA5847}"/>
                    </a:ext>
                  </a:extLst>
                </p:cNvPr>
                <p:cNvSpPr/>
                <p:nvPr/>
              </p:nvSpPr>
              <p:spPr>
                <a:xfrm>
                  <a:off x="5048925" y="2328600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2048" y="662"/>
                      </a:moveTo>
                      <a:cubicBezTo>
                        <a:pt x="2426" y="662"/>
                        <a:pt x="2741" y="977"/>
                        <a:pt x="2741" y="1387"/>
                      </a:cubicBezTo>
                      <a:cubicBezTo>
                        <a:pt x="2741" y="1765"/>
                        <a:pt x="2426" y="2080"/>
                        <a:pt x="2048" y="2080"/>
                      </a:cubicBezTo>
                      <a:cubicBezTo>
                        <a:pt x="1639" y="2080"/>
                        <a:pt x="1324" y="1765"/>
                        <a:pt x="1324" y="1387"/>
                      </a:cubicBezTo>
                      <a:cubicBezTo>
                        <a:pt x="1324" y="977"/>
                        <a:pt x="1670" y="662"/>
                        <a:pt x="2048" y="662"/>
                      </a:cubicBezTo>
                      <a:close/>
                      <a:moveTo>
                        <a:pt x="2048" y="2710"/>
                      </a:moveTo>
                      <a:cubicBezTo>
                        <a:pt x="2773" y="2710"/>
                        <a:pt x="3403" y="3340"/>
                        <a:pt x="3403" y="4096"/>
                      </a:cubicBezTo>
                      <a:lnTo>
                        <a:pt x="662" y="4096"/>
                      </a:lnTo>
                      <a:cubicBezTo>
                        <a:pt x="662" y="3340"/>
                        <a:pt x="1292" y="2710"/>
                        <a:pt x="2048" y="2710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33"/>
                        <a:pt x="882" y="2080"/>
                        <a:pt x="1134" y="2332"/>
                      </a:cubicBezTo>
                      <a:cubicBezTo>
                        <a:pt x="410" y="2647"/>
                        <a:pt x="0" y="3340"/>
                        <a:pt x="0" y="4128"/>
                      </a:cubicBezTo>
                      <a:lnTo>
                        <a:pt x="0" y="4474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474"/>
                      </a:cubicBezTo>
                      <a:lnTo>
                        <a:pt x="4159" y="4128"/>
                      </a:lnTo>
                      <a:cubicBezTo>
                        <a:pt x="4159" y="3340"/>
                        <a:pt x="3718" y="2678"/>
                        <a:pt x="3088" y="2332"/>
                      </a:cubicBezTo>
                      <a:cubicBezTo>
                        <a:pt x="3340" y="2080"/>
                        <a:pt x="3497" y="1733"/>
                        <a:pt x="3497" y="1387"/>
                      </a:cubicBezTo>
                      <a:cubicBezTo>
                        <a:pt x="3497" y="631"/>
                        <a:pt x="2867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7" name="Google Shape;9220;p73">
                <a:extLst>
                  <a:ext uri="{FF2B5EF4-FFF2-40B4-BE49-F238E27FC236}">
                    <a16:creationId xmlns:a16="http://schemas.microsoft.com/office/drawing/2014/main" id="{66E34820-7D1C-59F4-8B7B-47275F5EFEF1}"/>
                  </a:ext>
                </a:extLst>
              </p:cNvPr>
              <p:cNvSpPr/>
              <p:nvPr/>
            </p:nvSpPr>
            <p:spPr>
              <a:xfrm>
                <a:off x="8489608" y="2923979"/>
                <a:ext cx="279612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11878" extrusionOk="0">
                    <a:moveTo>
                      <a:pt x="2962" y="725"/>
                    </a:moveTo>
                    <a:lnTo>
                      <a:pt x="2489" y="2111"/>
                    </a:lnTo>
                    <a:lnTo>
                      <a:pt x="1575" y="2111"/>
                    </a:lnTo>
                    <a:lnTo>
                      <a:pt x="1103" y="725"/>
                    </a:lnTo>
                    <a:close/>
                    <a:moveTo>
                      <a:pt x="3277" y="3529"/>
                    </a:moveTo>
                    <a:lnTo>
                      <a:pt x="5892" y="6144"/>
                    </a:lnTo>
                    <a:lnTo>
                      <a:pt x="5892" y="6616"/>
                    </a:lnTo>
                    <a:lnTo>
                      <a:pt x="5419" y="6616"/>
                    </a:lnTo>
                    <a:lnTo>
                      <a:pt x="3434" y="4663"/>
                    </a:lnTo>
                    <a:lnTo>
                      <a:pt x="3277" y="3529"/>
                    </a:lnTo>
                    <a:close/>
                    <a:moveTo>
                      <a:pt x="2458" y="2804"/>
                    </a:moveTo>
                    <a:lnTo>
                      <a:pt x="3434" y="9357"/>
                    </a:lnTo>
                    <a:lnTo>
                      <a:pt x="2048" y="10964"/>
                    </a:lnTo>
                    <a:lnTo>
                      <a:pt x="693" y="9357"/>
                    </a:lnTo>
                    <a:lnTo>
                      <a:pt x="1670" y="2804"/>
                    </a:lnTo>
                    <a:close/>
                    <a:moveTo>
                      <a:pt x="693" y="0"/>
                    </a:moveTo>
                    <a:cubicBezTo>
                      <a:pt x="567" y="0"/>
                      <a:pt x="473" y="32"/>
                      <a:pt x="410" y="158"/>
                    </a:cubicBezTo>
                    <a:cubicBezTo>
                      <a:pt x="315" y="252"/>
                      <a:pt x="315" y="378"/>
                      <a:pt x="378" y="473"/>
                    </a:cubicBezTo>
                    <a:lnTo>
                      <a:pt x="1040" y="2489"/>
                    </a:lnTo>
                    <a:lnTo>
                      <a:pt x="0" y="9389"/>
                    </a:lnTo>
                    <a:cubicBezTo>
                      <a:pt x="0" y="9452"/>
                      <a:pt x="0" y="9578"/>
                      <a:pt x="95" y="9672"/>
                    </a:cubicBezTo>
                    <a:lnTo>
                      <a:pt x="1828" y="11751"/>
                    </a:lnTo>
                    <a:cubicBezTo>
                      <a:pt x="1891" y="11814"/>
                      <a:pt x="1985" y="11877"/>
                      <a:pt x="2080" y="11877"/>
                    </a:cubicBezTo>
                    <a:cubicBezTo>
                      <a:pt x="2206" y="11877"/>
                      <a:pt x="2300" y="11814"/>
                      <a:pt x="2363" y="11751"/>
                    </a:cubicBezTo>
                    <a:lnTo>
                      <a:pt x="4096" y="9672"/>
                    </a:lnTo>
                    <a:cubicBezTo>
                      <a:pt x="4190" y="9578"/>
                      <a:pt x="4190" y="9483"/>
                      <a:pt x="4190" y="9389"/>
                    </a:cubicBezTo>
                    <a:lnTo>
                      <a:pt x="3623" y="5797"/>
                    </a:lnTo>
                    <a:lnTo>
                      <a:pt x="5041" y="7183"/>
                    </a:lnTo>
                    <a:cubicBezTo>
                      <a:pt x="5136" y="7246"/>
                      <a:pt x="5199" y="7309"/>
                      <a:pt x="5293" y="7309"/>
                    </a:cubicBezTo>
                    <a:lnTo>
                      <a:pt x="6270" y="7309"/>
                    </a:lnTo>
                    <a:cubicBezTo>
                      <a:pt x="6459" y="7309"/>
                      <a:pt x="6616" y="7152"/>
                      <a:pt x="6616" y="6931"/>
                    </a:cubicBezTo>
                    <a:lnTo>
                      <a:pt x="6616" y="5955"/>
                    </a:lnTo>
                    <a:cubicBezTo>
                      <a:pt x="6616" y="5892"/>
                      <a:pt x="6585" y="5766"/>
                      <a:pt x="6490" y="5734"/>
                    </a:cubicBezTo>
                    <a:lnTo>
                      <a:pt x="3119" y="2426"/>
                    </a:lnTo>
                    <a:lnTo>
                      <a:pt x="3749" y="473"/>
                    </a:lnTo>
                    <a:cubicBezTo>
                      <a:pt x="3781" y="378"/>
                      <a:pt x="3749" y="252"/>
                      <a:pt x="3718" y="158"/>
                    </a:cubicBezTo>
                    <a:cubicBezTo>
                      <a:pt x="3623" y="95"/>
                      <a:pt x="3560" y="0"/>
                      <a:pt x="34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8" name="Google Shape;9221;p73">
                <a:extLst>
                  <a:ext uri="{FF2B5EF4-FFF2-40B4-BE49-F238E27FC236}">
                    <a16:creationId xmlns:a16="http://schemas.microsoft.com/office/drawing/2014/main" id="{7037DE14-B328-BABE-31B2-568C5F277739}"/>
                  </a:ext>
                </a:extLst>
              </p:cNvPr>
              <p:cNvGrpSpPr/>
              <p:nvPr/>
            </p:nvGrpSpPr>
            <p:grpSpPr>
              <a:xfrm>
                <a:off x="10278360" y="2925316"/>
                <a:ext cx="503276" cy="499261"/>
                <a:chOff x="6167350" y="2672800"/>
                <a:chExt cx="297750" cy="295375"/>
              </a:xfrm>
              <a:grpFill/>
            </p:grpSpPr>
            <p:sp>
              <p:nvSpPr>
                <p:cNvPr id="17784" name="Google Shape;9222;p73">
                  <a:extLst>
                    <a:ext uri="{FF2B5EF4-FFF2-40B4-BE49-F238E27FC236}">
                      <a16:creationId xmlns:a16="http://schemas.microsoft.com/office/drawing/2014/main" id="{AC2146FD-05DC-B353-F937-3D358EBD334C}"/>
                    </a:ext>
                  </a:extLst>
                </p:cNvPr>
                <p:cNvSpPr/>
                <p:nvPr/>
              </p:nvSpPr>
              <p:spPr>
                <a:xfrm>
                  <a:off x="6167350" y="2672800"/>
                  <a:ext cx="22685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4" h="11815" extrusionOk="0">
                      <a:moveTo>
                        <a:pt x="4537" y="725"/>
                      </a:moveTo>
                      <a:cubicBezTo>
                        <a:pt x="4758" y="725"/>
                        <a:pt x="4915" y="882"/>
                        <a:pt x="4915" y="1071"/>
                      </a:cubicBezTo>
                      <a:cubicBezTo>
                        <a:pt x="4915" y="1260"/>
                        <a:pt x="5073" y="1418"/>
                        <a:pt x="5262" y="1418"/>
                      </a:cubicBezTo>
                      <a:lnTo>
                        <a:pt x="5955" y="1418"/>
                      </a:lnTo>
                      <a:cubicBezTo>
                        <a:pt x="6175" y="1418"/>
                        <a:pt x="6333" y="1575"/>
                        <a:pt x="6333" y="1796"/>
                      </a:cubicBezTo>
                      <a:cubicBezTo>
                        <a:pt x="6333" y="1985"/>
                        <a:pt x="6175" y="2142"/>
                        <a:pt x="5955" y="2142"/>
                      </a:cubicBezTo>
                      <a:lnTo>
                        <a:pt x="3119" y="2142"/>
                      </a:lnTo>
                      <a:cubicBezTo>
                        <a:pt x="2930" y="2142"/>
                        <a:pt x="2773" y="1985"/>
                        <a:pt x="2773" y="1796"/>
                      </a:cubicBezTo>
                      <a:cubicBezTo>
                        <a:pt x="2773" y="1575"/>
                        <a:pt x="2930" y="1418"/>
                        <a:pt x="3151" y="1418"/>
                      </a:cubicBezTo>
                      <a:lnTo>
                        <a:pt x="3844" y="1418"/>
                      </a:lnTo>
                      <a:cubicBezTo>
                        <a:pt x="4033" y="1418"/>
                        <a:pt x="4191" y="1260"/>
                        <a:pt x="4191" y="1071"/>
                      </a:cubicBezTo>
                      <a:cubicBezTo>
                        <a:pt x="4191" y="882"/>
                        <a:pt x="4348" y="725"/>
                        <a:pt x="4537" y="725"/>
                      </a:cubicBezTo>
                      <a:close/>
                      <a:moveTo>
                        <a:pt x="8066" y="2111"/>
                      </a:moveTo>
                      <a:cubicBezTo>
                        <a:pt x="8255" y="2111"/>
                        <a:pt x="8412" y="2268"/>
                        <a:pt x="8412" y="2458"/>
                      </a:cubicBezTo>
                      <a:lnTo>
                        <a:pt x="8412" y="10806"/>
                      </a:lnTo>
                      <a:lnTo>
                        <a:pt x="8381" y="10806"/>
                      </a:lnTo>
                      <a:cubicBezTo>
                        <a:pt x="8381" y="10995"/>
                        <a:pt x="8223" y="11153"/>
                        <a:pt x="8034" y="11153"/>
                      </a:cubicBezTo>
                      <a:lnTo>
                        <a:pt x="1040" y="11153"/>
                      </a:lnTo>
                      <a:cubicBezTo>
                        <a:pt x="851" y="11153"/>
                        <a:pt x="693" y="10995"/>
                        <a:pt x="693" y="10806"/>
                      </a:cubicBezTo>
                      <a:lnTo>
                        <a:pt x="693" y="2458"/>
                      </a:lnTo>
                      <a:cubicBezTo>
                        <a:pt x="693" y="2268"/>
                        <a:pt x="851" y="2111"/>
                        <a:pt x="1040" y="2111"/>
                      </a:cubicBezTo>
                      <a:lnTo>
                        <a:pt x="2143" y="2111"/>
                      </a:lnTo>
                      <a:cubicBezTo>
                        <a:pt x="2300" y="2489"/>
                        <a:pt x="2647" y="2804"/>
                        <a:pt x="3119" y="2804"/>
                      </a:cubicBezTo>
                      <a:lnTo>
                        <a:pt x="5986" y="2804"/>
                      </a:lnTo>
                      <a:cubicBezTo>
                        <a:pt x="6396" y="2804"/>
                        <a:pt x="6805" y="2521"/>
                        <a:pt x="6963" y="2111"/>
                      </a:cubicBezTo>
                      <a:close/>
                      <a:moveTo>
                        <a:pt x="4506" y="0"/>
                      </a:moveTo>
                      <a:cubicBezTo>
                        <a:pt x="4096" y="0"/>
                        <a:pt x="3686" y="284"/>
                        <a:pt x="3529" y="725"/>
                      </a:cubicBezTo>
                      <a:lnTo>
                        <a:pt x="3088" y="725"/>
                      </a:lnTo>
                      <a:cubicBezTo>
                        <a:pt x="2678" y="725"/>
                        <a:pt x="2269" y="1008"/>
                        <a:pt x="2111" y="1418"/>
                      </a:cubicBezTo>
                      <a:lnTo>
                        <a:pt x="1009" y="1418"/>
                      </a:lnTo>
                      <a:cubicBezTo>
                        <a:pt x="410" y="1418"/>
                        <a:pt x="0" y="1890"/>
                        <a:pt x="0" y="2458"/>
                      </a:cubicBezTo>
                      <a:lnTo>
                        <a:pt x="0" y="10806"/>
                      </a:lnTo>
                      <a:cubicBezTo>
                        <a:pt x="0" y="11405"/>
                        <a:pt x="473" y="11814"/>
                        <a:pt x="1009" y="11814"/>
                      </a:cubicBezTo>
                      <a:lnTo>
                        <a:pt x="7971" y="11814"/>
                      </a:lnTo>
                      <a:cubicBezTo>
                        <a:pt x="8570" y="11814"/>
                        <a:pt x="9011" y="11342"/>
                        <a:pt x="9011" y="10806"/>
                      </a:cubicBezTo>
                      <a:lnTo>
                        <a:pt x="9011" y="2458"/>
                      </a:lnTo>
                      <a:cubicBezTo>
                        <a:pt x="9074" y="1859"/>
                        <a:pt x="8601" y="1418"/>
                        <a:pt x="8034" y="1418"/>
                      </a:cubicBezTo>
                      <a:lnTo>
                        <a:pt x="6931" y="1418"/>
                      </a:lnTo>
                      <a:cubicBezTo>
                        <a:pt x="6774" y="1040"/>
                        <a:pt x="6396" y="725"/>
                        <a:pt x="5923" y="725"/>
                      </a:cubicBezTo>
                      <a:lnTo>
                        <a:pt x="5545" y="725"/>
                      </a:lnTo>
                      <a:cubicBezTo>
                        <a:pt x="5514" y="567"/>
                        <a:pt x="5388" y="441"/>
                        <a:pt x="5262" y="315"/>
                      </a:cubicBezTo>
                      <a:cubicBezTo>
                        <a:pt x="5073" y="126"/>
                        <a:pt x="4789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5" name="Google Shape;9223;p73">
                  <a:extLst>
                    <a:ext uri="{FF2B5EF4-FFF2-40B4-BE49-F238E27FC236}">
                      <a16:creationId xmlns:a16="http://schemas.microsoft.com/office/drawing/2014/main" id="{3E57F1F5-90DD-9D3E-405A-62D3C9E5218C}"/>
                    </a:ext>
                  </a:extLst>
                </p:cNvPr>
                <p:cNvSpPr/>
                <p:nvPr/>
              </p:nvSpPr>
              <p:spPr>
                <a:xfrm>
                  <a:off x="6201225" y="2762575"/>
                  <a:ext cx="5277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1986" extrusionOk="0">
                      <a:moveTo>
                        <a:pt x="406" y="1"/>
                      </a:moveTo>
                      <a:cubicBezTo>
                        <a:pt x="315" y="1"/>
                        <a:pt x="221" y="32"/>
                        <a:pt x="158" y="95"/>
                      </a:cubicBezTo>
                      <a:cubicBezTo>
                        <a:pt x="63" y="190"/>
                        <a:pt x="63" y="442"/>
                        <a:pt x="158" y="568"/>
                      </a:cubicBezTo>
                      <a:lnTo>
                        <a:pt x="599" y="977"/>
                      </a:lnTo>
                      <a:lnTo>
                        <a:pt x="158" y="1418"/>
                      </a:lnTo>
                      <a:cubicBezTo>
                        <a:pt x="0" y="1544"/>
                        <a:pt x="0" y="1733"/>
                        <a:pt x="158" y="1891"/>
                      </a:cubicBezTo>
                      <a:cubicBezTo>
                        <a:pt x="221" y="1954"/>
                        <a:pt x="315" y="1985"/>
                        <a:pt x="406" y="1985"/>
                      </a:cubicBezTo>
                      <a:cubicBezTo>
                        <a:pt x="496" y="1985"/>
                        <a:pt x="583" y="1954"/>
                        <a:pt x="630" y="1891"/>
                      </a:cubicBezTo>
                      <a:lnTo>
                        <a:pt x="1071" y="1450"/>
                      </a:lnTo>
                      <a:lnTo>
                        <a:pt x="1512" y="1891"/>
                      </a:lnTo>
                      <a:cubicBezTo>
                        <a:pt x="1575" y="1954"/>
                        <a:pt x="1662" y="1985"/>
                        <a:pt x="1749" y="1985"/>
                      </a:cubicBezTo>
                      <a:cubicBezTo>
                        <a:pt x="1835" y="1985"/>
                        <a:pt x="1922" y="1954"/>
                        <a:pt x="1985" y="1891"/>
                      </a:cubicBezTo>
                      <a:cubicBezTo>
                        <a:pt x="2111" y="1765"/>
                        <a:pt x="2111" y="1544"/>
                        <a:pt x="1985" y="1418"/>
                      </a:cubicBezTo>
                      <a:lnTo>
                        <a:pt x="1544" y="977"/>
                      </a:lnTo>
                      <a:lnTo>
                        <a:pt x="1985" y="568"/>
                      </a:lnTo>
                      <a:cubicBezTo>
                        <a:pt x="2111" y="442"/>
                        <a:pt x="2111" y="190"/>
                        <a:pt x="1985" y="95"/>
                      </a:cubicBezTo>
                      <a:cubicBezTo>
                        <a:pt x="1922" y="32"/>
                        <a:pt x="1835" y="1"/>
                        <a:pt x="1749" y="1"/>
                      </a:cubicBezTo>
                      <a:cubicBezTo>
                        <a:pt x="1662" y="1"/>
                        <a:pt x="1575" y="32"/>
                        <a:pt x="1512" y="95"/>
                      </a:cubicBezTo>
                      <a:lnTo>
                        <a:pt x="1071" y="505"/>
                      </a:lnTo>
                      <a:lnTo>
                        <a:pt x="630" y="95"/>
                      </a:lnTo>
                      <a:cubicBezTo>
                        <a:pt x="583" y="32"/>
                        <a:pt x="496" y="1"/>
                        <a:pt x="4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6" name="Google Shape;9224;p73">
                  <a:extLst>
                    <a:ext uri="{FF2B5EF4-FFF2-40B4-BE49-F238E27FC236}">
                      <a16:creationId xmlns:a16="http://schemas.microsoft.com/office/drawing/2014/main" id="{BD647321-D9DF-0DFF-136C-5D433F42D45C}"/>
                    </a:ext>
                  </a:extLst>
                </p:cNvPr>
                <p:cNvSpPr/>
                <p:nvPr/>
              </p:nvSpPr>
              <p:spPr>
                <a:xfrm>
                  <a:off x="6308325" y="288230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63" y="0"/>
                      </a:moveTo>
                      <a:cubicBezTo>
                        <a:pt x="276" y="0"/>
                        <a:pt x="190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lnTo>
                        <a:pt x="568" y="1009"/>
                      </a:lnTo>
                      <a:lnTo>
                        <a:pt x="127" y="1450"/>
                      </a:lnTo>
                      <a:cubicBezTo>
                        <a:pt x="1" y="1544"/>
                        <a:pt x="1" y="1796"/>
                        <a:pt x="127" y="1891"/>
                      </a:cubicBezTo>
                      <a:cubicBezTo>
                        <a:pt x="190" y="1954"/>
                        <a:pt x="276" y="1985"/>
                        <a:pt x="363" y="1985"/>
                      </a:cubicBezTo>
                      <a:cubicBezTo>
                        <a:pt x="450" y="1985"/>
                        <a:pt x="536" y="1954"/>
                        <a:pt x="599" y="1891"/>
                      </a:cubicBezTo>
                      <a:lnTo>
                        <a:pt x="1040" y="1481"/>
                      </a:lnTo>
                      <a:lnTo>
                        <a:pt x="1481" y="1891"/>
                      </a:lnTo>
                      <a:cubicBezTo>
                        <a:pt x="1529" y="1954"/>
                        <a:pt x="1615" y="1985"/>
                        <a:pt x="1706" y="1985"/>
                      </a:cubicBezTo>
                      <a:cubicBezTo>
                        <a:pt x="1797" y="1985"/>
                        <a:pt x="1891" y="1954"/>
                        <a:pt x="1954" y="1891"/>
                      </a:cubicBezTo>
                      <a:cubicBezTo>
                        <a:pt x="2049" y="1796"/>
                        <a:pt x="2049" y="1544"/>
                        <a:pt x="1954" y="1450"/>
                      </a:cubicBezTo>
                      <a:lnTo>
                        <a:pt x="1513" y="1009"/>
                      </a:lnTo>
                      <a:lnTo>
                        <a:pt x="1954" y="567"/>
                      </a:lnTo>
                      <a:cubicBezTo>
                        <a:pt x="2049" y="441"/>
                        <a:pt x="2049" y="252"/>
                        <a:pt x="1954" y="95"/>
                      </a:cubicBezTo>
                      <a:cubicBezTo>
                        <a:pt x="1891" y="32"/>
                        <a:pt x="1804" y="0"/>
                        <a:pt x="1718" y="0"/>
                      </a:cubicBezTo>
                      <a:cubicBezTo>
                        <a:pt x="1631" y="0"/>
                        <a:pt x="1544" y="32"/>
                        <a:pt x="1481" y="95"/>
                      </a:cubicBezTo>
                      <a:lnTo>
                        <a:pt x="1040" y="536"/>
                      </a:lnTo>
                      <a:lnTo>
                        <a:pt x="599" y="95"/>
                      </a:lnTo>
                      <a:cubicBezTo>
                        <a:pt x="536" y="32"/>
                        <a:pt x="450" y="0"/>
                        <a:pt x="3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7" name="Google Shape;9225;p73">
                  <a:extLst>
                    <a:ext uri="{FF2B5EF4-FFF2-40B4-BE49-F238E27FC236}">
                      <a16:creationId xmlns:a16="http://schemas.microsoft.com/office/drawing/2014/main" id="{A9D91F3E-19A6-3941-85F3-65CFEEAD2E6D}"/>
                    </a:ext>
                  </a:extLst>
                </p:cNvPr>
                <p:cNvSpPr/>
                <p:nvPr/>
              </p:nvSpPr>
              <p:spPr>
                <a:xfrm>
                  <a:off x="6200425" y="2759425"/>
                  <a:ext cx="1567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95" extrusionOk="0">
                      <a:moveTo>
                        <a:pt x="1103" y="5609"/>
                      </a:moveTo>
                      <a:cubicBezTo>
                        <a:pt x="1292" y="5609"/>
                        <a:pt x="1450" y="5766"/>
                        <a:pt x="1450" y="5955"/>
                      </a:cubicBezTo>
                      <a:cubicBezTo>
                        <a:pt x="1450" y="6144"/>
                        <a:pt x="1292" y="6302"/>
                        <a:pt x="1103" y="6302"/>
                      </a:cubicBezTo>
                      <a:cubicBezTo>
                        <a:pt x="914" y="6302"/>
                        <a:pt x="757" y="6144"/>
                        <a:pt x="757" y="5955"/>
                      </a:cubicBezTo>
                      <a:cubicBezTo>
                        <a:pt x="757" y="5766"/>
                        <a:pt x="914" y="5609"/>
                        <a:pt x="1103" y="5609"/>
                      </a:cubicBezTo>
                      <a:close/>
                      <a:moveTo>
                        <a:pt x="5325" y="1"/>
                      </a:moveTo>
                      <a:cubicBezTo>
                        <a:pt x="5230" y="1"/>
                        <a:pt x="5136" y="64"/>
                        <a:pt x="5073" y="127"/>
                      </a:cubicBezTo>
                      <a:lnTo>
                        <a:pt x="4380" y="851"/>
                      </a:lnTo>
                      <a:cubicBezTo>
                        <a:pt x="4254" y="946"/>
                        <a:pt x="4254" y="1198"/>
                        <a:pt x="4380" y="1324"/>
                      </a:cubicBezTo>
                      <a:cubicBezTo>
                        <a:pt x="4443" y="1371"/>
                        <a:pt x="4529" y="1395"/>
                        <a:pt x="4616" y="1395"/>
                      </a:cubicBezTo>
                      <a:cubicBezTo>
                        <a:pt x="4703" y="1395"/>
                        <a:pt x="4789" y="1371"/>
                        <a:pt x="4852" y="1324"/>
                      </a:cubicBezTo>
                      <a:lnTo>
                        <a:pt x="4978" y="1198"/>
                      </a:lnTo>
                      <a:lnTo>
                        <a:pt x="4978" y="2458"/>
                      </a:lnTo>
                      <a:cubicBezTo>
                        <a:pt x="4978" y="2647"/>
                        <a:pt x="4821" y="2805"/>
                        <a:pt x="4600" y="2805"/>
                      </a:cubicBezTo>
                      <a:lnTo>
                        <a:pt x="1765" y="2805"/>
                      </a:lnTo>
                      <a:cubicBezTo>
                        <a:pt x="1513" y="2805"/>
                        <a:pt x="1229" y="2931"/>
                        <a:pt x="1040" y="3120"/>
                      </a:cubicBezTo>
                      <a:cubicBezTo>
                        <a:pt x="820" y="3309"/>
                        <a:pt x="725" y="3592"/>
                        <a:pt x="725" y="3876"/>
                      </a:cubicBezTo>
                      <a:lnTo>
                        <a:pt x="725" y="4978"/>
                      </a:lnTo>
                      <a:cubicBezTo>
                        <a:pt x="316" y="5136"/>
                        <a:pt x="1" y="5482"/>
                        <a:pt x="1" y="5955"/>
                      </a:cubicBezTo>
                      <a:cubicBezTo>
                        <a:pt x="1" y="6554"/>
                        <a:pt x="473" y="6995"/>
                        <a:pt x="1040" y="6995"/>
                      </a:cubicBezTo>
                      <a:cubicBezTo>
                        <a:pt x="1607" y="6995"/>
                        <a:pt x="2048" y="6522"/>
                        <a:pt x="2048" y="5955"/>
                      </a:cubicBezTo>
                      <a:cubicBezTo>
                        <a:pt x="2048" y="5514"/>
                        <a:pt x="1765" y="5136"/>
                        <a:pt x="1355" y="4978"/>
                      </a:cubicBezTo>
                      <a:lnTo>
                        <a:pt x="1355" y="3876"/>
                      </a:lnTo>
                      <a:cubicBezTo>
                        <a:pt x="1355" y="3687"/>
                        <a:pt x="1513" y="3529"/>
                        <a:pt x="1702" y="3529"/>
                      </a:cubicBezTo>
                      <a:lnTo>
                        <a:pt x="4537" y="3529"/>
                      </a:lnTo>
                      <a:cubicBezTo>
                        <a:pt x="5136" y="3529"/>
                        <a:pt x="5545" y="3057"/>
                        <a:pt x="5545" y="2490"/>
                      </a:cubicBezTo>
                      <a:lnTo>
                        <a:pt x="5545" y="1229"/>
                      </a:lnTo>
                      <a:lnTo>
                        <a:pt x="5671" y="1355"/>
                      </a:lnTo>
                      <a:cubicBezTo>
                        <a:pt x="5734" y="1418"/>
                        <a:pt x="5821" y="1450"/>
                        <a:pt x="5908" y="1450"/>
                      </a:cubicBezTo>
                      <a:cubicBezTo>
                        <a:pt x="5994" y="1450"/>
                        <a:pt x="6081" y="1418"/>
                        <a:pt x="6144" y="1355"/>
                      </a:cubicBezTo>
                      <a:cubicBezTo>
                        <a:pt x="6270" y="1229"/>
                        <a:pt x="6270" y="1009"/>
                        <a:pt x="6144" y="883"/>
                      </a:cubicBezTo>
                      <a:lnTo>
                        <a:pt x="5545" y="127"/>
                      </a:lnTo>
                      <a:cubicBezTo>
                        <a:pt x="5482" y="64"/>
                        <a:pt x="5388" y="1"/>
                        <a:pt x="53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8" name="Google Shape;9226;p73">
                  <a:extLst>
                    <a:ext uri="{FF2B5EF4-FFF2-40B4-BE49-F238E27FC236}">
                      <a16:creationId xmlns:a16="http://schemas.microsoft.com/office/drawing/2014/main" id="{19448EAF-840E-6962-70CC-96EAEE1F72A5}"/>
                    </a:ext>
                  </a:extLst>
                </p:cNvPr>
                <p:cNvSpPr/>
                <p:nvPr/>
              </p:nvSpPr>
              <p:spPr>
                <a:xfrm>
                  <a:off x="6412300" y="2742900"/>
                  <a:ext cx="52800" cy="2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8349" extrusionOk="0">
                      <a:moveTo>
                        <a:pt x="1009" y="662"/>
                      </a:moveTo>
                      <a:cubicBezTo>
                        <a:pt x="1229" y="662"/>
                        <a:pt x="1387" y="819"/>
                        <a:pt x="1387" y="1040"/>
                      </a:cubicBezTo>
                      <a:lnTo>
                        <a:pt x="1387" y="1386"/>
                      </a:lnTo>
                      <a:lnTo>
                        <a:pt x="662" y="1386"/>
                      </a:lnTo>
                      <a:lnTo>
                        <a:pt x="662" y="1040"/>
                      </a:ln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387" y="2048"/>
                      </a:moveTo>
                      <a:lnTo>
                        <a:pt x="1387" y="6017"/>
                      </a:lnTo>
                      <a:cubicBezTo>
                        <a:pt x="1261" y="5986"/>
                        <a:pt x="1142" y="5970"/>
                        <a:pt x="1024" y="5970"/>
                      </a:cubicBezTo>
                      <a:cubicBezTo>
                        <a:pt x="906" y="5970"/>
                        <a:pt x="788" y="5986"/>
                        <a:pt x="662" y="6017"/>
                      </a:cubicBezTo>
                      <a:lnTo>
                        <a:pt x="662" y="2048"/>
                      </a:lnTo>
                      <a:close/>
                      <a:moveTo>
                        <a:pt x="1009" y="6711"/>
                      </a:moveTo>
                      <a:cubicBezTo>
                        <a:pt x="1103" y="6711"/>
                        <a:pt x="1166" y="6711"/>
                        <a:pt x="1261" y="6742"/>
                      </a:cubicBezTo>
                      <a:lnTo>
                        <a:pt x="1009" y="7246"/>
                      </a:lnTo>
                      <a:lnTo>
                        <a:pt x="788" y="6742"/>
                      </a:lnTo>
                      <a:cubicBezTo>
                        <a:pt x="851" y="6711"/>
                        <a:pt x="946" y="6711"/>
                        <a:pt x="1009" y="6711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6616"/>
                      </a:lnTo>
                      <a:cubicBezTo>
                        <a:pt x="0" y="6648"/>
                        <a:pt x="0" y="6742"/>
                        <a:pt x="32" y="6774"/>
                      </a:cubicBezTo>
                      <a:lnTo>
                        <a:pt x="757" y="8160"/>
                      </a:lnTo>
                      <a:cubicBezTo>
                        <a:pt x="788" y="8286"/>
                        <a:pt x="946" y="8349"/>
                        <a:pt x="1040" y="8349"/>
                      </a:cubicBezTo>
                      <a:cubicBezTo>
                        <a:pt x="1166" y="8349"/>
                        <a:pt x="1292" y="8286"/>
                        <a:pt x="1355" y="8160"/>
                      </a:cubicBezTo>
                      <a:lnTo>
                        <a:pt x="2080" y="6774"/>
                      </a:lnTo>
                      <a:cubicBezTo>
                        <a:pt x="2111" y="6742"/>
                        <a:pt x="2111" y="6648"/>
                        <a:pt x="2111" y="6616"/>
                      </a:cubicBezTo>
                      <a:lnTo>
                        <a:pt x="2111" y="1040"/>
                      </a:ln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9" name="Google Shape;9227;p73">
                <a:extLst>
                  <a:ext uri="{FF2B5EF4-FFF2-40B4-BE49-F238E27FC236}">
                    <a16:creationId xmlns:a16="http://schemas.microsoft.com/office/drawing/2014/main" id="{73F0655E-6EDA-C5D1-ACDF-3DA89251BBEB}"/>
                  </a:ext>
                </a:extLst>
              </p:cNvPr>
              <p:cNvGrpSpPr/>
              <p:nvPr/>
            </p:nvGrpSpPr>
            <p:grpSpPr>
              <a:xfrm>
                <a:off x="2672056" y="1687222"/>
                <a:ext cx="497951" cy="501923"/>
                <a:chOff x="1777925" y="1953700"/>
                <a:chExt cx="294600" cy="296950"/>
              </a:xfrm>
              <a:grpFill/>
            </p:grpSpPr>
            <p:sp>
              <p:nvSpPr>
                <p:cNvPr id="17780" name="Google Shape;9228;p73">
                  <a:extLst>
                    <a:ext uri="{FF2B5EF4-FFF2-40B4-BE49-F238E27FC236}">
                      <a16:creationId xmlns:a16="http://schemas.microsoft.com/office/drawing/2014/main" id="{CE81207F-18F6-8D53-9E05-4E7BDD16ACA5}"/>
                    </a:ext>
                  </a:extLst>
                </p:cNvPr>
                <p:cNvSpPr/>
                <p:nvPr/>
              </p:nvSpPr>
              <p:spPr>
                <a:xfrm>
                  <a:off x="1794450" y="2052125"/>
                  <a:ext cx="27807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3" h="7941" extrusionOk="0">
                      <a:moveTo>
                        <a:pt x="10545" y="1"/>
                      </a:moveTo>
                      <a:cubicBezTo>
                        <a:pt x="10499" y="1"/>
                        <a:pt x="10449" y="11"/>
                        <a:pt x="10397" y="33"/>
                      </a:cubicBezTo>
                      <a:cubicBezTo>
                        <a:pt x="10208" y="64"/>
                        <a:pt x="10145" y="253"/>
                        <a:pt x="10177" y="474"/>
                      </a:cubicBezTo>
                      <a:cubicBezTo>
                        <a:pt x="10334" y="1009"/>
                        <a:pt x="10460" y="1514"/>
                        <a:pt x="10460" y="1986"/>
                      </a:cubicBezTo>
                      <a:cubicBezTo>
                        <a:pt x="10460" y="4885"/>
                        <a:pt x="8129" y="7247"/>
                        <a:pt x="5199" y="7247"/>
                      </a:cubicBezTo>
                      <a:cubicBezTo>
                        <a:pt x="3561" y="7247"/>
                        <a:pt x="2017" y="6460"/>
                        <a:pt x="1040" y="5137"/>
                      </a:cubicBezTo>
                      <a:lnTo>
                        <a:pt x="1734" y="5137"/>
                      </a:lnTo>
                      <a:cubicBezTo>
                        <a:pt x="1954" y="5137"/>
                        <a:pt x="2112" y="4979"/>
                        <a:pt x="2112" y="4790"/>
                      </a:cubicBezTo>
                      <a:cubicBezTo>
                        <a:pt x="2112" y="4601"/>
                        <a:pt x="1954" y="4444"/>
                        <a:pt x="1734" y="4444"/>
                      </a:cubicBezTo>
                      <a:lnTo>
                        <a:pt x="379" y="4444"/>
                      </a:lnTo>
                      <a:cubicBezTo>
                        <a:pt x="158" y="4444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79" y="6523"/>
                      </a:cubicBezTo>
                      <a:cubicBezTo>
                        <a:pt x="568" y="6523"/>
                        <a:pt x="725" y="6365"/>
                        <a:pt x="725" y="6176"/>
                      </a:cubicBezTo>
                      <a:lnTo>
                        <a:pt x="725" y="5830"/>
                      </a:lnTo>
                      <a:cubicBezTo>
                        <a:pt x="1860" y="7184"/>
                        <a:pt x="3529" y="7941"/>
                        <a:pt x="5199" y="7941"/>
                      </a:cubicBezTo>
                      <a:cubicBezTo>
                        <a:pt x="8476" y="7941"/>
                        <a:pt x="11122" y="5294"/>
                        <a:pt x="11122" y="2049"/>
                      </a:cubicBezTo>
                      <a:cubicBezTo>
                        <a:pt x="11122" y="1482"/>
                        <a:pt x="11028" y="883"/>
                        <a:pt x="10839" y="253"/>
                      </a:cubicBezTo>
                      <a:cubicBezTo>
                        <a:pt x="10814" y="109"/>
                        <a:pt x="10698" y="1"/>
                        <a:pt x="105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1" name="Google Shape;9229;p73">
                  <a:extLst>
                    <a:ext uri="{FF2B5EF4-FFF2-40B4-BE49-F238E27FC236}">
                      <a16:creationId xmlns:a16="http://schemas.microsoft.com/office/drawing/2014/main" id="{5A169894-ACAA-AADE-BEA3-3C3509894546}"/>
                    </a:ext>
                  </a:extLst>
                </p:cNvPr>
                <p:cNvSpPr/>
                <p:nvPr/>
              </p:nvSpPr>
              <p:spPr>
                <a:xfrm>
                  <a:off x="1777925" y="1953700"/>
                  <a:ext cx="278050" cy="19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47" extrusionOk="0">
                      <a:moveTo>
                        <a:pt x="5892" y="0"/>
                      </a:moveTo>
                      <a:cubicBezTo>
                        <a:pt x="2647" y="0"/>
                        <a:pt x="0" y="2615"/>
                        <a:pt x="0" y="5892"/>
                      </a:cubicBezTo>
                      <a:cubicBezTo>
                        <a:pt x="0" y="6459"/>
                        <a:pt x="63" y="7026"/>
                        <a:pt x="284" y="7656"/>
                      </a:cubicBezTo>
                      <a:cubicBezTo>
                        <a:pt x="310" y="7869"/>
                        <a:pt x="450" y="7947"/>
                        <a:pt x="606" y="7947"/>
                      </a:cubicBezTo>
                      <a:cubicBezTo>
                        <a:pt x="635" y="7947"/>
                        <a:pt x="664" y="7944"/>
                        <a:pt x="693" y="7939"/>
                      </a:cubicBezTo>
                      <a:cubicBezTo>
                        <a:pt x="914" y="7908"/>
                        <a:pt x="977" y="7719"/>
                        <a:pt x="945" y="7498"/>
                      </a:cubicBezTo>
                      <a:cubicBezTo>
                        <a:pt x="788" y="6963"/>
                        <a:pt x="662" y="6459"/>
                        <a:pt x="662" y="5923"/>
                      </a:cubicBezTo>
                      <a:cubicBezTo>
                        <a:pt x="662" y="3056"/>
                        <a:pt x="2993" y="693"/>
                        <a:pt x="5923" y="693"/>
                      </a:cubicBezTo>
                      <a:cubicBezTo>
                        <a:pt x="7561" y="693"/>
                        <a:pt x="9105" y="1481"/>
                        <a:pt x="10082" y="2773"/>
                      </a:cubicBezTo>
                      <a:lnTo>
                        <a:pt x="9389" y="2773"/>
                      </a:lnTo>
                      <a:cubicBezTo>
                        <a:pt x="9168" y="2773"/>
                        <a:pt x="9011" y="2930"/>
                        <a:pt x="9011" y="3151"/>
                      </a:cubicBezTo>
                      <a:cubicBezTo>
                        <a:pt x="9011" y="3340"/>
                        <a:pt x="9168" y="3497"/>
                        <a:pt x="9389" y="3497"/>
                      </a:cubicBezTo>
                      <a:lnTo>
                        <a:pt x="10743" y="3497"/>
                      </a:lnTo>
                      <a:cubicBezTo>
                        <a:pt x="10964" y="3497"/>
                        <a:pt x="11121" y="3340"/>
                        <a:pt x="11121" y="3151"/>
                      </a:cubicBezTo>
                      <a:lnTo>
                        <a:pt x="11121" y="1765"/>
                      </a:lnTo>
                      <a:cubicBezTo>
                        <a:pt x="11121" y="1575"/>
                        <a:pt x="10964" y="1418"/>
                        <a:pt x="10743" y="1418"/>
                      </a:cubicBezTo>
                      <a:cubicBezTo>
                        <a:pt x="10554" y="1418"/>
                        <a:pt x="10397" y="1575"/>
                        <a:pt x="10397" y="1765"/>
                      </a:cubicBezTo>
                      <a:lnTo>
                        <a:pt x="10397" y="2111"/>
                      </a:lnTo>
                      <a:cubicBezTo>
                        <a:pt x="9263" y="725"/>
                        <a:pt x="7593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2" name="Google Shape;9230;p73">
                  <a:extLst>
                    <a:ext uri="{FF2B5EF4-FFF2-40B4-BE49-F238E27FC236}">
                      <a16:creationId xmlns:a16="http://schemas.microsoft.com/office/drawing/2014/main" id="{AAE829AE-78C8-64CC-997E-FB4516E9986B}"/>
                    </a:ext>
                  </a:extLst>
                </p:cNvPr>
                <p:cNvSpPr/>
                <p:nvPr/>
              </p:nvSpPr>
              <p:spPr>
                <a:xfrm>
                  <a:off x="1829125" y="2006475"/>
                  <a:ext cx="191400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7656" extrusionOk="0">
                      <a:moveTo>
                        <a:pt x="4190" y="693"/>
                      </a:moveTo>
                      <a:cubicBezTo>
                        <a:pt x="4757" y="788"/>
                        <a:pt x="5324" y="1008"/>
                        <a:pt x="5797" y="1386"/>
                      </a:cubicBezTo>
                      <a:lnTo>
                        <a:pt x="5545" y="1607"/>
                      </a:lnTo>
                      <a:cubicBezTo>
                        <a:pt x="5450" y="1733"/>
                        <a:pt x="5450" y="1953"/>
                        <a:pt x="5545" y="2079"/>
                      </a:cubicBezTo>
                      <a:cubicBezTo>
                        <a:pt x="5608" y="2142"/>
                        <a:pt x="5702" y="2174"/>
                        <a:pt x="5793" y="2174"/>
                      </a:cubicBezTo>
                      <a:cubicBezTo>
                        <a:pt x="5884" y="2174"/>
                        <a:pt x="5970" y="2142"/>
                        <a:pt x="6017" y="2079"/>
                      </a:cubicBezTo>
                      <a:lnTo>
                        <a:pt x="6270" y="1859"/>
                      </a:lnTo>
                      <a:cubicBezTo>
                        <a:pt x="6616" y="2268"/>
                        <a:pt x="6868" y="2835"/>
                        <a:pt x="6931" y="3466"/>
                      </a:cubicBezTo>
                      <a:lnTo>
                        <a:pt x="6616" y="3466"/>
                      </a:lnTo>
                      <a:cubicBezTo>
                        <a:pt x="6427" y="3466"/>
                        <a:pt x="6270" y="3623"/>
                        <a:pt x="6270" y="3812"/>
                      </a:cubicBezTo>
                      <a:cubicBezTo>
                        <a:pt x="6270" y="4001"/>
                        <a:pt x="6427" y="4159"/>
                        <a:pt x="6616" y="4159"/>
                      </a:cubicBezTo>
                      <a:lnTo>
                        <a:pt x="6931" y="4159"/>
                      </a:lnTo>
                      <a:cubicBezTo>
                        <a:pt x="6868" y="4757"/>
                        <a:pt x="6616" y="5324"/>
                        <a:pt x="6270" y="5797"/>
                      </a:cubicBezTo>
                      <a:lnTo>
                        <a:pt x="6017" y="5545"/>
                      </a:lnTo>
                      <a:cubicBezTo>
                        <a:pt x="5970" y="5482"/>
                        <a:pt x="5884" y="5450"/>
                        <a:pt x="5793" y="5450"/>
                      </a:cubicBezTo>
                      <a:cubicBezTo>
                        <a:pt x="5702" y="5450"/>
                        <a:pt x="5608" y="5482"/>
                        <a:pt x="5545" y="5545"/>
                      </a:cubicBezTo>
                      <a:cubicBezTo>
                        <a:pt x="5450" y="5671"/>
                        <a:pt x="5450" y="5923"/>
                        <a:pt x="5545" y="6017"/>
                      </a:cubicBezTo>
                      <a:lnTo>
                        <a:pt x="5797" y="6270"/>
                      </a:lnTo>
                      <a:cubicBezTo>
                        <a:pt x="5356" y="6616"/>
                        <a:pt x="4820" y="6837"/>
                        <a:pt x="4190" y="6931"/>
                      </a:cubicBezTo>
                      <a:lnTo>
                        <a:pt x="4190" y="6616"/>
                      </a:lnTo>
                      <a:cubicBezTo>
                        <a:pt x="4190" y="6427"/>
                        <a:pt x="4033" y="6270"/>
                        <a:pt x="3812" y="6270"/>
                      </a:cubicBezTo>
                      <a:cubicBezTo>
                        <a:pt x="3623" y="6270"/>
                        <a:pt x="3466" y="6427"/>
                        <a:pt x="3466" y="6616"/>
                      </a:cubicBezTo>
                      <a:lnTo>
                        <a:pt x="3466" y="6931"/>
                      </a:lnTo>
                      <a:cubicBezTo>
                        <a:pt x="2867" y="6837"/>
                        <a:pt x="2331" y="6616"/>
                        <a:pt x="1859" y="6270"/>
                      </a:cubicBezTo>
                      <a:lnTo>
                        <a:pt x="2079" y="6017"/>
                      </a:lnTo>
                      <a:cubicBezTo>
                        <a:pt x="2205" y="5891"/>
                        <a:pt x="2205" y="5671"/>
                        <a:pt x="2079" y="5545"/>
                      </a:cubicBezTo>
                      <a:cubicBezTo>
                        <a:pt x="2032" y="5482"/>
                        <a:pt x="1945" y="5450"/>
                        <a:pt x="1855" y="5450"/>
                      </a:cubicBezTo>
                      <a:cubicBezTo>
                        <a:pt x="1764" y="5450"/>
                        <a:pt x="1670" y="5482"/>
                        <a:pt x="1607" y="5545"/>
                      </a:cubicBezTo>
                      <a:lnTo>
                        <a:pt x="1386" y="5797"/>
                      </a:lnTo>
                      <a:cubicBezTo>
                        <a:pt x="1040" y="5356"/>
                        <a:pt x="788" y="4789"/>
                        <a:pt x="725" y="4159"/>
                      </a:cubicBezTo>
                      <a:lnTo>
                        <a:pt x="1040" y="4159"/>
                      </a:lnTo>
                      <a:cubicBezTo>
                        <a:pt x="1229" y="4159"/>
                        <a:pt x="1386" y="4001"/>
                        <a:pt x="1386" y="3812"/>
                      </a:cubicBezTo>
                      <a:cubicBezTo>
                        <a:pt x="1386" y="3623"/>
                        <a:pt x="1229" y="3466"/>
                        <a:pt x="1040" y="3466"/>
                      </a:cubicBezTo>
                      <a:lnTo>
                        <a:pt x="725" y="3466"/>
                      </a:lnTo>
                      <a:cubicBezTo>
                        <a:pt x="788" y="2867"/>
                        <a:pt x="1040" y="2331"/>
                        <a:pt x="1386" y="1859"/>
                      </a:cubicBezTo>
                      <a:lnTo>
                        <a:pt x="1607" y="2079"/>
                      </a:lnTo>
                      <a:cubicBezTo>
                        <a:pt x="1701" y="2174"/>
                        <a:pt x="1764" y="2205"/>
                        <a:pt x="1859" y="2205"/>
                      </a:cubicBezTo>
                      <a:cubicBezTo>
                        <a:pt x="1922" y="2205"/>
                        <a:pt x="2048" y="2174"/>
                        <a:pt x="2079" y="2079"/>
                      </a:cubicBezTo>
                      <a:cubicBezTo>
                        <a:pt x="2205" y="1953"/>
                        <a:pt x="2205" y="1733"/>
                        <a:pt x="2079" y="1607"/>
                      </a:cubicBezTo>
                      <a:lnTo>
                        <a:pt x="1859" y="1386"/>
                      </a:lnTo>
                      <a:cubicBezTo>
                        <a:pt x="2300" y="1008"/>
                        <a:pt x="2835" y="788"/>
                        <a:pt x="3466" y="693"/>
                      </a:cubicBezTo>
                      <a:lnTo>
                        <a:pt x="3466" y="1008"/>
                      </a:lnTo>
                      <a:cubicBezTo>
                        <a:pt x="3466" y="1229"/>
                        <a:pt x="3623" y="1386"/>
                        <a:pt x="3812" y="1386"/>
                      </a:cubicBezTo>
                      <a:cubicBezTo>
                        <a:pt x="4033" y="1386"/>
                        <a:pt x="4190" y="1229"/>
                        <a:pt x="4190" y="1008"/>
                      </a:cubicBezTo>
                      <a:lnTo>
                        <a:pt x="4190" y="693"/>
                      </a:lnTo>
                      <a:close/>
                      <a:moveTo>
                        <a:pt x="3812" y="0"/>
                      </a:moveTo>
                      <a:cubicBezTo>
                        <a:pt x="1733" y="0"/>
                        <a:pt x="0" y="1701"/>
                        <a:pt x="0" y="3812"/>
                      </a:cubicBezTo>
                      <a:cubicBezTo>
                        <a:pt x="0" y="5923"/>
                        <a:pt x="1701" y="7656"/>
                        <a:pt x="3812" y="7656"/>
                      </a:cubicBezTo>
                      <a:cubicBezTo>
                        <a:pt x="5923" y="7656"/>
                        <a:pt x="7656" y="5954"/>
                        <a:pt x="7656" y="3812"/>
                      </a:cubicBezTo>
                      <a:cubicBezTo>
                        <a:pt x="7656" y="1733"/>
                        <a:pt x="5954" y="0"/>
                        <a:pt x="38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3" name="Google Shape;9231;p73">
                  <a:extLst>
                    <a:ext uri="{FF2B5EF4-FFF2-40B4-BE49-F238E27FC236}">
                      <a16:creationId xmlns:a16="http://schemas.microsoft.com/office/drawing/2014/main" id="{8A9C0DB5-C053-0BDD-E88A-3242214C12A3}"/>
                    </a:ext>
                  </a:extLst>
                </p:cNvPr>
                <p:cNvSpPr/>
                <p:nvPr/>
              </p:nvSpPr>
              <p:spPr>
                <a:xfrm>
                  <a:off x="1915750" y="2058450"/>
                  <a:ext cx="354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2112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47" y="2111"/>
                      </a:cubicBezTo>
                      <a:lnTo>
                        <a:pt x="1072" y="2111"/>
                      </a:lnTo>
                      <a:cubicBezTo>
                        <a:pt x="1261" y="2111"/>
                        <a:pt x="1418" y="1954"/>
                        <a:pt x="1418" y="1733"/>
                      </a:cubicBezTo>
                      <a:cubicBezTo>
                        <a:pt x="1418" y="1544"/>
                        <a:pt x="1261" y="1387"/>
                        <a:pt x="1072" y="1387"/>
                      </a:cubicBezTo>
                      <a:lnTo>
                        <a:pt x="725" y="1387"/>
                      </a:lnTo>
                      <a:lnTo>
                        <a:pt x="725" y="378"/>
                      </a:lnTo>
                      <a:cubicBezTo>
                        <a:pt x="725" y="158"/>
                        <a:pt x="568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0" name="Google Shape;9232;p73">
                <a:extLst>
                  <a:ext uri="{FF2B5EF4-FFF2-40B4-BE49-F238E27FC236}">
                    <a16:creationId xmlns:a16="http://schemas.microsoft.com/office/drawing/2014/main" id="{BDDE475B-D6AD-2E2A-1710-20CF825C5067}"/>
                  </a:ext>
                </a:extLst>
              </p:cNvPr>
              <p:cNvGrpSpPr/>
              <p:nvPr/>
            </p:nvGrpSpPr>
            <p:grpSpPr>
              <a:xfrm>
                <a:off x="2694705" y="2282300"/>
                <a:ext cx="452652" cy="497951"/>
                <a:chOff x="1790525" y="2319150"/>
                <a:chExt cx="267800" cy="294600"/>
              </a:xfrm>
              <a:grpFill/>
            </p:grpSpPr>
            <p:sp>
              <p:nvSpPr>
                <p:cNvPr id="17778" name="Google Shape;9233;p73">
                  <a:extLst>
                    <a:ext uri="{FF2B5EF4-FFF2-40B4-BE49-F238E27FC236}">
                      <a16:creationId xmlns:a16="http://schemas.microsoft.com/office/drawing/2014/main" id="{FEA3D7CA-E8BF-5679-B13C-69BC8FF8B4AE}"/>
                    </a:ext>
                  </a:extLst>
                </p:cNvPr>
                <p:cNvSpPr/>
                <p:nvPr/>
              </p:nvSpPr>
              <p:spPr>
                <a:xfrm>
                  <a:off x="1881100" y="2423125"/>
                  <a:ext cx="882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207" extrusionOk="0">
                      <a:moveTo>
                        <a:pt x="1418" y="1323"/>
                      </a:moveTo>
                      <a:lnTo>
                        <a:pt x="1418" y="2741"/>
                      </a:lnTo>
                      <a:lnTo>
                        <a:pt x="1072" y="2741"/>
                      </a:lnTo>
                      <a:cubicBezTo>
                        <a:pt x="882" y="2741"/>
                        <a:pt x="725" y="2583"/>
                        <a:pt x="725" y="2394"/>
                      </a:cubicBezTo>
                      <a:lnTo>
                        <a:pt x="725" y="1701"/>
                      </a:lnTo>
                      <a:cubicBezTo>
                        <a:pt x="725" y="1481"/>
                        <a:pt x="882" y="1323"/>
                        <a:pt x="1072" y="1323"/>
                      </a:cubicBezTo>
                      <a:close/>
                      <a:moveTo>
                        <a:pt x="2458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lnTo>
                        <a:pt x="2804" y="4537"/>
                      </a:lnTo>
                      <a:cubicBezTo>
                        <a:pt x="2804" y="4726"/>
                        <a:pt x="2647" y="4883"/>
                        <a:pt x="2458" y="4883"/>
                      </a:cubicBezTo>
                      <a:lnTo>
                        <a:pt x="2111" y="4883"/>
                      </a:lnTo>
                      <a:lnTo>
                        <a:pt x="2111" y="3466"/>
                      </a:lnTo>
                      <a:close/>
                      <a:moveTo>
                        <a:pt x="1796" y="0"/>
                      </a:moveTo>
                      <a:cubicBezTo>
                        <a:pt x="1576" y="0"/>
                        <a:pt x="1418" y="158"/>
                        <a:pt x="1418" y="347"/>
                      </a:cubicBezTo>
                      <a:lnTo>
                        <a:pt x="1418" y="693"/>
                      </a:lnTo>
                      <a:lnTo>
                        <a:pt x="1072" y="693"/>
                      </a:lnTo>
                      <a:cubicBezTo>
                        <a:pt x="473" y="693"/>
                        <a:pt x="63" y="1166"/>
                        <a:pt x="63" y="1733"/>
                      </a:cubicBezTo>
                      <a:lnTo>
                        <a:pt x="63" y="2426"/>
                      </a:lnTo>
                      <a:cubicBezTo>
                        <a:pt x="63" y="3025"/>
                        <a:pt x="536" y="3466"/>
                        <a:pt x="1072" y="3466"/>
                      </a:cubicBezTo>
                      <a:lnTo>
                        <a:pt x="1418" y="3466"/>
                      </a:lnTo>
                      <a:lnTo>
                        <a:pt x="1418" y="4852"/>
                      </a:lnTo>
                      <a:lnTo>
                        <a:pt x="1072" y="4852"/>
                      </a:lnTo>
                      <a:cubicBezTo>
                        <a:pt x="882" y="4852"/>
                        <a:pt x="725" y="4694"/>
                        <a:pt x="725" y="4474"/>
                      </a:cubicBezTo>
                      <a:cubicBezTo>
                        <a:pt x="725" y="4285"/>
                        <a:pt x="567" y="4127"/>
                        <a:pt x="378" y="4127"/>
                      </a:cubicBezTo>
                      <a:cubicBezTo>
                        <a:pt x="158" y="4127"/>
                        <a:pt x="0" y="4285"/>
                        <a:pt x="0" y="4474"/>
                      </a:cubicBezTo>
                      <a:cubicBezTo>
                        <a:pt x="0" y="5072"/>
                        <a:pt x="473" y="5513"/>
                        <a:pt x="1040" y="5513"/>
                      </a:cubicBezTo>
                      <a:lnTo>
                        <a:pt x="1387" y="5513"/>
                      </a:lnTo>
                      <a:lnTo>
                        <a:pt x="1387" y="5860"/>
                      </a:lnTo>
                      <a:cubicBezTo>
                        <a:pt x="1387" y="6049"/>
                        <a:pt x="1544" y="6207"/>
                        <a:pt x="1733" y="6207"/>
                      </a:cubicBezTo>
                      <a:cubicBezTo>
                        <a:pt x="1954" y="6207"/>
                        <a:pt x="2111" y="6049"/>
                        <a:pt x="2111" y="5860"/>
                      </a:cubicBezTo>
                      <a:lnTo>
                        <a:pt x="2111" y="5545"/>
                      </a:lnTo>
                      <a:lnTo>
                        <a:pt x="2458" y="5545"/>
                      </a:lnTo>
                      <a:cubicBezTo>
                        <a:pt x="3056" y="5545"/>
                        <a:pt x="3466" y="5072"/>
                        <a:pt x="3466" y="4537"/>
                      </a:cubicBezTo>
                      <a:lnTo>
                        <a:pt x="3466" y="3812"/>
                      </a:lnTo>
                      <a:cubicBezTo>
                        <a:pt x="3466" y="3214"/>
                        <a:pt x="2993" y="2804"/>
                        <a:pt x="2458" y="2804"/>
                      </a:cubicBezTo>
                      <a:lnTo>
                        <a:pt x="2111" y="2804"/>
                      </a:lnTo>
                      <a:lnTo>
                        <a:pt x="2111" y="1386"/>
                      </a:lnTo>
                      <a:lnTo>
                        <a:pt x="2458" y="1386"/>
                      </a:lnTo>
                      <a:cubicBezTo>
                        <a:pt x="2647" y="1386"/>
                        <a:pt x="2804" y="1544"/>
                        <a:pt x="2804" y="1733"/>
                      </a:cubicBezTo>
                      <a:cubicBezTo>
                        <a:pt x="2804" y="1922"/>
                        <a:pt x="2962" y="2079"/>
                        <a:pt x="3151" y="2079"/>
                      </a:cubicBezTo>
                      <a:cubicBezTo>
                        <a:pt x="3371" y="2079"/>
                        <a:pt x="3529" y="1922"/>
                        <a:pt x="3529" y="1733"/>
                      </a:cubicBezTo>
                      <a:cubicBezTo>
                        <a:pt x="3529" y="1134"/>
                        <a:pt x="3056" y="693"/>
                        <a:pt x="2489" y="693"/>
                      </a:cubicBezTo>
                      <a:lnTo>
                        <a:pt x="2143" y="693"/>
                      </a:lnTo>
                      <a:lnTo>
                        <a:pt x="2143" y="347"/>
                      </a:lnTo>
                      <a:cubicBezTo>
                        <a:pt x="2143" y="158"/>
                        <a:pt x="1985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9" name="Google Shape;9234;p73">
                  <a:extLst>
                    <a:ext uri="{FF2B5EF4-FFF2-40B4-BE49-F238E27FC236}">
                      <a16:creationId xmlns:a16="http://schemas.microsoft.com/office/drawing/2014/main" id="{FFC9D3A1-5BD2-0EE4-B3EB-E01412A5B475}"/>
                    </a:ext>
                  </a:extLst>
                </p:cNvPr>
                <p:cNvSpPr/>
                <p:nvPr/>
              </p:nvSpPr>
              <p:spPr>
                <a:xfrm>
                  <a:off x="1790525" y="2319150"/>
                  <a:ext cx="2678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" h="11784" extrusionOk="0">
                      <a:moveTo>
                        <a:pt x="6427" y="662"/>
                      </a:moveTo>
                      <a:cubicBezTo>
                        <a:pt x="6837" y="662"/>
                        <a:pt x="7152" y="977"/>
                        <a:pt x="7152" y="1355"/>
                      </a:cubicBezTo>
                      <a:cubicBezTo>
                        <a:pt x="7152" y="1765"/>
                        <a:pt x="6837" y="2080"/>
                        <a:pt x="6427" y="2080"/>
                      </a:cubicBezTo>
                      <a:lnTo>
                        <a:pt x="6427" y="1702"/>
                      </a:lnTo>
                      <a:cubicBezTo>
                        <a:pt x="6427" y="1513"/>
                        <a:pt x="6270" y="1355"/>
                        <a:pt x="6081" y="1355"/>
                      </a:cubicBezTo>
                      <a:lnTo>
                        <a:pt x="4695" y="1355"/>
                      </a:lnTo>
                      <a:cubicBezTo>
                        <a:pt x="4505" y="1355"/>
                        <a:pt x="4348" y="1513"/>
                        <a:pt x="4348" y="1702"/>
                      </a:cubicBezTo>
                      <a:lnTo>
                        <a:pt x="4348" y="2080"/>
                      </a:lnTo>
                      <a:cubicBezTo>
                        <a:pt x="3938" y="2017"/>
                        <a:pt x="3623" y="1765"/>
                        <a:pt x="3623" y="1355"/>
                      </a:cubicBezTo>
                      <a:cubicBezTo>
                        <a:pt x="3623" y="977"/>
                        <a:pt x="3938" y="662"/>
                        <a:pt x="4348" y="662"/>
                      </a:cubicBezTo>
                      <a:close/>
                      <a:moveTo>
                        <a:pt x="5734" y="2017"/>
                      </a:moveTo>
                      <a:lnTo>
                        <a:pt x="5734" y="2741"/>
                      </a:lnTo>
                      <a:lnTo>
                        <a:pt x="5010" y="2741"/>
                      </a:lnTo>
                      <a:lnTo>
                        <a:pt x="5010" y="2017"/>
                      </a:lnTo>
                      <a:close/>
                      <a:moveTo>
                        <a:pt x="1418" y="1985"/>
                      </a:moveTo>
                      <a:lnTo>
                        <a:pt x="1859" y="2489"/>
                      </a:lnTo>
                      <a:lnTo>
                        <a:pt x="1355" y="2930"/>
                      </a:lnTo>
                      <a:lnTo>
                        <a:pt x="914" y="2426"/>
                      </a:lnTo>
                      <a:lnTo>
                        <a:pt x="1418" y="1985"/>
                      </a:lnTo>
                      <a:close/>
                      <a:moveTo>
                        <a:pt x="9357" y="1985"/>
                      </a:moveTo>
                      <a:lnTo>
                        <a:pt x="9861" y="2426"/>
                      </a:lnTo>
                      <a:lnTo>
                        <a:pt x="9420" y="2930"/>
                      </a:lnTo>
                      <a:lnTo>
                        <a:pt x="8916" y="2489"/>
                      </a:lnTo>
                      <a:lnTo>
                        <a:pt x="9357" y="1985"/>
                      </a:lnTo>
                      <a:close/>
                      <a:moveTo>
                        <a:pt x="5356" y="3434"/>
                      </a:moveTo>
                      <a:cubicBezTo>
                        <a:pt x="7467" y="3434"/>
                        <a:pt x="9200" y="5167"/>
                        <a:pt x="9200" y="7278"/>
                      </a:cubicBezTo>
                      <a:cubicBezTo>
                        <a:pt x="9200" y="9389"/>
                        <a:pt x="7498" y="11090"/>
                        <a:pt x="5356" y="11090"/>
                      </a:cubicBezTo>
                      <a:cubicBezTo>
                        <a:pt x="3277" y="11090"/>
                        <a:pt x="1544" y="9357"/>
                        <a:pt x="1544" y="7278"/>
                      </a:cubicBezTo>
                      <a:cubicBezTo>
                        <a:pt x="1576" y="5136"/>
                        <a:pt x="3277" y="3434"/>
                        <a:pt x="5356" y="3434"/>
                      </a:cubicBezTo>
                      <a:close/>
                      <a:moveTo>
                        <a:pt x="4316" y="0"/>
                      </a:moveTo>
                      <a:cubicBezTo>
                        <a:pt x="3560" y="0"/>
                        <a:pt x="2930" y="631"/>
                        <a:pt x="2930" y="1387"/>
                      </a:cubicBezTo>
                      <a:cubicBezTo>
                        <a:pt x="2930" y="2143"/>
                        <a:pt x="3560" y="2773"/>
                        <a:pt x="4316" y="2773"/>
                      </a:cubicBezTo>
                      <a:lnTo>
                        <a:pt x="4316" y="2899"/>
                      </a:lnTo>
                      <a:cubicBezTo>
                        <a:pt x="3749" y="3025"/>
                        <a:pt x="3214" y="3277"/>
                        <a:pt x="2741" y="3592"/>
                      </a:cubicBezTo>
                      <a:lnTo>
                        <a:pt x="2269" y="3056"/>
                      </a:lnTo>
                      <a:lnTo>
                        <a:pt x="2521" y="2804"/>
                      </a:lnTo>
                      <a:cubicBezTo>
                        <a:pt x="2741" y="2678"/>
                        <a:pt x="2741" y="2458"/>
                        <a:pt x="2615" y="2332"/>
                      </a:cubicBezTo>
                      <a:lnTo>
                        <a:pt x="1702" y="1292"/>
                      </a:lnTo>
                      <a:cubicBezTo>
                        <a:pt x="1631" y="1203"/>
                        <a:pt x="1530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7"/>
                      </a:lnTo>
                      <a:cubicBezTo>
                        <a:pt x="1106" y="3770"/>
                        <a:pt x="1199" y="3809"/>
                        <a:pt x="1291" y="3809"/>
                      </a:cubicBezTo>
                      <a:cubicBezTo>
                        <a:pt x="1372" y="3809"/>
                        <a:pt x="1453" y="3778"/>
                        <a:pt x="1513" y="3718"/>
                      </a:cubicBezTo>
                      <a:lnTo>
                        <a:pt x="1796" y="3498"/>
                      </a:lnTo>
                      <a:lnTo>
                        <a:pt x="2269" y="4033"/>
                      </a:lnTo>
                      <a:cubicBezTo>
                        <a:pt x="1387" y="4852"/>
                        <a:pt x="882" y="6018"/>
                        <a:pt x="882" y="7278"/>
                      </a:cubicBezTo>
                      <a:cubicBezTo>
                        <a:pt x="882" y="9735"/>
                        <a:pt x="2899" y="11783"/>
                        <a:pt x="5356" y="11783"/>
                      </a:cubicBezTo>
                      <a:cubicBezTo>
                        <a:pt x="7845" y="11783"/>
                        <a:pt x="9861" y="9735"/>
                        <a:pt x="9861" y="7278"/>
                      </a:cubicBezTo>
                      <a:cubicBezTo>
                        <a:pt x="9861" y="6081"/>
                        <a:pt x="9389" y="4915"/>
                        <a:pt x="8475" y="4033"/>
                      </a:cubicBezTo>
                      <a:lnTo>
                        <a:pt x="8948" y="3498"/>
                      </a:lnTo>
                      <a:lnTo>
                        <a:pt x="9231" y="3718"/>
                      </a:lnTo>
                      <a:cubicBezTo>
                        <a:pt x="9306" y="3778"/>
                        <a:pt x="9387" y="3809"/>
                        <a:pt x="9465" y="3809"/>
                      </a:cubicBezTo>
                      <a:cubicBezTo>
                        <a:pt x="9553" y="3809"/>
                        <a:pt x="9637" y="3770"/>
                        <a:pt x="9704" y="3687"/>
                      </a:cubicBezTo>
                      <a:lnTo>
                        <a:pt x="10617" y="2615"/>
                      </a:lnTo>
                      <a:cubicBezTo>
                        <a:pt x="10712" y="2458"/>
                        <a:pt x="10712" y="2269"/>
                        <a:pt x="10554" y="2143"/>
                      </a:cubicBezTo>
                      <a:lnTo>
                        <a:pt x="9515" y="1229"/>
                      </a:lnTo>
                      <a:cubicBezTo>
                        <a:pt x="9446" y="1188"/>
                        <a:pt x="9365" y="1165"/>
                        <a:pt x="9288" y="1165"/>
                      </a:cubicBezTo>
                      <a:cubicBezTo>
                        <a:pt x="9189" y="1165"/>
                        <a:pt x="9095" y="1203"/>
                        <a:pt x="9042" y="1292"/>
                      </a:cubicBezTo>
                      <a:lnTo>
                        <a:pt x="8129" y="2332"/>
                      </a:lnTo>
                      <a:cubicBezTo>
                        <a:pt x="8003" y="2489"/>
                        <a:pt x="8003" y="2710"/>
                        <a:pt x="8160" y="2804"/>
                      </a:cubicBezTo>
                      <a:lnTo>
                        <a:pt x="8444" y="3056"/>
                      </a:lnTo>
                      <a:lnTo>
                        <a:pt x="7971" y="3592"/>
                      </a:lnTo>
                      <a:cubicBezTo>
                        <a:pt x="7498" y="3245"/>
                        <a:pt x="6931" y="3025"/>
                        <a:pt x="6396" y="2899"/>
                      </a:cubicBezTo>
                      <a:lnTo>
                        <a:pt x="6396" y="2773"/>
                      </a:lnTo>
                      <a:cubicBezTo>
                        <a:pt x="7152" y="2773"/>
                        <a:pt x="7782" y="2143"/>
                        <a:pt x="7782" y="1387"/>
                      </a:cubicBezTo>
                      <a:cubicBezTo>
                        <a:pt x="7782" y="631"/>
                        <a:pt x="7152" y="0"/>
                        <a:pt x="6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1" name="Google Shape;9235;p73">
                <a:extLst>
                  <a:ext uri="{FF2B5EF4-FFF2-40B4-BE49-F238E27FC236}">
                    <a16:creationId xmlns:a16="http://schemas.microsoft.com/office/drawing/2014/main" id="{32CA1CD2-9C53-A202-BAE4-8AC7C6E1B30D}"/>
                  </a:ext>
                </a:extLst>
              </p:cNvPr>
              <p:cNvSpPr/>
              <p:nvPr/>
            </p:nvSpPr>
            <p:spPr>
              <a:xfrm>
                <a:off x="2670025" y="2923979"/>
                <a:ext cx="501965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1879" h="11878" extrusionOk="0">
                    <a:moveTo>
                      <a:pt x="5892" y="693"/>
                    </a:moveTo>
                    <a:cubicBezTo>
                      <a:pt x="6302" y="693"/>
                      <a:pt x="6617" y="1008"/>
                      <a:pt x="6617" y="1418"/>
                    </a:cubicBezTo>
                    <a:cubicBezTo>
                      <a:pt x="6617" y="1796"/>
                      <a:pt x="6302" y="2111"/>
                      <a:pt x="5892" y="2111"/>
                    </a:cubicBezTo>
                    <a:cubicBezTo>
                      <a:pt x="5514" y="2111"/>
                      <a:pt x="5199" y="1796"/>
                      <a:pt x="5199" y="1418"/>
                    </a:cubicBezTo>
                    <a:cubicBezTo>
                      <a:pt x="5231" y="1008"/>
                      <a:pt x="5546" y="693"/>
                      <a:pt x="5892" y="693"/>
                    </a:cubicBezTo>
                    <a:close/>
                    <a:moveTo>
                      <a:pt x="5892" y="2741"/>
                    </a:moveTo>
                    <a:cubicBezTo>
                      <a:pt x="6837" y="2741"/>
                      <a:pt x="7625" y="3529"/>
                      <a:pt x="7625" y="4505"/>
                    </a:cubicBezTo>
                    <a:lnTo>
                      <a:pt x="7625" y="5545"/>
                    </a:lnTo>
                    <a:lnTo>
                      <a:pt x="4159" y="5545"/>
                    </a:lnTo>
                    <a:lnTo>
                      <a:pt x="4159" y="4505"/>
                    </a:lnTo>
                    <a:cubicBezTo>
                      <a:pt x="4159" y="3529"/>
                      <a:pt x="4947" y="2741"/>
                      <a:pt x="5892" y="2741"/>
                    </a:cubicBezTo>
                    <a:close/>
                    <a:moveTo>
                      <a:pt x="8381" y="5104"/>
                    </a:moveTo>
                    <a:cubicBezTo>
                      <a:pt x="9326" y="5356"/>
                      <a:pt x="9767" y="5703"/>
                      <a:pt x="9767" y="5892"/>
                    </a:cubicBezTo>
                    <a:cubicBezTo>
                      <a:pt x="9767" y="6238"/>
                      <a:pt x="8381" y="6931"/>
                      <a:pt x="5955" y="6931"/>
                    </a:cubicBezTo>
                    <a:cubicBezTo>
                      <a:pt x="5898" y="6932"/>
                      <a:pt x="5842" y="6932"/>
                      <a:pt x="5787" y="6932"/>
                    </a:cubicBezTo>
                    <a:cubicBezTo>
                      <a:pt x="3434" y="6932"/>
                      <a:pt x="2112" y="6292"/>
                      <a:pt x="2112" y="5892"/>
                    </a:cubicBezTo>
                    <a:cubicBezTo>
                      <a:pt x="2112" y="5703"/>
                      <a:pt x="2553" y="5388"/>
                      <a:pt x="3498" y="5104"/>
                    </a:cubicBezTo>
                    <a:lnTo>
                      <a:pt x="3498" y="5892"/>
                    </a:lnTo>
                    <a:cubicBezTo>
                      <a:pt x="3498" y="6081"/>
                      <a:pt x="3655" y="6238"/>
                      <a:pt x="3844" y="6238"/>
                    </a:cubicBezTo>
                    <a:lnTo>
                      <a:pt x="8034" y="6238"/>
                    </a:lnTo>
                    <a:cubicBezTo>
                      <a:pt x="8223" y="6238"/>
                      <a:pt x="8381" y="6081"/>
                      <a:pt x="8381" y="5892"/>
                    </a:cubicBezTo>
                    <a:lnTo>
                      <a:pt x="8381" y="5104"/>
                    </a:lnTo>
                    <a:close/>
                    <a:moveTo>
                      <a:pt x="1765" y="10428"/>
                    </a:moveTo>
                    <a:cubicBezTo>
                      <a:pt x="2427" y="10428"/>
                      <a:pt x="2805" y="10680"/>
                      <a:pt x="2805" y="10775"/>
                    </a:cubicBezTo>
                    <a:cubicBezTo>
                      <a:pt x="2805" y="10869"/>
                      <a:pt x="2427" y="11121"/>
                      <a:pt x="1765" y="11121"/>
                    </a:cubicBezTo>
                    <a:cubicBezTo>
                      <a:pt x="1072" y="11121"/>
                      <a:pt x="694" y="10869"/>
                      <a:pt x="694" y="10775"/>
                    </a:cubicBezTo>
                    <a:cubicBezTo>
                      <a:pt x="694" y="10712"/>
                      <a:pt x="1072" y="10428"/>
                      <a:pt x="1765" y="10428"/>
                    </a:cubicBezTo>
                    <a:close/>
                    <a:moveTo>
                      <a:pt x="5955" y="10428"/>
                    </a:moveTo>
                    <a:cubicBezTo>
                      <a:pt x="6617" y="10428"/>
                      <a:pt x="6963" y="10712"/>
                      <a:pt x="6963" y="10775"/>
                    </a:cubicBezTo>
                    <a:cubicBezTo>
                      <a:pt x="6963" y="10869"/>
                      <a:pt x="6617" y="11121"/>
                      <a:pt x="5955" y="11121"/>
                    </a:cubicBezTo>
                    <a:cubicBezTo>
                      <a:pt x="5262" y="11121"/>
                      <a:pt x="4915" y="10869"/>
                      <a:pt x="4915" y="10775"/>
                    </a:cubicBezTo>
                    <a:cubicBezTo>
                      <a:pt x="4915" y="10712"/>
                      <a:pt x="5262" y="10428"/>
                      <a:pt x="5955" y="10428"/>
                    </a:cubicBezTo>
                    <a:close/>
                    <a:moveTo>
                      <a:pt x="10082" y="10428"/>
                    </a:moveTo>
                    <a:cubicBezTo>
                      <a:pt x="10775" y="10428"/>
                      <a:pt x="11153" y="10680"/>
                      <a:pt x="11153" y="10775"/>
                    </a:cubicBezTo>
                    <a:cubicBezTo>
                      <a:pt x="11153" y="10869"/>
                      <a:pt x="10775" y="11121"/>
                      <a:pt x="10082" y="11121"/>
                    </a:cubicBezTo>
                    <a:cubicBezTo>
                      <a:pt x="9421" y="11121"/>
                      <a:pt x="9043" y="10869"/>
                      <a:pt x="9043" y="10775"/>
                    </a:cubicBezTo>
                    <a:cubicBezTo>
                      <a:pt x="9043" y="10712"/>
                      <a:pt x="9421" y="10428"/>
                      <a:pt x="10082" y="10428"/>
                    </a:cubicBezTo>
                    <a:close/>
                    <a:moveTo>
                      <a:pt x="5987" y="0"/>
                    </a:moveTo>
                    <a:cubicBezTo>
                      <a:pt x="5231" y="0"/>
                      <a:pt x="4600" y="630"/>
                      <a:pt x="4600" y="1355"/>
                    </a:cubicBezTo>
                    <a:cubicBezTo>
                      <a:pt x="4600" y="1733"/>
                      <a:pt x="4726" y="2016"/>
                      <a:pt x="4947" y="2300"/>
                    </a:cubicBezTo>
                    <a:cubicBezTo>
                      <a:pt x="4159" y="2710"/>
                      <a:pt x="3624" y="3497"/>
                      <a:pt x="3561" y="4442"/>
                    </a:cubicBezTo>
                    <a:cubicBezTo>
                      <a:pt x="2742" y="4631"/>
                      <a:pt x="1481" y="5072"/>
                      <a:pt x="1481" y="5923"/>
                    </a:cubicBezTo>
                    <a:cubicBezTo>
                      <a:pt x="1481" y="6679"/>
                      <a:pt x="2427" y="7120"/>
                      <a:pt x="3151" y="7309"/>
                    </a:cubicBezTo>
                    <a:lnTo>
                      <a:pt x="1954" y="9798"/>
                    </a:lnTo>
                    <a:lnTo>
                      <a:pt x="1828" y="9798"/>
                    </a:lnTo>
                    <a:cubicBezTo>
                      <a:pt x="851" y="9798"/>
                      <a:pt x="64" y="10239"/>
                      <a:pt x="64" y="10806"/>
                    </a:cubicBezTo>
                    <a:cubicBezTo>
                      <a:pt x="1" y="11373"/>
                      <a:pt x="725" y="11846"/>
                      <a:pt x="1765" y="11846"/>
                    </a:cubicBezTo>
                    <a:cubicBezTo>
                      <a:pt x="2679" y="11846"/>
                      <a:pt x="3498" y="11436"/>
                      <a:pt x="3498" y="10806"/>
                    </a:cubicBezTo>
                    <a:cubicBezTo>
                      <a:pt x="3498" y="10334"/>
                      <a:pt x="3057" y="10019"/>
                      <a:pt x="2584" y="9924"/>
                    </a:cubicBezTo>
                    <a:lnTo>
                      <a:pt x="3781" y="7498"/>
                    </a:lnTo>
                    <a:cubicBezTo>
                      <a:pt x="4317" y="7624"/>
                      <a:pt x="4947" y="7656"/>
                      <a:pt x="5577" y="7719"/>
                    </a:cubicBezTo>
                    <a:lnTo>
                      <a:pt x="5577" y="9830"/>
                    </a:lnTo>
                    <a:cubicBezTo>
                      <a:pt x="4947" y="9924"/>
                      <a:pt x="4222" y="10239"/>
                      <a:pt x="4222" y="10869"/>
                    </a:cubicBezTo>
                    <a:cubicBezTo>
                      <a:pt x="4222" y="11499"/>
                      <a:pt x="5041" y="11877"/>
                      <a:pt x="5955" y="11877"/>
                    </a:cubicBezTo>
                    <a:cubicBezTo>
                      <a:pt x="6837" y="11877"/>
                      <a:pt x="7688" y="11499"/>
                      <a:pt x="7688" y="10869"/>
                    </a:cubicBezTo>
                    <a:cubicBezTo>
                      <a:pt x="7688" y="10239"/>
                      <a:pt x="6932" y="9924"/>
                      <a:pt x="6302" y="9830"/>
                    </a:cubicBezTo>
                    <a:lnTo>
                      <a:pt x="6302" y="7719"/>
                    </a:lnTo>
                    <a:cubicBezTo>
                      <a:pt x="6932" y="7719"/>
                      <a:pt x="7562" y="7624"/>
                      <a:pt x="8097" y="7498"/>
                    </a:cubicBezTo>
                    <a:lnTo>
                      <a:pt x="9295" y="9924"/>
                    </a:lnTo>
                    <a:cubicBezTo>
                      <a:pt x="8822" y="10082"/>
                      <a:pt x="8381" y="10334"/>
                      <a:pt x="8381" y="10806"/>
                    </a:cubicBezTo>
                    <a:cubicBezTo>
                      <a:pt x="8381" y="11436"/>
                      <a:pt x="9200" y="11846"/>
                      <a:pt x="10114" y="11846"/>
                    </a:cubicBezTo>
                    <a:cubicBezTo>
                      <a:pt x="11090" y="11846"/>
                      <a:pt x="11878" y="11405"/>
                      <a:pt x="11878" y="10806"/>
                    </a:cubicBezTo>
                    <a:cubicBezTo>
                      <a:pt x="11878" y="10239"/>
                      <a:pt x="11153" y="9798"/>
                      <a:pt x="10114" y="9798"/>
                    </a:cubicBezTo>
                    <a:lnTo>
                      <a:pt x="9988" y="9798"/>
                    </a:lnTo>
                    <a:lnTo>
                      <a:pt x="8822" y="7309"/>
                    </a:lnTo>
                    <a:cubicBezTo>
                      <a:pt x="9515" y="7120"/>
                      <a:pt x="10460" y="6679"/>
                      <a:pt x="10460" y="5923"/>
                    </a:cubicBezTo>
                    <a:cubicBezTo>
                      <a:pt x="10460" y="5072"/>
                      <a:pt x="9200" y="4631"/>
                      <a:pt x="8381" y="4442"/>
                    </a:cubicBezTo>
                    <a:cubicBezTo>
                      <a:pt x="8350" y="3497"/>
                      <a:pt x="7782" y="2710"/>
                      <a:pt x="6995" y="2300"/>
                    </a:cubicBezTo>
                    <a:cubicBezTo>
                      <a:pt x="7247" y="2080"/>
                      <a:pt x="7341" y="1764"/>
                      <a:pt x="7341" y="1355"/>
                    </a:cubicBezTo>
                    <a:cubicBezTo>
                      <a:pt x="7341" y="630"/>
                      <a:pt x="6711" y="0"/>
                      <a:pt x="59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2" name="Google Shape;9236;p73">
                <a:extLst>
                  <a:ext uri="{FF2B5EF4-FFF2-40B4-BE49-F238E27FC236}">
                    <a16:creationId xmlns:a16="http://schemas.microsoft.com/office/drawing/2014/main" id="{79098A00-3278-121A-53EE-CC7E00CEAC5B}"/>
                  </a:ext>
                </a:extLst>
              </p:cNvPr>
              <p:cNvGrpSpPr/>
              <p:nvPr/>
            </p:nvGrpSpPr>
            <p:grpSpPr>
              <a:xfrm>
                <a:off x="5851480" y="1688532"/>
                <a:ext cx="500612" cy="499303"/>
                <a:chOff x="3599700" y="1954475"/>
                <a:chExt cx="296175" cy="295400"/>
              </a:xfrm>
              <a:grpFill/>
            </p:grpSpPr>
            <p:sp>
              <p:nvSpPr>
                <p:cNvPr id="17775" name="Google Shape;9237;p73">
                  <a:extLst>
                    <a:ext uri="{FF2B5EF4-FFF2-40B4-BE49-F238E27FC236}">
                      <a16:creationId xmlns:a16="http://schemas.microsoft.com/office/drawing/2014/main" id="{984888A6-E6EF-CDCD-8CCB-4BFC800278C5}"/>
                    </a:ext>
                  </a:extLst>
                </p:cNvPr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16" extrusionOk="0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6" name="Google Shape;9238;p73">
                  <a:extLst>
                    <a:ext uri="{FF2B5EF4-FFF2-40B4-BE49-F238E27FC236}">
                      <a16:creationId xmlns:a16="http://schemas.microsoft.com/office/drawing/2014/main" id="{17FB0CFF-E1A7-478C-C7CF-C2D860788CF7}"/>
                    </a:ext>
                  </a:extLst>
                </p:cNvPr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7" name="Google Shape;9239;p73">
                  <a:extLst>
                    <a:ext uri="{FF2B5EF4-FFF2-40B4-BE49-F238E27FC236}">
                      <a16:creationId xmlns:a16="http://schemas.microsoft.com/office/drawing/2014/main" id="{FD3DB83D-EDA0-0BD2-9C35-AC434AE155E4}"/>
                    </a:ext>
                  </a:extLst>
                </p:cNvPr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3" name="Google Shape;9240;p73">
                <a:extLst>
                  <a:ext uri="{FF2B5EF4-FFF2-40B4-BE49-F238E27FC236}">
                    <a16:creationId xmlns:a16="http://schemas.microsoft.com/office/drawing/2014/main" id="{EB6EF0CD-931A-4332-62C2-619A7F7340F1}"/>
                  </a:ext>
                </a:extLst>
              </p:cNvPr>
              <p:cNvGrpSpPr/>
              <p:nvPr/>
            </p:nvGrpSpPr>
            <p:grpSpPr>
              <a:xfrm>
                <a:off x="5852810" y="2282300"/>
                <a:ext cx="497951" cy="497951"/>
                <a:chOff x="3601275" y="2319150"/>
                <a:chExt cx="294600" cy="294600"/>
              </a:xfrm>
              <a:grpFill/>
            </p:grpSpPr>
            <p:sp>
              <p:nvSpPr>
                <p:cNvPr id="17773" name="Google Shape;9241;p73">
                  <a:extLst>
                    <a:ext uri="{FF2B5EF4-FFF2-40B4-BE49-F238E27FC236}">
                      <a16:creationId xmlns:a16="http://schemas.microsoft.com/office/drawing/2014/main" id="{986A50F0-1798-3DBE-3930-C771EA53FDBB}"/>
                    </a:ext>
                  </a:extLst>
                </p:cNvPr>
                <p:cNvSpPr/>
                <p:nvPr/>
              </p:nvSpPr>
              <p:spPr>
                <a:xfrm>
                  <a:off x="3601275" y="2319150"/>
                  <a:ext cx="2946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84" extrusionOk="0">
                      <a:moveTo>
                        <a:pt x="8223" y="694"/>
                      </a:moveTo>
                      <a:cubicBezTo>
                        <a:pt x="8696" y="725"/>
                        <a:pt x="9168" y="914"/>
                        <a:pt x="9546" y="1198"/>
                      </a:cubicBezTo>
                      <a:lnTo>
                        <a:pt x="7057" y="3687"/>
                      </a:lnTo>
                      <a:cubicBezTo>
                        <a:pt x="6774" y="3498"/>
                        <a:pt x="6459" y="3340"/>
                        <a:pt x="6144" y="3245"/>
                      </a:cubicBezTo>
                      <a:lnTo>
                        <a:pt x="8223" y="694"/>
                      </a:lnTo>
                      <a:close/>
                      <a:moveTo>
                        <a:pt x="10523" y="1198"/>
                      </a:moveTo>
                      <a:cubicBezTo>
                        <a:pt x="10838" y="1576"/>
                        <a:pt x="11027" y="2111"/>
                        <a:pt x="11027" y="2615"/>
                      </a:cubicBezTo>
                      <a:lnTo>
                        <a:pt x="8286" y="4852"/>
                      </a:lnTo>
                      <a:lnTo>
                        <a:pt x="7561" y="4159"/>
                      </a:lnTo>
                      <a:lnTo>
                        <a:pt x="10523" y="1198"/>
                      </a:lnTo>
                      <a:close/>
                      <a:moveTo>
                        <a:pt x="5592" y="3923"/>
                      </a:moveTo>
                      <a:cubicBezTo>
                        <a:pt x="6033" y="3923"/>
                        <a:pt x="6474" y="4096"/>
                        <a:pt x="6805" y="4443"/>
                      </a:cubicBezTo>
                      <a:cubicBezTo>
                        <a:pt x="7498" y="5104"/>
                        <a:pt x="7498" y="6207"/>
                        <a:pt x="6805" y="6869"/>
                      </a:cubicBezTo>
                      <a:cubicBezTo>
                        <a:pt x="6474" y="7199"/>
                        <a:pt x="6033" y="7365"/>
                        <a:pt x="5592" y="7365"/>
                      </a:cubicBezTo>
                      <a:cubicBezTo>
                        <a:pt x="5151" y="7365"/>
                        <a:pt x="4710" y="7199"/>
                        <a:pt x="4379" y="6869"/>
                      </a:cubicBezTo>
                      <a:cubicBezTo>
                        <a:pt x="3718" y="6207"/>
                        <a:pt x="3718" y="5104"/>
                        <a:pt x="4379" y="4443"/>
                      </a:cubicBezTo>
                      <a:cubicBezTo>
                        <a:pt x="4710" y="4096"/>
                        <a:pt x="5151" y="3923"/>
                        <a:pt x="5592" y="3923"/>
                      </a:cubicBezTo>
                      <a:close/>
                      <a:moveTo>
                        <a:pt x="8034" y="5577"/>
                      </a:moveTo>
                      <a:lnTo>
                        <a:pt x="8191" y="5734"/>
                      </a:lnTo>
                      <a:cubicBezTo>
                        <a:pt x="8696" y="6270"/>
                        <a:pt x="9326" y="6742"/>
                        <a:pt x="10019" y="7058"/>
                      </a:cubicBezTo>
                      <a:lnTo>
                        <a:pt x="9420" y="7278"/>
                      </a:lnTo>
                      <a:cubicBezTo>
                        <a:pt x="9263" y="7310"/>
                        <a:pt x="9168" y="7467"/>
                        <a:pt x="9168" y="7593"/>
                      </a:cubicBezTo>
                      <a:lnTo>
                        <a:pt x="9168" y="8066"/>
                      </a:lnTo>
                      <a:cubicBezTo>
                        <a:pt x="8601" y="7814"/>
                        <a:pt x="8034" y="7467"/>
                        <a:pt x="7561" y="7058"/>
                      </a:cubicBezTo>
                      <a:cubicBezTo>
                        <a:pt x="7876" y="6648"/>
                        <a:pt x="8034" y="6175"/>
                        <a:pt x="8034" y="5608"/>
                      </a:cubicBezTo>
                      <a:lnTo>
                        <a:pt x="8034" y="5577"/>
                      </a:lnTo>
                      <a:close/>
                      <a:moveTo>
                        <a:pt x="3245" y="6081"/>
                      </a:moveTo>
                      <a:cubicBezTo>
                        <a:pt x="3308" y="6427"/>
                        <a:pt x="3466" y="6806"/>
                        <a:pt x="3655" y="7058"/>
                      </a:cubicBezTo>
                      <a:lnTo>
                        <a:pt x="1197" y="9546"/>
                      </a:lnTo>
                      <a:cubicBezTo>
                        <a:pt x="882" y="9200"/>
                        <a:pt x="662" y="8696"/>
                        <a:pt x="630" y="8160"/>
                      </a:cubicBezTo>
                      <a:lnTo>
                        <a:pt x="3245" y="6081"/>
                      </a:lnTo>
                      <a:close/>
                      <a:moveTo>
                        <a:pt x="7057" y="7593"/>
                      </a:moveTo>
                      <a:cubicBezTo>
                        <a:pt x="7435" y="8066"/>
                        <a:pt x="7813" y="8601"/>
                        <a:pt x="8034" y="9200"/>
                      </a:cubicBezTo>
                      <a:lnTo>
                        <a:pt x="7561" y="9200"/>
                      </a:lnTo>
                      <a:cubicBezTo>
                        <a:pt x="7404" y="9200"/>
                        <a:pt x="7278" y="9263"/>
                        <a:pt x="7246" y="9420"/>
                      </a:cubicBezTo>
                      <a:lnTo>
                        <a:pt x="7057" y="10019"/>
                      </a:lnTo>
                      <a:cubicBezTo>
                        <a:pt x="6742" y="9357"/>
                        <a:pt x="6270" y="8727"/>
                        <a:pt x="5766" y="8223"/>
                      </a:cubicBezTo>
                      <a:lnTo>
                        <a:pt x="5608" y="8066"/>
                      </a:lnTo>
                      <a:lnTo>
                        <a:pt x="5640" y="8066"/>
                      </a:lnTo>
                      <a:cubicBezTo>
                        <a:pt x="6144" y="8066"/>
                        <a:pt x="6648" y="7877"/>
                        <a:pt x="7057" y="7593"/>
                      </a:cubicBezTo>
                      <a:close/>
                      <a:moveTo>
                        <a:pt x="4096" y="7625"/>
                      </a:moveTo>
                      <a:lnTo>
                        <a:pt x="4820" y="8318"/>
                      </a:lnTo>
                      <a:lnTo>
                        <a:pt x="2552" y="11090"/>
                      </a:lnTo>
                      <a:cubicBezTo>
                        <a:pt x="2048" y="11059"/>
                        <a:pt x="1575" y="10901"/>
                        <a:pt x="1134" y="10586"/>
                      </a:cubicBezTo>
                      <a:lnTo>
                        <a:pt x="4096" y="7625"/>
                      </a:lnTo>
                      <a:close/>
                      <a:moveTo>
                        <a:pt x="8160" y="0"/>
                      </a:moveTo>
                      <a:cubicBezTo>
                        <a:pt x="8034" y="0"/>
                        <a:pt x="7971" y="63"/>
                        <a:pt x="7876" y="126"/>
                      </a:cubicBezTo>
                      <a:lnTo>
                        <a:pt x="5356" y="3245"/>
                      </a:lnTo>
                      <a:cubicBezTo>
                        <a:pt x="4852" y="3308"/>
                        <a:pt x="4348" y="3529"/>
                        <a:pt x="3938" y="3970"/>
                      </a:cubicBezTo>
                      <a:cubicBezTo>
                        <a:pt x="3592" y="4317"/>
                        <a:pt x="3340" y="4758"/>
                        <a:pt x="3277" y="5262"/>
                      </a:cubicBezTo>
                      <a:lnTo>
                        <a:pt x="126" y="7782"/>
                      </a:lnTo>
                      <a:cubicBezTo>
                        <a:pt x="32" y="7845"/>
                        <a:pt x="0" y="7940"/>
                        <a:pt x="0" y="8066"/>
                      </a:cubicBezTo>
                      <a:cubicBezTo>
                        <a:pt x="0" y="8790"/>
                        <a:pt x="284" y="9546"/>
                        <a:pt x="756" y="10114"/>
                      </a:cubicBezTo>
                      <a:lnTo>
                        <a:pt x="473" y="10366"/>
                      </a:lnTo>
                      <a:cubicBezTo>
                        <a:pt x="410" y="10460"/>
                        <a:pt x="347" y="10523"/>
                        <a:pt x="347" y="10618"/>
                      </a:cubicBezTo>
                      <a:cubicBezTo>
                        <a:pt x="347" y="10681"/>
                        <a:pt x="410" y="10807"/>
                        <a:pt x="473" y="10838"/>
                      </a:cubicBezTo>
                      <a:cubicBezTo>
                        <a:pt x="1103" y="11468"/>
                        <a:pt x="1922" y="11783"/>
                        <a:pt x="2804" y="11783"/>
                      </a:cubicBezTo>
                      <a:cubicBezTo>
                        <a:pt x="2930" y="11783"/>
                        <a:pt x="2993" y="11752"/>
                        <a:pt x="3088" y="11657"/>
                      </a:cubicBezTo>
                      <a:lnTo>
                        <a:pt x="5388" y="8790"/>
                      </a:lnTo>
                      <a:cubicBezTo>
                        <a:pt x="6018" y="9452"/>
                        <a:pt x="6553" y="10303"/>
                        <a:pt x="6805" y="11153"/>
                      </a:cubicBezTo>
                      <a:cubicBezTo>
                        <a:pt x="6868" y="11311"/>
                        <a:pt x="7026" y="11405"/>
                        <a:pt x="7120" y="11405"/>
                      </a:cubicBezTo>
                      <a:cubicBezTo>
                        <a:pt x="7278" y="11405"/>
                        <a:pt x="7404" y="11311"/>
                        <a:pt x="7435" y="11153"/>
                      </a:cubicBezTo>
                      <a:lnTo>
                        <a:pt x="7845" y="9924"/>
                      </a:lnTo>
                      <a:lnTo>
                        <a:pt x="8601" y="9924"/>
                      </a:lnTo>
                      <a:cubicBezTo>
                        <a:pt x="8696" y="9924"/>
                        <a:pt x="8790" y="9893"/>
                        <a:pt x="8853" y="9767"/>
                      </a:cubicBezTo>
                      <a:cubicBezTo>
                        <a:pt x="8948" y="9704"/>
                        <a:pt x="8948" y="9578"/>
                        <a:pt x="8916" y="9452"/>
                      </a:cubicBezTo>
                      <a:cubicBezTo>
                        <a:pt x="8790" y="9137"/>
                        <a:pt x="8664" y="8822"/>
                        <a:pt x="8507" y="8507"/>
                      </a:cubicBezTo>
                      <a:lnTo>
                        <a:pt x="8507" y="8507"/>
                      </a:lnTo>
                      <a:cubicBezTo>
                        <a:pt x="8822" y="8664"/>
                        <a:pt x="9137" y="8790"/>
                        <a:pt x="9452" y="8916"/>
                      </a:cubicBezTo>
                      <a:cubicBezTo>
                        <a:pt x="9489" y="8926"/>
                        <a:pt x="9526" y="8929"/>
                        <a:pt x="9561" y="8929"/>
                      </a:cubicBezTo>
                      <a:cubicBezTo>
                        <a:pt x="9646" y="8929"/>
                        <a:pt x="9722" y="8907"/>
                        <a:pt x="9767" y="8885"/>
                      </a:cubicBezTo>
                      <a:cubicBezTo>
                        <a:pt x="9861" y="8790"/>
                        <a:pt x="9924" y="8727"/>
                        <a:pt x="9924" y="8601"/>
                      </a:cubicBezTo>
                      <a:lnTo>
                        <a:pt x="9924" y="7845"/>
                      </a:lnTo>
                      <a:lnTo>
                        <a:pt x="11153" y="7467"/>
                      </a:lnTo>
                      <a:cubicBezTo>
                        <a:pt x="11310" y="7404"/>
                        <a:pt x="11373" y="7247"/>
                        <a:pt x="11373" y="7152"/>
                      </a:cubicBezTo>
                      <a:cubicBezTo>
                        <a:pt x="11373" y="6995"/>
                        <a:pt x="11310" y="6869"/>
                        <a:pt x="11153" y="6837"/>
                      </a:cubicBezTo>
                      <a:cubicBezTo>
                        <a:pt x="10271" y="6553"/>
                        <a:pt x="9452" y="6049"/>
                        <a:pt x="8790" y="5419"/>
                      </a:cubicBezTo>
                      <a:lnTo>
                        <a:pt x="11657" y="3088"/>
                      </a:lnTo>
                      <a:cubicBezTo>
                        <a:pt x="11689" y="2962"/>
                        <a:pt x="11783" y="2867"/>
                        <a:pt x="11783" y="2773"/>
                      </a:cubicBezTo>
                      <a:cubicBezTo>
                        <a:pt x="11783" y="1922"/>
                        <a:pt x="11436" y="1072"/>
                        <a:pt x="10838" y="442"/>
                      </a:cubicBezTo>
                      <a:cubicBezTo>
                        <a:pt x="10775" y="379"/>
                        <a:pt x="10688" y="347"/>
                        <a:pt x="10602" y="347"/>
                      </a:cubicBezTo>
                      <a:cubicBezTo>
                        <a:pt x="10515" y="347"/>
                        <a:pt x="10428" y="379"/>
                        <a:pt x="10365" y="442"/>
                      </a:cubicBezTo>
                      <a:lnTo>
                        <a:pt x="10082" y="725"/>
                      </a:lnTo>
                      <a:cubicBezTo>
                        <a:pt x="9546" y="284"/>
                        <a:pt x="8853" y="0"/>
                        <a:pt x="81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4" name="Google Shape;9242;p73">
                  <a:extLst>
                    <a:ext uri="{FF2B5EF4-FFF2-40B4-BE49-F238E27FC236}">
                      <a16:creationId xmlns:a16="http://schemas.microsoft.com/office/drawing/2014/main" id="{1772D930-7849-D50A-5D1B-87E8F315D01A}"/>
                    </a:ext>
                  </a:extLst>
                </p:cNvPr>
                <p:cNvSpPr/>
                <p:nvPr/>
              </p:nvSpPr>
              <p:spPr>
                <a:xfrm>
                  <a:off x="3713900" y="2434350"/>
                  <a:ext cx="5595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88" extrusionOk="0">
                      <a:moveTo>
                        <a:pt x="1087" y="685"/>
                      </a:moveTo>
                      <a:cubicBezTo>
                        <a:pt x="1174" y="685"/>
                        <a:pt x="1261" y="717"/>
                        <a:pt x="1324" y="780"/>
                      </a:cubicBezTo>
                      <a:cubicBezTo>
                        <a:pt x="1450" y="874"/>
                        <a:pt x="1450" y="1126"/>
                        <a:pt x="1324" y="1252"/>
                      </a:cubicBezTo>
                      <a:cubicBezTo>
                        <a:pt x="1261" y="1300"/>
                        <a:pt x="1174" y="1323"/>
                        <a:pt x="1087" y="1323"/>
                      </a:cubicBezTo>
                      <a:cubicBezTo>
                        <a:pt x="1001" y="1323"/>
                        <a:pt x="914" y="1300"/>
                        <a:pt x="851" y="1252"/>
                      </a:cubicBezTo>
                      <a:cubicBezTo>
                        <a:pt x="725" y="1126"/>
                        <a:pt x="725" y="937"/>
                        <a:pt x="851" y="780"/>
                      </a:cubicBezTo>
                      <a:cubicBezTo>
                        <a:pt x="914" y="717"/>
                        <a:pt x="1001" y="685"/>
                        <a:pt x="1087" y="685"/>
                      </a:cubicBezTo>
                      <a:close/>
                      <a:moveTo>
                        <a:pt x="1115" y="0"/>
                      </a:moveTo>
                      <a:cubicBezTo>
                        <a:pt x="851" y="0"/>
                        <a:pt x="583" y="102"/>
                        <a:pt x="378" y="307"/>
                      </a:cubicBezTo>
                      <a:cubicBezTo>
                        <a:pt x="0" y="685"/>
                        <a:pt x="0" y="1347"/>
                        <a:pt x="378" y="1756"/>
                      </a:cubicBezTo>
                      <a:cubicBezTo>
                        <a:pt x="583" y="1977"/>
                        <a:pt x="851" y="2087"/>
                        <a:pt x="1115" y="2087"/>
                      </a:cubicBezTo>
                      <a:cubicBezTo>
                        <a:pt x="1379" y="2087"/>
                        <a:pt x="1639" y="1977"/>
                        <a:pt x="1828" y="1756"/>
                      </a:cubicBezTo>
                      <a:cubicBezTo>
                        <a:pt x="2237" y="1347"/>
                        <a:pt x="2237" y="685"/>
                        <a:pt x="1828" y="307"/>
                      </a:cubicBezTo>
                      <a:cubicBezTo>
                        <a:pt x="1639" y="102"/>
                        <a:pt x="1379" y="0"/>
                        <a:pt x="11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4" name="Google Shape;9243;p73">
                <a:extLst>
                  <a:ext uri="{FF2B5EF4-FFF2-40B4-BE49-F238E27FC236}">
                    <a16:creationId xmlns:a16="http://schemas.microsoft.com/office/drawing/2014/main" id="{22256679-40BE-57CF-B73E-9DCB28F8B071}"/>
                  </a:ext>
                </a:extLst>
              </p:cNvPr>
              <p:cNvSpPr/>
              <p:nvPr/>
            </p:nvSpPr>
            <p:spPr>
              <a:xfrm>
                <a:off x="5852086" y="2925310"/>
                <a:ext cx="499303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815" extrusionOk="0">
                    <a:moveTo>
                      <a:pt x="6207" y="693"/>
                    </a:moveTo>
                    <a:cubicBezTo>
                      <a:pt x="7877" y="819"/>
                      <a:pt x="9326" y="1670"/>
                      <a:pt x="10208" y="2993"/>
                    </a:cubicBezTo>
                    <a:lnTo>
                      <a:pt x="6207" y="5293"/>
                    </a:lnTo>
                    <a:lnTo>
                      <a:pt x="6207" y="693"/>
                    </a:lnTo>
                    <a:close/>
                    <a:moveTo>
                      <a:pt x="10555" y="3623"/>
                    </a:moveTo>
                    <a:cubicBezTo>
                      <a:pt x="10901" y="4316"/>
                      <a:pt x="11090" y="5104"/>
                      <a:pt x="11090" y="5923"/>
                    </a:cubicBezTo>
                    <a:cubicBezTo>
                      <a:pt x="11090" y="7026"/>
                      <a:pt x="10744" y="8097"/>
                      <a:pt x="10114" y="8979"/>
                    </a:cubicBezTo>
                    <a:lnTo>
                      <a:pt x="6491" y="5986"/>
                    </a:lnTo>
                    <a:lnTo>
                      <a:pt x="10555" y="3623"/>
                    </a:lnTo>
                    <a:close/>
                    <a:moveTo>
                      <a:pt x="5546" y="693"/>
                    </a:moveTo>
                    <a:lnTo>
                      <a:pt x="5546" y="5892"/>
                    </a:lnTo>
                    <a:cubicBezTo>
                      <a:pt x="5546" y="6018"/>
                      <a:pt x="5577" y="6081"/>
                      <a:pt x="5672" y="6175"/>
                    </a:cubicBezTo>
                    <a:lnTo>
                      <a:pt x="9673" y="9483"/>
                    </a:lnTo>
                    <a:cubicBezTo>
                      <a:pt x="8728" y="10491"/>
                      <a:pt x="7373" y="11121"/>
                      <a:pt x="5892" y="11121"/>
                    </a:cubicBezTo>
                    <a:cubicBezTo>
                      <a:pt x="3025" y="11121"/>
                      <a:pt x="662" y="8822"/>
                      <a:pt x="662" y="5892"/>
                    </a:cubicBezTo>
                    <a:cubicBezTo>
                      <a:pt x="662" y="3151"/>
                      <a:pt x="2836" y="851"/>
                      <a:pt x="5546" y="693"/>
                    </a:cubicBezTo>
                    <a:close/>
                    <a:moveTo>
                      <a:pt x="5892" y="0"/>
                    </a:moveTo>
                    <a:cubicBezTo>
                      <a:pt x="2647" y="0"/>
                      <a:pt x="1" y="2615"/>
                      <a:pt x="1" y="5892"/>
                    </a:cubicBezTo>
                    <a:cubicBezTo>
                      <a:pt x="1" y="9168"/>
                      <a:pt x="2647" y="11814"/>
                      <a:pt x="5892" y="11814"/>
                    </a:cubicBezTo>
                    <a:cubicBezTo>
                      <a:pt x="9169" y="11814"/>
                      <a:pt x="11815" y="9168"/>
                      <a:pt x="11815" y="5892"/>
                    </a:cubicBezTo>
                    <a:cubicBezTo>
                      <a:pt x="11815" y="2678"/>
                      <a:pt x="9137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5" name="Google Shape;9244;p73">
                <a:extLst>
                  <a:ext uri="{FF2B5EF4-FFF2-40B4-BE49-F238E27FC236}">
                    <a16:creationId xmlns:a16="http://schemas.microsoft.com/office/drawing/2014/main" id="{7489D1CA-71B9-1897-D273-7DDAA29158ED}"/>
                  </a:ext>
                </a:extLst>
              </p:cNvPr>
              <p:cNvGrpSpPr/>
              <p:nvPr/>
            </p:nvGrpSpPr>
            <p:grpSpPr>
              <a:xfrm>
                <a:off x="9032639" y="1687898"/>
                <a:ext cx="469977" cy="500571"/>
                <a:chOff x="5421475" y="1945825"/>
                <a:chExt cx="278050" cy="296150"/>
              </a:xfrm>
              <a:grpFill/>
            </p:grpSpPr>
            <p:sp>
              <p:nvSpPr>
                <p:cNvPr id="17765" name="Google Shape;9245;p73">
                  <a:extLst>
                    <a:ext uri="{FF2B5EF4-FFF2-40B4-BE49-F238E27FC236}">
                      <a16:creationId xmlns:a16="http://schemas.microsoft.com/office/drawing/2014/main" id="{D31036E0-1490-215E-8B44-B2E8868F380C}"/>
                    </a:ext>
                  </a:extLst>
                </p:cNvPr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9704" extrusionOk="0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6" name="Google Shape;9246;p73">
                  <a:extLst>
                    <a:ext uri="{FF2B5EF4-FFF2-40B4-BE49-F238E27FC236}">
                      <a16:creationId xmlns:a16="http://schemas.microsoft.com/office/drawing/2014/main" id="{529547DA-5E2B-FBB2-CDCC-B88F596E6303}"/>
                    </a:ext>
                  </a:extLst>
                </p:cNvPr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76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7" name="Google Shape;9247;p73">
                  <a:extLst>
                    <a:ext uri="{FF2B5EF4-FFF2-40B4-BE49-F238E27FC236}">
                      <a16:creationId xmlns:a16="http://schemas.microsoft.com/office/drawing/2014/main" id="{A5E7FF3E-8926-4DCD-E327-952FE3F5566B}"/>
                    </a:ext>
                  </a:extLst>
                </p:cNvPr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8" name="Google Shape;9248;p73">
                  <a:extLst>
                    <a:ext uri="{FF2B5EF4-FFF2-40B4-BE49-F238E27FC236}">
                      <a16:creationId xmlns:a16="http://schemas.microsoft.com/office/drawing/2014/main" id="{D17C568C-B18F-58B6-1D98-3AC6331E427C}"/>
                    </a:ext>
                  </a:extLst>
                </p:cNvPr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9" name="Google Shape;9249;p73">
                  <a:extLst>
                    <a:ext uri="{FF2B5EF4-FFF2-40B4-BE49-F238E27FC236}">
                      <a16:creationId xmlns:a16="http://schemas.microsoft.com/office/drawing/2014/main" id="{3EBAAEE1-7168-D0DC-21F4-954BB0707B02}"/>
                    </a:ext>
                  </a:extLst>
                </p:cNvPr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0" name="Google Shape;9250;p73">
                  <a:extLst>
                    <a:ext uri="{FF2B5EF4-FFF2-40B4-BE49-F238E27FC236}">
                      <a16:creationId xmlns:a16="http://schemas.microsoft.com/office/drawing/2014/main" id="{C1B3B1FF-2D1E-9DC5-EBF8-C8501F144730}"/>
                    </a:ext>
                  </a:extLst>
                </p:cNvPr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5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1" name="Google Shape;9251;p73">
                  <a:extLst>
                    <a:ext uri="{FF2B5EF4-FFF2-40B4-BE49-F238E27FC236}">
                      <a16:creationId xmlns:a16="http://schemas.microsoft.com/office/drawing/2014/main" id="{EF670C8F-1918-0F24-4D0D-4660144E0182}"/>
                    </a:ext>
                  </a:extLst>
                </p:cNvPr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53" extrusionOk="0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2" name="Google Shape;9252;p73">
                  <a:extLst>
                    <a:ext uri="{FF2B5EF4-FFF2-40B4-BE49-F238E27FC236}">
                      <a16:creationId xmlns:a16="http://schemas.microsoft.com/office/drawing/2014/main" id="{0E01833B-3147-6802-176B-441DBCCFF6C5}"/>
                    </a:ext>
                  </a:extLst>
                </p:cNvPr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76" extrusionOk="0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6" name="Google Shape;9253;p73">
                <a:extLst>
                  <a:ext uri="{FF2B5EF4-FFF2-40B4-BE49-F238E27FC236}">
                    <a16:creationId xmlns:a16="http://schemas.microsoft.com/office/drawing/2014/main" id="{77A18426-313E-DF63-9AD8-CC0C67C8C16D}"/>
                  </a:ext>
                </a:extLst>
              </p:cNvPr>
              <p:cNvSpPr/>
              <p:nvPr/>
            </p:nvSpPr>
            <p:spPr>
              <a:xfrm>
                <a:off x="9014587" y="2279632"/>
                <a:ext cx="505937" cy="503276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10" extrusionOk="0">
                    <a:moveTo>
                      <a:pt x="11027" y="662"/>
                    </a:moveTo>
                    <a:lnTo>
                      <a:pt x="11027" y="1387"/>
                    </a:lnTo>
                    <a:lnTo>
                      <a:pt x="8601" y="1387"/>
                    </a:lnTo>
                    <a:cubicBezTo>
                      <a:pt x="8412" y="1387"/>
                      <a:pt x="8255" y="1229"/>
                      <a:pt x="8255" y="1040"/>
                    </a:cubicBezTo>
                    <a:cubicBezTo>
                      <a:pt x="8255" y="820"/>
                      <a:pt x="8412" y="662"/>
                      <a:pt x="8601" y="662"/>
                    </a:cubicBezTo>
                    <a:close/>
                    <a:moveTo>
                      <a:pt x="10366" y="2048"/>
                    </a:moveTo>
                    <a:lnTo>
                      <a:pt x="10366" y="2773"/>
                    </a:lnTo>
                    <a:lnTo>
                      <a:pt x="7940" y="2773"/>
                    </a:lnTo>
                    <a:cubicBezTo>
                      <a:pt x="7926" y="2775"/>
                      <a:pt x="7912" y="2776"/>
                      <a:pt x="7899" y="2776"/>
                    </a:cubicBezTo>
                    <a:cubicBezTo>
                      <a:pt x="7728" y="2776"/>
                      <a:pt x="7593" y="2599"/>
                      <a:pt x="7593" y="2395"/>
                    </a:cubicBezTo>
                    <a:cubicBezTo>
                      <a:pt x="7593" y="2206"/>
                      <a:pt x="7751" y="2048"/>
                      <a:pt x="7940" y="2048"/>
                    </a:cubicBezTo>
                    <a:close/>
                    <a:moveTo>
                      <a:pt x="11027" y="3466"/>
                    </a:moveTo>
                    <a:lnTo>
                      <a:pt x="11027" y="4191"/>
                    </a:lnTo>
                    <a:lnTo>
                      <a:pt x="8601" y="4191"/>
                    </a:lnTo>
                    <a:cubicBezTo>
                      <a:pt x="8412" y="4191"/>
                      <a:pt x="8255" y="4033"/>
                      <a:pt x="8255" y="3812"/>
                    </a:cubicBezTo>
                    <a:cubicBezTo>
                      <a:pt x="8255" y="3623"/>
                      <a:pt x="8412" y="3466"/>
                      <a:pt x="8601" y="3466"/>
                    </a:cubicBezTo>
                    <a:close/>
                    <a:moveTo>
                      <a:pt x="1292" y="4884"/>
                    </a:moveTo>
                    <a:lnTo>
                      <a:pt x="1292" y="5608"/>
                    </a:lnTo>
                    <a:lnTo>
                      <a:pt x="568" y="5608"/>
                    </a:lnTo>
                    <a:lnTo>
                      <a:pt x="568" y="4884"/>
                    </a:lnTo>
                    <a:close/>
                    <a:moveTo>
                      <a:pt x="11027" y="4884"/>
                    </a:moveTo>
                    <a:lnTo>
                      <a:pt x="11027" y="5608"/>
                    </a:lnTo>
                    <a:lnTo>
                      <a:pt x="6207" y="5608"/>
                    </a:lnTo>
                    <a:lnTo>
                      <a:pt x="6207" y="4884"/>
                    </a:lnTo>
                    <a:close/>
                    <a:moveTo>
                      <a:pt x="3718" y="2080"/>
                    </a:moveTo>
                    <a:cubicBezTo>
                      <a:pt x="4663" y="2080"/>
                      <a:pt x="5482" y="2867"/>
                      <a:pt x="5482" y="3844"/>
                    </a:cubicBezTo>
                    <a:lnTo>
                      <a:pt x="5482" y="5955"/>
                    </a:lnTo>
                    <a:cubicBezTo>
                      <a:pt x="5482" y="6144"/>
                      <a:pt x="5325" y="6301"/>
                      <a:pt x="5136" y="6301"/>
                    </a:cubicBezTo>
                    <a:lnTo>
                      <a:pt x="2300" y="6301"/>
                    </a:lnTo>
                    <a:cubicBezTo>
                      <a:pt x="2111" y="6301"/>
                      <a:pt x="1954" y="6144"/>
                      <a:pt x="1954" y="5955"/>
                    </a:cubicBezTo>
                    <a:lnTo>
                      <a:pt x="1954" y="3844"/>
                    </a:lnTo>
                    <a:cubicBezTo>
                      <a:pt x="1954" y="2899"/>
                      <a:pt x="2742" y="2080"/>
                      <a:pt x="3718" y="2080"/>
                    </a:cubicBezTo>
                    <a:close/>
                    <a:moveTo>
                      <a:pt x="11027" y="6301"/>
                    </a:moveTo>
                    <a:lnTo>
                      <a:pt x="11027" y="7688"/>
                    </a:lnTo>
                    <a:lnTo>
                      <a:pt x="7593" y="7688"/>
                    </a:lnTo>
                    <a:lnTo>
                      <a:pt x="7593" y="6301"/>
                    </a:lnTo>
                    <a:lnTo>
                      <a:pt x="8948" y="6301"/>
                    </a:lnTo>
                    <a:lnTo>
                      <a:pt x="8948" y="6648"/>
                    </a:lnTo>
                    <a:cubicBezTo>
                      <a:pt x="8948" y="6868"/>
                      <a:pt x="9106" y="7026"/>
                      <a:pt x="9326" y="7026"/>
                    </a:cubicBezTo>
                    <a:cubicBezTo>
                      <a:pt x="9515" y="7026"/>
                      <a:pt x="9673" y="6868"/>
                      <a:pt x="9673" y="6648"/>
                    </a:cubicBezTo>
                    <a:lnTo>
                      <a:pt x="9673" y="6301"/>
                    </a:lnTo>
                    <a:close/>
                    <a:moveTo>
                      <a:pt x="4443" y="8349"/>
                    </a:moveTo>
                    <a:cubicBezTo>
                      <a:pt x="4852" y="8349"/>
                      <a:pt x="5293" y="8633"/>
                      <a:pt x="5419" y="9074"/>
                    </a:cubicBezTo>
                    <a:lnTo>
                      <a:pt x="2080" y="9074"/>
                    </a:lnTo>
                    <a:cubicBezTo>
                      <a:pt x="2237" y="8664"/>
                      <a:pt x="2616" y="8349"/>
                      <a:pt x="3057" y="8349"/>
                    </a:cubicBezTo>
                    <a:close/>
                    <a:moveTo>
                      <a:pt x="11027" y="8349"/>
                    </a:moveTo>
                    <a:lnTo>
                      <a:pt x="11027" y="9735"/>
                    </a:lnTo>
                    <a:lnTo>
                      <a:pt x="7593" y="9735"/>
                    </a:lnTo>
                    <a:lnTo>
                      <a:pt x="7593" y="8349"/>
                    </a:lnTo>
                    <a:lnTo>
                      <a:pt x="8948" y="8349"/>
                    </a:lnTo>
                    <a:lnTo>
                      <a:pt x="8948" y="8696"/>
                    </a:lnTo>
                    <a:cubicBezTo>
                      <a:pt x="8948" y="8916"/>
                      <a:pt x="9106" y="9074"/>
                      <a:pt x="9326" y="9074"/>
                    </a:cubicBezTo>
                    <a:cubicBezTo>
                      <a:pt x="9515" y="9074"/>
                      <a:pt x="9673" y="8916"/>
                      <a:pt x="9673" y="8696"/>
                    </a:cubicBezTo>
                    <a:lnTo>
                      <a:pt x="9673" y="8349"/>
                    </a:lnTo>
                    <a:close/>
                    <a:moveTo>
                      <a:pt x="8633" y="0"/>
                    </a:moveTo>
                    <a:cubicBezTo>
                      <a:pt x="8066" y="0"/>
                      <a:pt x="7625" y="473"/>
                      <a:pt x="7625" y="1040"/>
                    </a:cubicBezTo>
                    <a:cubicBezTo>
                      <a:pt x="7625" y="1135"/>
                      <a:pt x="7656" y="1292"/>
                      <a:pt x="7688" y="1418"/>
                    </a:cubicBezTo>
                    <a:cubicBezTo>
                      <a:pt x="7278" y="1544"/>
                      <a:pt x="6963" y="1922"/>
                      <a:pt x="6963" y="2395"/>
                    </a:cubicBezTo>
                    <a:cubicBezTo>
                      <a:pt x="6963" y="2678"/>
                      <a:pt x="7058" y="2962"/>
                      <a:pt x="7278" y="3151"/>
                    </a:cubicBezTo>
                    <a:cubicBezTo>
                      <a:pt x="7373" y="3308"/>
                      <a:pt x="7530" y="3403"/>
                      <a:pt x="7751" y="3434"/>
                    </a:cubicBezTo>
                    <a:cubicBezTo>
                      <a:pt x="7688" y="3560"/>
                      <a:pt x="7656" y="3655"/>
                      <a:pt x="7656" y="3812"/>
                    </a:cubicBezTo>
                    <a:cubicBezTo>
                      <a:pt x="7656" y="3939"/>
                      <a:pt x="7688" y="4065"/>
                      <a:pt x="7751" y="4191"/>
                    </a:cubicBezTo>
                    <a:lnTo>
                      <a:pt x="6270" y="4191"/>
                    </a:lnTo>
                    <a:lnTo>
                      <a:pt x="6270" y="3812"/>
                    </a:lnTo>
                    <a:cubicBezTo>
                      <a:pt x="6270" y="2489"/>
                      <a:pt x="5167" y="1387"/>
                      <a:pt x="3844" y="1387"/>
                    </a:cubicBezTo>
                    <a:cubicBezTo>
                      <a:pt x="2490" y="1387"/>
                      <a:pt x="1387" y="2489"/>
                      <a:pt x="1387" y="3812"/>
                    </a:cubicBezTo>
                    <a:lnTo>
                      <a:pt x="1387" y="4191"/>
                    </a:lnTo>
                    <a:lnTo>
                      <a:pt x="379" y="4191"/>
                    </a:lnTo>
                    <a:cubicBezTo>
                      <a:pt x="158" y="4191"/>
                      <a:pt x="1" y="4348"/>
                      <a:pt x="1" y="4537"/>
                    </a:cubicBezTo>
                    <a:lnTo>
                      <a:pt x="1" y="11500"/>
                    </a:lnTo>
                    <a:cubicBezTo>
                      <a:pt x="1" y="11689"/>
                      <a:pt x="158" y="11846"/>
                      <a:pt x="379" y="11846"/>
                    </a:cubicBezTo>
                    <a:cubicBezTo>
                      <a:pt x="568" y="11846"/>
                      <a:pt x="725" y="11689"/>
                      <a:pt x="725" y="11500"/>
                    </a:cubicBezTo>
                    <a:lnTo>
                      <a:pt x="725" y="6301"/>
                    </a:lnTo>
                    <a:lnTo>
                      <a:pt x="1481" y="6301"/>
                    </a:lnTo>
                    <a:cubicBezTo>
                      <a:pt x="1639" y="6711"/>
                      <a:pt x="1985" y="7026"/>
                      <a:pt x="2458" y="7026"/>
                    </a:cubicBezTo>
                    <a:lnTo>
                      <a:pt x="3529" y="7026"/>
                    </a:lnTo>
                    <a:lnTo>
                      <a:pt x="3529" y="7719"/>
                    </a:lnTo>
                    <a:lnTo>
                      <a:pt x="3151" y="7719"/>
                    </a:lnTo>
                    <a:cubicBezTo>
                      <a:pt x="2237" y="7719"/>
                      <a:pt x="1387" y="8507"/>
                      <a:pt x="1387" y="9452"/>
                    </a:cubicBezTo>
                    <a:cubicBezTo>
                      <a:pt x="1387" y="9641"/>
                      <a:pt x="1544" y="9798"/>
                      <a:pt x="1733" y="9798"/>
                    </a:cubicBezTo>
                    <a:lnTo>
                      <a:pt x="3529" y="9798"/>
                    </a:lnTo>
                    <a:lnTo>
                      <a:pt x="3529" y="10523"/>
                    </a:lnTo>
                    <a:lnTo>
                      <a:pt x="2458" y="10523"/>
                    </a:lnTo>
                    <a:cubicBezTo>
                      <a:pt x="1859" y="10523"/>
                      <a:pt x="1418" y="10996"/>
                      <a:pt x="1418" y="11531"/>
                    </a:cubicBezTo>
                    <a:cubicBezTo>
                      <a:pt x="1418" y="11752"/>
                      <a:pt x="1576" y="11909"/>
                      <a:pt x="1796" y="11909"/>
                    </a:cubicBezTo>
                    <a:cubicBezTo>
                      <a:pt x="1985" y="11909"/>
                      <a:pt x="2143" y="11752"/>
                      <a:pt x="2143" y="11531"/>
                    </a:cubicBezTo>
                    <a:cubicBezTo>
                      <a:pt x="2143" y="11342"/>
                      <a:pt x="2300" y="11185"/>
                      <a:pt x="2490" y="11185"/>
                    </a:cubicBezTo>
                    <a:lnTo>
                      <a:pt x="3561" y="11185"/>
                    </a:lnTo>
                    <a:lnTo>
                      <a:pt x="3561" y="11531"/>
                    </a:lnTo>
                    <a:cubicBezTo>
                      <a:pt x="3561" y="11752"/>
                      <a:pt x="3718" y="11909"/>
                      <a:pt x="3907" y="11909"/>
                    </a:cubicBezTo>
                    <a:cubicBezTo>
                      <a:pt x="4096" y="11909"/>
                      <a:pt x="4254" y="11752"/>
                      <a:pt x="4254" y="11531"/>
                    </a:cubicBezTo>
                    <a:lnTo>
                      <a:pt x="4254" y="11185"/>
                    </a:lnTo>
                    <a:lnTo>
                      <a:pt x="5325" y="11185"/>
                    </a:lnTo>
                    <a:cubicBezTo>
                      <a:pt x="5514" y="11185"/>
                      <a:pt x="5672" y="11342"/>
                      <a:pt x="5672" y="11531"/>
                    </a:cubicBezTo>
                    <a:cubicBezTo>
                      <a:pt x="5672" y="11752"/>
                      <a:pt x="5829" y="11909"/>
                      <a:pt x="6050" y="11909"/>
                    </a:cubicBezTo>
                    <a:cubicBezTo>
                      <a:pt x="6239" y="11909"/>
                      <a:pt x="6396" y="11752"/>
                      <a:pt x="6396" y="11531"/>
                    </a:cubicBezTo>
                    <a:cubicBezTo>
                      <a:pt x="6396" y="10964"/>
                      <a:pt x="5924" y="10523"/>
                      <a:pt x="5356" y="10523"/>
                    </a:cubicBezTo>
                    <a:lnTo>
                      <a:pt x="4317" y="10523"/>
                    </a:lnTo>
                    <a:lnTo>
                      <a:pt x="4317" y="9798"/>
                    </a:lnTo>
                    <a:lnTo>
                      <a:pt x="6081" y="9798"/>
                    </a:lnTo>
                    <a:cubicBezTo>
                      <a:pt x="6270" y="9798"/>
                      <a:pt x="6428" y="9641"/>
                      <a:pt x="6428" y="9452"/>
                    </a:cubicBezTo>
                    <a:cubicBezTo>
                      <a:pt x="6428" y="8507"/>
                      <a:pt x="5640" y="7719"/>
                      <a:pt x="4663" y="7719"/>
                    </a:cubicBezTo>
                    <a:lnTo>
                      <a:pt x="4317" y="7719"/>
                    </a:lnTo>
                    <a:lnTo>
                      <a:pt x="4317" y="7026"/>
                    </a:lnTo>
                    <a:lnTo>
                      <a:pt x="5356" y="7026"/>
                    </a:lnTo>
                    <a:cubicBezTo>
                      <a:pt x="5798" y="7026"/>
                      <a:pt x="6207" y="6742"/>
                      <a:pt x="6365" y="6301"/>
                    </a:cubicBezTo>
                    <a:lnTo>
                      <a:pt x="7089" y="6301"/>
                    </a:lnTo>
                    <a:lnTo>
                      <a:pt x="7089" y="11500"/>
                    </a:lnTo>
                    <a:cubicBezTo>
                      <a:pt x="7089" y="11689"/>
                      <a:pt x="7247" y="11846"/>
                      <a:pt x="7467" y="11846"/>
                    </a:cubicBezTo>
                    <a:cubicBezTo>
                      <a:pt x="7656" y="11846"/>
                      <a:pt x="7814" y="11689"/>
                      <a:pt x="7814" y="11500"/>
                    </a:cubicBezTo>
                    <a:lnTo>
                      <a:pt x="7814" y="10492"/>
                    </a:lnTo>
                    <a:lnTo>
                      <a:pt x="11279" y="10492"/>
                    </a:lnTo>
                    <a:lnTo>
                      <a:pt x="11279" y="11500"/>
                    </a:lnTo>
                    <a:cubicBezTo>
                      <a:pt x="11279" y="11689"/>
                      <a:pt x="11437" y="11846"/>
                      <a:pt x="11626" y="11846"/>
                    </a:cubicBezTo>
                    <a:cubicBezTo>
                      <a:pt x="11815" y="11846"/>
                      <a:pt x="11972" y="11689"/>
                      <a:pt x="11972" y="11500"/>
                    </a:cubicBezTo>
                    <a:lnTo>
                      <a:pt x="11972" y="3151"/>
                    </a:lnTo>
                    <a:cubicBezTo>
                      <a:pt x="11972" y="2962"/>
                      <a:pt x="11815" y="2804"/>
                      <a:pt x="11626" y="2804"/>
                    </a:cubicBezTo>
                    <a:lnTo>
                      <a:pt x="11279" y="2804"/>
                    </a:lnTo>
                    <a:lnTo>
                      <a:pt x="11279" y="2080"/>
                    </a:lnTo>
                    <a:lnTo>
                      <a:pt x="11626" y="2080"/>
                    </a:lnTo>
                    <a:cubicBezTo>
                      <a:pt x="11815" y="2080"/>
                      <a:pt x="11972" y="1922"/>
                      <a:pt x="11972" y="1733"/>
                    </a:cubicBezTo>
                    <a:lnTo>
                      <a:pt x="11972" y="347"/>
                    </a:lnTo>
                    <a:cubicBezTo>
                      <a:pt x="11752" y="158"/>
                      <a:pt x="11594" y="0"/>
                      <a:pt x="114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7" name="Google Shape;9254;p73">
                <a:extLst>
                  <a:ext uri="{FF2B5EF4-FFF2-40B4-BE49-F238E27FC236}">
                    <a16:creationId xmlns:a16="http://schemas.microsoft.com/office/drawing/2014/main" id="{72FB360D-7A90-9A4A-2A7E-E887E021CE9E}"/>
                  </a:ext>
                </a:extLst>
              </p:cNvPr>
              <p:cNvGrpSpPr/>
              <p:nvPr/>
            </p:nvGrpSpPr>
            <p:grpSpPr>
              <a:xfrm>
                <a:off x="9016666" y="3013844"/>
                <a:ext cx="501923" cy="322206"/>
                <a:chOff x="5411225" y="2726350"/>
                <a:chExt cx="296950" cy="190625"/>
              </a:xfrm>
              <a:grpFill/>
            </p:grpSpPr>
            <p:sp>
              <p:nvSpPr>
                <p:cNvPr id="17763" name="Google Shape;9255;p73">
                  <a:extLst>
                    <a:ext uri="{FF2B5EF4-FFF2-40B4-BE49-F238E27FC236}">
                      <a16:creationId xmlns:a16="http://schemas.microsoft.com/office/drawing/2014/main" id="{DE98A84E-4A61-74D3-3E50-57DF3490DC39}"/>
                    </a:ext>
                  </a:extLst>
                </p:cNvPr>
                <p:cNvSpPr/>
                <p:nvPr/>
              </p:nvSpPr>
              <p:spPr>
                <a:xfrm>
                  <a:off x="5534100" y="2794875"/>
                  <a:ext cx="520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2049" extrusionOk="0">
                      <a:moveTo>
                        <a:pt x="1009" y="662"/>
                      </a:moveTo>
                      <a:cubicBezTo>
                        <a:pt x="1229" y="662"/>
                        <a:pt x="1387" y="851"/>
                        <a:pt x="1387" y="1040"/>
                      </a:cubicBezTo>
                      <a:cubicBezTo>
                        <a:pt x="1387" y="1229"/>
                        <a:pt x="1229" y="1387"/>
                        <a:pt x="1009" y="1387"/>
                      </a:cubicBezTo>
                      <a:cubicBezTo>
                        <a:pt x="819" y="1387"/>
                        <a:pt x="662" y="1229"/>
                        <a:pt x="662" y="1040"/>
                      </a:cubicBezTo>
                      <a:cubicBezTo>
                        <a:pt x="662" y="851"/>
                        <a:pt x="819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9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80" y="473"/>
                        <a:pt x="1607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4" name="Google Shape;9256;p73">
                  <a:extLst>
                    <a:ext uri="{FF2B5EF4-FFF2-40B4-BE49-F238E27FC236}">
                      <a16:creationId xmlns:a16="http://schemas.microsoft.com/office/drawing/2014/main" id="{EE281632-F59E-F87D-52DA-DCC1C76AB9F0}"/>
                    </a:ext>
                  </a:extLst>
                </p:cNvPr>
                <p:cNvSpPr/>
                <p:nvPr/>
              </p:nvSpPr>
              <p:spPr>
                <a:xfrm>
                  <a:off x="5411225" y="2726350"/>
                  <a:ext cx="296950" cy="19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7625" extrusionOk="0">
                      <a:moveTo>
                        <a:pt x="5924" y="662"/>
                      </a:moveTo>
                      <a:cubicBezTo>
                        <a:pt x="7404" y="662"/>
                        <a:pt x="8759" y="1576"/>
                        <a:pt x="9641" y="2332"/>
                      </a:cubicBezTo>
                      <a:cubicBezTo>
                        <a:pt x="9736" y="2395"/>
                        <a:pt x="9830" y="2489"/>
                        <a:pt x="9925" y="2584"/>
                      </a:cubicBezTo>
                      <a:cubicBezTo>
                        <a:pt x="8696" y="2080"/>
                        <a:pt x="7278" y="1733"/>
                        <a:pt x="5924" y="1733"/>
                      </a:cubicBezTo>
                      <a:cubicBezTo>
                        <a:pt x="4569" y="1733"/>
                        <a:pt x="3183" y="2080"/>
                        <a:pt x="1954" y="2584"/>
                      </a:cubicBezTo>
                      <a:cubicBezTo>
                        <a:pt x="2048" y="2521"/>
                        <a:pt x="2111" y="2458"/>
                        <a:pt x="2206" y="2395"/>
                      </a:cubicBezTo>
                      <a:cubicBezTo>
                        <a:pt x="3151" y="1544"/>
                        <a:pt x="4474" y="662"/>
                        <a:pt x="5924" y="662"/>
                      </a:cubicBezTo>
                      <a:close/>
                      <a:moveTo>
                        <a:pt x="5924" y="2426"/>
                      </a:moveTo>
                      <a:cubicBezTo>
                        <a:pt x="6333" y="2426"/>
                        <a:pt x="6711" y="2489"/>
                        <a:pt x="7089" y="2521"/>
                      </a:cubicBezTo>
                      <a:cubicBezTo>
                        <a:pt x="7467" y="2836"/>
                        <a:pt x="7656" y="3308"/>
                        <a:pt x="7656" y="3813"/>
                      </a:cubicBezTo>
                      <a:cubicBezTo>
                        <a:pt x="7656" y="4758"/>
                        <a:pt x="6869" y="5545"/>
                        <a:pt x="5924" y="5545"/>
                      </a:cubicBezTo>
                      <a:cubicBezTo>
                        <a:pt x="4978" y="5545"/>
                        <a:pt x="4191" y="4758"/>
                        <a:pt x="4191" y="3813"/>
                      </a:cubicBezTo>
                      <a:cubicBezTo>
                        <a:pt x="4191" y="3308"/>
                        <a:pt x="4411" y="2836"/>
                        <a:pt x="4789" y="2521"/>
                      </a:cubicBezTo>
                      <a:cubicBezTo>
                        <a:pt x="5136" y="2489"/>
                        <a:pt x="5545" y="2426"/>
                        <a:pt x="5924" y="2426"/>
                      </a:cubicBezTo>
                      <a:close/>
                      <a:moveTo>
                        <a:pt x="3781" y="2710"/>
                      </a:moveTo>
                      <a:lnTo>
                        <a:pt x="3781" y="2710"/>
                      </a:lnTo>
                      <a:cubicBezTo>
                        <a:pt x="3624" y="3056"/>
                        <a:pt x="3498" y="3434"/>
                        <a:pt x="3498" y="3813"/>
                      </a:cubicBezTo>
                      <a:cubicBezTo>
                        <a:pt x="3498" y="5167"/>
                        <a:pt x="4600" y="6270"/>
                        <a:pt x="5924" y="6270"/>
                      </a:cubicBezTo>
                      <a:cubicBezTo>
                        <a:pt x="7278" y="6270"/>
                        <a:pt x="8381" y="5167"/>
                        <a:pt x="8381" y="3813"/>
                      </a:cubicBezTo>
                      <a:cubicBezTo>
                        <a:pt x="8381" y="3434"/>
                        <a:pt x="8286" y="3056"/>
                        <a:pt x="8097" y="2710"/>
                      </a:cubicBezTo>
                      <a:lnTo>
                        <a:pt x="8097" y="2710"/>
                      </a:lnTo>
                      <a:cubicBezTo>
                        <a:pt x="9137" y="2993"/>
                        <a:pt x="10145" y="3434"/>
                        <a:pt x="11027" y="3907"/>
                      </a:cubicBezTo>
                      <a:cubicBezTo>
                        <a:pt x="10744" y="4222"/>
                        <a:pt x="10240" y="4789"/>
                        <a:pt x="9547" y="5356"/>
                      </a:cubicBezTo>
                      <a:cubicBezTo>
                        <a:pt x="8601" y="6144"/>
                        <a:pt x="7310" y="6932"/>
                        <a:pt x="5924" y="6932"/>
                      </a:cubicBezTo>
                      <a:cubicBezTo>
                        <a:pt x="4474" y="6932"/>
                        <a:pt x="3088" y="6018"/>
                        <a:pt x="2237" y="5262"/>
                      </a:cubicBezTo>
                      <a:cubicBezTo>
                        <a:pt x="1607" y="4726"/>
                        <a:pt x="1135" y="4222"/>
                        <a:pt x="851" y="3907"/>
                      </a:cubicBezTo>
                      <a:cubicBezTo>
                        <a:pt x="1733" y="3371"/>
                        <a:pt x="2710" y="2962"/>
                        <a:pt x="3781" y="2710"/>
                      </a:cubicBezTo>
                      <a:close/>
                      <a:moveTo>
                        <a:pt x="5924" y="0"/>
                      </a:moveTo>
                      <a:cubicBezTo>
                        <a:pt x="4411" y="0"/>
                        <a:pt x="2931" y="820"/>
                        <a:pt x="1765" y="1796"/>
                      </a:cubicBezTo>
                      <a:cubicBezTo>
                        <a:pt x="725" y="2678"/>
                        <a:pt x="95" y="3592"/>
                        <a:pt x="64" y="3624"/>
                      </a:cubicBezTo>
                      <a:cubicBezTo>
                        <a:pt x="1" y="3750"/>
                        <a:pt x="1" y="3907"/>
                        <a:pt x="64" y="4002"/>
                      </a:cubicBezTo>
                      <a:cubicBezTo>
                        <a:pt x="95" y="4065"/>
                        <a:pt x="725" y="4915"/>
                        <a:pt x="1765" y="5829"/>
                      </a:cubicBezTo>
                      <a:cubicBezTo>
                        <a:pt x="2931" y="6805"/>
                        <a:pt x="4348" y="7625"/>
                        <a:pt x="5924" y="7625"/>
                      </a:cubicBezTo>
                      <a:cubicBezTo>
                        <a:pt x="7436" y="7625"/>
                        <a:pt x="8759" y="6900"/>
                        <a:pt x="9925" y="5955"/>
                      </a:cubicBezTo>
                      <a:cubicBezTo>
                        <a:pt x="10712" y="5325"/>
                        <a:pt x="11374" y="4600"/>
                        <a:pt x="11815" y="4002"/>
                      </a:cubicBezTo>
                      <a:cubicBezTo>
                        <a:pt x="11878" y="3907"/>
                        <a:pt x="11878" y="3750"/>
                        <a:pt x="11815" y="3624"/>
                      </a:cubicBezTo>
                      <a:cubicBezTo>
                        <a:pt x="11752" y="3592"/>
                        <a:pt x="11122" y="2710"/>
                        <a:pt x="10114" y="1796"/>
                      </a:cubicBezTo>
                      <a:cubicBezTo>
                        <a:pt x="8916" y="820"/>
                        <a:pt x="7499" y="0"/>
                        <a:pt x="59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8" name="Google Shape;9257;p73">
                <a:extLst>
                  <a:ext uri="{FF2B5EF4-FFF2-40B4-BE49-F238E27FC236}">
                    <a16:creationId xmlns:a16="http://schemas.microsoft.com/office/drawing/2014/main" id="{1CA83ABB-181B-17EB-9EA7-21E74327B3D4}"/>
                  </a:ext>
                </a:extLst>
              </p:cNvPr>
              <p:cNvGrpSpPr/>
              <p:nvPr/>
            </p:nvGrpSpPr>
            <p:grpSpPr>
              <a:xfrm>
                <a:off x="10924848" y="1704399"/>
                <a:ext cx="503233" cy="467568"/>
                <a:chOff x="6524150" y="1938725"/>
                <a:chExt cx="297725" cy="276625"/>
              </a:xfrm>
              <a:grpFill/>
            </p:grpSpPr>
            <p:sp>
              <p:nvSpPr>
                <p:cNvPr id="17759" name="Google Shape;9258;p73">
                  <a:extLst>
                    <a:ext uri="{FF2B5EF4-FFF2-40B4-BE49-F238E27FC236}">
                      <a16:creationId xmlns:a16="http://schemas.microsoft.com/office/drawing/2014/main" id="{A372C818-0BAD-158E-77D6-30389AF14804}"/>
                    </a:ext>
                  </a:extLst>
                </p:cNvPr>
                <p:cNvSpPr/>
                <p:nvPr/>
              </p:nvSpPr>
              <p:spPr>
                <a:xfrm>
                  <a:off x="6524150" y="2025375"/>
                  <a:ext cx="297725" cy="1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7599" extrusionOk="0">
                      <a:moveTo>
                        <a:pt x="9767" y="2079"/>
                      </a:moveTo>
                      <a:lnTo>
                        <a:pt x="9767" y="5198"/>
                      </a:lnTo>
                      <a:cubicBezTo>
                        <a:pt x="9735" y="5041"/>
                        <a:pt x="9672" y="4915"/>
                        <a:pt x="9546" y="4789"/>
                      </a:cubicBezTo>
                      <a:lnTo>
                        <a:pt x="7813" y="3056"/>
                      </a:lnTo>
                      <a:cubicBezTo>
                        <a:pt x="7624" y="2867"/>
                        <a:pt x="7341" y="2741"/>
                        <a:pt x="7057" y="2741"/>
                      </a:cubicBezTo>
                      <a:lnTo>
                        <a:pt x="6018" y="2741"/>
                      </a:lnTo>
                      <a:cubicBezTo>
                        <a:pt x="5923" y="2741"/>
                        <a:pt x="5797" y="2836"/>
                        <a:pt x="5734" y="2930"/>
                      </a:cubicBezTo>
                      <a:lnTo>
                        <a:pt x="5482" y="3403"/>
                      </a:lnTo>
                      <a:cubicBezTo>
                        <a:pt x="5293" y="3812"/>
                        <a:pt x="4883" y="4001"/>
                        <a:pt x="4505" y="4001"/>
                      </a:cubicBezTo>
                      <a:lnTo>
                        <a:pt x="5356" y="2269"/>
                      </a:lnTo>
                      <a:cubicBezTo>
                        <a:pt x="5419" y="2143"/>
                        <a:pt x="5576" y="2079"/>
                        <a:pt x="5671" y="2079"/>
                      </a:cubicBezTo>
                      <a:close/>
                      <a:moveTo>
                        <a:pt x="1418" y="2079"/>
                      </a:moveTo>
                      <a:lnTo>
                        <a:pt x="1418" y="5545"/>
                      </a:lnTo>
                      <a:lnTo>
                        <a:pt x="725" y="5545"/>
                      </a:lnTo>
                      <a:lnTo>
                        <a:pt x="725" y="2079"/>
                      </a:lnTo>
                      <a:close/>
                      <a:moveTo>
                        <a:pt x="11153" y="2079"/>
                      </a:moveTo>
                      <a:lnTo>
                        <a:pt x="11153" y="5545"/>
                      </a:lnTo>
                      <a:lnTo>
                        <a:pt x="10460" y="5545"/>
                      </a:lnTo>
                      <a:lnTo>
                        <a:pt x="10460" y="2079"/>
                      </a:lnTo>
                      <a:close/>
                      <a:moveTo>
                        <a:pt x="6931" y="630"/>
                      </a:moveTo>
                      <a:cubicBezTo>
                        <a:pt x="6774" y="1008"/>
                        <a:pt x="6427" y="1323"/>
                        <a:pt x="5955" y="1323"/>
                      </a:cubicBezTo>
                      <a:lnTo>
                        <a:pt x="5671" y="1323"/>
                      </a:lnTo>
                      <a:cubicBezTo>
                        <a:pt x="5293" y="1323"/>
                        <a:pt x="4946" y="1575"/>
                        <a:pt x="4726" y="1922"/>
                      </a:cubicBezTo>
                      <a:lnTo>
                        <a:pt x="3655" y="4064"/>
                      </a:lnTo>
                      <a:cubicBezTo>
                        <a:pt x="3623" y="4127"/>
                        <a:pt x="3623" y="4253"/>
                        <a:pt x="3655" y="4316"/>
                      </a:cubicBezTo>
                      <a:cubicBezTo>
                        <a:pt x="3718" y="4411"/>
                        <a:pt x="3781" y="4474"/>
                        <a:pt x="3875" y="4537"/>
                      </a:cubicBezTo>
                      <a:cubicBezTo>
                        <a:pt x="4088" y="4627"/>
                        <a:pt x="4310" y="4670"/>
                        <a:pt x="4532" y="4670"/>
                      </a:cubicBezTo>
                      <a:cubicBezTo>
                        <a:pt x="5165" y="4670"/>
                        <a:pt x="5785" y="4316"/>
                        <a:pt x="6112" y="3686"/>
                      </a:cubicBezTo>
                      <a:lnTo>
                        <a:pt x="6238" y="3434"/>
                      </a:lnTo>
                      <a:lnTo>
                        <a:pt x="7026" y="3434"/>
                      </a:lnTo>
                      <a:cubicBezTo>
                        <a:pt x="7089" y="3434"/>
                        <a:pt x="7215" y="3466"/>
                        <a:pt x="7246" y="3529"/>
                      </a:cubicBezTo>
                      <a:lnTo>
                        <a:pt x="8979" y="5261"/>
                      </a:lnTo>
                      <a:cubicBezTo>
                        <a:pt x="9137" y="5419"/>
                        <a:pt x="9137" y="5545"/>
                        <a:pt x="9105" y="5640"/>
                      </a:cubicBezTo>
                      <a:cubicBezTo>
                        <a:pt x="9105" y="5671"/>
                        <a:pt x="9042" y="5829"/>
                        <a:pt x="8885" y="5860"/>
                      </a:cubicBezTo>
                      <a:lnTo>
                        <a:pt x="5576" y="6805"/>
                      </a:lnTo>
                      <a:cubicBezTo>
                        <a:pt x="5543" y="6814"/>
                        <a:pt x="5507" y="6818"/>
                        <a:pt x="5470" y="6818"/>
                      </a:cubicBezTo>
                      <a:cubicBezTo>
                        <a:pt x="5371" y="6818"/>
                        <a:pt x="5268" y="6788"/>
                        <a:pt x="5198" y="6742"/>
                      </a:cubicBezTo>
                      <a:lnTo>
                        <a:pt x="4096" y="5640"/>
                      </a:lnTo>
                      <a:cubicBezTo>
                        <a:pt x="4033" y="5545"/>
                        <a:pt x="3938" y="5514"/>
                        <a:pt x="3875" y="5514"/>
                      </a:cubicBezTo>
                      <a:lnTo>
                        <a:pt x="2111" y="5514"/>
                      </a:lnTo>
                      <a:lnTo>
                        <a:pt x="2111" y="2048"/>
                      </a:lnTo>
                      <a:lnTo>
                        <a:pt x="2741" y="2048"/>
                      </a:lnTo>
                      <a:cubicBezTo>
                        <a:pt x="3119" y="2048"/>
                        <a:pt x="3466" y="1796"/>
                        <a:pt x="3686" y="1449"/>
                      </a:cubicBezTo>
                      <a:lnTo>
                        <a:pt x="4001" y="819"/>
                      </a:lnTo>
                      <a:cubicBezTo>
                        <a:pt x="4064" y="693"/>
                        <a:pt x="4190" y="630"/>
                        <a:pt x="4316" y="630"/>
                      </a:cubicBezTo>
                      <a:close/>
                      <a:moveTo>
                        <a:pt x="4316" y="0"/>
                      </a:moveTo>
                      <a:cubicBezTo>
                        <a:pt x="3907" y="0"/>
                        <a:pt x="3560" y="221"/>
                        <a:pt x="3371" y="599"/>
                      </a:cubicBezTo>
                      <a:lnTo>
                        <a:pt x="3056" y="1229"/>
                      </a:lnTo>
                      <a:cubicBezTo>
                        <a:pt x="2962" y="1323"/>
                        <a:pt x="2836" y="1418"/>
                        <a:pt x="2741" y="1418"/>
                      </a:cubicBezTo>
                      <a:lnTo>
                        <a:pt x="378" y="1418"/>
                      </a:lnTo>
                      <a:cubicBezTo>
                        <a:pt x="158" y="1418"/>
                        <a:pt x="0" y="1575"/>
                        <a:pt x="0" y="1764"/>
                      </a:cubicBezTo>
                      <a:lnTo>
                        <a:pt x="0" y="5955"/>
                      </a:lnTo>
                      <a:cubicBezTo>
                        <a:pt x="0" y="6144"/>
                        <a:pt x="158" y="6301"/>
                        <a:pt x="378" y="6301"/>
                      </a:cubicBezTo>
                      <a:lnTo>
                        <a:pt x="3718" y="6301"/>
                      </a:lnTo>
                      <a:lnTo>
                        <a:pt x="4694" y="7278"/>
                      </a:lnTo>
                      <a:cubicBezTo>
                        <a:pt x="4894" y="7477"/>
                        <a:pt x="5139" y="7598"/>
                        <a:pt x="5410" y="7598"/>
                      </a:cubicBezTo>
                      <a:cubicBezTo>
                        <a:pt x="5525" y="7598"/>
                        <a:pt x="5644" y="7577"/>
                        <a:pt x="5766" y="7530"/>
                      </a:cubicBezTo>
                      <a:lnTo>
                        <a:pt x="9074" y="6553"/>
                      </a:lnTo>
                      <a:cubicBezTo>
                        <a:pt x="9263" y="6522"/>
                        <a:pt x="9420" y="6396"/>
                        <a:pt x="9578" y="6238"/>
                      </a:cubicBezTo>
                      <a:lnTo>
                        <a:pt x="11562" y="6238"/>
                      </a:lnTo>
                      <a:cubicBezTo>
                        <a:pt x="11751" y="6238"/>
                        <a:pt x="11909" y="6081"/>
                        <a:pt x="11909" y="5892"/>
                      </a:cubicBezTo>
                      <a:lnTo>
                        <a:pt x="11909" y="1733"/>
                      </a:lnTo>
                      <a:cubicBezTo>
                        <a:pt x="11877" y="1544"/>
                        <a:pt x="11720" y="1386"/>
                        <a:pt x="11499" y="1386"/>
                      </a:cubicBezTo>
                      <a:lnTo>
                        <a:pt x="7341" y="1386"/>
                      </a:lnTo>
                      <a:cubicBezTo>
                        <a:pt x="7561" y="1103"/>
                        <a:pt x="7687" y="693"/>
                        <a:pt x="7687" y="347"/>
                      </a:cubicBezTo>
                      <a:cubicBezTo>
                        <a:pt x="7687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0" name="Google Shape;9259;p73">
                  <a:extLst>
                    <a:ext uri="{FF2B5EF4-FFF2-40B4-BE49-F238E27FC236}">
                      <a16:creationId xmlns:a16="http://schemas.microsoft.com/office/drawing/2014/main" id="{90920DEE-E4A8-CAF0-2EEA-C98DCFB5EDB4}"/>
                    </a:ext>
                  </a:extLst>
                </p:cNvPr>
                <p:cNvSpPr/>
                <p:nvPr/>
              </p:nvSpPr>
              <p:spPr>
                <a:xfrm>
                  <a:off x="6664325" y="1938725"/>
                  <a:ext cx="17375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1734" extrusionOk="0"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1355"/>
                      </a:lnTo>
                      <a:cubicBezTo>
                        <a:pt x="1" y="1576"/>
                        <a:pt x="159" y="1733"/>
                        <a:pt x="348" y="1733"/>
                      </a:cubicBezTo>
                      <a:cubicBezTo>
                        <a:pt x="537" y="1733"/>
                        <a:pt x="694" y="1576"/>
                        <a:pt x="694" y="1355"/>
                      </a:cubicBezTo>
                      <a:lnTo>
                        <a:pt x="694" y="347"/>
                      </a:lnTo>
                      <a:cubicBezTo>
                        <a:pt x="694" y="158"/>
                        <a:pt x="537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1" name="Google Shape;9260;p73">
                  <a:extLst>
                    <a:ext uri="{FF2B5EF4-FFF2-40B4-BE49-F238E27FC236}">
                      <a16:creationId xmlns:a16="http://schemas.microsoft.com/office/drawing/2014/main" id="{CCFE58FF-ACD3-1192-0C89-93F58F12DD2B}"/>
                    </a:ext>
                  </a:extLst>
                </p:cNvPr>
                <p:cNvSpPr/>
                <p:nvPr/>
              </p:nvSpPr>
              <p:spPr>
                <a:xfrm>
                  <a:off x="6594250" y="1972800"/>
                  <a:ext cx="35450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1" extrusionOk="0">
                      <a:moveTo>
                        <a:pt x="374" y="0"/>
                      </a:moveTo>
                      <a:cubicBezTo>
                        <a:pt x="291" y="0"/>
                        <a:pt x="205" y="40"/>
                        <a:pt x="126" y="118"/>
                      </a:cubicBezTo>
                      <a:cubicBezTo>
                        <a:pt x="0" y="244"/>
                        <a:pt x="0" y="496"/>
                        <a:pt x="126" y="591"/>
                      </a:cubicBezTo>
                      <a:lnTo>
                        <a:pt x="819" y="1316"/>
                      </a:lnTo>
                      <a:cubicBezTo>
                        <a:pt x="882" y="1379"/>
                        <a:pt x="969" y="1410"/>
                        <a:pt x="1055" y="1410"/>
                      </a:cubicBezTo>
                      <a:cubicBezTo>
                        <a:pt x="1142" y="1410"/>
                        <a:pt x="1229" y="1379"/>
                        <a:pt x="1292" y="1316"/>
                      </a:cubicBezTo>
                      <a:cubicBezTo>
                        <a:pt x="1418" y="1190"/>
                        <a:pt x="1418" y="969"/>
                        <a:pt x="1292" y="843"/>
                      </a:cubicBezTo>
                      <a:lnTo>
                        <a:pt x="599" y="118"/>
                      </a:lnTo>
                      <a:cubicBezTo>
                        <a:pt x="536" y="40"/>
                        <a:pt x="457" y="0"/>
                        <a:pt x="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2" name="Google Shape;9261;p73">
                  <a:extLst>
                    <a:ext uri="{FF2B5EF4-FFF2-40B4-BE49-F238E27FC236}">
                      <a16:creationId xmlns:a16="http://schemas.microsoft.com/office/drawing/2014/main" id="{DC0BB392-B6DC-7178-AE8B-E387F5ED17AC}"/>
                    </a:ext>
                  </a:extLst>
                </p:cNvPr>
                <p:cNvSpPr/>
                <p:nvPr/>
              </p:nvSpPr>
              <p:spPr>
                <a:xfrm>
                  <a:off x="6715525" y="1972800"/>
                  <a:ext cx="35475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1" extrusionOk="0">
                      <a:moveTo>
                        <a:pt x="1056" y="0"/>
                      </a:moveTo>
                      <a:cubicBezTo>
                        <a:pt x="970" y="0"/>
                        <a:pt x="883" y="40"/>
                        <a:pt x="820" y="118"/>
                      </a:cubicBezTo>
                      <a:lnTo>
                        <a:pt x="127" y="843"/>
                      </a:lnTo>
                      <a:cubicBezTo>
                        <a:pt x="1" y="969"/>
                        <a:pt x="1" y="1190"/>
                        <a:pt x="127" y="1316"/>
                      </a:cubicBezTo>
                      <a:cubicBezTo>
                        <a:pt x="174" y="1379"/>
                        <a:pt x="261" y="1410"/>
                        <a:pt x="351" y="1410"/>
                      </a:cubicBezTo>
                      <a:cubicBezTo>
                        <a:pt x="442" y="1410"/>
                        <a:pt x="536" y="1379"/>
                        <a:pt x="599" y="1316"/>
                      </a:cubicBezTo>
                      <a:lnTo>
                        <a:pt x="1293" y="591"/>
                      </a:lnTo>
                      <a:cubicBezTo>
                        <a:pt x="1419" y="496"/>
                        <a:pt x="1419" y="244"/>
                        <a:pt x="1293" y="118"/>
                      </a:cubicBezTo>
                      <a:cubicBezTo>
                        <a:pt x="1230" y="40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9" name="Google Shape;9262;p73">
                <a:extLst>
                  <a:ext uri="{FF2B5EF4-FFF2-40B4-BE49-F238E27FC236}">
                    <a16:creationId xmlns:a16="http://schemas.microsoft.com/office/drawing/2014/main" id="{6BD0F023-DD6B-A666-8B65-A225D03CB8EC}"/>
                  </a:ext>
                </a:extLst>
              </p:cNvPr>
              <p:cNvGrpSpPr/>
              <p:nvPr/>
            </p:nvGrpSpPr>
            <p:grpSpPr>
              <a:xfrm>
                <a:off x="3302285" y="1687877"/>
                <a:ext cx="501965" cy="500612"/>
                <a:chOff x="2141000" y="1954475"/>
                <a:chExt cx="296975" cy="296175"/>
              </a:xfrm>
              <a:grpFill/>
            </p:grpSpPr>
            <p:sp>
              <p:nvSpPr>
                <p:cNvPr id="17755" name="Google Shape;9263;p73">
                  <a:extLst>
                    <a:ext uri="{FF2B5EF4-FFF2-40B4-BE49-F238E27FC236}">
                      <a16:creationId xmlns:a16="http://schemas.microsoft.com/office/drawing/2014/main" id="{5328BBAA-A125-F557-1A66-5E8C1FC3D36B}"/>
                    </a:ext>
                  </a:extLst>
                </p:cNvPr>
                <p:cNvSpPr/>
                <p:nvPr/>
              </p:nvSpPr>
              <p:spPr>
                <a:xfrm>
                  <a:off x="2280425" y="1989925"/>
                  <a:ext cx="1047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742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05"/>
                        <a:pt x="158" y="662"/>
                        <a:pt x="315" y="662"/>
                      </a:cubicBezTo>
                      <a:lnTo>
                        <a:pt x="2426" y="662"/>
                      </a:lnTo>
                      <a:cubicBezTo>
                        <a:pt x="2615" y="662"/>
                        <a:pt x="2773" y="820"/>
                        <a:pt x="2773" y="1009"/>
                      </a:cubicBezTo>
                      <a:lnTo>
                        <a:pt x="2773" y="1576"/>
                      </a:lnTo>
                      <a:lnTo>
                        <a:pt x="2678" y="1450"/>
                      </a:lnTo>
                      <a:cubicBezTo>
                        <a:pt x="2615" y="1387"/>
                        <a:pt x="2521" y="1355"/>
                        <a:pt x="2430" y="1355"/>
                      </a:cubicBezTo>
                      <a:cubicBezTo>
                        <a:pt x="2340" y="1355"/>
                        <a:pt x="2253" y="1387"/>
                        <a:pt x="2206" y="1450"/>
                      </a:cubicBezTo>
                      <a:cubicBezTo>
                        <a:pt x="2080" y="1576"/>
                        <a:pt x="2080" y="1796"/>
                        <a:pt x="2206" y="1922"/>
                      </a:cubicBezTo>
                      <a:lnTo>
                        <a:pt x="2899" y="2647"/>
                      </a:lnTo>
                      <a:cubicBezTo>
                        <a:pt x="2993" y="2710"/>
                        <a:pt x="3056" y="2741"/>
                        <a:pt x="3151" y="2741"/>
                      </a:cubicBezTo>
                      <a:cubicBezTo>
                        <a:pt x="3214" y="2741"/>
                        <a:pt x="3340" y="2710"/>
                        <a:pt x="3371" y="2647"/>
                      </a:cubicBezTo>
                      <a:lnTo>
                        <a:pt x="4096" y="1922"/>
                      </a:lnTo>
                      <a:cubicBezTo>
                        <a:pt x="4191" y="1796"/>
                        <a:pt x="4191" y="1576"/>
                        <a:pt x="4096" y="1450"/>
                      </a:cubicBezTo>
                      <a:cubicBezTo>
                        <a:pt x="4033" y="1387"/>
                        <a:pt x="3938" y="1355"/>
                        <a:pt x="3848" y="1355"/>
                      </a:cubicBezTo>
                      <a:cubicBezTo>
                        <a:pt x="3757" y="1355"/>
                        <a:pt x="3671" y="1387"/>
                        <a:pt x="3623" y="1450"/>
                      </a:cubicBezTo>
                      <a:lnTo>
                        <a:pt x="3497" y="1576"/>
                      </a:lnTo>
                      <a:lnTo>
                        <a:pt x="3497" y="1009"/>
                      </a:lnTo>
                      <a:cubicBezTo>
                        <a:pt x="3497" y="442"/>
                        <a:pt x="3025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6" name="Google Shape;9264;p73">
                  <a:extLst>
                    <a:ext uri="{FF2B5EF4-FFF2-40B4-BE49-F238E27FC236}">
                      <a16:creationId xmlns:a16="http://schemas.microsoft.com/office/drawing/2014/main" id="{1A35B23E-30AC-7946-9E8D-F940732B8872}"/>
                    </a:ext>
                  </a:extLst>
                </p:cNvPr>
                <p:cNvSpPr/>
                <p:nvPr/>
              </p:nvSpPr>
              <p:spPr>
                <a:xfrm>
                  <a:off x="2174875" y="2145875"/>
                  <a:ext cx="1055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3" h="2773" extrusionOk="0">
                      <a:moveTo>
                        <a:pt x="1056" y="0"/>
                      </a:moveTo>
                      <a:cubicBezTo>
                        <a:pt x="969" y="0"/>
                        <a:pt x="883" y="32"/>
                        <a:pt x="820" y="95"/>
                      </a:cubicBezTo>
                      <a:lnTo>
                        <a:pt x="95" y="820"/>
                      </a:lnTo>
                      <a:cubicBezTo>
                        <a:pt x="1" y="914"/>
                        <a:pt x="1" y="1166"/>
                        <a:pt x="95" y="1292"/>
                      </a:cubicBezTo>
                      <a:cubicBezTo>
                        <a:pt x="158" y="1339"/>
                        <a:pt x="253" y="1363"/>
                        <a:pt x="343" y="1363"/>
                      </a:cubicBezTo>
                      <a:cubicBezTo>
                        <a:pt x="434" y="1363"/>
                        <a:pt x="521" y="1339"/>
                        <a:pt x="568" y="1292"/>
                      </a:cubicBezTo>
                      <a:lnTo>
                        <a:pt x="694" y="1166"/>
                      </a:lnTo>
                      <a:lnTo>
                        <a:pt x="694" y="1702"/>
                      </a:lnTo>
                      <a:cubicBezTo>
                        <a:pt x="757" y="2300"/>
                        <a:pt x="1229" y="2773"/>
                        <a:pt x="1765" y="2773"/>
                      </a:cubicBezTo>
                      <a:lnTo>
                        <a:pt x="3844" y="2773"/>
                      </a:lnTo>
                      <a:cubicBezTo>
                        <a:pt x="4065" y="2773"/>
                        <a:pt x="4222" y="2615"/>
                        <a:pt x="4222" y="2426"/>
                      </a:cubicBezTo>
                      <a:cubicBezTo>
                        <a:pt x="4222" y="2237"/>
                        <a:pt x="4065" y="2080"/>
                        <a:pt x="3844" y="2080"/>
                      </a:cubicBezTo>
                      <a:lnTo>
                        <a:pt x="1765" y="2080"/>
                      </a:lnTo>
                      <a:cubicBezTo>
                        <a:pt x="1576" y="2080"/>
                        <a:pt x="1418" y="1922"/>
                        <a:pt x="1418" y="1702"/>
                      </a:cubicBezTo>
                      <a:lnTo>
                        <a:pt x="1418" y="1166"/>
                      </a:lnTo>
                      <a:lnTo>
                        <a:pt x="1544" y="1292"/>
                      </a:lnTo>
                      <a:cubicBezTo>
                        <a:pt x="1592" y="1339"/>
                        <a:pt x="1678" y="1363"/>
                        <a:pt x="1769" y="1363"/>
                      </a:cubicBezTo>
                      <a:cubicBezTo>
                        <a:pt x="1859" y="1363"/>
                        <a:pt x="1954" y="1339"/>
                        <a:pt x="2017" y="1292"/>
                      </a:cubicBezTo>
                      <a:cubicBezTo>
                        <a:pt x="2112" y="1166"/>
                        <a:pt x="2112" y="914"/>
                        <a:pt x="2017" y="820"/>
                      </a:cubicBezTo>
                      <a:lnTo>
                        <a:pt x="1292" y="95"/>
                      </a:lnTo>
                      <a:cubicBezTo>
                        <a:pt x="1229" y="32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7" name="Google Shape;9265;p73">
                  <a:extLst>
                    <a:ext uri="{FF2B5EF4-FFF2-40B4-BE49-F238E27FC236}">
                      <a16:creationId xmlns:a16="http://schemas.microsoft.com/office/drawing/2014/main" id="{9CF27558-4ADD-1F3D-B2CA-BAF77FA09771}"/>
                    </a:ext>
                  </a:extLst>
                </p:cNvPr>
                <p:cNvSpPr/>
                <p:nvPr/>
              </p:nvSpPr>
              <p:spPr>
                <a:xfrm>
                  <a:off x="2141000" y="1954475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94"/>
                      </a:moveTo>
                      <a:cubicBezTo>
                        <a:pt x="3372" y="694"/>
                        <a:pt x="3782" y="1166"/>
                        <a:pt x="3782" y="1734"/>
                      </a:cubicBezTo>
                      <a:cubicBezTo>
                        <a:pt x="3782" y="2301"/>
                        <a:pt x="3309" y="2742"/>
                        <a:pt x="2773" y="2742"/>
                      </a:cubicBezTo>
                      <a:cubicBezTo>
                        <a:pt x="2175" y="2742"/>
                        <a:pt x="1734" y="2269"/>
                        <a:pt x="1734" y="1734"/>
                      </a:cubicBezTo>
                      <a:cubicBezTo>
                        <a:pt x="1734" y="1166"/>
                        <a:pt x="2206" y="694"/>
                        <a:pt x="2773" y="694"/>
                      </a:cubicBezTo>
                      <a:close/>
                      <a:moveTo>
                        <a:pt x="2773" y="3466"/>
                      </a:moveTo>
                      <a:cubicBezTo>
                        <a:pt x="3908" y="3466"/>
                        <a:pt x="4853" y="4411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1"/>
                        <a:pt x="1639" y="3466"/>
                        <a:pt x="2773" y="3466"/>
                      </a:cubicBezTo>
                      <a:close/>
                      <a:moveTo>
                        <a:pt x="2805" y="1"/>
                      </a:moveTo>
                      <a:cubicBezTo>
                        <a:pt x="1860" y="1"/>
                        <a:pt x="1072" y="788"/>
                        <a:pt x="1072" y="1734"/>
                      </a:cubicBezTo>
                      <a:cubicBezTo>
                        <a:pt x="1072" y="2238"/>
                        <a:pt x="1324" y="2710"/>
                        <a:pt x="1671" y="3025"/>
                      </a:cubicBezTo>
                      <a:cubicBezTo>
                        <a:pt x="726" y="3466"/>
                        <a:pt x="64" y="4443"/>
                        <a:pt x="64" y="5577"/>
                      </a:cubicBezTo>
                      <a:lnTo>
                        <a:pt x="64" y="6617"/>
                      </a:lnTo>
                      <a:cubicBezTo>
                        <a:pt x="1" y="6806"/>
                        <a:pt x="159" y="6963"/>
                        <a:pt x="379" y="6963"/>
                      </a:cubicBezTo>
                      <a:lnTo>
                        <a:pt x="5199" y="6963"/>
                      </a:lnTo>
                      <a:cubicBezTo>
                        <a:pt x="5420" y="6963"/>
                        <a:pt x="5577" y="6806"/>
                        <a:pt x="5577" y="6617"/>
                      </a:cubicBezTo>
                      <a:lnTo>
                        <a:pt x="5577" y="5577"/>
                      </a:lnTo>
                      <a:cubicBezTo>
                        <a:pt x="5577" y="4443"/>
                        <a:pt x="4884" y="3498"/>
                        <a:pt x="3939" y="3025"/>
                      </a:cubicBezTo>
                      <a:cubicBezTo>
                        <a:pt x="4317" y="2710"/>
                        <a:pt x="4538" y="2238"/>
                        <a:pt x="4538" y="1734"/>
                      </a:cubicBezTo>
                      <a:cubicBezTo>
                        <a:pt x="4538" y="788"/>
                        <a:pt x="3750" y="1"/>
                        <a:pt x="28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8" name="Google Shape;9266;p73">
                  <a:extLst>
                    <a:ext uri="{FF2B5EF4-FFF2-40B4-BE49-F238E27FC236}">
                      <a16:creationId xmlns:a16="http://schemas.microsoft.com/office/drawing/2014/main" id="{6804D34A-7F1D-4842-EFBA-D0E0D2E11F67}"/>
                    </a:ext>
                  </a:extLst>
                </p:cNvPr>
                <p:cNvSpPr/>
                <p:nvPr/>
              </p:nvSpPr>
              <p:spPr>
                <a:xfrm>
                  <a:off x="2298525" y="2076550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63"/>
                      </a:moveTo>
                      <a:cubicBezTo>
                        <a:pt x="3372" y="663"/>
                        <a:pt x="3782" y="1135"/>
                        <a:pt x="3782" y="1702"/>
                      </a:cubicBezTo>
                      <a:cubicBezTo>
                        <a:pt x="3782" y="2238"/>
                        <a:pt x="3309" y="2710"/>
                        <a:pt x="2773" y="2710"/>
                      </a:cubicBezTo>
                      <a:cubicBezTo>
                        <a:pt x="2175" y="2710"/>
                        <a:pt x="1734" y="2238"/>
                        <a:pt x="1734" y="1702"/>
                      </a:cubicBezTo>
                      <a:cubicBezTo>
                        <a:pt x="1734" y="1135"/>
                        <a:pt x="2175" y="663"/>
                        <a:pt x="2773" y="663"/>
                      </a:cubicBezTo>
                      <a:close/>
                      <a:moveTo>
                        <a:pt x="2773" y="3467"/>
                      </a:moveTo>
                      <a:cubicBezTo>
                        <a:pt x="3908" y="3467"/>
                        <a:pt x="4853" y="4412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2"/>
                        <a:pt x="1639" y="3467"/>
                        <a:pt x="2773" y="3467"/>
                      </a:cubicBezTo>
                      <a:close/>
                      <a:moveTo>
                        <a:pt x="2773" y="1"/>
                      </a:moveTo>
                      <a:cubicBezTo>
                        <a:pt x="1828" y="1"/>
                        <a:pt x="1041" y="789"/>
                        <a:pt x="1041" y="1734"/>
                      </a:cubicBezTo>
                      <a:cubicBezTo>
                        <a:pt x="1041" y="2238"/>
                        <a:pt x="1261" y="2710"/>
                        <a:pt x="1608" y="3025"/>
                      </a:cubicBezTo>
                      <a:cubicBezTo>
                        <a:pt x="663" y="3467"/>
                        <a:pt x="1" y="4443"/>
                        <a:pt x="1" y="5546"/>
                      </a:cubicBezTo>
                      <a:lnTo>
                        <a:pt x="1" y="6617"/>
                      </a:lnTo>
                      <a:cubicBezTo>
                        <a:pt x="1" y="6806"/>
                        <a:pt x="159" y="6964"/>
                        <a:pt x="379" y="6964"/>
                      </a:cubicBezTo>
                      <a:lnTo>
                        <a:pt x="5199" y="6964"/>
                      </a:lnTo>
                      <a:cubicBezTo>
                        <a:pt x="5420" y="6964"/>
                        <a:pt x="5577" y="6806"/>
                        <a:pt x="5577" y="6617"/>
                      </a:cubicBezTo>
                      <a:lnTo>
                        <a:pt x="5577" y="5546"/>
                      </a:lnTo>
                      <a:cubicBezTo>
                        <a:pt x="5514" y="4412"/>
                        <a:pt x="4853" y="3467"/>
                        <a:pt x="3908" y="3025"/>
                      </a:cubicBezTo>
                      <a:cubicBezTo>
                        <a:pt x="4254" y="2710"/>
                        <a:pt x="4506" y="2238"/>
                        <a:pt x="4506" y="1734"/>
                      </a:cubicBezTo>
                      <a:cubicBezTo>
                        <a:pt x="4506" y="789"/>
                        <a:pt x="3719" y="1"/>
                        <a:pt x="27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0" name="Google Shape;9267;p73">
                <a:extLst>
                  <a:ext uri="{FF2B5EF4-FFF2-40B4-BE49-F238E27FC236}">
                    <a16:creationId xmlns:a16="http://schemas.microsoft.com/office/drawing/2014/main" id="{DFD2809D-8EAD-C73F-9AF6-99BA631EFE8C}"/>
                  </a:ext>
                </a:extLst>
              </p:cNvPr>
              <p:cNvGrpSpPr/>
              <p:nvPr/>
            </p:nvGrpSpPr>
            <p:grpSpPr>
              <a:xfrm>
                <a:off x="3292988" y="2281454"/>
                <a:ext cx="520558" cy="499641"/>
                <a:chOff x="2140225" y="2318650"/>
                <a:chExt cx="307975" cy="295600"/>
              </a:xfrm>
              <a:grpFill/>
            </p:grpSpPr>
            <p:sp>
              <p:nvSpPr>
                <p:cNvPr id="17753" name="Google Shape;9268;p73">
                  <a:extLst>
                    <a:ext uri="{FF2B5EF4-FFF2-40B4-BE49-F238E27FC236}">
                      <a16:creationId xmlns:a16="http://schemas.microsoft.com/office/drawing/2014/main" id="{DB099571-9C97-27F3-E76F-70ADB5AF3A52}"/>
                    </a:ext>
                  </a:extLst>
                </p:cNvPr>
                <p:cNvSpPr/>
                <p:nvPr/>
              </p:nvSpPr>
              <p:spPr>
                <a:xfrm>
                  <a:off x="2281200" y="2353025"/>
                  <a:ext cx="10400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852" extrusionOk="0">
                      <a:moveTo>
                        <a:pt x="2080" y="662"/>
                      </a:moveTo>
                      <a:cubicBezTo>
                        <a:pt x="2490" y="662"/>
                        <a:pt x="2805" y="977"/>
                        <a:pt x="2805" y="1386"/>
                      </a:cubicBezTo>
                      <a:cubicBezTo>
                        <a:pt x="2805" y="1764"/>
                        <a:pt x="2490" y="2079"/>
                        <a:pt x="2080" y="2079"/>
                      </a:cubicBezTo>
                      <a:cubicBezTo>
                        <a:pt x="1702" y="2079"/>
                        <a:pt x="1387" y="1764"/>
                        <a:pt x="1387" y="1386"/>
                      </a:cubicBezTo>
                      <a:cubicBezTo>
                        <a:pt x="1387" y="977"/>
                        <a:pt x="1702" y="662"/>
                        <a:pt x="2080" y="662"/>
                      </a:cubicBezTo>
                      <a:close/>
                      <a:moveTo>
                        <a:pt x="2080" y="2773"/>
                      </a:moveTo>
                      <a:cubicBezTo>
                        <a:pt x="2836" y="2773"/>
                        <a:pt x="3466" y="3403"/>
                        <a:pt x="3466" y="4127"/>
                      </a:cubicBezTo>
                      <a:lnTo>
                        <a:pt x="662" y="4127"/>
                      </a:lnTo>
                      <a:cubicBezTo>
                        <a:pt x="662" y="3403"/>
                        <a:pt x="1293" y="2773"/>
                        <a:pt x="2080" y="2773"/>
                      </a:cubicBezTo>
                      <a:close/>
                      <a:moveTo>
                        <a:pt x="2112" y="0"/>
                      </a:moveTo>
                      <a:cubicBezTo>
                        <a:pt x="1387" y="0"/>
                        <a:pt x="757" y="630"/>
                        <a:pt x="757" y="1386"/>
                      </a:cubicBezTo>
                      <a:cubicBezTo>
                        <a:pt x="757" y="1733"/>
                        <a:pt x="915" y="2079"/>
                        <a:pt x="1135" y="2332"/>
                      </a:cubicBezTo>
                      <a:cubicBezTo>
                        <a:pt x="505" y="2678"/>
                        <a:pt x="64" y="3340"/>
                        <a:pt x="64" y="4127"/>
                      </a:cubicBezTo>
                      <a:lnTo>
                        <a:pt x="64" y="4505"/>
                      </a:lnTo>
                      <a:cubicBezTo>
                        <a:pt x="1" y="4694"/>
                        <a:pt x="158" y="4852"/>
                        <a:pt x="347" y="4852"/>
                      </a:cubicBezTo>
                      <a:lnTo>
                        <a:pt x="3813" y="4852"/>
                      </a:lnTo>
                      <a:cubicBezTo>
                        <a:pt x="4002" y="4852"/>
                        <a:pt x="4160" y="4694"/>
                        <a:pt x="4160" y="4505"/>
                      </a:cubicBezTo>
                      <a:lnTo>
                        <a:pt x="4160" y="4127"/>
                      </a:lnTo>
                      <a:cubicBezTo>
                        <a:pt x="4160" y="3340"/>
                        <a:pt x="3750" y="2678"/>
                        <a:pt x="3120" y="2332"/>
                      </a:cubicBezTo>
                      <a:cubicBezTo>
                        <a:pt x="3340" y="2079"/>
                        <a:pt x="3498" y="1733"/>
                        <a:pt x="3498" y="1386"/>
                      </a:cubicBezTo>
                      <a:cubicBezTo>
                        <a:pt x="3498" y="630"/>
                        <a:pt x="2868" y="0"/>
                        <a:pt x="21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4" name="Google Shape;9269;p73">
                  <a:extLst>
                    <a:ext uri="{FF2B5EF4-FFF2-40B4-BE49-F238E27FC236}">
                      <a16:creationId xmlns:a16="http://schemas.microsoft.com/office/drawing/2014/main" id="{453F360D-9884-6CA0-B763-21D11776D236}"/>
                    </a:ext>
                  </a:extLst>
                </p:cNvPr>
                <p:cNvSpPr/>
                <p:nvPr/>
              </p:nvSpPr>
              <p:spPr>
                <a:xfrm>
                  <a:off x="2140225" y="2318650"/>
                  <a:ext cx="307975" cy="2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9" h="11824" extrusionOk="0">
                      <a:moveTo>
                        <a:pt x="7712" y="682"/>
                      </a:moveTo>
                      <a:cubicBezTo>
                        <a:pt x="8607" y="682"/>
                        <a:pt x="9499" y="1029"/>
                        <a:pt x="10177" y="1690"/>
                      </a:cubicBezTo>
                      <a:cubicBezTo>
                        <a:pt x="11468" y="2982"/>
                        <a:pt x="11531" y="5187"/>
                        <a:pt x="10177" y="6573"/>
                      </a:cubicBezTo>
                      <a:cubicBezTo>
                        <a:pt x="9500" y="7266"/>
                        <a:pt x="8627" y="7590"/>
                        <a:pt x="7754" y="7590"/>
                      </a:cubicBezTo>
                      <a:cubicBezTo>
                        <a:pt x="6839" y="7590"/>
                        <a:pt x="5923" y="7234"/>
                        <a:pt x="5230" y="6573"/>
                      </a:cubicBezTo>
                      <a:cubicBezTo>
                        <a:pt x="3939" y="5282"/>
                        <a:pt x="3876" y="3045"/>
                        <a:pt x="5325" y="1659"/>
                      </a:cubicBezTo>
                      <a:cubicBezTo>
                        <a:pt x="6001" y="997"/>
                        <a:pt x="6858" y="682"/>
                        <a:pt x="7712" y="682"/>
                      </a:cubicBezTo>
                      <a:close/>
                      <a:moveTo>
                        <a:pt x="4128" y="6258"/>
                      </a:moveTo>
                      <a:cubicBezTo>
                        <a:pt x="4285" y="6573"/>
                        <a:pt x="4537" y="6857"/>
                        <a:pt x="4758" y="7078"/>
                      </a:cubicBezTo>
                      <a:cubicBezTo>
                        <a:pt x="5010" y="7330"/>
                        <a:pt x="5293" y="7550"/>
                        <a:pt x="5577" y="7708"/>
                      </a:cubicBezTo>
                      <a:lnTo>
                        <a:pt x="5136" y="8180"/>
                      </a:lnTo>
                      <a:cubicBezTo>
                        <a:pt x="5073" y="8243"/>
                        <a:pt x="4978" y="8275"/>
                        <a:pt x="4888" y="8275"/>
                      </a:cubicBezTo>
                      <a:cubicBezTo>
                        <a:pt x="4797" y="8275"/>
                        <a:pt x="4710" y="8243"/>
                        <a:pt x="4663" y="8180"/>
                      </a:cubicBezTo>
                      <a:lnTo>
                        <a:pt x="3655" y="7204"/>
                      </a:lnTo>
                      <a:cubicBezTo>
                        <a:pt x="3498" y="7078"/>
                        <a:pt x="3498" y="6857"/>
                        <a:pt x="3655" y="6731"/>
                      </a:cubicBezTo>
                      <a:lnTo>
                        <a:pt x="4128" y="6258"/>
                      </a:lnTo>
                      <a:close/>
                      <a:moveTo>
                        <a:pt x="3403" y="7960"/>
                      </a:moveTo>
                      <a:lnTo>
                        <a:pt x="3876" y="8432"/>
                      </a:lnTo>
                      <a:lnTo>
                        <a:pt x="3309" y="8968"/>
                      </a:lnTo>
                      <a:lnTo>
                        <a:pt x="2836" y="8495"/>
                      </a:lnTo>
                      <a:lnTo>
                        <a:pt x="3403" y="7960"/>
                      </a:lnTo>
                      <a:close/>
                      <a:moveTo>
                        <a:pt x="2363" y="8968"/>
                      </a:moveTo>
                      <a:lnTo>
                        <a:pt x="2836" y="9440"/>
                      </a:lnTo>
                      <a:lnTo>
                        <a:pt x="1292" y="10984"/>
                      </a:lnTo>
                      <a:cubicBezTo>
                        <a:pt x="1245" y="11047"/>
                        <a:pt x="1158" y="11079"/>
                        <a:pt x="1068" y="11079"/>
                      </a:cubicBezTo>
                      <a:cubicBezTo>
                        <a:pt x="977" y="11079"/>
                        <a:pt x="883" y="11047"/>
                        <a:pt x="820" y="10984"/>
                      </a:cubicBezTo>
                      <a:cubicBezTo>
                        <a:pt x="725" y="10858"/>
                        <a:pt x="725" y="10669"/>
                        <a:pt x="820" y="10512"/>
                      </a:cubicBezTo>
                      <a:lnTo>
                        <a:pt x="2363" y="8968"/>
                      </a:lnTo>
                      <a:close/>
                      <a:moveTo>
                        <a:pt x="7731" y="1"/>
                      </a:moveTo>
                      <a:cubicBezTo>
                        <a:pt x="6669" y="1"/>
                        <a:pt x="5604" y="403"/>
                        <a:pt x="4789" y="1218"/>
                      </a:cubicBezTo>
                      <a:cubicBezTo>
                        <a:pt x="3592" y="2446"/>
                        <a:pt x="3309" y="4179"/>
                        <a:pt x="3844" y="5628"/>
                      </a:cubicBezTo>
                      <a:lnTo>
                        <a:pt x="3182" y="6290"/>
                      </a:lnTo>
                      <a:cubicBezTo>
                        <a:pt x="2867" y="6605"/>
                        <a:pt x="2804" y="7078"/>
                        <a:pt x="2993" y="7487"/>
                      </a:cubicBezTo>
                      <a:lnTo>
                        <a:pt x="410" y="10071"/>
                      </a:lnTo>
                      <a:cubicBezTo>
                        <a:pt x="0" y="10480"/>
                        <a:pt x="0" y="11142"/>
                        <a:pt x="410" y="11520"/>
                      </a:cubicBezTo>
                      <a:cubicBezTo>
                        <a:pt x="580" y="11721"/>
                        <a:pt x="826" y="11823"/>
                        <a:pt x="1081" y="11823"/>
                      </a:cubicBezTo>
                      <a:cubicBezTo>
                        <a:pt x="1345" y="11823"/>
                        <a:pt x="1619" y="11713"/>
                        <a:pt x="1828" y="11488"/>
                      </a:cubicBezTo>
                      <a:lnTo>
                        <a:pt x="4411" y="8905"/>
                      </a:lnTo>
                      <a:cubicBezTo>
                        <a:pt x="4565" y="8976"/>
                        <a:pt x="4727" y="9011"/>
                        <a:pt x="4887" y="9011"/>
                      </a:cubicBezTo>
                      <a:cubicBezTo>
                        <a:pt x="5153" y="9011"/>
                        <a:pt x="5411" y="8913"/>
                        <a:pt x="5608" y="8716"/>
                      </a:cubicBezTo>
                      <a:lnTo>
                        <a:pt x="6270" y="8023"/>
                      </a:lnTo>
                      <a:cubicBezTo>
                        <a:pt x="6736" y="8205"/>
                        <a:pt x="7231" y="8296"/>
                        <a:pt x="7729" y="8296"/>
                      </a:cubicBezTo>
                      <a:cubicBezTo>
                        <a:pt x="8781" y="8296"/>
                        <a:pt x="9847" y="7890"/>
                        <a:pt x="10681" y="7078"/>
                      </a:cubicBezTo>
                      <a:cubicBezTo>
                        <a:pt x="12319" y="5439"/>
                        <a:pt x="12287" y="2793"/>
                        <a:pt x="10681" y="1218"/>
                      </a:cubicBezTo>
                      <a:cubicBezTo>
                        <a:pt x="9873" y="410"/>
                        <a:pt x="8804" y="1"/>
                        <a:pt x="7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1" name="Google Shape;9270;p73">
                <a:extLst>
                  <a:ext uri="{FF2B5EF4-FFF2-40B4-BE49-F238E27FC236}">
                    <a16:creationId xmlns:a16="http://schemas.microsoft.com/office/drawing/2014/main" id="{DB19A429-F021-5856-E522-33967F3996B5}"/>
                  </a:ext>
                </a:extLst>
              </p:cNvPr>
              <p:cNvGrpSpPr/>
              <p:nvPr/>
            </p:nvGrpSpPr>
            <p:grpSpPr>
              <a:xfrm>
                <a:off x="3300954" y="2924662"/>
                <a:ext cx="504627" cy="500571"/>
                <a:chOff x="2139425" y="2682250"/>
                <a:chExt cx="298550" cy="296150"/>
              </a:xfrm>
              <a:grpFill/>
            </p:grpSpPr>
            <p:sp>
              <p:nvSpPr>
                <p:cNvPr id="17749" name="Google Shape;9271;p73">
                  <a:extLst>
                    <a:ext uri="{FF2B5EF4-FFF2-40B4-BE49-F238E27FC236}">
                      <a16:creationId xmlns:a16="http://schemas.microsoft.com/office/drawing/2014/main" id="{CCA5FED2-7B32-27FB-737F-3DAE115C630B}"/>
                    </a:ext>
                  </a:extLst>
                </p:cNvPr>
                <p:cNvSpPr/>
                <p:nvPr/>
              </p:nvSpPr>
              <p:spPr>
                <a:xfrm>
                  <a:off x="2139425" y="2787000"/>
                  <a:ext cx="159125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5" h="7656" extrusionOk="0">
                      <a:moveTo>
                        <a:pt x="3214" y="630"/>
                      </a:moveTo>
                      <a:cubicBezTo>
                        <a:pt x="3813" y="630"/>
                        <a:pt x="4286" y="1103"/>
                        <a:pt x="4286" y="1670"/>
                      </a:cubicBezTo>
                      <a:cubicBezTo>
                        <a:pt x="4286" y="2206"/>
                        <a:pt x="3813" y="2678"/>
                        <a:pt x="3214" y="2678"/>
                      </a:cubicBezTo>
                      <a:cubicBezTo>
                        <a:pt x="2647" y="2678"/>
                        <a:pt x="2175" y="2206"/>
                        <a:pt x="2175" y="1670"/>
                      </a:cubicBezTo>
                      <a:cubicBezTo>
                        <a:pt x="2175" y="1166"/>
                        <a:pt x="2647" y="630"/>
                        <a:pt x="3214" y="630"/>
                      </a:cubicBezTo>
                      <a:close/>
                      <a:moveTo>
                        <a:pt x="3183" y="3403"/>
                      </a:moveTo>
                      <a:cubicBezTo>
                        <a:pt x="4538" y="3403"/>
                        <a:pt x="5609" y="4506"/>
                        <a:pt x="5609" y="5829"/>
                      </a:cubicBezTo>
                      <a:lnTo>
                        <a:pt x="5609" y="6931"/>
                      </a:lnTo>
                      <a:lnTo>
                        <a:pt x="757" y="6931"/>
                      </a:lnTo>
                      <a:lnTo>
                        <a:pt x="757" y="5829"/>
                      </a:lnTo>
                      <a:cubicBezTo>
                        <a:pt x="757" y="4506"/>
                        <a:pt x="1860" y="3403"/>
                        <a:pt x="3183" y="3403"/>
                      </a:cubicBezTo>
                      <a:close/>
                      <a:moveTo>
                        <a:pt x="3183" y="0"/>
                      </a:moveTo>
                      <a:cubicBezTo>
                        <a:pt x="2238" y="0"/>
                        <a:pt x="1419" y="788"/>
                        <a:pt x="1419" y="1733"/>
                      </a:cubicBezTo>
                      <a:cubicBezTo>
                        <a:pt x="1419" y="2206"/>
                        <a:pt x="1608" y="2678"/>
                        <a:pt x="1954" y="2993"/>
                      </a:cubicBezTo>
                      <a:cubicBezTo>
                        <a:pt x="820" y="3466"/>
                        <a:pt x="1" y="4569"/>
                        <a:pt x="1" y="5892"/>
                      </a:cubicBezTo>
                      <a:lnTo>
                        <a:pt x="1" y="7309"/>
                      </a:lnTo>
                      <a:cubicBezTo>
                        <a:pt x="64" y="7498"/>
                        <a:pt x="222" y="7656"/>
                        <a:pt x="442" y="7656"/>
                      </a:cubicBezTo>
                      <a:lnTo>
                        <a:pt x="6018" y="7656"/>
                      </a:lnTo>
                      <a:cubicBezTo>
                        <a:pt x="6207" y="7656"/>
                        <a:pt x="6365" y="7498"/>
                        <a:pt x="6365" y="7309"/>
                      </a:cubicBezTo>
                      <a:lnTo>
                        <a:pt x="6365" y="5892"/>
                      </a:lnTo>
                      <a:cubicBezTo>
                        <a:pt x="6365" y="4569"/>
                        <a:pt x="5546" y="3466"/>
                        <a:pt x="4412" y="2993"/>
                      </a:cubicBezTo>
                      <a:cubicBezTo>
                        <a:pt x="4758" y="2647"/>
                        <a:pt x="4947" y="2206"/>
                        <a:pt x="4947" y="1733"/>
                      </a:cubicBezTo>
                      <a:cubicBezTo>
                        <a:pt x="4947" y="788"/>
                        <a:pt x="4160" y="0"/>
                        <a:pt x="31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0" name="Google Shape;9272;p73">
                  <a:extLst>
                    <a:ext uri="{FF2B5EF4-FFF2-40B4-BE49-F238E27FC236}">
                      <a16:creationId xmlns:a16="http://schemas.microsoft.com/office/drawing/2014/main" id="{FCE80E55-FB11-118F-CA88-AE654B298279}"/>
                    </a:ext>
                  </a:extLst>
                </p:cNvPr>
                <p:cNvSpPr/>
                <p:nvPr/>
              </p:nvSpPr>
              <p:spPr>
                <a:xfrm>
                  <a:off x="2280425" y="26822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82" y="662"/>
                      </a:moveTo>
                      <a:cubicBezTo>
                        <a:pt x="4506" y="662"/>
                        <a:pt x="5608" y="1764"/>
                        <a:pt x="5608" y="3088"/>
                      </a:cubicBezTo>
                      <a:cubicBezTo>
                        <a:pt x="5577" y="4442"/>
                        <a:pt x="4474" y="5545"/>
                        <a:pt x="3151" y="5545"/>
                      </a:cubicBezTo>
                      <a:cubicBezTo>
                        <a:pt x="2710" y="5545"/>
                        <a:pt x="2300" y="5419"/>
                        <a:pt x="1954" y="5230"/>
                      </a:cubicBezTo>
                      <a:cubicBezTo>
                        <a:pt x="1891" y="5198"/>
                        <a:pt x="1796" y="5198"/>
                        <a:pt x="1733" y="5198"/>
                      </a:cubicBezTo>
                      <a:lnTo>
                        <a:pt x="946" y="5388"/>
                      </a:lnTo>
                      <a:lnTo>
                        <a:pt x="1166" y="4663"/>
                      </a:lnTo>
                      <a:cubicBezTo>
                        <a:pt x="1198" y="4568"/>
                        <a:pt x="1166" y="4474"/>
                        <a:pt x="1135" y="4411"/>
                      </a:cubicBezTo>
                      <a:cubicBezTo>
                        <a:pt x="883" y="4001"/>
                        <a:pt x="725" y="3560"/>
                        <a:pt x="725" y="3088"/>
                      </a:cubicBezTo>
                      <a:cubicBezTo>
                        <a:pt x="725" y="1764"/>
                        <a:pt x="1828" y="662"/>
                        <a:pt x="3182" y="662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32" y="1418"/>
                        <a:pt x="32" y="3088"/>
                      </a:cubicBezTo>
                      <a:cubicBezTo>
                        <a:pt x="32" y="3655"/>
                        <a:pt x="158" y="4159"/>
                        <a:pt x="410" y="4631"/>
                      </a:cubicBezTo>
                      <a:lnTo>
                        <a:pt x="32" y="5766"/>
                      </a:lnTo>
                      <a:cubicBezTo>
                        <a:pt x="0" y="5892"/>
                        <a:pt x="32" y="6018"/>
                        <a:pt x="95" y="6144"/>
                      </a:cubicBezTo>
                      <a:cubicBezTo>
                        <a:pt x="189" y="6207"/>
                        <a:pt x="315" y="6238"/>
                        <a:pt x="473" y="6238"/>
                      </a:cubicBezTo>
                      <a:lnTo>
                        <a:pt x="1765" y="5923"/>
                      </a:lnTo>
                      <a:cubicBezTo>
                        <a:pt x="2206" y="6175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51"/>
                      </a:cubicBezTo>
                      <a:cubicBezTo>
                        <a:pt x="6238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1" name="Google Shape;9273;p73">
                  <a:extLst>
                    <a:ext uri="{FF2B5EF4-FFF2-40B4-BE49-F238E27FC236}">
                      <a16:creationId xmlns:a16="http://schemas.microsoft.com/office/drawing/2014/main" id="{3473AA95-5743-6B43-1034-8CA9163B34AC}"/>
                    </a:ext>
                  </a:extLst>
                </p:cNvPr>
                <p:cNvSpPr/>
                <p:nvPr/>
              </p:nvSpPr>
              <p:spPr>
                <a:xfrm>
                  <a:off x="2349725" y="2725550"/>
                  <a:ext cx="1815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5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cubicBezTo>
                        <a:pt x="568" y="694"/>
                        <a:pt x="725" y="537"/>
                        <a:pt x="725" y="348"/>
                      </a:cubicBez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2" name="Google Shape;9274;p73">
                  <a:extLst>
                    <a:ext uri="{FF2B5EF4-FFF2-40B4-BE49-F238E27FC236}">
                      <a16:creationId xmlns:a16="http://schemas.microsoft.com/office/drawing/2014/main" id="{930EE990-9113-5D81-EF39-B4CA9E8DAAAA}"/>
                    </a:ext>
                  </a:extLst>
                </p:cNvPr>
                <p:cNvSpPr/>
                <p:nvPr/>
              </p:nvSpPr>
              <p:spPr>
                <a:xfrm>
                  <a:off x="2349725" y="2751550"/>
                  <a:ext cx="181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2112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79" y="2111"/>
                      </a:cubicBezTo>
                      <a:cubicBezTo>
                        <a:pt x="568" y="2111"/>
                        <a:pt x="725" y="1954"/>
                        <a:pt x="725" y="1733"/>
                      </a:cubicBezTo>
                      <a:lnTo>
                        <a:pt x="725" y="379"/>
                      </a:ln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2" name="Google Shape;9275;p73">
                <a:extLst>
                  <a:ext uri="{FF2B5EF4-FFF2-40B4-BE49-F238E27FC236}">
                    <a16:creationId xmlns:a16="http://schemas.microsoft.com/office/drawing/2014/main" id="{9992E002-32B7-0E30-6174-A4B5C360A5AD}"/>
                  </a:ext>
                </a:extLst>
              </p:cNvPr>
              <p:cNvGrpSpPr/>
              <p:nvPr/>
            </p:nvGrpSpPr>
            <p:grpSpPr>
              <a:xfrm>
                <a:off x="6474398" y="1748451"/>
                <a:ext cx="501965" cy="379464"/>
                <a:chOff x="3962775" y="1990700"/>
                <a:chExt cx="296975" cy="224500"/>
              </a:xfrm>
              <a:grpFill/>
            </p:grpSpPr>
            <p:sp>
              <p:nvSpPr>
                <p:cNvPr id="17745" name="Google Shape;9276;p73">
                  <a:extLst>
                    <a:ext uri="{FF2B5EF4-FFF2-40B4-BE49-F238E27FC236}">
                      <a16:creationId xmlns:a16="http://schemas.microsoft.com/office/drawing/2014/main" id="{9A6BE43D-6526-2C57-8AE3-491E6B04F395}"/>
                    </a:ext>
                  </a:extLst>
                </p:cNvPr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6" name="Google Shape;9277;p73">
                  <a:extLst>
                    <a:ext uri="{FF2B5EF4-FFF2-40B4-BE49-F238E27FC236}">
                      <a16:creationId xmlns:a16="http://schemas.microsoft.com/office/drawing/2014/main" id="{236248FC-F985-6163-39F8-110A0FE78691}"/>
                    </a:ext>
                  </a:extLst>
                </p:cNvPr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56" extrusionOk="0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7" name="Google Shape;9278;p73">
                  <a:extLst>
                    <a:ext uri="{FF2B5EF4-FFF2-40B4-BE49-F238E27FC236}">
                      <a16:creationId xmlns:a16="http://schemas.microsoft.com/office/drawing/2014/main" id="{62771EB1-DF7A-AD96-9E55-49EE46E628E6}"/>
                    </a:ext>
                  </a:extLst>
                </p:cNvPr>
                <p:cNvSpPr/>
                <p:nvPr/>
              </p:nvSpPr>
              <p:spPr>
                <a:xfrm>
                  <a:off x="4207750" y="2041900"/>
                  <a:ext cx="35450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80" extrusionOk="0">
                      <a:moveTo>
                        <a:pt x="1067" y="1"/>
                      </a:moveTo>
                      <a:cubicBezTo>
                        <a:pt x="977" y="1"/>
                        <a:pt x="882" y="32"/>
                        <a:pt x="819" y="95"/>
                      </a:cubicBezTo>
                      <a:lnTo>
                        <a:pt x="126" y="788"/>
                      </a:lnTo>
                      <a:cubicBezTo>
                        <a:pt x="0" y="914"/>
                        <a:pt x="0" y="1135"/>
                        <a:pt x="126" y="1261"/>
                      </a:cubicBezTo>
                      <a:cubicBezTo>
                        <a:pt x="189" y="1340"/>
                        <a:pt x="268" y="1379"/>
                        <a:pt x="351" y="1379"/>
                      </a:cubicBezTo>
                      <a:cubicBezTo>
                        <a:pt x="433" y="1379"/>
                        <a:pt x="520" y="1340"/>
                        <a:pt x="599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5"/>
                      </a:cubicBezTo>
                      <a:cubicBezTo>
                        <a:pt x="1244" y="32"/>
                        <a:pt x="1158" y="1"/>
                        <a:pt x="10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8" name="Google Shape;9279;p73">
                  <a:extLst>
                    <a:ext uri="{FF2B5EF4-FFF2-40B4-BE49-F238E27FC236}">
                      <a16:creationId xmlns:a16="http://schemas.microsoft.com/office/drawing/2014/main" id="{985E1139-1F37-473A-CE4D-6E92EBFD3D6E}"/>
                    </a:ext>
                  </a:extLst>
                </p:cNvPr>
                <p:cNvSpPr/>
                <p:nvPr/>
              </p:nvSpPr>
              <p:spPr>
                <a:xfrm>
                  <a:off x="3962775" y="1990700"/>
                  <a:ext cx="2260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8980" extrusionOk="0">
                      <a:moveTo>
                        <a:pt x="1419" y="3403"/>
                      </a:moveTo>
                      <a:lnTo>
                        <a:pt x="1419" y="4790"/>
                      </a:lnTo>
                      <a:cubicBezTo>
                        <a:pt x="1009" y="4790"/>
                        <a:pt x="694" y="4506"/>
                        <a:pt x="694" y="4097"/>
                      </a:cubicBezTo>
                      <a:cubicBezTo>
                        <a:pt x="694" y="3719"/>
                        <a:pt x="1009" y="3403"/>
                        <a:pt x="1419" y="3403"/>
                      </a:cubicBezTo>
                      <a:close/>
                      <a:moveTo>
                        <a:pt x="4191" y="2710"/>
                      </a:moveTo>
                      <a:lnTo>
                        <a:pt x="4191" y="5483"/>
                      </a:lnTo>
                      <a:lnTo>
                        <a:pt x="2490" y="5483"/>
                      </a:lnTo>
                      <a:cubicBezTo>
                        <a:pt x="2269" y="5483"/>
                        <a:pt x="2112" y="5325"/>
                        <a:pt x="2112" y="5105"/>
                      </a:cubicBezTo>
                      <a:lnTo>
                        <a:pt x="2112" y="3088"/>
                      </a:lnTo>
                      <a:cubicBezTo>
                        <a:pt x="2112" y="2868"/>
                        <a:pt x="2269" y="2710"/>
                        <a:pt x="2490" y="2710"/>
                      </a:cubicBezTo>
                      <a:close/>
                      <a:moveTo>
                        <a:pt x="6995" y="1828"/>
                      </a:moveTo>
                      <a:lnTo>
                        <a:pt x="6995" y="6428"/>
                      </a:lnTo>
                      <a:cubicBezTo>
                        <a:pt x="6428" y="5924"/>
                        <a:pt x="5672" y="5609"/>
                        <a:pt x="4884" y="5514"/>
                      </a:cubicBezTo>
                      <a:lnTo>
                        <a:pt x="4884" y="2710"/>
                      </a:lnTo>
                      <a:cubicBezTo>
                        <a:pt x="5672" y="2647"/>
                        <a:pt x="6428" y="2332"/>
                        <a:pt x="6995" y="1828"/>
                      </a:cubicBezTo>
                      <a:close/>
                      <a:moveTo>
                        <a:pt x="8066" y="631"/>
                      </a:moveTo>
                      <a:cubicBezTo>
                        <a:pt x="8255" y="631"/>
                        <a:pt x="8413" y="789"/>
                        <a:pt x="8413" y="978"/>
                      </a:cubicBezTo>
                      <a:lnTo>
                        <a:pt x="8413" y="7216"/>
                      </a:lnTo>
                      <a:cubicBezTo>
                        <a:pt x="8413" y="7405"/>
                        <a:pt x="8255" y="7562"/>
                        <a:pt x="8066" y="7562"/>
                      </a:cubicBezTo>
                      <a:cubicBezTo>
                        <a:pt x="7877" y="7562"/>
                        <a:pt x="7720" y="7405"/>
                        <a:pt x="7720" y="7216"/>
                      </a:cubicBezTo>
                      <a:lnTo>
                        <a:pt x="7720" y="978"/>
                      </a:lnTo>
                      <a:cubicBezTo>
                        <a:pt x="7720" y="789"/>
                        <a:pt x="7877" y="631"/>
                        <a:pt x="8066" y="631"/>
                      </a:cubicBezTo>
                      <a:close/>
                      <a:moveTo>
                        <a:pt x="3498" y="6176"/>
                      </a:moveTo>
                      <a:lnTo>
                        <a:pt x="3498" y="7909"/>
                      </a:lnTo>
                      <a:cubicBezTo>
                        <a:pt x="3498" y="8129"/>
                        <a:pt x="3340" y="8287"/>
                        <a:pt x="3151" y="8287"/>
                      </a:cubicBezTo>
                      <a:cubicBezTo>
                        <a:pt x="2962" y="8287"/>
                        <a:pt x="2805" y="8129"/>
                        <a:pt x="2805" y="7909"/>
                      </a:cubicBezTo>
                      <a:lnTo>
                        <a:pt x="2805" y="6176"/>
                      </a:lnTo>
                      <a:close/>
                      <a:moveTo>
                        <a:pt x="8035" y="1"/>
                      </a:moveTo>
                      <a:cubicBezTo>
                        <a:pt x="7531" y="1"/>
                        <a:pt x="7090" y="411"/>
                        <a:pt x="6995" y="883"/>
                      </a:cubicBezTo>
                      <a:lnTo>
                        <a:pt x="6680" y="1198"/>
                      </a:lnTo>
                      <a:cubicBezTo>
                        <a:pt x="6144" y="1734"/>
                        <a:pt x="5325" y="2049"/>
                        <a:pt x="4538" y="2049"/>
                      </a:cubicBezTo>
                      <a:lnTo>
                        <a:pt x="2427" y="2049"/>
                      </a:lnTo>
                      <a:cubicBezTo>
                        <a:pt x="2017" y="2049"/>
                        <a:pt x="1608" y="2332"/>
                        <a:pt x="1450" y="2773"/>
                      </a:cubicBezTo>
                      <a:lnTo>
                        <a:pt x="1387" y="2773"/>
                      </a:lnTo>
                      <a:cubicBezTo>
                        <a:pt x="631" y="2773"/>
                        <a:pt x="1" y="3403"/>
                        <a:pt x="1" y="4128"/>
                      </a:cubicBezTo>
                      <a:cubicBezTo>
                        <a:pt x="1" y="4884"/>
                        <a:pt x="631" y="5514"/>
                        <a:pt x="1387" y="5514"/>
                      </a:cubicBezTo>
                      <a:lnTo>
                        <a:pt x="1450" y="5514"/>
                      </a:lnTo>
                      <a:cubicBezTo>
                        <a:pt x="1576" y="5798"/>
                        <a:pt x="1797" y="6018"/>
                        <a:pt x="2080" y="6144"/>
                      </a:cubicBezTo>
                      <a:lnTo>
                        <a:pt x="2080" y="7940"/>
                      </a:lnTo>
                      <a:cubicBezTo>
                        <a:pt x="2112" y="8507"/>
                        <a:pt x="2584" y="8980"/>
                        <a:pt x="3151" y="8980"/>
                      </a:cubicBezTo>
                      <a:cubicBezTo>
                        <a:pt x="3750" y="8980"/>
                        <a:pt x="4160" y="8507"/>
                        <a:pt x="4160" y="7972"/>
                      </a:cubicBezTo>
                      <a:lnTo>
                        <a:pt x="4160" y="6239"/>
                      </a:lnTo>
                      <a:lnTo>
                        <a:pt x="4538" y="6239"/>
                      </a:lnTo>
                      <a:cubicBezTo>
                        <a:pt x="5325" y="6239"/>
                        <a:pt x="6144" y="6554"/>
                        <a:pt x="6680" y="7090"/>
                      </a:cubicBezTo>
                      <a:lnTo>
                        <a:pt x="6995" y="7405"/>
                      </a:lnTo>
                      <a:cubicBezTo>
                        <a:pt x="7090" y="7909"/>
                        <a:pt x="7531" y="8287"/>
                        <a:pt x="8035" y="8287"/>
                      </a:cubicBezTo>
                      <a:cubicBezTo>
                        <a:pt x="8633" y="8287"/>
                        <a:pt x="9043" y="7814"/>
                        <a:pt x="9043" y="7247"/>
                      </a:cubicBezTo>
                      <a:lnTo>
                        <a:pt x="9043" y="1041"/>
                      </a:lnTo>
                      <a:cubicBezTo>
                        <a:pt x="9043" y="442"/>
                        <a:pt x="8570" y="1"/>
                        <a:pt x="80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3" name="Google Shape;9280;p73">
                <a:extLst>
                  <a:ext uri="{FF2B5EF4-FFF2-40B4-BE49-F238E27FC236}">
                    <a16:creationId xmlns:a16="http://schemas.microsoft.com/office/drawing/2014/main" id="{09BBC2A9-E7C4-93C2-F40E-AA512C8C5D79}"/>
                  </a:ext>
                </a:extLst>
              </p:cNvPr>
              <p:cNvGrpSpPr/>
              <p:nvPr/>
            </p:nvGrpSpPr>
            <p:grpSpPr>
              <a:xfrm>
                <a:off x="6475075" y="2280968"/>
                <a:ext cx="500612" cy="500612"/>
                <a:chOff x="3963575" y="2317575"/>
                <a:chExt cx="296175" cy="296175"/>
              </a:xfrm>
              <a:grpFill/>
            </p:grpSpPr>
            <p:sp>
              <p:nvSpPr>
                <p:cNvPr id="17729" name="Google Shape;9281;p73">
                  <a:extLst>
                    <a:ext uri="{FF2B5EF4-FFF2-40B4-BE49-F238E27FC236}">
                      <a16:creationId xmlns:a16="http://schemas.microsoft.com/office/drawing/2014/main" id="{4ACFAD76-47BB-4318-2B20-CB9E8240F179}"/>
                    </a:ext>
                  </a:extLst>
                </p:cNvPr>
                <p:cNvSpPr/>
                <p:nvPr/>
              </p:nvSpPr>
              <p:spPr>
                <a:xfrm>
                  <a:off x="3963575" y="2317575"/>
                  <a:ext cx="29617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47" extrusionOk="0">
                      <a:moveTo>
                        <a:pt x="9483" y="1418"/>
                      </a:moveTo>
                      <a:cubicBezTo>
                        <a:pt x="9672" y="1418"/>
                        <a:pt x="9830" y="1576"/>
                        <a:pt x="9830" y="1765"/>
                      </a:cubicBezTo>
                      <a:lnTo>
                        <a:pt x="9830" y="2836"/>
                      </a:lnTo>
                      <a:lnTo>
                        <a:pt x="788" y="2836"/>
                      </a:lnTo>
                      <a:lnTo>
                        <a:pt x="788" y="1765"/>
                      </a:lnTo>
                      <a:lnTo>
                        <a:pt x="725" y="1765"/>
                      </a:lnTo>
                      <a:cubicBezTo>
                        <a:pt x="725" y="1576"/>
                        <a:pt x="883" y="1418"/>
                        <a:pt x="1072" y="1418"/>
                      </a:cubicBezTo>
                      <a:lnTo>
                        <a:pt x="1418" y="1418"/>
                      </a:lnTo>
                      <a:lnTo>
                        <a:pt x="1418" y="1765"/>
                      </a:lnTo>
                      <a:cubicBezTo>
                        <a:pt x="1418" y="1954"/>
                        <a:pt x="1576" y="2143"/>
                        <a:pt x="1765" y="2143"/>
                      </a:cubicBezTo>
                      <a:cubicBezTo>
                        <a:pt x="1954" y="2143"/>
                        <a:pt x="2111" y="1954"/>
                        <a:pt x="2111" y="1765"/>
                      </a:cubicBezTo>
                      <a:lnTo>
                        <a:pt x="2111" y="1418"/>
                      </a:lnTo>
                      <a:lnTo>
                        <a:pt x="3498" y="1418"/>
                      </a:lnTo>
                      <a:lnTo>
                        <a:pt x="3498" y="1765"/>
                      </a:lnTo>
                      <a:cubicBezTo>
                        <a:pt x="3498" y="1954"/>
                        <a:pt x="3655" y="2143"/>
                        <a:pt x="3844" y="2143"/>
                      </a:cubicBezTo>
                      <a:cubicBezTo>
                        <a:pt x="4065" y="2143"/>
                        <a:pt x="4222" y="1954"/>
                        <a:pt x="4222" y="1765"/>
                      </a:cubicBezTo>
                      <a:lnTo>
                        <a:pt x="4222" y="1418"/>
                      </a:lnTo>
                      <a:lnTo>
                        <a:pt x="6333" y="1418"/>
                      </a:lnTo>
                      <a:lnTo>
                        <a:pt x="6333" y="1765"/>
                      </a:lnTo>
                      <a:cubicBezTo>
                        <a:pt x="6333" y="1954"/>
                        <a:pt x="6490" y="2143"/>
                        <a:pt x="6680" y="2143"/>
                      </a:cubicBezTo>
                      <a:cubicBezTo>
                        <a:pt x="6900" y="2143"/>
                        <a:pt x="7058" y="1954"/>
                        <a:pt x="7058" y="1765"/>
                      </a:cubicBezTo>
                      <a:lnTo>
                        <a:pt x="7058" y="1418"/>
                      </a:lnTo>
                      <a:lnTo>
                        <a:pt x="8412" y="1418"/>
                      </a:lnTo>
                      <a:lnTo>
                        <a:pt x="8412" y="1765"/>
                      </a:lnTo>
                      <a:cubicBezTo>
                        <a:pt x="8412" y="1954"/>
                        <a:pt x="8570" y="2143"/>
                        <a:pt x="8790" y="2143"/>
                      </a:cubicBezTo>
                      <a:cubicBezTo>
                        <a:pt x="8979" y="2143"/>
                        <a:pt x="9137" y="1954"/>
                        <a:pt x="9137" y="1765"/>
                      </a:cubicBezTo>
                      <a:lnTo>
                        <a:pt x="9137" y="1418"/>
                      </a:lnTo>
                      <a:close/>
                      <a:moveTo>
                        <a:pt x="9767" y="3497"/>
                      </a:moveTo>
                      <a:lnTo>
                        <a:pt x="9767" y="7026"/>
                      </a:lnTo>
                      <a:cubicBezTo>
                        <a:pt x="9641" y="7026"/>
                        <a:pt x="9546" y="6963"/>
                        <a:pt x="9420" y="6963"/>
                      </a:cubicBezTo>
                      <a:cubicBezTo>
                        <a:pt x="8066" y="6963"/>
                        <a:pt x="6963" y="8066"/>
                        <a:pt x="6963" y="9420"/>
                      </a:cubicBezTo>
                      <a:cubicBezTo>
                        <a:pt x="6963" y="9546"/>
                        <a:pt x="6963" y="9641"/>
                        <a:pt x="7026" y="9767"/>
                      </a:cubicBezTo>
                      <a:lnTo>
                        <a:pt x="1040" y="9767"/>
                      </a:lnTo>
                      <a:cubicBezTo>
                        <a:pt x="820" y="9767"/>
                        <a:pt x="662" y="9609"/>
                        <a:pt x="662" y="9420"/>
                      </a:cubicBezTo>
                      <a:lnTo>
                        <a:pt x="662" y="3497"/>
                      </a:lnTo>
                      <a:close/>
                      <a:moveTo>
                        <a:pt x="9420" y="7688"/>
                      </a:moveTo>
                      <a:cubicBezTo>
                        <a:pt x="10366" y="7688"/>
                        <a:pt x="11153" y="8475"/>
                        <a:pt x="11153" y="9420"/>
                      </a:cubicBezTo>
                      <a:cubicBezTo>
                        <a:pt x="11153" y="10397"/>
                        <a:pt x="10366" y="11185"/>
                        <a:pt x="9420" y="11185"/>
                      </a:cubicBezTo>
                      <a:cubicBezTo>
                        <a:pt x="8475" y="11185"/>
                        <a:pt x="7688" y="10397"/>
                        <a:pt x="7688" y="9420"/>
                      </a:cubicBezTo>
                      <a:cubicBezTo>
                        <a:pt x="7688" y="8475"/>
                        <a:pt x="8475" y="7688"/>
                        <a:pt x="9420" y="7688"/>
                      </a:cubicBez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lnTo>
                        <a:pt x="1387" y="725"/>
                      </a:lnTo>
                      <a:lnTo>
                        <a:pt x="1040" y="725"/>
                      </a:lnTo>
                      <a:cubicBezTo>
                        <a:pt x="442" y="725"/>
                        <a:pt x="0" y="1166"/>
                        <a:pt x="0" y="1733"/>
                      </a:cubicBezTo>
                      <a:lnTo>
                        <a:pt x="0" y="9389"/>
                      </a:lnTo>
                      <a:cubicBezTo>
                        <a:pt x="0" y="9956"/>
                        <a:pt x="473" y="10429"/>
                        <a:pt x="1040" y="10429"/>
                      </a:cubicBezTo>
                      <a:lnTo>
                        <a:pt x="7215" y="10429"/>
                      </a:lnTo>
                      <a:cubicBezTo>
                        <a:pt x="7593" y="11279"/>
                        <a:pt x="8444" y="11846"/>
                        <a:pt x="9420" y="11846"/>
                      </a:cubicBezTo>
                      <a:cubicBezTo>
                        <a:pt x="10744" y="11846"/>
                        <a:pt x="11846" y="10744"/>
                        <a:pt x="11846" y="9420"/>
                      </a:cubicBezTo>
                      <a:cubicBezTo>
                        <a:pt x="11846" y="8444"/>
                        <a:pt x="11311" y="7593"/>
                        <a:pt x="10492" y="7215"/>
                      </a:cubicBezTo>
                      <a:lnTo>
                        <a:pt x="10492" y="1733"/>
                      </a:lnTo>
                      <a:cubicBezTo>
                        <a:pt x="10492" y="1135"/>
                        <a:pt x="10019" y="725"/>
                        <a:pt x="9452" y="725"/>
                      </a:cubicBezTo>
                      <a:lnTo>
                        <a:pt x="9105" y="725"/>
                      </a:lnTo>
                      <a:lnTo>
                        <a:pt x="9105" y="347"/>
                      </a:lnTo>
                      <a:cubicBezTo>
                        <a:pt x="9105" y="158"/>
                        <a:pt x="8948" y="0"/>
                        <a:pt x="8759" y="0"/>
                      </a:cubicBezTo>
                      <a:cubicBezTo>
                        <a:pt x="8538" y="0"/>
                        <a:pt x="8381" y="158"/>
                        <a:pt x="8381" y="347"/>
                      </a:cubicBezTo>
                      <a:lnTo>
                        <a:pt x="8381" y="725"/>
                      </a:lnTo>
                      <a:lnTo>
                        <a:pt x="7026" y="725"/>
                      </a:lnTo>
                      <a:lnTo>
                        <a:pt x="7026" y="347"/>
                      </a:lnTo>
                      <a:cubicBezTo>
                        <a:pt x="7026" y="158"/>
                        <a:pt x="6869" y="0"/>
                        <a:pt x="6648" y="0"/>
                      </a:cubicBezTo>
                      <a:cubicBezTo>
                        <a:pt x="6459" y="0"/>
                        <a:pt x="6301" y="158"/>
                        <a:pt x="6301" y="347"/>
                      </a:cubicBezTo>
                      <a:lnTo>
                        <a:pt x="6301" y="725"/>
                      </a:lnTo>
                      <a:lnTo>
                        <a:pt x="4191" y="725"/>
                      </a:lnTo>
                      <a:lnTo>
                        <a:pt x="4191" y="347"/>
                      </a:lnTo>
                      <a:cubicBezTo>
                        <a:pt x="4191" y="158"/>
                        <a:pt x="4033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725"/>
                      </a:lnTo>
                      <a:lnTo>
                        <a:pt x="2080" y="725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0" name="Google Shape;9282;p73">
                  <a:extLst>
                    <a:ext uri="{FF2B5EF4-FFF2-40B4-BE49-F238E27FC236}">
                      <a16:creationId xmlns:a16="http://schemas.microsoft.com/office/drawing/2014/main" id="{F915654A-EB5E-1504-971D-A2EFD0EB4374}"/>
                    </a:ext>
                  </a:extLst>
                </p:cNvPr>
                <p:cNvSpPr/>
                <p:nvPr/>
              </p:nvSpPr>
              <p:spPr>
                <a:xfrm>
                  <a:off x="4190400" y="2526300"/>
                  <a:ext cx="3470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71"/>
                      </a:lnTo>
                      <a:cubicBezTo>
                        <a:pt x="1" y="1260"/>
                        <a:pt x="127" y="1418"/>
                        <a:pt x="347" y="1418"/>
                      </a:cubicBezTo>
                      <a:lnTo>
                        <a:pt x="1041" y="1418"/>
                      </a:lnTo>
                      <a:cubicBezTo>
                        <a:pt x="1261" y="1418"/>
                        <a:pt x="1387" y="1260"/>
                        <a:pt x="1387" y="1071"/>
                      </a:cubicBezTo>
                      <a:cubicBezTo>
                        <a:pt x="1387" y="882"/>
                        <a:pt x="1261" y="725"/>
                        <a:pt x="1041" y="725"/>
                      </a:cubicBezTo>
                      <a:lnTo>
                        <a:pt x="694" y="725"/>
                      </a:lnTo>
                      <a:lnTo>
                        <a:pt x="694" y="347"/>
                      </a:lnTo>
                      <a:cubicBezTo>
                        <a:pt x="694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1" name="Google Shape;9283;p73">
                  <a:extLst>
                    <a:ext uri="{FF2B5EF4-FFF2-40B4-BE49-F238E27FC236}">
                      <a16:creationId xmlns:a16="http://schemas.microsoft.com/office/drawing/2014/main" id="{D9CCDAD3-7ACC-8A2B-DBD8-8794DBE7B00E}"/>
                    </a:ext>
                  </a:extLst>
                </p:cNvPr>
                <p:cNvSpPr/>
                <p:nvPr/>
              </p:nvSpPr>
              <p:spPr>
                <a:xfrm>
                  <a:off x="3998225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2" name="Google Shape;9284;p73">
                  <a:extLst>
                    <a:ext uri="{FF2B5EF4-FFF2-40B4-BE49-F238E27FC236}">
                      <a16:creationId xmlns:a16="http://schemas.microsoft.com/office/drawing/2014/main" id="{DC98ADCD-F984-75D7-0D34-4DCE5E9E2DEC}"/>
                    </a:ext>
                  </a:extLst>
                </p:cNvPr>
                <p:cNvSpPr/>
                <p:nvPr/>
              </p:nvSpPr>
              <p:spPr>
                <a:xfrm>
                  <a:off x="4050225" y="24215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3" name="Google Shape;9285;p73">
                  <a:extLst>
                    <a:ext uri="{FF2B5EF4-FFF2-40B4-BE49-F238E27FC236}">
                      <a16:creationId xmlns:a16="http://schemas.microsoft.com/office/drawing/2014/main" id="{5F57DC27-1768-468A-FCC6-DA7377ED975D}"/>
                    </a:ext>
                  </a:extLst>
                </p:cNvPr>
                <p:cNvSpPr/>
                <p:nvPr/>
              </p:nvSpPr>
              <p:spPr>
                <a:xfrm>
                  <a:off x="410220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4" name="Google Shape;9286;p73">
                  <a:extLst>
                    <a:ext uri="{FF2B5EF4-FFF2-40B4-BE49-F238E27FC236}">
                      <a16:creationId xmlns:a16="http://schemas.microsoft.com/office/drawing/2014/main" id="{0307012C-8DD4-A8EA-C7D9-C43E51FF320C}"/>
                    </a:ext>
                  </a:extLst>
                </p:cNvPr>
                <p:cNvSpPr/>
                <p:nvPr/>
              </p:nvSpPr>
              <p:spPr>
                <a:xfrm>
                  <a:off x="415575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5" name="Google Shape;9287;p73">
                  <a:extLst>
                    <a:ext uri="{FF2B5EF4-FFF2-40B4-BE49-F238E27FC236}">
                      <a16:creationId xmlns:a16="http://schemas.microsoft.com/office/drawing/2014/main" id="{9887EE4A-DCD2-8B46-86C5-BBC99CCAF27A}"/>
                    </a:ext>
                  </a:extLst>
                </p:cNvPr>
                <p:cNvSpPr/>
                <p:nvPr/>
              </p:nvSpPr>
              <p:spPr>
                <a:xfrm>
                  <a:off x="3998225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6" name="Google Shape;9288;p73">
                  <a:extLst>
                    <a:ext uri="{FF2B5EF4-FFF2-40B4-BE49-F238E27FC236}">
                      <a16:creationId xmlns:a16="http://schemas.microsoft.com/office/drawing/2014/main" id="{3EEE8EC4-6573-BE9A-8865-5AB0A4395BBB}"/>
                    </a:ext>
                  </a:extLst>
                </p:cNvPr>
                <p:cNvSpPr/>
                <p:nvPr/>
              </p:nvSpPr>
              <p:spPr>
                <a:xfrm>
                  <a:off x="4050225" y="2456975"/>
                  <a:ext cx="354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8"/>
                        <a:pt x="1418" y="379"/>
                      </a:cubicBezTo>
                      <a:cubicBezTo>
                        <a:pt x="1418" y="158"/>
                        <a:pt x="1260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7" name="Google Shape;9289;p73">
                  <a:extLst>
                    <a:ext uri="{FF2B5EF4-FFF2-40B4-BE49-F238E27FC236}">
                      <a16:creationId xmlns:a16="http://schemas.microsoft.com/office/drawing/2014/main" id="{E6A5328B-40C2-2107-F03A-C4E239F7D646}"/>
                    </a:ext>
                  </a:extLst>
                </p:cNvPr>
                <p:cNvSpPr/>
                <p:nvPr/>
              </p:nvSpPr>
              <p:spPr>
                <a:xfrm>
                  <a:off x="410220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8" name="Google Shape;9290;p73">
                  <a:extLst>
                    <a:ext uri="{FF2B5EF4-FFF2-40B4-BE49-F238E27FC236}">
                      <a16:creationId xmlns:a16="http://schemas.microsoft.com/office/drawing/2014/main" id="{355276FD-ACB4-C4C3-8D86-553E6FC500D0}"/>
                    </a:ext>
                  </a:extLst>
                </p:cNvPr>
                <p:cNvSpPr/>
                <p:nvPr/>
              </p:nvSpPr>
              <p:spPr>
                <a:xfrm>
                  <a:off x="415575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9" name="Google Shape;9291;p73">
                  <a:extLst>
                    <a:ext uri="{FF2B5EF4-FFF2-40B4-BE49-F238E27FC236}">
                      <a16:creationId xmlns:a16="http://schemas.microsoft.com/office/drawing/2014/main" id="{C78FFD35-DDAA-E582-B6AE-38ABEFE8A455}"/>
                    </a:ext>
                  </a:extLst>
                </p:cNvPr>
                <p:cNvSpPr/>
                <p:nvPr/>
              </p:nvSpPr>
              <p:spPr>
                <a:xfrm>
                  <a:off x="3998225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0" name="Google Shape;9292;p73">
                  <a:extLst>
                    <a:ext uri="{FF2B5EF4-FFF2-40B4-BE49-F238E27FC236}">
                      <a16:creationId xmlns:a16="http://schemas.microsoft.com/office/drawing/2014/main" id="{D2D28103-AC5B-C98D-CA3B-E0F28D5366CC}"/>
                    </a:ext>
                  </a:extLst>
                </p:cNvPr>
                <p:cNvSpPr/>
                <p:nvPr/>
              </p:nvSpPr>
              <p:spPr>
                <a:xfrm>
                  <a:off x="4050225" y="24916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1" name="Google Shape;9293;p73">
                  <a:extLst>
                    <a:ext uri="{FF2B5EF4-FFF2-40B4-BE49-F238E27FC236}">
                      <a16:creationId xmlns:a16="http://schemas.microsoft.com/office/drawing/2014/main" id="{14C4D3AF-FC19-D52A-6760-5AAB3A0334B8}"/>
                    </a:ext>
                  </a:extLst>
                </p:cNvPr>
                <p:cNvSpPr/>
                <p:nvPr/>
              </p:nvSpPr>
              <p:spPr>
                <a:xfrm>
                  <a:off x="4102200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2" name="Google Shape;9294;p73">
                  <a:extLst>
                    <a:ext uri="{FF2B5EF4-FFF2-40B4-BE49-F238E27FC236}">
                      <a16:creationId xmlns:a16="http://schemas.microsoft.com/office/drawing/2014/main" id="{7DF28D38-DBFC-EE2C-8B35-57748802FA17}"/>
                    </a:ext>
                  </a:extLst>
                </p:cNvPr>
                <p:cNvSpPr/>
                <p:nvPr/>
              </p:nvSpPr>
              <p:spPr>
                <a:xfrm>
                  <a:off x="3998225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3" name="Google Shape;9295;p73">
                  <a:extLst>
                    <a:ext uri="{FF2B5EF4-FFF2-40B4-BE49-F238E27FC236}">
                      <a16:creationId xmlns:a16="http://schemas.microsoft.com/office/drawing/2014/main" id="{B5582F63-8634-6F41-9AD0-701188A1D81B}"/>
                    </a:ext>
                  </a:extLst>
                </p:cNvPr>
                <p:cNvSpPr/>
                <p:nvPr/>
              </p:nvSpPr>
              <p:spPr>
                <a:xfrm>
                  <a:off x="4050225" y="252630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4" name="Google Shape;9296;p73">
                  <a:extLst>
                    <a:ext uri="{FF2B5EF4-FFF2-40B4-BE49-F238E27FC236}">
                      <a16:creationId xmlns:a16="http://schemas.microsoft.com/office/drawing/2014/main" id="{F88CDD5B-38C4-74C6-E1F5-11424EE71FA1}"/>
                    </a:ext>
                  </a:extLst>
                </p:cNvPr>
                <p:cNvSpPr/>
                <p:nvPr/>
              </p:nvSpPr>
              <p:spPr>
                <a:xfrm>
                  <a:off x="4102200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4" name="Google Shape;9297;p73">
                <a:extLst>
                  <a:ext uri="{FF2B5EF4-FFF2-40B4-BE49-F238E27FC236}">
                    <a16:creationId xmlns:a16="http://schemas.microsoft.com/office/drawing/2014/main" id="{ADBBCCCF-F539-E234-B372-BEF7E91BE309}"/>
                  </a:ext>
                </a:extLst>
              </p:cNvPr>
              <p:cNvGrpSpPr/>
              <p:nvPr/>
            </p:nvGrpSpPr>
            <p:grpSpPr>
              <a:xfrm>
                <a:off x="6475075" y="2925316"/>
                <a:ext cx="500612" cy="499261"/>
                <a:chOff x="3962775" y="2683025"/>
                <a:chExt cx="296175" cy="295375"/>
              </a:xfrm>
              <a:grpFill/>
            </p:grpSpPr>
            <p:sp>
              <p:nvSpPr>
                <p:cNvPr id="17726" name="Google Shape;9298;p73">
                  <a:extLst>
                    <a:ext uri="{FF2B5EF4-FFF2-40B4-BE49-F238E27FC236}">
                      <a16:creationId xmlns:a16="http://schemas.microsoft.com/office/drawing/2014/main" id="{333D9696-6FDE-A3C6-FE69-0381D9019E8C}"/>
                    </a:ext>
                  </a:extLst>
                </p:cNvPr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5608" extrusionOk="0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7" name="Google Shape;9299;p73">
                  <a:extLst>
                    <a:ext uri="{FF2B5EF4-FFF2-40B4-BE49-F238E27FC236}">
                      <a16:creationId xmlns:a16="http://schemas.microsoft.com/office/drawing/2014/main" id="{BD19671C-DEC7-A68F-2540-4184CC9D4166}"/>
                    </a:ext>
                  </a:extLst>
                </p:cNvPr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8" name="Google Shape;9300;p73">
                  <a:extLst>
                    <a:ext uri="{FF2B5EF4-FFF2-40B4-BE49-F238E27FC236}">
                      <a16:creationId xmlns:a16="http://schemas.microsoft.com/office/drawing/2014/main" id="{FD1271EC-2AFC-FB89-6820-C759C1A3226B}"/>
                    </a:ext>
                  </a:extLst>
                </p:cNvPr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791" extrusionOk="0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5" name="Google Shape;9301;p73">
                <a:extLst>
                  <a:ext uri="{FF2B5EF4-FFF2-40B4-BE49-F238E27FC236}">
                    <a16:creationId xmlns:a16="http://schemas.microsoft.com/office/drawing/2014/main" id="{14DA1911-5FD4-7075-5C5A-8EB22ADBC316}"/>
                  </a:ext>
                </a:extLst>
              </p:cNvPr>
              <p:cNvSpPr/>
              <p:nvPr/>
            </p:nvSpPr>
            <p:spPr>
              <a:xfrm>
                <a:off x="9643409" y="1688548"/>
                <a:ext cx="507290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815" extrusionOk="0">
                    <a:moveTo>
                      <a:pt x="6003" y="693"/>
                    </a:moveTo>
                    <a:cubicBezTo>
                      <a:pt x="6089" y="693"/>
                      <a:pt x="6176" y="725"/>
                      <a:pt x="6239" y="788"/>
                    </a:cubicBezTo>
                    <a:lnTo>
                      <a:pt x="8444" y="2993"/>
                    </a:lnTo>
                    <a:lnTo>
                      <a:pt x="7972" y="3466"/>
                    </a:lnTo>
                    <a:lnTo>
                      <a:pt x="7751" y="3214"/>
                    </a:lnTo>
                    <a:cubicBezTo>
                      <a:pt x="7562" y="3025"/>
                      <a:pt x="7279" y="2899"/>
                      <a:pt x="6995" y="2899"/>
                    </a:cubicBezTo>
                    <a:cubicBezTo>
                      <a:pt x="6711" y="2899"/>
                      <a:pt x="6459" y="3025"/>
                      <a:pt x="6239" y="3214"/>
                    </a:cubicBezTo>
                    <a:cubicBezTo>
                      <a:pt x="5861" y="3623"/>
                      <a:pt x="5861" y="4285"/>
                      <a:pt x="6239" y="4663"/>
                    </a:cubicBezTo>
                    <a:lnTo>
                      <a:pt x="6491" y="4915"/>
                    </a:lnTo>
                    <a:lnTo>
                      <a:pt x="6018" y="5388"/>
                    </a:lnTo>
                    <a:lnTo>
                      <a:pt x="5262" y="4631"/>
                    </a:lnTo>
                    <a:cubicBezTo>
                      <a:pt x="5199" y="4568"/>
                      <a:pt x="5113" y="4537"/>
                      <a:pt x="5026" y="4537"/>
                    </a:cubicBezTo>
                    <a:cubicBezTo>
                      <a:pt x="4939" y="4537"/>
                      <a:pt x="4853" y="4568"/>
                      <a:pt x="4790" y="4631"/>
                    </a:cubicBezTo>
                    <a:lnTo>
                      <a:pt x="4317" y="5104"/>
                    </a:lnTo>
                    <a:cubicBezTo>
                      <a:pt x="4254" y="5167"/>
                      <a:pt x="4167" y="5198"/>
                      <a:pt x="4081" y="5198"/>
                    </a:cubicBezTo>
                    <a:cubicBezTo>
                      <a:pt x="3994" y="5198"/>
                      <a:pt x="3907" y="5167"/>
                      <a:pt x="3844" y="5104"/>
                    </a:cubicBezTo>
                    <a:cubicBezTo>
                      <a:pt x="3718" y="4978"/>
                      <a:pt x="3718" y="4757"/>
                      <a:pt x="3844" y="4631"/>
                    </a:cubicBezTo>
                    <a:lnTo>
                      <a:pt x="4317" y="4159"/>
                    </a:lnTo>
                    <a:cubicBezTo>
                      <a:pt x="4443" y="4033"/>
                      <a:pt x="4443" y="3812"/>
                      <a:pt x="4317" y="3686"/>
                    </a:cubicBezTo>
                    <a:lnTo>
                      <a:pt x="3624" y="2993"/>
                    </a:lnTo>
                    <a:lnTo>
                      <a:pt x="5766" y="788"/>
                    </a:lnTo>
                    <a:cubicBezTo>
                      <a:pt x="5829" y="725"/>
                      <a:pt x="5916" y="693"/>
                      <a:pt x="6003" y="693"/>
                    </a:cubicBezTo>
                    <a:close/>
                    <a:moveTo>
                      <a:pt x="3088" y="3466"/>
                    </a:moveTo>
                    <a:lnTo>
                      <a:pt x="3561" y="3938"/>
                    </a:lnTo>
                    <a:lnTo>
                      <a:pt x="3340" y="4159"/>
                    </a:lnTo>
                    <a:cubicBezTo>
                      <a:pt x="2931" y="4568"/>
                      <a:pt x="2931" y="5230"/>
                      <a:pt x="3340" y="5608"/>
                    </a:cubicBezTo>
                    <a:cubicBezTo>
                      <a:pt x="3529" y="5813"/>
                      <a:pt x="3797" y="5915"/>
                      <a:pt x="4065" y="5915"/>
                    </a:cubicBezTo>
                    <a:cubicBezTo>
                      <a:pt x="4333" y="5915"/>
                      <a:pt x="4601" y="5813"/>
                      <a:pt x="4790" y="5608"/>
                    </a:cubicBezTo>
                    <a:lnTo>
                      <a:pt x="5042" y="5388"/>
                    </a:lnTo>
                    <a:lnTo>
                      <a:pt x="5514" y="5860"/>
                    </a:lnTo>
                    <a:lnTo>
                      <a:pt x="4758" y="6616"/>
                    </a:lnTo>
                    <a:cubicBezTo>
                      <a:pt x="4632" y="6711"/>
                      <a:pt x="4632" y="6963"/>
                      <a:pt x="4758" y="7089"/>
                    </a:cubicBezTo>
                    <a:lnTo>
                      <a:pt x="5231" y="7561"/>
                    </a:lnTo>
                    <a:cubicBezTo>
                      <a:pt x="5357" y="7656"/>
                      <a:pt x="5357" y="7908"/>
                      <a:pt x="5231" y="8002"/>
                    </a:cubicBezTo>
                    <a:cubicBezTo>
                      <a:pt x="5168" y="8065"/>
                      <a:pt x="5081" y="8097"/>
                      <a:pt x="4994" y="8097"/>
                    </a:cubicBezTo>
                    <a:cubicBezTo>
                      <a:pt x="4908" y="8097"/>
                      <a:pt x="4821" y="8065"/>
                      <a:pt x="4758" y="8002"/>
                    </a:cubicBezTo>
                    <a:lnTo>
                      <a:pt x="4286" y="7561"/>
                    </a:lnTo>
                    <a:cubicBezTo>
                      <a:pt x="4223" y="7498"/>
                      <a:pt x="4136" y="7467"/>
                      <a:pt x="4049" y="7467"/>
                    </a:cubicBezTo>
                    <a:cubicBezTo>
                      <a:pt x="3963" y="7467"/>
                      <a:pt x="3876" y="7498"/>
                      <a:pt x="3813" y="7561"/>
                    </a:cubicBezTo>
                    <a:lnTo>
                      <a:pt x="3088" y="8254"/>
                    </a:lnTo>
                    <a:lnTo>
                      <a:pt x="883" y="6049"/>
                    </a:lnTo>
                    <a:cubicBezTo>
                      <a:pt x="789" y="6018"/>
                      <a:pt x="789" y="5829"/>
                      <a:pt x="883" y="5671"/>
                    </a:cubicBezTo>
                    <a:lnTo>
                      <a:pt x="3088" y="3466"/>
                    </a:lnTo>
                    <a:close/>
                    <a:moveTo>
                      <a:pt x="8917" y="3529"/>
                    </a:moveTo>
                    <a:lnTo>
                      <a:pt x="11122" y="5671"/>
                    </a:lnTo>
                    <a:cubicBezTo>
                      <a:pt x="11248" y="5766"/>
                      <a:pt x="11248" y="6018"/>
                      <a:pt x="11122" y="6144"/>
                    </a:cubicBezTo>
                    <a:lnTo>
                      <a:pt x="8917" y="8349"/>
                    </a:lnTo>
                    <a:lnTo>
                      <a:pt x="8444" y="7876"/>
                    </a:lnTo>
                    <a:lnTo>
                      <a:pt x="8696" y="7624"/>
                    </a:lnTo>
                    <a:cubicBezTo>
                      <a:pt x="9074" y="7246"/>
                      <a:pt x="9074" y="6553"/>
                      <a:pt x="8696" y="6175"/>
                    </a:cubicBezTo>
                    <a:cubicBezTo>
                      <a:pt x="8491" y="5970"/>
                      <a:pt x="8224" y="5868"/>
                      <a:pt x="7956" y="5868"/>
                    </a:cubicBezTo>
                    <a:cubicBezTo>
                      <a:pt x="7688" y="5868"/>
                      <a:pt x="7420" y="5970"/>
                      <a:pt x="7216" y="6175"/>
                    </a:cubicBezTo>
                    <a:lnTo>
                      <a:pt x="6995" y="6396"/>
                    </a:lnTo>
                    <a:lnTo>
                      <a:pt x="6522" y="5923"/>
                    </a:lnTo>
                    <a:lnTo>
                      <a:pt x="7279" y="5198"/>
                    </a:lnTo>
                    <a:cubicBezTo>
                      <a:pt x="7373" y="5072"/>
                      <a:pt x="7373" y="4820"/>
                      <a:pt x="7279" y="4726"/>
                    </a:cubicBezTo>
                    <a:lnTo>
                      <a:pt x="6806" y="4222"/>
                    </a:lnTo>
                    <a:cubicBezTo>
                      <a:pt x="6680" y="4127"/>
                      <a:pt x="6680" y="3875"/>
                      <a:pt x="6806" y="3749"/>
                    </a:cubicBezTo>
                    <a:cubicBezTo>
                      <a:pt x="6869" y="3686"/>
                      <a:pt x="6963" y="3655"/>
                      <a:pt x="7026" y="3655"/>
                    </a:cubicBezTo>
                    <a:cubicBezTo>
                      <a:pt x="7121" y="3655"/>
                      <a:pt x="7216" y="3686"/>
                      <a:pt x="7279" y="3749"/>
                    </a:cubicBezTo>
                    <a:lnTo>
                      <a:pt x="7751" y="4222"/>
                    </a:lnTo>
                    <a:cubicBezTo>
                      <a:pt x="7798" y="4285"/>
                      <a:pt x="7885" y="4316"/>
                      <a:pt x="7976" y="4316"/>
                    </a:cubicBezTo>
                    <a:cubicBezTo>
                      <a:pt x="8066" y="4316"/>
                      <a:pt x="8161" y="4285"/>
                      <a:pt x="8224" y="4222"/>
                    </a:cubicBezTo>
                    <a:lnTo>
                      <a:pt x="8917" y="3529"/>
                    </a:lnTo>
                    <a:close/>
                    <a:moveTo>
                      <a:pt x="5987" y="6396"/>
                    </a:moveTo>
                    <a:lnTo>
                      <a:pt x="6711" y="7152"/>
                    </a:lnTo>
                    <a:cubicBezTo>
                      <a:pt x="6774" y="7215"/>
                      <a:pt x="6869" y="7246"/>
                      <a:pt x="6960" y="7246"/>
                    </a:cubicBezTo>
                    <a:cubicBezTo>
                      <a:pt x="7050" y="7246"/>
                      <a:pt x="7137" y="7215"/>
                      <a:pt x="7184" y="7152"/>
                    </a:cubicBezTo>
                    <a:lnTo>
                      <a:pt x="7657" y="6679"/>
                    </a:lnTo>
                    <a:cubicBezTo>
                      <a:pt x="7720" y="6616"/>
                      <a:pt x="7814" y="6585"/>
                      <a:pt x="7905" y="6585"/>
                    </a:cubicBezTo>
                    <a:cubicBezTo>
                      <a:pt x="7995" y="6585"/>
                      <a:pt x="8082" y="6616"/>
                      <a:pt x="8129" y="6679"/>
                    </a:cubicBezTo>
                    <a:cubicBezTo>
                      <a:pt x="8255" y="6805"/>
                      <a:pt x="8255" y="7026"/>
                      <a:pt x="8129" y="7152"/>
                    </a:cubicBezTo>
                    <a:lnTo>
                      <a:pt x="7657" y="7624"/>
                    </a:lnTo>
                    <a:cubicBezTo>
                      <a:pt x="7562" y="7750"/>
                      <a:pt x="7562" y="7971"/>
                      <a:pt x="7657" y="8097"/>
                    </a:cubicBezTo>
                    <a:lnTo>
                      <a:pt x="8381" y="8822"/>
                    </a:lnTo>
                    <a:lnTo>
                      <a:pt x="6239" y="11027"/>
                    </a:lnTo>
                    <a:cubicBezTo>
                      <a:pt x="6192" y="11074"/>
                      <a:pt x="6105" y="11098"/>
                      <a:pt x="6014" y="11098"/>
                    </a:cubicBezTo>
                    <a:cubicBezTo>
                      <a:pt x="5924" y="11098"/>
                      <a:pt x="5829" y="11074"/>
                      <a:pt x="5766" y="11027"/>
                    </a:cubicBezTo>
                    <a:lnTo>
                      <a:pt x="3561" y="8822"/>
                    </a:lnTo>
                    <a:lnTo>
                      <a:pt x="4034" y="8349"/>
                    </a:lnTo>
                    <a:lnTo>
                      <a:pt x="4286" y="8570"/>
                    </a:lnTo>
                    <a:cubicBezTo>
                      <a:pt x="4475" y="8774"/>
                      <a:pt x="4742" y="8877"/>
                      <a:pt x="5010" y="8877"/>
                    </a:cubicBezTo>
                    <a:cubicBezTo>
                      <a:pt x="5278" y="8877"/>
                      <a:pt x="5546" y="8774"/>
                      <a:pt x="5735" y="8570"/>
                    </a:cubicBezTo>
                    <a:cubicBezTo>
                      <a:pt x="6144" y="8191"/>
                      <a:pt x="6144" y="7498"/>
                      <a:pt x="5735" y="7120"/>
                    </a:cubicBezTo>
                    <a:lnTo>
                      <a:pt x="5514" y="6868"/>
                    </a:lnTo>
                    <a:lnTo>
                      <a:pt x="5987" y="6396"/>
                    </a:lnTo>
                    <a:close/>
                    <a:moveTo>
                      <a:pt x="5999" y="0"/>
                    </a:moveTo>
                    <a:cubicBezTo>
                      <a:pt x="5735" y="0"/>
                      <a:pt x="5467" y="95"/>
                      <a:pt x="5262" y="284"/>
                    </a:cubicBezTo>
                    <a:lnTo>
                      <a:pt x="379" y="5167"/>
                    </a:lnTo>
                    <a:cubicBezTo>
                      <a:pt x="1" y="5577"/>
                      <a:pt x="1" y="6238"/>
                      <a:pt x="379" y="6648"/>
                    </a:cubicBezTo>
                    <a:lnTo>
                      <a:pt x="5262" y="11531"/>
                    </a:lnTo>
                    <a:cubicBezTo>
                      <a:pt x="5467" y="11720"/>
                      <a:pt x="5735" y="11814"/>
                      <a:pt x="5999" y="11814"/>
                    </a:cubicBezTo>
                    <a:cubicBezTo>
                      <a:pt x="6262" y="11814"/>
                      <a:pt x="6522" y="11720"/>
                      <a:pt x="6711" y="11531"/>
                    </a:cubicBezTo>
                    <a:lnTo>
                      <a:pt x="11595" y="6648"/>
                    </a:lnTo>
                    <a:cubicBezTo>
                      <a:pt x="12004" y="6238"/>
                      <a:pt x="12004" y="5577"/>
                      <a:pt x="11595" y="5167"/>
                    </a:cubicBezTo>
                    <a:lnTo>
                      <a:pt x="6711" y="284"/>
                    </a:lnTo>
                    <a:cubicBezTo>
                      <a:pt x="6522" y="95"/>
                      <a:pt x="6262" y="0"/>
                      <a:pt x="5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16" name="Google Shape;9302;p73">
                <a:extLst>
                  <a:ext uri="{FF2B5EF4-FFF2-40B4-BE49-F238E27FC236}">
                    <a16:creationId xmlns:a16="http://schemas.microsoft.com/office/drawing/2014/main" id="{60881AC9-BD18-E5F0-7B17-5FB02523783E}"/>
                  </a:ext>
                </a:extLst>
              </p:cNvPr>
              <p:cNvGrpSpPr/>
              <p:nvPr/>
            </p:nvGrpSpPr>
            <p:grpSpPr>
              <a:xfrm>
                <a:off x="9647501" y="2281645"/>
                <a:ext cx="499261" cy="499261"/>
                <a:chOff x="5775900" y="2308125"/>
                <a:chExt cx="295375" cy="295375"/>
              </a:xfrm>
              <a:grpFill/>
            </p:grpSpPr>
            <p:sp>
              <p:nvSpPr>
                <p:cNvPr id="17721" name="Google Shape;9303;p73">
                  <a:extLst>
                    <a:ext uri="{FF2B5EF4-FFF2-40B4-BE49-F238E27FC236}">
                      <a16:creationId xmlns:a16="http://schemas.microsoft.com/office/drawing/2014/main" id="{C315BE69-2D51-3986-520F-2B3F46A5DBCE}"/>
                    </a:ext>
                  </a:extLst>
                </p:cNvPr>
                <p:cNvSpPr/>
                <p:nvPr/>
              </p:nvSpPr>
              <p:spPr>
                <a:xfrm>
                  <a:off x="5984625" y="2482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cubicBezTo>
                        <a:pt x="567" y="725"/>
                        <a:pt x="725" y="568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2" name="Google Shape;9304;p73">
                  <a:extLst>
                    <a:ext uri="{FF2B5EF4-FFF2-40B4-BE49-F238E27FC236}">
                      <a16:creationId xmlns:a16="http://schemas.microsoft.com/office/drawing/2014/main" id="{8EA4FAFB-6124-ADED-0FCB-5127B8608600}"/>
                    </a:ext>
                  </a:extLst>
                </p:cNvPr>
                <p:cNvSpPr/>
                <p:nvPr/>
              </p:nvSpPr>
              <p:spPr>
                <a:xfrm>
                  <a:off x="5775900" y="2308125"/>
                  <a:ext cx="2953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815" extrusionOk="0">
                      <a:moveTo>
                        <a:pt x="7845" y="725"/>
                      </a:moveTo>
                      <a:cubicBezTo>
                        <a:pt x="7719" y="914"/>
                        <a:pt x="7656" y="1166"/>
                        <a:pt x="7656" y="1450"/>
                      </a:cubicBezTo>
                      <a:cubicBezTo>
                        <a:pt x="7656" y="1670"/>
                        <a:pt x="7719" y="1922"/>
                        <a:pt x="7845" y="2143"/>
                      </a:cubicBezTo>
                      <a:lnTo>
                        <a:pt x="1387" y="2143"/>
                      </a:lnTo>
                      <a:cubicBezTo>
                        <a:pt x="1009" y="2143"/>
                        <a:pt x="694" y="1828"/>
                        <a:pt x="694" y="1450"/>
                      </a:cubicBezTo>
                      <a:cubicBezTo>
                        <a:pt x="694" y="1040"/>
                        <a:pt x="1009" y="725"/>
                        <a:pt x="1387" y="725"/>
                      </a:cubicBezTo>
                      <a:close/>
                      <a:moveTo>
                        <a:pt x="6112" y="6994"/>
                      </a:moveTo>
                      <a:cubicBezTo>
                        <a:pt x="5955" y="7183"/>
                        <a:pt x="5829" y="7436"/>
                        <a:pt x="5766" y="7719"/>
                      </a:cubicBezTo>
                      <a:lnTo>
                        <a:pt x="3466" y="7719"/>
                      </a:lnTo>
                      <a:lnTo>
                        <a:pt x="3466" y="6994"/>
                      </a:lnTo>
                      <a:close/>
                      <a:moveTo>
                        <a:pt x="694" y="2678"/>
                      </a:moveTo>
                      <a:cubicBezTo>
                        <a:pt x="883" y="2773"/>
                        <a:pt x="1103" y="2867"/>
                        <a:pt x="1387" y="2867"/>
                      </a:cubicBezTo>
                      <a:lnTo>
                        <a:pt x="1387" y="10460"/>
                      </a:lnTo>
                      <a:cubicBezTo>
                        <a:pt x="1009" y="10460"/>
                        <a:pt x="694" y="10145"/>
                        <a:pt x="694" y="9767"/>
                      </a:cubicBezTo>
                      <a:lnTo>
                        <a:pt x="694" y="2678"/>
                      </a:lnTo>
                      <a:close/>
                      <a:moveTo>
                        <a:pt x="8381" y="2836"/>
                      </a:moveTo>
                      <a:lnTo>
                        <a:pt x="8381" y="5608"/>
                      </a:lnTo>
                      <a:cubicBezTo>
                        <a:pt x="7814" y="5703"/>
                        <a:pt x="7247" y="5923"/>
                        <a:pt x="6774" y="6301"/>
                      </a:cubicBezTo>
                      <a:lnTo>
                        <a:pt x="3151" y="6301"/>
                      </a:lnTo>
                      <a:cubicBezTo>
                        <a:pt x="2962" y="6301"/>
                        <a:pt x="2804" y="6459"/>
                        <a:pt x="2804" y="6648"/>
                      </a:cubicBezTo>
                      <a:lnTo>
                        <a:pt x="2804" y="8034"/>
                      </a:lnTo>
                      <a:cubicBezTo>
                        <a:pt x="2804" y="8223"/>
                        <a:pt x="2962" y="8381"/>
                        <a:pt x="3151" y="8381"/>
                      </a:cubicBezTo>
                      <a:lnTo>
                        <a:pt x="5640" y="8381"/>
                      </a:lnTo>
                      <a:lnTo>
                        <a:pt x="5640" y="8727"/>
                      </a:lnTo>
                      <a:cubicBezTo>
                        <a:pt x="5640" y="9357"/>
                        <a:pt x="5829" y="9956"/>
                        <a:pt x="6144" y="10492"/>
                      </a:cubicBezTo>
                      <a:lnTo>
                        <a:pt x="2080" y="10492"/>
                      </a:lnTo>
                      <a:lnTo>
                        <a:pt x="2080" y="10460"/>
                      </a:lnTo>
                      <a:lnTo>
                        <a:pt x="2080" y="2836"/>
                      </a:lnTo>
                      <a:close/>
                      <a:moveTo>
                        <a:pt x="8727" y="6301"/>
                      </a:moveTo>
                      <a:cubicBezTo>
                        <a:pt x="10050" y="6301"/>
                        <a:pt x="11153" y="7404"/>
                        <a:pt x="11153" y="8727"/>
                      </a:cubicBezTo>
                      <a:cubicBezTo>
                        <a:pt x="11153" y="10082"/>
                        <a:pt x="10050" y="11216"/>
                        <a:pt x="8727" y="11216"/>
                      </a:cubicBezTo>
                      <a:cubicBezTo>
                        <a:pt x="7373" y="11216"/>
                        <a:pt x="6270" y="10113"/>
                        <a:pt x="6270" y="8727"/>
                      </a:cubicBezTo>
                      <a:cubicBezTo>
                        <a:pt x="6270" y="7373"/>
                        <a:pt x="7373" y="6301"/>
                        <a:pt x="8727" y="6301"/>
                      </a:cubicBezTo>
                      <a:close/>
                      <a:moveTo>
                        <a:pt x="1387" y="0"/>
                      </a:moveTo>
                      <a:cubicBezTo>
                        <a:pt x="630" y="0"/>
                        <a:pt x="0" y="630"/>
                        <a:pt x="0" y="1355"/>
                      </a:cubicBezTo>
                      <a:lnTo>
                        <a:pt x="0" y="9704"/>
                      </a:lnTo>
                      <a:cubicBezTo>
                        <a:pt x="0" y="10460"/>
                        <a:pt x="630" y="11090"/>
                        <a:pt x="1387" y="11090"/>
                      </a:cubicBezTo>
                      <a:lnTo>
                        <a:pt x="6742" y="11090"/>
                      </a:lnTo>
                      <a:cubicBezTo>
                        <a:pt x="7310" y="11563"/>
                        <a:pt x="8003" y="11815"/>
                        <a:pt x="8727" y="11815"/>
                      </a:cubicBezTo>
                      <a:cubicBezTo>
                        <a:pt x="10460" y="11815"/>
                        <a:pt x="11815" y="10334"/>
                        <a:pt x="11815" y="8664"/>
                      </a:cubicBezTo>
                      <a:cubicBezTo>
                        <a:pt x="11815" y="7120"/>
                        <a:pt x="10618" y="5829"/>
                        <a:pt x="9074" y="5608"/>
                      </a:cubicBezTo>
                      <a:lnTo>
                        <a:pt x="9074" y="2458"/>
                      </a:lnTo>
                      <a:cubicBezTo>
                        <a:pt x="9074" y="2269"/>
                        <a:pt x="9042" y="2143"/>
                        <a:pt x="8822" y="2080"/>
                      </a:cubicBezTo>
                      <a:cubicBezTo>
                        <a:pt x="8538" y="1985"/>
                        <a:pt x="8349" y="1733"/>
                        <a:pt x="8349" y="1418"/>
                      </a:cubicBezTo>
                      <a:cubicBezTo>
                        <a:pt x="8349" y="1135"/>
                        <a:pt x="8538" y="851"/>
                        <a:pt x="8822" y="725"/>
                      </a:cubicBezTo>
                      <a:cubicBezTo>
                        <a:pt x="8979" y="694"/>
                        <a:pt x="9074" y="536"/>
                        <a:pt x="9074" y="410"/>
                      </a:cubicBezTo>
                      <a:lnTo>
                        <a:pt x="9074" y="347"/>
                      </a:lnTo>
                      <a:cubicBezTo>
                        <a:pt x="9074" y="158"/>
                        <a:pt x="8916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3" name="Google Shape;9305;p73">
                  <a:extLst>
                    <a:ext uri="{FF2B5EF4-FFF2-40B4-BE49-F238E27FC236}">
                      <a16:creationId xmlns:a16="http://schemas.microsoft.com/office/drawing/2014/main" id="{969F07C5-887C-FB3F-279F-7867412849D8}"/>
                    </a:ext>
                  </a:extLst>
                </p:cNvPr>
                <p:cNvSpPr/>
                <p:nvPr/>
              </p:nvSpPr>
              <p:spPr>
                <a:xfrm>
                  <a:off x="5984625" y="2508975"/>
                  <a:ext cx="18125" cy="6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458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2111"/>
                      </a:lnTo>
                      <a:cubicBezTo>
                        <a:pt x="0" y="2300"/>
                        <a:pt x="158" y="2458"/>
                        <a:pt x="378" y="2458"/>
                      </a:cubicBezTo>
                      <a:cubicBezTo>
                        <a:pt x="567" y="2458"/>
                        <a:pt x="725" y="2300"/>
                        <a:pt x="725" y="2111"/>
                      </a:cubicBezTo>
                      <a:lnTo>
                        <a:pt x="725" y="347"/>
                      </a:ln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4" name="Google Shape;9306;p73">
                  <a:extLst>
                    <a:ext uri="{FF2B5EF4-FFF2-40B4-BE49-F238E27FC236}">
                      <a16:creationId xmlns:a16="http://schemas.microsoft.com/office/drawing/2014/main" id="{52646B94-04D6-D82D-2DEA-F89E0F52965E}"/>
                    </a:ext>
                  </a:extLst>
                </p:cNvPr>
                <p:cNvSpPr/>
                <p:nvPr/>
              </p:nvSpPr>
              <p:spPr>
                <a:xfrm>
                  <a:off x="5845200" y="239555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694"/>
                        <a:pt x="347" y="694"/>
                      </a:cubicBezTo>
                      <a:lnTo>
                        <a:pt x="4569" y="694"/>
                      </a:lnTo>
                      <a:cubicBezTo>
                        <a:pt x="4758" y="694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5" name="Google Shape;9307;p73">
                  <a:extLst>
                    <a:ext uri="{FF2B5EF4-FFF2-40B4-BE49-F238E27FC236}">
                      <a16:creationId xmlns:a16="http://schemas.microsoft.com/office/drawing/2014/main" id="{278BE2AC-7EB9-3087-0EA6-0582E9A943CB}"/>
                    </a:ext>
                  </a:extLst>
                </p:cNvPr>
                <p:cNvSpPr/>
                <p:nvPr/>
              </p:nvSpPr>
              <p:spPr>
                <a:xfrm>
                  <a:off x="5845200" y="243100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569" y="693"/>
                      </a:lnTo>
                      <a:cubicBezTo>
                        <a:pt x="4758" y="693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7" name="Google Shape;9308;p73">
                <a:extLst>
                  <a:ext uri="{FF2B5EF4-FFF2-40B4-BE49-F238E27FC236}">
                    <a16:creationId xmlns:a16="http://schemas.microsoft.com/office/drawing/2014/main" id="{C7B4293F-CFA1-CC0E-B1A1-63DF61C0214C}"/>
                  </a:ext>
                </a:extLst>
              </p:cNvPr>
              <p:cNvGrpSpPr/>
              <p:nvPr/>
            </p:nvGrpSpPr>
            <p:grpSpPr>
              <a:xfrm>
                <a:off x="9677461" y="2924641"/>
                <a:ext cx="439341" cy="500612"/>
                <a:chOff x="5794025" y="2673575"/>
                <a:chExt cx="259925" cy="296175"/>
              </a:xfrm>
              <a:grpFill/>
            </p:grpSpPr>
            <p:sp>
              <p:nvSpPr>
                <p:cNvPr id="17719" name="Google Shape;9309;p73">
                  <a:extLst>
                    <a:ext uri="{FF2B5EF4-FFF2-40B4-BE49-F238E27FC236}">
                      <a16:creationId xmlns:a16="http://schemas.microsoft.com/office/drawing/2014/main" id="{10C723F2-4B1A-FD8C-E163-53E7CFB1607D}"/>
                    </a:ext>
                  </a:extLst>
                </p:cNvPr>
                <p:cNvSpPr/>
                <p:nvPr/>
              </p:nvSpPr>
              <p:spPr>
                <a:xfrm>
                  <a:off x="5794025" y="2673575"/>
                  <a:ext cx="25992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47" extrusionOk="0">
                      <a:moveTo>
                        <a:pt x="5860" y="694"/>
                      </a:moveTo>
                      <a:cubicBezTo>
                        <a:pt x="7089" y="694"/>
                        <a:pt x="8097" y="1639"/>
                        <a:pt x="8254" y="2805"/>
                      </a:cubicBezTo>
                      <a:cubicBezTo>
                        <a:pt x="8160" y="2773"/>
                        <a:pt x="8065" y="2773"/>
                        <a:pt x="7939" y="2773"/>
                      </a:cubicBezTo>
                      <a:lnTo>
                        <a:pt x="7561" y="2773"/>
                      </a:lnTo>
                      <a:cubicBezTo>
                        <a:pt x="7404" y="1985"/>
                        <a:pt x="6679" y="1387"/>
                        <a:pt x="5860" y="1387"/>
                      </a:cubicBezTo>
                      <a:lnTo>
                        <a:pt x="4474" y="1387"/>
                      </a:lnTo>
                      <a:cubicBezTo>
                        <a:pt x="3655" y="1387"/>
                        <a:pt x="2930" y="1985"/>
                        <a:pt x="2804" y="2773"/>
                      </a:cubicBezTo>
                      <a:lnTo>
                        <a:pt x="2394" y="2773"/>
                      </a:lnTo>
                      <a:cubicBezTo>
                        <a:pt x="2268" y="2773"/>
                        <a:pt x="2142" y="2773"/>
                        <a:pt x="2079" y="2805"/>
                      </a:cubicBezTo>
                      <a:cubicBezTo>
                        <a:pt x="2237" y="1639"/>
                        <a:pt x="3277" y="694"/>
                        <a:pt x="4474" y="694"/>
                      </a:cubicBezTo>
                      <a:close/>
                      <a:moveTo>
                        <a:pt x="6206" y="2143"/>
                      </a:moveTo>
                      <a:cubicBezTo>
                        <a:pt x="6616" y="2300"/>
                        <a:pt x="6931" y="2647"/>
                        <a:pt x="6931" y="3120"/>
                      </a:cubicBezTo>
                      <a:lnTo>
                        <a:pt x="6931" y="3403"/>
                      </a:lnTo>
                      <a:cubicBezTo>
                        <a:pt x="6522" y="3246"/>
                        <a:pt x="6206" y="2899"/>
                        <a:pt x="6206" y="2427"/>
                      </a:cubicBezTo>
                      <a:lnTo>
                        <a:pt x="6206" y="2143"/>
                      </a:lnTo>
                      <a:close/>
                      <a:moveTo>
                        <a:pt x="5513" y="2080"/>
                      </a:moveTo>
                      <a:lnTo>
                        <a:pt x="5513" y="2427"/>
                      </a:lnTo>
                      <a:cubicBezTo>
                        <a:pt x="5513" y="3025"/>
                        <a:pt x="5041" y="3435"/>
                        <a:pt x="4474" y="3435"/>
                      </a:cubicBezTo>
                      <a:lnTo>
                        <a:pt x="3466" y="3435"/>
                      </a:lnTo>
                      <a:lnTo>
                        <a:pt x="3466" y="3088"/>
                      </a:lnTo>
                      <a:cubicBezTo>
                        <a:pt x="3466" y="2490"/>
                        <a:pt x="3938" y="2080"/>
                        <a:pt x="4474" y="2080"/>
                      </a:cubicBezTo>
                      <a:close/>
                      <a:moveTo>
                        <a:pt x="2741" y="3435"/>
                      </a:moveTo>
                      <a:lnTo>
                        <a:pt x="2741" y="5451"/>
                      </a:lnTo>
                      <a:cubicBezTo>
                        <a:pt x="2363" y="5293"/>
                        <a:pt x="2048" y="4947"/>
                        <a:pt x="2048" y="4474"/>
                      </a:cubicBezTo>
                      <a:lnTo>
                        <a:pt x="2048" y="3813"/>
                      </a:lnTo>
                      <a:cubicBezTo>
                        <a:pt x="2048" y="3592"/>
                        <a:pt x="2205" y="3435"/>
                        <a:pt x="2394" y="3435"/>
                      </a:cubicBezTo>
                      <a:close/>
                      <a:moveTo>
                        <a:pt x="7939" y="3498"/>
                      </a:moveTo>
                      <a:cubicBezTo>
                        <a:pt x="8160" y="3498"/>
                        <a:pt x="8317" y="3655"/>
                        <a:pt x="8317" y="3844"/>
                      </a:cubicBezTo>
                      <a:lnTo>
                        <a:pt x="8317" y="4506"/>
                      </a:lnTo>
                      <a:cubicBezTo>
                        <a:pt x="8317" y="4947"/>
                        <a:pt x="8034" y="5325"/>
                        <a:pt x="7593" y="5482"/>
                      </a:cubicBezTo>
                      <a:lnTo>
                        <a:pt x="7593" y="3498"/>
                      </a:lnTo>
                      <a:close/>
                      <a:moveTo>
                        <a:pt x="5891" y="3435"/>
                      </a:moveTo>
                      <a:cubicBezTo>
                        <a:pt x="6143" y="3750"/>
                        <a:pt x="6522" y="4033"/>
                        <a:pt x="6931" y="4128"/>
                      </a:cubicBezTo>
                      <a:lnTo>
                        <a:pt x="6931" y="5892"/>
                      </a:lnTo>
                      <a:cubicBezTo>
                        <a:pt x="6931" y="6491"/>
                        <a:pt x="6459" y="6900"/>
                        <a:pt x="5891" y="6900"/>
                      </a:cubicBezTo>
                      <a:lnTo>
                        <a:pt x="4505" y="6900"/>
                      </a:lnTo>
                      <a:cubicBezTo>
                        <a:pt x="3938" y="6900"/>
                        <a:pt x="3497" y="6428"/>
                        <a:pt x="3497" y="5892"/>
                      </a:cubicBezTo>
                      <a:lnTo>
                        <a:pt x="3497" y="4159"/>
                      </a:lnTo>
                      <a:lnTo>
                        <a:pt x="4505" y="4159"/>
                      </a:lnTo>
                      <a:cubicBezTo>
                        <a:pt x="5072" y="4159"/>
                        <a:pt x="5576" y="3876"/>
                        <a:pt x="5891" y="3435"/>
                      </a:cubicBezTo>
                      <a:close/>
                      <a:moveTo>
                        <a:pt x="6238" y="7593"/>
                      </a:moveTo>
                      <a:cubicBezTo>
                        <a:pt x="6333" y="7782"/>
                        <a:pt x="6459" y="7971"/>
                        <a:pt x="6616" y="8097"/>
                      </a:cubicBezTo>
                      <a:lnTo>
                        <a:pt x="5198" y="9547"/>
                      </a:lnTo>
                      <a:lnTo>
                        <a:pt x="3718" y="8097"/>
                      </a:lnTo>
                      <a:cubicBezTo>
                        <a:pt x="3875" y="7971"/>
                        <a:pt x="4033" y="7782"/>
                        <a:pt x="4096" y="7593"/>
                      </a:cubicBezTo>
                      <a:cubicBezTo>
                        <a:pt x="4190" y="7625"/>
                        <a:pt x="4379" y="7625"/>
                        <a:pt x="4474" y="7625"/>
                      </a:cubicBezTo>
                      <a:lnTo>
                        <a:pt x="5860" y="7625"/>
                      </a:lnTo>
                      <a:cubicBezTo>
                        <a:pt x="5986" y="7625"/>
                        <a:pt x="6143" y="7625"/>
                        <a:pt x="6238" y="7593"/>
                      </a:cubicBezTo>
                      <a:close/>
                      <a:moveTo>
                        <a:pt x="2961" y="8318"/>
                      </a:moveTo>
                      <a:lnTo>
                        <a:pt x="4852" y="10177"/>
                      </a:lnTo>
                      <a:lnTo>
                        <a:pt x="4852" y="11122"/>
                      </a:lnTo>
                      <a:lnTo>
                        <a:pt x="662" y="11122"/>
                      </a:lnTo>
                      <a:lnTo>
                        <a:pt x="662" y="9358"/>
                      </a:lnTo>
                      <a:cubicBezTo>
                        <a:pt x="662" y="8759"/>
                        <a:pt x="1134" y="8318"/>
                        <a:pt x="1701" y="8318"/>
                      </a:cubicBezTo>
                      <a:close/>
                      <a:moveTo>
                        <a:pt x="8664" y="8318"/>
                      </a:moveTo>
                      <a:cubicBezTo>
                        <a:pt x="9262" y="8318"/>
                        <a:pt x="9672" y="8790"/>
                        <a:pt x="9672" y="9358"/>
                      </a:cubicBezTo>
                      <a:lnTo>
                        <a:pt x="9672" y="11122"/>
                      </a:lnTo>
                      <a:lnTo>
                        <a:pt x="5513" y="11122"/>
                      </a:lnTo>
                      <a:lnTo>
                        <a:pt x="5513" y="10177"/>
                      </a:lnTo>
                      <a:lnTo>
                        <a:pt x="7404" y="8318"/>
                      </a:lnTo>
                      <a:close/>
                      <a:moveTo>
                        <a:pt x="4537" y="1"/>
                      </a:moveTo>
                      <a:cubicBezTo>
                        <a:pt x="2804" y="1"/>
                        <a:pt x="1418" y="1418"/>
                        <a:pt x="1418" y="3120"/>
                      </a:cubicBezTo>
                      <a:lnTo>
                        <a:pt x="1418" y="4506"/>
                      </a:lnTo>
                      <a:cubicBezTo>
                        <a:pt x="1418" y="5356"/>
                        <a:pt x="2048" y="6050"/>
                        <a:pt x="2835" y="6207"/>
                      </a:cubicBezTo>
                      <a:cubicBezTo>
                        <a:pt x="2898" y="6648"/>
                        <a:pt x="3151" y="7026"/>
                        <a:pt x="3497" y="7278"/>
                      </a:cubicBezTo>
                      <a:cubicBezTo>
                        <a:pt x="3466" y="7467"/>
                        <a:pt x="3308" y="7625"/>
                        <a:pt x="3119" y="7625"/>
                      </a:cubicBezTo>
                      <a:lnTo>
                        <a:pt x="1733" y="7625"/>
                      </a:lnTo>
                      <a:cubicBezTo>
                        <a:pt x="788" y="7625"/>
                        <a:pt x="0" y="8412"/>
                        <a:pt x="0" y="9358"/>
                      </a:cubicBezTo>
                      <a:lnTo>
                        <a:pt x="0" y="11468"/>
                      </a:lnTo>
                      <a:cubicBezTo>
                        <a:pt x="0" y="11689"/>
                        <a:pt x="158" y="11846"/>
                        <a:pt x="347" y="11846"/>
                      </a:cubicBezTo>
                      <a:lnTo>
                        <a:pt x="10050" y="11846"/>
                      </a:lnTo>
                      <a:cubicBezTo>
                        <a:pt x="10239" y="11846"/>
                        <a:pt x="10397" y="11689"/>
                        <a:pt x="10397" y="11468"/>
                      </a:cubicBezTo>
                      <a:lnTo>
                        <a:pt x="10397" y="9358"/>
                      </a:lnTo>
                      <a:cubicBezTo>
                        <a:pt x="10397" y="8412"/>
                        <a:pt x="9609" y="7625"/>
                        <a:pt x="8664" y="7625"/>
                      </a:cubicBezTo>
                      <a:lnTo>
                        <a:pt x="7278" y="7625"/>
                      </a:lnTo>
                      <a:cubicBezTo>
                        <a:pt x="7089" y="7625"/>
                        <a:pt x="6931" y="7467"/>
                        <a:pt x="6931" y="7278"/>
                      </a:cubicBezTo>
                      <a:cubicBezTo>
                        <a:pt x="7278" y="7026"/>
                        <a:pt x="7530" y="6648"/>
                        <a:pt x="7593" y="6207"/>
                      </a:cubicBezTo>
                      <a:cubicBezTo>
                        <a:pt x="8380" y="6050"/>
                        <a:pt x="9010" y="5325"/>
                        <a:pt x="9010" y="4506"/>
                      </a:cubicBezTo>
                      <a:lnTo>
                        <a:pt x="9010" y="3120"/>
                      </a:lnTo>
                      <a:cubicBezTo>
                        <a:pt x="9010" y="1387"/>
                        <a:pt x="7593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0" name="Google Shape;9310;p73">
                  <a:extLst>
                    <a:ext uri="{FF2B5EF4-FFF2-40B4-BE49-F238E27FC236}">
                      <a16:creationId xmlns:a16="http://schemas.microsoft.com/office/drawing/2014/main" id="{B05CCFA3-48D8-7480-099E-A806562AF8A5}"/>
                    </a:ext>
                  </a:extLst>
                </p:cNvPr>
                <p:cNvSpPr/>
                <p:nvPr/>
              </p:nvSpPr>
              <p:spPr>
                <a:xfrm>
                  <a:off x="5967300" y="2915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8" name="Google Shape;9311;p73">
                <a:extLst>
                  <a:ext uri="{FF2B5EF4-FFF2-40B4-BE49-F238E27FC236}">
                    <a16:creationId xmlns:a16="http://schemas.microsoft.com/office/drawing/2014/main" id="{BC503502-1B9A-5BE9-42B4-C1A2596CDF50}"/>
                  </a:ext>
                </a:extLst>
              </p:cNvPr>
              <p:cNvSpPr/>
              <p:nvPr/>
            </p:nvSpPr>
            <p:spPr>
              <a:xfrm>
                <a:off x="10926070" y="2281639"/>
                <a:ext cx="500612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5" extrusionOk="0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BF28B2E-3C06-80D2-FDAE-323E72DBF284}"/>
                </a:ext>
              </a:extLst>
            </p:cNvPr>
            <p:cNvGrpSpPr/>
            <p:nvPr/>
          </p:nvGrpSpPr>
          <p:grpSpPr>
            <a:xfrm>
              <a:off x="764236" y="3833082"/>
              <a:ext cx="10663528" cy="1739406"/>
              <a:chOff x="763919" y="3746993"/>
              <a:chExt cx="10663528" cy="1739406"/>
            </a:xfrm>
            <a:grpFill/>
          </p:grpSpPr>
          <p:grpSp>
            <p:nvGrpSpPr>
              <p:cNvPr id="9" name="Google Shape;9312;p73">
                <a:extLst>
                  <a:ext uri="{FF2B5EF4-FFF2-40B4-BE49-F238E27FC236}">
                    <a16:creationId xmlns:a16="http://schemas.microsoft.com/office/drawing/2014/main" id="{9035EDF4-7054-B053-C953-078502A09BD0}"/>
                  </a:ext>
                </a:extLst>
              </p:cNvPr>
              <p:cNvGrpSpPr/>
              <p:nvPr/>
            </p:nvGrpSpPr>
            <p:grpSpPr>
              <a:xfrm>
                <a:off x="765249" y="3749233"/>
                <a:ext cx="503276" cy="497908"/>
                <a:chOff x="581525" y="3254850"/>
                <a:chExt cx="297750" cy="294575"/>
              </a:xfrm>
              <a:grpFill/>
            </p:grpSpPr>
            <p:sp>
              <p:nvSpPr>
                <p:cNvPr id="17666" name="Google Shape;9313;p73">
                  <a:extLst>
                    <a:ext uri="{FF2B5EF4-FFF2-40B4-BE49-F238E27FC236}">
                      <a16:creationId xmlns:a16="http://schemas.microsoft.com/office/drawing/2014/main" id="{2CA11248-D975-92CE-A611-6FAFDD9CBDCE}"/>
                    </a:ext>
                  </a:extLst>
                </p:cNvPr>
                <p:cNvSpPr/>
                <p:nvPr/>
              </p:nvSpPr>
              <p:spPr>
                <a:xfrm>
                  <a:off x="616950" y="3358025"/>
                  <a:ext cx="890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66" extrusionOk="0">
                      <a:moveTo>
                        <a:pt x="1797" y="0"/>
                      </a:moveTo>
                      <a:cubicBezTo>
                        <a:pt x="789" y="0"/>
                        <a:pt x="1" y="788"/>
                        <a:pt x="1" y="1733"/>
                      </a:cubicBezTo>
                      <a:cubicBezTo>
                        <a:pt x="1" y="2710"/>
                        <a:pt x="789" y="3466"/>
                        <a:pt x="1797" y="3466"/>
                      </a:cubicBezTo>
                      <a:cubicBezTo>
                        <a:pt x="2773" y="3466"/>
                        <a:pt x="3561" y="2710"/>
                        <a:pt x="3561" y="1733"/>
                      </a:cubicBezTo>
                      <a:cubicBezTo>
                        <a:pt x="3561" y="788"/>
                        <a:pt x="2773" y="0"/>
                        <a:pt x="17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7" name="Google Shape;9314;p73">
                  <a:extLst>
                    <a:ext uri="{FF2B5EF4-FFF2-40B4-BE49-F238E27FC236}">
                      <a16:creationId xmlns:a16="http://schemas.microsoft.com/office/drawing/2014/main" id="{FDDB7711-8E0C-269C-CB8E-DDDBCA66BCB2}"/>
                    </a:ext>
                  </a:extLst>
                </p:cNvPr>
                <p:cNvSpPr/>
                <p:nvPr/>
              </p:nvSpPr>
              <p:spPr>
                <a:xfrm>
                  <a:off x="721725" y="32548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355"/>
                      </a:moveTo>
                      <a:cubicBezTo>
                        <a:pt x="3749" y="1355"/>
                        <a:pt x="4159" y="1827"/>
                        <a:pt x="4159" y="2363"/>
                      </a:cubicBezTo>
                      <a:cubicBezTo>
                        <a:pt x="4159" y="2773"/>
                        <a:pt x="3970" y="3119"/>
                        <a:pt x="3623" y="3277"/>
                      </a:cubicBezTo>
                      <a:cubicBezTo>
                        <a:pt x="3529" y="3308"/>
                        <a:pt x="3497" y="3434"/>
                        <a:pt x="3497" y="3560"/>
                      </a:cubicBezTo>
                      <a:cubicBezTo>
                        <a:pt x="3497" y="3749"/>
                        <a:pt x="3340" y="3907"/>
                        <a:pt x="3151" y="3907"/>
                      </a:cubicBezTo>
                      <a:cubicBezTo>
                        <a:pt x="2962" y="3907"/>
                        <a:pt x="2804" y="3749"/>
                        <a:pt x="2804" y="3560"/>
                      </a:cubicBezTo>
                      <a:cubicBezTo>
                        <a:pt x="2804" y="3151"/>
                        <a:pt x="2993" y="2836"/>
                        <a:pt x="3308" y="2647"/>
                      </a:cubicBezTo>
                      <a:cubicBezTo>
                        <a:pt x="3434" y="2552"/>
                        <a:pt x="3497" y="2458"/>
                        <a:pt x="3497" y="2332"/>
                      </a:cubicBezTo>
                      <a:cubicBezTo>
                        <a:pt x="3497" y="2143"/>
                        <a:pt x="3340" y="1953"/>
                        <a:pt x="3151" y="1953"/>
                      </a:cubicBezTo>
                      <a:cubicBezTo>
                        <a:pt x="2962" y="1953"/>
                        <a:pt x="2804" y="2143"/>
                        <a:pt x="2804" y="2332"/>
                      </a:cubicBezTo>
                      <a:cubicBezTo>
                        <a:pt x="2804" y="2521"/>
                        <a:pt x="2646" y="2678"/>
                        <a:pt x="2426" y="2678"/>
                      </a:cubicBezTo>
                      <a:cubicBezTo>
                        <a:pt x="2237" y="2678"/>
                        <a:pt x="2079" y="2521"/>
                        <a:pt x="2079" y="2332"/>
                      </a:cubicBezTo>
                      <a:cubicBezTo>
                        <a:pt x="2079" y="1827"/>
                        <a:pt x="2552" y="1355"/>
                        <a:pt x="3151" y="1355"/>
                      </a:cubicBezTo>
                      <a:close/>
                      <a:moveTo>
                        <a:pt x="3151" y="4096"/>
                      </a:moveTo>
                      <a:cubicBezTo>
                        <a:pt x="3340" y="4096"/>
                        <a:pt x="3497" y="4253"/>
                        <a:pt x="3497" y="4442"/>
                      </a:cubicBezTo>
                      <a:cubicBezTo>
                        <a:pt x="3497" y="4663"/>
                        <a:pt x="3340" y="4820"/>
                        <a:pt x="3151" y="4820"/>
                      </a:cubicBezTo>
                      <a:cubicBezTo>
                        <a:pt x="2962" y="4820"/>
                        <a:pt x="2804" y="4663"/>
                        <a:pt x="2804" y="4442"/>
                      </a:cubicBezTo>
                      <a:cubicBezTo>
                        <a:pt x="2804" y="4253"/>
                        <a:pt x="2962" y="4096"/>
                        <a:pt x="3151" y="4096"/>
                      </a:cubicBezTo>
                      <a:close/>
                      <a:moveTo>
                        <a:pt x="3182" y="0"/>
                      </a:moveTo>
                      <a:cubicBezTo>
                        <a:pt x="1481" y="0"/>
                        <a:pt x="63" y="1418"/>
                        <a:pt x="63" y="3119"/>
                      </a:cubicBezTo>
                      <a:cubicBezTo>
                        <a:pt x="63" y="3655"/>
                        <a:pt x="189" y="4159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47" y="6238"/>
                        <a:pt x="473" y="6238"/>
                      </a:cubicBezTo>
                      <a:lnTo>
                        <a:pt x="1764" y="5892"/>
                      </a:lnTo>
                      <a:cubicBezTo>
                        <a:pt x="2205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789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8" name="Google Shape;9315;p73">
                  <a:extLst>
                    <a:ext uri="{FF2B5EF4-FFF2-40B4-BE49-F238E27FC236}">
                      <a16:creationId xmlns:a16="http://schemas.microsoft.com/office/drawing/2014/main" id="{7D707936-5BC9-22F5-1282-A8C468BF59CA}"/>
                    </a:ext>
                  </a:extLst>
                </p:cNvPr>
                <p:cNvSpPr/>
                <p:nvPr/>
              </p:nvSpPr>
              <p:spPr>
                <a:xfrm>
                  <a:off x="581525" y="3440725"/>
                  <a:ext cx="1575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8" extrusionOk="0">
                      <a:moveTo>
                        <a:pt x="1355" y="0"/>
                      </a:moveTo>
                      <a:cubicBezTo>
                        <a:pt x="567" y="567"/>
                        <a:pt x="0" y="1513"/>
                        <a:pt x="0" y="2584"/>
                      </a:cubicBezTo>
                      <a:lnTo>
                        <a:pt x="0" y="4001"/>
                      </a:lnTo>
                      <a:cubicBezTo>
                        <a:pt x="63" y="4190"/>
                        <a:pt x="221" y="4348"/>
                        <a:pt x="410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1" y="4190"/>
                        <a:pt x="6301" y="4001"/>
                      </a:cubicBezTo>
                      <a:lnTo>
                        <a:pt x="6301" y="2584"/>
                      </a:lnTo>
                      <a:cubicBezTo>
                        <a:pt x="6301" y="1513"/>
                        <a:pt x="5797" y="599"/>
                        <a:pt x="4978" y="0"/>
                      </a:cubicBezTo>
                      <a:cubicBezTo>
                        <a:pt x="4537" y="536"/>
                        <a:pt x="3875" y="851"/>
                        <a:pt x="3151" y="851"/>
                      </a:cubicBezTo>
                      <a:cubicBezTo>
                        <a:pt x="2458" y="851"/>
                        <a:pt x="1796" y="536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oogle Shape;9316;p73">
                <a:extLst>
                  <a:ext uri="{FF2B5EF4-FFF2-40B4-BE49-F238E27FC236}">
                    <a16:creationId xmlns:a16="http://schemas.microsoft.com/office/drawing/2014/main" id="{7D74966E-DF2B-B27A-60D5-0189C948950E}"/>
                  </a:ext>
                </a:extLst>
              </p:cNvPr>
              <p:cNvGrpSpPr/>
              <p:nvPr/>
            </p:nvGrpSpPr>
            <p:grpSpPr>
              <a:xfrm>
                <a:off x="763919" y="4376911"/>
                <a:ext cx="505937" cy="502642"/>
                <a:chOff x="580725" y="3617925"/>
                <a:chExt cx="299325" cy="297375"/>
              </a:xfrm>
              <a:grpFill/>
            </p:grpSpPr>
            <p:sp>
              <p:nvSpPr>
                <p:cNvPr id="17661" name="Google Shape;9317;p73">
                  <a:extLst>
                    <a:ext uri="{FF2B5EF4-FFF2-40B4-BE49-F238E27FC236}">
                      <a16:creationId xmlns:a16="http://schemas.microsoft.com/office/drawing/2014/main" id="{E130AB4B-8B5C-1FF4-FD60-3CC058A591DB}"/>
                    </a:ext>
                  </a:extLst>
                </p:cNvPr>
                <p:cNvSpPr/>
                <p:nvPr/>
              </p:nvSpPr>
              <p:spPr>
                <a:xfrm>
                  <a:off x="6090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1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41" y="2048"/>
                      </a:cubicBezTo>
                      <a:cubicBezTo>
                        <a:pt x="1608" y="2048"/>
                        <a:pt x="2049" y="1607"/>
                        <a:pt x="2049" y="1040"/>
                      </a:cubicBezTo>
                      <a:cubicBezTo>
                        <a:pt x="2049" y="473"/>
                        <a:pt x="160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2" name="Google Shape;9318;p73">
                  <a:extLst>
                    <a:ext uri="{FF2B5EF4-FFF2-40B4-BE49-F238E27FC236}">
                      <a16:creationId xmlns:a16="http://schemas.microsoft.com/office/drawing/2014/main" id="{CE12A510-C724-2A3A-36F1-4744E5E3B14E}"/>
                    </a:ext>
                  </a:extLst>
                </p:cNvPr>
                <p:cNvSpPr/>
                <p:nvPr/>
              </p:nvSpPr>
              <p:spPr>
                <a:xfrm>
                  <a:off x="668950" y="3617925"/>
                  <a:ext cx="122875" cy="10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5" h="4179" extrusionOk="0"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72"/>
                      </a:cubicBezTo>
                      <a:lnTo>
                        <a:pt x="0" y="1797"/>
                      </a:lnTo>
                      <a:cubicBezTo>
                        <a:pt x="0" y="2364"/>
                        <a:pt x="473" y="2805"/>
                        <a:pt x="1040" y="2805"/>
                      </a:cubicBezTo>
                      <a:lnTo>
                        <a:pt x="2300" y="2805"/>
                      </a:lnTo>
                      <a:lnTo>
                        <a:pt x="3592" y="4097"/>
                      </a:lnTo>
                      <a:cubicBezTo>
                        <a:pt x="3672" y="4156"/>
                        <a:pt x="3764" y="4178"/>
                        <a:pt x="3853" y="4178"/>
                      </a:cubicBezTo>
                      <a:cubicBezTo>
                        <a:pt x="3905" y="4178"/>
                        <a:pt x="3955" y="4171"/>
                        <a:pt x="4001" y="4160"/>
                      </a:cubicBezTo>
                      <a:cubicBezTo>
                        <a:pt x="4127" y="4097"/>
                        <a:pt x="4190" y="3939"/>
                        <a:pt x="4190" y="3844"/>
                      </a:cubicBezTo>
                      <a:lnTo>
                        <a:pt x="4190" y="2742"/>
                      </a:lnTo>
                      <a:cubicBezTo>
                        <a:pt x="4600" y="2584"/>
                        <a:pt x="4915" y="2206"/>
                        <a:pt x="4915" y="1734"/>
                      </a:cubicBezTo>
                      <a:lnTo>
                        <a:pt x="4915" y="1072"/>
                      </a:lnTo>
                      <a:cubicBezTo>
                        <a:pt x="4915" y="473"/>
                        <a:pt x="4411" y="1"/>
                        <a:pt x="38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3" name="Google Shape;9319;p73">
                  <a:extLst>
                    <a:ext uri="{FF2B5EF4-FFF2-40B4-BE49-F238E27FC236}">
                      <a16:creationId xmlns:a16="http://schemas.microsoft.com/office/drawing/2014/main" id="{678751C9-2789-5C90-187B-71940DAB10EC}"/>
                    </a:ext>
                  </a:extLst>
                </p:cNvPr>
                <p:cNvSpPr/>
                <p:nvPr/>
              </p:nvSpPr>
              <p:spPr>
                <a:xfrm>
                  <a:off x="580725" y="3721900"/>
                  <a:ext cx="141800" cy="19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681" extrusionOk="0">
                      <a:moveTo>
                        <a:pt x="3340" y="4506"/>
                      </a:moveTo>
                      <a:lnTo>
                        <a:pt x="3718" y="5577"/>
                      </a:lnTo>
                      <a:lnTo>
                        <a:pt x="1229" y="5577"/>
                      </a:lnTo>
                      <a:lnTo>
                        <a:pt x="1450" y="4600"/>
                      </a:lnTo>
                      <a:lnTo>
                        <a:pt x="1450" y="4506"/>
                      </a:lnTo>
                      <a:close/>
                      <a:moveTo>
                        <a:pt x="1450" y="1"/>
                      </a:moveTo>
                      <a:cubicBezTo>
                        <a:pt x="1135" y="1"/>
                        <a:pt x="883" y="221"/>
                        <a:pt x="788" y="505"/>
                      </a:cubicBezTo>
                      <a:lnTo>
                        <a:pt x="95" y="3624"/>
                      </a:lnTo>
                      <a:cubicBezTo>
                        <a:pt x="1" y="4096"/>
                        <a:pt x="316" y="4506"/>
                        <a:pt x="757" y="4506"/>
                      </a:cubicBezTo>
                      <a:lnTo>
                        <a:pt x="95" y="7247"/>
                      </a:lnTo>
                      <a:cubicBezTo>
                        <a:pt x="32" y="7436"/>
                        <a:pt x="158" y="7593"/>
                        <a:pt x="316" y="7656"/>
                      </a:cubicBezTo>
                      <a:cubicBezTo>
                        <a:pt x="350" y="7668"/>
                        <a:pt x="383" y="7673"/>
                        <a:pt x="415" y="7673"/>
                      </a:cubicBezTo>
                      <a:cubicBezTo>
                        <a:pt x="559" y="7673"/>
                        <a:pt x="679" y="7565"/>
                        <a:pt x="757" y="7436"/>
                      </a:cubicBezTo>
                      <a:lnTo>
                        <a:pt x="1040" y="6301"/>
                      </a:lnTo>
                      <a:lnTo>
                        <a:pt x="3939" y="6301"/>
                      </a:lnTo>
                      <a:lnTo>
                        <a:pt x="4254" y="7152"/>
                      </a:lnTo>
                      <a:cubicBezTo>
                        <a:pt x="4358" y="7492"/>
                        <a:pt x="4637" y="7680"/>
                        <a:pt x="4908" y="7680"/>
                      </a:cubicBezTo>
                      <a:cubicBezTo>
                        <a:pt x="4964" y="7680"/>
                        <a:pt x="5019" y="7672"/>
                        <a:pt x="5073" y="7656"/>
                      </a:cubicBezTo>
                      <a:cubicBezTo>
                        <a:pt x="5451" y="7593"/>
                        <a:pt x="5672" y="7184"/>
                        <a:pt x="5609" y="6837"/>
                      </a:cubicBezTo>
                      <a:lnTo>
                        <a:pt x="4569" y="3687"/>
                      </a:lnTo>
                      <a:cubicBezTo>
                        <a:pt x="4506" y="3372"/>
                        <a:pt x="4222" y="3183"/>
                        <a:pt x="3907" y="3183"/>
                      </a:cubicBezTo>
                      <a:lnTo>
                        <a:pt x="3183" y="3183"/>
                      </a:lnTo>
                      <a:cubicBezTo>
                        <a:pt x="2994" y="3183"/>
                        <a:pt x="2836" y="3025"/>
                        <a:pt x="2836" y="2836"/>
                      </a:cubicBezTo>
                      <a:cubicBezTo>
                        <a:pt x="2836" y="2615"/>
                        <a:pt x="2994" y="2458"/>
                        <a:pt x="3183" y="2458"/>
                      </a:cubicBezTo>
                      <a:lnTo>
                        <a:pt x="4222" y="2458"/>
                      </a:lnTo>
                      <a:cubicBezTo>
                        <a:pt x="4600" y="2458"/>
                        <a:pt x="4915" y="2143"/>
                        <a:pt x="4915" y="1765"/>
                      </a:cubicBezTo>
                      <a:cubicBezTo>
                        <a:pt x="4915" y="1355"/>
                        <a:pt x="4600" y="1040"/>
                        <a:pt x="4222" y="1040"/>
                      </a:cubicBezTo>
                      <a:lnTo>
                        <a:pt x="2332" y="1040"/>
                      </a:lnTo>
                      <a:lnTo>
                        <a:pt x="2080" y="379"/>
                      </a:lnTo>
                      <a:cubicBezTo>
                        <a:pt x="1985" y="158"/>
                        <a:pt x="1733" y="1"/>
                        <a:pt x="14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4" name="Google Shape;9320;p73">
                  <a:extLst>
                    <a:ext uri="{FF2B5EF4-FFF2-40B4-BE49-F238E27FC236}">
                      <a16:creationId xmlns:a16="http://schemas.microsoft.com/office/drawing/2014/main" id="{DC2A95C0-1839-374A-E941-E2C887988CD5}"/>
                    </a:ext>
                  </a:extLst>
                </p:cNvPr>
                <p:cNvSpPr/>
                <p:nvPr/>
              </p:nvSpPr>
              <p:spPr>
                <a:xfrm>
                  <a:off x="8004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09" y="0"/>
                      </a:moveTo>
                      <a:cubicBezTo>
                        <a:pt x="442" y="0"/>
                        <a:pt x="1" y="473"/>
                        <a:pt x="1" y="1040"/>
                      </a:cubicBezTo>
                      <a:cubicBezTo>
                        <a:pt x="1" y="1607"/>
                        <a:pt x="442" y="2048"/>
                        <a:pt x="1009" y="2048"/>
                      </a:cubicBezTo>
                      <a:cubicBezTo>
                        <a:pt x="1576" y="2048"/>
                        <a:pt x="2048" y="1607"/>
                        <a:pt x="2048" y="1040"/>
                      </a:cubicBez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5" name="Google Shape;9321;p73">
                  <a:extLst>
                    <a:ext uri="{FF2B5EF4-FFF2-40B4-BE49-F238E27FC236}">
                      <a16:creationId xmlns:a16="http://schemas.microsoft.com/office/drawing/2014/main" id="{0C969AFF-B2C6-B1DD-B57D-5339A8C908B3}"/>
                    </a:ext>
                  </a:extLst>
                </p:cNvPr>
                <p:cNvSpPr/>
                <p:nvPr/>
              </p:nvSpPr>
              <p:spPr>
                <a:xfrm>
                  <a:off x="738250" y="3722700"/>
                  <a:ext cx="141800" cy="19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704" extrusionOk="0">
                      <a:moveTo>
                        <a:pt x="4222" y="4474"/>
                      </a:moveTo>
                      <a:lnTo>
                        <a:pt x="4222" y="4568"/>
                      </a:lnTo>
                      <a:lnTo>
                        <a:pt x="4443" y="5545"/>
                      </a:lnTo>
                      <a:lnTo>
                        <a:pt x="1985" y="5545"/>
                      </a:lnTo>
                      <a:lnTo>
                        <a:pt x="2332" y="4474"/>
                      </a:lnTo>
                      <a:close/>
                      <a:moveTo>
                        <a:pt x="4222" y="0"/>
                      </a:moveTo>
                      <a:cubicBezTo>
                        <a:pt x="3939" y="0"/>
                        <a:pt x="3718" y="158"/>
                        <a:pt x="3592" y="378"/>
                      </a:cubicBezTo>
                      <a:lnTo>
                        <a:pt x="3340" y="1071"/>
                      </a:lnTo>
                      <a:lnTo>
                        <a:pt x="1450" y="1071"/>
                      </a:lnTo>
                      <a:cubicBezTo>
                        <a:pt x="1072" y="1071"/>
                        <a:pt x="757" y="1386"/>
                        <a:pt x="757" y="1764"/>
                      </a:cubicBezTo>
                      <a:cubicBezTo>
                        <a:pt x="757" y="2174"/>
                        <a:pt x="1072" y="2489"/>
                        <a:pt x="1450" y="2489"/>
                      </a:cubicBezTo>
                      <a:lnTo>
                        <a:pt x="2490" y="2489"/>
                      </a:lnTo>
                      <a:cubicBezTo>
                        <a:pt x="2679" y="2489"/>
                        <a:pt x="2836" y="2646"/>
                        <a:pt x="2836" y="2835"/>
                      </a:cubicBezTo>
                      <a:cubicBezTo>
                        <a:pt x="2836" y="3024"/>
                        <a:pt x="2679" y="3182"/>
                        <a:pt x="2490" y="3182"/>
                      </a:cubicBezTo>
                      <a:lnTo>
                        <a:pt x="1765" y="3182"/>
                      </a:lnTo>
                      <a:cubicBezTo>
                        <a:pt x="1450" y="3182"/>
                        <a:pt x="1198" y="3371"/>
                        <a:pt x="1103" y="3686"/>
                      </a:cubicBezTo>
                      <a:lnTo>
                        <a:pt x="95" y="6837"/>
                      </a:lnTo>
                      <a:cubicBezTo>
                        <a:pt x="1" y="7215"/>
                        <a:pt x="190" y="7593"/>
                        <a:pt x="599" y="7687"/>
                      </a:cubicBezTo>
                      <a:cubicBezTo>
                        <a:pt x="643" y="7696"/>
                        <a:pt x="690" y="7701"/>
                        <a:pt x="738" y="7701"/>
                      </a:cubicBezTo>
                      <a:cubicBezTo>
                        <a:pt x="1030" y="7701"/>
                        <a:pt x="1364" y="7531"/>
                        <a:pt x="1418" y="7152"/>
                      </a:cubicBezTo>
                      <a:lnTo>
                        <a:pt x="1733" y="6301"/>
                      </a:lnTo>
                      <a:lnTo>
                        <a:pt x="4632" y="6301"/>
                      </a:lnTo>
                      <a:lnTo>
                        <a:pt x="4915" y="7435"/>
                      </a:lnTo>
                      <a:cubicBezTo>
                        <a:pt x="4967" y="7591"/>
                        <a:pt x="5104" y="7704"/>
                        <a:pt x="5257" y="7704"/>
                      </a:cubicBezTo>
                      <a:cubicBezTo>
                        <a:pt x="5290" y="7704"/>
                        <a:pt x="5323" y="7698"/>
                        <a:pt x="5356" y="7687"/>
                      </a:cubicBezTo>
                      <a:cubicBezTo>
                        <a:pt x="5546" y="7624"/>
                        <a:pt x="5672" y="7435"/>
                        <a:pt x="5577" y="7246"/>
                      </a:cubicBezTo>
                      <a:lnTo>
                        <a:pt x="4915" y="4537"/>
                      </a:lnTo>
                      <a:cubicBezTo>
                        <a:pt x="5356" y="4474"/>
                        <a:pt x="5672" y="4064"/>
                        <a:pt x="5609" y="3623"/>
                      </a:cubicBezTo>
                      <a:lnTo>
                        <a:pt x="4884" y="504"/>
                      </a:lnTo>
                      <a:cubicBezTo>
                        <a:pt x="4821" y="189"/>
                        <a:pt x="4537" y="0"/>
                        <a:pt x="4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9322;p73">
                <a:extLst>
                  <a:ext uri="{FF2B5EF4-FFF2-40B4-BE49-F238E27FC236}">
                    <a16:creationId xmlns:a16="http://schemas.microsoft.com/office/drawing/2014/main" id="{1689C636-6C28-A6ED-1600-69FF0CC1F4F9}"/>
                  </a:ext>
                </a:extLst>
              </p:cNvPr>
              <p:cNvGrpSpPr/>
              <p:nvPr/>
            </p:nvGrpSpPr>
            <p:grpSpPr>
              <a:xfrm>
                <a:off x="766581" y="4984646"/>
                <a:ext cx="500612" cy="500612"/>
                <a:chOff x="583100" y="3982600"/>
                <a:chExt cx="296175" cy="296175"/>
              </a:xfrm>
              <a:grpFill/>
            </p:grpSpPr>
            <p:sp>
              <p:nvSpPr>
                <p:cNvPr id="17654" name="Google Shape;9323;p73">
                  <a:extLst>
                    <a:ext uri="{FF2B5EF4-FFF2-40B4-BE49-F238E27FC236}">
                      <a16:creationId xmlns:a16="http://schemas.microsoft.com/office/drawing/2014/main" id="{2AF59FAA-0209-FA52-2946-1A97203F5BFD}"/>
                    </a:ext>
                  </a:extLst>
                </p:cNvPr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5" name="Google Shape;9324;p73">
                  <a:extLst>
                    <a:ext uri="{FF2B5EF4-FFF2-40B4-BE49-F238E27FC236}">
                      <a16:creationId xmlns:a16="http://schemas.microsoft.com/office/drawing/2014/main" id="{1B144750-1306-6D0C-CAD0-D27A9E4A5767}"/>
                    </a:ext>
                  </a:extLst>
                </p:cNvPr>
                <p:cNvSpPr/>
                <p:nvPr/>
              </p:nvSpPr>
              <p:spPr>
                <a:xfrm>
                  <a:off x="609075" y="4139350"/>
                  <a:ext cx="69350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6" name="Google Shape;9325;p73">
                  <a:extLst>
                    <a:ext uri="{FF2B5EF4-FFF2-40B4-BE49-F238E27FC236}">
                      <a16:creationId xmlns:a16="http://schemas.microsoft.com/office/drawing/2014/main" id="{AE2C3548-ACD7-0A79-080F-5011F755BC4C}"/>
                    </a:ext>
                  </a:extLst>
                </p:cNvPr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7" name="Google Shape;9326;p73">
                  <a:extLst>
                    <a:ext uri="{FF2B5EF4-FFF2-40B4-BE49-F238E27FC236}">
                      <a16:creationId xmlns:a16="http://schemas.microsoft.com/office/drawing/2014/main" id="{13519CD9-B131-CEB8-CE71-A95FF7CAC066}"/>
                    </a:ext>
                  </a:extLst>
                </p:cNvPr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8" name="Google Shape;9327;p73">
                  <a:extLst>
                    <a:ext uri="{FF2B5EF4-FFF2-40B4-BE49-F238E27FC236}">
                      <a16:creationId xmlns:a16="http://schemas.microsoft.com/office/drawing/2014/main" id="{0E8EFEC1-A68B-DFC5-5161-DC6567013227}"/>
                    </a:ext>
                  </a:extLst>
                </p:cNvPr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9" name="Google Shape;9328;p73">
                  <a:extLst>
                    <a:ext uri="{FF2B5EF4-FFF2-40B4-BE49-F238E27FC236}">
                      <a16:creationId xmlns:a16="http://schemas.microsoft.com/office/drawing/2014/main" id="{8EA19CB0-C2AE-0790-79DF-C901CC7F51EE}"/>
                    </a:ext>
                  </a:extLst>
                </p:cNvPr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0" name="Google Shape;9329;p73">
                  <a:extLst>
                    <a:ext uri="{FF2B5EF4-FFF2-40B4-BE49-F238E27FC236}">
                      <a16:creationId xmlns:a16="http://schemas.microsoft.com/office/drawing/2014/main" id="{5FA1CDDF-800D-CB1F-8DFA-60DD2EB7A61B}"/>
                    </a:ext>
                  </a:extLst>
                </p:cNvPr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9330;p73">
                <a:extLst>
                  <a:ext uri="{FF2B5EF4-FFF2-40B4-BE49-F238E27FC236}">
                    <a16:creationId xmlns:a16="http://schemas.microsoft.com/office/drawing/2014/main" id="{0BCA5616-6E47-9969-49A4-1BDA2713DBAB}"/>
                  </a:ext>
                </a:extLst>
              </p:cNvPr>
              <p:cNvGrpSpPr/>
              <p:nvPr/>
            </p:nvGrpSpPr>
            <p:grpSpPr>
              <a:xfrm>
                <a:off x="3959219" y="3748874"/>
                <a:ext cx="439341" cy="498627"/>
                <a:chOff x="2423775" y="3226875"/>
                <a:chExt cx="259925" cy="295000"/>
              </a:xfrm>
              <a:grpFill/>
            </p:grpSpPr>
            <p:sp>
              <p:nvSpPr>
                <p:cNvPr id="17651" name="Google Shape;9331;p73">
                  <a:extLst>
                    <a:ext uri="{FF2B5EF4-FFF2-40B4-BE49-F238E27FC236}">
                      <a16:creationId xmlns:a16="http://schemas.microsoft.com/office/drawing/2014/main" id="{2C2355A4-7BD5-7AB9-74F7-0D05B76C2799}"/>
                    </a:ext>
                  </a:extLst>
                </p:cNvPr>
                <p:cNvSpPr/>
                <p:nvPr/>
              </p:nvSpPr>
              <p:spPr>
                <a:xfrm>
                  <a:off x="2509625" y="3365900"/>
                  <a:ext cx="866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2080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2" name="Google Shape;9332;p73">
                  <a:extLst>
                    <a:ext uri="{FF2B5EF4-FFF2-40B4-BE49-F238E27FC236}">
                      <a16:creationId xmlns:a16="http://schemas.microsoft.com/office/drawing/2014/main" id="{57A65809-F218-F655-C8BA-EDF9A84E947D}"/>
                    </a:ext>
                  </a:extLst>
                </p:cNvPr>
                <p:cNvSpPr/>
                <p:nvPr/>
              </p:nvSpPr>
              <p:spPr>
                <a:xfrm>
                  <a:off x="2534825" y="33139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316" y="0"/>
                        <a:pt x="0" y="315"/>
                        <a:pt x="0" y="725"/>
                      </a:cubicBezTo>
                      <a:cubicBezTo>
                        <a:pt x="0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3" name="Google Shape;9333;p73">
                  <a:extLst>
                    <a:ext uri="{FF2B5EF4-FFF2-40B4-BE49-F238E27FC236}">
                      <a16:creationId xmlns:a16="http://schemas.microsoft.com/office/drawing/2014/main" id="{BF3DD045-A38E-DAE3-21F2-AB8B208CF132}"/>
                    </a:ext>
                  </a:extLst>
                </p:cNvPr>
                <p:cNvSpPr/>
                <p:nvPr/>
              </p:nvSpPr>
              <p:spPr>
                <a:xfrm>
                  <a:off x="2423775" y="3226875"/>
                  <a:ext cx="2599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00" extrusionOk="0">
                      <a:moveTo>
                        <a:pt x="5167" y="2757"/>
                      </a:moveTo>
                      <a:cubicBezTo>
                        <a:pt x="5923" y="2757"/>
                        <a:pt x="6553" y="3388"/>
                        <a:pt x="6553" y="4144"/>
                      </a:cubicBezTo>
                      <a:cubicBezTo>
                        <a:pt x="6553" y="4490"/>
                        <a:pt x="6396" y="4805"/>
                        <a:pt x="6175" y="5089"/>
                      </a:cubicBezTo>
                      <a:cubicBezTo>
                        <a:pt x="7026" y="5498"/>
                        <a:pt x="7593" y="6317"/>
                        <a:pt x="7593" y="7294"/>
                      </a:cubicBezTo>
                      <a:lnTo>
                        <a:pt x="7593" y="8019"/>
                      </a:lnTo>
                      <a:cubicBezTo>
                        <a:pt x="7593" y="8208"/>
                        <a:pt x="7435" y="8365"/>
                        <a:pt x="7246" y="8365"/>
                      </a:cubicBezTo>
                      <a:lnTo>
                        <a:pt x="3088" y="8365"/>
                      </a:lnTo>
                      <a:cubicBezTo>
                        <a:pt x="2867" y="8365"/>
                        <a:pt x="2710" y="8208"/>
                        <a:pt x="2710" y="8019"/>
                      </a:cubicBezTo>
                      <a:lnTo>
                        <a:pt x="2710" y="7294"/>
                      </a:lnTo>
                      <a:cubicBezTo>
                        <a:pt x="2710" y="6317"/>
                        <a:pt x="3308" y="5498"/>
                        <a:pt x="4127" y="5089"/>
                      </a:cubicBezTo>
                      <a:cubicBezTo>
                        <a:pt x="3907" y="4868"/>
                        <a:pt x="3781" y="4553"/>
                        <a:pt x="3781" y="4144"/>
                      </a:cubicBezTo>
                      <a:cubicBezTo>
                        <a:pt x="3781" y="3388"/>
                        <a:pt x="4411" y="2757"/>
                        <a:pt x="5167" y="2757"/>
                      </a:cubicBezTo>
                      <a:close/>
                      <a:moveTo>
                        <a:pt x="5183" y="1"/>
                      </a:moveTo>
                      <a:cubicBezTo>
                        <a:pt x="5128" y="1"/>
                        <a:pt x="5073" y="17"/>
                        <a:pt x="5010" y="48"/>
                      </a:cubicBezTo>
                      <a:cubicBezTo>
                        <a:pt x="3964" y="646"/>
                        <a:pt x="2946" y="940"/>
                        <a:pt x="1919" y="940"/>
                      </a:cubicBezTo>
                      <a:cubicBezTo>
                        <a:pt x="1430" y="940"/>
                        <a:pt x="939" y="873"/>
                        <a:pt x="441" y="741"/>
                      </a:cubicBezTo>
                      <a:cubicBezTo>
                        <a:pt x="402" y="722"/>
                        <a:pt x="363" y="714"/>
                        <a:pt x="326" y="714"/>
                      </a:cubicBezTo>
                      <a:cubicBezTo>
                        <a:pt x="243" y="714"/>
                        <a:pt x="170" y="751"/>
                        <a:pt x="126" y="773"/>
                      </a:cubicBezTo>
                      <a:cubicBezTo>
                        <a:pt x="32" y="836"/>
                        <a:pt x="0" y="930"/>
                        <a:pt x="0" y="1056"/>
                      </a:cubicBezTo>
                      <a:lnTo>
                        <a:pt x="0" y="5026"/>
                      </a:lnTo>
                      <a:cubicBezTo>
                        <a:pt x="0" y="8145"/>
                        <a:pt x="2080" y="10949"/>
                        <a:pt x="5104" y="11799"/>
                      </a:cubicBezTo>
                      <a:lnTo>
                        <a:pt x="5262" y="11799"/>
                      </a:lnTo>
                      <a:cubicBezTo>
                        <a:pt x="8255" y="10917"/>
                        <a:pt x="10397" y="8145"/>
                        <a:pt x="10397" y="5026"/>
                      </a:cubicBezTo>
                      <a:lnTo>
                        <a:pt x="10397" y="1056"/>
                      </a:lnTo>
                      <a:cubicBezTo>
                        <a:pt x="10397" y="930"/>
                        <a:pt x="10365" y="836"/>
                        <a:pt x="10271" y="773"/>
                      </a:cubicBezTo>
                      <a:cubicBezTo>
                        <a:pt x="10162" y="751"/>
                        <a:pt x="10084" y="714"/>
                        <a:pt x="10014" y="714"/>
                      </a:cubicBezTo>
                      <a:cubicBezTo>
                        <a:pt x="9983" y="714"/>
                        <a:pt x="9954" y="722"/>
                        <a:pt x="9924" y="741"/>
                      </a:cubicBezTo>
                      <a:cubicBezTo>
                        <a:pt x="9414" y="877"/>
                        <a:pt x="8910" y="946"/>
                        <a:pt x="8409" y="946"/>
                      </a:cubicBezTo>
                      <a:cubicBezTo>
                        <a:pt x="7395" y="946"/>
                        <a:pt x="6389" y="660"/>
                        <a:pt x="5356" y="48"/>
                      </a:cubicBezTo>
                      <a:cubicBezTo>
                        <a:pt x="5293" y="17"/>
                        <a:pt x="5238" y="1"/>
                        <a:pt x="5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9334;p73">
                <a:extLst>
                  <a:ext uri="{FF2B5EF4-FFF2-40B4-BE49-F238E27FC236}">
                    <a16:creationId xmlns:a16="http://schemas.microsoft.com/office/drawing/2014/main" id="{2880A604-157A-D2BE-E633-08B27D768D98}"/>
                  </a:ext>
                </a:extLst>
              </p:cNvPr>
              <p:cNvGrpSpPr/>
              <p:nvPr/>
            </p:nvGrpSpPr>
            <p:grpSpPr>
              <a:xfrm>
                <a:off x="3926595" y="4379912"/>
                <a:ext cx="504585" cy="496642"/>
                <a:chOff x="2404875" y="3592725"/>
                <a:chExt cx="298525" cy="293825"/>
              </a:xfrm>
              <a:grpFill/>
            </p:grpSpPr>
            <p:sp>
              <p:nvSpPr>
                <p:cNvPr id="17648" name="Google Shape;9335;p73">
                  <a:extLst>
                    <a:ext uri="{FF2B5EF4-FFF2-40B4-BE49-F238E27FC236}">
                      <a16:creationId xmlns:a16="http://schemas.microsoft.com/office/drawing/2014/main" id="{D09A70D7-2CFC-6D99-B488-A9634603AF50}"/>
                    </a:ext>
                  </a:extLst>
                </p:cNvPr>
                <p:cNvSpPr/>
                <p:nvPr/>
              </p:nvSpPr>
              <p:spPr>
                <a:xfrm>
                  <a:off x="2404875" y="3747900"/>
                  <a:ext cx="52775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554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5198"/>
                      </a:lnTo>
                      <a:cubicBezTo>
                        <a:pt x="0" y="5419"/>
                        <a:pt x="158" y="5545"/>
                        <a:pt x="378" y="5545"/>
                      </a:cubicBezTo>
                      <a:lnTo>
                        <a:pt x="1071" y="5545"/>
                      </a:lnTo>
                      <a:cubicBezTo>
                        <a:pt x="1670" y="5545"/>
                        <a:pt x="2111" y="5072"/>
                        <a:pt x="2111" y="4537"/>
                      </a:cubicBezTo>
                      <a:lnTo>
                        <a:pt x="2111" y="1040"/>
                      </a:lnTo>
                      <a:cubicBezTo>
                        <a:pt x="2111" y="441"/>
                        <a:pt x="1638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9" name="Google Shape;9336;p73">
                  <a:extLst>
                    <a:ext uri="{FF2B5EF4-FFF2-40B4-BE49-F238E27FC236}">
                      <a16:creationId xmlns:a16="http://schemas.microsoft.com/office/drawing/2014/main" id="{202861C0-0EB3-E3E7-C963-6010B6B6E0C4}"/>
                    </a:ext>
                  </a:extLst>
                </p:cNvPr>
                <p:cNvSpPr/>
                <p:nvPr/>
              </p:nvSpPr>
              <p:spPr>
                <a:xfrm>
                  <a:off x="2458425" y="3592725"/>
                  <a:ext cx="190625" cy="16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428" extrusionOk="0">
                      <a:moveTo>
                        <a:pt x="3781" y="631"/>
                      </a:moveTo>
                      <a:cubicBezTo>
                        <a:pt x="3970" y="631"/>
                        <a:pt x="4128" y="788"/>
                        <a:pt x="4128" y="977"/>
                      </a:cubicBezTo>
                      <a:lnTo>
                        <a:pt x="4128" y="1418"/>
                      </a:lnTo>
                      <a:cubicBezTo>
                        <a:pt x="4380" y="1481"/>
                        <a:pt x="4569" y="1639"/>
                        <a:pt x="4758" y="1860"/>
                      </a:cubicBezTo>
                      <a:cubicBezTo>
                        <a:pt x="4884" y="2017"/>
                        <a:pt x="4884" y="2206"/>
                        <a:pt x="4726" y="2332"/>
                      </a:cubicBezTo>
                      <a:cubicBezTo>
                        <a:pt x="4657" y="2373"/>
                        <a:pt x="4583" y="2397"/>
                        <a:pt x="4510" y="2397"/>
                      </a:cubicBezTo>
                      <a:cubicBezTo>
                        <a:pt x="4416" y="2397"/>
                        <a:pt x="4325" y="2358"/>
                        <a:pt x="4254" y="2269"/>
                      </a:cubicBezTo>
                      <a:cubicBezTo>
                        <a:pt x="4114" y="2106"/>
                        <a:pt x="3957" y="2012"/>
                        <a:pt x="3821" y="2012"/>
                      </a:cubicBezTo>
                      <a:cubicBezTo>
                        <a:pt x="3773" y="2012"/>
                        <a:pt x="3728" y="2024"/>
                        <a:pt x="3687" y="2049"/>
                      </a:cubicBezTo>
                      <a:cubicBezTo>
                        <a:pt x="3592" y="2080"/>
                        <a:pt x="3466" y="2238"/>
                        <a:pt x="3466" y="2364"/>
                      </a:cubicBezTo>
                      <a:cubicBezTo>
                        <a:pt x="3466" y="2553"/>
                        <a:pt x="3624" y="2710"/>
                        <a:pt x="3813" y="2710"/>
                      </a:cubicBezTo>
                      <a:cubicBezTo>
                        <a:pt x="4411" y="2710"/>
                        <a:pt x="4852" y="3183"/>
                        <a:pt x="4852" y="3750"/>
                      </a:cubicBezTo>
                      <a:cubicBezTo>
                        <a:pt x="4852" y="4159"/>
                        <a:pt x="4600" y="4537"/>
                        <a:pt x="4222" y="4663"/>
                      </a:cubicBezTo>
                      <a:lnTo>
                        <a:pt x="4159" y="4663"/>
                      </a:lnTo>
                      <a:lnTo>
                        <a:pt x="4159" y="5073"/>
                      </a:lnTo>
                      <a:cubicBezTo>
                        <a:pt x="4159" y="5262"/>
                        <a:pt x="4002" y="5420"/>
                        <a:pt x="3813" y="5420"/>
                      </a:cubicBezTo>
                      <a:cubicBezTo>
                        <a:pt x="3624" y="5420"/>
                        <a:pt x="3466" y="5262"/>
                        <a:pt x="3466" y="5073"/>
                      </a:cubicBezTo>
                      <a:lnTo>
                        <a:pt x="3466" y="4663"/>
                      </a:lnTo>
                      <a:cubicBezTo>
                        <a:pt x="3277" y="4600"/>
                        <a:pt x="3119" y="4537"/>
                        <a:pt x="2962" y="4348"/>
                      </a:cubicBezTo>
                      <a:cubicBezTo>
                        <a:pt x="2836" y="4254"/>
                        <a:pt x="2804" y="4002"/>
                        <a:pt x="2962" y="3876"/>
                      </a:cubicBezTo>
                      <a:cubicBezTo>
                        <a:pt x="3013" y="3825"/>
                        <a:pt x="3108" y="3793"/>
                        <a:pt x="3206" y="3793"/>
                      </a:cubicBezTo>
                      <a:cubicBezTo>
                        <a:pt x="3290" y="3793"/>
                        <a:pt x="3376" y="3817"/>
                        <a:pt x="3435" y="3876"/>
                      </a:cubicBezTo>
                      <a:cubicBezTo>
                        <a:pt x="3549" y="3990"/>
                        <a:pt x="3679" y="4071"/>
                        <a:pt x="3803" y="4071"/>
                      </a:cubicBezTo>
                      <a:cubicBezTo>
                        <a:pt x="3850" y="4071"/>
                        <a:pt x="3895" y="4059"/>
                        <a:pt x="3939" y="4033"/>
                      </a:cubicBezTo>
                      <a:cubicBezTo>
                        <a:pt x="4065" y="4002"/>
                        <a:pt x="4128" y="3844"/>
                        <a:pt x="4128" y="3718"/>
                      </a:cubicBezTo>
                      <a:cubicBezTo>
                        <a:pt x="4128" y="3529"/>
                        <a:pt x="3970" y="3372"/>
                        <a:pt x="3781" y="3372"/>
                      </a:cubicBezTo>
                      <a:cubicBezTo>
                        <a:pt x="3182" y="3372"/>
                        <a:pt x="2741" y="2899"/>
                        <a:pt x="2741" y="2364"/>
                      </a:cubicBezTo>
                      <a:cubicBezTo>
                        <a:pt x="2741" y="1954"/>
                        <a:pt x="3025" y="1576"/>
                        <a:pt x="3435" y="1418"/>
                      </a:cubicBezTo>
                      <a:lnTo>
                        <a:pt x="3435" y="977"/>
                      </a:lnTo>
                      <a:cubicBezTo>
                        <a:pt x="3435" y="788"/>
                        <a:pt x="3592" y="631"/>
                        <a:pt x="3781" y="631"/>
                      </a:cubicBezTo>
                      <a:close/>
                      <a:moveTo>
                        <a:pt x="3813" y="1"/>
                      </a:moveTo>
                      <a:cubicBezTo>
                        <a:pt x="1733" y="1"/>
                        <a:pt x="0" y="1734"/>
                        <a:pt x="0" y="3813"/>
                      </a:cubicBezTo>
                      <a:cubicBezTo>
                        <a:pt x="0" y="4537"/>
                        <a:pt x="190" y="5231"/>
                        <a:pt x="536" y="5829"/>
                      </a:cubicBezTo>
                      <a:cubicBezTo>
                        <a:pt x="1009" y="5546"/>
                        <a:pt x="1544" y="5420"/>
                        <a:pt x="2080" y="5420"/>
                      </a:cubicBezTo>
                      <a:cubicBezTo>
                        <a:pt x="2146" y="5414"/>
                        <a:pt x="2213" y="5411"/>
                        <a:pt x="2279" y="5411"/>
                      </a:cubicBezTo>
                      <a:cubicBezTo>
                        <a:pt x="2936" y="5411"/>
                        <a:pt x="3587" y="5692"/>
                        <a:pt x="4159" y="6207"/>
                      </a:cubicBezTo>
                      <a:lnTo>
                        <a:pt x="5892" y="6207"/>
                      </a:lnTo>
                      <a:cubicBezTo>
                        <a:pt x="6144" y="6207"/>
                        <a:pt x="6364" y="6302"/>
                        <a:pt x="6585" y="6428"/>
                      </a:cubicBezTo>
                      <a:cubicBezTo>
                        <a:pt x="7215" y="5735"/>
                        <a:pt x="7625" y="4789"/>
                        <a:pt x="7625" y="3813"/>
                      </a:cubicBezTo>
                      <a:cubicBezTo>
                        <a:pt x="7625" y="1734"/>
                        <a:pt x="5892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0" name="Google Shape;9337;p73">
                  <a:extLst>
                    <a:ext uri="{FF2B5EF4-FFF2-40B4-BE49-F238E27FC236}">
                      <a16:creationId xmlns:a16="http://schemas.microsoft.com/office/drawing/2014/main" id="{0E484778-C7DC-3D31-B612-1C510BFD146C}"/>
                    </a:ext>
                  </a:extLst>
                </p:cNvPr>
                <p:cNvSpPr/>
                <p:nvPr/>
              </p:nvSpPr>
              <p:spPr>
                <a:xfrm>
                  <a:off x="2474975" y="3742775"/>
                  <a:ext cx="228425" cy="1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7" h="5026" extrusionOk="0">
                      <a:moveTo>
                        <a:pt x="1422" y="0"/>
                      </a:moveTo>
                      <a:cubicBezTo>
                        <a:pt x="918" y="0"/>
                        <a:pt x="416" y="160"/>
                        <a:pt x="0" y="457"/>
                      </a:cubicBezTo>
                      <a:lnTo>
                        <a:pt x="0" y="5025"/>
                      </a:lnTo>
                      <a:lnTo>
                        <a:pt x="5230" y="5025"/>
                      </a:lnTo>
                      <a:cubicBezTo>
                        <a:pt x="5923" y="5025"/>
                        <a:pt x="6490" y="4679"/>
                        <a:pt x="6900" y="4143"/>
                      </a:cubicBezTo>
                      <a:lnTo>
                        <a:pt x="8916" y="1245"/>
                      </a:lnTo>
                      <a:cubicBezTo>
                        <a:pt x="9137" y="930"/>
                        <a:pt x="9074" y="489"/>
                        <a:pt x="8727" y="268"/>
                      </a:cubicBezTo>
                      <a:cubicBezTo>
                        <a:pt x="8633" y="221"/>
                        <a:pt x="8517" y="196"/>
                        <a:pt x="8398" y="196"/>
                      </a:cubicBezTo>
                      <a:cubicBezTo>
                        <a:pt x="8196" y="196"/>
                        <a:pt x="7983" y="268"/>
                        <a:pt x="7845" y="426"/>
                      </a:cubicBezTo>
                      <a:lnTo>
                        <a:pt x="5955" y="2726"/>
                      </a:lnTo>
                      <a:cubicBezTo>
                        <a:pt x="5829" y="2883"/>
                        <a:pt x="5545" y="2978"/>
                        <a:pt x="5419" y="2978"/>
                      </a:cubicBezTo>
                      <a:lnTo>
                        <a:pt x="3119" y="2978"/>
                      </a:lnTo>
                      <a:cubicBezTo>
                        <a:pt x="2899" y="2978"/>
                        <a:pt x="2741" y="2820"/>
                        <a:pt x="2741" y="2631"/>
                      </a:cubicBezTo>
                      <a:cubicBezTo>
                        <a:pt x="2741" y="2411"/>
                        <a:pt x="2899" y="2253"/>
                        <a:pt x="3119" y="2253"/>
                      </a:cubicBezTo>
                      <a:lnTo>
                        <a:pt x="5198" y="2253"/>
                      </a:lnTo>
                      <a:cubicBezTo>
                        <a:pt x="5576" y="2253"/>
                        <a:pt x="5923" y="1938"/>
                        <a:pt x="5923" y="1560"/>
                      </a:cubicBezTo>
                      <a:cubicBezTo>
                        <a:pt x="5923" y="1150"/>
                        <a:pt x="5576" y="835"/>
                        <a:pt x="5198" y="835"/>
                      </a:cubicBezTo>
                      <a:lnTo>
                        <a:pt x="3340" y="835"/>
                      </a:lnTo>
                      <a:cubicBezTo>
                        <a:pt x="3182" y="835"/>
                        <a:pt x="3088" y="741"/>
                        <a:pt x="2962" y="615"/>
                      </a:cubicBezTo>
                      <a:cubicBezTo>
                        <a:pt x="2773" y="426"/>
                        <a:pt x="2520" y="300"/>
                        <a:pt x="2300" y="174"/>
                      </a:cubicBezTo>
                      <a:cubicBezTo>
                        <a:pt x="2019" y="56"/>
                        <a:pt x="1720" y="0"/>
                        <a:pt x="1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" name="Google Shape;9338;p73">
                <a:extLst>
                  <a:ext uri="{FF2B5EF4-FFF2-40B4-BE49-F238E27FC236}">
                    <a16:creationId xmlns:a16="http://schemas.microsoft.com/office/drawing/2014/main" id="{7BEE8D3E-02A2-68D1-2230-55E4906C95B5}"/>
                  </a:ext>
                </a:extLst>
              </p:cNvPr>
              <p:cNvGrpSpPr/>
              <p:nvPr/>
            </p:nvGrpSpPr>
            <p:grpSpPr>
              <a:xfrm>
                <a:off x="3927927" y="4985321"/>
                <a:ext cx="501923" cy="499261"/>
                <a:chOff x="2404875" y="3955825"/>
                <a:chExt cx="296950" cy="295375"/>
              </a:xfrm>
              <a:grpFill/>
            </p:grpSpPr>
            <p:sp>
              <p:nvSpPr>
                <p:cNvPr id="17644" name="Google Shape;9339;p73">
                  <a:extLst>
                    <a:ext uri="{FF2B5EF4-FFF2-40B4-BE49-F238E27FC236}">
                      <a16:creationId xmlns:a16="http://schemas.microsoft.com/office/drawing/2014/main" id="{7B9C8547-914E-9A98-EB96-6C42E0364FA0}"/>
                    </a:ext>
                  </a:extLst>
                </p:cNvPr>
                <p:cNvSpPr/>
                <p:nvPr/>
              </p:nvSpPr>
              <p:spPr>
                <a:xfrm>
                  <a:off x="2404875" y="3955825"/>
                  <a:ext cx="2197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" h="8980" extrusionOk="0">
                      <a:moveTo>
                        <a:pt x="4537" y="0"/>
                      </a:moveTo>
                      <a:cubicBezTo>
                        <a:pt x="2048" y="0"/>
                        <a:pt x="0" y="2017"/>
                        <a:pt x="0" y="4506"/>
                      </a:cubicBezTo>
                      <a:cubicBezTo>
                        <a:pt x="0" y="6963"/>
                        <a:pt x="2048" y="8979"/>
                        <a:pt x="4537" y="8979"/>
                      </a:cubicBezTo>
                      <a:cubicBezTo>
                        <a:pt x="6459" y="8979"/>
                        <a:pt x="8160" y="7719"/>
                        <a:pt x="8790" y="5986"/>
                      </a:cubicBezTo>
                      <a:cubicBezTo>
                        <a:pt x="8633" y="5860"/>
                        <a:pt x="8443" y="5640"/>
                        <a:pt x="8286" y="5514"/>
                      </a:cubicBezTo>
                      <a:lnTo>
                        <a:pt x="7498" y="5514"/>
                      </a:lnTo>
                      <a:cubicBezTo>
                        <a:pt x="7057" y="6742"/>
                        <a:pt x="5923" y="7593"/>
                        <a:pt x="4568" y="7593"/>
                      </a:cubicBezTo>
                      <a:cubicBezTo>
                        <a:pt x="2836" y="7593"/>
                        <a:pt x="1481" y="6175"/>
                        <a:pt x="1481" y="4506"/>
                      </a:cubicBezTo>
                      <a:cubicBezTo>
                        <a:pt x="1481" y="2804"/>
                        <a:pt x="2867" y="1387"/>
                        <a:pt x="4568" y="1387"/>
                      </a:cubicBezTo>
                      <a:cubicBezTo>
                        <a:pt x="5923" y="1387"/>
                        <a:pt x="7057" y="2237"/>
                        <a:pt x="7498" y="3466"/>
                      </a:cubicBezTo>
                      <a:lnTo>
                        <a:pt x="8286" y="3466"/>
                      </a:lnTo>
                      <a:cubicBezTo>
                        <a:pt x="8443" y="3308"/>
                        <a:pt x="8633" y="3088"/>
                        <a:pt x="8790" y="2993"/>
                      </a:cubicBezTo>
                      <a:cubicBezTo>
                        <a:pt x="8160" y="1261"/>
                        <a:pt x="6522" y="0"/>
                        <a:pt x="45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5" name="Google Shape;9340;p73">
                  <a:extLst>
                    <a:ext uri="{FF2B5EF4-FFF2-40B4-BE49-F238E27FC236}">
                      <a16:creationId xmlns:a16="http://schemas.microsoft.com/office/drawing/2014/main" id="{79D32FA3-5FD1-3027-BD13-D4D05A9234C5}"/>
                    </a:ext>
                  </a:extLst>
                </p:cNvPr>
                <p:cNvSpPr/>
                <p:nvPr/>
              </p:nvSpPr>
              <p:spPr>
                <a:xfrm>
                  <a:off x="2510400" y="4024075"/>
                  <a:ext cx="191425" cy="8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3503" extrusionOk="0">
                      <a:moveTo>
                        <a:pt x="7260" y="0"/>
                      </a:moveTo>
                      <a:cubicBezTo>
                        <a:pt x="7232" y="0"/>
                        <a:pt x="7206" y="4"/>
                        <a:pt x="7184" y="11"/>
                      </a:cubicBezTo>
                      <a:lnTo>
                        <a:pt x="5073" y="736"/>
                      </a:lnTo>
                      <a:cubicBezTo>
                        <a:pt x="5042" y="736"/>
                        <a:pt x="5010" y="767"/>
                        <a:pt x="4947" y="799"/>
                      </a:cubicBezTo>
                      <a:lnTo>
                        <a:pt x="4380" y="1398"/>
                      </a:lnTo>
                      <a:lnTo>
                        <a:pt x="347" y="1398"/>
                      </a:lnTo>
                      <a:cubicBezTo>
                        <a:pt x="158" y="1398"/>
                        <a:pt x="1" y="1555"/>
                        <a:pt x="1" y="1744"/>
                      </a:cubicBezTo>
                      <a:cubicBezTo>
                        <a:pt x="1" y="1965"/>
                        <a:pt x="158" y="2122"/>
                        <a:pt x="347" y="2122"/>
                      </a:cubicBezTo>
                      <a:lnTo>
                        <a:pt x="4380" y="2122"/>
                      </a:lnTo>
                      <a:lnTo>
                        <a:pt x="4947" y="2689"/>
                      </a:lnTo>
                      <a:cubicBezTo>
                        <a:pt x="5010" y="2752"/>
                        <a:pt x="5042" y="2784"/>
                        <a:pt x="5073" y="2784"/>
                      </a:cubicBezTo>
                      <a:lnTo>
                        <a:pt x="7184" y="3477"/>
                      </a:lnTo>
                      <a:cubicBezTo>
                        <a:pt x="7210" y="3494"/>
                        <a:pt x="7242" y="3502"/>
                        <a:pt x="7275" y="3502"/>
                      </a:cubicBezTo>
                      <a:cubicBezTo>
                        <a:pt x="7362" y="3502"/>
                        <a:pt x="7462" y="3451"/>
                        <a:pt x="7531" y="3382"/>
                      </a:cubicBezTo>
                      <a:cubicBezTo>
                        <a:pt x="7594" y="3256"/>
                        <a:pt x="7657" y="3099"/>
                        <a:pt x="7562" y="2973"/>
                      </a:cubicBezTo>
                      <a:lnTo>
                        <a:pt x="6932" y="1744"/>
                      </a:lnTo>
                      <a:lnTo>
                        <a:pt x="7562" y="547"/>
                      </a:lnTo>
                      <a:cubicBezTo>
                        <a:pt x="7657" y="389"/>
                        <a:pt x="7594" y="232"/>
                        <a:pt x="7531" y="137"/>
                      </a:cubicBezTo>
                      <a:cubicBezTo>
                        <a:pt x="7458" y="41"/>
                        <a:pt x="7349" y="0"/>
                        <a:pt x="72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6" name="Google Shape;9341;p73">
                  <a:extLst>
                    <a:ext uri="{FF2B5EF4-FFF2-40B4-BE49-F238E27FC236}">
                      <a16:creationId xmlns:a16="http://schemas.microsoft.com/office/drawing/2014/main" id="{6B2F5F68-A0A0-31D1-E294-653B0079809A}"/>
                    </a:ext>
                  </a:extLst>
                </p:cNvPr>
                <p:cNvSpPr/>
                <p:nvPr/>
              </p:nvSpPr>
              <p:spPr>
                <a:xfrm>
                  <a:off x="2424550" y="4188175"/>
                  <a:ext cx="189050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2521" extrusionOk="0">
                      <a:moveTo>
                        <a:pt x="1828" y="0"/>
                      </a:moveTo>
                      <a:lnTo>
                        <a:pt x="1482" y="1135"/>
                      </a:lnTo>
                      <a:lnTo>
                        <a:pt x="1040" y="1135"/>
                      </a:lnTo>
                      <a:cubicBezTo>
                        <a:pt x="442" y="1135"/>
                        <a:pt x="1" y="1607"/>
                        <a:pt x="1" y="2174"/>
                      </a:cubicBezTo>
                      <a:cubicBezTo>
                        <a:pt x="1" y="2363"/>
                        <a:pt x="158" y="2521"/>
                        <a:pt x="379" y="2521"/>
                      </a:cubicBezTo>
                      <a:lnTo>
                        <a:pt x="7310" y="2521"/>
                      </a:lnTo>
                      <a:cubicBezTo>
                        <a:pt x="7404" y="2489"/>
                        <a:pt x="7562" y="2363"/>
                        <a:pt x="7562" y="2174"/>
                      </a:cubicBezTo>
                      <a:cubicBezTo>
                        <a:pt x="7562" y="1576"/>
                        <a:pt x="7089" y="1135"/>
                        <a:pt x="6554" y="1135"/>
                      </a:cubicBezTo>
                      <a:lnTo>
                        <a:pt x="6113" y="1135"/>
                      </a:lnTo>
                      <a:lnTo>
                        <a:pt x="5766" y="0"/>
                      </a:lnTo>
                      <a:cubicBezTo>
                        <a:pt x="5168" y="252"/>
                        <a:pt x="4506" y="410"/>
                        <a:pt x="3781" y="410"/>
                      </a:cubicBezTo>
                      <a:cubicBezTo>
                        <a:pt x="3088" y="410"/>
                        <a:pt x="2427" y="252"/>
                        <a:pt x="18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7" name="Google Shape;9342;p73">
                  <a:extLst>
                    <a:ext uri="{FF2B5EF4-FFF2-40B4-BE49-F238E27FC236}">
                      <a16:creationId xmlns:a16="http://schemas.microsoft.com/office/drawing/2014/main" id="{6B852E53-75A7-33CD-1665-5411490CE9EA}"/>
                    </a:ext>
                  </a:extLst>
                </p:cNvPr>
                <p:cNvSpPr/>
                <p:nvPr/>
              </p:nvSpPr>
              <p:spPr>
                <a:xfrm>
                  <a:off x="2457625" y="4007025"/>
                  <a:ext cx="115025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1" h="4884" extrusionOk="0">
                      <a:moveTo>
                        <a:pt x="2427" y="0"/>
                      </a:moveTo>
                      <a:cubicBezTo>
                        <a:pt x="1104" y="0"/>
                        <a:pt x="1" y="1103"/>
                        <a:pt x="1" y="2458"/>
                      </a:cubicBezTo>
                      <a:cubicBezTo>
                        <a:pt x="1" y="3781"/>
                        <a:pt x="1104" y="4884"/>
                        <a:pt x="2427" y="4884"/>
                      </a:cubicBezTo>
                      <a:cubicBezTo>
                        <a:pt x="3404" y="4884"/>
                        <a:pt x="4254" y="4348"/>
                        <a:pt x="4601" y="3497"/>
                      </a:cubicBezTo>
                      <a:lnTo>
                        <a:pt x="2427" y="3497"/>
                      </a:lnTo>
                      <a:cubicBezTo>
                        <a:pt x="1828" y="3497"/>
                        <a:pt x="1419" y="3025"/>
                        <a:pt x="1419" y="2489"/>
                      </a:cubicBezTo>
                      <a:cubicBezTo>
                        <a:pt x="1356" y="1859"/>
                        <a:pt x="1828" y="1386"/>
                        <a:pt x="2427" y="1386"/>
                      </a:cubicBezTo>
                      <a:lnTo>
                        <a:pt x="4601" y="1386"/>
                      </a:lnTo>
                      <a:cubicBezTo>
                        <a:pt x="4191" y="567"/>
                        <a:pt x="3372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" name="Google Shape;9343;p73">
                <a:extLst>
                  <a:ext uri="{FF2B5EF4-FFF2-40B4-BE49-F238E27FC236}">
                    <a16:creationId xmlns:a16="http://schemas.microsoft.com/office/drawing/2014/main" id="{B5BF2ADC-839E-859A-C448-DAAA4EF9317B}"/>
                  </a:ext>
                </a:extLst>
              </p:cNvPr>
              <p:cNvGrpSpPr/>
              <p:nvPr/>
            </p:nvGrpSpPr>
            <p:grpSpPr>
              <a:xfrm>
                <a:off x="7112857" y="3747882"/>
                <a:ext cx="499303" cy="500612"/>
                <a:chOff x="4263650" y="3235150"/>
                <a:chExt cx="295400" cy="296175"/>
              </a:xfrm>
              <a:grpFill/>
            </p:grpSpPr>
            <p:sp>
              <p:nvSpPr>
                <p:cNvPr id="17639" name="Google Shape;9344;p73">
                  <a:extLst>
                    <a:ext uri="{FF2B5EF4-FFF2-40B4-BE49-F238E27FC236}">
                      <a16:creationId xmlns:a16="http://schemas.microsoft.com/office/drawing/2014/main" id="{C098E9C2-2384-1C97-B71B-3100C39912D0}"/>
                    </a:ext>
                  </a:extLst>
                </p:cNvPr>
                <p:cNvSpPr/>
                <p:nvPr/>
              </p:nvSpPr>
              <p:spPr>
                <a:xfrm>
                  <a:off x="4393625" y="3391100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cubicBezTo>
                        <a:pt x="63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0" name="Google Shape;9345;p73">
                  <a:extLst>
                    <a:ext uri="{FF2B5EF4-FFF2-40B4-BE49-F238E27FC236}">
                      <a16:creationId xmlns:a16="http://schemas.microsoft.com/office/drawing/2014/main" id="{806C3D01-27A4-6593-73B8-50B2AFB9FA1B}"/>
                    </a:ext>
                  </a:extLst>
                </p:cNvPr>
                <p:cNvSpPr/>
                <p:nvPr/>
              </p:nvSpPr>
              <p:spPr>
                <a:xfrm>
                  <a:off x="4377075" y="3443875"/>
                  <a:ext cx="70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805" y="1387"/>
                      </a:lnTo>
                      <a:cubicBezTo>
                        <a:pt x="2805" y="630"/>
                        <a:pt x="2174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1" name="Google Shape;9346;p73">
                  <a:extLst>
                    <a:ext uri="{FF2B5EF4-FFF2-40B4-BE49-F238E27FC236}">
                      <a16:creationId xmlns:a16="http://schemas.microsoft.com/office/drawing/2014/main" id="{ACE04FB1-65EA-9D42-2EF6-F8F709F30A90}"/>
                    </a:ext>
                  </a:extLst>
                </p:cNvPr>
                <p:cNvSpPr/>
                <p:nvPr/>
              </p:nvSpPr>
              <p:spPr>
                <a:xfrm>
                  <a:off x="4333750" y="3357225"/>
                  <a:ext cx="156775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64" extrusionOk="0">
                      <a:moveTo>
                        <a:pt x="3088" y="725"/>
                      </a:moveTo>
                      <a:cubicBezTo>
                        <a:pt x="3813" y="725"/>
                        <a:pt x="4506" y="1356"/>
                        <a:pt x="4506" y="2080"/>
                      </a:cubicBezTo>
                      <a:cubicBezTo>
                        <a:pt x="4506" y="2458"/>
                        <a:pt x="4348" y="2805"/>
                        <a:pt x="4096" y="3025"/>
                      </a:cubicBezTo>
                      <a:cubicBezTo>
                        <a:pt x="4727" y="3372"/>
                        <a:pt x="5168" y="4065"/>
                        <a:pt x="5168" y="4853"/>
                      </a:cubicBezTo>
                      <a:lnTo>
                        <a:pt x="5168" y="5199"/>
                      </a:lnTo>
                      <a:cubicBezTo>
                        <a:pt x="5168" y="5388"/>
                        <a:pt x="5010" y="5546"/>
                        <a:pt x="4821" y="5546"/>
                      </a:cubicBezTo>
                      <a:lnTo>
                        <a:pt x="1293" y="5546"/>
                      </a:lnTo>
                      <a:cubicBezTo>
                        <a:pt x="1103" y="5546"/>
                        <a:pt x="946" y="5388"/>
                        <a:pt x="946" y="5199"/>
                      </a:cubicBezTo>
                      <a:lnTo>
                        <a:pt x="946" y="4853"/>
                      </a:lnTo>
                      <a:lnTo>
                        <a:pt x="1040" y="4853"/>
                      </a:lnTo>
                      <a:cubicBezTo>
                        <a:pt x="1040" y="4065"/>
                        <a:pt x="1450" y="3403"/>
                        <a:pt x="2080" y="3025"/>
                      </a:cubicBezTo>
                      <a:cubicBezTo>
                        <a:pt x="1860" y="2805"/>
                        <a:pt x="1702" y="2458"/>
                        <a:pt x="1702" y="2080"/>
                      </a:cubicBezTo>
                      <a:cubicBezTo>
                        <a:pt x="1702" y="1356"/>
                        <a:pt x="2332" y="725"/>
                        <a:pt x="3088" y="725"/>
                      </a:cubicBezTo>
                      <a:close/>
                      <a:moveTo>
                        <a:pt x="1" y="1"/>
                      </a:moveTo>
                      <a:lnTo>
                        <a:pt x="1" y="6617"/>
                      </a:lnTo>
                      <a:cubicBezTo>
                        <a:pt x="1" y="6806"/>
                        <a:pt x="158" y="6963"/>
                        <a:pt x="347" y="6963"/>
                      </a:cubicBezTo>
                      <a:lnTo>
                        <a:pt x="5924" y="6963"/>
                      </a:lnTo>
                      <a:cubicBezTo>
                        <a:pt x="6113" y="6963"/>
                        <a:pt x="6270" y="6806"/>
                        <a:pt x="6270" y="6617"/>
                      </a:cubicBezTo>
                      <a:lnTo>
                        <a:pt x="62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2" name="Google Shape;9347;p73">
                  <a:extLst>
                    <a:ext uri="{FF2B5EF4-FFF2-40B4-BE49-F238E27FC236}">
                      <a16:creationId xmlns:a16="http://schemas.microsoft.com/office/drawing/2014/main" id="{16E9D48B-FC26-F9F5-E912-FD5AE52A0D7A}"/>
                    </a:ext>
                  </a:extLst>
                </p:cNvPr>
                <p:cNvSpPr/>
                <p:nvPr/>
              </p:nvSpPr>
              <p:spPr>
                <a:xfrm>
                  <a:off x="4316425" y="3235150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418"/>
                      </a:lnTo>
                      <a:lnTo>
                        <a:pt x="7625" y="1418"/>
                      </a:lnTo>
                      <a:lnTo>
                        <a:pt x="7625" y="347"/>
                      </a:lnTo>
                      <a:lnTo>
                        <a:pt x="7656" y="347"/>
                      </a:lnTo>
                      <a:cubicBezTo>
                        <a:pt x="7656" y="158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3" name="Google Shape;9348;p73">
                  <a:extLst>
                    <a:ext uri="{FF2B5EF4-FFF2-40B4-BE49-F238E27FC236}">
                      <a16:creationId xmlns:a16="http://schemas.microsoft.com/office/drawing/2014/main" id="{E440A9DE-CB79-60A4-5A04-6C73795B3CA8}"/>
                    </a:ext>
                  </a:extLst>
                </p:cNvPr>
                <p:cNvSpPr/>
                <p:nvPr/>
              </p:nvSpPr>
              <p:spPr>
                <a:xfrm>
                  <a:off x="4263650" y="3288700"/>
                  <a:ext cx="295400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5515" extrusionOk="0">
                      <a:moveTo>
                        <a:pt x="10082" y="662"/>
                      </a:moveTo>
                      <a:cubicBezTo>
                        <a:pt x="10303" y="662"/>
                        <a:pt x="10461" y="820"/>
                        <a:pt x="10461" y="1009"/>
                      </a:cubicBezTo>
                      <a:cubicBezTo>
                        <a:pt x="10461" y="1198"/>
                        <a:pt x="10303" y="1356"/>
                        <a:pt x="10082" y="1356"/>
                      </a:cubicBezTo>
                      <a:cubicBezTo>
                        <a:pt x="9893" y="1356"/>
                        <a:pt x="9736" y="1198"/>
                        <a:pt x="9736" y="1009"/>
                      </a:cubicBezTo>
                      <a:cubicBezTo>
                        <a:pt x="9767" y="820"/>
                        <a:pt x="9893" y="662"/>
                        <a:pt x="10082" y="662"/>
                      </a:cubicBezTo>
                      <a:close/>
                      <a:moveTo>
                        <a:pt x="1041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4475"/>
                      </a:lnTo>
                      <a:cubicBezTo>
                        <a:pt x="1" y="5073"/>
                        <a:pt x="473" y="5514"/>
                        <a:pt x="1041" y="5514"/>
                      </a:cubicBezTo>
                      <a:lnTo>
                        <a:pt x="2112" y="5514"/>
                      </a:lnTo>
                      <a:lnTo>
                        <a:pt x="2112" y="2395"/>
                      </a:lnTo>
                      <a:cubicBezTo>
                        <a:pt x="2112" y="2206"/>
                        <a:pt x="2269" y="2049"/>
                        <a:pt x="2458" y="2049"/>
                      </a:cubicBezTo>
                      <a:lnTo>
                        <a:pt x="9421" y="2049"/>
                      </a:lnTo>
                      <a:cubicBezTo>
                        <a:pt x="9610" y="2049"/>
                        <a:pt x="9767" y="2206"/>
                        <a:pt x="9767" y="2395"/>
                      </a:cubicBezTo>
                      <a:lnTo>
                        <a:pt x="9767" y="5514"/>
                      </a:lnTo>
                      <a:lnTo>
                        <a:pt x="10807" y="5514"/>
                      </a:lnTo>
                      <a:cubicBezTo>
                        <a:pt x="11406" y="5514"/>
                        <a:pt x="11815" y="5042"/>
                        <a:pt x="11815" y="4475"/>
                      </a:cubicBezTo>
                      <a:lnTo>
                        <a:pt x="11815" y="1009"/>
                      </a:lnTo>
                      <a:cubicBezTo>
                        <a:pt x="11815" y="410"/>
                        <a:pt x="11343" y="1"/>
                        <a:pt x="108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oogle Shape;9349;p73">
                <a:extLst>
                  <a:ext uri="{FF2B5EF4-FFF2-40B4-BE49-F238E27FC236}">
                    <a16:creationId xmlns:a16="http://schemas.microsoft.com/office/drawing/2014/main" id="{A53DB0AD-C77F-C0A0-D8FD-E6EA4C56A750}"/>
                  </a:ext>
                </a:extLst>
              </p:cNvPr>
              <p:cNvGrpSpPr/>
              <p:nvPr/>
            </p:nvGrpSpPr>
            <p:grpSpPr>
              <a:xfrm>
                <a:off x="7109540" y="4393899"/>
                <a:ext cx="505937" cy="468667"/>
                <a:chOff x="4266025" y="3609275"/>
                <a:chExt cx="299325" cy="277275"/>
              </a:xfrm>
              <a:grpFill/>
            </p:grpSpPr>
            <p:sp>
              <p:nvSpPr>
                <p:cNvPr id="17637" name="Google Shape;9350;p73">
                  <a:extLst>
                    <a:ext uri="{FF2B5EF4-FFF2-40B4-BE49-F238E27FC236}">
                      <a16:creationId xmlns:a16="http://schemas.microsoft.com/office/drawing/2014/main" id="{FD628F08-F74C-1A1B-DCB9-FE4CF1CC98CC}"/>
                    </a:ext>
                  </a:extLst>
                </p:cNvPr>
                <p:cNvSpPr/>
                <p:nvPr/>
              </p:nvSpPr>
              <p:spPr>
                <a:xfrm>
                  <a:off x="4266025" y="3609275"/>
                  <a:ext cx="29932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8980" extrusionOk="0">
                      <a:moveTo>
                        <a:pt x="2017" y="3749"/>
                      </a:moveTo>
                      <a:lnTo>
                        <a:pt x="3119" y="5514"/>
                      </a:lnTo>
                      <a:lnTo>
                        <a:pt x="914" y="5514"/>
                      </a:lnTo>
                      <a:lnTo>
                        <a:pt x="2017" y="3749"/>
                      </a:lnTo>
                      <a:close/>
                      <a:moveTo>
                        <a:pt x="9641" y="3749"/>
                      </a:moveTo>
                      <a:lnTo>
                        <a:pt x="10744" y="5514"/>
                      </a:lnTo>
                      <a:lnTo>
                        <a:pt x="8538" y="5514"/>
                      </a:lnTo>
                      <a:lnTo>
                        <a:pt x="9641" y="3749"/>
                      </a:lnTo>
                      <a:close/>
                      <a:moveTo>
                        <a:pt x="5892" y="0"/>
                      </a:moveTo>
                      <a:cubicBezTo>
                        <a:pt x="5325" y="0"/>
                        <a:pt x="4852" y="473"/>
                        <a:pt x="4852" y="1040"/>
                      </a:cubicBezTo>
                      <a:lnTo>
                        <a:pt x="4852" y="1166"/>
                      </a:lnTo>
                      <a:lnTo>
                        <a:pt x="4537" y="1324"/>
                      </a:lnTo>
                      <a:cubicBezTo>
                        <a:pt x="3812" y="1733"/>
                        <a:pt x="3529" y="1891"/>
                        <a:pt x="3025" y="1954"/>
                      </a:cubicBezTo>
                      <a:cubicBezTo>
                        <a:pt x="2867" y="1607"/>
                        <a:pt x="2521" y="1324"/>
                        <a:pt x="2080" y="1324"/>
                      </a:cubicBezTo>
                      <a:cubicBezTo>
                        <a:pt x="1702" y="1324"/>
                        <a:pt x="1324" y="1576"/>
                        <a:pt x="1166" y="1922"/>
                      </a:cubicBezTo>
                      <a:cubicBezTo>
                        <a:pt x="946" y="1891"/>
                        <a:pt x="693" y="1796"/>
                        <a:pt x="504" y="1733"/>
                      </a:cubicBezTo>
                      <a:cubicBezTo>
                        <a:pt x="454" y="1708"/>
                        <a:pt x="403" y="1696"/>
                        <a:pt x="355" y="1696"/>
                      </a:cubicBezTo>
                      <a:cubicBezTo>
                        <a:pt x="223" y="1696"/>
                        <a:pt x="110" y="1784"/>
                        <a:pt x="63" y="1922"/>
                      </a:cubicBezTo>
                      <a:cubicBezTo>
                        <a:pt x="0" y="2111"/>
                        <a:pt x="63" y="2332"/>
                        <a:pt x="252" y="2363"/>
                      </a:cubicBezTo>
                      <a:cubicBezTo>
                        <a:pt x="536" y="2489"/>
                        <a:pt x="820" y="2552"/>
                        <a:pt x="1135" y="2615"/>
                      </a:cubicBezTo>
                      <a:cubicBezTo>
                        <a:pt x="1198" y="2867"/>
                        <a:pt x="1387" y="3119"/>
                        <a:pt x="1607" y="3277"/>
                      </a:cubicBezTo>
                      <a:lnTo>
                        <a:pt x="95" y="5671"/>
                      </a:lnTo>
                      <a:cubicBezTo>
                        <a:pt x="95" y="5703"/>
                        <a:pt x="63" y="5829"/>
                        <a:pt x="63" y="5860"/>
                      </a:cubicBezTo>
                      <a:lnTo>
                        <a:pt x="63" y="6238"/>
                      </a:lnTo>
                      <a:cubicBezTo>
                        <a:pt x="63" y="7372"/>
                        <a:pt x="1009" y="8318"/>
                        <a:pt x="2143" y="8318"/>
                      </a:cubicBezTo>
                      <a:cubicBezTo>
                        <a:pt x="3308" y="8318"/>
                        <a:pt x="4254" y="7372"/>
                        <a:pt x="4254" y="6238"/>
                      </a:cubicBezTo>
                      <a:lnTo>
                        <a:pt x="4254" y="5860"/>
                      </a:lnTo>
                      <a:cubicBezTo>
                        <a:pt x="4254" y="5829"/>
                        <a:pt x="4191" y="5703"/>
                        <a:pt x="4191" y="5671"/>
                      </a:cubicBezTo>
                      <a:lnTo>
                        <a:pt x="2710" y="3277"/>
                      </a:lnTo>
                      <a:cubicBezTo>
                        <a:pt x="2930" y="3151"/>
                        <a:pt x="3088" y="2930"/>
                        <a:pt x="3182" y="2647"/>
                      </a:cubicBezTo>
                      <a:cubicBezTo>
                        <a:pt x="3844" y="2521"/>
                        <a:pt x="4191" y="2363"/>
                        <a:pt x="4947" y="1922"/>
                      </a:cubicBezTo>
                      <a:lnTo>
                        <a:pt x="4947" y="8979"/>
                      </a:lnTo>
                      <a:lnTo>
                        <a:pt x="7089" y="8979"/>
                      </a:lnTo>
                      <a:lnTo>
                        <a:pt x="7089" y="1922"/>
                      </a:lnTo>
                      <a:cubicBezTo>
                        <a:pt x="7814" y="2332"/>
                        <a:pt x="8192" y="2521"/>
                        <a:pt x="8853" y="2647"/>
                      </a:cubicBezTo>
                      <a:cubicBezTo>
                        <a:pt x="8916" y="2899"/>
                        <a:pt x="9074" y="3119"/>
                        <a:pt x="9326" y="3277"/>
                      </a:cubicBezTo>
                      <a:lnTo>
                        <a:pt x="7814" y="5671"/>
                      </a:lnTo>
                      <a:cubicBezTo>
                        <a:pt x="7814" y="5703"/>
                        <a:pt x="7782" y="5829"/>
                        <a:pt x="7782" y="5860"/>
                      </a:cubicBezTo>
                      <a:lnTo>
                        <a:pt x="7782" y="6238"/>
                      </a:lnTo>
                      <a:cubicBezTo>
                        <a:pt x="7782" y="7372"/>
                        <a:pt x="8727" y="8318"/>
                        <a:pt x="9861" y="8318"/>
                      </a:cubicBezTo>
                      <a:cubicBezTo>
                        <a:pt x="11027" y="8318"/>
                        <a:pt x="11972" y="7372"/>
                        <a:pt x="11972" y="6238"/>
                      </a:cubicBezTo>
                      <a:lnTo>
                        <a:pt x="11972" y="5860"/>
                      </a:lnTo>
                      <a:cubicBezTo>
                        <a:pt x="11972" y="5829"/>
                        <a:pt x="11909" y="5703"/>
                        <a:pt x="11909" y="5671"/>
                      </a:cubicBezTo>
                      <a:lnTo>
                        <a:pt x="10429" y="3277"/>
                      </a:lnTo>
                      <a:cubicBezTo>
                        <a:pt x="10429" y="3151"/>
                        <a:pt x="10618" y="2930"/>
                        <a:pt x="10681" y="2615"/>
                      </a:cubicBezTo>
                      <a:cubicBezTo>
                        <a:pt x="10933" y="2521"/>
                        <a:pt x="11248" y="2458"/>
                        <a:pt x="11531" y="2363"/>
                      </a:cubicBezTo>
                      <a:cubicBezTo>
                        <a:pt x="11720" y="2300"/>
                        <a:pt x="11815" y="2080"/>
                        <a:pt x="11720" y="1922"/>
                      </a:cubicBezTo>
                      <a:cubicBezTo>
                        <a:pt x="11674" y="1784"/>
                        <a:pt x="11560" y="1696"/>
                        <a:pt x="11429" y="1696"/>
                      </a:cubicBezTo>
                      <a:cubicBezTo>
                        <a:pt x="11380" y="1696"/>
                        <a:pt x="11330" y="1708"/>
                        <a:pt x="11279" y="1733"/>
                      </a:cubicBezTo>
                      <a:cubicBezTo>
                        <a:pt x="11059" y="1796"/>
                        <a:pt x="10870" y="1891"/>
                        <a:pt x="10618" y="1922"/>
                      </a:cubicBezTo>
                      <a:cubicBezTo>
                        <a:pt x="10460" y="1576"/>
                        <a:pt x="10113" y="1324"/>
                        <a:pt x="9704" y="1324"/>
                      </a:cubicBezTo>
                      <a:cubicBezTo>
                        <a:pt x="9294" y="1324"/>
                        <a:pt x="8916" y="1576"/>
                        <a:pt x="8790" y="1954"/>
                      </a:cubicBezTo>
                      <a:cubicBezTo>
                        <a:pt x="8255" y="1891"/>
                        <a:pt x="8003" y="1733"/>
                        <a:pt x="7278" y="1324"/>
                      </a:cubicBezTo>
                      <a:lnTo>
                        <a:pt x="6963" y="1166"/>
                      </a:lnTo>
                      <a:lnTo>
                        <a:pt x="6963" y="1040"/>
                      </a:lnTo>
                      <a:cubicBezTo>
                        <a:pt x="6963" y="441"/>
                        <a:pt x="6490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8" name="Google Shape;9351;p73">
                  <a:extLst>
                    <a:ext uri="{FF2B5EF4-FFF2-40B4-BE49-F238E27FC236}">
                      <a16:creationId xmlns:a16="http://schemas.microsoft.com/office/drawing/2014/main" id="{FBB0ACE1-D13C-F133-FF0A-0467C8ECF9B6}"/>
                    </a:ext>
                  </a:extLst>
                </p:cNvPr>
                <p:cNvSpPr/>
                <p:nvPr/>
              </p:nvSpPr>
              <p:spPr>
                <a:xfrm>
                  <a:off x="4332975" y="3851850"/>
                  <a:ext cx="1575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1388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1040"/>
                      </a:lnTo>
                      <a:cubicBezTo>
                        <a:pt x="0" y="1261"/>
                        <a:pt x="158" y="1387"/>
                        <a:pt x="347" y="1387"/>
                      </a:cubicBezTo>
                      <a:lnTo>
                        <a:pt x="5955" y="1387"/>
                      </a:lnTo>
                      <a:cubicBezTo>
                        <a:pt x="6144" y="1356"/>
                        <a:pt x="6301" y="1198"/>
                        <a:pt x="6301" y="1040"/>
                      </a:cubicBezTo>
                      <a:lnTo>
                        <a:pt x="6301" y="694"/>
                      </a:lnTo>
                      <a:cubicBezTo>
                        <a:pt x="6301" y="316"/>
                        <a:pt x="5986" y="1"/>
                        <a:pt x="55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oogle Shape;9352;p73">
                <a:extLst>
                  <a:ext uri="{FF2B5EF4-FFF2-40B4-BE49-F238E27FC236}">
                    <a16:creationId xmlns:a16="http://schemas.microsoft.com/office/drawing/2014/main" id="{22DF14BE-FCA8-5FE1-9C8D-7BCBAC18854B}"/>
                  </a:ext>
                </a:extLst>
              </p:cNvPr>
              <p:cNvGrpSpPr/>
              <p:nvPr/>
            </p:nvGrpSpPr>
            <p:grpSpPr>
              <a:xfrm>
                <a:off x="7110195" y="4985321"/>
                <a:ext cx="504627" cy="499261"/>
                <a:chOff x="4263650" y="3963700"/>
                <a:chExt cx="298550" cy="295375"/>
              </a:xfrm>
              <a:grpFill/>
            </p:grpSpPr>
            <p:sp>
              <p:nvSpPr>
                <p:cNvPr id="17630" name="Google Shape;9353;p73">
                  <a:extLst>
                    <a:ext uri="{FF2B5EF4-FFF2-40B4-BE49-F238E27FC236}">
                      <a16:creationId xmlns:a16="http://schemas.microsoft.com/office/drawing/2014/main" id="{CE12B7CC-42EB-7CD7-50F9-BCBDC197DC73}"/>
                    </a:ext>
                  </a:extLst>
                </p:cNvPr>
                <p:cNvSpPr/>
                <p:nvPr/>
              </p:nvSpPr>
              <p:spPr>
                <a:xfrm>
                  <a:off x="4384950" y="3963700"/>
                  <a:ext cx="535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2049" extrusionOk="0">
                      <a:moveTo>
                        <a:pt x="1072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72" y="2048"/>
                      </a:cubicBezTo>
                      <a:cubicBezTo>
                        <a:pt x="1670" y="2048"/>
                        <a:pt x="2143" y="1576"/>
                        <a:pt x="2143" y="1040"/>
                      </a:cubicBezTo>
                      <a:cubicBezTo>
                        <a:pt x="2143" y="442"/>
                        <a:pt x="1670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1" name="Google Shape;9354;p73">
                  <a:extLst>
                    <a:ext uri="{FF2B5EF4-FFF2-40B4-BE49-F238E27FC236}">
                      <a16:creationId xmlns:a16="http://schemas.microsoft.com/office/drawing/2014/main" id="{E85AE841-DF29-78CB-4CC8-EE8AA27A4051}"/>
                    </a:ext>
                  </a:extLst>
                </p:cNvPr>
                <p:cNvSpPr/>
                <p:nvPr/>
              </p:nvSpPr>
              <p:spPr>
                <a:xfrm>
                  <a:off x="43156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48" y="473"/>
                        <a:pt x="1607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2" name="Google Shape;9355;p73">
                  <a:extLst>
                    <a:ext uri="{FF2B5EF4-FFF2-40B4-BE49-F238E27FC236}">
                      <a16:creationId xmlns:a16="http://schemas.microsoft.com/office/drawing/2014/main" id="{EB6206C5-A6C6-D760-65F6-62EBC383F674}"/>
                    </a:ext>
                  </a:extLst>
                </p:cNvPr>
                <p:cNvSpPr/>
                <p:nvPr/>
              </p:nvSpPr>
              <p:spPr>
                <a:xfrm>
                  <a:off x="44558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3" name="Google Shape;9356;p73">
                  <a:extLst>
                    <a:ext uri="{FF2B5EF4-FFF2-40B4-BE49-F238E27FC236}">
                      <a16:creationId xmlns:a16="http://schemas.microsoft.com/office/drawing/2014/main" id="{9493EE88-A472-9356-B7BC-4FD4EAB1D03A}"/>
                    </a:ext>
                  </a:extLst>
                </p:cNvPr>
                <p:cNvSpPr/>
                <p:nvPr/>
              </p:nvSpPr>
              <p:spPr>
                <a:xfrm>
                  <a:off x="4263650" y="4085000"/>
                  <a:ext cx="2985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2" h="4884" extrusionOk="0">
                      <a:moveTo>
                        <a:pt x="1545" y="0"/>
                      </a:moveTo>
                      <a:cubicBezTo>
                        <a:pt x="1041" y="0"/>
                        <a:pt x="599" y="347"/>
                        <a:pt x="505" y="851"/>
                      </a:cubicBezTo>
                      <a:lnTo>
                        <a:pt x="64" y="3655"/>
                      </a:lnTo>
                      <a:cubicBezTo>
                        <a:pt x="1" y="3970"/>
                        <a:pt x="95" y="4253"/>
                        <a:pt x="284" y="4474"/>
                      </a:cubicBezTo>
                      <a:cubicBezTo>
                        <a:pt x="410" y="4631"/>
                        <a:pt x="599" y="4757"/>
                        <a:pt x="788" y="4789"/>
                      </a:cubicBezTo>
                      <a:cubicBezTo>
                        <a:pt x="1009" y="4442"/>
                        <a:pt x="1324" y="4127"/>
                        <a:pt x="1639" y="3938"/>
                      </a:cubicBezTo>
                      <a:cubicBezTo>
                        <a:pt x="1513" y="3686"/>
                        <a:pt x="1419" y="3434"/>
                        <a:pt x="1419" y="3151"/>
                      </a:cubicBezTo>
                      <a:cubicBezTo>
                        <a:pt x="1419" y="2206"/>
                        <a:pt x="2206" y="1418"/>
                        <a:pt x="3151" y="1418"/>
                      </a:cubicBezTo>
                      <a:cubicBezTo>
                        <a:pt x="4097" y="1418"/>
                        <a:pt x="4884" y="2206"/>
                        <a:pt x="4884" y="3151"/>
                      </a:cubicBezTo>
                      <a:cubicBezTo>
                        <a:pt x="4884" y="3434"/>
                        <a:pt x="4821" y="3686"/>
                        <a:pt x="4695" y="3938"/>
                      </a:cubicBezTo>
                      <a:cubicBezTo>
                        <a:pt x="5042" y="4159"/>
                        <a:pt x="5325" y="4474"/>
                        <a:pt x="5577" y="4883"/>
                      </a:cubicBezTo>
                      <a:lnTo>
                        <a:pt x="6396" y="4883"/>
                      </a:lnTo>
                      <a:cubicBezTo>
                        <a:pt x="6585" y="4537"/>
                        <a:pt x="6900" y="4159"/>
                        <a:pt x="7247" y="3938"/>
                      </a:cubicBezTo>
                      <a:cubicBezTo>
                        <a:pt x="7152" y="3686"/>
                        <a:pt x="7058" y="3434"/>
                        <a:pt x="7058" y="3151"/>
                      </a:cubicBezTo>
                      <a:cubicBezTo>
                        <a:pt x="7058" y="2206"/>
                        <a:pt x="7846" y="1418"/>
                        <a:pt x="8791" y="1418"/>
                      </a:cubicBezTo>
                      <a:cubicBezTo>
                        <a:pt x="9736" y="1418"/>
                        <a:pt x="10524" y="2206"/>
                        <a:pt x="10524" y="3151"/>
                      </a:cubicBezTo>
                      <a:cubicBezTo>
                        <a:pt x="10524" y="3434"/>
                        <a:pt x="10461" y="3686"/>
                        <a:pt x="10334" y="3938"/>
                      </a:cubicBezTo>
                      <a:cubicBezTo>
                        <a:pt x="10681" y="4159"/>
                        <a:pt x="10965" y="4442"/>
                        <a:pt x="11154" y="4789"/>
                      </a:cubicBezTo>
                      <a:cubicBezTo>
                        <a:pt x="11343" y="4757"/>
                        <a:pt x="11563" y="4631"/>
                        <a:pt x="11658" y="4474"/>
                      </a:cubicBezTo>
                      <a:cubicBezTo>
                        <a:pt x="11878" y="4253"/>
                        <a:pt x="11941" y="3938"/>
                        <a:pt x="11910" y="3655"/>
                      </a:cubicBezTo>
                      <a:lnTo>
                        <a:pt x="11343" y="851"/>
                      </a:lnTo>
                      <a:cubicBezTo>
                        <a:pt x="11280" y="347"/>
                        <a:pt x="10839" y="0"/>
                        <a:pt x="103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4" name="Google Shape;9357;p73">
                  <a:extLst>
                    <a:ext uri="{FF2B5EF4-FFF2-40B4-BE49-F238E27FC236}">
                      <a16:creationId xmlns:a16="http://schemas.microsoft.com/office/drawing/2014/main" id="{C45D9313-DB7C-C43D-1E9B-5CEF847A27F7}"/>
                    </a:ext>
                  </a:extLst>
                </p:cNvPr>
                <p:cNvSpPr/>
                <p:nvPr/>
              </p:nvSpPr>
              <p:spPr>
                <a:xfrm>
                  <a:off x="4431425" y="4196825"/>
                  <a:ext cx="104000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490" extrusionOk="0">
                      <a:moveTo>
                        <a:pt x="977" y="1"/>
                      </a:moveTo>
                      <a:cubicBezTo>
                        <a:pt x="536" y="284"/>
                        <a:pt x="189" y="694"/>
                        <a:pt x="63" y="1198"/>
                      </a:cubicBezTo>
                      <a:cubicBezTo>
                        <a:pt x="32" y="1387"/>
                        <a:pt x="0" y="1576"/>
                        <a:pt x="0" y="1797"/>
                      </a:cubicBezTo>
                      <a:lnTo>
                        <a:pt x="0" y="2143"/>
                      </a:lnTo>
                      <a:cubicBezTo>
                        <a:pt x="0" y="2332"/>
                        <a:pt x="158" y="2490"/>
                        <a:pt x="347" y="2490"/>
                      </a:cubicBezTo>
                      <a:lnTo>
                        <a:pt x="3813" y="2490"/>
                      </a:lnTo>
                      <a:cubicBezTo>
                        <a:pt x="4002" y="2490"/>
                        <a:pt x="4159" y="2332"/>
                        <a:pt x="4159" y="2143"/>
                      </a:cubicBezTo>
                      <a:lnTo>
                        <a:pt x="4159" y="1797"/>
                      </a:lnTo>
                      <a:cubicBezTo>
                        <a:pt x="4096" y="1576"/>
                        <a:pt x="4065" y="1356"/>
                        <a:pt x="4002" y="1198"/>
                      </a:cubicBezTo>
                      <a:cubicBezTo>
                        <a:pt x="3844" y="694"/>
                        <a:pt x="3529" y="284"/>
                        <a:pt x="3119" y="1"/>
                      </a:cubicBezTo>
                      <a:cubicBezTo>
                        <a:pt x="2804" y="253"/>
                        <a:pt x="2426" y="410"/>
                        <a:pt x="2048" y="410"/>
                      </a:cubicBezTo>
                      <a:cubicBezTo>
                        <a:pt x="1639" y="410"/>
                        <a:pt x="1261" y="253"/>
                        <a:pt x="9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5" name="Google Shape;9358;p73">
                  <a:extLst>
                    <a:ext uri="{FF2B5EF4-FFF2-40B4-BE49-F238E27FC236}">
                      <a16:creationId xmlns:a16="http://schemas.microsoft.com/office/drawing/2014/main" id="{D4F3474D-C890-1A83-3A70-23E7A8C3A172}"/>
                    </a:ext>
                  </a:extLst>
                </p:cNvPr>
                <p:cNvSpPr/>
                <p:nvPr/>
              </p:nvSpPr>
              <p:spPr>
                <a:xfrm>
                  <a:off x="4359750" y="4022775"/>
                  <a:ext cx="104775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1765" extrusionOk="0">
                      <a:moveTo>
                        <a:pt x="1009" y="0"/>
                      </a:moveTo>
                      <a:cubicBezTo>
                        <a:pt x="379" y="347"/>
                        <a:pt x="0" y="1040"/>
                        <a:pt x="0" y="1765"/>
                      </a:cubicBezTo>
                      <a:lnTo>
                        <a:pt x="4191" y="1765"/>
                      </a:lnTo>
                      <a:cubicBezTo>
                        <a:pt x="4191" y="1040"/>
                        <a:pt x="3813" y="347"/>
                        <a:pt x="3214" y="0"/>
                      </a:cubicBezTo>
                      <a:cubicBezTo>
                        <a:pt x="2899" y="252"/>
                        <a:pt x="2521" y="378"/>
                        <a:pt x="2111" y="378"/>
                      </a:cubicBezTo>
                      <a:cubicBezTo>
                        <a:pt x="1733" y="378"/>
                        <a:pt x="1324" y="252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6" name="Google Shape;9359;p73">
                  <a:extLst>
                    <a:ext uri="{FF2B5EF4-FFF2-40B4-BE49-F238E27FC236}">
                      <a16:creationId xmlns:a16="http://schemas.microsoft.com/office/drawing/2014/main" id="{38E58DFF-7F27-C4DB-0ECD-1C449449B39F}"/>
                    </a:ext>
                  </a:extLst>
                </p:cNvPr>
                <p:cNvSpPr/>
                <p:nvPr/>
              </p:nvSpPr>
              <p:spPr>
                <a:xfrm>
                  <a:off x="4291225" y="4196825"/>
                  <a:ext cx="102425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2490" extrusionOk="0">
                      <a:moveTo>
                        <a:pt x="1009" y="1"/>
                      </a:moveTo>
                      <a:cubicBezTo>
                        <a:pt x="568" y="284"/>
                        <a:pt x="221" y="694"/>
                        <a:pt x="95" y="1198"/>
                      </a:cubicBezTo>
                      <a:cubicBezTo>
                        <a:pt x="64" y="1387"/>
                        <a:pt x="1" y="1576"/>
                        <a:pt x="1" y="1797"/>
                      </a:cubicBezTo>
                      <a:lnTo>
                        <a:pt x="1" y="2143"/>
                      </a:lnTo>
                      <a:cubicBezTo>
                        <a:pt x="1" y="2332"/>
                        <a:pt x="158" y="2490"/>
                        <a:pt x="379" y="2490"/>
                      </a:cubicBezTo>
                      <a:lnTo>
                        <a:pt x="3844" y="2490"/>
                      </a:lnTo>
                      <a:cubicBezTo>
                        <a:pt x="3939" y="2490"/>
                        <a:pt x="4096" y="2332"/>
                        <a:pt x="4096" y="2143"/>
                      </a:cubicBezTo>
                      <a:lnTo>
                        <a:pt x="4096" y="1797"/>
                      </a:lnTo>
                      <a:cubicBezTo>
                        <a:pt x="4096" y="1576"/>
                        <a:pt x="4065" y="1356"/>
                        <a:pt x="4033" y="1198"/>
                      </a:cubicBezTo>
                      <a:cubicBezTo>
                        <a:pt x="3876" y="694"/>
                        <a:pt x="3561" y="284"/>
                        <a:pt x="3120" y="1"/>
                      </a:cubicBezTo>
                      <a:cubicBezTo>
                        <a:pt x="2804" y="253"/>
                        <a:pt x="2458" y="410"/>
                        <a:pt x="2048" y="410"/>
                      </a:cubicBezTo>
                      <a:cubicBezTo>
                        <a:pt x="1670" y="410"/>
                        <a:pt x="1261" y="253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oogle Shape;9360;p73">
                <a:extLst>
                  <a:ext uri="{FF2B5EF4-FFF2-40B4-BE49-F238E27FC236}">
                    <a16:creationId xmlns:a16="http://schemas.microsoft.com/office/drawing/2014/main" id="{7B3C8F50-FCC3-ADDB-7ECE-B8D21341563A}"/>
                  </a:ext>
                </a:extLst>
              </p:cNvPr>
              <p:cNvGrpSpPr/>
              <p:nvPr/>
            </p:nvGrpSpPr>
            <p:grpSpPr>
              <a:xfrm>
                <a:off x="10368218" y="3747882"/>
                <a:ext cx="323559" cy="500612"/>
                <a:chOff x="6164975" y="3211525"/>
                <a:chExt cx="191425" cy="296175"/>
              </a:xfrm>
              <a:grpFill/>
            </p:grpSpPr>
            <p:sp>
              <p:nvSpPr>
                <p:cNvPr id="17623" name="Google Shape;9361;p73">
                  <a:extLst>
                    <a:ext uri="{FF2B5EF4-FFF2-40B4-BE49-F238E27FC236}">
                      <a16:creationId xmlns:a16="http://schemas.microsoft.com/office/drawing/2014/main" id="{E9B61830-08E5-DBDB-1FB0-AEF6ED29F1F2}"/>
                    </a:ext>
                  </a:extLst>
                </p:cNvPr>
                <p:cNvSpPr/>
                <p:nvPr/>
              </p:nvSpPr>
              <p:spPr>
                <a:xfrm>
                  <a:off x="6269750" y="3371400"/>
                  <a:ext cx="68525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3372" extrusionOk="0">
                      <a:moveTo>
                        <a:pt x="1670" y="1"/>
                      </a:moveTo>
                      <a:cubicBezTo>
                        <a:pt x="1166" y="316"/>
                        <a:pt x="599" y="505"/>
                        <a:pt x="0" y="568"/>
                      </a:cubicBezTo>
                      <a:lnTo>
                        <a:pt x="0" y="1482"/>
                      </a:lnTo>
                      <a:lnTo>
                        <a:pt x="1890" y="3372"/>
                      </a:lnTo>
                      <a:lnTo>
                        <a:pt x="2741" y="3372"/>
                      </a:lnTo>
                      <a:lnTo>
                        <a:pt x="2741" y="3340"/>
                      </a:lnTo>
                      <a:lnTo>
                        <a:pt x="2741" y="2301"/>
                      </a:lnTo>
                      <a:cubicBezTo>
                        <a:pt x="2741" y="1356"/>
                        <a:pt x="2300" y="536"/>
                        <a:pt x="16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4" name="Google Shape;9362;p73">
                  <a:extLst>
                    <a:ext uri="{FF2B5EF4-FFF2-40B4-BE49-F238E27FC236}">
                      <a16:creationId xmlns:a16="http://schemas.microsoft.com/office/drawing/2014/main" id="{95896AB9-CC59-DC51-453D-78FA0CEAA96D}"/>
                    </a:ext>
                  </a:extLst>
                </p:cNvPr>
                <p:cNvSpPr/>
                <p:nvPr/>
              </p:nvSpPr>
              <p:spPr>
                <a:xfrm>
                  <a:off x="6228775" y="3424175"/>
                  <a:ext cx="62250" cy="3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230" extrusionOk="0">
                      <a:moveTo>
                        <a:pt x="1229" y="1"/>
                      </a:moveTo>
                      <a:lnTo>
                        <a:pt x="1" y="1229"/>
                      </a:lnTo>
                      <a:lnTo>
                        <a:pt x="2490" y="1229"/>
                      </a:lnTo>
                      <a:lnTo>
                        <a:pt x="122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5" name="Google Shape;9363;p73">
                  <a:extLst>
                    <a:ext uri="{FF2B5EF4-FFF2-40B4-BE49-F238E27FC236}">
                      <a16:creationId xmlns:a16="http://schemas.microsoft.com/office/drawing/2014/main" id="{6EA11231-E77C-AD7E-9223-F899A608E0DB}"/>
                    </a:ext>
                  </a:extLst>
                </p:cNvPr>
                <p:cNvSpPr/>
                <p:nvPr/>
              </p:nvSpPr>
              <p:spPr>
                <a:xfrm>
                  <a:off x="6182300" y="3369825"/>
                  <a:ext cx="6935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3404" extrusionOk="0">
                      <a:moveTo>
                        <a:pt x="1072" y="1"/>
                      </a:moveTo>
                      <a:cubicBezTo>
                        <a:pt x="411" y="599"/>
                        <a:pt x="1" y="1419"/>
                        <a:pt x="1" y="2332"/>
                      </a:cubicBezTo>
                      <a:lnTo>
                        <a:pt x="1" y="3403"/>
                      </a:lnTo>
                      <a:lnTo>
                        <a:pt x="883" y="3403"/>
                      </a:lnTo>
                      <a:lnTo>
                        <a:pt x="2773" y="1513"/>
                      </a:lnTo>
                      <a:lnTo>
                        <a:pt x="2773" y="599"/>
                      </a:lnTo>
                      <a:cubicBezTo>
                        <a:pt x="2143" y="568"/>
                        <a:pt x="1576" y="316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6" name="Google Shape;9364;p73">
                  <a:extLst>
                    <a:ext uri="{FF2B5EF4-FFF2-40B4-BE49-F238E27FC236}">
                      <a16:creationId xmlns:a16="http://schemas.microsoft.com/office/drawing/2014/main" id="{946A751B-3071-CC6E-49A6-3DD0C666A8BC}"/>
                    </a:ext>
                  </a:extLst>
                </p:cNvPr>
                <p:cNvSpPr/>
                <p:nvPr/>
              </p:nvSpPr>
              <p:spPr>
                <a:xfrm>
                  <a:off x="6164975" y="34722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316"/>
                        <a:pt x="7278" y="1"/>
                        <a:pt x="69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7" name="Google Shape;9365;p73">
                  <a:extLst>
                    <a:ext uri="{FF2B5EF4-FFF2-40B4-BE49-F238E27FC236}">
                      <a16:creationId xmlns:a16="http://schemas.microsoft.com/office/drawing/2014/main" id="{11E705B1-8D0F-BD1A-15CD-FFBD5794FB6E}"/>
                    </a:ext>
                  </a:extLst>
                </p:cNvPr>
                <p:cNvSpPr/>
                <p:nvPr/>
              </p:nvSpPr>
              <p:spPr>
                <a:xfrm>
                  <a:off x="6164975" y="32115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0"/>
                      </a:moveTo>
                      <a:cubicBezTo>
                        <a:pt x="316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284"/>
                        <a:pt x="7278" y="0"/>
                        <a:pt x="69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8" name="Google Shape;9366;p73">
                  <a:extLst>
                    <a:ext uri="{FF2B5EF4-FFF2-40B4-BE49-F238E27FC236}">
                      <a16:creationId xmlns:a16="http://schemas.microsoft.com/office/drawing/2014/main" id="{5040498E-F63D-9A14-3B46-15A6F3C9E136}"/>
                    </a:ext>
                  </a:extLst>
                </p:cNvPr>
                <p:cNvSpPr/>
                <p:nvPr/>
              </p:nvSpPr>
              <p:spPr>
                <a:xfrm>
                  <a:off x="6183100" y="3262725"/>
                  <a:ext cx="1551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1426" extrusionOk="0">
                      <a:moveTo>
                        <a:pt x="0" y="0"/>
                      </a:moveTo>
                      <a:lnTo>
                        <a:pt x="0" y="441"/>
                      </a:lnTo>
                      <a:lnTo>
                        <a:pt x="568" y="788"/>
                      </a:lnTo>
                      <a:cubicBezTo>
                        <a:pt x="1355" y="1213"/>
                        <a:pt x="2237" y="1426"/>
                        <a:pt x="3112" y="1426"/>
                      </a:cubicBezTo>
                      <a:cubicBezTo>
                        <a:pt x="3986" y="1426"/>
                        <a:pt x="4852" y="1213"/>
                        <a:pt x="5608" y="788"/>
                      </a:cubicBezTo>
                      <a:lnTo>
                        <a:pt x="6207" y="441"/>
                      </a:lnTo>
                      <a:lnTo>
                        <a:pt x="62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9" name="Google Shape;9367;p73">
                  <a:extLst>
                    <a:ext uri="{FF2B5EF4-FFF2-40B4-BE49-F238E27FC236}">
                      <a16:creationId xmlns:a16="http://schemas.microsoft.com/office/drawing/2014/main" id="{B0858F6B-8EA1-D6F3-8AB3-76CB95FEC2BB}"/>
                    </a:ext>
                  </a:extLst>
                </p:cNvPr>
                <p:cNvSpPr/>
                <p:nvPr/>
              </p:nvSpPr>
              <p:spPr>
                <a:xfrm>
                  <a:off x="6181525" y="3294225"/>
                  <a:ext cx="155975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2962" extrusionOk="0">
                      <a:moveTo>
                        <a:pt x="0" y="0"/>
                      </a:moveTo>
                      <a:cubicBezTo>
                        <a:pt x="126" y="1607"/>
                        <a:pt x="1481" y="2962"/>
                        <a:pt x="3119" y="2962"/>
                      </a:cubicBezTo>
                      <a:cubicBezTo>
                        <a:pt x="4758" y="2962"/>
                        <a:pt x="6112" y="1607"/>
                        <a:pt x="6238" y="0"/>
                      </a:cubicBezTo>
                      <a:lnTo>
                        <a:pt x="6238" y="0"/>
                      </a:lnTo>
                      <a:lnTo>
                        <a:pt x="5986" y="126"/>
                      </a:lnTo>
                      <a:cubicBezTo>
                        <a:pt x="5136" y="631"/>
                        <a:pt x="4096" y="883"/>
                        <a:pt x="3119" y="883"/>
                      </a:cubicBezTo>
                      <a:cubicBezTo>
                        <a:pt x="2143" y="883"/>
                        <a:pt x="1166" y="631"/>
                        <a:pt x="252" y="1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" name="Google Shape;9368;p73">
                <a:extLst>
                  <a:ext uri="{FF2B5EF4-FFF2-40B4-BE49-F238E27FC236}">
                    <a16:creationId xmlns:a16="http://schemas.microsoft.com/office/drawing/2014/main" id="{0C918AD8-61B4-7C99-3D2C-56F7D691927D}"/>
                  </a:ext>
                </a:extLst>
              </p:cNvPr>
              <p:cNvGrpSpPr/>
              <p:nvPr/>
            </p:nvGrpSpPr>
            <p:grpSpPr>
              <a:xfrm>
                <a:off x="1400391" y="3747903"/>
                <a:ext cx="504627" cy="500571"/>
                <a:chOff x="946175" y="3253275"/>
                <a:chExt cx="298550" cy="296150"/>
              </a:xfrm>
              <a:grpFill/>
            </p:grpSpPr>
            <p:sp>
              <p:nvSpPr>
                <p:cNvPr id="17618" name="Google Shape;9369;p73">
                  <a:extLst>
                    <a:ext uri="{FF2B5EF4-FFF2-40B4-BE49-F238E27FC236}">
                      <a16:creationId xmlns:a16="http://schemas.microsoft.com/office/drawing/2014/main" id="{C0258E95-0A8B-A7BB-0640-2F7405AA407C}"/>
                    </a:ext>
                  </a:extLst>
                </p:cNvPr>
                <p:cNvSpPr/>
                <p:nvPr/>
              </p:nvSpPr>
              <p:spPr>
                <a:xfrm>
                  <a:off x="946175" y="3253275"/>
                  <a:ext cx="209550" cy="2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10460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113"/>
                      </a:lnTo>
                      <a:cubicBezTo>
                        <a:pt x="1" y="10302"/>
                        <a:pt x="158" y="10460"/>
                        <a:pt x="348" y="10460"/>
                      </a:cubicBezTo>
                      <a:lnTo>
                        <a:pt x="694" y="10460"/>
                      </a:lnTo>
                      <a:lnTo>
                        <a:pt x="694" y="3875"/>
                      </a:lnTo>
                      <a:cubicBezTo>
                        <a:pt x="694" y="3623"/>
                        <a:pt x="820" y="3340"/>
                        <a:pt x="1009" y="3151"/>
                      </a:cubicBezTo>
                      <a:lnTo>
                        <a:pt x="3151" y="1008"/>
                      </a:lnTo>
                      <a:cubicBezTo>
                        <a:pt x="3340" y="819"/>
                        <a:pt x="3624" y="693"/>
                        <a:pt x="3908" y="693"/>
                      </a:cubicBezTo>
                      <a:lnTo>
                        <a:pt x="8381" y="693"/>
                      </a:lnTo>
                      <a:lnTo>
                        <a:pt x="8381" y="347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9" name="Google Shape;9370;p73">
                  <a:extLst>
                    <a:ext uri="{FF2B5EF4-FFF2-40B4-BE49-F238E27FC236}">
                      <a16:creationId xmlns:a16="http://schemas.microsoft.com/office/drawing/2014/main" id="{6E757580-B190-2DF0-F306-FB822FC0E757}"/>
                    </a:ext>
                  </a:extLst>
                </p:cNvPr>
                <p:cNvSpPr/>
                <p:nvPr/>
              </p:nvSpPr>
              <p:spPr>
                <a:xfrm>
                  <a:off x="986350" y="3293425"/>
                  <a:ext cx="47300" cy="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2" h="1923" extrusionOk="0">
                      <a:moveTo>
                        <a:pt x="1891" y="1"/>
                      </a:moveTo>
                      <a:lnTo>
                        <a:pt x="1" y="1923"/>
                      </a:lnTo>
                      <a:lnTo>
                        <a:pt x="1891" y="1923"/>
                      </a:lnTo>
                      <a:lnTo>
                        <a:pt x="189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0" name="Google Shape;9371;p73">
                  <a:extLst>
                    <a:ext uri="{FF2B5EF4-FFF2-40B4-BE49-F238E27FC236}">
                      <a16:creationId xmlns:a16="http://schemas.microsoft.com/office/drawing/2014/main" id="{8CD3E4A4-C9B3-A0CB-953C-9407F4A292EC}"/>
                    </a:ext>
                  </a:extLst>
                </p:cNvPr>
                <p:cNvSpPr/>
                <p:nvPr/>
              </p:nvSpPr>
              <p:spPr>
                <a:xfrm>
                  <a:off x="1051725" y="3359600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cubicBezTo>
                        <a:pt x="1" y="3749"/>
                        <a:pt x="1103" y="4852"/>
                        <a:pt x="2427" y="4852"/>
                      </a:cubicBezTo>
                      <a:cubicBezTo>
                        <a:pt x="3781" y="4852"/>
                        <a:pt x="4884" y="3749"/>
                        <a:pt x="4884" y="2426"/>
                      </a:cubicBez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1" name="Google Shape;9372;p73">
                  <a:extLst>
                    <a:ext uri="{FF2B5EF4-FFF2-40B4-BE49-F238E27FC236}">
                      <a16:creationId xmlns:a16="http://schemas.microsoft.com/office/drawing/2014/main" id="{1B0E7B84-A2B2-6B55-1E71-555BC7FC988A}"/>
                    </a:ext>
                  </a:extLst>
                </p:cNvPr>
                <p:cNvSpPr/>
                <p:nvPr/>
              </p:nvSpPr>
              <p:spPr>
                <a:xfrm>
                  <a:off x="980050" y="3289500"/>
                  <a:ext cx="192200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9704" extrusionOk="0">
                      <a:moveTo>
                        <a:pt x="2868" y="0"/>
                      </a:moveTo>
                      <a:lnTo>
                        <a:pt x="2868" y="2426"/>
                      </a:lnTo>
                      <a:cubicBezTo>
                        <a:pt x="2868" y="2647"/>
                        <a:pt x="2679" y="2804"/>
                        <a:pt x="2490" y="2804"/>
                      </a:cubicBezTo>
                      <a:lnTo>
                        <a:pt x="1" y="2804"/>
                      </a:lnTo>
                      <a:lnTo>
                        <a:pt x="1" y="9357"/>
                      </a:lnTo>
                      <a:cubicBezTo>
                        <a:pt x="1" y="9578"/>
                        <a:pt x="190" y="9704"/>
                        <a:pt x="379" y="9704"/>
                      </a:cubicBezTo>
                      <a:lnTo>
                        <a:pt x="7341" y="9704"/>
                      </a:lnTo>
                      <a:cubicBezTo>
                        <a:pt x="7467" y="9704"/>
                        <a:pt x="7593" y="9641"/>
                        <a:pt x="7625" y="9578"/>
                      </a:cubicBezTo>
                      <a:lnTo>
                        <a:pt x="6239" y="8192"/>
                      </a:lnTo>
                      <a:cubicBezTo>
                        <a:pt x="5924" y="8318"/>
                        <a:pt x="5609" y="8349"/>
                        <a:pt x="5262" y="8349"/>
                      </a:cubicBezTo>
                      <a:cubicBezTo>
                        <a:pt x="3529" y="8349"/>
                        <a:pt x="2143" y="6931"/>
                        <a:pt x="2143" y="5230"/>
                      </a:cubicBezTo>
                      <a:cubicBezTo>
                        <a:pt x="2143" y="3529"/>
                        <a:pt x="3561" y="2111"/>
                        <a:pt x="5262" y="2111"/>
                      </a:cubicBezTo>
                      <a:cubicBezTo>
                        <a:pt x="6239" y="2111"/>
                        <a:pt x="7121" y="2584"/>
                        <a:pt x="7688" y="3308"/>
                      </a:cubicBezTo>
                      <a:lnTo>
                        <a:pt x="7688" y="347"/>
                      </a:lnTo>
                      <a:cubicBezTo>
                        <a:pt x="7688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2" name="Google Shape;9373;p73">
                  <a:extLst>
                    <a:ext uri="{FF2B5EF4-FFF2-40B4-BE49-F238E27FC236}">
                      <a16:creationId xmlns:a16="http://schemas.microsoft.com/office/drawing/2014/main" id="{B19C946F-EA76-57F6-9342-93A30F1212A4}"/>
                    </a:ext>
                  </a:extLst>
                </p:cNvPr>
                <p:cNvSpPr/>
                <p:nvPr/>
              </p:nvSpPr>
              <p:spPr>
                <a:xfrm>
                  <a:off x="1154125" y="3460400"/>
                  <a:ext cx="90600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4" h="3561" extrusionOk="0">
                      <a:moveTo>
                        <a:pt x="977" y="1"/>
                      </a:moveTo>
                      <a:cubicBezTo>
                        <a:pt x="693" y="410"/>
                        <a:pt x="378" y="757"/>
                        <a:pt x="0" y="1009"/>
                      </a:cubicBezTo>
                      <a:lnTo>
                        <a:pt x="2363" y="3372"/>
                      </a:lnTo>
                      <a:cubicBezTo>
                        <a:pt x="2489" y="3498"/>
                        <a:pt x="2662" y="3561"/>
                        <a:pt x="2840" y="3561"/>
                      </a:cubicBezTo>
                      <a:cubicBezTo>
                        <a:pt x="3017" y="3561"/>
                        <a:pt x="3198" y="3498"/>
                        <a:pt x="3340" y="3372"/>
                      </a:cubicBezTo>
                      <a:cubicBezTo>
                        <a:pt x="3623" y="3088"/>
                        <a:pt x="3623" y="2647"/>
                        <a:pt x="3340" y="2364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oogle Shape;9374;p73">
                <a:extLst>
                  <a:ext uri="{FF2B5EF4-FFF2-40B4-BE49-F238E27FC236}">
                    <a16:creationId xmlns:a16="http://schemas.microsoft.com/office/drawing/2014/main" id="{A03939B5-1B4F-4864-0285-63A00761A0B9}"/>
                  </a:ext>
                </a:extLst>
              </p:cNvPr>
              <p:cNvGrpSpPr/>
              <p:nvPr/>
            </p:nvGrpSpPr>
            <p:grpSpPr>
              <a:xfrm>
                <a:off x="1401722" y="4379912"/>
                <a:ext cx="501965" cy="496642"/>
                <a:chOff x="946175" y="3619500"/>
                <a:chExt cx="296975" cy="293825"/>
              </a:xfrm>
              <a:grpFill/>
            </p:grpSpPr>
            <p:sp>
              <p:nvSpPr>
                <p:cNvPr id="17612" name="Google Shape;9375;p73">
                  <a:extLst>
                    <a:ext uri="{FF2B5EF4-FFF2-40B4-BE49-F238E27FC236}">
                      <a16:creationId xmlns:a16="http://schemas.microsoft.com/office/drawing/2014/main" id="{DF81B1FE-4969-2C09-1103-CAC977211DC5}"/>
                    </a:ext>
                  </a:extLst>
                </p:cNvPr>
                <p:cNvSpPr/>
                <p:nvPr/>
              </p:nvSpPr>
              <p:spPr>
                <a:xfrm>
                  <a:off x="963525" y="3619500"/>
                  <a:ext cx="20795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8" h="11753" extrusionOk="0">
                      <a:moveTo>
                        <a:pt x="3828" y="2742"/>
                      </a:moveTo>
                      <a:cubicBezTo>
                        <a:pt x="3915" y="2742"/>
                        <a:pt x="4001" y="2773"/>
                        <a:pt x="4064" y="2836"/>
                      </a:cubicBezTo>
                      <a:cubicBezTo>
                        <a:pt x="4253" y="2994"/>
                        <a:pt x="4253" y="3183"/>
                        <a:pt x="4096" y="3340"/>
                      </a:cubicBezTo>
                      <a:lnTo>
                        <a:pt x="2678" y="4695"/>
                      </a:lnTo>
                      <a:cubicBezTo>
                        <a:pt x="2615" y="4790"/>
                        <a:pt x="2520" y="4821"/>
                        <a:pt x="2457" y="4821"/>
                      </a:cubicBezTo>
                      <a:cubicBezTo>
                        <a:pt x="2363" y="4821"/>
                        <a:pt x="2268" y="4790"/>
                        <a:pt x="2205" y="4695"/>
                      </a:cubicBezTo>
                      <a:lnTo>
                        <a:pt x="1512" y="4002"/>
                      </a:lnTo>
                      <a:cubicBezTo>
                        <a:pt x="1386" y="3876"/>
                        <a:pt x="1386" y="3655"/>
                        <a:pt x="1512" y="3529"/>
                      </a:cubicBezTo>
                      <a:cubicBezTo>
                        <a:pt x="1575" y="3466"/>
                        <a:pt x="1662" y="3435"/>
                        <a:pt x="1749" y="3435"/>
                      </a:cubicBezTo>
                      <a:cubicBezTo>
                        <a:pt x="1835" y="3435"/>
                        <a:pt x="1922" y="3466"/>
                        <a:pt x="1985" y="3529"/>
                      </a:cubicBezTo>
                      <a:lnTo>
                        <a:pt x="2426" y="3971"/>
                      </a:lnTo>
                      <a:lnTo>
                        <a:pt x="3592" y="2836"/>
                      </a:lnTo>
                      <a:cubicBezTo>
                        <a:pt x="3655" y="2773"/>
                        <a:pt x="3741" y="2742"/>
                        <a:pt x="3828" y="2742"/>
                      </a:cubicBezTo>
                      <a:close/>
                      <a:moveTo>
                        <a:pt x="3828" y="4790"/>
                      </a:moveTo>
                      <a:cubicBezTo>
                        <a:pt x="3915" y="4790"/>
                        <a:pt x="4001" y="4821"/>
                        <a:pt x="4064" y="4884"/>
                      </a:cubicBezTo>
                      <a:cubicBezTo>
                        <a:pt x="4253" y="5042"/>
                        <a:pt x="4253" y="5262"/>
                        <a:pt x="4096" y="5388"/>
                      </a:cubicBezTo>
                      <a:lnTo>
                        <a:pt x="2678" y="6774"/>
                      </a:lnTo>
                      <a:cubicBezTo>
                        <a:pt x="2615" y="6837"/>
                        <a:pt x="2520" y="6869"/>
                        <a:pt x="2457" y="6869"/>
                      </a:cubicBezTo>
                      <a:cubicBezTo>
                        <a:pt x="2363" y="6869"/>
                        <a:pt x="2268" y="6837"/>
                        <a:pt x="2205" y="6774"/>
                      </a:cubicBezTo>
                      <a:lnTo>
                        <a:pt x="1512" y="6050"/>
                      </a:lnTo>
                      <a:cubicBezTo>
                        <a:pt x="1386" y="5924"/>
                        <a:pt x="1386" y="5703"/>
                        <a:pt x="1512" y="5577"/>
                      </a:cubicBezTo>
                      <a:cubicBezTo>
                        <a:pt x="1575" y="5514"/>
                        <a:pt x="1662" y="5483"/>
                        <a:pt x="1749" y="5483"/>
                      </a:cubicBezTo>
                      <a:cubicBezTo>
                        <a:pt x="1835" y="5483"/>
                        <a:pt x="1922" y="5514"/>
                        <a:pt x="1985" y="5577"/>
                      </a:cubicBezTo>
                      <a:lnTo>
                        <a:pt x="2426" y="6018"/>
                      </a:lnTo>
                      <a:lnTo>
                        <a:pt x="3592" y="4884"/>
                      </a:lnTo>
                      <a:cubicBezTo>
                        <a:pt x="3655" y="4821"/>
                        <a:pt x="3741" y="4790"/>
                        <a:pt x="3828" y="4790"/>
                      </a:cubicBezTo>
                      <a:close/>
                      <a:moveTo>
                        <a:pt x="3828" y="6869"/>
                      </a:moveTo>
                      <a:cubicBezTo>
                        <a:pt x="3915" y="6869"/>
                        <a:pt x="4001" y="6900"/>
                        <a:pt x="4064" y="6963"/>
                      </a:cubicBezTo>
                      <a:cubicBezTo>
                        <a:pt x="4253" y="7121"/>
                        <a:pt x="4253" y="7342"/>
                        <a:pt x="4096" y="7468"/>
                      </a:cubicBezTo>
                      <a:lnTo>
                        <a:pt x="2678" y="8854"/>
                      </a:lnTo>
                      <a:cubicBezTo>
                        <a:pt x="2615" y="8917"/>
                        <a:pt x="2520" y="8980"/>
                        <a:pt x="2457" y="8980"/>
                      </a:cubicBezTo>
                      <a:cubicBezTo>
                        <a:pt x="2363" y="8980"/>
                        <a:pt x="2268" y="8917"/>
                        <a:pt x="2205" y="8854"/>
                      </a:cubicBezTo>
                      <a:lnTo>
                        <a:pt x="1512" y="8129"/>
                      </a:lnTo>
                      <a:cubicBezTo>
                        <a:pt x="1386" y="8003"/>
                        <a:pt x="1386" y="7783"/>
                        <a:pt x="1512" y="7657"/>
                      </a:cubicBezTo>
                      <a:cubicBezTo>
                        <a:pt x="1575" y="7594"/>
                        <a:pt x="1662" y="7562"/>
                        <a:pt x="1749" y="7562"/>
                      </a:cubicBezTo>
                      <a:cubicBezTo>
                        <a:pt x="1835" y="7562"/>
                        <a:pt x="1922" y="7594"/>
                        <a:pt x="1985" y="7657"/>
                      </a:cubicBezTo>
                      <a:lnTo>
                        <a:pt x="2426" y="8098"/>
                      </a:lnTo>
                      <a:lnTo>
                        <a:pt x="3592" y="6963"/>
                      </a:lnTo>
                      <a:cubicBezTo>
                        <a:pt x="3655" y="6900"/>
                        <a:pt x="3741" y="6869"/>
                        <a:pt x="3828" y="6869"/>
                      </a:cubicBez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673"/>
                      </a:lnTo>
                      <a:lnTo>
                        <a:pt x="6301" y="9673"/>
                      </a:lnTo>
                      <a:lnTo>
                        <a:pt x="6301" y="10397"/>
                      </a:lnTo>
                      <a:lnTo>
                        <a:pt x="6301" y="10744"/>
                      </a:lnTo>
                      <a:lnTo>
                        <a:pt x="6270" y="10744"/>
                      </a:lnTo>
                      <a:cubicBezTo>
                        <a:pt x="6270" y="11343"/>
                        <a:pt x="6742" y="11752"/>
                        <a:pt x="7278" y="11752"/>
                      </a:cubicBezTo>
                      <a:cubicBezTo>
                        <a:pt x="7876" y="11752"/>
                        <a:pt x="8317" y="11280"/>
                        <a:pt x="8317" y="10744"/>
                      </a:cubicBezTo>
                      <a:lnTo>
                        <a:pt x="8317" y="7972"/>
                      </a:lnTo>
                      <a:lnTo>
                        <a:pt x="7498" y="8822"/>
                      </a:lnTo>
                      <a:lnTo>
                        <a:pt x="5608" y="9547"/>
                      </a:lnTo>
                      <a:cubicBezTo>
                        <a:pt x="5497" y="9576"/>
                        <a:pt x="5390" y="9590"/>
                        <a:pt x="5288" y="9590"/>
                      </a:cubicBezTo>
                      <a:cubicBezTo>
                        <a:pt x="4954" y="9590"/>
                        <a:pt x="4674" y="9441"/>
                        <a:pt x="4505" y="9200"/>
                      </a:cubicBezTo>
                      <a:cubicBezTo>
                        <a:pt x="4316" y="8980"/>
                        <a:pt x="4222" y="8665"/>
                        <a:pt x="4316" y="8255"/>
                      </a:cubicBezTo>
                      <a:lnTo>
                        <a:pt x="5041" y="6365"/>
                      </a:lnTo>
                      <a:lnTo>
                        <a:pt x="8317" y="3088"/>
                      </a:lnTo>
                      <a:lnTo>
                        <a:pt x="8317" y="2773"/>
                      </a:lnTo>
                      <a:lnTo>
                        <a:pt x="5891" y="2773"/>
                      </a:lnTo>
                      <a:cubicBezTo>
                        <a:pt x="5671" y="2773"/>
                        <a:pt x="5513" y="2616"/>
                        <a:pt x="5513" y="2427"/>
                      </a:cubicBezTo>
                      <a:lnTo>
                        <a:pt x="551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3" name="Google Shape;9376;p73">
                  <a:extLst>
                    <a:ext uri="{FF2B5EF4-FFF2-40B4-BE49-F238E27FC236}">
                      <a16:creationId xmlns:a16="http://schemas.microsoft.com/office/drawing/2014/main" id="{CC3C7FFD-6BF5-B164-D73C-D00A23485A25}"/>
                    </a:ext>
                  </a:extLst>
                </p:cNvPr>
                <p:cNvSpPr/>
                <p:nvPr/>
              </p:nvSpPr>
              <p:spPr>
                <a:xfrm>
                  <a:off x="1185625" y="3688025"/>
                  <a:ext cx="57525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8" extrusionOk="0">
                      <a:moveTo>
                        <a:pt x="1072" y="1"/>
                      </a:moveTo>
                      <a:cubicBezTo>
                        <a:pt x="890" y="1"/>
                        <a:pt x="709" y="64"/>
                        <a:pt x="568" y="190"/>
                      </a:cubicBezTo>
                      <a:lnTo>
                        <a:pt x="0" y="788"/>
                      </a:lnTo>
                      <a:lnTo>
                        <a:pt x="1450" y="2238"/>
                      </a:lnTo>
                      <a:lnTo>
                        <a:pt x="2048" y="1639"/>
                      </a:lnTo>
                      <a:cubicBezTo>
                        <a:pt x="2300" y="1387"/>
                        <a:pt x="2300" y="946"/>
                        <a:pt x="2048" y="662"/>
                      </a:cubicBezTo>
                      <a:lnTo>
                        <a:pt x="1576" y="190"/>
                      </a:lnTo>
                      <a:cubicBezTo>
                        <a:pt x="1434" y="64"/>
                        <a:pt x="1253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4" name="Google Shape;9377;p73">
                  <a:extLst>
                    <a:ext uri="{FF2B5EF4-FFF2-40B4-BE49-F238E27FC236}">
                      <a16:creationId xmlns:a16="http://schemas.microsoft.com/office/drawing/2014/main" id="{B36E0BAF-1EDF-1BA7-3065-8BEE528F7CEC}"/>
                    </a:ext>
                  </a:extLst>
                </p:cNvPr>
                <p:cNvSpPr/>
                <p:nvPr/>
              </p:nvSpPr>
              <p:spPr>
                <a:xfrm>
                  <a:off x="1088075" y="3795925"/>
                  <a:ext cx="46375" cy="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01" extrusionOk="0">
                      <a:moveTo>
                        <a:pt x="594" y="1"/>
                      </a:moveTo>
                      <a:lnTo>
                        <a:pt x="59" y="1387"/>
                      </a:lnTo>
                      <a:cubicBezTo>
                        <a:pt x="0" y="1621"/>
                        <a:pt x="186" y="1800"/>
                        <a:pt x="414" y="1800"/>
                      </a:cubicBezTo>
                      <a:cubicBezTo>
                        <a:pt x="432" y="1800"/>
                        <a:pt x="450" y="1799"/>
                        <a:pt x="468" y="1797"/>
                      </a:cubicBezTo>
                      <a:lnTo>
                        <a:pt x="1855" y="1261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5" name="Google Shape;9378;p73">
                  <a:extLst>
                    <a:ext uri="{FF2B5EF4-FFF2-40B4-BE49-F238E27FC236}">
                      <a16:creationId xmlns:a16="http://schemas.microsoft.com/office/drawing/2014/main" id="{E8CA8052-313A-8A34-92D2-0AB933167262}"/>
                    </a:ext>
                  </a:extLst>
                </p:cNvPr>
                <p:cNvSpPr/>
                <p:nvPr/>
              </p:nvSpPr>
              <p:spPr>
                <a:xfrm>
                  <a:off x="1112375" y="3720325"/>
                  <a:ext cx="97700" cy="9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8" h="3908" extrusionOk="0">
                      <a:moveTo>
                        <a:pt x="2426" y="1"/>
                      </a:moveTo>
                      <a:lnTo>
                        <a:pt x="1" y="2458"/>
                      </a:lnTo>
                      <a:lnTo>
                        <a:pt x="1450" y="3907"/>
                      </a:lnTo>
                      <a:lnTo>
                        <a:pt x="3907" y="1481"/>
                      </a:lnTo>
                      <a:lnTo>
                        <a:pt x="24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6" name="Google Shape;9379;p73">
                  <a:extLst>
                    <a:ext uri="{FF2B5EF4-FFF2-40B4-BE49-F238E27FC236}">
                      <a16:creationId xmlns:a16="http://schemas.microsoft.com/office/drawing/2014/main" id="{D986B056-DD1D-89B2-11CD-A01E3EAC1C1C}"/>
                    </a:ext>
                  </a:extLst>
                </p:cNvPr>
                <p:cNvSpPr/>
                <p:nvPr/>
              </p:nvSpPr>
              <p:spPr>
                <a:xfrm>
                  <a:off x="1120250" y="3623450"/>
                  <a:ext cx="47275" cy="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891" extrusionOk="0">
                      <a:moveTo>
                        <a:pt x="1" y="0"/>
                      </a:moveTo>
                      <a:lnTo>
                        <a:pt x="1" y="1891"/>
                      </a:lnTo>
                      <a:lnTo>
                        <a:pt x="1891" y="18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7" name="Google Shape;9380;p73">
                  <a:extLst>
                    <a:ext uri="{FF2B5EF4-FFF2-40B4-BE49-F238E27FC236}">
                      <a16:creationId xmlns:a16="http://schemas.microsoft.com/office/drawing/2014/main" id="{2C44968C-6333-A6AE-6195-14AEA754B52E}"/>
                    </a:ext>
                  </a:extLst>
                </p:cNvPr>
                <p:cNvSpPr/>
                <p:nvPr/>
              </p:nvSpPr>
              <p:spPr>
                <a:xfrm>
                  <a:off x="946175" y="3879425"/>
                  <a:ext cx="166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9" h="1356" extrusionOk="0">
                      <a:moveTo>
                        <a:pt x="348" y="0"/>
                      </a:moveTo>
                      <a:cubicBezTo>
                        <a:pt x="158" y="0"/>
                        <a:pt x="1" y="190"/>
                        <a:pt x="1" y="347"/>
                      </a:cubicBezTo>
                      <a:lnTo>
                        <a:pt x="1" y="694"/>
                      </a:lnTo>
                      <a:cubicBezTo>
                        <a:pt x="1" y="1040"/>
                        <a:pt x="316" y="1355"/>
                        <a:pt x="694" y="1355"/>
                      </a:cubicBezTo>
                      <a:lnTo>
                        <a:pt x="6649" y="1355"/>
                      </a:lnTo>
                      <a:cubicBezTo>
                        <a:pt x="6428" y="1103"/>
                        <a:pt x="6302" y="725"/>
                        <a:pt x="6302" y="347"/>
                      </a:cubicBezTo>
                      <a:lnTo>
                        <a:pt x="63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oogle Shape;9381;p73">
                <a:extLst>
                  <a:ext uri="{FF2B5EF4-FFF2-40B4-BE49-F238E27FC236}">
                    <a16:creationId xmlns:a16="http://schemas.microsoft.com/office/drawing/2014/main" id="{F9DECB90-2218-E40A-BE04-87EB3188DC7A}"/>
                  </a:ext>
                </a:extLst>
              </p:cNvPr>
              <p:cNvGrpSpPr/>
              <p:nvPr/>
            </p:nvGrpSpPr>
            <p:grpSpPr>
              <a:xfrm>
                <a:off x="1401067" y="4983990"/>
                <a:ext cx="503276" cy="501923"/>
                <a:chOff x="944600" y="3981825"/>
                <a:chExt cx="297750" cy="296950"/>
              </a:xfrm>
              <a:grpFill/>
            </p:grpSpPr>
            <p:sp>
              <p:nvSpPr>
                <p:cNvPr id="17608" name="Google Shape;9382;p73">
                  <a:extLst>
                    <a:ext uri="{FF2B5EF4-FFF2-40B4-BE49-F238E27FC236}">
                      <a16:creationId xmlns:a16="http://schemas.microsoft.com/office/drawing/2014/main" id="{7508D665-116A-984D-276A-36FD9F3B5257}"/>
                    </a:ext>
                  </a:extLst>
                </p:cNvPr>
                <p:cNvSpPr/>
                <p:nvPr/>
              </p:nvSpPr>
              <p:spPr>
                <a:xfrm>
                  <a:off x="944600" y="3981825"/>
                  <a:ext cx="297750" cy="29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78" extrusionOk="0">
                      <a:moveTo>
                        <a:pt x="6333" y="1418"/>
                      </a:moveTo>
                      <a:cubicBezTo>
                        <a:pt x="8539" y="1575"/>
                        <a:pt x="10303" y="3340"/>
                        <a:pt x="10461" y="5545"/>
                      </a:cubicBezTo>
                      <a:lnTo>
                        <a:pt x="10146" y="5545"/>
                      </a:lnTo>
                      <a:cubicBezTo>
                        <a:pt x="9957" y="5545"/>
                        <a:pt x="9799" y="5702"/>
                        <a:pt x="9799" y="5892"/>
                      </a:cubicBezTo>
                      <a:cubicBezTo>
                        <a:pt x="9799" y="6081"/>
                        <a:pt x="9957" y="6238"/>
                        <a:pt x="10146" y="6238"/>
                      </a:cubicBezTo>
                      <a:lnTo>
                        <a:pt x="10461" y="6238"/>
                      </a:lnTo>
                      <a:cubicBezTo>
                        <a:pt x="10303" y="8443"/>
                        <a:pt x="8539" y="10239"/>
                        <a:pt x="6333" y="10397"/>
                      </a:cubicBezTo>
                      <a:lnTo>
                        <a:pt x="6333" y="10082"/>
                      </a:lnTo>
                      <a:cubicBezTo>
                        <a:pt x="6333" y="9861"/>
                        <a:pt x="6176" y="9704"/>
                        <a:pt x="5955" y="9704"/>
                      </a:cubicBezTo>
                      <a:cubicBezTo>
                        <a:pt x="5766" y="9704"/>
                        <a:pt x="5609" y="9861"/>
                        <a:pt x="5609" y="10082"/>
                      </a:cubicBezTo>
                      <a:lnTo>
                        <a:pt x="5609" y="10397"/>
                      </a:lnTo>
                      <a:cubicBezTo>
                        <a:pt x="3403" y="10239"/>
                        <a:pt x="1639" y="8443"/>
                        <a:pt x="1482" y="6238"/>
                      </a:cubicBezTo>
                      <a:lnTo>
                        <a:pt x="1797" y="6238"/>
                      </a:lnTo>
                      <a:cubicBezTo>
                        <a:pt x="1986" y="6238"/>
                        <a:pt x="2143" y="6081"/>
                        <a:pt x="2143" y="5892"/>
                      </a:cubicBezTo>
                      <a:cubicBezTo>
                        <a:pt x="2143" y="5702"/>
                        <a:pt x="1986" y="5545"/>
                        <a:pt x="1797" y="5545"/>
                      </a:cubicBezTo>
                      <a:lnTo>
                        <a:pt x="1482" y="5545"/>
                      </a:lnTo>
                      <a:cubicBezTo>
                        <a:pt x="1639" y="3340"/>
                        <a:pt x="3403" y="1575"/>
                        <a:pt x="5609" y="1418"/>
                      </a:cubicBezTo>
                      <a:lnTo>
                        <a:pt x="5609" y="1733"/>
                      </a:lnTo>
                      <a:cubicBezTo>
                        <a:pt x="5609" y="1922"/>
                        <a:pt x="5766" y="2079"/>
                        <a:pt x="5955" y="2079"/>
                      </a:cubicBezTo>
                      <a:cubicBezTo>
                        <a:pt x="6176" y="2079"/>
                        <a:pt x="6333" y="1922"/>
                        <a:pt x="6333" y="1733"/>
                      </a:cubicBezTo>
                      <a:lnTo>
                        <a:pt x="6333" y="1418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9" y="126"/>
                        <a:pt x="5609" y="347"/>
                      </a:cubicBezTo>
                      <a:lnTo>
                        <a:pt x="5609" y="725"/>
                      </a:lnTo>
                      <a:cubicBezTo>
                        <a:pt x="2994" y="882"/>
                        <a:pt x="946" y="2962"/>
                        <a:pt x="757" y="5576"/>
                      </a:cubicBezTo>
                      <a:lnTo>
                        <a:pt x="379" y="5576"/>
                      </a:lnTo>
                      <a:cubicBezTo>
                        <a:pt x="158" y="5576"/>
                        <a:pt x="1" y="5734"/>
                        <a:pt x="1" y="5923"/>
                      </a:cubicBezTo>
                      <a:cubicBezTo>
                        <a:pt x="1" y="6112"/>
                        <a:pt x="158" y="6270"/>
                        <a:pt x="379" y="6270"/>
                      </a:cubicBezTo>
                      <a:lnTo>
                        <a:pt x="757" y="6270"/>
                      </a:lnTo>
                      <a:cubicBezTo>
                        <a:pt x="915" y="8884"/>
                        <a:pt x="2994" y="10932"/>
                        <a:pt x="5609" y="11121"/>
                      </a:cubicBezTo>
                      <a:lnTo>
                        <a:pt x="5609" y="11531"/>
                      </a:lnTo>
                      <a:cubicBezTo>
                        <a:pt x="5609" y="11720"/>
                        <a:pt x="5766" y="11877"/>
                        <a:pt x="5955" y="11877"/>
                      </a:cubicBezTo>
                      <a:cubicBezTo>
                        <a:pt x="6176" y="11877"/>
                        <a:pt x="6333" y="11720"/>
                        <a:pt x="6333" y="11531"/>
                      </a:cubicBezTo>
                      <a:lnTo>
                        <a:pt x="6333" y="11121"/>
                      </a:lnTo>
                      <a:cubicBezTo>
                        <a:pt x="8917" y="10964"/>
                        <a:pt x="10965" y="8884"/>
                        <a:pt x="11154" y="6270"/>
                      </a:cubicBezTo>
                      <a:lnTo>
                        <a:pt x="11563" y="6270"/>
                      </a:lnTo>
                      <a:cubicBezTo>
                        <a:pt x="11752" y="6270"/>
                        <a:pt x="11910" y="6112"/>
                        <a:pt x="11910" y="5923"/>
                      </a:cubicBezTo>
                      <a:cubicBezTo>
                        <a:pt x="11910" y="5734"/>
                        <a:pt x="11752" y="5576"/>
                        <a:pt x="11563" y="5576"/>
                      </a:cubicBezTo>
                      <a:lnTo>
                        <a:pt x="11154" y="5576"/>
                      </a:lnTo>
                      <a:cubicBezTo>
                        <a:pt x="10996" y="2962"/>
                        <a:pt x="8917" y="914"/>
                        <a:pt x="6333" y="725"/>
                      </a:cubicBezTo>
                      <a:lnTo>
                        <a:pt x="6333" y="347"/>
                      </a:lnTo>
                      <a:cubicBezTo>
                        <a:pt x="6333" y="126"/>
                        <a:pt x="6176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9" name="Google Shape;9383;p73">
                  <a:extLst>
                    <a:ext uri="{FF2B5EF4-FFF2-40B4-BE49-F238E27FC236}">
                      <a16:creationId xmlns:a16="http://schemas.microsoft.com/office/drawing/2014/main" id="{CBA4BCF6-63F3-DA4F-043B-CF5F4536F3CD}"/>
                    </a:ext>
                  </a:extLst>
                </p:cNvPr>
                <p:cNvSpPr/>
                <p:nvPr/>
              </p:nvSpPr>
              <p:spPr>
                <a:xfrm>
                  <a:off x="1058025" y="4155875"/>
                  <a:ext cx="7250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080" extrusionOk="0">
                      <a:moveTo>
                        <a:pt x="1418" y="1"/>
                      </a:moveTo>
                      <a:cubicBezTo>
                        <a:pt x="851" y="1"/>
                        <a:pt x="316" y="347"/>
                        <a:pt x="127" y="914"/>
                      </a:cubicBezTo>
                      <a:cubicBezTo>
                        <a:pt x="1" y="1166"/>
                        <a:pt x="1" y="1450"/>
                        <a:pt x="95" y="1765"/>
                      </a:cubicBezTo>
                      <a:cubicBezTo>
                        <a:pt x="473" y="1954"/>
                        <a:pt x="946" y="2080"/>
                        <a:pt x="1418" y="2080"/>
                      </a:cubicBezTo>
                      <a:cubicBezTo>
                        <a:pt x="1891" y="2080"/>
                        <a:pt x="2332" y="1954"/>
                        <a:pt x="2773" y="1765"/>
                      </a:cubicBezTo>
                      <a:cubicBezTo>
                        <a:pt x="2899" y="1387"/>
                        <a:pt x="2805" y="946"/>
                        <a:pt x="2616" y="599"/>
                      </a:cubicBezTo>
                      <a:cubicBezTo>
                        <a:pt x="2332" y="221"/>
                        <a:pt x="1891" y="1"/>
                        <a:pt x="14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0" name="Google Shape;9384;p73">
                  <a:extLst>
                    <a:ext uri="{FF2B5EF4-FFF2-40B4-BE49-F238E27FC236}">
                      <a16:creationId xmlns:a16="http://schemas.microsoft.com/office/drawing/2014/main" id="{A0574817-49EC-2C65-AA3C-FE304C3D3326}"/>
                    </a:ext>
                  </a:extLst>
                </p:cNvPr>
                <p:cNvSpPr/>
                <p:nvPr/>
              </p:nvSpPr>
              <p:spPr>
                <a:xfrm>
                  <a:off x="1076150" y="4103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3" y="0"/>
                      </a:moveTo>
                      <a:cubicBezTo>
                        <a:pt x="315" y="0"/>
                        <a:pt x="0" y="315"/>
                        <a:pt x="0" y="693"/>
                      </a:cubicBezTo>
                      <a:cubicBezTo>
                        <a:pt x="0" y="1103"/>
                        <a:pt x="315" y="1418"/>
                        <a:pt x="693" y="1418"/>
                      </a:cubicBezTo>
                      <a:cubicBezTo>
                        <a:pt x="1103" y="1355"/>
                        <a:pt x="1418" y="1040"/>
                        <a:pt x="1418" y="693"/>
                      </a:cubicBezTo>
                      <a:cubicBezTo>
                        <a:pt x="1418" y="315"/>
                        <a:pt x="1103" y="0"/>
                        <a:pt x="6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1" name="Google Shape;9385;p73">
                  <a:extLst>
                    <a:ext uri="{FF2B5EF4-FFF2-40B4-BE49-F238E27FC236}">
                      <a16:creationId xmlns:a16="http://schemas.microsoft.com/office/drawing/2014/main" id="{63866283-49A4-0652-5C75-5CC7A3C66A0A}"/>
                    </a:ext>
                  </a:extLst>
                </p:cNvPr>
                <p:cNvSpPr/>
                <p:nvPr/>
              </p:nvSpPr>
              <p:spPr>
                <a:xfrm>
                  <a:off x="1016275" y="4051125"/>
                  <a:ext cx="155975" cy="1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5483" extrusionOk="0">
                      <a:moveTo>
                        <a:pt x="3088" y="1"/>
                      </a:moveTo>
                      <a:cubicBezTo>
                        <a:pt x="1356" y="1"/>
                        <a:pt x="1" y="1387"/>
                        <a:pt x="1" y="3120"/>
                      </a:cubicBezTo>
                      <a:cubicBezTo>
                        <a:pt x="1" y="4033"/>
                        <a:pt x="379" y="4852"/>
                        <a:pt x="1041" y="5451"/>
                      </a:cubicBezTo>
                      <a:cubicBezTo>
                        <a:pt x="1041" y="5262"/>
                        <a:pt x="1104" y="5041"/>
                        <a:pt x="1167" y="4852"/>
                      </a:cubicBezTo>
                      <a:cubicBezTo>
                        <a:pt x="1324" y="4380"/>
                        <a:pt x="1671" y="4002"/>
                        <a:pt x="2112" y="3750"/>
                      </a:cubicBezTo>
                      <a:cubicBezTo>
                        <a:pt x="1891" y="3498"/>
                        <a:pt x="1734" y="3151"/>
                        <a:pt x="1734" y="2804"/>
                      </a:cubicBezTo>
                      <a:cubicBezTo>
                        <a:pt x="1734" y="2048"/>
                        <a:pt x="2364" y="1418"/>
                        <a:pt x="3088" y="1418"/>
                      </a:cubicBezTo>
                      <a:cubicBezTo>
                        <a:pt x="3845" y="1418"/>
                        <a:pt x="4475" y="2048"/>
                        <a:pt x="4475" y="2804"/>
                      </a:cubicBezTo>
                      <a:cubicBezTo>
                        <a:pt x="4475" y="3151"/>
                        <a:pt x="4317" y="3529"/>
                        <a:pt x="4097" y="3750"/>
                      </a:cubicBezTo>
                      <a:cubicBezTo>
                        <a:pt x="4349" y="3907"/>
                        <a:pt x="4632" y="4128"/>
                        <a:pt x="4790" y="4411"/>
                      </a:cubicBezTo>
                      <a:cubicBezTo>
                        <a:pt x="4979" y="4726"/>
                        <a:pt x="5105" y="5073"/>
                        <a:pt x="5136" y="5482"/>
                      </a:cubicBezTo>
                      <a:cubicBezTo>
                        <a:pt x="5766" y="4884"/>
                        <a:pt x="6207" y="4096"/>
                        <a:pt x="6207" y="3151"/>
                      </a:cubicBezTo>
                      <a:cubicBezTo>
                        <a:pt x="6239" y="1418"/>
                        <a:pt x="4821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oogle Shape;9386;p73">
                <a:extLst>
                  <a:ext uri="{FF2B5EF4-FFF2-40B4-BE49-F238E27FC236}">
                    <a16:creationId xmlns:a16="http://schemas.microsoft.com/office/drawing/2014/main" id="{DD4E5B80-BE1D-3240-D036-CCC909225059}"/>
                  </a:ext>
                </a:extLst>
              </p:cNvPr>
              <p:cNvGrpSpPr/>
              <p:nvPr/>
            </p:nvGrpSpPr>
            <p:grpSpPr>
              <a:xfrm>
                <a:off x="4571286" y="3748557"/>
                <a:ext cx="500612" cy="499261"/>
                <a:chOff x="2768750" y="3227275"/>
                <a:chExt cx="296175" cy="295375"/>
              </a:xfrm>
              <a:grpFill/>
            </p:grpSpPr>
            <p:sp>
              <p:nvSpPr>
                <p:cNvPr id="17600" name="Google Shape;9387;p73">
                  <a:extLst>
                    <a:ext uri="{FF2B5EF4-FFF2-40B4-BE49-F238E27FC236}">
                      <a16:creationId xmlns:a16="http://schemas.microsoft.com/office/drawing/2014/main" id="{4C192508-E7BA-BDE2-4BEC-BD0927BF2510}"/>
                    </a:ext>
                  </a:extLst>
                </p:cNvPr>
                <p:cNvSpPr/>
                <p:nvPr/>
              </p:nvSpPr>
              <p:spPr>
                <a:xfrm>
                  <a:off x="2882950" y="3227275"/>
                  <a:ext cx="6855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73" extrusionOk="0">
                      <a:moveTo>
                        <a:pt x="1355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43"/>
                        <a:pt x="631" y="2773"/>
                        <a:pt x="1355" y="2773"/>
                      </a:cubicBezTo>
                      <a:cubicBezTo>
                        <a:pt x="2111" y="2773"/>
                        <a:pt x="2742" y="2174"/>
                        <a:pt x="2742" y="1387"/>
                      </a:cubicBezTo>
                      <a:cubicBezTo>
                        <a:pt x="2742" y="631"/>
                        <a:pt x="2111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1" name="Google Shape;9388;p73">
                  <a:extLst>
                    <a:ext uri="{FF2B5EF4-FFF2-40B4-BE49-F238E27FC236}">
                      <a16:creationId xmlns:a16="http://schemas.microsoft.com/office/drawing/2014/main" id="{0C125F1A-7402-2231-A962-D783CA8FCCEE}"/>
                    </a:ext>
                  </a:extLst>
                </p:cNvPr>
                <p:cNvSpPr/>
                <p:nvPr/>
              </p:nvSpPr>
              <p:spPr>
                <a:xfrm>
                  <a:off x="285617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4" y="1386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2" name="Google Shape;9389;p73">
                  <a:extLst>
                    <a:ext uri="{FF2B5EF4-FFF2-40B4-BE49-F238E27FC236}">
                      <a16:creationId xmlns:a16="http://schemas.microsoft.com/office/drawing/2014/main" id="{E3DA08F3-5B84-0CFF-61F6-403C08F562F8}"/>
                    </a:ext>
                  </a:extLst>
                </p:cNvPr>
                <p:cNvSpPr/>
                <p:nvPr/>
              </p:nvSpPr>
              <p:spPr>
                <a:xfrm>
                  <a:off x="2890050" y="3436000"/>
                  <a:ext cx="18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725" y="138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3" name="Google Shape;9390;p73">
                  <a:extLst>
                    <a:ext uri="{FF2B5EF4-FFF2-40B4-BE49-F238E27FC236}">
                      <a16:creationId xmlns:a16="http://schemas.microsoft.com/office/drawing/2014/main" id="{EDCFA089-47CD-1CDD-1F70-5CD1C61B9D00}"/>
                    </a:ext>
                  </a:extLst>
                </p:cNvPr>
                <p:cNvSpPr/>
                <p:nvPr/>
              </p:nvSpPr>
              <p:spPr>
                <a:xfrm>
                  <a:off x="282152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3" y="1386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4" name="Google Shape;9391;p73">
                  <a:extLst>
                    <a:ext uri="{FF2B5EF4-FFF2-40B4-BE49-F238E27FC236}">
                      <a16:creationId xmlns:a16="http://schemas.microsoft.com/office/drawing/2014/main" id="{1F3993A8-8454-FA3C-383F-20AA654A5404}"/>
                    </a:ext>
                  </a:extLst>
                </p:cNvPr>
                <p:cNvSpPr/>
                <p:nvPr/>
              </p:nvSpPr>
              <p:spPr>
                <a:xfrm>
                  <a:off x="2924700" y="3436000"/>
                  <a:ext cx="346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1387" y="1386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5" name="Google Shape;9392;p73">
                  <a:extLst>
                    <a:ext uri="{FF2B5EF4-FFF2-40B4-BE49-F238E27FC236}">
                      <a16:creationId xmlns:a16="http://schemas.microsoft.com/office/drawing/2014/main" id="{5C0C3367-1663-4813-95EF-1375E78C43E4}"/>
                    </a:ext>
                  </a:extLst>
                </p:cNvPr>
                <p:cNvSpPr/>
                <p:nvPr/>
              </p:nvSpPr>
              <p:spPr>
                <a:xfrm>
                  <a:off x="2768750" y="3384800"/>
                  <a:ext cx="244175" cy="13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" h="5514" extrusionOk="0">
                      <a:moveTo>
                        <a:pt x="7971" y="1387"/>
                      </a:moveTo>
                      <a:cubicBezTo>
                        <a:pt x="8192" y="1387"/>
                        <a:pt x="8349" y="1544"/>
                        <a:pt x="8349" y="1733"/>
                      </a:cubicBezTo>
                      <a:lnTo>
                        <a:pt x="8349" y="3813"/>
                      </a:lnTo>
                      <a:cubicBezTo>
                        <a:pt x="8349" y="4033"/>
                        <a:pt x="8192" y="4191"/>
                        <a:pt x="7971" y="4191"/>
                      </a:cubicBezTo>
                      <a:lnTo>
                        <a:pt x="1765" y="4191"/>
                      </a:lnTo>
                      <a:cubicBezTo>
                        <a:pt x="1576" y="4191"/>
                        <a:pt x="1418" y="4033"/>
                        <a:pt x="1418" y="3813"/>
                      </a:cubicBezTo>
                      <a:lnTo>
                        <a:pt x="1418" y="1733"/>
                      </a:lnTo>
                      <a:cubicBezTo>
                        <a:pt x="1418" y="1544"/>
                        <a:pt x="1576" y="1387"/>
                        <a:pt x="1765" y="1387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lnTo>
                        <a:pt x="32" y="4506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8727" y="5514"/>
                      </a:lnTo>
                      <a:cubicBezTo>
                        <a:pt x="9326" y="5514"/>
                        <a:pt x="9767" y="5041"/>
                        <a:pt x="9767" y="4506"/>
                      </a:cubicBezTo>
                      <a:lnTo>
                        <a:pt x="9767" y="1040"/>
                      </a:lnTo>
                      <a:cubicBezTo>
                        <a:pt x="9767" y="442"/>
                        <a:pt x="9294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6" name="Google Shape;9393;p73">
                  <a:extLst>
                    <a:ext uri="{FF2B5EF4-FFF2-40B4-BE49-F238E27FC236}">
                      <a16:creationId xmlns:a16="http://schemas.microsoft.com/office/drawing/2014/main" id="{EF780235-DC18-F184-BFBB-1E7298C2B9CD}"/>
                    </a:ext>
                  </a:extLst>
                </p:cNvPr>
                <p:cNvSpPr/>
                <p:nvPr/>
              </p:nvSpPr>
              <p:spPr>
                <a:xfrm>
                  <a:off x="3030250" y="3419450"/>
                  <a:ext cx="346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742" extrusionOk="0">
                      <a:moveTo>
                        <a:pt x="0" y="1"/>
                      </a:moveTo>
                      <a:lnTo>
                        <a:pt x="0" y="2742"/>
                      </a:lnTo>
                      <a:lnTo>
                        <a:pt x="1040" y="2742"/>
                      </a:lnTo>
                      <a:cubicBezTo>
                        <a:pt x="1229" y="2742"/>
                        <a:pt x="1386" y="2584"/>
                        <a:pt x="1386" y="2395"/>
                      </a:cubicBezTo>
                      <a:lnTo>
                        <a:pt x="1386" y="347"/>
                      </a:ln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7" name="Google Shape;9394;p73">
                  <a:extLst>
                    <a:ext uri="{FF2B5EF4-FFF2-40B4-BE49-F238E27FC236}">
                      <a16:creationId xmlns:a16="http://schemas.microsoft.com/office/drawing/2014/main" id="{16D4B60E-6AAA-ACD7-DB26-1C25322CDCCA}"/>
                    </a:ext>
                  </a:extLst>
                </p:cNvPr>
                <p:cNvSpPr/>
                <p:nvPr/>
              </p:nvSpPr>
              <p:spPr>
                <a:xfrm>
                  <a:off x="2856175" y="3294225"/>
                  <a:ext cx="1221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931" extrusionOk="0">
                      <a:moveTo>
                        <a:pt x="820" y="0"/>
                      </a:moveTo>
                      <a:cubicBezTo>
                        <a:pt x="316" y="473"/>
                        <a:pt x="0" y="1103"/>
                        <a:pt x="0" y="1828"/>
                      </a:cubicBezTo>
                      <a:lnTo>
                        <a:pt x="0" y="2552"/>
                      </a:lnTo>
                      <a:cubicBezTo>
                        <a:pt x="0" y="2773"/>
                        <a:pt x="158" y="2930"/>
                        <a:pt x="347" y="2930"/>
                      </a:cubicBezTo>
                      <a:lnTo>
                        <a:pt x="4506" y="2930"/>
                      </a:lnTo>
                      <a:cubicBezTo>
                        <a:pt x="4726" y="2930"/>
                        <a:pt x="4884" y="2773"/>
                        <a:pt x="4884" y="2552"/>
                      </a:cubicBezTo>
                      <a:lnTo>
                        <a:pt x="4884" y="1828"/>
                      </a:lnTo>
                      <a:cubicBezTo>
                        <a:pt x="4884" y="1103"/>
                        <a:pt x="4569" y="441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65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oogle Shape;9395;p73">
                <a:extLst>
                  <a:ext uri="{FF2B5EF4-FFF2-40B4-BE49-F238E27FC236}">
                    <a16:creationId xmlns:a16="http://schemas.microsoft.com/office/drawing/2014/main" id="{F346F73C-1795-248D-E992-B9A64255D805}"/>
                  </a:ext>
                </a:extLst>
              </p:cNvPr>
              <p:cNvGrpSpPr/>
              <p:nvPr/>
            </p:nvGrpSpPr>
            <p:grpSpPr>
              <a:xfrm>
                <a:off x="4601244" y="4379003"/>
                <a:ext cx="440694" cy="498458"/>
                <a:chOff x="2786075" y="3591800"/>
                <a:chExt cx="260725" cy="294900"/>
              </a:xfrm>
              <a:grpFill/>
            </p:grpSpPr>
            <p:sp>
              <p:nvSpPr>
                <p:cNvPr id="17595" name="Google Shape;9396;p73">
                  <a:extLst>
                    <a:ext uri="{FF2B5EF4-FFF2-40B4-BE49-F238E27FC236}">
                      <a16:creationId xmlns:a16="http://schemas.microsoft.com/office/drawing/2014/main" id="{717086EE-6990-BDF1-80C9-4B3600534B73}"/>
                    </a:ext>
                  </a:extLst>
                </p:cNvPr>
                <p:cNvSpPr/>
                <p:nvPr/>
              </p:nvSpPr>
              <p:spPr>
                <a:xfrm>
                  <a:off x="2898700" y="36770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6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6" name="Google Shape;9397;p73">
                  <a:extLst>
                    <a:ext uri="{FF2B5EF4-FFF2-40B4-BE49-F238E27FC236}">
                      <a16:creationId xmlns:a16="http://schemas.microsoft.com/office/drawing/2014/main" id="{773F2217-EB6E-692F-9502-83192E232BF4}"/>
                    </a:ext>
                  </a:extLst>
                </p:cNvPr>
                <p:cNvSpPr/>
                <p:nvPr/>
              </p:nvSpPr>
              <p:spPr>
                <a:xfrm>
                  <a:off x="2883750" y="37297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1323" y="1"/>
                      </a:moveTo>
                      <a:cubicBezTo>
                        <a:pt x="693" y="1"/>
                        <a:pt x="189" y="379"/>
                        <a:pt x="0" y="977"/>
                      </a:cubicBezTo>
                      <a:cubicBezTo>
                        <a:pt x="378" y="1198"/>
                        <a:pt x="819" y="1355"/>
                        <a:pt x="1323" y="1355"/>
                      </a:cubicBezTo>
                      <a:cubicBezTo>
                        <a:pt x="1796" y="1355"/>
                        <a:pt x="2269" y="1198"/>
                        <a:pt x="2678" y="977"/>
                      </a:cubicBezTo>
                      <a:cubicBezTo>
                        <a:pt x="2489" y="410"/>
                        <a:pt x="1922" y="1"/>
                        <a:pt x="13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7" name="Google Shape;9398;p73">
                  <a:extLst>
                    <a:ext uri="{FF2B5EF4-FFF2-40B4-BE49-F238E27FC236}">
                      <a16:creationId xmlns:a16="http://schemas.microsoft.com/office/drawing/2014/main" id="{EB995277-A4E1-AF15-F0B6-F0320F9BB8CF}"/>
                    </a:ext>
                  </a:extLst>
                </p:cNvPr>
                <p:cNvSpPr/>
                <p:nvPr/>
              </p:nvSpPr>
              <p:spPr>
                <a:xfrm>
                  <a:off x="2855375" y="3643150"/>
                  <a:ext cx="122125" cy="9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3939" extrusionOk="0">
                      <a:moveTo>
                        <a:pt x="2458" y="0"/>
                      </a:moveTo>
                      <a:cubicBezTo>
                        <a:pt x="1198" y="0"/>
                        <a:pt x="222" y="977"/>
                        <a:pt x="64" y="2079"/>
                      </a:cubicBezTo>
                      <a:cubicBezTo>
                        <a:pt x="1" y="2741"/>
                        <a:pt x="159" y="3371"/>
                        <a:pt x="600" y="3938"/>
                      </a:cubicBezTo>
                      <a:cubicBezTo>
                        <a:pt x="820" y="3529"/>
                        <a:pt x="1135" y="3214"/>
                        <a:pt x="1482" y="3025"/>
                      </a:cubicBezTo>
                      <a:cubicBezTo>
                        <a:pt x="1230" y="2772"/>
                        <a:pt x="1072" y="2426"/>
                        <a:pt x="1072" y="2079"/>
                      </a:cubicBezTo>
                      <a:cubicBezTo>
                        <a:pt x="1072" y="1323"/>
                        <a:pt x="1734" y="693"/>
                        <a:pt x="2458" y="693"/>
                      </a:cubicBezTo>
                      <a:cubicBezTo>
                        <a:pt x="3214" y="693"/>
                        <a:pt x="3845" y="1323"/>
                        <a:pt x="3845" y="2079"/>
                      </a:cubicBezTo>
                      <a:cubicBezTo>
                        <a:pt x="3845" y="2426"/>
                        <a:pt x="3687" y="2772"/>
                        <a:pt x="3435" y="3025"/>
                      </a:cubicBezTo>
                      <a:cubicBezTo>
                        <a:pt x="3845" y="3214"/>
                        <a:pt x="4128" y="3529"/>
                        <a:pt x="4317" y="3938"/>
                      </a:cubicBezTo>
                      <a:cubicBezTo>
                        <a:pt x="4695" y="3466"/>
                        <a:pt x="4853" y="2930"/>
                        <a:pt x="4853" y="2394"/>
                      </a:cubicBezTo>
                      <a:cubicBezTo>
                        <a:pt x="4884" y="1103"/>
                        <a:pt x="3813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8" name="Google Shape;9399;p73">
                  <a:extLst>
                    <a:ext uri="{FF2B5EF4-FFF2-40B4-BE49-F238E27FC236}">
                      <a16:creationId xmlns:a16="http://schemas.microsoft.com/office/drawing/2014/main" id="{51E1ADE3-774A-EB1D-F26E-65F4112AB88B}"/>
                    </a:ext>
                  </a:extLst>
                </p:cNvPr>
                <p:cNvSpPr/>
                <p:nvPr/>
              </p:nvSpPr>
              <p:spPr>
                <a:xfrm>
                  <a:off x="2801050" y="3591800"/>
                  <a:ext cx="229225" cy="25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10340" extrusionOk="0">
                      <a:moveTo>
                        <a:pt x="4679" y="1327"/>
                      </a:moveTo>
                      <a:cubicBezTo>
                        <a:pt x="6369" y="1327"/>
                        <a:pt x="7750" y="2741"/>
                        <a:pt x="7750" y="4448"/>
                      </a:cubicBezTo>
                      <a:cubicBezTo>
                        <a:pt x="7750" y="6244"/>
                        <a:pt x="6301" y="7599"/>
                        <a:pt x="4631" y="7599"/>
                      </a:cubicBezTo>
                      <a:cubicBezTo>
                        <a:pt x="2836" y="7599"/>
                        <a:pt x="1292" y="5961"/>
                        <a:pt x="1575" y="4039"/>
                      </a:cubicBezTo>
                      <a:cubicBezTo>
                        <a:pt x="1764" y="2716"/>
                        <a:pt x="2867" y="1550"/>
                        <a:pt x="4222" y="1361"/>
                      </a:cubicBezTo>
                      <a:cubicBezTo>
                        <a:pt x="4376" y="1338"/>
                        <a:pt x="4529" y="1327"/>
                        <a:pt x="4679" y="1327"/>
                      </a:cubicBezTo>
                      <a:close/>
                      <a:moveTo>
                        <a:pt x="4597" y="0"/>
                      </a:moveTo>
                      <a:cubicBezTo>
                        <a:pt x="4401" y="0"/>
                        <a:pt x="4202" y="13"/>
                        <a:pt x="4001" y="38"/>
                      </a:cubicBezTo>
                      <a:cubicBezTo>
                        <a:pt x="1985" y="290"/>
                        <a:pt x="378" y="1928"/>
                        <a:pt x="158" y="3913"/>
                      </a:cubicBezTo>
                      <a:cubicBezTo>
                        <a:pt x="0" y="5110"/>
                        <a:pt x="315" y="6244"/>
                        <a:pt x="1008" y="7189"/>
                      </a:cubicBezTo>
                      <a:cubicBezTo>
                        <a:pt x="1197" y="7473"/>
                        <a:pt x="1449" y="7756"/>
                        <a:pt x="1670" y="7945"/>
                      </a:cubicBezTo>
                      <a:lnTo>
                        <a:pt x="4411" y="10277"/>
                      </a:lnTo>
                      <a:cubicBezTo>
                        <a:pt x="4474" y="10308"/>
                        <a:pt x="4568" y="10340"/>
                        <a:pt x="4631" y="10340"/>
                      </a:cubicBezTo>
                      <a:cubicBezTo>
                        <a:pt x="4726" y="10340"/>
                        <a:pt x="4789" y="10308"/>
                        <a:pt x="4883" y="10277"/>
                      </a:cubicBezTo>
                      <a:lnTo>
                        <a:pt x="7593" y="7945"/>
                      </a:lnTo>
                      <a:cubicBezTo>
                        <a:pt x="7845" y="7756"/>
                        <a:pt x="8065" y="7473"/>
                        <a:pt x="8254" y="7189"/>
                      </a:cubicBezTo>
                      <a:cubicBezTo>
                        <a:pt x="8853" y="6402"/>
                        <a:pt x="9168" y="5457"/>
                        <a:pt x="9168" y="4480"/>
                      </a:cubicBezTo>
                      <a:cubicBezTo>
                        <a:pt x="9139" y="1996"/>
                        <a:pt x="7104" y="0"/>
                        <a:pt x="45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9" name="Google Shape;9400;p73">
                  <a:extLst>
                    <a:ext uri="{FF2B5EF4-FFF2-40B4-BE49-F238E27FC236}">
                      <a16:creationId xmlns:a16="http://schemas.microsoft.com/office/drawing/2014/main" id="{3728BF86-F4F5-6308-6AFA-16841B562390}"/>
                    </a:ext>
                  </a:extLst>
                </p:cNvPr>
                <p:cNvSpPr/>
                <p:nvPr/>
              </p:nvSpPr>
              <p:spPr>
                <a:xfrm>
                  <a:off x="2786075" y="3800675"/>
                  <a:ext cx="260725" cy="8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3441" extrusionOk="0">
                      <a:moveTo>
                        <a:pt x="1702" y="0"/>
                      </a:moveTo>
                      <a:cubicBezTo>
                        <a:pt x="1576" y="0"/>
                        <a:pt x="1513" y="63"/>
                        <a:pt x="1418" y="189"/>
                      </a:cubicBezTo>
                      <a:lnTo>
                        <a:pt x="32" y="2930"/>
                      </a:lnTo>
                      <a:cubicBezTo>
                        <a:pt x="1" y="3056"/>
                        <a:pt x="1" y="3213"/>
                        <a:pt x="32" y="3308"/>
                      </a:cubicBezTo>
                      <a:cubicBezTo>
                        <a:pt x="95" y="3371"/>
                        <a:pt x="190" y="3434"/>
                        <a:pt x="316" y="3434"/>
                      </a:cubicBezTo>
                      <a:lnTo>
                        <a:pt x="10019" y="3434"/>
                      </a:lnTo>
                      <a:cubicBezTo>
                        <a:pt x="10045" y="3438"/>
                        <a:pt x="10070" y="3440"/>
                        <a:pt x="10093" y="3440"/>
                      </a:cubicBezTo>
                      <a:cubicBezTo>
                        <a:pt x="10241" y="3440"/>
                        <a:pt x="10338" y="3362"/>
                        <a:pt x="10366" y="3308"/>
                      </a:cubicBezTo>
                      <a:cubicBezTo>
                        <a:pt x="10429" y="3182"/>
                        <a:pt x="10429" y="3056"/>
                        <a:pt x="10366" y="2930"/>
                      </a:cubicBezTo>
                      <a:lnTo>
                        <a:pt x="8979" y="189"/>
                      </a:lnTo>
                      <a:cubicBezTo>
                        <a:pt x="8948" y="63"/>
                        <a:pt x="8822" y="32"/>
                        <a:pt x="8696" y="0"/>
                      </a:cubicBezTo>
                      <a:lnTo>
                        <a:pt x="8601" y="95"/>
                      </a:lnTo>
                      <a:lnTo>
                        <a:pt x="5860" y="2426"/>
                      </a:lnTo>
                      <a:cubicBezTo>
                        <a:pt x="5671" y="2583"/>
                        <a:pt x="5451" y="2678"/>
                        <a:pt x="5199" y="2678"/>
                      </a:cubicBezTo>
                      <a:cubicBezTo>
                        <a:pt x="4978" y="2678"/>
                        <a:pt x="4726" y="2583"/>
                        <a:pt x="4537" y="2426"/>
                      </a:cubicBezTo>
                      <a:lnTo>
                        <a:pt x="1828" y="95"/>
                      </a:lnTo>
                      <a:lnTo>
                        <a:pt x="17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8" name="Google Shape;9401;p73">
                <a:extLst>
                  <a:ext uri="{FF2B5EF4-FFF2-40B4-BE49-F238E27FC236}">
                    <a16:creationId xmlns:a16="http://schemas.microsoft.com/office/drawing/2014/main" id="{69B8C2F5-ECBA-5843-7856-6BE40B0E80F3}"/>
                  </a:ext>
                </a:extLst>
              </p:cNvPr>
              <p:cNvGrpSpPr/>
              <p:nvPr/>
            </p:nvGrpSpPr>
            <p:grpSpPr>
              <a:xfrm>
                <a:off x="4659158" y="4984646"/>
                <a:ext cx="324868" cy="500612"/>
                <a:chOff x="2819150" y="3955025"/>
                <a:chExt cx="192200" cy="296175"/>
              </a:xfrm>
              <a:grpFill/>
            </p:grpSpPr>
            <p:sp>
              <p:nvSpPr>
                <p:cNvPr id="17591" name="Google Shape;9402;p73">
                  <a:extLst>
                    <a:ext uri="{FF2B5EF4-FFF2-40B4-BE49-F238E27FC236}">
                      <a16:creationId xmlns:a16="http://schemas.microsoft.com/office/drawing/2014/main" id="{C7CCD5FC-6155-BEB5-8785-AE18A0FD0887}"/>
                    </a:ext>
                  </a:extLst>
                </p:cNvPr>
                <p:cNvSpPr/>
                <p:nvPr/>
              </p:nvSpPr>
              <p:spPr>
                <a:xfrm>
                  <a:off x="2856175" y="40070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1324" y="0"/>
                      </a:moveTo>
                      <a:cubicBezTo>
                        <a:pt x="631" y="0"/>
                        <a:pt x="127" y="725"/>
                        <a:pt x="347" y="1386"/>
                      </a:cubicBezTo>
                      <a:lnTo>
                        <a:pt x="599" y="2080"/>
                      </a:lnTo>
                      <a:lnTo>
                        <a:pt x="379" y="2080"/>
                      </a:lnTo>
                      <a:cubicBezTo>
                        <a:pt x="158" y="2080"/>
                        <a:pt x="0" y="2237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4506" y="2804"/>
                      </a:lnTo>
                      <a:cubicBezTo>
                        <a:pt x="4726" y="2804"/>
                        <a:pt x="4884" y="2647"/>
                        <a:pt x="4884" y="2458"/>
                      </a:cubicBezTo>
                      <a:cubicBezTo>
                        <a:pt x="4884" y="2237"/>
                        <a:pt x="4726" y="2080"/>
                        <a:pt x="4506" y="2080"/>
                      </a:cubicBezTo>
                      <a:lnTo>
                        <a:pt x="4317" y="2080"/>
                      </a:lnTo>
                      <a:lnTo>
                        <a:pt x="4569" y="1386"/>
                      </a:lnTo>
                      <a:cubicBezTo>
                        <a:pt x="4789" y="725"/>
                        <a:pt x="4285" y="0"/>
                        <a:pt x="35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2" name="Google Shape;9403;p73">
                  <a:extLst>
                    <a:ext uri="{FF2B5EF4-FFF2-40B4-BE49-F238E27FC236}">
                      <a16:creationId xmlns:a16="http://schemas.microsoft.com/office/drawing/2014/main" id="{B0A99FA1-8B8D-6B48-113B-FB133EF1581C}"/>
                    </a:ext>
                  </a:extLst>
                </p:cNvPr>
                <p:cNvSpPr/>
                <p:nvPr/>
              </p:nvSpPr>
              <p:spPr>
                <a:xfrm>
                  <a:off x="2819150" y="4180300"/>
                  <a:ext cx="192200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2836" extrusionOk="0">
                      <a:moveTo>
                        <a:pt x="1418" y="0"/>
                      </a:moveTo>
                      <a:cubicBezTo>
                        <a:pt x="1040" y="0"/>
                        <a:pt x="725" y="315"/>
                        <a:pt x="725" y="725"/>
                      </a:cubicBezTo>
                      <a:lnTo>
                        <a:pt x="725" y="1418"/>
                      </a:lnTo>
                      <a:cubicBezTo>
                        <a:pt x="316" y="1418"/>
                        <a:pt x="1" y="1733"/>
                        <a:pt x="1" y="2143"/>
                      </a:cubicBezTo>
                      <a:lnTo>
                        <a:pt x="1" y="2489"/>
                      </a:lnTo>
                      <a:cubicBezTo>
                        <a:pt x="1" y="2678"/>
                        <a:pt x="158" y="2836"/>
                        <a:pt x="379" y="2836"/>
                      </a:cubicBezTo>
                      <a:lnTo>
                        <a:pt x="7310" y="2836"/>
                      </a:lnTo>
                      <a:cubicBezTo>
                        <a:pt x="7530" y="2804"/>
                        <a:pt x="7688" y="2678"/>
                        <a:pt x="7688" y="2489"/>
                      </a:cubicBezTo>
                      <a:lnTo>
                        <a:pt x="7688" y="2143"/>
                      </a:lnTo>
                      <a:cubicBezTo>
                        <a:pt x="7688" y="1733"/>
                        <a:pt x="7373" y="1418"/>
                        <a:pt x="6995" y="1418"/>
                      </a:cubicBezTo>
                      <a:lnTo>
                        <a:pt x="6995" y="725"/>
                      </a:lnTo>
                      <a:cubicBezTo>
                        <a:pt x="6995" y="315"/>
                        <a:pt x="6680" y="0"/>
                        <a:pt x="62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3" name="Google Shape;9404;p73">
                  <a:extLst>
                    <a:ext uri="{FF2B5EF4-FFF2-40B4-BE49-F238E27FC236}">
                      <a16:creationId xmlns:a16="http://schemas.microsoft.com/office/drawing/2014/main" id="{CA318002-F839-B056-947C-BADBE9621506}"/>
                    </a:ext>
                  </a:extLst>
                </p:cNvPr>
                <p:cNvSpPr/>
                <p:nvPr/>
              </p:nvSpPr>
              <p:spPr>
                <a:xfrm>
                  <a:off x="2882950" y="3955025"/>
                  <a:ext cx="685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1419" extrusionOk="0">
                      <a:moveTo>
                        <a:pt x="1355" y="1"/>
                      </a:moveTo>
                      <a:cubicBezTo>
                        <a:pt x="1166" y="1"/>
                        <a:pt x="1009" y="158"/>
                        <a:pt x="1009" y="348"/>
                      </a:cubicBezTo>
                      <a:lnTo>
                        <a:pt x="1009" y="726"/>
                      </a:lnTo>
                      <a:cubicBezTo>
                        <a:pt x="568" y="820"/>
                        <a:pt x="221" y="1072"/>
                        <a:pt x="1" y="1419"/>
                      </a:cubicBezTo>
                      <a:lnTo>
                        <a:pt x="2742" y="1419"/>
                      </a:lnTo>
                      <a:cubicBezTo>
                        <a:pt x="2521" y="1104"/>
                        <a:pt x="2111" y="852"/>
                        <a:pt x="1733" y="726"/>
                      </a:cubicBezTo>
                      <a:lnTo>
                        <a:pt x="1733" y="348"/>
                      </a:lnTo>
                      <a:cubicBezTo>
                        <a:pt x="1670" y="158"/>
                        <a:pt x="1513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4" name="Google Shape;9405;p73">
                  <a:extLst>
                    <a:ext uri="{FF2B5EF4-FFF2-40B4-BE49-F238E27FC236}">
                      <a16:creationId xmlns:a16="http://schemas.microsoft.com/office/drawing/2014/main" id="{0E5F19B2-8574-9229-DF45-19720659BCC7}"/>
                    </a:ext>
                  </a:extLst>
                </p:cNvPr>
                <p:cNvSpPr/>
                <p:nvPr/>
              </p:nvSpPr>
              <p:spPr>
                <a:xfrm>
                  <a:off x="2856975" y="4093650"/>
                  <a:ext cx="11895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8" h="2805" extrusionOk="0">
                      <a:moveTo>
                        <a:pt x="473" y="1"/>
                      </a:moveTo>
                      <a:lnTo>
                        <a:pt x="0" y="2805"/>
                      </a:lnTo>
                      <a:lnTo>
                        <a:pt x="4757" y="2805"/>
                      </a:lnTo>
                      <a:lnTo>
                        <a:pt x="428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9" name="Google Shape;9406;p73">
                <a:extLst>
                  <a:ext uri="{FF2B5EF4-FFF2-40B4-BE49-F238E27FC236}">
                    <a16:creationId xmlns:a16="http://schemas.microsoft.com/office/drawing/2014/main" id="{871CBE50-1A22-E037-B246-0BAF9DD1F9F4}"/>
                  </a:ext>
                </a:extLst>
              </p:cNvPr>
              <p:cNvGrpSpPr/>
              <p:nvPr/>
            </p:nvGrpSpPr>
            <p:grpSpPr>
              <a:xfrm>
                <a:off x="7743692" y="3749212"/>
                <a:ext cx="499261" cy="497951"/>
                <a:chOff x="4629125" y="3235150"/>
                <a:chExt cx="295375" cy="294600"/>
              </a:xfrm>
              <a:grpFill/>
            </p:grpSpPr>
            <p:sp>
              <p:nvSpPr>
                <p:cNvPr id="17586" name="Google Shape;9407;p73">
                  <a:extLst>
                    <a:ext uri="{FF2B5EF4-FFF2-40B4-BE49-F238E27FC236}">
                      <a16:creationId xmlns:a16="http://schemas.microsoft.com/office/drawing/2014/main" id="{3543AA37-583C-0CF0-4B49-AC685A3CC28C}"/>
                    </a:ext>
                  </a:extLst>
                </p:cNvPr>
                <p:cNvSpPr/>
                <p:nvPr/>
              </p:nvSpPr>
              <p:spPr>
                <a:xfrm>
                  <a:off x="4696850" y="33911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64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7" name="Google Shape;9408;p73">
                  <a:extLst>
                    <a:ext uri="{FF2B5EF4-FFF2-40B4-BE49-F238E27FC236}">
                      <a16:creationId xmlns:a16="http://schemas.microsoft.com/office/drawing/2014/main" id="{751A7304-FB16-696C-88BB-2D8E7F01FC3D}"/>
                    </a:ext>
                  </a:extLst>
                </p:cNvPr>
                <p:cNvSpPr/>
                <p:nvPr/>
              </p:nvSpPr>
              <p:spPr>
                <a:xfrm>
                  <a:off x="4680300" y="3443875"/>
                  <a:ext cx="69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773" y="1387"/>
                      </a:lnTo>
                      <a:cubicBezTo>
                        <a:pt x="2773" y="630"/>
                        <a:pt x="2175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8" name="Google Shape;9409;p73">
                  <a:extLst>
                    <a:ext uri="{FF2B5EF4-FFF2-40B4-BE49-F238E27FC236}">
                      <a16:creationId xmlns:a16="http://schemas.microsoft.com/office/drawing/2014/main" id="{3EEBF074-F609-A403-0A01-40E4FE895FE8}"/>
                    </a:ext>
                  </a:extLst>
                </p:cNvPr>
                <p:cNvSpPr/>
                <p:nvPr/>
              </p:nvSpPr>
              <p:spPr>
                <a:xfrm>
                  <a:off x="4629125" y="3339900"/>
                  <a:ext cx="295375" cy="18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7594" extrusionOk="0">
                      <a:moveTo>
                        <a:pt x="10050" y="2080"/>
                      </a:moveTo>
                      <a:cubicBezTo>
                        <a:pt x="10239" y="2080"/>
                        <a:pt x="10397" y="2238"/>
                        <a:pt x="10397" y="2427"/>
                      </a:cubicBezTo>
                      <a:cubicBezTo>
                        <a:pt x="10397" y="2616"/>
                        <a:pt x="10239" y="2773"/>
                        <a:pt x="10050" y="2773"/>
                      </a:cubicBezTo>
                      <a:lnTo>
                        <a:pt x="6553" y="2773"/>
                      </a:lnTo>
                      <a:cubicBezTo>
                        <a:pt x="6333" y="2773"/>
                        <a:pt x="6175" y="2616"/>
                        <a:pt x="6175" y="2427"/>
                      </a:cubicBezTo>
                      <a:cubicBezTo>
                        <a:pt x="6175" y="2238"/>
                        <a:pt x="6333" y="2080"/>
                        <a:pt x="6553" y="2080"/>
                      </a:cubicBezTo>
                      <a:close/>
                      <a:moveTo>
                        <a:pt x="10050" y="3466"/>
                      </a:moveTo>
                      <a:cubicBezTo>
                        <a:pt x="10239" y="3466"/>
                        <a:pt x="10397" y="3624"/>
                        <a:pt x="10397" y="3813"/>
                      </a:cubicBezTo>
                      <a:cubicBezTo>
                        <a:pt x="10397" y="4002"/>
                        <a:pt x="10239" y="4159"/>
                        <a:pt x="10050" y="4159"/>
                      </a:cubicBezTo>
                      <a:lnTo>
                        <a:pt x="6553" y="4159"/>
                      </a:lnTo>
                      <a:cubicBezTo>
                        <a:pt x="6333" y="4159"/>
                        <a:pt x="6175" y="4002"/>
                        <a:pt x="6175" y="3813"/>
                      </a:cubicBezTo>
                      <a:cubicBezTo>
                        <a:pt x="6175" y="3624"/>
                        <a:pt x="6333" y="3466"/>
                        <a:pt x="6553" y="3466"/>
                      </a:cubicBezTo>
                      <a:close/>
                      <a:moveTo>
                        <a:pt x="10050" y="4821"/>
                      </a:moveTo>
                      <a:cubicBezTo>
                        <a:pt x="10239" y="4821"/>
                        <a:pt x="10397" y="4978"/>
                        <a:pt x="10397" y="5199"/>
                      </a:cubicBezTo>
                      <a:cubicBezTo>
                        <a:pt x="10397" y="5388"/>
                        <a:pt x="10239" y="5546"/>
                        <a:pt x="10050" y="5546"/>
                      </a:cubicBezTo>
                      <a:lnTo>
                        <a:pt x="6553" y="5546"/>
                      </a:lnTo>
                      <a:cubicBezTo>
                        <a:pt x="6333" y="5546"/>
                        <a:pt x="6175" y="5388"/>
                        <a:pt x="6175" y="5199"/>
                      </a:cubicBezTo>
                      <a:cubicBezTo>
                        <a:pt x="6175" y="4978"/>
                        <a:pt x="6333" y="4821"/>
                        <a:pt x="6553" y="4821"/>
                      </a:cubicBezTo>
                      <a:close/>
                      <a:moveTo>
                        <a:pt x="3403" y="1418"/>
                      </a:moveTo>
                      <a:cubicBezTo>
                        <a:pt x="4127" y="1418"/>
                        <a:pt x="4757" y="2049"/>
                        <a:pt x="4757" y="2773"/>
                      </a:cubicBezTo>
                      <a:cubicBezTo>
                        <a:pt x="4757" y="3151"/>
                        <a:pt x="4600" y="3498"/>
                        <a:pt x="4379" y="3718"/>
                      </a:cubicBezTo>
                      <a:cubicBezTo>
                        <a:pt x="5009" y="4065"/>
                        <a:pt x="5451" y="4758"/>
                        <a:pt x="5451" y="5546"/>
                      </a:cubicBezTo>
                      <a:lnTo>
                        <a:pt x="5451" y="5892"/>
                      </a:lnTo>
                      <a:lnTo>
                        <a:pt x="5514" y="5892"/>
                      </a:lnTo>
                      <a:cubicBezTo>
                        <a:pt x="5514" y="6081"/>
                        <a:pt x="5356" y="6239"/>
                        <a:pt x="5167" y="6239"/>
                      </a:cubicBezTo>
                      <a:lnTo>
                        <a:pt x="1701" y="6239"/>
                      </a:lnTo>
                      <a:cubicBezTo>
                        <a:pt x="1512" y="6239"/>
                        <a:pt x="1355" y="6081"/>
                        <a:pt x="1355" y="5892"/>
                      </a:cubicBezTo>
                      <a:lnTo>
                        <a:pt x="1355" y="5546"/>
                      </a:lnTo>
                      <a:cubicBezTo>
                        <a:pt x="1355" y="4758"/>
                        <a:pt x="1764" y="4096"/>
                        <a:pt x="2395" y="3718"/>
                      </a:cubicBezTo>
                      <a:cubicBezTo>
                        <a:pt x="2174" y="3498"/>
                        <a:pt x="2016" y="3151"/>
                        <a:pt x="2016" y="2773"/>
                      </a:cubicBezTo>
                      <a:cubicBezTo>
                        <a:pt x="2016" y="2049"/>
                        <a:pt x="2647" y="1418"/>
                        <a:pt x="3403" y="1418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6554"/>
                      </a:lnTo>
                      <a:cubicBezTo>
                        <a:pt x="0" y="7152"/>
                        <a:pt x="473" y="7593"/>
                        <a:pt x="1040" y="7593"/>
                      </a:cubicBezTo>
                      <a:lnTo>
                        <a:pt x="10806" y="7593"/>
                      </a:lnTo>
                      <a:cubicBezTo>
                        <a:pt x="11373" y="7593"/>
                        <a:pt x="11815" y="7121"/>
                        <a:pt x="11815" y="6554"/>
                      </a:cubicBezTo>
                      <a:lnTo>
                        <a:pt x="11815" y="1009"/>
                      </a:lnTo>
                      <a:cubicBezTo>
                        <a:pt x="11783" y="473"/>
                        <a:pt x="11310" y="1"/>
                        <a:pt x="10743" y="1"/>
                      </a:cubicBezTo>
                      <a:lnTo>
                        <a:pt x="7593" y="1"/>
                      </a:lnTo>
                      <a:lnTo>
                        <a:pt x="7593" y="347"/>
                      </a:lnTo>
                      <a:cubicBezTo>
                        <a:pt x="7593" y="946"/>
                        <a:pt x="7120" y="1355"/>
                        <a:pt x="6585" y="1355"/>
                      </a:cubicBezTo>
                      <a:lnTo>
                        <a:pt x="5198" y="1355"/>
                      </a:lnTo>
                      <a:cubicBezTo>
                        <a:pt x="4600" y="1355"/>
                        <a:pt x="4190" y="883"/>
                        <a:pt x="4190" y="347"/>
                      </a:cubicBezTo>
                      <a:lnTo>
                        <a:pt x="419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9" name="Google Shape;9410;p73">
                  <a:extLst>
                    <a:ext uri="{FF2B5EF4-FFF2-40B4-BE49-F238E27FC236}">
                      <a16:creationId xmlns:a16="http://schemas.microsoft.com/office/drawing/2014/main" id="{45E78B23-702F-30BF-1F0D-A3726ACCB546}"/>
                    </a:ext>
                  </a:extLst>
                </p:cNvPr>
                <p:cNvSpPr/>
                <p:nvPr/>
              </p:nvSpPr>
              <p:spPr>
                <a:xfrm>
                  <a:off x="4714975" y="32871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4"/>
                        <a:pt x="315" y="1419"/>
                        <a:pt x="693" y="1419"/>
                      </a:cubicBezTo>
                      <a:lnTo>
                        <a:pt x="1418" y="1419"/>
                      </a:lnTo>
                      <a:lnTo>
                        <a:pt x="1418" y="2458"/>
                      </a:lnTo>
                      <a:cubicBezTo>
                        <a:pt x="1386" y="2647"/>
                        <a:pt x="1544" y="2805"/>
                        <a:pt x="1733" y="2805"/>
                      </a:cubicBezTo>
                      <a:lnTo>
                        <a:pt x="3119" y="2805"/>
                      </a:lnTo>
                      <a:cubicBezTo>
                        <a:pt x="3308" y="2805"/>
                        <a:pt x="3466" y="2647"/>
                        <a:pt x="3466" y="2458"/>
                      </a:cubicBezTo>
                      <a:lnTo>
                        <a:pt x="3466" y="1419"/>
                      </a:lnTo>
                      <a:lnTo>
                        <a:pt x="4159" y="1419"/>
                      </a:lnTo>
                      <a:cubicBezTo>
                        <a:pt x="4568" y="1419"/>
                        <a:pt x="4883" y="1104"/>
                        <a:pt x="4883" y="725"/>
                      </a:cubicBezTo>
                      <a:cubicBezTo>
                        <a:pt x="4883" y="316"/>
                        <a:pt x="4568" y="1"/>
                        <a:pt x="4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0" name="Google Shape;9411;p73">
                  <a:extLst>
                    <a:ext uri="{FF2B5EF4-FFF2-40B4-BE49-F238E27FC236}">
                      <a16:creationId xmlns:a16="http://schemas.microsoft.com/office/drawing/2014/main" id="{2F08716E-9465-D9F8-06A9-F0AA8252315A}"/>
                    </a:ext>
                  </a:extLst>
                </p:cNvPr>
                <p:cNvSpPr/>
                <p:nvPr/>
              </p:nvSpPr>
              <p:spPr>
                <a:xfrm>
                  <a:off x="4732300" y="3235150"/>
                  <a:ext cx="866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419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lnTo>
                        <a:pt x="3466" y="1418"/>
                      </a:lnTo>
                      <a:lnTo>
                        <a:pt x="3466" y="347"/>
                      </a:lnTo>
                      <a:cubicBezTo>
                        <a:pt x="3466" y="158"/>
                        <a:pt x="3308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2" name="Google Shape;9412;p73">
                <a:extLst>
                  <a:ext uri="{FF2B5EF4-FFF2-40B4-BE49-F238E27FC236}">
                    <a16:creationId xmlns:a16="http://schemas.microsoft.com/office/drawing/2014/main" id="{365451BA-E846-9934-BED2-8228672F590F}"/>
                  </a:ext>
                </a:extLst>
              </p:cNvPr>
              <p:cNvGrpSpPr/>
              <p:nvPr/>
            </p:nvGrpSpPr>
            <p:grpSpPr>
              <a:xfrm>
                <a:off x="7743671" y="4378602"/>
                <a:ext cx="499303" cy="499261"/>
                <a:chOff x="4628325" y="3599825"/>
                <a:chExt cx="295400" cy="295375"/>
              </a:xfrm>
              <a:grpFill/>
            </p:grpSpPr>
            <p:sp>
              <p:nvSpPr>
                <p:cNvPr id="17574" name="Google Shape;9413;p73">
                  <a:extLst>
                    <a:ext uri="{FF2B5EF4-FFF2-40B4-BE49-F238E27FC236}">
                      <a16:creationId xmlns:a16="http://schemas.microsoft.com/office/drawing/2014/main" id="{209BAE0A-2C99-93E4-3BD4-78C91E52276B}"/>
                    </a:ext>
                  </a:extLst>
                </p:cNvPr>
                <p:cNvSpPr/>
                <p:nvPr/>
              </p:nvSpPr>
              <p:spPr>
                <a:xfrm>
                  <a:off x="4679525" y="3686450"/>
                  <a:ext cx="173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694" y="3466"/>
                      </a:lnTo>
                      <a:lnTo>
                        <a:pt x="6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5" name="Google Shape;9414;p73">
                  <a:extLst>
                    <a:ext uri="{FF2B5EF4-FFF2-40B4-BE49-F238E27FC236}">
                      <a16:creationId xmlns:a16="http://schemas.microsoft.com/office/drawing/2014/main" id="{C68C2759-A659-4F2D-04E7-DE9720FDE9AF}"/>
                    </a:ext>
                  </a:extLst>
                </p:cNvPr>
                <p:cNvSpPr/>
                <p:nvPr/>
              </p:nvSpPr>
              <p:spPr>
                <a:xfrm>
                  <a:off x="4854375" y="3686450"/>
                  <a:ext cx="181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467" extrusionOk="0">
                      <a:moveTo>
                        <a:pt x="1" y="1"/>
                      </a:moveTo>
                      <a:lnTo>
                        <a:pt x="1" y="3466"/>
                      </a:lnTo>
                      <a:lnTo>
                        <a:pt x="725" y="3466"/>
                      </a:lnTo>
                      <a:lnTo>
                        <a:pt x="72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6" name="Google Shape;9415;p73">
                  <a:extLst>
                    <a:ext uri="{FF2B5EF4-FFF2-40B4-BE49-F238E27FC236}">
                      <a16:creationId xmlns:a16="http://schemas.microsoft.com/office/drawing/2014/main" id="{6DAE875E-C6A8-5179-C47B-B695A9E52B48}"/>
                    </a:ext>
                  </a:extLst>
                </p:cNvPr>
                <p:cNvSpPr/>
                <p:nvPr/>
              </p:nvSpPr>
              <p:spPr>
                <a:xfrm>
                  <a:off x="4679525" y="3790425"/>
                  <a:ext cx="173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694" y="4159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7" name="Google Shape;9416;p73">
                  <a:extLst>
                    <a:ext uri="{FF2B5EF4-FFF2-40B4-BE49-F238E27FC236}">
                      <a16:creationId xmlns:a16="http://schemas.microsoft.com/office/drawing/2014/main" id="{75816142-384D-F899-058F-963DF4A3D6C1}"/>
                    </a:ext>
                  </a:extLst>
                </p:cNvPr>
                <p:cNvSpPr/>
                <p:nvPr/>
              </p:nvSpPr>
              <p:spPr>
                <a:xfrm>
                  <a:off x="4854375" y="3790425"/>
                  <a:ext cx="181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4160" extrusionOk="0">
                      <a:moveTo>
                        <a:pt x="1" y="0"/>
                      </a:moveTo>
                      <a:lnTo>
                        <a:pt x="1" y="4159"/>
                      </a:lnTo>
                      <a:lnTo>
                        <a:pt x="725" y="4159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8" name="Google Shape;9417;p73">
                  <a:extLst>
                    <a:ext uri="{FF2B5EF4-FFF2-40B4-BE49-F238E27FC236}">
                      <a16:creationId xmlns:a16="http://schemas.microsoft.com/office/drawing/2014/main" id="{D3CB09C9-13C5-5968-C301-FB8A0C8A3AEE}"/>
                    </a:ext>
                  </a:extLst>
                </p:cNvPr>
                <p:cNvSpPr/>
                <p:nvPr/>
              </p:nvSpPr>
              <p:spPr>
                <a:xfrm>
                  <a:off x="4628325" y="3686450"/>
                  <a:ext cx="34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3467" extrusionOk="0">
                      <a:moveTo>
                        <a:pt x="1009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2049"/>
                      </a:lnTo>
                      <a:cubicBezTo>
                        <a:pt x="1" y="2427"/>
                        <a:pt x="158" y="2773"/>
                        <a:pt x="442" y="3025"/>
                      </a:cubicBezTo>
                      <a:cubicBezTo>
                        <a:pt x="662" y="3340"/>
                        <a:pt x="1009" y="3466"/>
                        <a:pt x="1387" y="3466"/>
                      </a:cubicBezTo>
                      <a:lnTo>
                        <a:pt x="138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9" name="Google Shape;9418;p73">
                  <a:extLst>
                    <a:ext uri="{FF2B5EF4-FFF2-40B4-BE49-F238E27FC236}">
                      <a16:creationId xmlns:a16="http://schemas.microsoft.com/office/drawing/2014/main" id="{4C408F22-2649-AD07-00AF-474CA64AC285}"/>
                    </a:ext>
                  </a:extLst>
                </p:cNvPr>
                <p:cNvSpPr/>
                <p:nvPr/>
              </p:nvSpPr>
              <p:spPr>
                <a:xfrm>
                  <a:off x="4714975" y="3686450"/>
                  <a:ext cx="1221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4883" y="3466"/>
                      </a:lnTo>
                      <a:lnTo>
                        <a:pt x="488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0" name="Google Shape;9419;p73">
                  <a:extLst>
                    <a:ext uri="{FF2B5EF4-FFF2-40B4-BE49-F238E27FC236}">
                      <a16:creationId xmlns:a16="http://schemas.microsoft.com/office/drawing/2014/main" id="{A909F068-FEB1-2DBB-58A4-1086B7FC9F2C}"/>
                    </a:ext>
                  </a:extLst>
                </p:cNvPr>
                <p:cNvSpPr/>
                <p:nvPr/>
              </p:nvSpPr>
              <p:spPr>
                <a:xfrm>
                  <a:off x="4889025" y="3777825"/>
                  <a:ext cx="34700" cy="1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4695" extrusionOk="0">
                      <a:moveTo>
                        <a:pt x="1387" y="0"/>
                      </a:moveTo>
                      <a:cubicBezTo>
                        <a:pt x="977" y="315"/>
                        <a:pt x="505" y="504"/>
                        <a:pt x="1" y="504"/>
                      </a:cubicBezTo>
                      <a:lnTo>
                        <a:pt x="1" y="4695"/>
                      </a:lnTo>
                      <a:lnTo>
                        <a:pt x="347" y="4695"/>
                      </a:lnTo>
                      <a:cubicBezTo>
                        <a:pt x="946" y="4695"/>
                        <a:pt x="1387" y="4222"/>
                        <a:pt x="1387" y="3655"/>
                      </a:cubicBez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1" name="Google Shape;9420;p73">
                  <a:extLst>
                    <a:ext uri="{FF2B5EF4-FFF2-40B4-BE49-F238E27FC236}">
                      <a16:creationId xmlns:a16="http://schemas.microsoft.com/office/drawing/2014/main" id="{1D3BFB6C-70A8-2CC5-E779-C2F5F4C63D4C}"/>
                    </a:ext>
                  </a:extLst>
                </p:cNvPr>
                <p:cNvSpPr/>
                <p:nvPr/>
              </p:nvSpPr>
              <p:spPr>
                <a:xfrm>
                  <a:off x="4628325" y="3777825"/>
                  <a:ext cx="3467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4664" extrusionOk="0">
                      <a:moveTo>
                        <a:pt x="1" y="0"/>
                      </a:moveTo>
                      <a:lnTo>
                        <a:pt x="1" y="3655"/>
                      </a:lnTo>
                      <a:cubicBezTo>
                        <a:pt x="1" y="4222"/>
                        <a:pt x="442" y="4663"/>
                        <a:pt x="1009" y="4663"/>
                      </a:cubicBezTo>
                      <a:lnTo>
                        <a:pt x="1387" y="4663"/>
                      </a:lnTo>
                      <a:lnTo>
                        <a:pt x="1387" y="504"/>
                      </a:lnTo>
                      <a:cubicBezTo>
                        <a:pt x="851" y="504"/>
                        <a:pt x="379" y="31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2" name="Google Shape;9421;p73">
                  <a:extLst>
                    <a:ext uri="{FF2B5EF4-FFF2-40B4-BE49-F238E27FC236}">
                      <a16:creationId xmlns:a16="http://schemas.microsoft.com/office/drawing/2014/main" id="{A658E1BC-9DE2-27B8-C83F-B1706847E3E8}"/>
                    </a:ext>
                  </a:extLst>
                </p:cNvPr>
                <p:cNvSpPr/>
                <p:nvPr/>
              </p:nvSpPr>
              <p:spPr>
                <a:xfrm>
                  <a:off x="4766950" y="37904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1" y="0"/>
                      </a:moveTo>
                      <a:lnTo>
                        <a:pt x="1" y="347"/>
                      </a:ln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68" y="725"/>
                        <a:pt x="694" y="568"/>
                        <a:pt x="694" y="347"/>
                      </a:cubicBez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3" name="Google Shape;9422;p73">
                  <a:extLst>
                    <a:ext uri="{FF2B5EF4-FFF2-40B4-BE49-F238E27FC236}">
                      <a16:creationId xmlns:a16="http://schemas.microsoft.com/office/drawing/2014/main" id="{846A7FF2-ACB0-D400-1E5E-CC355664392D}"/>
                    </a:ext>
                  </a:extLst>
                </p:cNvPr>
                <p:cNvSpPr/>
                <p:nvPr/>
              </p:nvSpPr>
              <p:spPr>
                <a:xfrm>
                  <a:off x="4889025" y="3686450"/>
                  <a:ext cx="347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3467" extrusionOk="0">
                      <a:moveTo>
                        <a:pt x="1" y="1"/>
                      </a:moveTo>
                      <a:lnTo>
                        <a:pt x="1" y="3466"/>
                      </a:lnTo>
                      <a:cubicBezTo>
                        <a:pt x="347" y="3466"/>
                        <a:pt x="662" y="3340"/>
                        <a:pt x="946" y="3088"/>
                      </a:cubicBezTo>
                      <a:cubicBezTo>
                        <a:pt x="1229" y="2836"/>
                        <a:pt x="1387" y="2458"/>
                        <a:pt x="1387" y="2080"/>
                      </a:cubicBezTo>
                      <a:lnTo>
                        <a:pt x="1387" y="1040"/>
                      </a:lnTo>
                      <a:cubicBezTo>
                        <a:pt x="1387" y="442"/>
                        <a:pt x="91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4" name="Google Shape;9423;p73">
                  <a:extLst>
                    <a:ext uri="{FF2B5EF4-FFF2-40B4-BE49-F238E27FC236}">
                      <a16:creationId xmlns:a16="http://schemas.microsoft.com/office/drawing/2014/main" id="{E6DDD124-976D-1F6C-AF77-F6AF72684250}"/>
                    </a:ext>
                  </a:extLst>
                </p:cNvPr>
                <p:cNvSpPr/>
                <p:nvPr/>
              </p:nvSpPr>
              <p:spPr>
                <a:xfrm>
                  <a:off x="4714975" y="3790425"/>
                  <a:ext cx="1221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4883" y="4159"/>
                      </a:lnTo>
                      <a:lnTo>
                        <a:pt x="4883" y="0"/>
                      </a:lnTo>
                      <a:lnTo>
                        <a:pt x="3466" y="0"/>
                      </a:lnTo>
                      <a:lnTo>
                        <a:pt x="3466" y="347"/>
                      </a:lnTo>
                      <a:cubicBezTo>
                        <a:pt x="3466" y="946"/>
                        <a:pt x="2993" y="1387"/>
                        <a:pt x="2426" y="1387"/>
                      </a:cubicBezTo>
                      <a:cubicBezTo>
                        <a:pt x="1827" y="1387"/>
                        <a:pt x="1418" y="914"/>
                        <a:pt x="1418" y="347"/>
                      </a:cubicBez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5" name="Google Shape;9424;p73">
                  <a:extLst>
                    <a:ext uri="{FF2B5EF4-FFF2-40B4-BE49-F238E27FC236}">
                      <a16:creationId xmlns:a16="http://schemas.microsoft.com/office/drawing/2014/main" id="{9882AE84-2CF9-3B86-5939-D3B4F16BC5C7}"/>
                    </a:ext>
                  </a:extLst>
                </p:cNvPr>
                <p:cNvSpPr/>
                <p:nvPr/>
              </p:nvSpPr>
              <p:spPr>
                <a:xfrm>
                  <a:off x="4714175" y="3599825"/>
                  <a:ext cx="1221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77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lnTo>
                        <a:pt x="1" y="2773"/>
                      </a:lnTo>
                      <a:lnTo>
                        <a:pt x="1355" y="2773"/>
                      </a:lnTo>
                      <a:lnTo>
                        <a:pt x="1355" y="2426"/>
                      </a:lnTo>
                      <a:cubicBezTo>
                        <a:pt x="1355" y="1828"/>
                        <a:pt x="1828" y="1418"/>
                        <a:pt x="2395" y="1418"/>
                      </a:cubicBezTo>
                      <a:cubicBezTo>
                        <a:pt x="2994" y="1418"/>
                        <a:pt x="3403" y="1891"/>
                        <a:pt x="3403" y="2426"/>
                      </a:cubicBezTo>
                      <a:lnTo>
                        <a:pt x="3403" y="2773"/>
                      </a:lnTo>
                      <a:lnTo>
                        <a:pt x="4884" y="2773"/>
                      </a:lnTo>
                      <a:lnTo>
                        <a:pt x="4884" y="2426"/>
                      </a:ln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3" name="Google Shape;9425;p73">
                <a:extLst>
                  <a:ext uri="{FF2B5EF4-FFF2-40B4-BE49-F238E27FC236}">
                    <a16:creationId xmlns:a16="http://schemas.microsoft.com/office/drawing/2014/main" id="{CA9FF8C8-5FD8-CD69-D904-CB5DD56DA91D}"/>
                  </a:ext>
                </a:extLst>
              </p:cNvPr>
              <p:cNvGrpSpPr/>
              <p:nvPr/>
            </p:nvGrpSpPr>
            <p:grpSpPr>
              <a:xfrm>
                <a:off x="7773631" y="4984646"/>
                <a:ext cx="439383" cy="500612"/>
                <a:chOff x="4645650" y="3962900"/>
                <a:chExt cx="259950" cy="296175"/>
              </a:xfrm>
              <a:grpFill/>
            </p:grpSpPr>
            <p:sp>
              <p:nvSpPr>
                <p:cNvPr id="17568" name="Google Shape;9426;p73">
                  <a:extLst>
                    <a:ext uri="{FF2B5EF4-FFF2-40B4-BE49-F238E27FC236}">
                      <a16:creationId xmlns:a16="http://schemas.microsoft.com/office/drawing/2014/main" id="{5FCC2BB8-FE8E-D49F-6844-9563A945476D}"/>
                    </a:ext>
                  </a:extLst>
                </p:cNvPr>
                <p:cNvSpPr/>
                <p:nvPr/>
              </p:nvSpPr>
              <p:spPr>
                <a:xfrm>
                  <a:off x="4853600" y="4155100"/>
                  <a:ext cx="52000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159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1733" y="4159"/>
                      </a:lnTo>
                      <a:cubicBezTo>
                        <a:pt x="1922" y="4159"/>
                        <a:pt x="2079" y="4001"/>
                        <a:pt x="2079" y="3812"/>
                      </a:cubicBezTo>
                      <a:lnTo>
                        <a:pt x="2079" y="1733"/>
                      </a:lnTo>
                      <a:cubicBezTo>
                        <a:pt x="2079" y="788"/>
                        <a:pt x="1292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9" name="Google Shape;9427;p73">
                  <a:extLst>
                    <a:ext uri="{FF2B5EF4-FFF2-40B4-BE49-F238E27FC236}">
                      <a16:creationId xmlns:a16="http://schemas.microsoft.com/office/drawing/2014/main" id="{909913F7-7A29-381D-BE3F-C7A8D813922E}"/>
                    </a:ext>
                  </a:extLst>
                </p:cNvPr>
                <p:cNvSpPr/>
                <p:nvPr/>
              </p:nvSpPr>
              <p:spPr>
                <a:xfrm>
                  <a:off x="4714975" y="4155100"/>
                  <a:ext cx="121300" cy="5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2025" extrusionOk="0">
                      <a:moveTo>
                        <a:pt x="0" y="0"/>
                      </a:moveTo>
                      <a:lnTo>
                        <a:pt x="0" y="1481"/>
                      </a:lnTo>
                      <a:cubicBezTo>
                        <a:pt x="772" y="1843"/>
                        <a:pt x="1599" y="2024"/>
                        <a:pt x="2426" y="2024"/>
                      </a:cubicBezTo>
                      <a:cubicBezTo>
                        <a:pt x="3253" y="2024"/>
                        <a:pt x="4080" y="1843"/>
                        <a:pt x="4852" y="1481"/>
                      </a:cubicBezTo>
                      <a:lnTo>
                        <a:pt x="4852" y="0"/>
                      </a:lnTo>
                      <a:lnTo>
                        <a:pt x="4789" y="0"/>
                      </a:lnTo>
                      <a:cubicBezTo>
                        <a:pt x="4348" y="410"/>
                        <a:pt x="3781" y="693"/>
                        <a:pt x="3119" y="693"/>
                      </a:cubicBezTo>
                      <a:lnTo>
                        <a:pt x="1733" y="693"/>
                      </a:lnTo>
                      <a:cubicBezTo>
                        <a:pt x="1071" y="693"/>
                        <a:pt x="473" y="410"/>
                        <a:pt x="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0" name="Google Shape;9428;p73">
                  <a:extLst>
                    <a:ext uri="{FF2B5EF4-FFF2-40B4-BE49-F238E27FC236}">
                      <a16:creationId xmlns:a16="http://schemas.microsoft.com/office/drawing/2014/main" id="{51A808E4-A639-DA3D-A654-F23829E9B70F}"/>
                    </a:ext>
                  </a:extLst>
                </p:cNvPr>
                <p:cNvSpPr/>
                <p:nvPr/>
              </p:nvSpPr>
              <p:spPr>
                <a:xfrm>
                  <a:off x="4714975" y="4211025"/>
                  <a:ext cx="121300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922" extrusionOk="0">
                      <a:moveTo>
                        <a:pt x="0" y="0"/>
                      </a:moveTo>
                      <a:lnTo>
                        <a:pt x="0" y="1922"/>
                      </a:lnTo>
                      <a:lnTo>
                        <a:pt x="4852" y="1922"/>
                      </a:lnTo>
                      <a:lnTo>
                        <a:pt x="4852" y="0"/>
                      </a:lnTo>
                      <a:cubicBezTo>
                        <a:pt x="4080" y="315"/>
                        <a:pt x="3253" y="473"/>
                        <a:pt x="2426" y="473"/>
                      </a:cubicBezTo>
                      <a:cubicBezTo>
                        <a:pt x="1599" y="473"/>
                        <a:pt x="772" y="31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1" name="Google Shape;9429;p73">
                  <a:extLst>
                    <a:ext uri="{FF2B5EF4-FFF2-40B4-BE49-F238E27FC236}">
                      <a16:creationId xmlns:a16="http://schemas.microsoft.com/office/drawing/2014/main" id="{AAD9F809-EFB2-F088-BBEC-277661503745}"/>
                    </a:ext>
                  </a:extLst>
                </p:cNvPr>
                <p:cNvSpPr/>
                <p:nvPr/>
              </p:nvSpPr>
              <p:spPr>
                <a:xfrm>
                  <a:off x="4645650" y="4154300"/>
                  <a:ext cx="520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4191" extrusionOk="0">
                      <a:moveTo>
                        <a:pt x="1734" y="1"/>
                      </a:moveTo>
                      <a:cubicBezTo>
                        <a:pt x="757" y="32"/>
                        <a:pt x="1" y="757"/>
                        <a:pt x="1" y="1765"/>
                      </a:cubicBezTo>
                      <a:lnTo>
                        <a:pt x="1" y="3844"/>
                      </a:lnTo>
                      <a:cubicBezTo>
                        <a:pt x="1" y="4033"/>
                        <a:pt x="158" y="4191"/>
                        <a:pt x="379" y="4191"/>
                      </a:cubicBezTo>
                      <a:lnTo>
                        <a:pt x="2080" y="4191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2" name="Google Shape;9430;p73">
                  <a:extLst>
                    <a:ext uri="{FF2B5EF4-FFF2-40B4-BE49-F238E27FC236}">
                      <a16:creationId xmlns:a16="http://schemas.microsoft.com/office/drawing/2014/main" id="{F20FE083-6335-F04E-0FA3-3CA3D403483A}"/>
                    </a:ext>
                  </a:extLst>
                </p:cNvPr>
                <p:cNvSpPr/>
                <p:nvPr/>
              </p:nvSpPr>
              <p:spPr>
                <a:xfrm>
                  <a:off x="4722850" y="4049550"/>
                  <a:ext cx="103975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223" extrusionOk="0">
                      <a:moveTo>
                        <a:pt x="2080" y="1"/>
                      </a:moveTo>
                      <a:cubicBezTo>
                        <a:pt x="1765" y="442"/>
                        <a:pt x="1260" y="694"/>
                        <a:pt x="693" y="694"/>
                      </a:cubicBezTo>
                      <a:lnTo>
                        <a:pt x="0" y="694"/>
                      </a:lnTo>
                      <a:lnTo>
                        <a:pt x="0" y="3498"/>
                      </a:lnTo>
                      <a:cubicBezTo>
                        <a:pt x="347" y="3939"/>
                        <a:pt x="851" y="4222"/>
                        <a:pt x="1418" y="4222"/>
                      </a:cubicBezTo>
                      <a:lnTo>
                        <a:pt x="2804" y="4222"/>
                      </a:lnTo>
                      <a:cubicBezTo>
                        <a:pt x="3340" y="4222"/>
                        <a:pt x="3844" y="3939"/>
                        <a:pt x="4159" y="3498"/>
                      </a:cubicBezTo>
                      <a:lnTo>
                        <a:pt x="4159" y="694"/>
                      </a:lnTo>
                      <a:lnTo>
                        <a:pt x="3466" y="694"/>
                      </a:lnTo>
                      <a:cubicBezTo>
                        <a:pt x="2899" y="694"/>
                        <a:pt x="2395" y="442"/>
                        <a:pt x="208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3" name="Google Shape;9431;p73">
                  <a:extLst>
                    <a:ext uri="{FF2B5EF4-FFF2-40B4-BE49-F238E27FC236}">
                      <a16:creationId xmlns:a16="http://schemas.microsoft.com/office/drawing/2014/main" id="{B74C58FC-8B62-A93C-3B11-AB80C294B175}"/>
                    </a:ext>
                  </a:extLst>
                </p:cNvPr>
                <p:cNvSpPr/>
                <p:nvPr/>
              </p:nvSpPr>
              <p:spPr>
                <a:xfrm>
                  <a:off x="4678725" y="3962900"/>
                  <a:ext cx="1906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6" h="6964" extrusionOk="0">
                      <a:moveTo>
                        <a:pt x="3813" y="1"/>
                      </a:moveTo>
                      <a:cubicBezTo>
                        <a:pt x="1734" y="1"/>
                        <a:pt x="1" y="1702"/>
                        <a:pt x="1" y="3813"/>
                      </a:cubicBezTo>
                      <a:lnTo>
                        <a:pt x="1" y="5955"/>
                      </a:lnTo>
                      <a:lnTo>
                        <a:pt x="64" y="5955"/>
                      </a:lnTo>
                      <a:cubicBezTo>
                        <a:pt x="64" y="6522"/>
                        <a:pt x="537" y="6964"/>
                        <a:pt x="1104" y="6964"/>
                      </a:cubicBezTo>
                      <a:lnTo>
                        <a:pt x="1104" y="3813"/>
                      </a:lnTo>
                      <a:cubicBezTo>
                        <a:pt x="1104" y="3624"/>
                        <a:pt x="1261" y="3467"/>
                        <a:pt x="1450" y="3467"/>
                      </a:cubicBezTo>
                      <a:lnTo>
                        <a:pt x="2458" y="3467"/>
                      </a:lnTo>
                      <a:cubicBezTo>
                        <a:pt x="3057" y="3467"/>
                        <a:pt x="3498" y="2994"/>
                        <a:pt x="3498" y="2427"/>
                      </a:cubicBezTo>
                      <a:lnTo>
                        <a:pt x="3498" y="1734"/>
                      </a:lnTo>
                      <a:cubicBezTo>
                        <a:pt x="3498" y="1545"/>
                        <a:pt x="3656" y="1387"/>
                        <a:pt x="3845" y="1387"/>
                      </a:cubicBezTo>
                      <a:cubicBezTo>
                        <a:pt x="4034" y="1387"/>
                        <a:pt x="4191" y="1545"/>
                        <a:pt x="4191" y="1734"/>
                      </a:cubicBezTo>
                      <a:lnTo>
                        <a:pt x="4191" y="2427"/>
                      </a:lnTo>
                      <a:cubicBezTo>
                        <a:pt x="4191" y="3025"/>
                        <a:pt x="4664" y="3467"/>
                        <a:pt x="5231" y="3467"/>
                      </a:cubicBezTo>
                      <a:lnTo>
                        <a:pt x="6239" y="3467"/>
                      </a:lnTo>
                      <a:cubicBezTo>
                        <a:pt x="6459" y="3467"/>
                        <a:pt x="6617" y="3624"/>
                        <a:pt x="6617" y="3813"/>
                      </a:cubicBezTo>
                      <a:lnTo>
                        <a:pt x="6617" y="6964"/>
                      </a:lnTo>
                      <a:cubicBezTo>
                        <a:pt x="7184" y="6964"/>
                        <a:pt x="7625" y="6491"/>
                        <a:pt x="7625" y="5955"/>
                      </a:cubicBezTo>
                      <a:lnTo>
                        <a:pt x="7625" y="3813"/>
                      </a:lnTo>
                      <a:cubicBezTo>
                        <a:pt x="7625" y="1734"/>
                        <a:pt x="5924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4" name="Google Shape;9432;p73">
                <a:extLst>
                  <a:ext uri="{FF2B5EF4-FFF2-40B4-BE49-F238E27FC236}">
                    <a16:creationId xmlns:a16="http://schemas.microsoft.com/office/drawing/2014/main" id="{8FE7A288-1F55-37A0-DD67-99C1A7C90108}"/>
                  </a:ext>
                </a:extLst>
              </p:cNvPr>
              <p:cNvGrpSpPr/>
              <p:nvPr/>
            </p:nvGrpSpPr>
            <p:grpSpPr>
              <a:xfrm>
                <a:off x="10280367" y="4379278"/>
                <a:ext cx="499261" cy="497908"/>
                <a:chOff x="6143725" y="3582500"/>
                <a:chExt cx="295375" cy="294575"/>
              </a:xfrm>
              <a:grpFill/>
            </p:grpSpPr>
            <p:sp>
              <p:nvSpPr>
                <p:cNvPr id="17561" name="Google Shape;9433;p73">
                  <a:extLst>
                    <a:ext uri="{FF2B5EF4-FFF2-40B4-BE49-F238E27FC236}">
                      <a16:creationId xmlns:a16="http://schemas.microsoft.com/office/drawing/2014/main" id="{72C0D6E0-2DCB-AD7E-B5CD-3E07FE38565A}"/>
                    </a:ext>
                  </a:extLst>
                </p:cNvPr>
                <p:cNvSpPr/>
                <p:nvPr/>
              </p:nvSpPr>
              <p:spPr>
                <a:xfrm>
                  <a:off x="6143725" y="3720325"/>
                  <a:ext cx="295375" cy="15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6270" extrusionOk="0">
                      <a:moveTo>
                        <a:pt x="7309" y="1418"/>
                      </a:moveTo>
                      <a:cubicBezTo>
                        <a:pt x="7908" y="1418"/>
                        <a:pt x="8349" y="1891"/>
                        <a:pt x="8349" y="2458"/>
                      </a:cubicBezTo>
                      <a:cubicBezTo>
                        <a:pt x="8349" y="2993"/>
                        <a:pt x="7845" y="3466"/>
                        <a:pt x="7309" y="3466"/>
                      </a:cubicBezTo>
                      <a:lnTo>
                        <a:pt x="4474" y="3466"/>
                      </a:lnTo>
                      <a:cubicBezTo>
                        <a:pt x="3875" y="3466"/>
                        <a:pt x="3434" y="2993"/>
                        <a:pt x="3434" y="2458"/>
                      </a:cubicBezTo>
                      <a:cubicBezTo>
                        <a:pt x="3434" y="1859"/>
                        <a:pt x="3907" y="1418"/>
                        <a:pt x="4474" y="1418"/>
                      </a:cubicBezTo>
                      <a:close/>
                      <a:moveTo>
                        <a:pt x="1008" y="1"/>
                      </a:moveTo>
                      <a:cubicBezTo>
                        <a:pt x="410" y="1"/>
                        <a:pt x="0" y="473"/>
                        <a:pt x="0" y="1040"/>
                      </a:cubicBezTo>
                      <a:lnTo>
                        <a:pt x="0" y="5262"/>
                      </a:lnTo>
                      <a:cubicBezTo>
                        <a:pt x="0" y="5829"/>
                        <a:pt x="473" y="6270"/>
                        <a:pt x="1008" y="6270"/>
                      </a:cubicBezTo>
                      <a:lnTo>
                        <a:pt x="10775" y="6270"/>
                      </a:lnTo>
                      <a:cubicBezTo>
                        <a:pt x="11373" y="6270"/>
                        <a:pt x="11815" y="5797"/>
                        <a:pt x="11815" y="5262"/>
                      </a:cubicBezTo>
                      <a:lnTo>
                        <a:pt x="11815" y="1040"/>
                      </a:lnTo>
                      <a:cubicBezTo>
                        <a:pt x="11783" y="473"/>
                        <a:pt x="11342" y="1"/>
                        <a:pt x="107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2" name="Google Shape;9434;p73">
                  <a:extLst>
                    <a:ext uri="{FF2B5EF4-FFF2-40B4-BE49-F238E27FC236}">
                      <a16:creationId xmlns:a16="http://schemas.microsoft.com/office/drawing/2014/main" id="{33655F89-2388-42FB-2BFA-166A3AB855B4}"/>
                    </a:ext>
                  </a:extLst>
                </p:cNvPr>
                <p:cNvSpPr/>
                <p:nvPr/>
              </p:nvSpPr>
              <p:spPr>
                <a:xfrm>
                  <a:off x="6246900" y="3773100"/>
                  <a:ext cx="882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94" extrusionOk="0">
                      <a:moveTo>
                        <a:pt x="347" y="0"/>
                      </a:moveTo>
                      <a:cubicBezTo>
                        <a:pt x="158" y="0"/>
                        <a:pt x="0" y="126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82" y="693"/>
                      </a:lnTo>
                      <a:cubicBezTo>
                        <a:pt x="3371" y="693"/>
                        <a:pt x="3529" y="536"/>
                        <a:pt x="3529" y="347"/>
                      </a:cubicBezTo>
                      <a:cubicBezTo>
                        <a:pt x="3529" y="126"/>
                        <a:pt x="3371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3" name="Google Shape;9435;p73">
                  <a:extLst>
                    <a:ext uri="{FF2B5EF4-FFF2-40B4-BE49-F238E27FC236}">
                      <a16:creationId xmlns:a16="http://schemas.microsoft.com/office/drawing/2014/main" id="{52E6953E-BDCD-8431-F6DC-D7931CA3022E}"/>
                    </a:ext>
                  </a:extLst>
                </p:cNvPr>
                <p:cNvSpPr/>
                <p:nvPr/>
              </p:nvSpPr>
              <p:spPr>
                <a:xfrm>
                  <a:off x="6161050" y="3582500"/>
                  <a:ext cx="866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387" extrusionOk="0">
                      <a:moveTo>
                        <a:pt x="1008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3466" y="1386"/>
                      </a:lnTo>
                      <a:lnTo>
                        <a:pt x="3466" y="1040"/>
                      </a:lnTo>
                      <a:lnTo>
                        <a:pt x="3434" y="1040"/>
                      </a:lnTo>
                      <a:cubicBezTo>
                        <a:pt x="3434" y="441"/>
                        <a:pt x="2962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4" name="Google Shape;9436;p73">
                  <a:extLst>
                    <a:ext uri="{FF2B5EF4-FFF2-40B4-BE49-F238E27FC236}">
                      <a16:creationId xmlns:a16="http://schemas.microsoft.com/office/drawing/2014/main" id="{AC78BBB0-39F8-99D3-9EDB-1DDC9DD4C409}"/>
                    </a:ext>
                  </a:extLst>
                </p:cNvPr>
                <p:cNvSpPr/>
                <p:nvPr/>
              </p:nvSpPr>
              <p:spPr>
                <a:xfrm>
                  <a:off x="6160250" y="3633675"/>
                  <a:ext cx="866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4" extrusionOk="0">
                      <a:moveTo>
                        <a:pt x="2112" y="726"/>
                      </a:moveTo>
                      <a:cubicBezTo>
                        <a:pt x="2332" y="726"/>
                        <a:pt x="2458" y="883"/>
                        <a:pt x="2458" y="1072"/>
                      </a:cubicBezTo>
                      <a:cubicBezTo>
                        <a:pt x="2458" y="1261"/>
                        <a:pt x="2332" y="1419"/>
                        <a:pt x="2112" y="1419"/>
                      </a:cubicBezTo>
                      <a:lnTo>
                        <a:pt x="1419" y="1419"/>
                      </a:lnTo>
                      <a:cubicBezTo>
                        <a:pt x="1230" y="1419"/>
                        <a:pt x="1072" y="1261"/>
                        <a:pt x="1072" y="1072"/>
                      </a:cubicBezTo>
                      <a:cubicBezTo>
                        <a:pt x="1072" y="883"/>
                        <a:pt x="1230" y="726"/>
                        <a:pt x="1419" y="726"/>
                      </a:cubicBezTo>
                      <a:close/>
                      <a:moveTo>
                        <a:pt x="1" y="1"/>
                      </a:move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5" name="Google Shape;9437;p73">
                  <a:extLst>
                    <a:ext uri="{FF2B5EF4-FFF2-40B4-BE49-F238E27FC236}">
                      <a16:creationId xmlns:a16="http://schemas.microsoft.com/office/drawing/2014/main" id="{F8B21E28-2094-9FE4-C580-E5A286240D67}"/>
                    </a:ext>
                  </a:extLst>
                </p:cNvPr>
                <p:cNvSpPr/>
                <p:nvPr/>
              </p:nvSpPr>
              <p:spPr>
                <a:xfrm>
                  <a:off x="6336675" y="3599025"/>
                  <a:ext cx="858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2774" extrusionOk="0">
                      <a:moveTo>
                        <a:pt x="1986" y="1387"/>
                      </a:moveTo>
                      <a:cubicBezTo>
                        <a:pt x="2206" y="1387"/>
                        <a:pt x="2364" y="1545"/>
                        <a:pt x="2364" y="1765"/>
                      </a:cubicBezTo>
                      <a:cubicBezTo>
                        <a:pt x="2364" y="1954"/>
                        <a:pt x="2206" y="2112"/>
                        <a:pt x="1986" y="2112"/>
                      </a:cubicBezTo>
                      <a:lnTo>
                        <a:pt x="1293" y="2112"/>
                      </a:lnTo>
                      <a:cubicBezTo>
                        <a:pt x="1104" y="2112"/>
                        <a:pt x="946" y="1954"/>
                        <a:pt x="946" y="1765"/>
                      </a:cubicBezTo>
                      <a:cubicBezTo>
                        <a:pt x="946" y="1545"/>
                        <a:pt x="1104" y="1387"/>
                        <a:pt x="1293" y="1387"/>
                      </a:cubicBezTo>
                      <a:close/>
                      <a:moveTo>
                        <a:pt x="1009" y="1"/>
                      </a:moveTo>
                      <a:cubicBezTo>
                        <a:pt x="410" y="1"/>
                        <a:pt x="1" y="473"/>
                        <a:pt x="1" y="1040"/>
                      </a:cubicBezTo>
                      <a:lnTo>
                        <a:pt x="1" y="2773"/>
                      </a:lnTo>
                      <a:lnTo>
                        <a:pt x="3435" y="2773"/>
                      </a:lnTo>
                      <a:lnTo>
                        <a:pt x="3435" y="1040"/>
                      </a:lnTo>
                      <a:lnTo>
                        <a:pt x="3403" y="1040"/>
                      </a:lnTo>
                      <a:cubicBezTo>
                        <a:pt x="3403" y="442"/>
                        <a:pt x="2931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6" name="Google Shape;9438;p73">
                  <a:extLst>
                    <a:ext uri="{FF2B5EF4-FFF2-40B4-BE49-F238E27FC236}">
                      <a16:creationId xmlns:a16="http://schemas.microsoft.com/office/drawing/2014/main" id="{D11781E8-C313-914B-E0E1-FA7EFC88CDE5}"/>
                    </a:ext>
                  </a:extLst>
                </p:cNvPr>
                <p:cNvSpPr/>
                <p:nvPr/>
              </p:nvSpPr>
              <p:spPr>
                <a:xfrm>
                  <a:off x="6335100" y="3686450"/>
                  <a:ext cx="866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3466" y="694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7" name="Google Shape;9439;p73">
                  <a:extLst>
                    <a:ext uri="{FF2B5EF4-FFF2-40B4-BE49-F238E27FC236}">
                      <a16:creationId xmlns:a16="http://schemas.microsoft.com/office/drawing/2014/main" id="{68D33169-8CDB-5828-08EF-4F808ADA2296}"/>
                    </a:ext>
                  </a:extLst>
                </p:cNvPr>
                <p:cNvSpPr/>
                <p:nvPr/>
              </p:nvSpPr>
              <p:spPr>
                <a:xfrm>
                  <a:off x="6264225" y="3617150"/>
                  <a:ext cx="5357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66" extrusionOk="0">
                      <a:moveTo>
                        <a:pt x="1072" y="0"/>
                      </a:moveTo>
                      <a:cubicBezTo>
                        <a:pt x="473" y="0"/>
                        <a:pt x="0" y="441"/>
                        <a:pt x="0" y="1040"/>
                      </a:cubicBezTo>
                      <a:lnTo>
                        <a:pt x="0" y="3466"/>
                      </a:lnTo>
                      <a:lnTo>
                        <a:pt x="2143" y="3466"/>
                      </a:lnTo>
                      <a:lnTo>
                        <a:pt x="2143" y="1040"/>
                      </a:lnTo>
                      <a:cubicBezTo>
                        <a:pt x="2143" y="441"/>
                        <a:pt x="1670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5" name="Google Shape;9440;p73">
                <a:extLst>
                  <a:ext uri="{FF2B5EF4-FFF2-40B4-BE49-F238E27FC236}">
                    <a16:creationId xmlns:a16="http://schemas.microsoft.com/office/drawing/2014/main" id="{50CDE981-A05B-4B9A-9C03-91FA6F089CE8}"/>
                  </a:ext>
                </a:extLst>
              </p:cNvPr>
              <p:cNvGrpSpPr/>
              <p:nvPr/>
            </p:nvGrpSpPr>
            <p:grpSpPr>
              <a:xfrm>
                <a:off x="2037247" y="3747903"/>
                <a:ext cx="501923" cy="500571"/>
                <a:chOff x="1310075" y="3253275"/>
                <a:chExt cx="296950" cy="296150"/>
              </a:xfrm>
              <a:grpFill/>
            </p:grpSpPr>
            <p:sp>
              <p:nvSpPr>
                <p:cNvPr id="17558" name="Google Shape;9441;p73">
                  <a:extLst>
                    <a:ext uri="{FF2B5EF4-FFF2-40B4-BE49-F238E27FC236}">
                      <a16:creationId xmlns:a16="http://schemas.microsoft.com/office/drawing/2014/main" id="{7E72AA58-F23E-9C2F-6B4E-BDEAD3037002}"/>
                    </a:ext>
                  </a:extLst>
                </p:cNvPr>
                <p:cNvSpPr/>
                <p:nvPr/>
              </p:nvSpPr>
              <p:spPr>
                <a:xfrm>
                  <a:off x="1423475" y="33596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9" name="Google Shape;9442;p73">
                  <a:extLst>
                    <a:ext uri="{FF2B5EF4-FFF2-40B4-BE49-F238E27FC236}">
                      <a16:creationId xmlns:a16="http://schemas.microsoft.com/office/drawing/2014/main" id="{62F007EA-4447-7922-F36F-841929C02451}"/>
                    </a:ext>
                  </a:extLst>
                </p:cNvPr>
                <p:cNvSpPr/>
                <p:nvPr/>
              </p:nvSpPr>
              <p:spPr>
                <a:xfrm>
                  <a:off x="1310075" y="3253275"/>
                  <a:ext cx="296950" cy="29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46" extrusionOk="0">
                      <a:moveTo>
                        <a:pt x="5923" y="2111"/>
                      </a:moveTo>
                      <a:cubicBezTo>
                        <a:pt x="8003" y="2111"/>
                        <a:pt x="9735" y="3812"/>
                        <a:pt x="9735" y="5923"/>
                      </a:cubicBezTo>
                      <a:cubicBezTo>
                        <a:pt x="9735" y="8034"/>
                        <a:pt x="8034" y="9767"/>
                        <a:pt x="5923" y="9767"/>
                      </a:cubicBezTo>
                      <a:cubicBezTo>
                        <a:pt x="3844" y="9767"/>
                        <a:pt x="2080" y="8065"/>
                        <a:pt x="2080" y="5923"/>
                      </a:cubicBezTo>
                      <a:cubicBezTo>
                        <a:pt x="2111" y="3844"/>
                        <a:pt x="3844" y="2111"/>
                        <a:pt x="5923" y="2111"/>
                      </a:cubicBezTo>
                      <a:close/>
                      <a:moveTo>
                        <a:pt x="5262" y="0"/>
                      </a:moveTo>
                      <a:cubicBezTo>
                        <a:pt x="5104" y="0"/>
                        <a:pt x="4947" y="95"/>
                        <a:pt x="4884" y="252"/>
                      </a:cubicBezTo>
                      <a:lnTo>
                        <a:pt x="4726" y="1166"/>
                      </a:lnTo>
                      <a:cubicBezTo>
                        <a:pt x="4253" y="1292"/>
                        <a:pt x="3844" y="1481"/>
                        <a:pt x="3434" y="1733"/>
                      </a:cubicBezTo>
                      <a:lnTo>
                        <a:pt x="2678" y="1197"/>
                      </a:lnTo>
                      <a:cubicBezTo>
                        <a:pt x="2641" y="1160"/>
                        <a:pt x="2584" y="1142"/>
                        <a:pt x="2523" y="1142"/>
                      </a:cubicBezTo>
                      <a:cubicBezTo>
                        <a:pt x="2429" y="1142"/>
                        <a:pt x="2326" y="1184"/>
                        <a:pt x="2269" y="1260"/>
                      </a:cubicBezTo>
                      <a:lnTo>
                        <a:pt x="1260" y="2237"/>
                      </a:lnTo>
                      <a:cubicBezTo>
                        <a:pt x="1166" y="2363"/>
                        <a:pt x="1166" y="2552"/>
                        <a:pt x="1229" y="2678"/>
                      </a:cubicBezTo>
                      <a:lnTo>
                        <a:pt x="1733" y="3403"/>
                      </a:lnTo>
                      <a:cubicBezTo>
                        <a:pt x="1512" y="3812"/>
                        <a:pt x="1323" y="4253"/>
                        <a:pt x="1197" y="4726"/>
                      </a:cubicBezTo>
                      <a:lnTo>
                        <a:pt x="284" y="4883"/>
                      </a:lnTo>
                      <a:cubicBezTo>
                        <a:pt x="126" y="4915"/>
                        <a:pt x="0" y="5041"/>
                        <a:pt x="0" y="5230"/>
                      </a:cubicBezTo>
                      <a:lnTo>
                        <a:pt x="0" y="6616"/>
                      </a:lnTo>
                      <a:cubicBezTo>
                        <a:pt x="0" y="6805"/>
                        <a:pt x="126" y="6963"/>
                        <a:pt x="284" y="6963"/>
                      </a:cubicBezTo>
                      <a:lnTo>
                        <a:pt x="1197" y="7120"/>
                      </a:lnTo>
                      <a:cubicBezTo>
                        <a:pt x="1292" y="7593"/>
                        <a:pt x="1512" y="8002"/>
                        <a:pt x="1733" y="8412"/>
                      </a:cubicBezTo>
                      <a:lnTo>
                        <a:pt x="1229" y="9168"/>
                      </a:lnTo>
                      <a:cubicBezTo>
                        <a:pt x="1103" y="9263"/>
                        <a:pt x="1166" y="9483"/>
                        <a:pt x="1260" y="9578"/>
                      </a:cubicBezTo>
                      <a:lnTo>
                        <a:pt x="2269" y="10586"/>
                      </a:lnTo>
                      <a:cubicBezTo>
                        <a:pt x="2321" y="10638"/>
                        <a:pt x="2411" y="10661"/>
                        <a:pt x="2497" y="10661"/>
                      </a:cubicBezTo>
                      <a:cubicBezTo>
                        <a:pt x="2568" y="10661"/>
                        <a:pt x="2636" y="10646"/>
                        <a:pt x="2678" y="10617"/>
                      </a:cubicBezTo>
                      <a:lnTo>
                        <a:pt x="3434" y="10113"/>
                      </a:lnTo>
                      <a:cubicBezTo>
                        <a:pt x="3844" y="10334"/>
                        <a:pt x="4253" y="10554"/>
                        <a:pt x="4726" y="10649"/>
                      </a:cubicBezTo>
                      <a:lnTo>
                        <a:pt x="4884" y="11562"/>
                      </a:lnTo>
                      <a:cubicBezTo>
                        <a:pt x="4947" y="11720"/>
                        <a:pt x="5041" y="11846"/>
                        <a:pt x="5262" y="11846"/>
                      </a:cubicBezTo>
                      <a:lnTo>
                        <a:pt x="6616" y="11846"/>
                      </a:lnTo>
                      <a:cubicBezTo>
                        <a:pt x="6774" y="11846"/>
                        <a:pt x="6931" y="11720"/>
                        <a:pt x="6994" y="11562"/>
                      </a:cubicBezTo>
                      <a:lnTo>
                        <a:pt x="7152" y="10649"/>
                      </a:lnTo>
                      <a:cubicBezTo>
                        <a:pt x="7624" y="10523"/>
                        <a:pt x="8034" y="10334"/>
                        <a:pt x="8444" y="10113"/>
                      </a:cubicBezTo>
                      <a:lnTo>
                        <a:pt x="9200" y="10617"/>
                      </a:lnTo>
                      <a:cubicBezTo>
                        <a:pt x="9242" y="10646"/>
                        <a:pt x="9310" y="10661"/>
                        <a:pt x="9381" y="10661"/>
                      </a:cubicBezTo>
                      <a:cubicBezTo>
                        <a:pt x="9467" y="10661"/>
                        <a:pt x="9557" y="10638"/>
                        <a:pt x="9609" y="10586"/>
                      </a:cubicBezTo>
                      <a:lnTo>
                        <a:pt x="10617" y="9578"/>
                      </a:lnTo>
                      <a:cubicBezTo>
                        <a:pt x="10712" y="9483"/>
                        <a:pt x="10712" y="9263"/>
                        <a:pt x="10649" y="9168"/>
                      </a:cubicBezTo>
                      <a:lnTo>
                        <a:pt x="10145" y="8412"/>
                      </a:lnTo>
                      <a:cubicBezTo>
                        <a:pt x="10365" y="8002"/>
                        <a:pt x="10554" y="7593"/>
                        <a:pt x="10680" y="7120"/>
                      </a:cubicBezTo>
                      <a:lnTo>
                        <a:pt x="11594" y="6963"/>
                      </a:lnTo>
                      <a:cubicBezTo>
                        <a:pt x="11752" y="6900"/>
                        <a:pt x="11878" y="6805"/>
                        <a:pt x="11878" y="6616"/>
                      </a:cubicBezTo>
                      <a:lnTo>
                        <a:pt x="11878" y="5230"/>
                      </a:lnTo>
                      <a:cubicBezTo>
                        <a:pt x="11878" y="5072"/>
                        <a:pt x="11752" y="4915"/>
                        <a:pt x="11594" y="4883"/>
                      </a:cubicBezTo>
                      <a:lnTo>
                        <a:pt x="10680" y="4726"/>
                      </a:lnTo>
                      <a:cubicBezTo>
                        <a:pt x="10554" y="4253"/>
                        <a:pt x="10365" y="3812"/>
                        <a:pt x="10145" y="3403"/>
                      </a:cubicBezTo>
                      <a:lnTo>
                        <a:pt x="10649" y="2678"/>
                      </a:lnTo>
                      <a:cubicBezTo>
                        <a:pt x="10775" y="2552"/>
                        <a:pt x="10712" y="2363"/>
                        <a:pt x="10617" y="2237"/>
                      </a:cubicBezTo>
                      <a:lnTo>
                        <a:pt x="9609" y="1260"/>
                      </a:lnTo>
                      <a:cubicBezTo>
                        <a:pt x="9554" y="1187"/>
                        <a:pt x="9455" y="1156"/>
                        <a:pt x="9364" y="1156"/>
                      </a:cubicBezTo>
                      <a:cubicBezTo>
                        <a:pt x="9300" y="1156"/>
                        <a:pt x="9239" y="1171"/>
                        <a:pt x="9200" y="1197"/>
                      </a:cubicBezTo>
                      <a:lnTo>
                        <a:pt x="8444" y="1733"/>
                      </a:lnTo>
                      <a:cubicBezTo>
                        <a:pt x="8034" y="1481"/>
                        <a:pt x="7624" y="1292"/>
                        <a:pt x="7152" y="1166"/>
                      </a:cubicBezTo>
                      <a:lnTo>
                        <a:pt x="6994" y="252"/>
                      </a:lnTo>
                      <a:cubicBezTo>
                        <a:pt x="6931" y="95"/>
                        <a:pt x="6837" y="0"/>
                        <a:pt x="661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0" name="Google Shape;9443;p73">
                  <a:extLst>
                    <a:ext uri="{FF2B5EF4-FFF2-40B4-BE49-F238E27FC236}">
                      <a16:creationId xmlns:a16="http://schemas.microsoft.com/office/drawing/2014/main" id="{5DC2AB05-1B56-FEA0-8BC0-B10CC05CCE4B}"/>
                    </a:ext>
                  </a:extLst>
                </p:cNvPr>
                <p:cNvSpPr/>
                <p:nvPr/>
              </p:nvSpPr>
              <p:spPr>
                <a:xfrm>
                  <a:off x="1399850" y="3426550"/>
                  <a:ext cx="1166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4" h="2112" extrusionOk="0">
                      <a:moveTo>
                        <a:pt x="725" y="0"/>
                      </a:moveTo>
                      <a:cubicBezTo>
                        <a:pt x="410" y="252"/>
                        <a:pt x="127" y="662"/>
                        <a:pt x="1" y="1103"/>
                      </a:cubicBezTo>
                      <a:cubicBezTo>
                        <a:pt x="599" y="1733"/>
                        <a:pt x="1387" y="2111"/>
                        <a:pt x="2332" y="2111"/>
                      </a:cubicBezTo>
                      <a:cubicBezTo>
                        <a:pt x="3246" y="2111"/>
                        <a:pt x="4065" y="1733"/>
                        <a:pt x="4664" y="1103"/>
                      </a:cubicBezTo>
                      <a:cubicBezTo>
                        <a:pt x="4538" y="662"/>
                        <a:pt x="4254" y="252"/>
                        <a:pt x="3939" y="0"/>
                      </a:cubicBezTo>
                      <a:cubicBezTo>
                        <a:pt x="3561" y="473"/>
                        <a:pt x="2994" y="788"/>
                        <a:pt x="2332" y="788"/>
                      </a:cubicBezTo>
                      <a:cubicBezTo>
                        <a:pt x="1702" y="788"/>
                        <a:pt x="1103" y="473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6" name="Google Shape;9444;p73">
                <a:extLst>
                  <a:ext uri="{FF2B5EF4-FFF2-40B4-BE49-F238E27FC236}">
                    <a16:creationId xmlns:a16="http://schemas.microsoft.com/office/drawing/2014/main" id="{1640DDD4-D4D4-E6DF-6B37-4329B975E335}"/>
                  </a:ext>
                </a:extLst>
              </p:cNvPr>
              <p:cNvSpPr/>
              <p:nvPr/>
            </p:nvSpPr>
            <p:spPr>
              <a:xfrm>
                <a:off x="2039216" y="4379924"/>
                <a:ext cx="497951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2" extrusionOk="0">
                    <a:moveTo>
                      <a:pt x="1040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39"/>
                      <a:pt x="473" y="2048"/>
                      <a:pt x="1040" y="2048"/>
                    </a:cubicBezTo>
                    <a:lnTo>
                      <a:pt x="1386" y="2048"/>
                    </a:lnTo>
                    <a:lnTo>
                      <a:pt x="1386" y="2426"/>
                    </a:lnTo>
                    <a:cubicBezTo>
                      <a:pt x="1386" y="2993"/>
                      <a:pt x="1859" y="3434"/>
                      <a:pt x="2426" y="3434"/>
                    </a:cubicBezTo>
                    <a:lnTo>
                      <a:pt x="5577" y="3434"/>
                    </a:lnTo>
                    <a:lnTo>
                      <a:pt x="5577" y="4159"/>
                    </a:lnTo>
                    <a:lnTo>
                      <a:pt x="4537" y="4159"/>
                    </a:lnTo>
                    <a:cubicBezTo>
                      <a:pt x="3938" y="4159"/>
                      <a:pt x="3466" y="4632"/>
                      <a:pt x="3466" y="5167"/>
                    </a:cubicBezTo>
                    <a:lnTo>
                      <a:pt x="3466" y="6585"/>
                    </a:lnTo>
                    <a:cubicBezTo>
                      <a:pt x="3466" y="7183"/>
                      <a:pt x="3938" y="7625"/>
                      <a:pt x="4537" y="7625"/>
                    </a:cubicBezTo>
                    <a:lnTo>
                      <a:pt x="5577" y="7625"/>
                    </a:lnTo>
                    <a:lnTo>
                      <a:pt x="5577" y="8318"/>
                    </a:lnTo>
                    <a:lnTo>
                      <a:pt x="2426" y="8318"/>
                    </a:lnTo>
                    <a:cubicBezTo>
                      <a:pt x="1828" y="8318"/>
                      <a:pt x="1386" y="8790"/>
                      <a:pt x="1386" y="9357"/>
                    </a:cubicBezTo>
                    <a:lnTo>
                      <a:pt x="1386" y="9704"/>
                    </a:lnTo>
                    <a:lnTo>
                      <a:pt x="1040" y="9704"/>
                    </a:lnTo>
                    <a:cubicBezTo>
                      <a:pt x="441" y="9704"/>
                      <a:pt x="0" y="10176"/>
                      <a:pt x="0" y="10744"/>
                    </a:cubicBezTo>
                    <a:cubicBezTo>
                      <a:pt x="0" y="11311"/>
                      <a:pt x="473" y="11752"/>
                      <a:pt x="1040" y="11752"/>
                    </a:cubicBezTo>
                    <a:lnTo>
                      <a:pt x="2426" y="11752"/>
                    </a:lnTo>
                    <a:cubicBezTo>
                      <a:pt x="2993" y="11752"/>
                      <a:pt x="3434" y="11279"/>
                      <a:pt x="3434" y="10744"/>
                    </a:cubicBezTo>
                    <a:cubicBezTo>
                      <a:pt x="3434" y="10145"/>
                      <a:pt x="2962" y="9704"/>
                      <a:pt x="2426" y="9704"/>
                    </a:cubicBezTo>
                    <a:lnTo>
                      <a:pt x="2048" y="9704"/>
                    </a:lnTo>
                    <a:lnTo>
                      <a:pt x="2048" y="9357"/>
                    </a:lnTo>
                    <a:cubicBezTo>
                      <a:pt x="2048" y="9168"/>
                      <a:pt x="2206" y="9011"/>
                      <a:pt x="2426" y="9011"/>
                    </a:cubicBezTo>
                    <a:lnTo>
                      <a:pt x="5577" y="9011"/>
                    </a:lnTo>
                    <a:lnTo>
                      <a:pt x="5577" y="9704"/>
                    </a:lnTo>
                    <a:lnTo>
                      <a:pt x="5199" y="9704"/>
                    </a:lnTo>
                    <a:cubicBezTo>
                      <a:pt x="4631" y="9704"/>
                      <a:pt x="4190" y="10176"/>
                      <a:pt x="4190" y="10744"/>
                    </a:cubicBezTo>
                    <a:cubicBezTo>
                      <a:pt x="4190" y="11311"/>
                      <a:pt x="4663" y="11752"/>
                      <a:pt x="5199" y="11752"/>
                    </a:cubicBezTo>
                    <a:lnTo>
                      <a:pt x="6585" y="11752"/>
                    </a:lnTo>
                    <a:cubicBezTo>
                      <a:pt x="7183" y="11752"/>
                      <a:pt x="7593" y="11279"/>
                      <a:pt x="7593" y="10744"/>
                    </a:cubicBezTo>
                    <a:cubicBezTo>
                      <a:pt x="7593" y="10145"/>
                      <a:pt x="7120" y="9704"/>
                      <a:pt x="6585" y="9704"/>
                    </a:cubicBezTo>
                    <a:lnTo>
                      <a:pt x="6238" y="9704"/>
                    </a:lnTo>
                    <a:lnTo>
                      <a:pt x="6238" y="9011"/>
                    </a:lnTo>
                    <a:lnTo>
                      <a:pt x="9389" y="9011"/>
                    </a:lnTo>
                    <a:cubicBezTo>
                      <a:pt x="9578" y="9011"/>
                      <a:pt x="9735" y="9168"/>
                      <a:pt x="9735" y="9357"/>
                    </a:cubicBezTo>
                    <a:lnTo>
                      <a:pt x="9735" y="9704"/>
                    </a:lnTo>
                    <a:lnTo>
                      <a:pt x="9389" y="9704"/>
                    </a:lnTo>
                    <a:cubicBezTo>
                      <a:pt x="8790" y="9704"/>
                      <a:pt x="8349" y="10176"/>
                      <a:pt x="8349" y="10744"/>
                    </a:cubicBezTo>
                    <a:cubicBezTo>
                      <a:pt x="8349" y="11311"/>
                      <a:pt x="8822" y="11752"/>
                      <a:pt x="9389" y="11752"/>
                    </a:cubicBezTo>
                    <a:lnTo>
                      <a:pt x="10743" y="11752"/>
                    </a:lnTo>
                    <a:cubicBezTo>
                      <a:pt x="11342" y="11752"/>
                      <a:pt x="11783" y="11279"/>
                      <a:pt x="11783" y="10744"/>
                    </a:cubicBezTo>
                    <a:cubicBezTo>
                      <a:pt x="11783" y="10145"/>
                      <a:pt x="11311" y="9704"/>
                      <a:pt x="10743" y="9704"/>
                    </a:cubicBezTo>
                    <a:lnTo>
                      <a:pt x="10397" y="9704"/>
                    </a:lnTo>
                    <a:lnTo>
                      <a:pt x="10397" y="9357"/>
                    </a:lnTo>
                    <a:cubicBezTo>
                      <a:pt x="10397" y="8759"/>
                      <a:pt x="9924" y="8318"/>
                      <a:pt x="9389" y="8318"/>
                    </a:cubicBezTo>
                    <a:lnTo>
                      <a:pt x="6238" y="8318"/>
                    </a:lnTo>
                    <a:lnTo>
                      <a:pt x="6238" y="7625"/>
                    </a:lnTo>
                    <a:lnTo>
                      <a:pt x="7246" y="7625"/>
                    </a:lnTo>
                    <a:cubicBezTo>
                      <a:pt x="7845" y="7625"/>
                      <a:pt x="8318" y="7152"/>
                      <a:pt x="8318" y="6585"/>
                    </a:cubicBezTo>
                    <a:lnTo>
                      <a:pt x="8318" y="5167"/>
                    </a:lnTo>
                    <a:cubicBezTo>
                      <a:pt x="8318" y="4569"/>
                      <a:pt x="7845" y="4159"/>
                      <a:pt x="7246" y="4159"/>
                    </a:cubicBezTo>
                    <a:lnTo>
                      <a:pt x="6238" y="4159"/>
                    </a:lnTo>
                    <a:lnTo>
                      <a:pt x="6238" y="3434"/>
                    </a:lnTo>
                    <a:lnTo>
                      <a:pt x="9389" y="3434"/>
                    </a:lnTo>
                    <a:cubicBezTo>
                      <a:pt x="9956" y="3434"/>
                      <a:pt x="10397" y="2962"/>
                      <a:pt x="10397" y="2426"/>
                    </a:cubicBezTo>
                    <a:lnTo>
                      <a:pt x="10397" y="2048"/>
                    </a:lnTo>
                    <a:lnTo>
                      <a:pt x="10743" y="2048"/>
                    </a:lnTo>
                    <a:cubicBezTo>
                      <a:pt x="11342" y="2048"/>
                      <a:pt x="11783" y="1576"/>
                      <a:pt x="11783" y="1040"/>
                    </a:cubicBezTo>
                    <a:cubicBezTo>
                      <a:pt x="11783" y="441"/>
                      <a:pt x="11311" y="0"/>
                      <a:pt x="10743" y="0"/>
                    </a:cubicBezTo>
                    <a:lnTo>
                      <a:pt x="9389" y="0"/>
                    </a:lnTo>
                    <a:cubicBezTo>
                      <a:pt x="8790" y="0"/>
                      <a:pt x="8349" y="473"/>
                      <a:pt x="8349" y="1040"/>
                    </a:cubicBezTo>
                    <a:cubicBezTo>
                      <a:pt x="8349" y="1639"/>
                      <a:pt x="8822" y="2048"/>
                      <a:pt x="9389" y="2048"/>
                    </a:cubicBezTo>
                    <a:lnTo>
                      <a:pt x="9735" y="2048"/>
                    </a:lnTo>
                    <a:lnTo>
                      <a:pt x="9735" y="2426"/>
                    </a:lnTo>
                    <a:cubicBezTo>
                      <a:pt x="9735" y="2615"/>
                      <a:pt x="9578" y="2773"/>
                      <a:pt x="9389" y="2773"/>
                    </a:cubicBezTo>
                    <a:lnTo>
                      <a:pt x="6238" y="2773"/>
                    </a:lnTo>
                    <a:lnTo>
                      <a:pt x="6238" y="2048"/>
                    </a:lnTo>
                    <a:lnTo>
                      <a:pt x="6585" y="2048"/>
                    </a:lnTo>
                    <a:cubicBezTo>
                      <a:pt x="7183" y="2048"/>
                      <a:pt x="7593" y="1576"/>
                      <a:pt x="7593" y="1040"/>
                    </a:cubicBezTo>
                    <a:cubicBezTo>
                      <a:pt x="7593" y="441"/>
                      <a:pt x="7120" y="0"/>
                      <a:pt x="6585" y="0"/>
                    </a:cubicBezTo>
                    <a:lnTo>
                      <a:pt x="5199" y="0"/>
                    </a:lnTo>
                    <a:cubicBezTo>
                      <a:pt x="4631" y="0"/>
                      <a:pt x="4190" y="473"/>
                      <a:pt x="4190" y="1040"/>
                    </a:cubicBezTo>
                    <a:cubicBezTo>
                      <a:pt x="4190" y="1639"/>
                      <a:pt x="4663" y="2048"/>
                      <a:pt x="5199" y="2048"/>
                    </a:cubicBezTo>
                    <a:lnTo>
                      <a:pt x="5577" y="2048"/>
                    </a:lnTo>
                    <a:lnTo>
                      <a:pt x="5577" y="2773"/>
                    </a:lnTo>
                    <a:lnTo>
                      <a:pt x="2426" y="2773"/>
                    </a:lnTo>
                    <a:cubicBezTo>
                      <a:pt x="2206" y="2773"/>
                      <a:pt x="2048" y="2615"/>
                      <a:pt x="2048" y="2426"/>
                    </a:cubicBezTo>
                    <a:lnTo>
                      <a:pt x="2048" y="2048"/>
                    </a:lnTo>
                    <a:lnTo>
                      <a:pt x="2426" y="2048"/>
                    </a:lnTo>
                    <a:cubicBezTo>
                      <a:pt x="2993" y="2048"/>
                      <a:pt x="3434" y="1576"/>
                      <a:pt x="3434" y="1040"/>
                    </a:cubicBezTo>
                    <a:cubicBezTo>
                      <a:pt x="3434" y="441"/>
                      <a:pt x="2962" y="0"/>
                      <a:pt x="2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17" name="Google Shape;9445;p73">
                <a:extLst>
                  <a:ext uri="{FF2B5EF4-FFF2-40B4-BE49-F238E27FC236}">
                    <a16:creationId xmlns:a16="http://schemas.microsoft.com/office/drawing/2014/main" id="{50062B59-8207-7100-5398-7543C221B95D}"/>
                  </a:ext>
                </a:extLst>
              </p:cNvPr>
              <p:cNvGrpSpPr/>
              <p:nvPr/>
            </p:nvGrpSpPr>
            <p:grpSpPr>
              <a:xfrm>
                <a:off x="2036572" y="4983505"/>
                <a:ext cx="503276" cy="502894"/>
                <a:chOff x="1310075" y="3980250"/>
                <a:chExt cx="297750" cy="297525"/>
              </a:xfrm>
              <a:grpFill/>
            </p:grpSpPr>
            <p:sp>
              <p:nvSpPr>
                <p:cNvPr id="17554" name="Google Shape;9446;p73">
                  <a:extLst>
                    <a:ext uri="{FF2B5EF4-FFF2-40B4-BE49-F238E27FC236}">
                      <a16:creationId xmlns:a16="http://schemas.microsoft.com/office/drawing/2014/main" id="{E7989AFD-6E6A-2002-19AD-1B821B152171}"/>
                    </a:ext>
                  </a:extLst>
                </p:cNvPr>
                <p:cNvSpPr/>
                <p:nvPr/>
              </p:nvSpPr>
              <p:spPr>
                <a:xfrm>
                  <a:off x="1310075" y="3980250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3844" y="4946"/>
                      </a:moveTo>
                      <a:cubicBezTo>
                        <a:pt x="4033" y="4946"/>
                        <a:pt x="4190" y="5104"/>
                        <a:pt x="4190" y="5293"/>
                      </a:cubicBezTo>
                      <a:lnTo>
                        <a:pt x="4190" y="6679"/>
                      </a:lnTo>
                      <a:cubicBezTo>
                        <a:pt x="4190" y="6868"/>
                        <a:pt x="4033" y="7026"/>
                        <a:pt x="3844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6868"/>
                        <a:pt x="2111" y="6679"/>
                      </a:cubicBezTo>
                      <a:lnTo>
                        <a:pt x="2111" y="5293"/>
                      </a:lnTo>
                      <a:cubicBezTo>
                        <a:pt x="2111" y="5104"/>
                        <a:pt x="2269" y="4946"/>
                        <a:pt x="2458" y="4946"/>
                      </a:cubicBezTo>
                      <a:close/>
                      <a:moveTo>
                        <a:pt x="6616" y="3560"/>
                      </a:moveTo>
                      <a:cubicBezTo>
                        <a:pt x="6837" y="3560"/>
                        <a:pt x="6994" y="3718"/>
                        <a:pt x="6994" y="3907"/>
                      </a:cubicBezTo>
                      <a:lnTo>
                        <a:pt x="6994" y="6679"/>
                      </a:lnTo>
                      <a:cubicBezTo>
                        <a:pt x="6994" y="6868"/>
                        <a:pt x="6837" y="7026"/>
                        <a:pt x="6616" y="7026"/>
                      </a:cubicBezTo>
                      <a:lnTo>
                        <a:pt x="5262" y="7026"/>
                      </a:lnTo>
                      <a:cubicBezTo>
                        <a:pt x="5041" y="7026"/>
                        <a:pt x="4884" y="6868"/>
                        <a:pt x="4884" y="6679"/>
                      </a:cubicBezTo>
                      <a:lnTo>
                        <a:pt x="4884" y="3907"/>
                      </a:lnTo>
                      <a:cubicBezTo>
                        <a:pt x="4884" y="3718"/>
                        <a:pt x="5041" y="3560"/>
                        <a:pt x="5262" y="3560"/>
                      </a:cubicBezTo>
                      <a:close/>
                      <a:moveTo>
                        <a:pt x="9389" y="2174"/>
                      </a:moveTo>
                      <a:cubicBezTo>
                        <a:pt x="9578" y="2174"/>
                        <a:pt x="9735" y="2331"/>
                        <a:pt x="9735" y="2520"/>
                      </a:cubicBezTo>
                      <a:lnTo>
                        <a:pt x="9735" y="6679"/>
                      </a:lnTo>
                      <a:cubicBezTo>
                        <a:pt x="9735" y="6868"/>
                        <a:pt x="9578" y="7026"/>
                        <a:pt x="9389" y="7026"/>
                      </a:cubicBezTo>
                      <a:lnTo>
                        <a:pt x="8003" y="7026"/>
                      </a:lnTo>
                      <a:cubicBezTo>
                        <a:pt x="7813" y="7026"/>
                        <a:pt x="7656" y="6868"/>
                        <a:pt x="7656" y="6679"/>
                      </a:cubicBezTo>
                      <a:lnTo>
                        <a:pt x="7656" y="2520"/>
                      </a:lnTo>
                      <a:cubicBezTo>
                        <a:pt x="7656" y="2331"/>
                        <a:pt x="7813" y="2174"/>
                        <a:pt x="8003" y="2174"/>
                      </a:cubicBezTo>
                      <a:close/>
                      <a:moveTo>
                        <a:pt x="5577" y="8412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412"/>
                      </a:lnTo>
                      <a:close/>
                      <a:moveTo>
                        <a:pt x="6396" y="8412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4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78"/>
                      </a:cubicBezTo>
                      <a:lnTo>
                        <a:pt x="5608" y="725"/>
                      </a:lnTo>
                      <a:lnTo>
                        <a:pt x="347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47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58" y="7719"/>
                        <a:pt x="0" y="7876"/>
                        <a:pt x="0" y="8097"/>
                      </a:cubicBezTo>
                      <a:cubicBezTo>
                        <a:pt x="0" y="8286"/>
                        <a:pt x="158" y="8443"/>
                        <a:pt x="378" y="8443"/>
                      </a:cubicBezTo>
                      <a:lnTo>
                        <a:pt x="4726" y="8443"/>
                      </a:lnTo>
                      <a:lnTo>
                        <a:pt x="3560" y="11436"/>
                      </a:lnTo>
                      <a:cubicBezTo>
                        <a:pt x="3466" y="11625"/>
                        <a:pt x="3560" y="11814"/>
                        <a:pt x="3749" y="11877"/>
                      </a:cubicBezTo>
                      <a:cubicBezTo>
                        <a:pt x="3788" y="11893"/>
                        <a:pt x="3831" y="11901"/>
                        <a:pt x="3876" y="11901"/>
                      </a:cubicBezTo>
                      <a:cubicBezTo>
                        <a:pt x="4016" y="11901"/>
                        <a:pt x="4167" y="11824"/>
                        <a:pt x="4190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44" y="11184"/>
                        <a:pt x="6301" y="11027"/>
                        <a:pt x="6301" y="10838"/>
                      </a:cubicBezTo>
                      <a:lnTo>
                        <a:pt x="6301" y="9830"/>
                      </a:lnTo>
                      <a:lnTo>
                        <a:pt x="6994" y="9830"/>
                      </a:lnTo>
                      <a:lnTo>
                        <a:pt x="7719" y="11657"/>
                      </a:lnTo>
                      <a:cubicBezTo>
                        <a:pt x="7791" y="11824"/>
                        <a:pt x="7916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49" y="11783"/>
                        <a:pt x="8444" y="11594"/>
                        <a:pt x="8349" y="11436"/>
                      </a:cubicBezTo>
                      <a:lnTo>
                        <a:pt x="7183" y="8443"/>
                      </a:lnTo>
                      <a:lnTo>
                        <a:pt x="11531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31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31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31" y="725"/>
                      </a:cubicBezTo>
                      <a:lnTo>
                        <a:pt x="6301" y="725"/>
                      </a:lnTo>
                      <a:lnTo>
                        <a:pt x="6301" y="378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5" name="Google Shape;9447;p73">
                  <a:extLst>
                    <a:ext uri="{FF2B5EF4-FFF2-40B4-BE49-F238E27FC236}">
                      <a16:creationId xmlns:a16="http://schemas.microsoft.com/office/drawing/2014/main" id="{CBAC00B8-657D-2FF1-9E18-D2419B1B075B}"/>
                    </a:ext>
                  </a:extLst>
                </p:cNvPr>
                <p:cNvSpPr/>
                <p:nvPr/>
              </p:nvSpPr>
              <p:spPr>
                <a:xfrm>
                  <a:off x="1449475" y="4086575"/>
                  <a:ext cx="173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080" extrusionOk="0">
                      <a:moveTo>
                        <a:pt x="1" y="0"/>
                      </a:moveTo>
                      <a:lnTo>
                        <a:pt x="1" y="2080"/>
                      </a:lnTo>
                      <a:lnTo>
                        <a:pt x="694" y="2080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6" name="Google Shape;9448;p73">
                  <a:extLst>
                    <a:ext uri="{FF2B5EF4-FFF2-40B4-BE49-F238E27FC236}">
                      <a16:creationId xmlns:a16="http://schemas.microsoft.com/office/drawing/2014/main" id="{6BD7CC99-76BE-6C4A-87DB-A2447996DEAA}"/>
                    </a:ext>
                  </a:extLst>
                </p:cNvPr>
                <p:cNvSpPr/>
                <p:nvPr/>
              </p:nvSpPr>
              <p:spPr>
                <a:xfrm>
                  <a:off x="1380175" y="412122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0" y="0"/>
                      </a:moveTo>
                      <a:lnTo>
                        <a:pt x="0" y="694"/>
                      </a:lnTo>
                      <a:lnTo>
                        <a:pt x="693" y="694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7" name="Google Shape;9449;p73">
                  <a:extLst>
                    <a:ext uri="{FF2B5EF4-FFF2-40B4-BE49-F238E27FC236}">
                      <a16:creationId xmlns:a16="http://schemas.microsoft.com/office/drawing/2014/main" id="{B49C7A6F-2437-888F-C977-AF9853C45148}"/>
                    </a:ext>
                  </a:extLst>
                </p:cNvPr>
                <p:cNvSpPr/>
                <p:nvPr/>
              </p:nvSpPr>
              <p:spPr>
                <a:xfrm>
                  <a:off x="1518800" y="4051925"/>
                  <a:ext cx="181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3466" extrusionOk="0">
                      <a:moveTo>
                        <a:pt x="0" y="0"/>
                      </a:moveTo>
                      <a:lnTo>
                        <a:pt x="0" y="3466"/>
                      </a:lnTo>
                      <a:lnTo>
                        <a:pt x="725" y="346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8" name="Google Shape;9450;p73">
                <a:extLst>
                  <a:ext uri="{FF2B5EF4-FFF2-40B4-BE49-F238E27FC236}">
                    <a16:creationId xmlns:a16="http://schemas.microsoft.com/office/drawing/2014/main" id="{D524502A-B9FE-2776-E963-98D23817776B}"/>
                  </a:ext>
                </a:extLst>
              </p:cNvPr>
              <p:cNvGrpSpPr/>
              <p:nvPr/>
            </p:nvGrpSpPr>
            <p:grpSpPr>
              <a:xfrm>
                <a:off x="5275218" y="3748557"/>
                <a:ext cx="380816" cy="499261"/>
                <a:chOff x="3167275" y="3227275"/>
                <a:chExt cx="225300" cy="295375"/>
              </a:xfrm>
              <a:grpFill/>
            </p:grpSpPr>
            <p:sp>
              <p:nvSpPr>
                <p:cNvPr id="17549" name="Google Shape;9451;p73">
                  <a:extLst>
                    <a:ext uri="{FF2B5EF4-FFF2-40B4-BE49-F238E27FC236}">
                      <a16:creationId xmlns:a16="http://schemas.microsoft.com/office/drawing/2014/main" id="{F296B486-AC8B-58E9-8B10-FBB208094B5E}"/>
                    </a:ext>
                  </a:extLst>
                </p:cNvPr>
                <p:cNvSpPr/>
                <p:nvPr/>
              </p:nvSpPr>
              <p:spPr>
                <a:xfrm>
                  <a:off x="3167275" y="3227275"/>
                  <a:ext cx="2253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2" h="8318" extrusionOk="0">
                      <a:moveTo>
                        <a:pt x="4538" y="1"/>
                      </a:moveTo>
                      <a:cubicBezTo>
                        <a:pt x="2112" y="1"/>
                        <a:pt x="1" y="1985"/>
                        <a:pt x="32" y="4537"/>
                      </a:cubicBezTo>
                      <a:cubicBezTo>
                        <a:pt x="32" y="5860"/>
                        <a:pt x="631" y="7184"/>
                        <a:pt x="1797" y="8066"/>
                      </a:cubicBezTo>
                      <a:cubicBezTo>
                        <a:pt x="1923" y="8192"/>
                        <a:pt x="2017" y="8223"/>
                        <a:pt x="2049" y="8318"/>
                      </a:cubicBezTo>
                      <a:lnTo>
                        <a:pt x="4160" y="8318"/>
                      </a:lnTo>
                      <a:lnTo>
                        <a:pt x="4160" y="6900"/>
                      </a:lnTo>
                      <a:lnTo>
                        <a:pt x="2427" y="6900"/>
                      </a:lnTo>
                      <a:cubicBezTo>
                        <a:pt x="2238" y="6900"/>
                        <a:pt x="2080" y="6743"/>
                        <a:pt x="2080" y="6554"/>
                      </a:cubicBezTo>
                      <a:lnTo>
                        <a:pt x="2080" y="5829"/>
                      </a:lnTo>
                      <a:cubicBezTo>
                        <a:pt x="2080" y="4852"/>
                        <a:pt x="2679" y="4033"/>
                        <a:pt x="3498" y="3624"/>
                      </a:cubicBezTo>
                      <a:cubicBezTo>
                        <a:pt x="3277" y="3403"/>
                        <a:pt x="3151" y="3088"/>
                        <a:pt x="3151" y="2678"/>
                      </a:cubicBezTo>
                      <a:cubicBezTo>
                        <a:pt x="3151" y="1922"/>
                        <a:pt x="3782" y="1292"/>
                        <a:pt x="4538" y="1292"/>
                      </a:cubicBezTo>
                      <a:cubicBezTo>
                        <a:pt x="5262" y="1292"/>
                        <a:pt x="5892" y="1922"/>
                        <a:pt x="5892" y="2678"/>
                      </a:cubicBezTo>
                      <a:cubicBezTo>
                        <a:pt x="5892" y="3025"/>
                        <a:pt x="5735" y="3340"/>
                        <a:pt x="5546" y="3624"/>
                      </a:cubicBezTo>
                      <a:cubicBezTo>
                        <a:pt x="6365" y="4033"/>
                        <a:pt x="6964" y="4852"/>
                        <a:pt x="6964" y="5829"/>
                      </a:cubicBezTo>
                      <a:lnTo>
                        <a:pt x="6964" y="6554"/>
                      </a:lnTo>
                      <a:cubicBezTo>
                        <a:pt x="6964" y="6743"/>
                        <a:pt x="6806" y="6900"/>
                        <a:pt x="6617" y="6900"/>
                      </a:cubicBezTo>
                      <a:lnTo>
                        <a:pt x="4884" y="6900"/>
                      </a:lnTo>
                      <a:lnTo>
                        <a:pt x="4884" y="8318"/>
                      </a:lnTo>
                      <a:lnTo>
                        <a:pt x="6995" y="8318"/>
                      </a:lnTo>
                      <a:cubicBezTo>
                        <a:pt x="7027" y="8286"/>
                        <a:pt x="7121" y="8192"/>
                        <a:pt x="7247" y="8129"/>
                      </a:cubicBezTo>
                      <a:cubicBezTo>
                        <a:pt x="8413" y="7184"/>
                        <a:pt x="9011" y="5829"/>
                        <a:pt x="9011" y="4506"/>
                      </a:cubicBezTo>
                      <a:cubicBezTo>
                        <a:pt x="9011" y="2017"/>
                        <a:pt x="6995" y="1"/>
                        <a:pt x="45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0" name="Google Shape;9452;p73">
                  <a:extLst>
                    <a:ext uri="{FF2B5EF4-FFF2-40B4-BE49-F238E27FC236}">
                      <a16:creationId xmlns:a16="http://schemas.microsoft.com/office/drawing/2014/main" id="{4746372A-60C7-AD2F-D91D-1CC5BEB13867}"/>
                    </a:ext>
                  </a:extLst>
                </p:cNvPr>
                <p:cNvSpPr/>
                <p:nvPr/>
              </p:nvSpPr>
              <p:spPr>
                <a:xfrm>
                  <a:off x="3262600" y="3278475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1" name="Google Shape;9453;p73">
                  <a:extLst>
                    <a:ext uri="{FF2B5EF4-FFF2-40B4-BE49-F238E27FC236}">
                      <a16:creationId xmlns:a16="http://schemas.microsoft.com/office/drawing/2014/main" id="{B85A67F4-8864-3121-8401-D992B08F1AD2}"/>
                    </a:ext>
                  </a:extLst>
                </p:cNvPr>
                <p:cNvSpPr/>
                <p:nvPr/>
              </p:nvSpPr>
              <p:spPr>
                <a:xfrm>
                  <a:off x="3220050" y="3452525"/>
                  <a:ext cx="1213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419" extrusionOk="0">
                      <a:moveTo>
                        <a:pt x="1" y="1"/>
                      </a:moveTo>
                      <a:lnTo>
                        <a:pt x="1" y="347"/>
                      </a:lnTo>
                      <a:cubicBezTo>
                        <a:pt x="1" y="946"/>
                        <a:pt x="473" y="1419"/>
                        <a:pt x="1040" y="1419"/>
                      </a:cubicBezTo>
                      <a:lnTo>
                        <a:pt x="3781" y="1419"/>
                      </a:lnTo>
                      <a:cubicBezTo>
                        <a:pt x="4380" y="1419"/>
                        <a:pt x="4853" y="946"/>
                        <a:pt x="4853" y="347"/>
                      </a:cubicBezTo>
                      <a:lnTo>
                        <a:pt x="485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2" name="Google Shape;9454;p73">
                  <a:extLst>
                    <a:ext uri="{FF2B5EF4-FFF2-40B4-BE49-F238E27FC236}">
                      <a16:creationId xmlns:a16="http://schemas.microsoft.com/office/drawing/2014/main" id="{5C8CC359-1B65-A7BA-5653-0F741F706387}"/>
                    </a:ext>
                  </a:extLst>
                </p:cNvPr>
                <p:cNvSpPr/>
                <p:nvPr/>
              </p:nvSpPr>
              <p:spPr>
                <a:xfrm>
                  <a:off x="3237375" y="3332025"/>
                  <a:ext cx="86675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080" extrusionOk="0">
                      <a:moveTo>
                        <a:pt x="1734" y="1"/>
                      </a:moveTo>
                      <a:cubicBezTo>
                        <a:pt x="789" y="1"/>
                        <a:pt x="1" y="725"/>
                        <a:pt x="1" y="1733"/>
                      </a:cubicBezTo>
                      <a:lnTo>
                        <a:pt x="1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3" name="Google Shape;9455;p73">
                  <a:extLst>
                    <a:ext uri="{FF2B5EF4-FFF2-40B4-BE49-F238E27FC236}">
                      <a16:creationId xmlns:a16="http://schemas.microsoft.com/office/drawing/2014/main" id="{CAB09941-E853-A04C-D3FC-E41125E5E887}"/>
                    </a:ext>
                  </a:extLst>
                </p:cNvPr>
                <p:cNvSpPr/>
                <p:nvPr/>
              </p:nvSpPr>
              <p:spPr>
                <a:xfrm>
                  <a:off x="3237375" y="35053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2" y="1"/>
                      </a:moveTo>
                      <a:cubicBezTo>
                        <a:pt x="1" y="379"/>
                        <a:pt x="284" y="694"/>
                        <a:pt x="694" y="694"/>
                      </a:cubicBezTo>
                      <a:lnTo>
                        <a:pt x="2773" y="694"/>
                      </a:lnTo>
                      <a:cubicBezTo>
                        <a:pt x="3183" y="694"/>
                        <a:pt x="3498" y="379"/>
                        <a:pt x="34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9" name="Google Shape;9456;p73">
                <a:extLst>
                  <a:ext uri="{FF2B5EF4-FFF2-40B4-BE49-F238E27FC236}">
                    <a16:creationId xmlns:a16="http://schemas.microsoft.com/office/drawing/2014/main" id="{F69B2378-0AE2-BC3E-FD29-2E716F623885}"/>
                  </a:ext>
                </a:extLst>
              </p:cNvPr>
              <p:cNvSpPr/>
              <p:nvPr/>
            </p:nvSpPr>
            <p:spPr>
              <a:xfrm>
                <a:off x="5202621" y="4377430"/>
                <a:ext cx="525925" cy="501585"/>
              </a:xfrm>
              <a:custGeom>
                <a:avLst/>
                <a:gdLst/>
                <a:ahLst/>
                <a:cxnLst/>
                <a:rect l="l" t="t" r="r" b="b"/>
                <a:pathLst>
                  <a:path w="12446" h="11870" extrusionOk="0">
                    <a:moveTo>
                      <a:pt x="9421" y="1410"/>
                    </a:moveTo>
                    <a:cubicBezTo>
                      <a:pt x="9775" y="1410"/>
                      <a:pt x="10130" y="1544"/>
                      <a:pt x="10397" y="1812"/>
                    </a:cubicBezTo>
                    <a:cubicBezTo>
                      <a:pt x="10901" y="2316"/>
                      <a:pt x="10901" y="3198"/>
                      <a:pt x="10366" y="3734"/>
                    </a:cubicBezTo>
                    <a:lnTo>
                      <a:pt x="9169" y="4931"/>
                    </a:lnTo>
                    <a:cubicBezTo>
                      <a:pt x="8948" y="5152"/>
                      <a:pt x="8633" y="5278"/>
                      <a:pt x="8318" y="5309"/>
                    </a:cubicBezTo>
                    <a:lnTo>
                      <a:pt x="8476" y="5152"/>
                    </a:lnTo>
                    <a:cubicBezTo>
                      <a:pt x="8854" y="4773"/>
                      <a:pt x="8854" y="4112"/>
                      <a:pt x="8476" y="3702"/>
                    </a:cubicBezTo>
                    <a:cubicBezTo>
                      <a:pt x="8271" y="3513"/>
                      <a:pt x="8003" y="3419"/>
                      <a:pt x="7739" y="3419"/>
                    </a:cubicBezTo>
                    <a:cubicBezTo>
                      <a:pt x="7475" y="3419"/>
                      <a:pt x="7215" y="3513"/>
                      <a:pt x="7026" y="3702"/>
                    </a:cubicBezTo>
                    <a:lnTo>
                      <a:pt x="6869" y="3860"/>
                    </a:lnTo>
                    <a:cubicBezTo>
                      <a:pt x="6900" y="3545"/>
                      <a:pt x="7026" y="3230"/>
                      <a:pt x="7247" y="3009"/>
                    </a:cubicBezTo>
                    <a:lnTo>
                      <a:pt x="8444" y="1812"/>
                    </a:lnTo>
                    <a:cubicBezTo>
                      <a:pt x="8712" y="1544"/>
                      <a:pt x="9066" y="1410"/>
                      <a:pt x="9421" y="1410"/>
                    </a:cubicBezTo>
                    <a:close/>
                    <a:moveTo>
                      <a:pt x="4128" y="6475"/>
                    </a:moveTo>
                    <a:lnTo>
                      <a:pt x="3970" y="6601"/>
                    </a:lnTo>
                    <a:cubicBezTo>
                      <a:pt x="3592" y="7010"/>
                      <a:pt x="3592" y="7672"/>
                      <a:pt x="3970" y="8081"/>
                    </a:cubicBezTo>
                    <a:cubicBezTo>
                      <a:pt x="4175" y="8270"/>
                      <a:pt x="4443" y="8365"/>
                      <a:pt x="4711" y="8365"/>
                    </a:cubicBezTo>
                    <a:cubicBezTo>
                      <a:pt x="4978" y="8365"/>
                      <a:pt x="5246" y="8270"/>
                      <a:pt x="5451" y="8081"/>
                    </a:cubicBezTo>
                    <a:lnTo>
                      <a:pt x="5577" y="7924"/>
                    </a:lnTo>
                    <a:lnTo>
                      <a:pt x="5577" y="7924"/>
                    </a:lnTo>
                    <a:cubicBezTo>
                      <a:pt x="5640" y="8270"/>
                      <a:pt x="5483" y="8586"/>
                      <a:pt x="5231" y="8838"/>
                    </a:cubicBezTo>
                    <a:lnTo>
                      <a:pt x="4065" y="10003"/>
                    </a:lnTo>
                    <a:cubicBezTo>
                      <a:pt x="3781" y="10271"/>
                      <a:pt x="3427" y="10405"/>
                      <a:pt x="3072" y="10405"/>
                    </a:cubicBezTo>
                    <a:cubicBezTo>
                      <a:pt x="2718" y="10405"/>
                      <a:pt x="2364" y="10271"/>
                      <a:pt x="2080" y="10003"/>
                    </a:cubicBezTo>
                    <a:cubicBezTo>
                      <a:pt x="1544" y="9468"/>
                      <a:pt x="1544" y="8586"/>
                      <a:pt x="2080" y="8050"/>
                    </a:cubicBezTo>
                    <a:lnTo>
                      <a:pt x="3277" y="6853"/>
                    </a:lnTo>
                    <a:cubicBezTo>
                      <a:pt x="3498" y="6601"/>
                      <a:pt x="3813" y="6506"/>
                      <a:pt x="4128" y="6475"/>
                    </a:cubicBezTo>
                    <a:close/>
                    <a:moveTo>
                      <a:pt x="9373" y="0"/>
                    </a:moveTo>
                    <a:cubicBezTo>
                      <a:pt x="8665" y="0"/>
                      <a:pt x="7956" y="268"/>
                      <a:pt x="7404" y="804"/>
                    </a:cubicBezTo>
                    <a:lnTo>
                      <a:pt x="6239" y="1970"/>
                    </a:lnTo>
                    <a:cubicBezTo>
                      <a:pt x="5451" y="2757"/>
                      <a:pt x="5199" y="3986"/>
                      <a:pt x="5640" y="4994"/>
                    </a:cubicBezTo>
                    <a:lnTo>
                      <a:pt x="5325" y="5309"/>
                    </a:lnTo>
                    <a:cubicBezTo>
                      <a:pt x="4994" y="5170"/>
                      <a:pt x="4634" y="5100"/>
                      <a:pt x="4270" y="5100"/>
                    </a:cubicBezTo>
                    <a:cubicBezTo>
                      <a:pt x="3562" y="5100"/>
                      <a:pt x="2842" y="5366"/>
                      <a:pt x="2301" y="5908"/>
                    </a:cubicBezTo>
                    <a:lnTo>
                      <a:pt x="1103" y="7105"/>
                    </a:lnTo>
                    <a:cubicBezTo>
                      <a:pt x="1" y="8144"/>
                      <a:pt x="1" y="9940"/>
                      <a:pt x="1103" y="11043"/>
                    </a:cubicBezTo>
                    <a:cubicBezTo>
                      <a:pt x="1655" y="11594"/>
                      <a:pt x="2364" y="11870"/>
                      <a:pt x="3072" y="11870"/>
                    </a:cubicBezTo>
                    <a:cubicBezTo>
                      <a:pt x="3781" y="11870"/>
                      <a:pt x="4490" y="11594"/>
                      <a:pt x="5041" y="11043"/>
                    </a:cubicBezTo>
                    <a:lnTo>
                      <a:pt x="6239" y="9846"/>
                    </a:lnTo>
                    <a:cubicBezTo>
                      <a:pt x="7026" y="9058"/>
                      <a:pt x="7247" y="7829"/>
                      <a:pt x="6806" y="6821"/>
                    </a:cubicBezTo>
                    <a:lnTo>
                      <a:pt x="7121" y="6506"/>
                    </a:lnTo>
                    <a:cubicBezTo>
                      <a:pt x="7473" y="6656"/>
                      <a:pt x="7840" y="6729"/>
                      <a:pt x="8204" y="6729"/>
                    </a:cubicBezTo>
                    <a:cubicBezTo>
                      <a:pt x="8914" y="6729"/>
                      <a:pt x="9614" y="6449"/>
                      <a:pt x="10177" y="5908"/>
                    </a:cubicBezTo>
                    <a:lnTo>
                      <a:pt x="11342" y="4742"/>
                    </a:lnTo>
                    <a:cubicBezTo>
                      <a:pt x="12445" y="3639"/>
                      <a:pt x="12445" y="1907"/>
                      <a:pt x="11342" y="804"/>
                    </a:cubicBezTo>
                    <a:cubicBezTo>
                      <a:pt x="10791" y="268"/>
                      <a:pt x="10082" y="0"/>
                      <a:pt x="9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20" name="Google Shape;9457;p73">
                <a:extLst>
                  <a:ext uri="{FF2B5EF4-FFF2-40B4-BE49-F238E27FC236}">
                    <a16:creationId xmlns:a16="http://schemas.microsoft.com/office/drawing/2014/main" id="{28EC3719-B00B-AB18-1E7C-ADD81100BFEC}"/>
                  </a:ext>
                </a:extLst>
              </p:cNvPr>
              <p:cNvGrpSpPr/>
              <p:nvPr/>
            </p:nvGrpSpPr>
            <p:grpSpPr>
              <a:xfrm>
                <a:off x="5213987" y="4985299"/>
                <a:ext cx="503276" cy="499303"/>
                <a:chOff x="3133425" y="3955025"/>
                <a:chExt cx="297750" cy="295400"/>
              </a:xfrm>
              <a:grpFill/>
            </p:grpSpPr>
            <p:sp>
              <p:nvSpPr>
                <p:cNvPr id="17546" name="Google Shape;9458;p73">
                  <a:extLst>
                    <a:ext uri="{FF2B5EF4-FFF2-40B4-BE49-F238E27FC236}">
                      <a16:creationId xmlns:a16="http://schemas.microsoft.com/office/drawing/2014/main" id="{43F2E8D9-6484-438A-8499-ED54D76C78ED}"/>
                    </a:ext>
                  </a:extLst>
                </p:cNvPr>
                <p:cNvSpPr/>
                <p:nvPr/>
              </p:nvSpPr>
              <p:spPr>
                <a:xfrm>
                  <a:off x="3133425" y="4058225"/>
                  <a:ext cx="297750" cy="1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688" extrusionOk="0">
                      <a:moveTo>
                        <a:pt x="5923" y="0"/>
                      </a:moveTo>
                      <a:cubicBezTo>
                        <a:pt x="5325" y="0"/>
                        <a:pt x="4821" y="347"/>
                        <a:pt x="4631" y="914"/>
                      </a:cubicBezTo>
                      <a:cubicBezTo>
                        <a:pt x="4505" y="1166"/>
                        <a:pt x="4505" y="1449"/>
                        <a:pt x="4568" y="1764"/>
                      </a:cubicBezTo>
                      <a:cubicBezTo>
                        <a:pt x="4884" y="1922"/>
                        <a:pt x="5199" y="2016"/>
                        <a:pt x="5577" y="2048"/>
                      </a:cubicBezTo>
                      <a:lnTo>
                        <a:pt x="5577" y="2741"/>
                      </a:lnTo>
                      <a:lnTo>
                        <a:pt x="2458" y="2741"/>
                      </a:lnTo>
                      <a:cubicBezTo>
                        <a:pt x="1859" y="2741"/>
                        <a:pt x="1418" y="3214"/>
                        <a:pt x="1418" y="3781"/>
                      </a:cubicBezTo>
                      <a:lnTo>
                        <a:pt x="1418" y="4190"/>
                      </a:lnTo>
                      <a:cubicBezTo>
                        <a:pt x="630" y="4316"/>
                        <a:pt x="0" y="5041"/>
                        <a:pt x="0" y="5891"/>
                      </a:cubicBezTo>
                      <a:cubicBezTo>
                        <a:pt x="0" y="6837"/>
                        <a:pt x="788" y="7687"/>
                        <a:pt x="1765" y="7687"/>
                      </a:cubicBezTo>
                      <a:cubicBezTo>
                        <a:pt x="2710" y="7687"/>
                        <a:pt x="3497" y="6900"/>
                        <a:pt x="3497" y="5891"/>
                      </a:cubicBezTo>
                      <a:cubicBezTo>
                        <a:pt x="3497" y="5072"/>
                        <a:pt x="2930" y="4316"/>
                        <a:pt x="2143" y="4190"/>
                      </a:cubicBezTo>
                      <a:lnTo>
                        <a:pt x="2143" y="3781"/>
                      </a:lnTo>
                      <a:cubicBezTo>
                        <a:pt x="2143" y="3592"/>
                        <a:pt x="2300" y="3434"/>
                        <a:pt x="2489" y="3434"/>
                      </a:cubicBezTo>
                      <a:lnTo>
                        <a:pt x="5608" y="3434"/>
                      </a:lnTo>
                      <a:lnTo>
                        <a:pt x="5608" y="4127"/>
                      </a:lnTo>
                      <a:cubicBezTo>
                        <a:pt x="4821" y="4285"/>
                        <a:pt x="4222" y="5009"/>
                        <a:pt x="4222" y="5860"/>
                      </a:cubicBezTo>
                      <a:cubicBezTo>
                        <a:pt x="4222" y="6805"/>
                        <a:pt x="5010" y="7656"/>
                        <a:pt x="5955" y="7656"/>
                      </a:cubicBezTo>
                      <a:cubicBezTo>
                        <a:pt x="6900" y="7656"/>
                        <a:pt x="7687" y="6868"/>
                        <a:pt x="7687" y="5860"/>
                      </a:cubicBezTo>
                      <a:cubicBezTo>
                        <a:pt x="7687" y="5041"/>
                        <a:pt x="7089" y="4285"/>
                        <a:pt x="6301" y="4127"/>
                      </a:cubicBezTo>
                      <a:lnTo>
                        <a:pt x="6301" y="3434"/>
                      </a:lnTo>
                      <a:lnTo>
                        <a:pt x="9452" y="3434"/>
                      </a:lnTo>
                      <a:cubicBezTo>
                        <a:pt x="9641" y="3434"/>
                        <a:pt x="9798" y="3592"/>
                        <a:pt x="9798" y="3781"/>
                      </a:cubicBezTo>
                      <a:lnTo>
                        <a:pt x="9798" y="4190"/>
                      </a:lnTo>
                      <a:cubicBezTo>
                        <a:pt x="9011" y="4316"/>
                        <a:pt x="8444" y="5041"/>
                        <a:pt x="8444" y="5891"/>
                      </a:cubicBezTo>
                      <a:cubicBezTo>
                        <a:pt x="8444" y="6837"/>
                        <a:pt x="9231" y="7687"/>
                        <a:pt x="10176" y="7687"/>
                      </a:cubicBezTo>
                      <a:cubicBezTo>
                        <a:pt x="11121" y="7687"/>
                        <a:pt x="11909" y="6900"/>
                        <a:pt x="11909" y="5891"/>
                      </a:cubicBezTo>
                      <a:cubicBezTo>
                        <a:pt x="11783" y="5135"/>
                        <a:pt x="11185" y="4379"/>
                        <a:pt x="10397" y="4222"/>
                      </a:cubicBezTo>
                      <a:lnTo>
                        <a:pt x="10397" y="3812"/>
                      </a:lnTo>
                      <a:cubicBezTo>
                        <a:pt x="10397" y="3245"/>
                        <a:pt x="9924" y="2804"/>
                        <a:pt x="9389" y="2804"/>
                      </a:cubicBezTo>
                      <a:lnTo>
                        <a:pt x="6238" y="2804"/>
                      </a:lnTo>
                      <a:lnTo>
                        <a:pt x="6238" y="2079"/>
                      </a:lnTo>
                      <a:cubicBezTo>
                        <a:pt x="6585" y="2048"/>
                        <a:pt x="6900" y="1922"/>
                        <a:pt x="7215" y="1827"/>
                      </a:cubicBezTo>
                      <a:cubicBezTo>
                        <a:pt x="7341" y="1418"/>
                        <a:pt x="7246" y="977"/>
                        <a:pt x="7057" y="630"/>
                      </a:cubicBezTo>
                      <a:cubicBezTo>
                        <a:pt x="6774" y="221"/>
                        <a:pt x="6396" y="0"/>
                        <a:pt x="59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7" name="Google Shape;9459;p73">
                  <a:extLst>
                    <a:ext uri="{FF2B5EF4-FFF2-40B4-BE49-F238E27FC236}">
                      <a16:creationId xmlns:a16="http://schemas.microsoft.com/office/drawing/2014/main" id="{EBE77CC2-A888-677D-BEC0-1663DE4E183A}"/>
                    </a:ext>
                  </a:extLst>
                </p:cNvPr>
                <p:cNvSpPr/>
                <p:nvPr/>
              </p:nvSpPr>
              <p:spPr>
                <a:xfrm>
                  <a:off x="3263375" y="40070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284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8" name="Google Shape;9460;p73">
                  <a:extLst>
                    <a:ext uri="{FF2B5EF4-FFF2-40B4-BE49-F238E27FC236}">
                      <a16:creationId xmlns:a16="http://schemas.microsoft.com/office/drawing/2014/main" id="{6D55C2A5-D71B-64CF-5DAA-8DA768213113}"/>
                    </a:ext>
                  </a:extLst>
                </p:cNvPr>
                <p:cNvSpPr/>
                <p:nvPr/>
              </p:nvSpPr>
              <p:spPr>
                <a:xfrm>
                  <a:off x="3203525" y="3955025"/>
                  <a:ext cx="155175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5420" extrusionOk="0">
                      <a:moveTo>
                        <a:pt x="3119" y="1"/>
                      </a:moveTo>
                      <a:cubicBezTo>
                        <a:pt x="1386" y="1"/>
                        <a:pt x="0" y="1387"/>
                        <a:pt x="0" y="3120"/>
                      </a:cubicBezTo>
                      <a:cubicBezTo>
                        <a:pt x="0" y="4002"/>
                        <a:pt x="410" y="4853"/>
                        <a:pt x="1071" y="5420"/>
                      </a:cubicBezTo>
                      <a:cubicBezTo>
                        <a:pt x="1071" y="5231"/>
                        <a:pt x="1103" y="5042"/>
                        <a:pt x="1197" y="4853"/>
                      </a:cubicBezTo>
                      <a:cubicBezTo>
                        <a:pt x="1323" y="4380"/>
                        <a:pt x="1701" y="3971"/>
                        <a:pt x="2111" y="3750"/>
                      </a:cubicBezTo>
                      <a:cubicBezTo>
                        <a:pt x="1890" y="3498"/>
                        <a:pt x="1733" y="3151"/>
                        <a:pt x="1733" y="2805"/>
                      </a:cubicBezTo>
                      <a:cubicBezTo>
                        <a:pt x="1733" y="2049"/>
                        <a:pt x="2363" y="1419"/>
                        <a:pt x="3119" y="1419"/>
                      </a:cubicBezTo>
                      <a:cubicBezTo>
                        <a:pt x="3844" y="1419"/>
                        <a:pt x="4474" y="2049"/>
                        <a:pt x="4474" y="2805"/>
                      </a:cubicBezTo>
                      <a:cubicBezTo>
                        <a:pt x="4474" y="3151"/>
                        <a:pt x="4348" y="3498"/>
                        <a:pt x="4096" y="3750"/>
                      </a:cubicBezTo>
                      <a:cubicBezTo>
                        <a:pt x="4379" y="3876"/>
                        <a:pt x="4600" y="4097"/>
                        <a:pt x="4789" y="4380"/>
                      </a:cubicBezTo>
                      <a:cubicBezTo>
                        <a:pt x="5009" y="4695"/>
                        <a:pt x="5135" y="5042"/>
                        <a:pt x="5167" y="5420"/>
                      </a:cubicBezTo>
                      <a:cubicBezTo>
                        <a:pt x="5797" y="4853"/>
                        <a:pt x="6207" y="4065"/>
                        <a:pt x="6207" y="3120"/>
                      </a:cubicBezTo>
                      <a:cubicBezTo>
                        <a:pt x="6207" y="1387"/>
                        <a:pt x="4852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1" name="Google Shape;9461;p73">
                <a:extLst>
                  <a:ext uri="{FF2B5EF4-FFF2-40B4-BE49-F238E27FC236}">
                    <a16:creationId xmlns:a16="http://schemas.microsoft.com/office/drawing/2014/main" id="{D13DAC0F-61B5-DB93-3052-24C5C14B1760}"/>
                  </a:ext>
                </a:extLst>
              </p:cNvPr>
              <p:cNvGrpSpPr/>
              <p:nvPr/>
            </p:nvGrpSpPr>
            <p:grpSpPr>
              <a:xfrm>
                <a:off x="8379176" y="3746993"/>
                <a:ext cx="500612" cy="502387"/>
                <a:chOff x="4991425" y="3234750"/>
                <a:chExt cx="296175" cy="297225"/>
              </a:xfrm>
              <a:grpFill/>
            </p:grpSpPr>
            <p:sp>
              <p:nvSpPr>
                <p:cNvPr id="17540" name="Google Shape;9462;p73">
                  <a:extLst>
                    <a:ext uri="{FF2B5EF4-FFF2-40B4-BE49-F238E27FC236}">
                      <a16:creationId xmlns:a16="http://schemas.microsoft.com/office/drawing/2014/main" id="{FA1209A9-0681-8DCA-EC5A-2FD8230C67AE}"/>
                    </a:ext>
                  </a:extLst>
                </p:cNvPr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1" name="Google Shape;9463;p73">
                  <a:extLst>
                    <a:ext uri="{FF2B5EF4-FFF2-40B4-BE49-F238E27FC236}">
                      <a16:creationId xmlns:a16="http://schemas.microsoft.com/office/drawing/2014/main" id="{CAE176C9-D707-E52B-8DC2-417C3E521E77}"/>
                    </a:ext>
                  </a:extLst>
                </p:cNvPr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2" name="Google Shape;9464;p73">
                  <a:extLst>
                    <a:ext uri="{FF2B5EF4-FFF2-40B4-BE49-F238E27FC236}">
                      <a16:creationId xmlns:a16="http://schemas.microsoft.com/office/drawing/2014/main" id="{27CB0D91-0D94-618E-94BF-AA43EB6157C5}"/>
                    </a:ext>
                  </a:extLst>
                </p:cNvPr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3" name="Google Shape;9465;p73">
                  <a:extLst>
                    <a:ext uri="{FF2B5EF4-FFF2-40B4-BE49-F238E27FC236}">
                      <a16:creationId xmlns:a16="http://schemas.microsoft.com/office/drawing/2014/main" id="{0D53A7C0-8EB3-F416-922A-85FE6C9CC01B}"/>
                    </a:ext>
                  </a:extLst>
                </p:cNvPr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4" name="Google Shape;9466;p73">
                  <a:extLst>
                    <a:ext uri="{FF2B5EF4-FFF2-40B4-BE49-F238E27FC236}">
                      <a16:creationId xmlns:a16="http://schemas.microsoft.com/office/drawing/2014/main" id="{0B59C257-B4EA-91F5-73A4-7A0716566738}"/>
                    </a:ext>
                  </a:extLst>
                </p:cNvPr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5" name="Google Shape;9467;p73">
                  <a:extLst>
                    <a:ext uri="{FF2B5EF4-FFF2-40B4-BE49-F238E27FC236}">
                      <a16:creationId xmlns:a16="http://schemas.microsoft.com/office/drawing/2014/main" id="{9AA0EFC0-A8C3-22AD-6E7F-CBA320C805CD}"/>
                    </a:ext>
                  </a:extLst>
                </p:cNvPr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93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2" name="Google Shape;9468;p73">
                <a:extLst>
                  <a:ext uri="{FF2B5EF4-FFF2-40B4-BE49-F238E27FC236}">
                    <a16:creationId xmlns:a16="http://schemas.microsoft.com/office/drawing/2014/main" id="{2FA5463A-55CF-6803-BA84-49302C464277}"/>
                  </a:ext>
                </a:extLst>
              </p:cNvPr>
              <p:cNvGrpSpPr/>
              <p:nvPr/>
            </p:nvGrpSpPr>
            <p:grpSpPr>
              <a:xfrm>
                <a:off x="8379176" y="4407885"/>
                <a:ext cx="500612" cy="440694"/>
                <a:chOff x="4991425" y="3617150"/>
                <a:chExt cx="296175" cy="260725"/>
              </a:xfrm>
              <a:grpFill/>
            </p:grpSpPr>
            <p:sp>
              <p:nvSpPr>
                <p:cNvPr id="17533" name="Google Shape;9469;p73">
                  <a:extLst>
                    <a:ext uri="{FF2B5EF4-FFF2-40B4-BE49-F238E27FC236}">
                      <a16:creationId xmlns:a16="http://schemas.microsoft.com/office/drawing/2014/main" id="{BB304AF2-3EBC-1407-AA68-FE2E54AF26B2}"/>
                    </a:ext>
                  </a:extLst>
                </p:cNvPr>
                <p:cNvSpPr/>
                <p:nvPr/>
              </p:nvSpPr>
              <p:spPr>
                <a:xfrm>
                  <a:off x="5069400" y="3738450"/>
                  <a:ext cx="1394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" h="5577" extrusionOk="0">
                      <a:moveTo>
                        <a:pt x="2804" y="0"/>
                      </a:moveTo>
                      <a:cubicBezTo>
                        <a:pt x="1607" y="0"/>
                        <a:pt x="1450" y="725"/>
                        <a:pt x="1009" y="3308"/>
                      </a:cubicBezTo>
                      <a:cubicBezTo>
                        <a:pt x="946" y="3749"/>
                        <a:pt x="851" y="4285"/>
                        <a:pt x="757" y="4883"/>
                      </a:cubicBezTo>
                      <a:lnTo>
                        <a:pt x="347" y="4883"/>
                      </a:lnTo>
                      <a:cubicBezTo>
                        <a:pt x="158" y="4883"/>
                        <a:pt x="0" y="5041"/>
                        <a:pt x="0" y="5230"/>
                      </a:cubicBezTo>
                      <a:cubicBezTo>
                        <a:pt x="0" y="5419"/>
                        <a:pt x="158" y="5576"/>
                        <a:pt x="347" y="5576"/>
                      </a:cubicBezTo>
                      <a:lnTo>
                        <a:pt x="5230" y="5576"/>
                      </a:lnTo>
                      <a:cubicBezTo>
                        <a:pt x="5419" y="5545"/>
                        <a:pt x="5577" y="5387"/>
                        <a:pt x="5577" y="5198"/>
                      </a:cubicBezTo>
                      <a:cubicBezTo>
                        <a:pt x="5577" y="5009"/>
                        <a:pt x="5419" y="4852"/>
                        <a:pt x="5230" y="4852"/>
                      </a:cubicBezTo>
                      <a:lnTo>
                        <a:pt x="4852" y="4852"/>
                      </a:lnTo>
                      <a:cubicBezTo>
                        <a:pt x="4726" y="4253"/>
                        <a:pt x="4632" y="3749"/>
                        <a:pt x="4569" y="3277"/>
                      </a:cubicBezTo>
                      <a:cubicBezTo>
                        <a:pt x="4128" y="756"/>
                        <a:pt x="3970" y="0"/>
                        <a:pt x="28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4" name="Google Shape;9470;p73">
                  <a:extLst>
                    <a:ext uri="{FF2B5EF4-FFF2-40B4-BE49-F238E27FC236}">
                      <a16:creationId xmlns:a16="http://schemas.microsoft.com/office/drawing/2014/main" id="{A1C0B796-F903-E2CD-1D5F-E60446A8788D}"/>
                    </a:ext>
                  </a:extLst>
                </p:cNvPr>
                <p:cNvSpPr/>
                <p:nvPr/>
              </p:nvSpPr>
              <p:spPr>
                <a:xfrm>
                  <a:off x="5200150" y="3617150"/>
                  <a:ext cx="693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73" extrusionOk="0">
                      <a:moveTo>
                        <a:pt x="1386" y="0"/>
                      </a:moveTo>
                      <a:cubicBezTo>
                        <a:pt x="630" y="0"/>
                        <a:pt x="0" y="630"/>
                        <a:pt x="0" y="1387"/>
                      </a:cubicBezTo>
                      <a:cubicBezTo>
                        <a:pt x="0" y="2111"/>
                        <a:pt x="630" y="2773"/>
                        <a:pt x="1386" y="2773"/>
                      </a:cubicBezTo>
                      <a:cubicBezTo>
                        <a:pt x="2143" y="2773"/>
                        <a:pt x="2773" y="2111"/>
                        <a:pt x="2773" y="1387"/>
                      </a:cubicBezTo>
                      <a:cubicBezTo>
                        <a:pt x="2773" y="630"/>
                        <a:pt x="2143" y="0"/>
                        <a:pt x="13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5" name="Google Shape;9471;p73">
                  <a:extLst>
                    <a:ext uri="{FF2B5EF4-FFF2-40B4-BE49-F238E27FC236}">
                      <a16:creationId xmlns:a16="http://schemas.microsoft.com/office/drawing/2014/main" id="{C3BAFDCF-90EA-8860-F823-024FA6EEB4F1}"/>
                    </a:ext>
                  </a:extLst>
                </p:cNvPr>
                <p:cNvSpPr/>
                <p:nvPr/>
              </p:nvSpPr>
              <p:spPr>
                <a:xfrm>
                  <a:off x="5009550" y="3617150"/>
                  <a:ext cx="685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73" extrusionOk="0">
                      <a:moveTo>
                        <a:pt x="1355" y="0"/>
                      </a:moveTo>
                      <a:cubicBezTo>
                        <a:pt x="599" y="0"/>
                        <a:pt x="0" y="630"/>
                        <a:pt x="0" y="1387"/>
                      </a:cubicBezTo>
                      <a:cubicBezTo>
                        <a:pt x="0" y="2143"/>
                        <a:pt x="599" y="2773"/>
                        <a:pt x="1355" y="2773"/>
                      </a:cubicBezTo>
                      <a:cubicBezTo>
                        <a:pt x="2111" y="2773"/>
                        <a:pt x="2741" y="2143"/>
                        <a:pt x="2741" y="1387"/>
                      </a:cubicBezTo>
                      <a:cubicBezTo>
                        <a:pt x="2741" y="630"/>
                        <a:pt x="2111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6" name="Google Shape;9472;p73">
                  <a:extLst>
                    <a:ext uri="{FF2B5EF4-FFF2-40B4-BE49-F238E27FC236}">
                      <a16:creationId xmlns:a16="http://schemas.microsoft.com/office/drawing/2014/main" id="{F703C58E-4DF3-42AD-DBAE-BF269AA1AC58}"/>
                    </a:ext>
                  </a:extLst>
                </p:cNvPr>
                <p:cNvSpPr/>
                <p:nvPr/>
              </p:nvSpPr>
              <p:spPr>
                <a:xfrm>
                  <a:off x="4991425" y="3686450"/>
                  <a:ext cx="10477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081" extrusionOk="0">
                      <a:moveTo>
                        <a:pt x="568" y="1"/>
                      </a:moveTo>
                      <a:cubicBezTo>
                        <a:pt x="252" y="347"/>
                        <a:pt x="0" y="851"/>
                        <a:pt x="0" y="1356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33" y="2080"/>
                        <a:pt x="4191" y="1923"/>
                        <a:pt x="4191" y="1734"/>
                      </a:cubicBezTo>
                      <a:lnTo>
                        <a:pt x="4191" y="1356"/>
                      </a:lnTo>
                      <a:cubicBezTo>
                        <a:pt x="4191" y="820"/>
                        <a:pt x="3970" y="347"/>
                        <a:pt x="3624" y="1"/>
                      </a:cubicBezTo>
                      <a:cubicBezTo>
                        <a:pt x="3245" y="410"/>
                        <a:pt x="2678" y="694"/>
                        <a:pt x="2080" y="694"/>
                      </a:cubicBezTo>
                      <a:cubicBezTo>
                        <a:pt x="1513" y="694"/>
                        <a:pt x="946" y="410"/>
                        <a:pt x="5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7" name="Google Shape;9473;p73">
                  <a:extLst>
                    <a:ext uri="{FF2B5EF4-FFF2-40B4-BE49-F238E27FC236}">
                      <a16:creationId xmlns:a16="http://schemas.microsoft.com/office/drawing/2014/main" id="{447A0F95-F988-D0A0-8EA3-3D58AECB06F2}"/>
                    </a:ext>
                  </a:extLst>
                </p:cNvPr>
                <p:cNvSpPr/>
                <p:nvPr/>
              </p:nvSpPr>
              <p:spPr>
                <a:xfrm>
                  <a:off x="5183600" y="3686450"/>
                  <a:ext cx="1040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081" extrusionOk="0">
                      <a:moveTo>
                        <a:pt x="536" y="1"/>
                      </a:moveTo>
                      <a:cubicBezTo>
                        <a:pt x="221" y="347"/>
                        <a:pt x="1" y="851"/>
                        <a:pt x="1" y="1356"/>
                      </a:cubicBezTo>
                      <a:lnTo>
                        <a:pt x="1" y="1702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02" y="2080"/>
                        <a:pt x="4159" y="1923"/>
                        <a:pt x="4159" y="1702"/>
                      </a:cubicBezTo>
                      <a:lnTo>
                        <a:pt x="4159" y="1356"/>
                      </a:lnTo>
                      <a:cubicBezTo>
                        <a:pt x="4159" y="820"/>
                        <a:pt x="3970" y="347"/>
                        <a:pt x="3624" y="1"/>
                      </a:cubicBezTo>
                      <a:cubicBezTo>
                        <a:pt x="3214" y="410"/>
                        <a:pt x="2679" y="694"/>
                        <a:pt x="2080" y="694"/>
                      </a:cubicBezTo>
                      <a:cubicBezTo>
                        <a:pt x="1450" y="694"/>
                        <a:pt x="946" y="410"/>
                        <a:pt x="5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8" name="Google Shape;9474;p73">
                  <a:extLst>
                    <a:ext uri="{FF2B5EF4-FFF2-40B4-BE49-F238E27FC236}">
                      <a16:creationId xmlns:a16="http://schemas.microsoft.com/office/drawing/2014/main" id="{5CED08A7-3C4C-D188-9420-82A5C7771187}"/>
                    </a:ext>
                  </a:extLst>
                </p:cNvPr>
                <p:cNvSpPr/>
                <p:nvPr/>
              </p:nvSpPr>
              <p:spPr>
                <a:xfrm>
                  <a:off x="5187550" y="3755775"/>
                  <a:ext cx="1000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2112" extrusionOk="0">
                      <a:moveTo>
                        <a:pt x="0" y="0"/>
                      </a:moveTo>
                      <a:cubicBezTo>
                        <a:pt x="189" y="567"/>
                        <a:pt x="315" y="1229"/>
                        <a:pt x="473" y="2111"/>
                      </a:cubicBezTo>
                      <a:lnTo>
                        <a:pt x="3655" y="2111"/>
                      </a:lnTo>
                      <a:cubicBezTo>
                        <a:pt x="3844" y="2111"/>
                        <a:pt x="4001" y="1954"/>
                        <a:pt x="4001" y="1733"/>
                      </a:cubicBezTo>
                      <a:lnTo>
                        <a:pt x="4001" y="378"/>
                      </a:lnTo>
                      <a:cubicBezTo>
                        <a:pt x="3970" y="158"/>
                        <a:pt x="3844" y="0"/>
                        <a:pt x="36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9" name="Google Shape;9475;p73">
                  <a:extLst>
                    <a:ext uri="{FF2B5EF4-FFF2-40B4-BE49-F238E27FC236}">
                      <a16:creationId xmlns:a16="http://schemas.microsoft.com/office/drawing/2014/main" id="{0908F6F4-4246-4B67-D2AB-EC1090E59764}"/>
                    </a:ext>
                  </a:extLst>
                </p:cNvPr>
                <p:cNvSpPr/>
                <p:nvPr/>
              </p:nvSpPr>
              <p:spPr>
                <a:xfrm>
                  <a:off x="4991425" y="3755775"/>
                  <a:ext cx="1008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4" h="2080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54"/>
                        <a:pt x="158" y="2080"/>
                        <a:pt x="347" y="2080"/>
                      </a:cubicBezTo>
                      <a:lnTo>
                        <a:pt x="3561" y="2080"/>
                      </a:lnTo>
                      <a:cubicBezTo>
                        <a:pt x="3718" y="1229"/>
                        <a:pt x="3813" y="567"/>
                        <a:pt x="40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3" name="Google Shape;9476;p73">
                <a:extLst>
                  <a:ext uri="{FF2B5EF4-FFF2-40B4-BE49-F238E27FC236}">
                    <a16:creationId xmlns:a16="http://schemas.microsoft.com/office/drawing/2014/main" id="{FF6104C2-A367-8005-02BF-2AFF6A8EF15B}"/>
                  </a:ext>
                </a:extLst>
              </p:cNvPr>
              <p:cNvGrpSpPr/>
              <p:nvPr/>
            </p:nvGrpSpPr>
            <p:grpSpPr>
              <a:xfrm>
                <a:off x="8489677" y="4985299"/>
                <a:ext cx="279612" cy="499303"/>
                <a:chOff x="5056800" y="3962900"/>
                <a:chExt cx="165425" cy="295400"/>
              </a:xfrm>
              <a:grpFill/>
            </p:grpSpPr>
            <p:sp>
              <p:nvSpPr>
                <p:cNvPr id="17530" name="Google Shape;9477;p73">
                  <a:extLst>
                    <a:ext uri="{FF2B5EF4-FFF2-40B4-BE49-F238E27FC236}">
                      <a16:creationId xmlns:a16="http://schemas.microsoft.com/office/drawing/2014/main" id="{688AF427-559B-E661-E9C7-D1CA13233767}"/>
                    </a:ext>
                  </a:extLst>
                </p:cNvPr>
                <p:cNvSpPr/>
                <p:nvPr/>
              </p:nvSpPr>
              <p:spPr>
                <a:xfrm>
                  <a:off x="5155250" y="4042450"/>
                  <a:ext cx="66975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4192" extrusionOk="0">
                      <a:moveTo>
                        <a:pt x="0" y="1"/>
                      </a:moveTo>
                      <a:lnTo>
                        <a:pt x="505" y="3467"/>
                      </a:lnTo>
                      <a:lnTo>
                        <a:pt x="1103" y="4065"/>
                      </a:lnTo>
                      <a:cubicBezTo>
                        <a:pt x="1166" y="4128"/>
                        <a:pt x="1261" y="4191"/>
                        <a:pt x="1324" y="4191"/>
                      </a:cubicBezTo>
                      <a:lnTo>
                        <a:pt x="2300" y="4191"/>
                      </a:lnTo>
                      <a:cubicBezTo>
                        <a:pt x="2521" y="4191"/>
                        <a:pt x="2678" y="4034"/>
                        <a:pt x="2678" y="3813"/>
                      </a:cubicBezTo>
                      <a:lnTo>
                        <a:pt x="2678" y="2805"/>
                      </a:lnTo>
                      <a:cubicBezTo>
                        <a:pt x="2678" y="2710"/>
                        <a:pt x="2615" y="2616"/>
                        <a:pt x="2552" y="25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1" name="Google Shape;9478;p73">
                  <a:extLst>
                    <a:ext uri="{FF2B5EF4-FFF2-40B4-BE49-F238E27FC236}">
                      <a16:creationId xmlns:a16="http://schemas.microsoft.com/office/drawing/2014/main" id="{593E3FDA-AA80-3250-DF9A-3537C40B5209}"/>
                    </a:ext>
                  </a:extLst>
                </p:cNvPr>
                <p:cNvSpPr/>
                <p:nvPr/>
              </p:nvSpPr>
              <p:spPr>
                <a:xfrm>
                  <a:off x="5065450" y="3962900"/>
                  <a:ext cx="8825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2081" extrusionOk="0">
                      <a:moveTo>
                        <a:pt x="347" y="1"/>
                      </a:moveTo>
                      <a:cubicBezTo>
                        <a:pt x="221" y="1"/>
                        <a:pt x="158" y="33"/>
                        <a:pt x="64" y="159"/>
                      </a:cubicBezTo>
                      <a:cubicBezTo>
                        <a:pt x="1" y="222"/>
                        <a:pt x="1" y="348"/>
                        <a:pt x="32" y="474"/>
                      </a:cubicBezTo>
                      <a:lnTo>
                        <a:pt x="568" y="2080"/>
                      </a:lnTo>
                      <a:lnTo>
                        <a:pt x="2931" y="2080"/>
                      </a:lnTo>
                      <a:lnTo>
                        <a:pt x="3498" y="474"/>
                      </a:lnTo>
                      <a:cubicBezTo>
                        <a:pt x="3529" y="348"/>
                        <a:pt x="3498" y="222"/>
                        <a:pt x="3466" y="159"/>
                      </a:cubicBezTo>
                      <a:cubicBezTo>
                        <a:pt x="3340" y="64"/>
                        <a:pt x="3214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2" name="Google Shape;9479;p73">
                  <a:extLst>
                    <a:ext uri="{FF2B5EF4-FFF2-40B4-BE49-F238E27FC236}">
                      <a16:creationId xmlns:a16="http://schemas.microsoft.com/office/drawing/2014/main" id="{A46D2A10-89D4-150E-65D3-371AF4E221AD}"/>
                    </a:ext>
                  </a:extLst>
                </p:cNvPr>
                <p:cNvSpPr/>
                <p:nvPr/>
              </p:nvSpPr>
              <p:spPr>
                <a:xfrm>
                  <a:off x="5056800" y="4032225"/>
                  <a:ext cx="104000" cy="2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9043" extrusionOk="0">
                      <a:moveTo>
                        <a:pt x="977" y="0"/>
                      </a:moveTo>
                      <a:lnTo>
                        <a:pt x="0" y="6553"/>
                      </a:lnTo>
                      <a:cubicBezTo>
                        <a:pt x="0" y="6648"/>
                        <a:pt x="0" y="6742"/>
                        <a:pt x="63" y="6837"/>
                      </a:cubicBezTo>
                      <a:lnTo>
                        <a:pt x="1796" y="8916"/>
                      </a:lnTo>
                      <a:cubicBezTo>
                        <a:pt x="1859" y="9011"/>
                        <a:pt x="1954" y="9042"/>
                        <a:pt x="2080" y="9042"/>
                      </a:cubicBezTo>
                      <a:cubicBezTo>
                        <a:pt x="2174" y="9042"/>
                        <a:pt x="2269" y="9011"/>
                        <a:pt x="2332" y="8916"/>
                      </a:cubicBezTo>
                      <a:lnTo>
                        <a:pt x="4065" y="6837"/>
                      </a:lnTo>
                      <a:cubicBezTo>
                        <a:pt x="4159" y="6742"/>
                        <a:pt x="4159" y="6679"/>
                        <a:pt x="4159" y="6553"/>
                      </a:cubicBezTo>
                      <a:lnTo>
                        <a:pt x="318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4" name="Google Shape;9480;p73">
                <a:extLst>
                  <a:ext uri="{FF2B5EF4-FFF2-40B4-BE49-F238E27FC236}">
                    <a16:creationId xmlns:a16="http://schemas.microsoft.com/office/drawing/2014/main" id="{8D5600BF-DB30-E42D-278A-BB94544FEE08}"/>
                  </a:ext>
                </a:extLst>
              </p:cNvPr>
              <p:cNvGrpSpPr/>
              <p:nvPr/>
            </p:nvGrpSpPr>
            <p:grpSpPr>
              <a:xfrm>
                <a:off x="10279035" y="4985321"/>
                <a:ext cx="501923" cy="499261"/>
                <a:chOff x="6168925" y="3936925"/>
                <a:chExt cx="296950" cy="295375"/>
              </a:xfrm>
              <a:grpFill/>
            </p:grpSpPr>
            <p:sp>
              <p:nvSpPr>
                <p:cNvPr id="17524" name="Google Shape;9481;p73">
                  <a:extLst>
                    <a:ext uri="{FF2B5EF4-FFF2-40B4-BE49-F238E27FC236}">
                      <a16:creationId xmlns:a16="http://schemas.microsoft.com/office/drawing/2014/main" id="{65260F20-2E42-F47D-4AE8-4FDD93D748B3}"/>
                    </a:ext>
                  </a:extLst>
                </p:cNvPr>
                <p:cNvSpPr/>
                <p:nvPr/>
              </p:nvSpPr>
              <p:spPr>
                <a:xfrm>
                  <a:off x="6220900" y="4164550"/>
                  <a:ext cx="18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cubicBezTo>
                        <a:pt x="568" y="725"/>
                        <a:pt x="725" y="567"/>
                        <a:pt x="725" y="347"/>
                      </a:cubicBez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5" name="Google Shape;9482;p73">
                  <a:extLst>
                    <a:ext uri="{FF2B5EF4-FFF2-40B4-BE49-F238E27FC236}">
                      <a16:creationId xmlns:a16="http://schemas.microsoft.com/office/drawing/2014/main" id="{A0E1C9B5-0197-54AC-39AE-095DF44FEC66}"/>
                    </a:ext>
                  </a:extLst>
                </p:cNvPr>
                <p:cNvSpPr/>
                <p:nvPr/>
              </p:nvSpPr>
              <p:spPr>
                <a:xfrm>
                  <a:off x="6168925" y="3972375"/>
                  <a:ext cx="227650" cy="2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397" extrusionOk="0">
                      <a:moveTo>
                        <a:pt x="3115" y="2135"/>
                      </a:moveTo>
                      <a:cubicBezTo>
                        <a:pt x="3206" y="2135"/>
                        <a:pt x="3293" y="2158"/>
                        <a:pt x="3340" y="2205"/>
                      </a:cubicBezTo>
                      <a:cubicBezTo>
                        <a:pt x="3466" y="2331"/>
                        <a:pt x="3466" y="2583"/>
                        <a:pt x="3340" y="2678"/>
                      </a:cubicBezTo>
                      <a:lnTo>
                        <a:pt x="2930" y="3119"/>
                      </a:lnTo>
                      <a:lnTo>
                        <a:pt x="3340" y="3560"/>
                      </a:lnTo>
                      <a:cubicBezTo>
                        <a:pt x="3466" y="3686"/>
                        <a:pt x="3466" y="3907"/>
                        <a:pt x="3340" y="4033"/>
                      </a:cubicBezTo>
                      <a:cubicBezTo>
                        <a:pt x="3293" y="4096"/>
                        <a:pt x="3206" y="4127"/>
                        <a:pt x="3115" y="4127"/>
                      </a:cubicBezTo>
                      <a:cubicBezTo>
                        <a:pt x="3025" y="4127"/>
                        <a:pt x="2930" y="4096"/>
                        <a:pt x="2867" y="4033"/>
                      </a:cubicBezTo>
                      <a:lnTo>
                        <a:pt x="2458" y="3592"/>
                      </a:lnTo>
                      <a:lnTo>
                        <a:pt x="2017" y="4033"/>
                      </a:lnTo>
                      <a:cubicBezTo>
                        <a:pt x="1954" y="4096"/>
                        <a:pt x="1867" y="4127"/>
                        <a:pt x="1780" y="4127"/>
                      </a:cubicBezTo>
                      <a:cubicBezTo>
                        <a:pt x="1694" y="4127"/>
                        <a:pt x="1607" y="4096"/>
                        <a:pt x="1544" y="4033"/>
                      </a:cubicBezTo>
                      <a:cubicBezTo>
                        <a:pt x="1418" y="3907"/>
                        <a:pt x="1418" y="3686"/>
                        <a:pt x="1544" y="3560"/>
                      </a:cubicBezTo>
                      <a:lnTo>
                        <a:pt x="1985" y="3119"/>
                      </a:lnTo>
                      <a:lnTo>
                        <a:pt x="1544" y="2678"/>
                      </a:lnTo>
                      <a:cubicBezTo>
                        <a:pt x="1418" y="2583"/>
                        <a:pt x="1418" y="2331"/>
                        <a:pt x="1544" y="2205"/>
                      </a:cubicBezTo>
                      <a:cubicBezTo>
                        <a:pt x="1591" y="2158"/>
                        <a:pt x="1678" y="2135"/>
                        <a:pt x="1769" y="2135"/>
                      </a:cubicBezTo>
                      <a:cubicBezTo>
                        <a:pt x="1859" y="2135"/>
                        <a:pt x="1954" y="2158"/>
                        <a:pt x="2017" y="2205"/>
                      </a:cubicBezTo>
                      <a:lnTo>
                        <a:pt x="2458" y="2646"/>
                      </a:lnTo>
                      <a:lnTo>
                        <a:pt x="2867" y="2205"/>
                      </a:lnTo>
                      <a:cubicBezTo>
                        <a:pt x="2930" y="2158"/>
                        <a:pt x="3025" y="2135"/>
                        <a:pt x="3115" y="2135"/>
                      </a:cubicBezTo>
                      <a:close/>
                      <a:moveTo>
                        <a:pt x="6727" y="2079"/>
                      </a:moveTo>
                      <a:cubicBezTo>
                        <a:pt x="6813" y="2079"/>
                        <a:pt x="6900" y="2111"/>
                        <a:pt x="6963" y="2174"/>
                      </a:cubicBezTo>
                      <a:lnTo>
                        <a:pt x="7688" y="2898"/>
                      </a:lnTo>
                      <a:cubicBezTo>
                        <a:pt x="7719" y="2993"/>
                        <a:pt x="7719" y="3245"/>
                        <a:pt x="7593" y="3371"/>
                      </a:cubicBezTo>
                      <a:cubicBezTo>
                        <a:pt x="7546" y="3418"/>
                        <a:pt x="7459" y="3442"/>
                        <a:pt x="7369" y="3442"/>
                      </a:cubicBezTo>
                      <a:cubicBezTo>
                        <a:pt x="7278" y="3442"/>
                        <a:pt x="7183" y="3418"/>
                        <a:pt x="7120" y="3371"/>
                      </a:cubicBezTo>
                      <a:lnTo>
                        <a:pt x="7026" y="3245"/>
                      </a:lnTo>
                      <a:lnTo>
                        <a:pt x="7026" y="4505"/>
                      </a:lnTo>
                      <a:cubicBezTo>
                        <a:pt x="7026" y="5104"/>
                        <a:pt x="6553" y="5513"/>
                        <a:pt x="5986" y="5513"/>
                      </a:cubicBezTo>
                      <a:lnTo>
                        <a:pt x="3151" y="5513"/>
                      </a:lnTo>
                      <a:cubicBezTo>
                        <a:pt x="2962" y="5513"/>
                        <a:pt x="2804" y="5671"/>
                        <a:pt x="2804" y="5891"/>
                      </a:cubicBezTo>
                      <a:lnTo>
                        <a:pt x="2804" y="7026"/>
                      </a:lnTo>
                      <a:cubicBezTo>
                        <a:pt x="3182" y="7183"/>
                        <a:pt x="3497" y="7530"/>
                        <a:pt x="3497" y="8002"/>
                      </a:cubicBezTo>
                      <a:cubicBezTo>
                        <a:pt x="3497" y="8601"/>
                        <a:pt x="3025" y="9042"/>
                        <a:pt x="2489" y="9042"/>
                      </a:cubicBezTo>
                      <a:cubicBezTo>
                        <a:pt x="1922" y="9042"/>
                        <a:pt x="1450" y="8569"/>
                        <a:pt x="1450" y="8002"/>
                      </a:cubicBezTo>
                      <a:cubicBezTo>
                        <a:pt x="1450" y="7561"/>
                        <a:pt x="1733" y="7183"/>
                        <a:pt x="2174" y="7026"/>
                      </a:cubicBezTo>
                      <a:lnTo>
                        <a:pt x="2174" y="5891"/>
                      </a:lnTo>
                      <a:cubicBezTo>
                        <a:pt x="2174" y="5293"/>
                        <a:pt x="2647" y="4852"/>
                        <a:pt x="3182" y="4852"/>
                      </a:cubicBezTo>
                      <a:lnTo>
                        <a:pt x="6018" y="4852"/>
                      </a:lnTo>
                      <a:cubicBezTo>
                        <a:pt x="6207" y="4852"/>
                        <a:pt x="6364" y="4694"/>
                        <a:pt x="6364" y="4505"/>
                      </a:cubicBezTo>
                      <a:lnTo>
                        <a:pt x="6364" y="3245"/>
                      </a:lnTo>
                      <a:lnTo>
                        <a:pt x="6270" y="3371"/>
                      </a:lnTo>
                      <a:cubicBezTo>
                        <a:pt x="6207" y="3418"/>
                        <a:pt x="6120" y="3442"/>
                        <a:pt x="6034" y="3442"/>
                      </a:cubicBezTo>
                      <a:cubicBezTo>
                        <a:pt x="5947" y="3442"/>
                        <a:pt x="5860" y="3418"/>
                        <a:pt x="5797" y="3371"/>
                      </a:cubicBezTo>
                      <a:cubicBezTo>
                        <a:pt x="5671" y="3245"/>
                        <a:pt x="5671" y="2993"/>
                        <a:pt x="5797" y="2898"/>
                      </a:cubicBezTo>
                      <a:lnTo>
                        <a:pt x="6490" y="2174"/>
                      </a:lnTo>
                      <a:cubicBezTo>
                        <a:pt x="6553" y="2111"/>
                        <a:pt x="6640" y="2079"/>
                        <a:pt x="6727" y="2079"/>
                      </a:cubicBezTo>
                      <a:close/>
                      <a:moveTo>
                        <a:pt x="7369" y="7057"/>
                      </a:moveTo>
                      <a:cubicBezTo>
                        <a:pt x="7459" y="7057"/>
                        <a:pt x="7546" y="7089"/>
                        <a:pt x="7593" y="7152"/>
                      </a:cubicBezTo>
                      <a:cubicBezTo>
                        <a:pt x="7719" y="7246"/>
                        <a:pt x="7719" y="7498"/>
                        <a:pt x="7593" y="7624"/>
                      </a:cubicBezTo>
                      <a:lnTo>
                        <a:pt x="7183" y="8034"/>
                      </a:lnTo>
                      <a:lnTo>
                        <a:pt x="7593" y="8475"/>
                      </a:lnTo>
                      <a:cubicBezTo>
                        <a:pt x="7719" y="8601"/>
                        <a:pt x="7719" y="8821"/>
                        <a:pt x="7593" y="8947"/>
                      </a:cubicBezTo>
                      <a:cubicBezTo>
                        <a:pt x="7546" y="9010"/>
                        <a:pt x="7459" y="9042"/>
                        <a:pt x="7369" y="9042"/>
                      </a:cubicBezTo>
                      <a:cubicBezTo>
                        <a:pt x="7278" y="9042"/>
                        <a:pt x="7183" y="9010"/>
                        <a:pt x="7120" y="8947"/>
                      </a:cubicBezTo>
                      <a:lnTo>
                        <a:pt x="6711" y="8506"/>
                      </a:lnTo>
                      <a:lnTo>
                        <a:pt x="6270" y="8947"/>
                      </a:lnTo>
                      <a:cubicBezTo>
                        <a:pt x="6207" y="9010"/>
                        <a:pt x="6120" y="9042"/>
                        <a:pt x="6034" y="9042"/>
                      </a:cubicBezTo>
                      <a:cubicBezTo>
                        <a:pt x="5947" y="9042"/>
                        <a:pt x="5860" y="9010"/>
                        <a:pt x="5797" y="8947"/>
                      </a:cubicBezTo>
                      <a:cubicBezTo>
                        <a:pt x="5671" y="8821"/>
                        <a:pt x="5671" y="8601"/>
                        <a:pt x="5797" y="8475"/>
                      </a:cubicBezTo>
                      <a:lnTo>
                        <a:pt x="6207" y="8034"/>
                      </a:lnTo>
                      <a:lnTo>
                        <a:pt x="5797" y="7624"/>
                      </a:lnTo>
                      <a:cubicBezTo>
                        <a:pt x="5671" y="7498"/>
                        <a:pt x="5671" y="7246"/>
                        <a:pt x="5797" y="7152"/>
                      </a:cubicBezTo>
                      <a:cubicBezTo>
                        <a:pt x="5845" y="7089"/>
                        <a:pt x="5931" y="7057"/>
                        <a:pt x="6022" y="7057"/>
                      </a:cubicBezTo>
                      <a:cubicBezTo>
                        <a:pt x="6112" y="7057"/>
                        <a:pt x="6207" y="7089"/>
                        <a:pt x="6270" y="7152"/>
                      </a:cubicBezTo>
                      <a:lnTo>
                        <a:pt x="6711" y="7561"/>
                      </a:lnTo>
                      <a:lnTo>
                        <a:pt x="7120" y="7152"/>
                      </a:lnTo>
                      <a:cubicBezTo>
                        <a:pt x="7183" y="7089"/>
                        <a:pt x="7278" y="7057"/>
                        <a:pt x="7369" y="7057"/>
                      </a:cubicBezTo>
                      <a:close/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9388"/>
                      </a:lnTo>
                      <a:cubicBezTo>
                        <a:pt x="0" y="9987"/>
                        <a:pt x="473" y="10397"/>
                        <a:pt x="1040" y="10397"/>
                      </a:cubicBezTo>
                      <a:lnTo>
                        <a:pt x="8003" y="10397"/>
                      </a:lnTo>
                      <a:cubicBezTo>
                        <a:pt x="8601" y="10397"/>
                        <a:pt x="9011" y="9924"/>
                        <a:pt x="9011" y="9388"/>
                      </a:cubicBezTo>
                      <a:lnTo>
                        <a:pt x="9011" y="1040"/>
                      </a:lnTo>
                      <a:cubicBezTo>
                        <a:pt x="9105" y="473"/>
                        <a:pt x="8633" y="0"/>
                        <a:pt x="8034" y="0"/>
                      </a:cubicBezTo>
                      <a:lnTo>
                        <a:pt x="7341" y="0"/>
                      </a:lnTo>
                      <a:cubicBezTo>
                        <a:pt x="7341" y="756"/>
                        <a:pt x="6711" y="1386"/>
                        <a:pt x="5955" y="1386"/>
                      </a:cubicBezTo>
                      <a:lnTo>
                        <a:pt x="3119" y="1386"/>
                      </a:lnTo>
                      <a:cubicBezTo>
                        <a:pt x="2363" y="1386"/>
                        <a:pt x="1733" y="756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6" name="Google Shape;9483;p73">
                  <a:extLst>
                    <a:ext uri="{FF2B5EF4-FFF2-40B4-BE49-F238E27FC236}">
                      <a16:creationId xmlns:a16="http://schemas.microsoft.com/office/drawing/2014/main" id="{B77F4A19-49C5-4AD5-707A-C786BEC553E5}"/>
                    </a:ext>
                  </a:extLst>
                </p:cNvPr>
                <p:cNvSpPr/>
                <p:nvPr/>
              </p:nvSpPr>
              <p:spPr>
                <a:xfrm>
                  <a:off x="6228775" y="3936925"/>
                  <a:ext cx="106350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143" extrusionOk="0">
                      <a:moveTo>
                        <a:pt x="2143" y="0"/>
                      </a:moveTo>
                      <a:cubicBezTo>
                        <a:pt x="1860" y="0"/>
                        <a:pt x="1576" y="221"/>
                        <a:pt x="1450" y="473"/>
                      </a:cubicBezTo>
                      <a:lnTo>
                        <a:pt x="1387" y="725"/>
                      </a:lnTo>
                      <a:lnTo>
                        <a:pt x="725" y="725"/>
                      </a:lnTo>
                      <a:cubicBezTo>
                        <a:pt x="316" y="725"/>
                        <a:pt x="1" y="1040"/>
                        <a:pt x="1" y="1418"/>
                      </a:cubicBezTo>
                      <a:cubicBezTo>
                        <a:pt x="1" y="1828"/>
                        <a:pt x="316" y="2143"/>
                        <a:pt x="725" y="2143"/>
                      </a:cubicBezTo>
                      <a:lnTo>
                        <a:pt x="3561" y="2143"/>
                      </a:lnTo>
                      <a:cubicBezTo>
                        <a:pt x="3939" y="2143"/>
                        <a:pt x="4254" y="1828"/>
                        <a:pt x="4254" y="1418"/>
                      </a:cubicBezTo>
                      <a:cubicBezTo>
                        <a:pt x="4254" y="1040"/>
                        <a:pt x="3939" y="725"/>
                        <a:pt x="3561" y="725"/>
                      </a:cubicBezTo>
                      <a:lnTo>
                        <a:pt x="2868" y="725"/>
                      </a:lnTo>
                      <a:lnTo>
                        <a:pt x="2805" y="473"/>
                      </a:lnTo>
                      <a:cubicBezTo>
                        <a:pt x="2710" y="221"/>
                        <a:pt x="2458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7" name="Google Shape;9484;p73">
                  <a:extLst>
                    <a:ext uri="{FF2B5EF4-FFF2-40B4-BE49-F238E27FC236}">
                      <a16:creationId xmlns:a16="http://schemas.microsoft.com/office/drawing/2014/main" id="{582176A7-AEEB-A44B-3FF7-3210D446C8C2}"/>
                    </a:ext>
                  </a:extLst>
                </p:cNvPr>
                <p:cNvSpPr/>
                <p:nvPr/>
              </p:nvSpPr>
              <p:spPr>
                <a:xfrm>
                  <a:off x="6412300" y="4059000"/>
                  <a:ext cx="52000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223" extrusionOk="0">
                      <a:moveTo>
                        <a:pt x="0" y="1"/>
                      </a:moveTo>
                      <a:lnTo>
                        <a:pt x="0" y="4222"/>
                      </a:lnTo>
                      <a:lnTo>
                        <a:pt x="32" y="4222"/>
                      </a:lnTo>
                      <a:cubicBezTo>
                        <a:pt x="315" y="4002"/>
                        <a:pt x="662" y="3876"/>
                        <a:pt x="1072" y="3876"/>
                      </a:cubicBezTo>
                      <a:cubicBezTo>
                        <a:pt x="1450" y="3876"/>
                        <a:pt x="1796" y="4002"/>
                        <a:pt x="2080" y="4222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8" name="Google Shape;9485;p73">
                  <a:extLst>
                    <a:ext uri="{FF2B5EF4-FFF2-40B4-BE49-F238E27FC236}">
                      <a16:creationId xmlns:a16="http://schemas.microsoft.com/office/drawing/2014/main" id="{CD4C2751-EBCA-9A2F-5644-5E492CF532AB}"/>
                    </a:ext>
                  </a:extLst>
                </p:cNvPr>
                <p:cNvSpPr/>
                <p:nvPr/>
              </p:nvSpPr>
              <p:spPr>
                <a:xfrm>
                  <a:off x="6413875" y="4007025"/>
                  <a:ext cx="5200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1387" extrusionOk="0"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2080" y="1386"/>
                      </a:lnTo>
                      <a:lnTo>
                        <a:pt x="2080" y="1040"/>
                      </a:lnTo>
                      <a:cubicBezTo>
                        <a:pt x="2048" y="473"/>
                        <a:pt x="1576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9" name="Google Shape;9486;p73">
                  <a:extLst>
                    <a:ext uri="{FF2B5EF4-FFF2-40B4-BE49-F238E27FC236}">
                      <a16:creationId xmlns:a16="http://schemas.microsoft.com/office/drawing/2014/main" id="{05717B48-6B56-6992-F7A8-08F6BEEB34AB}"/>
                    </a:ext>
                  </a:extLst>
                </p:cNvPr>
                <p:cNvSpPr/>
                <p:nvPr/>
              </p:nvSpPr>
              <p:spPr>
                <a:xfrm>
                  <a:off x="6417800" y="4173200"/>
                  <a:ext cx="43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734" extrusionOk="0">
                      <a:moveTo>
                        <a:pt x="883" y="1"/>
                      </a:moveTo>
                      <a:cubicBezTo>
                        <a:pt x="537" y="1"/>
                        <a:pt x="190" y="221"/>
                        <a:pt x="1" y="442"/>
                      </a:cubicBezTo>
                      <a:lnTo>
                        <a:pt x="568" y="1545"/>
                      </a:lnTo>
                      <a:cubicBezTo>
                        <a:pt x="600" y="1671"/>
                        <a:pt x="757" y="1734"/>
                        <a:pt x="883" y="1734"/>
                      </a:cubicBezTo>
                      <a:cubicBezTo>
                        <a:pt x="978" y="1734"/>
                        <a:pt x="1104" y="1671"/>
                        <a:pt x="1198" y="1545"/>
                      </a:cubicBezTo>
                      <a:lnTo>
                        <a:pt x="1734" y="442"/>
                      </a:lnTo>
                      <a:cubicBezTo>
                        <a:pt x="1545" y="158"/>
                        <a:pt x="1230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5" name="Google Shape;9487;p73">
                <a:extLst>
                  <a:ext uri="{FF2B5EF4-FFF2-40B4-BE49-F238E27FC236}">
                    <a16:creationId xmlns:a16="http://schemas.microsoft.com/office/drawing/2014/main" id="{9F44E99C-D019-D8B6-E4B4-E09107D9B320}"/>
                  </a:ext>
                </a:extLst>
              </p:cNvPr>
              <p:cNvGrpSpPr/>
              <p:nvPr/>
            </p:nvGrpSpPr>
            <p:grpSpPr>
              <a:xfrm>
                <a:off x="2672075" y="3748558"/>
                <a:ext cx="497908" cy="499261"/>
                <a:chOff x="1674750" y="3254050"/>
                <a:chExt cx="294575" cy="295375"/>
              </a:xfrm>
              <a:grpFill/>
            </p:grpSpPr>
            <p:sp>
              <p:nvSpPr>
                <p:cNvPr id="17521" name="Google Shape;9488;p73">
                  <a:extLst>
                    <a:ext uri="{FF2B5EF4-FFF2-40B4-BE49-F238E27FC236}">
                      <a16:creationId xmlns:a16="http://schemas.microsoft.com/office/drawing/2014/main" id="{C57E509E-4496-A7FF-25E6-B183A4F7F4DE}"/>
                    </a:ext>
                  </a:extLst>
                </p:cNvPr>
                <p:cNvSpPr/>
                <p:nvPr/>
              </p:nvSpPr>
              <p:spPr>
                <a:xfrm>
                  <a:off x="1691275" y="3351700"/>
                  <a:ext cx="278050" cy="1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09" extrusionOk="0">
                      <a:moveTo>
                        <a:pt x="10535" y="0"/>
                      </a:moveTo>
                      <a:cubicBezTo>
                        <a:pt x="10489" y="0"/>
                        <a:pt x="10442" y="10"/>
                        <a:pt x="10397" y="33"/>
                      </a:cubicBezTo>
                      <a:cubicBezTo>
                        <a:pt x="10208" y="64"/>
                        <a:pt x="10114" y="253"/>
                        <a:pt x="10177" y="474"/>
                      </a:cubicBezTo>
                      <a:cubicBezTo>
                        <a:pt x="10334" y="978"/>
                        <a:pt x="10429" y="1482"/>
                        <a:pt x="10429" y="1986"/>
                      </a:cubicBezTo>
                      <a:cubicBezTo>
                        <a:pt x="10429" y="4885"/>
                        <a:pt x="8066" y="7247"/>
                        <a:pt x="5199" y="7247"/>
                      </a:cubicBezTo>
                      <a:cubicBezTo>
                        <a:pt x="3561" y="7247"/>
                        <a:pt x="2017" y="6397"/>
                        <a:pt x="1072" y="5137"/>
                      </a:cubicBezTo>
                      <a:lnTo>
                        <a:pt x="1733" y="5137"/>
                      </a:lnTo>
                      <a:cubicBezTo>
                        <a:pt x="1922" y="5137"/>
                        <a:pt x="2080" y="4979"/>
                        <a:pt x="2080" y="4790"/>
                      </a:cubicBezTo>
                      <a:cubicBezTo>
                        <a:pt x="2080" y="4601"/>
                        <a:pt x="1922" y="4443"/>
                        <a:pt x="1733" y="4443"/>
                      </a:cubicBezTo>
                      <a:lnTo>
                        <a:pt x="347" y="4443"/>
                      </a:lnTo>
                      <a:cubicBezTo>
                        <a:pt x="158" y="4443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47" y="6523"/>
                      </a:cubicBezTo>
                      <a:cubicBezTo>
                        <a:pt x="536" y="6523"/>
                        <a:pt x="694" y="6365"/>
                        <a:pt x="694" y="6176"/>
                      </a:cubicBezTo>
                      <a:lnTo>
                        <a:pt x="694" y="5767"/>
                      </a:lnTo>
                      <a:cubicBezTo>
                        <a:pt x="1796" y="7090"/>
                        <a:pt x="3466" y="7909"/>
                        <a:pt x="5199" y="7909"/>
                      </a:cubicBezTo>
                      <a:cubicBezTo>
                        <a:pt x="8412" y="7909"/>
                        <a:pt x="11122" y="5231"/>
                        <a:pt x="11122" y="1986"/>
                      </a:cubicBezTo>
                      <a:cubicBezTo>
                        <a:pt x="11122" y="1419"/>
                        <a:pt x="10996" y="820"/>
                        <a:pt x="10838" y="222"/>
                      </a:cubicBezTo>
                      <a:cubicBezTo>
                        <a:pt x="10814" y="102"/>
                        <a:pt x="10681" y="0"/>
                        <a:pt x="105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2" name="Google Shape;9489;p73">
                  <a:extLst>
                    <a:ext uri="{FF2B5EF4-FFF2-40B4-BE49-F238E27FC236}">
                      <a16:creationId xmlns:a16="http://schemas.microsoft.com/office/drawing/2014/main" id="{8D18D4B7-8499-97E3-00CE-C6875FDEC7F5}"/>
                    </a:ext>
                  </a:extLst>
                </p:cNvPr>
                <p:cNvSpPr/>
                <p:nvPr/>
              </p:nvSpPr>
              <p:spPr>
                <a:xfrm>
                  <a:off x="1674750" y="3254050"/>
                  <a:ext cx="277250" cy="1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7916" extrusionOk="0">
                      <a:moveTo>
                        <a:pt x="5891" y="1"/>
                      </a:moveTo>
                      <a:cubicBezTo>
                        <a:pt x="2678" y="1"/>
                        <a:pt x="0" y="2679"/>
                        <a:pt x="0" y="5892"/>
                      </a:cubicBezTo>
                      <a:cubicBezTo>
                        <a:pt x="0" y="6491"/>
                        <a:pt x="126" y="7089"/>
                        <a:pt x="284" y="7656"/>
                      </a:cubicBezTo>
                      <a:cubicBezTo>
                        <a:pt x="310" y="7842"/>
                        <a:pt x="448" y="7916"/>
                        <a:pt x="604" y="7916"/>
                      </a:cubicBezTo>
                      <a:cubicBezTo>
                        <a:pt x="633" y="7916"/>
                        <a:pt x="663" y="7913"/>
                        <a:pt x="693" y="7908"/>
                      </a:cubicBezTo>
                      <a:cubicBezTo>
                        <a:pt x="882" y="7877"/>
                        <a:pt x="977" y="7656"/>
                        <a:pt x="945" y="7467"/>
                      </a:cubicBezTo>
                      <a:cubicBezTo>
                        <a:pt x="788" y="6963"/>
                        <a:pt x="662" y="6459"/>
                        <a:pt x="662" y="5892"/>
                      </a:cubicBezTo>
                      <a:cubicBezTo>
                        <a:pt x="662" y="3025"/>
                        <a:pt x="3025" y="662"/>
                        <a:pt x="5891" y="662"/>
                      </a:cubicBezTo>
                      <a:cubicBezTo>
                        <a:pt x="7561" y="662"/>
                        <a:pt x="9105" y="1481"/>
                        <a:pt x="10050" y="2742"/>
                      </a:cubicBezTo>
                      <a:lnTo>
                        <a:pt x="9357" y="2742"/>
                      </a:lnTo>
                      <a:cubicBezTo>
                        <a:pt x="9168" y="2742"/>
                        <a:pt x="9010" y="2899"/>
                        <a:pt x="9010" y="3088"/>
                      </a:cubicBezTo>
                      <a:cubicBezTo>
                        <a:pt x="9010" y="3309"/>
                        <a:pt x="9168" y="3466"/>
                        <a:pt x="9357" y="3466"/>
                      </a:cubicBezTo>
                      <a:lnTo>
                        <a:pt x="10743" y="3466"/>
                      </a:lnTo>
                      <a:cubicBezTo>
                        <a:pt x="10932" y="3466"/>
                        <a:pt x="11090" y="3309"/>
                        <a:pt x="11090" y="3088"/>
                      </a:cubicBezTo>
                      <a:lnTo>
                        <a:pt x="11090" y="1733"/>
                      </a:lnTo>
                      <a:cubicBezTo>
                        <a:pt x="11090" y="1513"/>
                        <a:pt x="10932" y="1355"/>
                        <a:pt x="10743" y="1355"/>
                      </a:cubicBezTo>
                      <a:cubicBezTo>
                        <a:pt x="10554" y="1355"/>
                        <a:pt x="10397" y="1513"/>
                        <a:pt x="10397" y="1733"/>
                      </a:cubicBezTo>
                      <a:lnTo>
                        <a:pt x="10397" y="2111"/>
                      </a:lnTo>
                      <a:cubicBezTo>
                        <a:pt x="9294" y="820"/>
                        <a:pt x="7624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3" name="Google Shape;9490;p73">
                  <a:extLst>
                    <a:ext uri="{FF2B5EF4-FFF2-40B4-BE49-F238E27FC236}">
                      <a16:creationId xmlns:a16="http://schemas.microsoft.com/office/drawing/2014/main" id="{B1962EF9-D19C-CDA8-7FAB-178C9CB11481}"/>
                    </a:ext>
                  </a:extLst>
                </p:cNvPr>
                <p:cNvSpPr/>
                <p:nvPr/>
              </p:nvSpPr>
              <p:spPr>
                <a:xfrm>
                  <a:off x="1727500" y="3306825"/>
                  <a:ext cx="189075" cy="1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3" h="7562" extrusionOk="0">
                      <a:moveTo>
                        <a:pt x="3750" y="2048"/>
                      </a:moveTo>
                      <a:cubicBezTo>
                        <a:pt x="3939" y="2048"/>
                        <a:pt x="4097" y="2206"/>
                        <a:pt x="4097" y="2426"/>
                      </a:cubicBezTo>
                      <a:lnTo>
                        <a:pt x="4097" y="3435"/>
                      </a:lnTo>
                      <a:lnTo>
                        <a:pt x="4475" y="3435"/>
                      </a:lnTo>
                      <a:cubicBezTo>
                        <a:pt x="4664" y="3435"/>
                        <a:pt x="4821" y="3592"/>
                        <a:pt x="4821" y="3781"/>
                      </a:cubicBezTo>
                      <a:cubicBezTo>
                        <a:pt x="4821" y="4002"/>
                        <a:pt x="4664" y="4159"/>
                        <a:pt x="4475" y="4159"/>
                      </a:cubicBezTo>
                      <a:lnTo>
                        <a:pt x="3750" y="4159"/>
                      </a:lnTo>
                      <a:cubicBezTo>
                        <a:pt x="3561" y="4159"/>
                        <a:pt x="3403" y="4002"/>
                        <a:pt x="3403" y="3781"/>
                      </a:cubicBezTo>
                      <a:lnTo>
                        <a:pt x="3403" y="2426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3435" y="0"/>
                      </a:moveTo>
                      <a:cubicBezTo>
                        <a:pt x="2647" y="95"/>
                        <a:pt x="1923" y="410"/>
                        <a:pt x="1356" y="883"/>
                      </a:cubicBezTo>
                      <a:lnTo>
                        <a:pt x="2049" y="1576"/>
                      </a:lnTo>
                      <a:cubicBezTo>
                        <a:pt x="2175" y="1702"/>
                        <a:pt x="2175" y="1954"/>
                        <a:pt x="2049" y="2048"/>
                      </a:cubicBezTo>
                      <a:cubicBezTo>
                        <a:pt x="1986" y="2111"/>
                        <a:pt x="1899" y="2143"/>
                        <a:pt x="1812" y="2143"/>
                      </a:cubicBezTo>
                      <a:cubicBezTo>
                        <a:pt x="1726" y="2143"/>
                        <a:pt x="1639" y="2111"/>
                        <a:pt x="1576" y="2048"/>
                      </a:cubicBezTo>
                      <a:lnTo>
                        <a:pt x="883" y="1355"/>
                      </a:lnTo>
                      <a:cubicBezTo>
                        <a:pt x="410" y="1922"/>
                        <a:pt x="95" y="2647"/>
                        <a:pt x="1" y="3435"/>
                      </a:cubicBezTo>
                      <a:lnTo>
                        <a:pt x="1041" y="3435"/>
                      </a:lnTo>
                      <a:cubicBezTo>
                        <a:pt x="1230" y="3435"/>
                        <a:pt x="1387" y="3592"/>
                        <a:pt x="1387" y="3781"/>
                      </a:cubicBezTo>
                      <a:cubicBezTo>
                        <a:pt x="1387" y="3970"/>
                        <a:pt x="1230" y="4128"/>
                        <a:pt x="1041" y="4128"/>
                      </a:cubicBezTo>
                      <a:lnTo>
                        <a:pt x="1" y="4128"/>
                      </a:lnTo>
                      <a:cubicBezTo>
                        <a:pt x="95" y="4915"/>
                        <a:pt x="410" y="5640"/>
                        <a:pt x="883" y="6238"/>
                      </a:cubicBezTo>
                      <a:lnTo>
                        <a:pt x="1576" y="5514"/>
                      </a:lnTo>
                      <a:cubicBezTo>
                        <a:pt x="1639" y="5451"/>
                        <a:pt x="1734" y="5419"/>
                        <a:pt x="1824" y="5419"/>
                      </a:cubicBezTo>
                      <a:cubicBezTo>
                        <a:pt x="1915" y="5419"/>
                        <a:pt x="2001" y="5451"/>
                        <a:pt x="2049" y="5514"/>
                      </a:cubicBezTo>
                      <a:cubicBezTo>
                        <a:pt x="2175" y="5640"/>
                        <a:pt x="2175" y="5860"/>
                        <a:pt x="2049" y="5986"/>
                      </a:cubicBezTo>
                      <a:lnTo>
                        <a:pt x="1356" y="6711"/>
                      </a:lnTo>
                      <a:cubicBezTo>
                        <a:pt x="1923" y="7184"/>
                        <a:pt x="2647" y="7499"/>
                        <a:pt x="3435" y="7562"/>
                      </a:cubicBezTo>
                      <a:lnTo>
                        <a:pt x="3435" y="6553"/>
                      </a:lnTo>
                      <a:cubicBezTo>
                        <a:pt x="3435" y="6333"/>
                        <a:pt x="3592" y="6175"/>
                        <a:pt x="3781" y="6175"/>
                      </a:cubicBezTo>
                      <a:cubicBezTo>
                        <a:pt x="4002" y="6175"/>
                        <a:pt x="4160" y="6333"/>
                        <a:pt x="4160" y="6553"/>
                      </a:cubicBezTo>
                      <a:lnTo>
                        <a:pt x="4160" y="7562"/>
                      </a:lnTo>
                      <a:cubicBezTo>
                        <a:pt x="4947" y="7499"/>
                        <a:pt x="5640" y="7184"/>
                        <a:pt x="6239" y="6711"/>
                      </a:cubicBezTo>
                      <a:lnTo>
                        <a:pt x="5514" y="5986"/>
                      </a:lnTo>
                      <a:cubicBezTo>
                        <a:pt x="5420" y="5860"/>
                        <a:pt x="5420" y="5640"/>
                        <a:pt x="5514" y="5514"/>
                      </a:cubicBezTo>
                      <a:cubicBezTo>
                        <a:pt x="5577" y="5451"/>
                        <a:pt x="5672" y="5419"/>
                        <a:pt x="5762" y="5419"/>
                      </a:cubicBezTo>
                      <a:cubicBezTo>
                        <a:pt x="5853" y="5419"/>
                        <a:pt x="5940" y="5451"/>
                        <a:pt x="5987" y="5514"/>
                      </a:cubicBezTo>
                      <a:lnTo>
                        <a:pt x="6711" y="6238"/>
                      </a:lnTo>
                      <a:cubicBezTo>
                        <a:pt x="7184" y="5640"/>
                        <a:pt x="7499" y="4915"/>
                        <a:pt x="7562" y="4128"/>
                      </a:cubicBezTo>
                      <a:lnTo>
                        <a:pt x="6554" y="4128"/>
                      </a:lnTo>
                      <a:cubicBezTo>
                        <a:pt x="6365" y="4128"/>
                        <a:pt x="6207" y="3970"/>
                        <a:pt x="6207" y="3781"/>
                      </a:cubicBezTo>
                      <a:cubicBezTo>
                        <a:pt x="6207" y="3592"/>
                        <a:pt x="6365" y="3435"/>
                        <a:pt x="6554" y="3435"/>
                      </a:cubicBezTo>
                      <a:lnTo>
                        <a:pt x="7562" y="3435"/>
                      </a:lnTo>
                      <a:cubicBezTo>
                        <a:pt x="7499" y="2647"/>
                        <a:pt x="7184" y="1922"/>
                        <a:pt x="6711" y="1355"/>
                      </a:cubicBezTo>
                      <a:lnTo>
                        <a:pt x="5987" y="2048"/>
                      </a:lnTo>
                      <a:cubicBezTo>
                        <a:pt x="5940" y="2111"/>
                        <a:pt x="5853" y="2143"/>
                        <a:pt x="5762" y="2143"/>
                      </a:cubicBezTo>
                      <a:cubicBezTo>
                        <a:pt x="5672" y="2143"/>
                        <a:pt x="5577" y="2111"/>
                        <a:pt x="5514" y="2048"/>
                      </a:cubicBezTo>
                      <a:cubicBezTo>
                        <a:pt x="5420" y="1922"/>
                        <a:pt x="5420" y="1702"/>
                        <a:pt x="5514" y="1576"/>
                      </a:cubicBezTo>
                      <a:lnTo>
                        <a:pt x="6239" y="883"/>
                      </a:lnTo>
                      <a:cubicBezTo>
                        <a:pt x="5640" y="410"/>
                        <a:pt x="4947" y="95"/>
                        <a:pt x="4160" y="0"/>
                      </a:cubicBezTo>
                      <a:lnTo>
                        <a:pt x="4160" y="1040"/>
                      </a:lnTo>
                      <a:cubicBezTo>
                        <a:pt x="4160" y="1229"/>
                        <a:pt x="4002" y="1387"/>
                        <a:pt x="3781" y="1387"/>
                      </a:cubicBezTo>
                      <a:cubicBezTo>
                        <a:pt x="3592" y="1387"/>
                        <a:pt x="3435" y="1229"/>
                        <a:pt x="3435" y="1040"/>
                      </a:cubicBezTo>
                      <a:lnTo>
                        <a:pt x="343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6" name="Google Shape;9491;p73">
                <a:extLst>
                  <a:ext uri="{FF2B5EF4-FFF2-40B4-BE49-F238E27FC236}">
                    <a16:creationId xmlns:a16="http://schemas.microsoft.com/office/drawing/2014/main" id="{47A1DA6D-4F63-2B3F-5626-F2234BE8A939}"/>
                  </a:ext>
                </a:extLst>
              </p:cNvPr>
              <p:cNvGrpSpPr/>
              <p:nvPr/>
            </p:nvGrpSpPr>
            <p:grpSpPr>
              <a:xfrm>
                <a:off x="2692697" y="4378602"/>
                <a:ext cx="456666" cy="499261"/>
                <a:chOff x="1687350" y="3618725"/>
                <a:chExt cx="270175" cy="295375"/>
              </a:xfrm>
              <a:grpFill/>
            </p:grpSpPr>
            <p:sp>
              <p:nvSpPr>
                <p:cNvPr id="17518" name="Google Shape;9492;p73">
                  <a:extLst>
                    <a:ext uri="{FF2B5EF4-FFF2-40B4-BE49-F238E27FC236}">
                      <a16:creationId xmlns:a16="http://schemas.microsoft.com/office/drawing/2014/main" id="{451A25F2-EF0D-3687-9653-2AB76E08CD3A}"/>
                    </a:ext>
                  </a:extLst>
                </p:cNvPr>
                <p:cNvSpPr/>
                <p:nvPr/>
              </p:nvSpPr>
              <p:spPr>
                <a:xfrm>
                  <a:off x="1829900" y="3808550"/>
                  <a:ext cx="181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418" extrusionOk="0">
                      <a:moveTo>
                        <a:pt x="1" y="0"/>
                      </a:moveTo>
                      <a:lnTo>
                        <a:pt x="1" y="1418"/>
                      </a:lnTo>
                      <a:lnTo>
                        <a:pt x="379" y="1418"/>
                      </a:lnTo>
                      <a:cubicBezTo>
                        <a:pt x="568" y="1418"/>
                        <a:pt x="725" y="1260"/>
                        <a:pt x="725" y="1040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9" name="Google Shape;9493;p73">
                  <a:extLst>
                    <a:ext uri="{FF2B5EF4-FFF2-40B4-BE49-F238E27FC236}">
                      <a16:creationId xmlns:a16="http://schemas.microsoft.com/office/drawing/2014/main" id="{9A9972FA-CBEB-F756-2685-146EC73A2F1D}"/>
                    </a:ext>
                  </a:extLst>
                </p:cNvPr>
                <p:cNvSpPr/>
                <p:nvPr/>
              </p:nvSpPr>
              <p:spPr>
                <a:xfrm>
                  <a:off x="1795250" y="3755775"/>
                  <a:ext cx="1812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418" extrusionOk="0">
                      <a:moveTo>
                        <a:pt x="378" y="0"/>
                      </a:moveTo>
                      <a:cubicBezTo>
                        <a:pt x="189" y="0"/>
                        <a:pt x="0" y="158"/>
                        <a:pt x="0" y="378"/>
                      </a:cubicBezTo>
                      <a:lnTo>
                        <a:pt x="0" y="1071"/>
                      </a:lnTo>
                      <a:cubicBezTo>
                        <a:pt x="0" y="1260"/>
                        <a:pt x="189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0" name="Google Shape;9494;p73">
                  <a:extLst>
                    <a:ext uri="{FF2B5EF4-FFF2-40B4-BE49-F238E27FC236}">
                      <a16:creationId xmlns:a16="http://schemas.microsoft.com/office/drawing/2014/main" id="{86067495-3292-BCEF-DB86-71BD3E3E8F02}"/>
                    </a:ext>
                  </a:extLst>
                </p:cNvPr>
                <p:cNvSpPr/>
                <p:nvPr/>
              </p:nvSpPr>
              <p:spPr>
                <a:xfrm>
                  <a:off x="1687350" y="3618725"/>
                  <a:ext cx="2701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7" h="11815" extrusionOk="0">
                      <a:moveTo>
                        <a:pt x="6459" y="662"/>
                      </a:moveTo>
                      <a:cubicBezTo>
                        <a:pt x="6868" y="662"/>
                        <a:pt x="7183" y="977"/>
                        <a:pt x="7183" y="1355"/>
                      </a:cubicBezTo>
                      <a:cubicBezTo>
                        <a:pt x="7183" y="1765"/>
                        <a:pt x="6868" y="2080"/>
                        <a:pt x="6459" y="2080"/>
                      </a:cubicBezTo>
                      <a:lnTo>
                        <a:pt x="6459" y="1702"/>
                      </a:lnTo>
                      <a:cubicBezTo>
                        <a:pt x="6459" y="1513"/>
                        <a:pt x="6301" y="1355"/>
                        <a:pt x="6112" y="1355"/>
                      </a:cubicBezTo>
                      <a:lnTo>
                        <a:pt x="4726" y="1355"/>
                      </a:lnTo>
                      <a:cubicBezTo>
                        <a:pt x="4537" y="1355"/>
                        <a:pt x="4379" y="1513"/>
                        <a:pt x="4379" y="1702"/>
                      </a:cubicBezTo>
                      <a:lnTo>
                        <a:pt x="4379" y="2080"/>
                      </a:lnTo>
                      <a:cubicBezTo>
                        <a:pt x="3970" y="2017"/>
                        <a:pt x="3655" y="1702"/>
                        <a:pt x="3655" y="1355"/>
                      </a:cubicBezTo>
                      <a:cubicBezTo>
                        <a:pt x="3655" y="977"/>
                        <a:pt x="3970" y="662"/>
                        <a:pt x="4379" y="662"/>
                      </a:cubicBezTo>
                      <a:close/>
                      <a:moveTo>
                        <a:pt x="5387" y="4128"/>
                      </a:moveTo>
                      <a:cubicBezTo>
                        <a:pt x="5608" y="4128"/>
                        <a:pt x="5766" y="4285"/>
                        <a:pt x="5766" y="4474"/>
                      </a:cubicBezTo>
                      <a:lnTo>
                        <a:pt x="5766" y="4821"/>
                      </a:lnTo>
                      <a:lnTo>
                        <a:pt x="6112" y="4821"/>
                      </a:lnTo>
                      <a:cubicBezTo>
                        <a:pt x="6711" y="4821"/>
                        <a:pt x="7120" y="5293"/>
                        <a:pt x="7120" y="5860"/>
                      </a:cubicBezTo>
                      <a:cubicBezTo>
                        <a:pt x="7120" y="6049"/>
                        <a:pt x="6963" y="6207"/>
                        <a:pt x="6774" y="6207"/>
                      </a:cubicBezTo>
                      <a:cubicBezTo>
                        <a:pt x="6585" y="6207"/>
                        <a:pt x="6427" y="6049"/>
                        <a:pt x="6427" y="5860"/>
                      </a:cubicBezTo>
                      <a:cubicBezTo>
                        <a:pt x="6427" y="5640"/>
                        <a:pt x="6270" y="5482"/>
                        <a:pt x="6081" y="5482"/>
                      </a:cubicBezTo>
                      <a:lnTo>
                        <a:pt x="5703" y="5482"/>
                      </a:lnTo>
                      <a:lnTo>
                        <a:pt x="5703" y="6868"/>
                      </a:lnTo>
                      <a:lnTo>
                        <a:pt x="6081" y="6868"/>
                      </a:lnTo>
                      <a:cubicBezTo>
                        <a:pt x="6648" y="6868"/>
                        <a:pt x="7089" y="7341"/>
                        <a:pt x="7089" y="7908"/>
                      </a:cubicBezTo>
                      <a:lnTo>
                        <a:pt x="7089" y="8601"/>
                      </a:lnTo>
                      <a:cubicBezTo>
                        <a:pt x="7089" y="9200"/>
                        <a:pt x="6616" y="9641"/>
                        <a:pt x="6081" y="9641"/>
                      </a:cubicBezTo>
                      <a:lnTo>
                        <a:pt x="5703" y="9641"/>
                      </a:lnTo>
                      <a:lnTo>
                        <a:pt x="5703" y="9987"/>
                      </a:lnTo>
                      <a:cubicBezTo>
                        <a:pt x="5703" y="10176"/>
                        <a:pt x="5545" y="10334"/>
                        <a:pt x="5356" y="10334"/>
                      </a:cubicBezTo>
                      <a:cubicBezTo>
                        <a:pt x="5167" y="10334"/>
                        <a:pt x="5009" y="10176"/>
                        <a:pt x="5009" y="9987"/>
                      </a:cubicBezTo>
                      <a:lnTo>
                        <a:pt x="5009" y="9704"/>
                      </a:lnTo>
                      <a:lnTo>
                        <a:pt x="4631" y="9704"/>
                      </a:lnTo>
                      <a:cubicBezTo>
                        <a:pt x="4064" y="9704"/>
                        <a:pt x="3623" y="9231"/>
                        <a:pt x="3623" y="8664"/>
                      </a:cubicBezTo>
                      <a:cubicBezTo>
                        <a:pt x="3623" y="8475"/>
                        <a:pt x="3781" y="8318"/>
                        <a:pt x="3970" y="8318"/>
                      </a:cubicBezTo>
                      <a:cubicBezTo>
                        <a:pt x="4159" y="8318"/>
                        <a:pt x="4316" y="8475"/>
                        <a:pt x="4316" y="8664"/>
                      </a:cubicBezTo>
                      <a:cubicBezTo>
                        <a:pt x="4316" y="8885"/>
                        <a:pt x="4505" y="9042"/>
                        <a:pt x="4694" y="9042"/>
                      </a:cubicBezTo>
                      <a:lnTo>
                        <a:pt x="5041" y="9042"/>
                      </a:lnTo>
                      <a:lnTo>
                        <a:pt x="5041" y="7625"/>
                      </a:lnTo>
                      <a:lnTo>
                        <a:pt x="4694" y="7625"/>
                      </a:lnTo>
                      <a:lnTo>
                        <a:pt x="4694" y="7593"/>
                      </a:lnTo>
                      <a:cubicBezTo>
                        <a:pt x="4096" y="7593"/>
                        <a:pt x="3655" y="7120"/>
                        <a:pt x="3655" y="6553"/>
                      </a:cubicBezTo>
                      <a:lnTo>
                        <a:pt x="3655" y="5860"/>
                      </a:lnTo>
                      <a:cubicBezTo>
                        <a:pt x="3655" y="5262"/>
                        <a:pt x="4127" y="4821"/>
                        <a:pt x="4694" y="4821"/>
                      </a:cubicBezTo>
                      <a:lnTo>
                        <a:pt x="5041" y="4821"/>
                      </a:lnTo>
                      <a:lnTo>
                        <a:pt x="5041" y="4474"/>
                      </a:lnTo>
                      <a:cubicBezTo>
                        <a:pt x="5041" y="4285"/>
                        <a:pt x="5198" y="4128"/>
                        <a:pt x="5387" y="4128"/>
                      </a:cubicBezTo>
                      <a:close/>
                      <a:moveTo>
                        <a:pt x="4379" y="0"/>
                      </a:moveTo>
                      <a:cubicBezTo>
                        <a:pt x="3623" y="0"/>
                        <a:pt x="2993" y="662"/>
                        <a:pt x="2993" y="1387"/>
                      </a:cubicBezTo>
                      <a:cubicBezTo>
                        <a:pt x="2993" y="2143"/>
                        <a:pt x="3623" y="2773"/>
                        <a:pt x="4379" y="2773"/>
                      </a:cubicBezTo>
                      <a:lnTo>
                        <a:pt x="4379" y="2899"/>
                      </a:lnTo>
                      <a:cubicBezTo>
                        <a:pt x="3781" y="3025"/>
                        <a:pt x="3277" y="3277"/>
                        <a:pt x="2804" y="3592"/>
                      </a:cubicBezTo>
                      <a:lnTo>
                        <a:pt x="2332" y="3056"/>
                      </a:lnTo>
                      <a:lnTo>
                        <a:pt x="2584" y="2804"/>
                      </a:lnTo>
                      <a:cubicBezTo>
                        <a:pt x="2710" y="2710"/>
                        <a:pt x="2710" y="2458"/>
                        <a:pt x="2615" y="2332"/>
                      </a:cubicBezTo>
                      <a:lnTo>
                        <a:pt x="1701" y="1292"/>
                      </a:lnTo>
                      <a:cubicBezTo>
                        <a:pt x="1630" y="1203"/>
                        <a:pt x="1529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6"/>
                      </a:lnTo>
                      <a:cubicBezTo>
                        <a:pt x="1090" y="3770"/>
                        <a:pt x="1183" y="3809"/>
                        <a:pt x="1279" y="3809"/>
                      </a:cubicBezTo>
                      <a:cubicBezTo>
                        <a:pt x="1365" y="3809"/>
                        <a:pt x="1453" y="3777"/>
                        <a:pt x="1512" y="3718"/>
                      </a:cubicBezTo>
                      <a:lnTo>
                        <a:pt x="1764" y="3497"/>
                      </a:lnTo>
                      <a:lnTo>
                        <a:pt x="2237" y="4033"/>
                      </a:lnTo>
                      <a:cubicBezTo>
                        <a:pt x="1418" y="4852"/>
                        <a:pt x="914" y="5986"/>
                        <a:pt x="914" y="7247"/>
                      </a:cubicBezTo>
                      <a:cubicBezTo>
                        <a:pt x="914" y="9735"/>
                        <a:pt x="2930" y="11815"/>
                        <a:pt x="5387" y="11815"/>
                      </a:cubicBezTo>
                      <a:cubicBezTo>
                        <a:pt x="7876" y="11815"/>
                        <a:pt x="9893" y="9798"/>
                        <a:pt x="9893" y="7247"/>
                      </a:cubicBezTo>
                      <a:cubicBezTo>
                        <a:pt x="9893" y="5986"/>
                        <a:pt x="9389" y="4852"/>
                        <a:pt x="8538" y="4033"/>
                      </a:cubicBezTo>
                      <a:lnTo>
                        <a:pt x="9011" y="3497"/>
                      </a:lnTo>
                      <a:lnTo>
                        <a:pt x="9294" y="3718"/>
                      </a:lnTo>
                      <a:cubicBezTo>
                        <a:pt x="9368" y="3777"/>
                        <a:pt x="9450" y="3809"/>
                        <a:pt x="9528" y="3809"/>
                      </a:cubicBezTo>
                      <a:cubicBezTo>
                        <a:pt x="9616" y="3809"/>
                        <a:pt x="9700" y="3770"/>
                        <a:pt x="9767" y="3686"/>
                      </a:cubicBezTo>
                      <a:lnTo>
                        <a:pt x="10680" y="2615"/>
                      </a:lnTo>
                      <a:cubicBezTo>
                        <a:pt x="10806" y="2458"/>
                        <a:pt x="10806" y="2269"/>
                        <a:pt x="10649" y="2143"/>
                      </a:cubicBezTo>
                      <a:lnTo>
                        <a:pt x="9578" y="1229"/>
                      </a:lnTo>
                      <a:cubicBezTo>
                        <a:pt x="9509" y="1188"/>
                        <a:pt x="9434" y="1165"/>
                        <a:pt x="9361" y="1165"/>
                      </a:cubicBezTo>
                      <a:cubicBezTo>
                        <a:pt x="9267" y="1165"/>
                        <a:pt x="9176" y="1203"/>
                        <a:pt x="9105" y="1292"/>
                      </a:cubicBezTo>
                      <a:lnTo>
                        <a:pt x="8191" y="2332"/>
                      </a:lnTo>
                      <a:cubicBezTo>
                        <a:pt x="8065" y="2489"/>
                        <a:pt x="8065" y="2710"/>
                        <a:pt x="8223" y="2804"/>
                      </a:cubicBezTo>
                      <a:lnTo>
                        <a:pt x="8506" y="3056"/>
                      </a:lnTo>
                      <a:lnTo>
                        <a:pt x="8034" y="3592"/>
                      </a:lnTo>
                      <a:cubicBezTo>
                        <a:pt x="7561" y="3245"/>
                        <a:pt x="7057" y="3025"/>
                        <a:pt x="6459" y="2899"/>
                      </a:cubicBezTo>
                      <a:lnTo>
                        <a:pt x="6459" y="2773"/>
                      </a:lnTo>
                      <a:cubicBezTo>
                        <a:pt x="7215" y="2773"/>
                        <a:pt x="7845" y="2143"/>
                        <a:pt x="7845" y="1387"/>
                      </a:cubicBezTo>
                      <a:cubicBezTo>
                        <a:pt x="7845" y="662"/>
                        <a:pt x="7215" y="0"/>
                        <a:pt x="64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7" name="Google Shape;9495;p73">
                <a:extLst>
                  <a:ext uri="{FF2B5EF4-FFF2-40B4-BE49-F238E27FC236}">
                    <a16:creationId xmlns:a16="http://schemas.microsoft.com/office/drawing/2014/main" id="{4FC3B9D1-B26B-E965-F516-EA282A618DB9}"/>
                  </a:ext>
                </a:extLst>
              </p:cNvPr>
              <p:cNvGrpSpPr/>
              <p:nvPr/>
            </p:nvGrpSpPr>
            <p:grpSpPr>
              <a:xfrm>
                <a:off x="2669392" y="4985321"/>
                <a:ext cx="503276" cy="499261"/>
                <a:chOff x="1672375" y="3982600"/>
                <a:chExt cx="297750" cy="295375"/>
              </a:xfrm>
              <a:grpFill/>
            </p:grpSpPr>
            <p:sp>
              <p:nvSpPr>
                <p:cNvPr id="17515" name="Google Shape;9496;p73">
                  <a:extLst>
                    <a:ext uri="{FF2B5EF4-FFF2-40B4-BE49-F238E27FC236}">
                      <a16:creationId xmlns:a16="http://schemas.microsoft.com/office/drawing/2014/main" id="{A57F6FF9-F506-2DC3-EE4E-421A62FE7DF9}"/>
                    </a:ext>
                  </a:extLst>
                </p:cNvPr>
                <p:cNvSpPr/>
                <p:nvPr/>
              </p:nvSpPr>
              <p:spPr>
                <a:xfrm>
                  <a:off x="1796825" y="398260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6" name="Google Shape;9497;p73">
                  <a:extLst>
                    <a:ext uri="{FF2B5EF4-FFF2-40B4-BE49-F238E27FC236}">
                      <a16:creationId xmlns:a16="http://schemas.microsoft.com/office/drawing/2014/main" id="{8D7DEA06-BEED-F1D7-495F-A8B719208197}"/>
                    </a:ext>
                  </a:extLst>
                </p:cNvPr>
                <p:cNvSpPr/>
                <p:nvPr/>
              </p:nvSpPr>
              <p:spPr>
                <a:xfrm>
                  <a:off x="1672375" y="4092075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7" name="Google Shape;9498;p73">
                  <a:extLst>
                    <a:ext uri="{FF2B5EF4-FFF2-40B4-BE49-F238E27FC236}">
                      <a16:creationId xmlns:a16="http://schemas.microsoft.com/office/drawing/2014/main" id="{5918EB2F-4EFF-F352-0A98-975B96563D55}"/>
                    </a:ext>
                  </a:extLst>
                </p:cNvPr>
                <p:cNvSpPr/>
                <p:nvPr/>
              </p:nvSpPr>
              <p:spPr>
                <a:xfrm>
                  <a:off x="1778700" y="4051125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8" name="Google Shape;9499;p73">
                <a:extLst>
                  <a:ext uri="{FF2B5EF4-FFF2-40B4-BE49-F238E27FC236}">
                    <a16:creationId xmlns:a16="http://schemas.microsoft.com/office/drawing/2014/main" id="{DDA52221-A32D-FA1D-9807-E9C663230BFA}"/>
                  </a:ext>
                </a:extLst>
              </p:cNvPr>
              <p:cNvGrpSpPr/>
              <p:nvPr/>
            </p:nvGrpSpPr>
            <p:grpSpPr>
              <a:xfrm>
                <a:off x="5851479" y="3747882"/>
                <a:ext cx="500612" cy="500612"/>
                <a:chOff x="3497300" y="3227275"/>
                <a:chExt cx="296175" cy="296175"/>
              </a:xfrm>
              <a:grpFill/>
            </p:grpSpPr>
            <p:sp>
              <p:nvSpPr>
                <p:cNvPr id="17507" name="Google Shape;9500;p73">
                  <a:extLst>
                    <a:ext uri="{FF2B5EF4-FFF2-40B4-BE49-F238E27FC236}">
                      <a16:creationId xmlns:a16="http://schemas.microsoft.com/office/drawing/2014/main" id="{1CAAA0AA-3C6B-A4F7-3ACC-F95C78F093CC}"/>
                    </a:ext>
                  </a:extLst>
                </p:cNvPr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8" name="Google Shape;9501;p73">
                  <a:extLst>
                    <a:ext uri="{FF2B5EF4-FFF2-40B4-BE49-F238E27FC236}">
                      <a16:creationId xmlns:a16="http://schemas.microsoft.com/office/drawing/2014/main" id="{8491F67D-D392-14C3-6D28-87D86C44C220}"/>
                    </a:ext>
                  </a:extLst>
                </p:cNvPr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9" name="Google Shape;9502;p73">
                  <a:extLst>
                    <a:ext uri="{FF2B5EF4-FFF2-40B4-BE49-F238E27FC236}">
                      <a16:creationId xmlns:a16="http://schemas.microsoft.com/office/drawing/2014/main" id="{A2504DC1-A72F-CE83-C2FA-8A3CC92443FF}"/>
                    </a:ext>
                  </a:extLst>
                </p:cNvPr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0" name="Google Shape;9503;p73">
                  <a:extLst>
                    <a:ext uri="{FF2B5EF4-FFF2-40B4-BE49-F238E27FC236}">
                      <a16:creationId xmlns:a16="http://schemas.microsoft.com/office/drawing/2014/main" id="{0F19ECEE-2FB0-87AE-4172-EC20D5D2F848}"/>
                    </a:ext>
                  </a:extLst>
                </p:cNvPr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1" name="Google Shape;9504;p73">
                  <a:extLst>
                    <a:ext uri="{FF2B5EF4-FFF2-40B4-BE49-F238E27FC236}">
                      <a16:creationId xmlns:a16="http://schemas.microsoft.com/office/drawing/2014/main" id="{5047A9C7-A5B0-785F-3534-F259F2320EBD}"/>
                    </a:ext>
                  </a:extLst>
                </p:cNvPr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2" name="Google Shape;9505;p73">
                  <a:extLst>
                    <a:ext uri="{FF2B5EF4-FFF2-40B4-BE49-F238E27FC236}">
                      <a16:creationId xmlns:a16="http://schemas.microsoft.com/office/drawing/2014/main" id="{4A78EB67-75E1-B9D1-E13E-1510A20387FD}"/>
                    </a:ext>
                  </a:extLst>
                </p:cNvPr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3" name="Google Shape;9506;p73">
                  <a:extLst>
                    <a:ext uri="{FF2B5EF4-FFF2-40B4-BE49-F238E27FC236}">
                      <a16:creationId xmlns:a16="http://schemas.microsoft.com/office/drawing/2014/main" id="{015AC72E-F1AD-3B17-2486-6CD024C2D4A0}"/>
                    </a:ext>
                  </a:extLst>
                </p:cNvPr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4" name="Google Shape;9507;p73">
                  <a:extLst>
                    <a:ext uri="{FF2B5EF4-FFF2-40B4-BE49-F238E27FC236}">
                      <a16:creationId xmlns:a16="http://schemas.microsoft.com/office/drawing/2014/main" id="{2D8F5426-AF9B-4D79-C735-B05C665F2959}"/>
                    </a:ext>
                  </a:extLst>
                </p:cNvPr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9" name="Google Shape;9508;p73">
                <a:extLst>
                  <a:ext uri="{FF2B5EF4-FFF2-40B4-BE49-F238E27FC236}">
                    <a16:creationId xmlns:a16="http://schemas.microsoft.com/office/drawing/2014/main" id="{9DB71135-D972-9020-A8EF-072B2846D87E}"/>
                  </a:ext>
                </a:extLst>
              </p:cNvPr>
              <p:cNvGrpSpPr/>
              <p:nvPr/>
            </p:nvGrpSpPr>
            <p:grpSpPr>
              <a:xfrm>
                <a:off x="5852154" y="4379933"/>
                <a:ext cx="499261" cy="496599"/>
                <a:chOff x="3497300" y="3591950"/>
                <a:chExt cx="295375" cy="293800"/>
              </a:xfrm>
              <a:grpFill/>
            </p:grpSpPr>
            <p:sp>
              <p:nvSpPr>
                <p:cNvPr id="17499" name="Google Shape;9509;p73">
                  <a:extLst>
                    <a:ext uri="{FF2B5EF4-FFF2-40B4-BE49-F238E27FC236}">
                      <a16:creationId xmlns:a16="http://schemas.microsoft.com/office/drawing/2014/main" id="{634323F7-7D43-5B42-B393-99BFDCF777A8}"/>
                    </a:ext>
                  </a:extLst>
                </p:cNvPr>
                <p:cNvSpPr/>
                <p:nvPr/>
              </p:nvSpPr>
              <p:spPr>
                <a:xfrm>
                  <a:off x="3628825" y="3724275"/>
                  <a:ext cx="18150" cy="1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62" extrusionOk="0">
                      <a:moveTo>
                        <a:pt x="375" y="0"/>
                      </a:moveTo>
                      <a:cubicBezTo>
                        <a:pt x="292" y="0"/>
                        <a:pt x="206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cubicBezTo>
                        <a:pt x="190" y="630"/>
                        <a:pt x="277" y="662"/>
                        <a:pt x="363" y="662"/>
                      </a:cubicBezTo>
                      <a:cubicBezTo>
                        <a:pt x="450" y="662"/>
                        <a:pt x="536" y="630"/>
                        <a:pt x="599" y="567"/>
                      </a:cubicBezTo>
                      <a:cubicBezTo>
                        <a:pt x="725" y="441"/>
                        <a:pt x="725" y="221"/>
                        <a:pt x="599" y="95"/>
                      </a:cubicBezTo>
                      <a:cubicBezTo>
                        <a:pt x="536" y="32"/>
                        <a:pt x="458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0" name="Google Shape;9510;p73">
                  <a:extLst>
                    <a:ext uri="{FF2B5EF4-FFF2-40B4-BE49-F238E27FC236}">
                      <a16:creationId xmlns:a16="http://schemas.microsoft.com/office/drawing/2014/main" id="{0A2FC356-6031-07F2-BD15-81EEDB628629}"/>
                    </a:ext>
                  </a:extLst>
                </p:cNvPr>
                <p:cNvSpPr/>
                <p:nvPr/>
              </p:nvSpPr>
              <p:spPr>
                <a:xfrm>
                  <a:off x="3590250" y="3689400"/>
                  <a:ext cx="945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1" h="3467" extrusionOk="0">
                      <a:moveTo>
                        <a:pt x="1922" y="710"/>
                      </a:moveTo>
                      <a:cubicBezTo>
                        <a:pt x="2190" y="710"/>
                        <a:pt x="2458" y="812"/>
                        <a:pt x="2647" y="1017"/>
                      </a:cubicBezTo>
                      <a:cubicBezTo>
                        <a:pt x="3088" y="1395"/>
                        <a:pt x="3088" y="2088"/>
                        <a:pt x="2647" y="2466"/>
                      </a:cubicBezTo>
                      <a:cubicBezTo>
                        <a:pt x="2458" y="2671"/>
                        <a:pt x="2190" y="2773"/>
                        <a:pt x="1922" y="2773"/>
                      </a:cubicBezTo>
                      <a:cubicBezTo>
                        <a:pt x="1654" y="2773"/>
                        <a:pt x="1386" y="2671"/>
                        <a:pt x="1197" y="2466"/>
                      </a:cubicBezTo>
                      <a:cubicBezTo>
                        <a:pt x="788" y="2088"/>
                        <a:pt x="788" y="1395"/>
                        <a:pt x="1197" y="1017"/>
                      </a:cubicBezTo>
                      <a:cubicBezTo>
                        <a:pt x="1386" y="812"/>
                        <a:pt x="1654" y="710"/>
                        <a:pt x="1922" y="710"/>
                      </a:cubicBezTo>
                      <a:close/>
                      <a:moveTo>
                        <a:pt x="1930" y="1"/>
                      </a:moveTo>
                      <a:cubicBezTo>
                        <a:pt x="1489" y="1"/>
                        <a:pt x="1040" y="182"/>
                        <a:pt x="693" y="544"/>
                      </a:cubicBezTo>
                      <a:cubicBezTo>
                        <a:pt x="0" y="1206"/>
                        <a:pt x="0" y="2309"/>
                        <a:pt x="693" y="2970"/>
                      </a:cubicBezTo>
                      <a:cubicBezTo>
                        <a:pt x="1024" y="3301"/>
                        <a:pt x="1473" y="3466"/>
                        <a:pt x="1918" y="3466"/>
                      </a:cubicBezTo>
                      <a:cubicBezTo>
                        <a:pt x="2363" y="3466"/>
                        <a:pt x="2804" y="3301"/>
                        <a:pt x="3119" y="2970"/>
                      </a:cubicBezTo>
                      <a:cubicBezTo>
                        <a:pt x="3781" y="2309"/>
                        <a:pt x="3781" y="1206"/>
                        <a:pt x="3119" y="544"/>
                      </a:cubicBezTo>
                      <a:cubicBezTo>
                        <a:pt x="2804" y="182"/>
                        <a:pt x="2371" y="1"/>
                        <a:pt x="19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1" name="Google Shape;9511;p73">
                  <a:extLst>
                    <a:ext uri="{FF2B5EF4-FFF2-40B4-BE49-F238E27FC236}">
                      <a16:creationId xmlns:a16="http://schemas.microsoft.com/office/drawing/2014/main" id="{78C605D1-AEC1-DD92-DEAA-79A00451B536}"/>
                    </a:ext>
                  </a:extLst>
                </p:cNvPr>
                <p:cNvSpPr/>
                <p:nvPr/>
              </p:nvSpPr>
              <p:spPr>
                <a:xfrm>
                  <a:off x="3674525" y="3601400"/>
                  <a:ext cx="118150" cy="1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58" extrusionOk="0">
                      <a:moveTo>
                        <a:pt x="3533" y="0"/>
                      </a:moveTo>
                      <a:cubicBezTo>
                        <a:pt x="3442" y="0"/>
                        <a:pt x="3355" y="32"/>
                        <a:pt x="3308" y="95"/>
                      </a:cubicBezTo>
                      <a:lnTo>
                        <a:pt x="0" y="3308"/>
                      </a:lnTo>
                      <a:cubicBezTo>
                        <a:pt x="410" y="3623"/>
                        <a:pt x="788" y="4127"/>
                        <a:pt x="1953" y="4758"/>
                      </a:cubicBezTo>
                      <a:lnTo>
                        <a:pt x="4600" y="2678"/>
                      </a:lnTo>
                      <a:cubicBezTo>
                        <a:pt x="4663" y="2615"/>
                        <a:pt x="4726" y="2521"/>
                        <a:pt x="4726" y="2395"/>
                      </a:cubicBezTo>
                      <a:cubicBezTo>
                        <a:pt x="4726" y="1544"/>
                        <a:pt x="4348" y="693"/>
                        <a:pt x="3781" y="95"/>
                      </a:cubicBezTo>
                      <a:cubicBezTo>
                        <a:pt x="3718" y="32"/>
                        <a:pt x="3623" y="0"/>
                        <a:pt x="3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2" name="Google Shape;9512;p73">
                  <a:extLst>
                    <a:ext uri="{FF2B5EF4-FFF2-40B4-BE49-F238E27FC236}">
                      <a16:creationId xmlns:a16="http://schemas.microsoft.com/office/drawing/2014/main" id="{07DEA9B0-BECD-8315-1769-40C286544FBA}"/>
                    </a:ext>
                  </a:extLst>
                </p:cNvPr>
                <p:cNvSpPr/>
                <p:nvPr/>
              </p:nvSpPr>
              <p:spPr>
                <a:xfrm>
                  <a:off x="3631200" y="3774675"/>
                  <a:ext cx="103200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096" extrusionOk="0">
                      <a:moveTo>
                        <a:pt x="2048" y="0"/>
                      </a:moveTo>
                      <a:cubicBezTo>
                        <a:pt x="1985" y="32"/>
                        <a:pt x="1985" y="63"/>
                        <a:pt x="1954" y="126"/>
                      </a:cubicBezTo>
                      <a:cubicBezTo>
                        <a:pt x="1506" y="546"/>
                        <a:pt x="859" y="767"/>
                        <a:pt x="235" y="767"/>
                      </a:cubicBezTo>
                      <a:cubicBezTo>
                        <a:pt x="156" y="767"/>
                        <a:pt x="78" y="764"/>
                        <a:pt x="0" y="756"/>
                      </a:cubicBezTo>
                      <a:lnTo>
                        <a:pt x="0" y="756"/>
                      </a:lnTo>
                      <a:cubicBezTo>
                        <a:pt x="567" y="1670"/>
                        <a:pt x="1355" y="3749"/>
                        <a:pt x="1418" y="3875"/>
                      </a:cubicBezTo>
                      <a:cubicBezTo>
                        <a:pt x="1450" y="4001"/>
                        <a:pt x="1607" y="4096"/>
                        <a:pt x="1733" y="4096"/>
                      </a:cubicBezTo>
                      <a:cubicBezTo>
                        <a:pt x="1891" y="4096"/>
                        <a:pt x="1985" y="4033"/>
                        <a:pt x="2048" y="3875"/>
                      </a:cubicBezTo>
                      <a:lnTo>
                        <a:pt x="2426" y="2647"/>
                      </a:lnTo>
                      <a:lnTo>
                        <a:pt x="3182" y="2647"/>
                      </a:lnTo>
                      <a:cubicBezTo>
                        <a:pt x="4128" y="2647"/>
                        <a:pt x="2710" y="63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3" name="Google Shape;9513;p73">
                  <a:extLst>
                    <a:ext uri="{FF2B5EF4-FFF2-40B4-BE49-F238E27FC236}">
                      <a16:creationId xmlns:a16="http://schemas.microsoft.com/office/drawing/2014/main" id="{B894CE8F-F3D3-7EC9-6528-8AD73289A65F}"/>
                    </a:ext>
                  </a:extLst>
                </p:cNvPr>
                <p:cNvSpPr/>
                <p:nvPr/>
              </p:nvSpPr>
              <p:spPr>
                <a:xfrm>
                  <a:off x="3691850" y="3726625"/>
                  <a:ext cx="89800" cy="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" h="3562" extrusionOk="0">
                      <a:moveTo>
                        <a:pt x="252" y="1"/>
                      </a:moveTo>
                      <a:cubicBezTo>
                        <a:pt x="284" y="410"/>
                        <a:pt x="189" y="883"/>
                        <a:pt x="0" y="1292"/>
                      </a:cubicBezTo>
                      <a:cubicBezTo>
                        <a:pt x="630" y="1922"/>
                        <a:pt x="1134" y="2615"/>
                        <a:pt x="1544" y="3466"/>
                      </a:cubicBezTo>
                      <a:cubicBezTo>
                        <a:pt x="1565" y="3530"/>
                        <a:pt x="1634" y="3562"/>
                        <a:pt x="1715" y="3562"/>
                      </a:cubicBezTo>
                      <a:cubicBezTo>
                        <a:pt x="1874" y="3562"/>
                        <a:pt x="2080" y="3443"/>
                        <a:pt x="2080" y="3214"/>
                      </a:cubicBezTo>
                      <a:lnTo>
                        <a:pt x="2080" y="2458"/>
                      </a:lnTo>
                      <a:lnTo>
                        <a:pt x="3308" y="2080"/>
                      </a:lnTo>
                      <a:cubicBezTo>
                        <a:pt x="3497" y="1985"/>
                        <a:pt x="3592" y="1891"/>
                        <a:pt x="3592" y="1733"/>
                      </a:cubicBezTo>
                      <a:cubicBezTo>
                        <a:pt x="3592" y="1576"/>
                        <a:pt x="3497" y="1450"/>
                        <a:pt x="3340" y="1418"/>
                      </a:cubicBezTo>
                      <a:cubicBezTo>
                        <a:pt x="3182" y="1355"/>
                        <a:pt x="1134" y="568"/>
                        <a:pt x="25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4" name="Google Shape;9514;p73">
                  <a:extLst>
                    <a:ext uri="{FF2B5EF4-FFF2-40B4-BE49-F238E27FC236}">
                      <a16:creationId xmlns:a16="http://schemas.microsoft.com/office/drawing/2014/main" id="{920AE97A-4BDA-BDA4-DB2C-4F7B8CDC49A0}"/>
                    </a:ext>
                  </a:extLst>
                </p:cNvPr>
                <p:cNvSpPr/>
                <p:nvPr/>
              </p:nvSpPr>
              <p:spPr>
                <a:xfrm>
                  <a:off x="3505175" y="3767575"/>
                  <a:ext cx="120525" cy="11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727" extrusionOk="0">
                      <a:moveTo>
                        <a:pt x="3372" y="1"/>
                      </a:moveTo>
                      <a:lnTo>
                        <a:pt x="95" y="3277"/>
                      </a:lnTo>
                      <a:cubicBezTo>
                        <a:pt x="1" y="3435"/>
                        <a:pt x="1" y="3687"/>
                        <a:pt x="158" y="3781"/>
                      </a:cubicBezTo>
                      <a:cubicBezTo>
                        <a:pt x="788" y="4411"/>
                        <a:pt x="1607" y="4727"/>
                        <a:pt x="2458" y="4727"/>
                      </a:cubicBezTo>
                      <a:cubicBezTo>
                        <a:pt x="2584" y="4727"/>
                        <a:pt x="2679" y="4695"/>
                        <a:pt x="2742" y="4632"/>
                      </a:cubicBezTo>
                      <a:lnTo>
                        <a:pt x="4821" y="1986"/>
                      </a:lnTo>
                      <a:cubicBezTo>
                        <a:pt x="4254" y="851"/>
                        <a:pt x="3718" y="442"/>
                        <a:pt x="33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5" name="Google Shape;9515;p73">
                  <a:extLst>
                    <a:ext uri="{FF2B5EF4-FFF2-40B4-BE49-F238E27FC236}">
                      <a16:creationId xmlns:a16="http://schemas.microsoft.com/office/drawing/2014/main" id="{C89225CF-9960-3868-64C8-6ABF87220F7E}"/>
                    </a:ext>
                  </a:extLst>
                </p:cNvPr>
                <p:cNvSpPr/>
                <p:nvPr/>
              </p:nvSpPr>
              <p:spPr>
                <a:xfrm>
                  <a:off x="3631200" y="3591950"/>
                  <a:ext cx="1040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3372" extrusionOk="0">
                      <a:moveTo>
                        <a:pt x="2836" y="0"/>
                      </a:moveTo>
                      <a:cubicBezTo>
                        <a:pt x="2678" y="0"/>
                        <a:pt x="2584" y="32"/>
                        <a:pt x="2521" y="95"/>
                      </a:cubicBezTo>
                      <a:lnTo>
                        <a:pt x="0" y="3245"/>
                      </a:lnTo>
                      <a:cubicBezTo>
                        <a:pt x="90" y="3238"/>
                        <a:pt x="181" y="3234"/>
                        <a:pt x="272" y="3234"/>
                      </a:cubicBezTo>
                      <a:cubicBezTo>
                        <a:pt x="568" y="3234"/>
                        <a:pt x="870" y="3275"/>
                        <a:pt x="1135" y="3371"/>
                      </a:cubicBezTo>
                      <a:cubicBezTo>
                        <a:pt x="1324" y="3119"/>
                        <a:pt x="3939" y="567"/>
                        <a:pt x="4159" y="347"/>
                      </a:cubicBezTo>
                      <a:cubicBezTo>
                        <a:pt x="3718" y="158"/>
                        <a:pt x="3308" y="0"/>
                        <a:pt x="28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6" name="Google Shape;9516;p73">
                  <a:extLst>
                    <a:ext uri="{FF2B5EF4-FFF2-40B4-BE49-F238E27FC236}">
                      <a16:creationId xmlns:a16="http://schemas.microsoft.com/office/drawing/2014/main" id="{2C5B7D3C-8614-E2CB-347F-650453A9C3AA}"/>
                    </a:ext>
                  </a:extLst>
                </p:cNvPr>
                <p:cNvSpPr/>
                <p:nvPr/>
              </p:nvSpPr>
              <p:spPr>
                <a:xfrm>
                  <a:off x="3497300" y="3721900"/>
                  <a:ext cx="84300" cy="10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4286" extrusionOk="0">
                      <a:moveTo>
                        <a:pt x="3246" y="1"/>
                      </a:moveTo>
                      <a:lnTo>
                        <a:pt x="95" y="2552"/>
                      </a:lnTo>
                      <a:cubicBezTo>
                        <a:pt x="32" y="2615"/>
                        <a:pt x="1" y="2710"/>
                        <a:pt x="1" y="2836"/>
                      </a:cubicBezTo>
                      <a:cubicBezTo>
                        <a:pt x="1" y="3340"/>
                        <a:pt x="95" y="3844"/>
                        <a:pt x="347" y="4285"/>
                      </a:cubicBezTo>
                      <a:lnTo>
                        <a:pt x="3372" y="1261"/>
                      </a:lnTo>
                      <a:cubicBezTo>
                        <a:pt x="3214" y="851"/>
                        <a:pt x="3183" y="410"/>
                        <a:pt x="32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0" name="Google Shape;9517;p73">
                <a:extLst>
                  <a:ext uri="{FF2B5EF4-FFF2-40B4-BE49-F238E27FC236}">
                    <a16:creationId xmlns:a16="http://schemas.microsoft.com/office/drawing/2014/main" id="{F4EB06D3-45ED-D6A7-9F38-3485AA046CDA}"/>
                  </a:ext>
                </a:extLst>
              </p:cNvPr>
              <p:cNvGrpSpPr/>
              <p:nvPr/>
            </p:nvGrpSpPr>
            <p:grpSpPr>
              <a:xfrm>
                <a:off x="5852154" y="4985299"/>
                <a:ext cx="499261" cy="499303"/>
                <a:chOff x="3497300" y="3955025"/>
                <a:chExt cx="295375" cy="295400"/>
              </a:xfrm>
              <a:grpFill/>
            </p:grpSpPr>
            <p:sp>
              <p:nvSpPr>
                <p:cNvPr id="17496" name="Google Shape;9518;p73">
                  <a:extLst>
                    <a:ext uri="{FF2B5EF4-FFF2-40B4-BE49-F238E27FC236}">
                      <a16:creationId xmlns:a16="http://schemas.microsoft.com/office/drawing/2014/main" id="{FF747517-6097-2376-34AE-B0493D829692}"/>
                    </a:ext>
                  </a:extLst>
                </p:cNvPr>
                <p:cNvSpPr/>
                <p:nvPr/>
              </p:nvSpPr>
              <p:spPr>
                <a:xfrm>
                  <a:off x="3660350" y="4035375"/>
                  <a:ext cx="1323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3" h="6207" extrusionOk="0">
                      <a:moveTo>
                        <a:pt x="4663" y="0"/>
                      </a:moveTo>
                      <a:lnTo>
                        <a:pt x="0" y="2773"/>
                      </a:lnTo>
                      <a:lnTo>
                        <a:pt x="4127" y="6207"/>
                      </a:lnTo>
                      <a:cubicBezTo>
                        <a:pt x="4852" y="5199"/>
                        <a:pt x="5293" y="4033"/>
                        <a:pt x="5293" y="2678"/>
                      </a:cubicBezTo>
                      <a:cubicBezTo>
                        <a:pt x="5293" y="1733"/>
                        <a:pt x="5041" y="851"/>
                        <a:pt x="4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7" name="Google Shape;9519;p73">
                  <a:extLst>
                    <a:ext uri="{FF2B5EF4-FFF2-40B4-BE49-F238E27FC236}">
                      <a16:creationId xmlns:a16="http://schemas.microsoft.com/office/drawing/2014/main" id="{12873A53-F89B-2ECB-7440-1C7EF450A8C6}"/>
                    </a:ext>
                  </a:extLst>
                </p:cNvPr>
                <p:cNvSpPr/>
                <p:nvPr/>
              </p:nvSpPr>
              <p:spPr>
                <a:xfrm>
                  <a:off x="3653250" y="3955025"/>
                  <a:ext cx="114225" cy="13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9" h="5326" extrusionOk="0">
                      <a:moveTo>
                        <a:pt x="1" y="1"/>
                      </a:moveTo>
                      <a:lnTo>
                        <a:pt x="1" y="5325"/>
                      </a:lnTo>
                      <a:lnTo>
                        <a:pt x="4569" y="2679"/>
                      </a:lnTo>
                      <a:cubicBezTo>
                        <a:pt x="3561" y="1167"/>
                        <a:pt x="1891" y="127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8" name="Google Shape;9520;p73">
                  <a:extLst>
                    <a:ext uri="{FF2B5EF4-FFF2-40B4-BE49-F238E27FC236}">
                      <a16:creationId xmlns:a16="http://schemas.microsoft.com/office/drawing/2014/main" id="{22EE14F0-35AA-1A41-BE13-8671F6C28C53}"/>
                    </a:ext>
                  </a:extLst>
                </p:cNvPr>
                <p:cNvSpPr/>
                <p:nvPr/>
              </p:nvSpPr>
              <p:spPr>
                <a:xfrm>
                  <a:off x="3497300" y="3955025"/>
                  <a:ext cx="25600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0" h="11816" extrusionOk="0">
                      <a:moveTo>
                        <a:pt x="5577" y="1"/>
                      </a:moveTo>
                      <a:cubicBezTo>
                        <a:pt x="2521" y="190"/>
                        <a:pt x="1" y="2805"/>
                        <a:pt x="1" y="5892"/>
                      </a:cubicBezTo>
                      <a:cubicBezTo>
                        <a:pt x="1" y="9137"/>
                        <a:pt x="2678" y="11815"/>
                        <a:pt x="5923" y="11815"/>
                      </a:cubicBezTo>
                      <a:cubicBezTo>
                        <a:pt x="7625" y="11815"/>
                        <a:pt x="9168" y="11059"/>
                        <a:pt x="10240" y="9925"/>
                      </a:cubicBezTo>
                      <a:lnTo>
                        <a:pt x="5703" y="6176"/>
                      </a:lnTo>
                      <a:cubicBezTo>
                        <a:pt x="5608" y="6144"/>
                        <a:pt x="5577" y="5987"/>
                        <a:pt x="5577" y="5892"/>
                      </a:cubicBezTo>
                      <a:lnTo>
                        <a:pt x="55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1" name="Google Shape;9521;p73">
                <a:extLst>
                  <a:ext uri="{FF2B5EF4-FFF2-40B4-BE49-F238E27FC236}">
                    <a16:creationId xmlns:a16="http://schemas.microsoft.com/office/drawing/2014/main" id="{73A575D0-257E-2905-187B-D13CBBC13E4D}"/>
                  </a:ext>
                </a:extLst>
              </p:cNvPr>
              <p:cNvGrpSpPr/>
              <p:nvPr/>
            </p:nvGrpSpPr>
            <p:grpSpPr>
              <a:xfrm>
                <a:off x="9033293" y="3748917"/>
                <a:ext cx="468667" cy="498542"/>
                <a:chOff x="5364750" y="3235150"/>
                <a:chExt cx="277275" cy="294950"/>
              </a:xfrm>
              <a:grpFill/>
            </p:grpSpPr>
            <p:sp>
              <p:nvSpPr>
                <p:cNvPr id="17488" name="Google Shape;9522;p73">
                  <a:extLst>
                    <a:ext uri="{FF2B5EF4-FFF2-40B4-BE49-F238E27FC236}">
                      <a16:creationId xmlns:a16="http://schemas.microsoft.com/office/drawing/2014/main" id="{00229278-29D9-19EB-985D-CCBC792623D6}"/>
                    </a:ext>
                  </a:extLst>
                </p:cNvPr>
                <p:cNvSpPr/>
                <p:nvPr/>
              </p:nvSpPr>
              <p:spPr>
                <a:xfrm>
                  <a:off x="5502600" y="3235150"/>
                  <a:ext cx="173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65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cubicBezTo>
                        <a:pt x="0" y="1607"/>
                        <a:pt x="158" y="1765"/>
                        <a:pt x="347" y="1765"/>
                      </a:cubicBezTo>
                      <a:cubicBezTo>
                        <a:pt x="536" y="1765"/>
                        <a:pt x="693" y="1607"/>
                        <a:pt x="693" y="1418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9" name="Google Shape;9523;p73">
                  <a:extLst>
                    <a:ext uri="{FF2B5EF4-FFF2-40B4-BE49-F238E27FC236}">
                      <a16:creationId xmlns:a16="http://schemas.microsoft.com/office/drawing/2014/main" id="{8CCF3E55-AFD5-91D5-F492-749BB8B848F4}"/>
                    </a:ext>
                  </a:extLst>
                </p:cNvPr>
                <p:cNvSpPr/>
                <p:nvPr/>
              </p:nvSpPr>
              <p:spPr>
                <a:xfrm>
                  <a:off x="5555375" y="3253850"/>
                  <a:ext cx="35450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64" extrusionOk="0">
                      <a:moveTo>
                        <a:pt x="1071" y="1"/>
                      </a:moveTo>
                      <a:cubicBezTo>
                        <a:pt x="977" y="1"/>
                        <a:pt x="882" y="24"/>
                        <a:pt x="819" y="72"/>
                      </a:cubicBezTo>
                      <a:lnTo>
                        <a:pt x="126" y="796"/>
                      </a:lnTo>
                      <a:cubicBezTo>
                        <a:pt x="0" y="922"/>
                        <a:pt x="0" y="1143"/>
                        <a:pt x="126" y="1269"/>
                      </a:cubicBezTo>
                      <a:cubicBezTo>
                        <a:pt x="189" y="1332"/>
                        <a:pt x="268" y="1363"/>
                        <a:pt x="350" y="1363"/>
                      </a:cubicBezTo>
                      <a:cubicBezTo>
                        <a:pt x="433" y="1363"/>
                        <a:pt x="520" y="1332"/>
                        <a:pt x="599" y="1269"/>
                      </a:cubicBezTo>
                      <a:lnTo>
                        <a:pt x="1323" y="544"/>
                      </a:lnTo>
                      <a:cubicBezTo>
                        <a:pt x="1418" y="418"/>
                        <a:pt x="1418" y="198"/>
                        <a:pt x="1323" y="72"/>
                      </a:cubicBezTo>
                      <a:cubicBezTo>
                        <a:pt x="1260" y="24"/>
                        <a:pt x="1166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0" name="Google Shape;9524;p73">
                  <a:extLst>
                    <a:ext uri="{FF2B5EF4-FFF2-40B4-BE49-F238E27FC236}">
                      <a16:creationId xmlns:a16="http://schemas.microsoft.com/office/drawing/2014/main" id="{ABCFAA90-4A0E-0EC3-31D1-AD46447146E3}"/>
                    </a:ext>
                  </a:extLst>
                </p:cNvPr>
                <p:cNvSpPr/>
                <p:nvPr/>
              </p:nvSpPr>
              <p:spPr>
                <a:xfrm>
                  <a:off x="5606550" y="335722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1" name="Google Shape;9525;p73">
                  <a:extLst>
                    <a:ext uri="{FF2B5EF4-FFF2-40B4-BE49-F238E27FC236}">
                      <a16:creationId xmlns:a16="http://schemas.microsoft.com/office/drawing/2014/main" id="{E590DB8D-DB1C-1B85-B6D6-1EB9CBDDEF40}"/>
                    </a:ext>
                  </a:extLst>
                </p:cNvPr>
                <p:cNvSpPr/>
                <p:nvPr/>
              </p:nvSpPr>
              <p:spPr>
                <a:xfrm>
                  <a:off x="5364750" y="335722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694"/>
                        <a:pt x="347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2" name="Google Shape;9526;p73">
                  <a:extLst>
                    <a:ext uri="{FF2B5EF4-FFF2-40B4-BE49-F238E27FC236}">
                      <a16:creationId xmlns:a16="http://schemas.microsoft.com/office/drawing/2014/main" id="{B69103C3-6AFF-14F7-A94B-EC42C82E389B}"/>
                    </a:ext>
                  </a:extLst>
                </p:cNvPr>
                <p:cNvSpPr/>
                <p:nvPr/>
              </p:nvSpPr>
              <p:spPr>
                <a:xfrm>
                  <a:off x="5433275" y="3253850"/>
                  <a:ext cx="35475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64" extrusionOk="0">
                      <a:moveTo>
                        <a:pt x="363" y="1"/>
                      </a:moveTo>
                      <a:cubicBezTo>
                        <a:pt x="276" y="1"/>
                        <a:pt x="190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820" y="1269"/>
                      </a:lnTo>
                      <a:cubicBezTo>
                        <a:pt x="883" y="1332"/>
                        <a:pt x="977" y="1363"/>
                        <a:pt x="1072" y="1363"/>
                      </a:cubicBezTo>
                      <a:cubicBezTo>
                        <a:pt x="1166" y="1363"/>
                        <a:pt x="1261" y="1332"/>
                        <a:pt x="1324" y="1269"/>
                      </a:cubicBezTo>
                      <a:cubicBezTo>
                        <a:pt x="1418" y="1143"/>
                        <a:pt x="1418" y="922"/>
                        <a:pt x="1324" y="796"/>
                      </a:cubicBezTo>
                      <a:lnTo>
                        <a:pt x="599" y="72"/>
                      </a:lnTo>
                      <a:cubicBezTo>
                        <a:pt x="536" y="24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3" name="Google Shape;9527;p73">
                  <a:extLst>
                    <a:ext uri="{FF2B5EF4-FFF2-40B4-BE49-F238E27FC236}">
                      <a16:creationId xmlns:a16="http://schemas.microsoft.com/office/drawing/2014/main" id="{001BCC18-196C-83E6-FC6E-CFC3EA6FE4A9}"/>
                    </a:ext>
                  </a:extLst>
                </p:cNvPr>
                <p:cNvSpPr/>
                <p:nvPr/>
              </p:nvSpPr>
              <p:spPr>
                <a:xfrm>
                  <a:off x="5380500" y="3287775"/>
                  <a:ext cx="37050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039" extrusionOk="0">
                      <a:moveTo>
                        <a:pt x="396" y="0"/>
                      </a:moveTo>
                      <a:cubicBezTo>
                        <a:pt x="267" y="0"/>
                        <a:pt x="132" y="81"/>
                        <a:pt x="64" y="195"/>
                      </a:cubicBezTo>
                      <a:cubicBezTo>
                        <a:pt x="1" y="353"/>
                        <a:pt x="64" y="573"/>
                        <a:pt x="221" y="668"/>
                      </a:cubicBezTo>
                      <a:lnTo>
                        <a:pt x="946" y="1015"/>
                      </a:lnTo>
                      <a:cubicBezTo>
                        <a:pt x="987" y="1031"/>
                        <a:pt x="1032" y="1039"/>
                        <a:pt x="1077" y="1039"/>
                      </a:cubicBezTo>
                      <a:cubicBezTo>
                        <a:pt x="1209" y="1039"/>
                        <a:pt x="1349" y="974"/>
                        <a:pt x="1419" y="857"/>
                      </a:cubicBezTo>
                      <a:cubicBezTo>
                        <a:pt x="1482" y="699"/>
                        <a:pt x="1419" y="447"/>
                        <a:pt x="1261" y="384"/>
                      </a:cubicBezTo>
                      <a:lnTo>
                        <a:pt x="536" y="38"/>
                      </a:lnTo>
                      <a:cubicBezTo>
                        <a:pt x="493" y="12"/>
                        <a:pt x="445" y="0"/>
                        <a:pt x="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4" name="Google Shape;9528;p73">
                  <a:extLst>
                    <a:ext uri="{FF2B5EF4-FFF2-40B4-BE49-F238E27FC236}">
                      <a16:creationId xmlns:a16="http://schemas.microsoft.com/office/drawing/2014/main" id="{B07CFAC4-005B-862A-EC79-60CCF55479FF}"/>
                    </a:ext>
                  </a:extLst>
                </p:cNvPr>
                <p:cNvSpPr/>
                <p:nvPr/>
              </p:nvSpPr>
              <p:spPr>
                <a:xfrm>
                  <a:off x="5588450" y="3288075"/>
                  <a:ext cx="37025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" h="1072" extrusionOk="0">
                      <a:moveTo>
                        <a:pt x="1110" y="0"/>
                      </a:moveTo>
                      <a:cubicBezTo>
                        <a:pt x="1049" y="0"/>
                        <a:pt x="983" y="18"/>
                        <a:pt x="914" y="57"/>
                      </a:cubicBezTo>
                      <a:lnTo>
                        <a:pt x="221" y="404"/>
                      </a:lnTo>
                      <a:cubicBezTo>
                        <a:pt x="63" y="498"/>
                        <a:pt x="0" y="687"/>
                        <a:pt x="63" y="877"/>
                      </a:cubicBezTo>
                      <a:cubicBezTo>
                        <a:pt x="132" y="991"/>
                        <a:pt x="250" y="1072"/>
                        <a:pt x="382" y="1072"/>
                      </a:cubicBezTo>
                      <a:cubicBezTo>
                        <a:pt x="432" y="1072"/>
                        <a:pt x="484" y="1060"/>
                        <a:pt x="536" y="1034"/>
                      </a:cubicBezTo>
                      <a:lnTo>
                        <a:pt x="1260" y="687"/>
                      </a:lnTo>
                      <a:cubicBezTo>
                        <a:pt x="1418" y="593"/>
                        <a:pt x="1481" y="404"/>
                        <a:pt x="1418" y="215"/>
                      </a:cubicBezTo>
                      <a:cubicBezTo>
                        <a:pt x="1353" y="85"/>
                        <a:pt x="1244" y="0"/>
                        <a:pt x="11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5" name="Google Shape;9529;p73">
                  <a:extLst>
                    <a:ext uri="{FF2B5EF4-FFF2-40B4-BE49-F238E27FC236}">
                      <a16:creationId xmlns:a16="http://schemas.microsoft.com/office/drawing/2014/main" id="{555126F2-2E06-B5F7-5930-0BF08843CBBD}"/>
                    </a:ext>
                  </a:extLst>
                </p:cNvPr>
                <p:cNvSpPr/>
                <p:nvPr/>
              </p:nvSpPr>
              <p:spPr>
                <a:xfrm>
                  <a:off x="5412025" y="3286350"/>
                  <a:ext cx="177225" cy="24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9" h="9750" extrusionOk="0">
                      <a:moveTo>
                        <a:pt x="3529" y="0"/>
                      </a:moveTo>
                      <a:cubicBezTo>
                        <a:pt x="3151" y="0"/>
                        <a:pt x="2836" y="315"/>
                        <a:pt x="2836" y="725"/>
                      </a:cubicBezTo>
                      <a:lnTo>
                        <a:pt x="2836" y="1418"/>
                      </a:lnTo>
                      <a:cubicBezTo>
                        <a:pt x="2836" y="1040"/>
                        <a:pt x="2520" y="725"/>
                        <a:pt x="2111" y="725"/>
                      </a:cubicBezTo>
                      <a:cubicBezTo>
                        <a:pt x="1733" y="725"/>
                        <a:pt x="1418" y="1040"/>
                        <a:pt x="1418" y="1418"/>
                      </a:cubicBezTo>
                      <a:lnTo>
                        <a:pt x="1418" y="2143"/>
                      </a:lnTo>
                      <a:cubicBezTo>
                        <a:pt x="1544" y="2143"/>
                        <a:pt x="1638" y="2080"/>
                        <a:pt x="1764" y="2080"/>
                      </a:cubicBezTo>
                      <a:lnTo>
                        <a:pt x="3497" y="2080"/>
                      </a:lnTo>
                      <a:cubicBezTo>
                        <a:pt x="4253" y="2080"/>
                        <a:pt x="4883" y="2710"/>
                        <a:pt x="4883" y="3466"/>
                      </a:cubicBezTo>
                      <a:cubicBezTo>
                        <a:pt x="4883" y="4096"/>
                        <a:pt x="4474" y="4600"/>
                        <a:pt x="3907" y="4758"/>
                      </a:cubicBezTo>
                      <a:cubicBezTo>
                        <a:pt x="4064" y="5073"/>
                        <a:pt x="4159" y="5482"/>
                        <a:pt x="4159" y="5860"/>
                      </a:cubicBezTo>
                      <a:cubicBezTo>
                        <a:pt x="4159" y="6081"/>
                        <a:pt x="4001" y="6238"/>
                        <a:pt x="3812" y="6238"/>
                      </a:cubicBezTo>
                      <a:cubicBezTo>
                        <a:pt x="3623" y="6238"/>
                        <a:pt x="3466" y="6081"/>
                        <a:pt x="3466" y="5860"/>
                      </a:cubicBezTo>
                      <a:cubicBezTo>
                        <a:pt x="3466" y="4915"/>
                        <a:pt x="2678" y="4128"/>
                        <a:pt x="1733" y="4128"/>
                      </a:cubicBezTo>
                      <a:lnTo>
                        <a:pt x="3466" y="4128"/>
                      </a:lnTo>
                      <a:cubicBezTo>
                        <a:pt x="3844" y="4128"/>
                        <a:pt x="4159" y="3812"/>
                        <a:pt x="4159" y="3434"/>
                      </a:cubicBezTo>
                      <a:cubicBezTo>
                        <a:pt x="4159" y="3025"/>
                        <a:pt x="3844" y="2710"/>
                        <a:pt x="3466" y="2710"/>
                      </a:cubicBezTo>
                      <a:lnTo>
                        <a:pt x="1733" y="2710"/>
                      </a:lnTo>
                      <a:cubicBezTo>
                        <a:pt x="788" y="2710"/>
                        <a:pt x="0" y="3497"/>
                        <a:pt x="0" y="4443"/>
                      </a:cubicBezTo>
                      <a:lnTo>
                        <a:pt x="0" y="5167"/>
                      </a:lnTo>
                      <a:cubicBezTo>
                        <a:pt x="0" y="6112"/>
                        <a:pt x="536" y="6963"/>
                        <a:pt x="1386" y="7372"/>
                      </a:cubicBezTo>
                      <a:lnTo>
                        <a:pt x="1386" y="8318"/>
                      </a:lnTo>
                      <a:cubicBezTo>
                        <a:pt x="977" y="8318"/>
                        <a:pt x="662" y="8633"/>
                        <a:pt x="662" y="9011"/>
                      </a:cubicBezTo>
                      <a:lnTo>
                        <a:pt x="662" y="9389"/>
                      </a:lnTo>
                      <a:cubicBezTo>
                        <a:pt x="662" y="9578"/>
                        <a:pt x="819" y="9735"/>
                        <a:pt x="1008" y="9735"/>
                      </a:cubicBezTo>
                      <a:lnTo>
                        <a:pt x="5860" y="9735"/>
                      </a:lnTo>
                      <a:cubicBezTo>
                        <a:pt x="5923" y="9745"/>
                        <a:pt x="5979" y="9749"/>
                        <a:pt x="6029" y="9749"/>
                      </a:cubicBezTo>
                      <a:cubicBezTo>
                        <a:pt x="6305" y="9749"/>
                        <a:pt x="6396" y="9612"/>
                        <a:pt x="6396" y="9452"/>
                      </a:cubicBezTo>
                      <a:lnTo>
                        <a:pt x="6396" y="9105"/>
                      </a:lnTo>
                      <a:cubicBezTo>
                        <a:pt x="6396" y="8696"/>
                        <a:pt x="6112" y="8381"/>
                        <a:pt x="5702" y="8381"/>
                      </a:cubicBezTo>
                      <a:lnTo>
                        <a:pt x="5702" y="7436"/>
                      </a:lnTo>
                      <a:cubicBezTo>
                        <a:pt x="6522" y="7057"/>
                        <a:pt x="7089" y="6175"/>
                        <a:pt x="7089" y="5230"/>
                      </a:cubicBezTo>
                      <a:lnTo>
                        <a:pt x="7089" y="2143"/>
                      </a:lnTo>
                      <a:cubicBezTo>
                        <a:pt x="7089" y="1733"/>
                        <a:pt x="6774" y="1418"/>
                        <a:pt x="6364" y="1418"/>
                      </a:cubicBezTo>
                      <a:cubicBezTo>
                        <a:pt x="5986" y="1418"/>
                        <a:pt x="5671" y="1733"/>
                        <a:pt x="5671" y="2143"/>
                      </a:cubicBezTo>
                      <a:lnTo>
                        <a:pt x="5671" y="1418"/>
                      </a:lnTo>
                      <a:cubicBezTo>
                        <a:pt x="5671" y="1040"/>
                        <a:pt x="5356" y="725"/>
                        <a:pt x="4946" y="725"/>
                      </a:cubicBezTo>
                      <a:cubicBezTo>
                        <a:pt x="4568" y="725"/>
                        <a:pt x="4253" y="1040"/>
                        <a:pt x="4253" y="1418"/>
                      </a:cubicBezTo>
                      <a:lnTo>
                        <a:pt x="4253" y="725"/>
                      </a:lnTo>
                      <a:cubicBezTo>
                        <a:pt x="4253" y="315"/>
                        <a:pt x="3938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2" name="Google Shape;9530;p73">
                <a:extLst>
                  <a:ext uri="{FF2B5EF4-FFF2-40B4-BE49-F238E27FC236}">
                    <a16:creationId xmlns:a16="http://schemas.microsoft.com/office/drawing/2014/main" id="{EB755826-DE75-0DCC-BA96-072E6026329C}"/>
                  </a:ext>
                </a:extLst>
              </p:cNvPr>
              <p:cNvGrpSpPr/>
              <p:nvPr/>
            </p:nvGrpSpPr>
            <p:grpSpPr>
              <a:xfrm>
                <a:off x="9016645" y="4376595"/>
                <a:ext cx="501965" cy="503276"/>
                <a:chOff x="5355300" y="3598250"/>
                <a:chExt cx="296975" cy="297750"/>
              </a:xfrm>
              <a:grpFill/>
            </p:grpSpPr>
            <p:sp>
              <p:nvSpPr>
                <p:cNvPr id="17480" name="Google Shape;9531;p73">
                  <a:extLst>
                    <a:ext uri="{FF2B5EF4-FFF2-40B4-BE49-F238E27FC236}">
                      <a16:creationId xmlns:a16="http://schemas.microsoft.com/office/drawing/2014/main" id="{F64B3056-6846-7381-B32A-B599761CE6FD}"/>
                    </a:ext>
                  </a:extLst>
                </p:cNvPr>
                <p:cNvSpPr/>
                <p:nvPr/>
              </p:nvSpPr>
              <p:spPr>
                <a:xfrm>
                  <a:off x="5355300" y="3703000"/>
                  <a:ext cx="35475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657" extrusionOk="0">
                      <a:moveTo>
                        <a:pt x="410" y="0"/>
                      </a:moveTo>
                      <a:cubicBezTo>
                        <a:pt x="221" y="0"/>
                        <a:pt x="64" y="158"/>
                        <a:pt x="64" y="347"/>
                      </a:cubicBezTo>
                      <a:cubicBezTo>
                        <a:pt x="1" y="2867"/>
                        <a:pt x="1" y="4789"/>
                        <a:pt x="1" y="7310"/>
                      </a:cubicBezTo>
                      <a:cubicBezTo>
                        <a:pt x="1" y="7530"/>
                        <a:pt x="158" y="7656"/>
                        <a:pt x="379" y="7656"/>
                      </a:cubicBezTo>
                      <a:cubicBezTo>
                        <a:pt x="568" y="7656"/>
                        <a:pt x="725" y="7530"/>
                        <a:pt x="725" y="7310"/>
                      </a:cubicBezTo>
                      <a:lnTo>
                        <a:pt x="725" y="1355"/>
                      </a:lnTo>
                      <a:lnTo>
                        <a:pt x="1418" y="1355"/>
                      </a:ln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1" name="Google Shape;9532;p73">
                  <a:extLst>
                    <a:ext uri="{FF2B5EF4-FFF2-40B4-BE49-F238E27FC236}">
                      <a16:creationId xmlns:a16="http://schemas.microsoft.com/office/drawing/2014/main" id="{66D6C507-B557-347E-EA7A-1AB26B087FF8}"/>
                    </a:ext>
                  </a:extLst>
                </p:cNvPr>
                <p:cNvSpPr/>
                <p:nvPr/>
              </p:nvSpPr>
              <p:spPr>
                <a:xfrm>
                  <a:off x="5389175" y="3773100"/>
                  <a:ext cx="1229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4916" extrusionOk="0">
                      <a:moveTo>
                        <a:pt x="2080" y="0"/>
                      </a:moveTo>
                      <a:lnTo>
                        <a:pt x="2080" y="693"/>
                      </a:lnTo>
                      <a:lnTo>
                        <a:pt x="1733" y="693"/>
                      </a:lnTo>
                      <a:cubicBezTo>
                        <a:pt x="788" y="693"/>
                        <a:pt x="0" y="1481"/>
                        <a:pt x="0" y="2458"/>
                      </a:cubicBezTo>
                      <a:cubicBezTo>
                        <a:pt x="0" y="2678"/>
                        <a:pt x="158" y="2836"/>
                        <a:pt x="347" y="2836"/>
                      </a:cubicBezTo>
                      <a:lnTo>
                        <a:pt x="2080" y="2836"/>
                      </a:lnTo>
                      <a:lnTo>
                        <a:pt x="2080" y="3529"/>
                      </a:lnTo>
                      <a:lnTo>
                        <a:pt x="1072" y="3529"/>
                      </a:lnTo>
                      <a:cubicBezTo>
                        <a:pt x="473" y="3529"/>
                        <a:pt x="32" y="4001"/>
                        <a:pt x="32" y="4569"/>
                      </a:cubicBezTo>
                      <a:cubicBezTo>
                        <a:pt x="32" y="4758"/>
                        <a:pt x="189" y="4915"/>
                        <a:pt x="410" y="4915"/>
                      </a:cubicBezTo>
                      <a:cubicBezTo>
                        <a:pt x="599" y="4915"/>
                        <a:pt x="757" y="4758"/>
                        <a:pt x="757" y="4569"/>
                      </a:cubicBezTo>
                      <a:cubicBezTo>
                        <a:pt x="757" y="4348"/>
                        <a:pt x="914" y="4190"/>
                        <a:pt x="1103" y="4190"/>
                      </a:cubicBezTo>
                      <a:lnTo>
                        <a:pt x="2143" y="4190"/>
                      </a:lnTo>
                      <a:lnTo>
                        <a:pt x="2143" y="4569"/>
                      </a:lnTo>
                      <a:cubicBezTo>
                        <a:pt x="2143" y="4758"/>
                        <a:pt x="2300" y="4915"/>
                        <a:pt x="2489" y="4915"/>
                      </a:cubicBezTo>
                      <a:cubicBezTo>
                        <a:pt x="2678" y="4915"/>
                        <a:pt x="2836" y="4758"/>
                        <a:pt x="2836" y="4569"/>
                      </a:cubicBezTo>
                      <a:lnTo>
                        <a:pt x="2836" y="4190"/>
                      </a:lnTo>
                      <a:lnTo>
                        <a:pt x="3876" y="4190"/>
                      </a:lnTo>
                      <a:cubicBezTo>
                        <a:pt x="4065" y="4190"/>
                        <a:pt x="4222" y="4348"/>
                        <a:pt x="4222" y="4569"/>
                      </a:cubicBezTo>
                      <a:cubicBezTo>
                        <a:pt x="4222" y="4758"/>
                        <a:pt x="4380" y="4915"/>
                        <a:pt x="4569" y="4915"/>
                      </a:cubicBezTo>
                      <a:cubicBezTo>
                        <a:pt x="4758" y="4915"/>
                        <a:pt x="4915" y="4758"/>
                        <a:pt x="4915" y="4569"/>
                      </a:cubicBezTo>
                      <a:cubicBezTo>
                        <a:pt x="4915" y="3970"/>
                        <a:pt x="4443" y="3529"/>
                        <a:pt x="3907" y="3529"/>
                      </a:cubicBezTo>
                      <a:lnTo>
                        <a:pt x="2867" y="3529"/>
                      </a:lnTo>
                      <a:lnTo>
                        <a:pt x="2867" y="2836"/>
                      </a:lnTo>
                      <a:lnTo>
                        <a:pt x="4537" y="2836"/>
                      </a:lnTo>
                      <a:lnTo>
                        <a:pt x="4537" y="2773"/>
                      </a:lnTo>
                      <a:cubicBezTo>
                        <a:pt x="4726" y="2773"/>
                        <a:pt x="4884" y="2615"/>
                        <a:pt x="4884" y="2426"/>
                      </a:cubicBezTo>
                      <a:cubicBezTo>
                        <a:pt x="4884" y="1481"/>
                        <a:pt x="4096" y="662"/>
                        <a:pt x="3151" y="662"/>
                      </a:cubicBezTo>
                      <a:lnTo>
                        <a:pt x="2804" y="662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2" name="Google Shape;9533;p73">
                  <a:extLst>
                    <a:ext uri="{FF2B5EF4-FFF2-40B4-BE49-F238E27FC236}">
                      <a16:creationId xmlns:a16="http://schemas.microsoft.com/office/drawing/2014/main" id="{BFE75B35-31D0-854C-5AD2-ABC5DCDD5234}"/>
                    </a:ext>
                  </a:extLst>
                </p:cNvPr>
                <p:cNvSpPr/>
                <p:nvPr/>
              </p:nvSpPr>
              <p:spPr>
                <a:xfrm>
                  <a:off x="5527800" y="3598250"/>
                  <a:ext cx="1055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1418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63" y="1103"/>
                        <a:pt x="378" y="1418"/>
                        <a:pt x="725" y="1418"/>
                      </a:cubicBezTo>
                      <a:lnTo>
                        <a:pt x="3875" y="1418"/>
                      </a:lnTo>
                      <a:cubicBezTo>
                        <a:pt x="4064" y="1418"/>
                        <a:pt x="4222" y="1260"/>
                        <a:pt x="4222" y="1071"/>
                      </a:cubicBezTo>
                      <a:lnTo>
                        <a:pt x="4222" y="378"/>
                      </a:lnTo>
                      <a:cubicBezTo>
                        <a:pt x="4222" y="158"/>
                        <a:pt x="4064" y="0"/>
                        <a:pt x="38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3" name="Google Shape;9534;p73">
                  <a:extLst>
                    <a:ext uri="{FF2B5EF4-FFF2-40B4-BE49-F238E27FC236}">
                      <a16:creationId xmlns:a16="http://schemas.microsoft.com/office/drawing/2014/main" id="{29D64B38-2A2A-7C4D-D1EB-F92AEA1B0586}"/>
                    </a:ext>
                  </a:extLst>
                </p:cNvPr>
                <p:cNvSpPr/>
                <p:nvPr/>
              </p:nvSpPr>
              <p:spPr>
                <a:xfrm>
                  <a:off x="5545900" y="3651800"/>
                  <a:ext cx="1048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3845" y="1418"/>
                      </a:lnTo>
                      <a:cubicBezTo>
                        <a:pt x="4065" y="1418"/>
                        <a:pt x="4191" y="1261"/>
                        <a:pt x="4191" y="1072"/>
                      </a:cubicBezTo>
                      <a:lnTo>
                        <a:pt x="4191" y="347"/>
                      </a:lnTo>
                      <a:cubicBezTo>
                        <a:pt x="4191" y="158"/>
                        <a:pt x="4065" y="1"/>
                        <a:pt x="38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4" name="Google Shape;9535;p73">
                  <a:extLst>
                    <a:ext uri="{FF2B5EF4-FFF2-40B4-BE49-F238E27FC236}">
                      <a16:creationId xmlns:a16="http://schemas.microsoft.com/office/drawing/2014/main" id="{5F71A9A7-8222-980F-66ED-9D28D5C1342B}"/>
                    </a:ext>
                  </a:extLst>
                </p:cNvPr>
                <p:cNvSpPr/>
                <p:nvPr/>
              </p:nvSpPr>
              <p:spPr>
                <a:xfrm>
                  <a:off x="5529375" y="3754975"/>
                  <a:ext cx="122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1419" extrusionOk="0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4884" y="1418"/>
                      </a:lnTo>
                      <a:lnTo>
                        <a:pt x="4884" y="1"/>
                      </a:lnTo>
                      <a:lnTo>
                        <a:pt x="2773" y="1"/>
                      </a:lnTo>
                      <a:lnTo>
                        <a:pt x="2773" y="347"/>
                      </a:lnTo>
                      <a:cubicBezTo>
                        <a:pt x="2773" y="568"/>
                        <a:pt x="2615" y="725"/>
                        <a:pt x="2426" y="725"/>
                      </a:cubicBezTo>
                      <a:cubicBezTo>
                        <a:pt x="2237" y="725"/>
                        <a:pt x="2080" y="568"/>
                        <a:pt x="2080" y="347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5" name="Google Shape;9536;p73">
                  <a:extLst>
                    <a:ext uri="{FF2B5EF4-FFF2-40B4-BE49-F238E27FC236}">
                      <a16:creationId xmlns:a16="http://schemas.microsoft.com/office/drawing/2014/main" id="{8A23AE87-6772-DD39-C411-1F192C25F6A3}"/>
                    </a:ext>
                  </a:extLst>
                </p:cNvPr>
                <p:cNvSpPr/>
                <p:nvPr/>
              </p:nvSpPr>
              <p:spPr>
                <a:xfrm>
                  <a:off x="5511250" y="3703000"/>
                  <a:ext cx="140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1356" extrusionOk="0">
                      <a:moveTo>
                        <a:pt x="1" y="0"/>
                      </a:moveTo>
                      <a:lnTo>
                        <a:pt x="1" y="1355"/>
                      </a:lnTo>
                      <a:lnTo>
                        <a:pt x="5609" y="1355"/>
                      </a:lnTo>
                      <a:lnTo>
                        <a:pt x="5609" y="347"/>
                      </a:lnTo>
                      <a:cubicBezTo>
                        <a:pt x="5577" y="158"/>
                        <a:pt x="5451" y="0"/>
                        <a:pt x="52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6" name="Google Shape;9537;p73">
                  <a:extLst>
                    <a:ext uri="{FF2B5EF4-FFF2-40B4-BE49-F238E27FC236}">
                      <a16:creationId xmlns:a16="http://schemas.microsoft.com/office/drawing/2014/main" id="{94D19844-16B6-5671-ACB6-0619EA8C3A5D}"/>
                    </a:ext>
                  </a:extLst>
                </p:cNvPr>
                <p:cNvSpPr/>
                <p:nvPr/>
              </p:nvSpPr>
              <p:spPr>
                <a:xfrm>
                  <a:off x="5529375" y="3808550"/>
                  <a:ext cx="1229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3498" extrusionOk="0">
                      <a:moveTo>
                        <a:pt x="0" y="0"/>
                      </a:moveTo>
                      <a:lnTo>
                        <a:pt x="0" y="3151"/>
                      </a:lnTo>
                      <a:cubicBezTo>
                        <a:pt x="0" y="3340"/>
                        <a:pt x="158" y="3497"/>
                        <a:pt x="347" y="3497"/>
                      </a:cubicBezTo>
                      <a:cubicBezTo>
                        <a:pt x="536" y="3497"/>
                        <a:pt x="693" y="3340"/>
                        <a:pt x="693" y="3151"/>
                      </a:cubicBezTo>
                      <a:lnTo>
                        <a:pt x="693" y="1418"/>
                      </a:lnTo>
                      <a:lnTo>
                        <a:pt x="4190" y="1418"/>
                      </a:lnTo>
                      <a:lnTo>
                        <a:pt x="4190" y="3151"/>
                      </a:lnTo>
                      <a:cubicBezTo>
                        <a:pt x="4190" y="3340"/>
                        <a:pt x="4348" y="3497"/>
                        <a:pt x="4569" y="3497"/>
                      </a:cubicBezTo>
                      <a:cubicBezTo>
                        <a:pt x="4758" y="3497"/>
                        <a:pt x="4915" y="3340"/>
                        <a:pt x="4915" y="3151"/>
                      </a:cubicBezTo>
                      <a:lnTo>
                        <a:pt x="4915" y="0"/>
                      </a:lnTo>
                      <a:lnTo>
                        <a:pt x="2773" y="0"/>
                      </a:lnTo>
                      <a:lnTo>
                        <a:pt x="2773" y="347"/>
                      </a:lnTo>
                      <a:cubicBezTo>
                        <a:pt x="2773" y="536"/>
                        <a:pt x="2615" y="693"/>
                        <a:pt x="2426" y="693"/>
                      </a:cubicBezTo>
                      <a:cubicBezTo>
                        <a:pt x="2237" y="693"/>
                        <a:pt x="2080" y="536"/>
                        <a:pt x="2080" y="347"/>
                      </a:cubicBez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7" name="Google Shape;9538;p73">
                  <a:extLst>
                    <a:ext uri="{FF2B5EF4-FFF2-40B4-BE49-F238E27FC236}">
                      <a16:creationId xmlns:a16="http://schemas.microsoft.com/office/drawing/2014/main" id="{126CF029-8DB6-FE2F-3BAE-E6FEE73B0D32}"/>
                    </a:ext>
                  </a:extLst>
                </p:cNvPr>
                <p:cNvSpPr/>
                <p:nvPr/>
              </p:nvSpPr>
              <p:spPr>
                <a:xfrm>
                  <a:off x="5408075" y="3651025"/>
                  <a:ext cx="86675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4159" extrusionOk="0">
                      <a:moveTo>
                        <a:pt x="1733" y="0"/>
                      </a:moveTo>
                      <a:cubicBezTo>
                        <a:pt x="788" y="0"/>
                        <a:pt x="1" y="788"/>
                        <a:pt x="1" y="1733"/>
                      </a:cubicBezTo>
                      <a:lnTo>
                        <a:pt x="1" y="3812"/>
                      </a:lnTo>
                      <a:cubicBezTo>
                        <a:pt x="1" y="4001"/>
                        <a:pt x="158" y="4159"/>
                        <a:pt x="347" y="4159"/>
                      </a:cubicBezTo>
                      <a:lnTo>
                        <a:pt x="3120" y="4159"/>
                      </a:lnTo>
                      <a:cubicBezTo>
                        <a:pt x="3309" y="4159"/>
                        <a:pt x="3466" y="4001"/>
                        <a:pt x="3466" y="3812"/>
                      </a:cubicBez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3" name="Google Shape;9539;p73">
                <a:extLst>
                  <a:ext uri="{FF2B5EF4-FFF2-40B4-BE49-F238E27FC236}">
                    <a16:creationId xmlns:a16="http://schemas.microsoft.com/office/drawing/2014/main" id="{14AE3BFC-5EF6-E87C-F12B-EC33C97F0A6D}"/>
                  </a:ext>
                </a:extLst>
              </p:cNvPr>
              <p:cNvGrpSpPr/>
              <p:nvPr/>
            </p:nvGrpSpPr>
            <p:grpSpPr>
              <a:xfrm>
                <a:off x="9022644" y="5073172"/>
                <a:ext cx="489964" cy="323559"/>
                <a:chOff x="5358450" y="4015675"/>
                <a:chExt cx="289875" cy="191425"/>
              </a:xfrm>
              <a:grpFill/>
            </p:grpSpPr>
            <p:sp>
              <p:nvSpPr>
                <p:cNvPr id="17476" name="Google Shape;9540;p73">
                  <a:extLst>
                    <a:ext uri="{FF2B5EF4-FFF2-40B4-BE49-F238E27FC236}">
                      <a16:creationId xmlns:a16="http://schemas.microsoft.com/office/drawing/2014/main" id="{B8D6CD4E-C137-DDB1-6ABC-CD43C5CEE725}"/>
                    </a:ext>
                  </a:extLst>
                </p:cNvPr>
                <p:cNvSpPr/>
                <p:nvPr/>
              </p:nvSpPr>
              <p:spPr>
                <a:xfrm>
                  <a:off x="5358450" y="4015675"/>
                  <a:ext cx="289875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5" h="3561" extrusionOk="0">
                      <a:moveTo>
                        <a:pt x="5798" y="1"/>
                      </a:moveTo>
                      <a:cubicBezTo>
                        <a:pt x="2773" y="1"/>
                        <a:pt x="316" y="3120"/>
                        <a:pt x="1" y="3561"/>
                      </a:cubicBezTo>
                      <a:cubicBezTo>
                        <a:pt x="1229" y="2679"/>
                        <a:pt x="3561" y="1734"/>
                        <a:pt x="5798" y="1734"/>
                      </a:cubicBezTo>
                      <a:cubicBezTo>
                        <a:pt x="7751" y="1734"/>
                        <a:pt x="10051" y="2490"/>
                        <a:pt x="11595" y="3561"/>
                      </a:cubicBezTo>
                      <a:cubicBezTo>
                        <a:pt x="11280" y="3120"/>
                        <a:pt x="8822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7" name="Google Shape;9541;p73">
                  <a:extLst>
                    <a:ext uri="{FF2B5EF4-FFF2-40B4-BE49-F238E27FC236}">
                      <a16:creationId xmlns:a16="http://schemas.microsoft.com/office/drawing/2014/main" id="{D9B8DF72-94E6-A7D2-D455-EB85149DD990}"/>
                    </a:ext>
                  </a:extLst>
                </p:cNvPr>
                <p:cNvSpPr/>
                <p:nvPr/>
              </p:nvSpPr>
              <p:spPr>
                <a:xfrm>
                  <a:off x="5494725" y="41015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8" name="Google Shape;9542;p73">
                  <a:extLst>
                    <a:ext uri="{FF2B5EF4-FFF2-40B4-BE49-F238E27FC236}">
                      <a16:creationId xmlns:a16="http://schemas.microsoft.com/office/drawing/2014/main" id="{C7CA6ED4-1775-4585-8C79-E572F251E2A3}"/>
                    </a:ext>
                  </a:extLst>
                </p:cNvPr>
                <p:cNvSpPr/>
                <p:nvPr/>
              </p:nvSpPr>
              <p:spPr>
                <a:xfrm>
                  <a:off x="5460050" y="4077125"/>
                  <a:ext cx="86675" cy="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120" extrusionOk="0">
                      <a:moveTo>
                        <a:pt x="1734" y="315"/>
                      </a:moveTo>
                      <a:cubicBezTo>
                        <a:pt x="2332" y="315"/>
                        <a:pt x="2773" y="788"/>
                        <a:pt x="2773" y="1323"/>
                      </a:cubicBezTo>
                      <a:cubicBezTo>
                        <a:pt x="2773" y="1922"/>
                        <a:pt x="2269" y="2363"/>
                        <a:pt x="1734" y="2363"/>
                      </a:cubicBezTo>
                      <a:cubicBezTo>
                        <a:pt x="1135" y="2363"/>
                        <a:pt x="694" y="1890"/>
                        <a:pt x="694" y="1323"/>
                      </a:cubicBezTo>
                      <a:cubicBezTo>
                        <a:pt x="663" y="788"/>
                        <a:pt x="1135" y="315"/>
                        <a:pt x="1734" y="315"/>
                      </a:cubicBezTo>
                      <a:close/>
                      <a:moveTo>
                        <a:pt x="1734" y="0"/>
                      </a:moveTo>
                      <a:cubicBezTo>
                        <a:pt x="1324" y="0"/>
                        <a:pt x="978" y="32"/>
                        <a:pt x="599" y="63"/>
                      </a:cubicBezTo>
                      <a:cubicBezTo>
                        <a:pt x="190" y="378"/>
                        <a:pt x="1" y="851"/>
                        <a:pt x="1" y="1386"/>
                      </a:cubicBezTo>
                      <a:cubicBezTo>
                        <a:pt x="1" y="2332"/>
                        <a:pt x="789" y="3119"/>
                        <a:pt x="1734" y="3119"/>
                      </a:cubicBezTo>
                      <a:cubicBezTo>
                        <a:pt x="2679" y="3119"/>
                        <a:pt x="3466" y="2332"/>
                        <a:pt x="3466" y="1386"/>
                      </a:cubicBezTo>
                      <a:cubicBezTo>
                        <a:pt x="3466" y="851"/>
                        <a:pt x="3214" y="378"/>
                        <a:pt x="2868" y="63"/>
                      </a:cubicBezTo>
                      <a:cubicBezTo>
                        <a:pt x="2521" y="32"/>
                        <a:pt x="2112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9" name="Google Shape;9543;p73">
                  <a:extLst>
                    <a:ext uri="{FF2B5EF4-FFF2-40B4-BE49-F238E27FC236}">
                      <a16:creationId xmlns:a16="http://schemas.microsoft.com/office/drawing/2014/main" id="{BB33B190-9521-5B10-AB55-FB76C3B93646}"/>
                    </a:ext>
                  </a:extLst>
                </p:cNvPr>
                <p:cNvSpPr/>
                <p:nvPr/>
              </p:nvSpPr>
              <p:spPr>
                <a:xfrm>
                  <a:off x="5362400" y="4084200"/>
                  <a:ext cx="2820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0" h="4916" extrusionOk="0">
                      <a:moveTo>
                        <a:pt x="3466" y="1"/>
                      </a:moveTo>
                      <a:lnTo>
                        <a:pt x="3466" y="1"/>
                      </a:lnTo>
                      <a:cubicBezTo>
                        <a:pt x="2332" y="253"/>
                        <a:pt x="1103" y="820"/>
                        <a:pt x="0" y="1576"/>
                      </a:cubicBezTo>
                      <a:cubicBezTo>
                        <a:pt x="693" y="2395"/>
                        <a:pt x="2899" y="4915"/>
                        <a:pt x="5640" y="4915"/>
                      </a:cubicBezTo>
                      <a:cubicBezTo>
                        <a:pt x="8349" y="4884"/>
                        <a:pt x="10617" y="2395"/>
                        <a:pt x="11279" y="1576"/>
                      </a:cubicBezTo>
                      <a:cubicBezTo>
                        <a:pt x="10176" y="820"/>
                        <a:pt x="8948" y="253"/>
                        <a:pt x="7814" y="1"/>
                      </a:cubicBezTo>
                      <a:lnTo>
                        <a:pt x="7814" y="1"/>
                      </a:lnTo>
                      <a:cubicBezTo>
                        <a:pt x="7971" y="347"/>
                        <a:pt x="8097" y="694"/>
                        <a:pt x="8097" y="1103"/>
                      </a:cubicBezTo>
                      <a:cubicBezTo>
                        <a:pt x="8097" y="2427"/>
                        <a:pt x="6994" y="3529"/>
                        <a:pt x="5640" y="3529"/>
                      </a:cubicBezTo>
                      <a:cubicBezTo>
                        <a:pt x="4316" y="3529"/>
                        <a:pt x="3214" y="2427"/>
                        <a:pt x="3214" y="1103"/>
                      </a:cubicBezTo>
                      <a:cubicBezTo>
                        <a:pt x="3214" y="694"/>
                        <a:pt x="3277" y="347"/>
                        <a:pt x="34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4" name="Google Shape;9544;p73">
                <a:extLst>
                  <a:ext uri="{FF2B5EF4-FFF2-40B4-BE49-F238E27FC236}">
                    <a16:creationId xmlns:a16="http://schemas.microsoft.com/office/drawing/2014/main" id="{665AAED6-833C-731D-D50D-74C2A8844AC7}"/>
                  </a:ext>
                </a:extLst>
              </p:cNvPr>
              <p:cNvGrpSpPr/>
              <p:nvPr/>
            </p:nvGrpSpPr>
            <p:grpSpPr>
              <a:xfrm>
                <a:off x="10925482" y="3765480"/>
                <a:ext cx="501965" cy="465413"/>
                <a:chOff x="6543825" y="3202075"/>
                <a:chExt cx="296975" cy="275350"/>
              </a:xfrm>
              <a:grpFill/>
            </p:grpSpPr>
            <p:sp>
              <p:nvSpPr>
                <p:cNvPr id="17469" name="Google Shape;9545;p73">
                  <a:extLst>
                    <a:ext uri="{FF2B5EF4-FFF2-40B4-BE49-F238E27FC236}">
                      <a16:creationId xmlns:a16="http://schemas.microsoft.com/office/drawing/2014/main" id="{D1294509-78D0-25FD-593D-AE21FC70257A}"/>
                    </a:ext>
                  </a:extLst>
                </p:cNvPr>
                <p:cNvSpPr/>
                <p:nvPr/>
              </p:nvSpPr>
              <p:spPr>
                <a:xfrm>
                  <a:off x="6683250" y="3202075"/>
                  <a:ext cx="17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3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355"/>
                      </a:lnTo>
                      <a:cubicBezTo>
                        <a:pt x="0" y="1576"/>
                        <a:pt x="158" y="1733"/>
                        <a:pt x="347" y="1733"/>
                      </a:cubicBezTo>
                      <a:cubicBezTo>
                        <a:pt x="536" y="1733"/>
                        <a:pt x="693" y="1576"/>
                        <a:pt x="693" y="1355"/>
                      </a:cubicBezTo>
                      <a:lnTo>
                        <a:pt x="693" y="347"/>
                      </a:ln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0" name="Google Shape;9546;p73">
                  <a:extLst>
                    <a:ext uri="{FF2B5EF4-FFF2-40B4-BE49-F238E27FC236}">
                      <a16:creationId xmlns:a16="http://schemas.microsoft.com/office/drawing/2014/main" id="{763D7B27-A542-CC10-1BB2-8CE806ED118A}"/>
                    </a:ext>
                  </a:extLst>
                </p:cNvPr>
                <p:cNvSpPr/>
                <p:nvPr/>
              </p:nvSpPr>
              <p:spPr>
                <a:xfrm>
                  <a:off x="6613925" y="3236125"/>
                  <a:ext cx="3547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8" extrusionOk="0">
                      <a:moveTo>
                        <a:pt x="363" y="1"/>
                      </a:moveTo>
                      <a:cubicBezTo>
                        <a:pt x="276" y="1"/>
                        <a:pt x="190" y="40"/>
                        <a:pt x="127" y="119"/>
                      </a:cubicBezTo>
                      <a:cubicBezTo>
                        <a:pt x="1" y="245"/>
                        <a:pt x="1" y="466"/>
                        <a:pt x="127" y="592"/>
                      </a:cubicBezTo>
                      <a:lnTo>
                        <a:pt x="820" y="1316"/>
                      </a:lnTo>
                      <a:cubicBezTo>
                        <a:pt x="883" y="1364"/>
                        <a:pt x="969" y="1387"/>
                        <a:pt x="1056" y="1387"/>
                      </a:cubicBezTo>
                      <a:cubicBezTo>
                        <a:pt x="1143" y="1387"/>
                        <a:pt x="1229" y="1364"/>
                        <a:pt x="1292" y="1316"/>
                      </a:cubicBezTo>
                      <a:cubicBezTo>
                        <a:pt x="1418" y="1190"/>
                        <a:pt x="1418" y="938"/>
                        <a:pt x="1292" y="844"/>
                      </a:cubicBezTo>
                      <a:lnTo>
                        <a:pt x="599" y="119"/>
                      </a:lnTo>
                      <a:cubicBezTo>
                        <a:pt x="536" y="40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1" name="Google Shape;9547;p73">
                  <a:extLst>
                    <a:ext uri="{FF2B5EF4-FFF2-40B4-BE49-F238E27FC236}">
                      <a16:creationId xmlns:a16="http://schemas.microsoft.com/office/drawing/2014/main" id="{FD6A1A1D-1FF6-B37A-F516-A62ADBC181E2}"/>
                    </a:ext>
                  </a:extLst>
                </p:cNvPr>
                <p:cNvSpPr/>
                <p:nvPr/>
              </p:nvSpPr>
              <p:spPr>
                <a:xfrm>
                  <a:off x="6734425" y="3236425"/>
                  <a:ext cx="35475" cy="3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76" extrusionOk="0">
                      <a:moveTo>
                        <a:pt x="1054" y="0"/>
                      </a:moveTo>
                      <a:cubicBezTo>
                        <a:pt x="976" y="0"/>
                        <a:pt x="894" y="33"/>
                        <a:pt x="820" y="107"/>
                      </a:cubicBezTo>
                      <a:lnTo>
                        <a:pt x="95" y="832"/>
                      </a:lnTo>
                      <a:cubicBezTo>
                        <a:pt x="1" y="926"/>
                        <a:pt x="1" y="1178"/>
                        <a:pt x="95" y="1304"/>
                      </a:cubicBezTo>
                      <a:cubicBezTo>
                        <a:pt x="158" y="1352"/>
                        <a:pt x="253" y="1375"/>
                        <a:pt x="344" y="1375"/>
                      </a:cubicBezTo>
                      <a:cubicBezTo>
                        <a:pt x="434" y="1375"/>
                        <a:pt x="521" y="1352"/>
                        <a:pt x="568" y="1304"/>
                      </a:cubicBezTo>
                      <a:lnTo>
                        <a:pt x="1293" y="580"/>
                      </a:lnTo>
                      <a:cubicBezTo>
                        <a:pt x="1419" y="454"/>
                        <a:pt x="1419" y="233"/>
                        <a:pt x="1293" y="107"/>
                      </a:cubicBezTo>
                      <a:cubicBezTo>
                        <a:pt x="1226" y="41"/>
                        <a:pt x="1142" y="0"/>
                        <a:pt x="10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2" name="Google Shape;9548;p73">
                  <a:extLst>
                    <a:ext uri="{FF2B5EF4-FFF2-40B4-BE49-F238E27FC236}">
                      <a16:creationId xmlns:a16="http://schemas.microsoft.com/office/drawing/2014/main" id="{EC0F4606-DAE9-C8EE-008C-FC3EDFE133D2}"/>
                    </a:ext>
                  </a:extLst>
                </p:cNvPr>
                <p:cNvSpPr/>
                <p:nvPr/>
              </p:nvSpPr>
              <p:spPr>
                <a:xfrm>
                  <a:off x="6805325" y="3322575"/>
                  <a:ext cx="354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3" extrusionOk="0">
                      <a:moveTo>
                        <a:pt x="0" y="1"/>
                      </a:moveTo>
                      <a:lnTo>
                        <a:pt x="0" y="4852"/>
                      </a:lnTo>
                      <a:lnTo>
                        <a:pt x="1040" y="4852"/>
                      </a:lnTo>
                      <a:cubicBezTo>
                        <a:pt x="1261" y="4852"/>
                        <a:pt x="1418" y="4695"/>
                        <a:pt x="1418" y="4506"/>
                      </a:cubicBezTo>
                      <a:lnTo>
                        <a:pt x="1418" y="316"/>
                      </a:lnTo>
                      <a:cubicBezTo>
                        <a:pt x="1355" y="158"/>
                        <a:pt x="1198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3" name="Google Shape;9549;p73">
                  <a:extLst>
                    <a:ext uri="{FF2B5EF4-FFF2-40B4-BE49-F238E27FC236}">
                      <a16:creationId xmlns:a16="http://schemas.microsoft.com/office/drawing/2014/main" id="{2AEFAD47-58B3-88A2-96F5-205E66C2452B}"/>
                    </a:ext>
                  </a:extLst>
                </p:cNvPr>
                <p:cNvSpPr/>
                <p:nvPr/>
              </p:nvSpPr>
              <p:spPr>
                <a:xfrm>
                  <a:off x="6543825" y="3323275"/>
                  <a:ext cx="35475" cy="1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6" extrusionOk="0">
                      <a:moveTo>
                        <a:pt x="323" y="0"/>
                      </a:moveTo>
                      <a:cubicBezTo>
                        <a:pt x="132" y="0"/>
                        <a:pt x="1" y="149"/>
                        <a:pt x="1" y="351"/>
                      </a:cubicBezTo>
                      <a:lnTo>
                        <a:pt x="1" y="4509"/>
                      </a:lnTo>
                      <a:cubicBezTo>
                        <a:pt x="1" y="4698"/>
                        <a:pt x="158" y="4856"/>
                        <a:pt x="379" y="4856"/>
                      </a:cubicBezTo>
                      <a:lnTo>
                        <a:pt x="1418" y="4856"/>
                      </a:lnTo>
                      <a:lnTo>
                        <a:pt x="1418" y="4"/>
                      </a:lnTo>
                      <a:lnTo>
                        <a:pt x="379" y="4"/>
                      </a:lnTo>
                      <a:cubicBezTo>
                        <a:pt x="360" y="1"/>
                        <a:pt x="341" y="0"/>
                        <a:pt x="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4" name="Google Shape;9550;p73">
                  <a:extLst>
                    <a:ext uri="{FF2B5EF4-FFF2-40B4-BE49-F238E27FC236}">
                      <a16:creationId xmlns:a16="http://schemas.microsoft.com/office/drawing/2014/main" id="{6D4654E2-F4E5-CD24-0713-BFC3E46F8427}"/>
                    </a:ext>
                  </a:extLst>
                </p:cNvPr>
                <p:cNvSpPr/>
                <p:nvPr/>
              </p:nvSpPr>
              <p:spPr>
                <a:xfrm>
                  <a:off x="6643075" y="3332025"/>
                  <a:ext cx="143375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4160" extrusionOk="0">
                      <a:moveTo>
                        <a:pt x="1639" y="1"/>
                      </a:moveTo>
                      <a:cubicBezTo>
                        <a:pt x="1450" y="1"/>
                        <a:pt x="1198" y="158"/>
                        <a:pt x="1072" y="379"/>
                      </a:cubicBezTo>
                      <a:lnTo>
                        <a:pt x="0" y="2490"/>
                      </a:lnTo>
                      <a:cubicBezTo>
                        <a:pt x="158" y="2584"/>
                        <a:pt x="378" y="2616"/>
                        <a:pt x="567" y="2616"/>
                      </a:cubicBezTo>
                      <a:cubicBezTo>
                        <a:pt x="1072" y="2616"/>
                        <a:pt x="1544" y="2364"/>
                        <a:pt x="1796" y="1891"/>
                      </a:cubicBezTo>
                      <a:lnTo>
                        <a:pt x="2017" y="1418"/>
                      </a:lnTo>
                      <a:lnTo>
                        <a:pt x="2710" y="1418"/>
                      </a:lnTo>
                      <a:cubicBezTo>
                        <a:pt x="2899" y="1418"/>
                        <a:pt x="3056" y="1481"/>
                        <a:pt x="3182" y="1607"/>
                      </a:cubicBezTo>
                      <a:lnTo>
                        <a:pt x="5734" y="4159"/>
                      </a:lnTo>
                      <a:lnTo>
                        <a:pt x="573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5" name="Google Shape;9551;p73">
                  <a:extLst>
                    <a:ext uri="{FF2B5EF4-FFF2-40B4-BE49-F238E27FC236}">
                      <a16:creationId xmlns:a16="http://schemas.microsoft.com/office/drawing/2014/main" id="{62879B1B-DC23-B1BF-03FA-154A93FA85F3}"/>
                    </a:ext>
                  </a:extLst>
                </p:cNvPr>
                <p:cNvSpPr/>
                <p:nvPr/>
              </p:nvSpPr>
              <p:spPr>
                <a:xfrm>
                  <a:off x="6595025" y="3288700"/>
                  <a:ext cx="175675" cy="18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7549" extrusionOk="0">
                      <a:moveTo>
                        <a:pt x="2206" y="1"/>
                      </a:moveTo>
                      <a:cubicBezTo>
                        <a:pt x="1828" y="1"/>
                        <a:pt x="1481" y="221"/>
                        <a:pt x="1261" y="568"/>
                      </a:cubicBezTo>
                      <a:lnTo>
                        <a:pt x="946" y="1198"/>
                      </a:lnTo>
                      <a:cubicBezTo>
                        <a:pt x="914" y="1324"/>
                        <a:pt x="757" y="1419"/>
                        <a:pt x="631" y="1419"/>
                      </a:cubicBezTo>
                      <a:lnTo>
                        <a:pt x="1" y="1419"/>
                      </a:lnTo>
                      <a:lnTo>
                        <a:pt x="1" y="6239"/>
                      </a:lnTo>
                      <a:lnTo>
                        <a:pt x="1576" y="6239"/>
                      </a:lnTo>
                      <a:lnTo>
                        <a:pt x="2584" y="7247"/>
                      </a:lnTo>
                      <a:cubicBezTo>
                        <a:pt x="2768" y="7431"/>
                        <a:pt x="3054" y="7548"/>
                        <a:pt x="3330" y="7548"/>
                      </a:cubicBezTo>
                      <a:cubicBezTo>
                        <a:pt x="3431" y="7548"/>
                        <a:pt x="3531" y="7533"/>
                        <a:pt x="3624" y="7499"/>
                      </a:cubicBezTo>
                      <a:lnTo>
                        <a:pt x="6585" y="6554"/>
                      </a:lnTo>
                      <a:cubicBezTo>
                        <a:pt x="6743" y="6522"/>
                        <a:pt x="6900" y="6396"/>
                        <a:pt x="7026" y="6302"/>
                      </a:cubicBezTo>
                      <a:lnTo>
                        <a:pt x="4537" y="3813"/>
                      </a:lnTo>
                      <a:lnTo>
                        <a:pt x="4380" y="3813"/>
                      </a:lnTo>
                      <a:lnTo>
                        <a:pt x="4348" y="3844"/>
                      </a:lnTo>
                      <a:cubicBezTo>
                        <a:pt x="4033" y="4506"/>
                        <a:pt x="3340" y="4947"/>
                        <a:pt x="2647" y="5042"/>
                      </a:cubicBezTo>
                      <a:cubicBezTo>
                        <a:pt x="2601" y="5044"/>
                        <a:pt x="2556" y="5046"/>
                        <a:pt x="2511" y="5046"/>
                      </a:cubicBezTo>
                      <a:cubicBezTo>
                        <a:pt x="2046" y="5046"/>
                        <a:pt x="1698" y="4899"/>
                        <a:pt x="1324" y="4727"/>
                      </a:cubicBezTo>
                      <a:cubicBezTo>
                        <a:pt x="1103" y="4632"/>
                        <a:pt x="1040" y="4412"/>
                        <a:pt x="1166" y="4254"/>
                      </a:cubicBezTo>
                      <a:lnTo>
                        <a:pt x="2363" y="1797"/>
                      </a:lnTo>
                      <a:cubicBezTo>
                        <a:pt x="2615" y="1324"/>
                        <a:pt x="3088" y="1041"/>
                        <a:pt x="3592" y="1041"/>
                      </a:cubicBezTo>
                      <a:lnTo>
                        <a:pt x="5104" y="1041"/>
                      </a:lnTo>
                      <a:cubicBezTo>
                        <a:pt x="5167" y="852"/>
                        <a:pt x="5262" y="631"/>
                        <a:pt x="5262" y="347"/>
                      </a:cubicBezTo>
                      <a:cubicBezTo>
                        <a:pt x="5262" y="158"/>
                        <a:pt x="5104" y="1"/>
                        <a:pt x="48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5" name="Google Shape;9552;p73">
                <a:extLst>
                  <a:ext uri="{FF2B5EF4-FFF2-40B4-BE49-F238E27FC236}">
                    <a16:creationId xmlns:a16="http://schemas.microsoft.com/office/drawing/2014/main" id="{57F7C9B7-8DA0-F527-CD79-0637F672945A}"/>
                  </a:ext>
                </a:extLst>
              </p:cNvPr>
              <p:cNvGrpSpPr/>
              <p:nvPr/>
            </p:nvGrpSpPr>
            <p:grpSpPr>
              <a:xfrm>
                <a:off x="3302959" y="3747882"/>
                <a:ext cx="500612" cy="500612"/>
                <a:chOff x="2037825" y="3254050"/>
                <a:chExt cx="296175" cy="296175"/>
              </a:xfrm>
              <a:grpFill/>
            </p:grpSpPr>
            <p:sp>
              <p:nvSpPr>
                <p:cNvPr id="17463" name="Google Shape;9553;p73">
                  <a:extLst>
                    <a:ext uri="{FF2B5EF4-FFF2-40B4-BE49-F238E27FC236}">
                      <a16:creationId xmlns:a16="http://schemas.microsoft.com/office/drawing/2014/main" id="{F99EACE2-7DD4-4B40-E928-B5B99286D3A9}"/>
                    </a:ext>
                  </a:extLst>
                </p:cNvPr>
                <p:cNvSpPr/>
                <p:nvPr/>
              </p:nvSpPr>
              <p:spPr>
                <a:xfrm>
                  <a:off x="2063825" y="3254050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9"/>
                        <a:pt x="788" y="3466"/>
                        <a:pt x="1733" y="3466"/>
                      </a:cubicBezTo>
                      <a:cubicBezTo>
                        <a:pt x="2678" y="3466"/>
                        <a:pt x="3466" y="2679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4" name="Google Shape;9554;p73">
                  <a:extLst>
                    <a:ext uri="{FF2B5EF4-FFF2-40B4-BE49-F238E27FC236}">
                      <a16:creationId xmlns:a16="http://schemas.microsoft.com/office/drawing/2014/main" id="{5D326F3D-1BB7-55A9-5863-E880E0CC2073}"/>
                    </a:ext>
                  </a:extLst>
                </p:cNvPr>
                <p:cNvSpPr/>
                <p:nvPr/>
              </p:nvSpPr>
              <p:spPr>
                <a:xfrm>
                  <a:off x="2178025" y="3289500"/>
                  <a:ext cx="104000" cy="6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7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95" y="662"/>
                        <a:pt x="316" y="662"/>
                      </a:cubicBezTo>
                      <a:lnTo>
                        <a:pt x="2395" y="662"/>
                      </a:lnTo>
                      <a:cubicBezTo>
                        <a:pt x="2584" y="662"/>
                        <a:pt x="2742" y="820"/>
                        <a:pt x="2742" y="1009"/>
                      </a:cubicBezTo>
                      <a:lnTo>
                        <a:pt x="2742" y="1576"/>
                      </a:lnTo>
                      <a:lnTo>
                        <a:pt x="2616" y="1450"/>
                      </a:lnTo>
                      <a:cubicBezTo>
                        <a:pt x="2568" y="1387"/>
                        <a:pt x="2482" y="1355"/>
                        <a:pt x="2391" y="1355"/>
                      </a:cubicBezTo>
                      <a:cubicBezTo>
                        <a:pt x="2301" y="1355"/>
                        <a:pt x="2206" y="1387"/>
                        <a:pt x="2143" y="1450"/>
                      </a:cubicBezTo>
                      <a:cubicBezTo>
                        <a:pt x="2049" y="1576"/>
                        <a:pt x="2049" y="1796"/>
                        <a:pt x="2143" y="1922"/>
                      </a:cubicBezTo>
                      <a:lnTo>
                        <a:pt x="2868" y="2647"/>
                      </a:lnTo>
                      <a:cubicBezTo>
                        <a:pt x="2931" y="2694"/>
                        <a:pt x="3017" y="2718"/>
                        <a:pt x="3104" y="2718"/>
                      </a:cubicBezTo>
                      <a:cubicBezTo>
                        <a:pt x="3191" y="2718"/>
                        <a:pt x="3277" y="2694"/>
                        <a:pt x="3340" y="2647"/>
                      </a:cubicBezTo>
                      <a:lnTo>
                        <a:pt x="4033" y="1922"/>
                      </a:lnTo>
                      <a:cubicBezTo>
                        <a:pt x="4159" y="1796"/>
                        <a:pt x="4159" y="1576"/>
                        <a:pt x="4033" y="1450"/>
                      </a:cubicBezTo>
                      <a:cubicBezTo>
                        <a:pt x="3986" y="1387"/>
                        <a:pt x="3899" y="1355"/>
                        <a:pt x="3809" y="1355"/>
                      </a:cubicBezTo>
                      <a:cubicBezTo>
                        <a:pt x="3718" y="1355"/>
                        <a:pt x="3624" y="1387"/>
                        <a:pt x="3561" y="1450"/>
                      </a:cubicBezTo>
                      <a:lnTo>
                        <a:pt x="3466" y="1576"/>
                      </a:lnTo>
                      <a:lnTo>
                        <a:pt x="3466" y="1009"/>
                      </a:lnTo>
                      <a:cubicBezTo>
                        <a:pt x="3466" y="441"/>
                        <a:pt x="2994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5" name="Google Shape;9555;p73">
                  <a:extLst>
                    <a:ext uri="{FF2B5EF4-FFF2-40B4-BE49-F238E27FC236}">
                      <a16:creationId xmlns:a16="http://schemas.microsoft.com/office/drawing/2014/main" id="{072A0DF2-4AFB-9B8E-16CD-1D80157D8056}"/>
                    </a:ext>
                  </a:extLst>
                </p:cNvPr>
                <p:cNvSpPr/>
                <p:nvPr/>
              </p:nvSpPr>
              <p:spPr>
                <a:xfrm>
                  <a:off x="2070125" y="3444225"/>
                  <a:ext cx="1063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763" extrusionOk="0">
                      <a:moveTo>
                        <a:pt x="1095" y="0"/>
                      </a:moveTo>
                      <a:cubicBezTo>
                        <a:pt x="1002" y="0"/>
                        <a:pt x="904" y="28"/>
                        <a:pt x="820" y="112"/>
                      </a:cubicBezTo>
                      <a:lnTo>
                        <a:pt x="127" y="805"/>
                      </a:lnTo>
                      <a:cubicBezTo>
                        <a:pt x="1" y="931"/>
                        <a:pt x="1" y="1184"/>
                        <a:pt x="127" y="1278"/>
                      </a:cubicBezTo>
                      <a:cubicBezTo>
                        <a:pt x="190" y="1341"/>
                        <a:pt x="276" y="1373"/>
                        <a:pt x="363" y="1373"/>
                      </a:cubicBezTo>
                      <a:cubicBezTo>
                        <a:pt x="449" y="1373"/>
                        <a:pt x="536" y="1341"/>
                        <a:pt x="599" y="1278"/>
                      </a:cubicBezTo>
                      <a:lnTo>
                        <a:pt x="725" y="1184"/>
                      </a:lnTo>
                      <a:lnTo>
                        <a:pt x="725" y="1719"/>
                      </a:lnTo>
                      <a:cubicBezTo>
                        <a:pt x="725" y="2318"/>
                        <a:pt x="1198" y="2759"/>
                        <a:pt x="1733" y="2759"/>
                      </a:cubicBezTo>
                      <a:lnTo>
                        <a:pt x="3813" y="2759"/>
                      </a:lnTo>
                      <a:cubicBezTo>
                        <a:pt x="3837" y="2761"/>
                        <a:pt x="3861" y="2763"/>
                        <a:pt x="3883" y="2763"/>
                      </a:cubicBezTo>
                      <a:cubicBezTo>
                        <a:pt x="4122" y="2763"/>
                        <a:pt x="4254" y="2616"/>
                        <a:pt x="4254" y="2444"/>
                      </a:cubicBezTo>
                      <a:cubicBezTo>
                        <a:pt x="4254" y="2223"/>
                        <a:pt x="4096" y="2066"/>
                        <a:pt x="3907" y="2066"/>
                      </a:cubicBezTo>
                      <a:lnTo>
                        <a:pt x="1828" y="2066"/>
                      </a:lnTo>
                      <a:cubicBezTo>
                        <a:pt x="1639" y="2066"/>
                        <a:pt x="1481" y="1908"/>
                        <a:pt x="1481" y="1719"/>
                      </a:cubicBezTo>
                      <a:lnTo>
                        <a:pt x="1481" y="1184"/>
                      </a:lnTo>
                      <a:lnTo>
                        <a:pt x="1576" y="1278"/>
                      </a:lnTo>
                      <a:cubicBezTo>
                        <a:pt x="1639" y="1341"/>
                        <a:pt x="1733" y="1373"/>
                        <a:pt x="1824" y="1373"/>
                      </a:cubicBezTo>
                      <a:cubicBezTo>
                        <a:pt x="1914" y="1373"/>
                        <a:pt x="2001" y="1341"/>
                        <a:pt x="2048" y="1278"/>
                      </a:cubicBezTo>
                      <a:cubicBezTo>
                        <a:pt x="2174" y="1184"/>
                        <a:pt x="2174" y="931"/>
                        <a:pt x="2048" y="805"/>
                      </a:cubicBezTo>
                      <a:lnTo>
                        <a:pt x="1355" y="112"/>
                      </a:lnTo>
                      <a:cubicBezTo>
                        <a:pt x="1292" y="81"/>
                        <a:pt x="1261" y="81"/>
                        <a:pt x="1229" y="18"/>
                      </a:cubicBezTo>
                      <a:cubicBezTo>
                        <a:pt x="1187" y="7"/>
                        <a:pt x="1142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6" name="Google Shape;9556;p73">
                  <a:extLst>
                    <a:ext uri="{FF2B5EF4-FFF2-40B4-BE49-F238E27FC236}">
                      <a16:creationId xmlns:a16="http://schemas.microsoft.com/office/drawing/2014/main" id="{2AD32963-C187-68D6-3899-41E5ACE91964}"/>
                    </a:ext>
                  </a:extLst>
                </p:cNvPr>
                <p:cNvSpPr/>
                <p:nvPr/>
              </p:nvSpPr>
              <p:spPr>
                <a:xfrm>
                  <a:off x="2219775" y="3375350"/>
                  <a:ext cx="89025" cy="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35" extrusionOk="0">
                      <a:moveTo>
                        <a:pt x="1796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47"/>
                        <a:pt x="788" y="3434"/>
                        <a:pt x="1796" y="3434"/>
                      </a:cubicBezTo>
                      <a:cubicBezTo>
                        <a:pt x="2741" y="3434"/>
                        <a:pt x="3561" y="2647"/>
                        <a:pt x="3561" y="1733"/>
                      </a:cubicBezTo>
                      <a:cubicBezTo>
                        <a:pt x="3561" y="788"/>
                        <a:pt x="2773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7" name="Google Shape;9557;p73">
                  <a:extLst>
                    <a:ext uri="{FF2B5EF4-FFF2-40B4-BE49-F238E27FC236}">
                      <a16:creationId xmlns:a16="http://schemas.microsoft.com/office/drawing/2014/main" id="{F2A4E036-0C5D-7093-E277-3B068CCE3CAB}"/>
                    </a:ext>
                  </a:extLst>
                </p:cNvPr>
                <p:cNvSpPr/>
                <p:nvPr/>
              </p:nvSpPr>
              <p:spPr>
                <a:xfrm>
                  <a:off x="2037825" y="3339125"/>
                  <a:ext cx="138650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3529" extrusionOk="0">
                      <a:moveTo>
                        <a:pt x="1072" y="0"/>
                      </a:moveTo>
                      <a:cubicBezTo>
                        <a:pt x="442" y="536"/>
                        <a:pt x="32" y="1292"/>
                        <a:pt x="32" y="2143"/>
                      </a:cubicBezTo>
                      <a:lnTo>
                        <a:pt x="32" y="3182"/>
                      </a:lnTo>
                      <a:cubicBezTo>
                        <a:pt x="1" y="3371"/>
                        <a:pt x="158" y="3529"/>
                        <a:pt x="347" y="3529"/>
                      </a:cubicBezTo>
                      <a:lnTo>
                        <a:pt x="5199" y="3529"/>
                      </a:lnTo>
                      <a:cubicBezTo>
                        <a:pt x="5388" y="3529"/>
                        <a:pt x="5546" y="3371"/>
                        <a:pt x="5546" y="3182"/>
                      </a:cubicBezTo>
                      <a:lnTo>
                        <a:pt x="5546" y="2143"/>
                      </a:lnTo>
                      <a:cubicBezTo>
                        <a:pt x="5546" y="1292"/>
                        <a:pt x="5168" y="536"/>
                        <a:pt x="4538" y="0"/>
                      </a:cubicBezTo>
                      <a:cubicBezTo>
                        <a:pt x="4096" y="473"/>
                        <a:pt x="3466" y="756"/>
                        <a:pt x="2805" y="756"/>
                      </a:cubicBezTo>
                      <a:cubicBezTo>
                        <a:pt x="2143" y="756"/>
                        <a:pt x="1513" y="504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8" name="Google Shape;9558;p73">
                  <a:extLst>
                    <a:ext uri="{FF2B5EF4-FFF2-40B4-BE49-F238E27FC236}">
                      <a16:creationId xmlns:a16="http://schemas.microsoft.com/office/drawing/2014/main" id="{937D84EA-9877-17AB-DD5E-301596134914}"/>
                    </a:ext>
                  </a:extLst>
                </p:cNvPr>
                <p:cNvSpPr/>
                <p:nvPr/>
              </p:nvSpPr>
              <p:spPr>
                <a:xfrm>
                  <a:off x="2193775" y="3460400"/>
                  <a:ext cx="140225" cy="8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3593" extrusionOk="0">
                      <a:moveTo>
                        <a:pt x="1009" y="1"/>
                      </a:moveTo>
                      <a:cubicBezTo>
                        <a:pt x="379" y="537"/>
                        <a:pt x="1" y="1261"/>
                        <a:pt x="1" y="2143"/>
                      </a:cubicBezTo>
                      <a:lnTo>
                        <a:pt x="1" y="3246"/>
                      </a:lnTo>
                      <a:cubicBezTo>
                        <a:pt x="1" y="3435"/>
                        <a:pt x="158" y="3592"/>
                        <a:pt x="347" y="3592"/>
                      </a:cubicBezTo>
                      <a:lnTo>
                        <a:pt x="5262" y="3592"/>
                      </a:lnTo>
                      <a:cubicBezTo>
                        <a:pt x="5451" y="3592"/>
                        <a:pt x="5609" y="3435"/>
                        <a:pt x="5609" y="3246"/>
                      </a:cubicBezTo>
                      <a:lnTo>
                        <a:pt x="5609" y="2143"/>
                      </a:lnTo>
                      <a:cubicBezTo>
                        <a:pt x="5577" y="1261"/>
                        <a:pt x="5199" y="537"/>
                        <a:pt x="4569" y="1"/>
                      </a:cubicBezTo>
                      <a:cubicBezTo>
                        <a:pt x="4128" y="474"/>
                        <a:pt x="3498" y="757"/>
                        <a:pt x="2773" y="757"/>
                      </a:cubicBezTo>
                      <a:cubicBezTo>
                        <a:pt x="2080" y="757"/>
                        <a:pt x="1450" y="474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6" name="Google Shape;9559;p73">
                <a:extLst>
                  <a:ext uri="{FF2B5EF4-FFF2-40B4-BE49-F238E27FC236}">
                    <a16:creationId xmlns:a16="http://schemas.microsoft.com/office/drawing/2014/main" id="{9ECD6877-D30E-5202-B5D5-3C9EE57A4F7C}"/>
                  </a:ext>
                </a:extLst>
              </p:cNvPr>
              <p:cNvGrpSpPr/>
              <p:nvPr/>
            </p:nvGrpSpPr>
            <p:grpSpPr>
              <a:xfrm>
                <a:off x="3300297" y="4378750"/>
                <a:ext cx="505937" cy="498964"/>
                <a:chOff x="2034675" y="3617925"/>
                <a:chExt cx="299325" cy="295200"/>
              </a:xfrm>
              <a:grpFill/>
            </p:grpSpPr>
            <p:sp>
              <p:nvSpPr>
                <p:cNvPr id="17458" name="Google Shape;9560;p73">
                  <a:extLst>
                    <a:ext uri="{FF2B5EF4-FFF2-40B4-BE49-F238E27FC236}">
                      <a16:creationId xmlns:a16="http://schemas.microsoft.com/office/drawing/2014/main" id="{D0617B81-5C55-5FCA-12A7-AE607CDAEE47}"/>
                    </a:ext>
                  </a:extLst>
                </p:cNvPr>
                <p:cNvSpPr/>
                <p:nvPr/>
              </p:nvSpPr>
              <p:spPr>
                <a:xfrm>
                  <a:off x="2195350" y="3721900"/>
                  <a:ext cx="693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56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lnTo>
                        <a:pt x="2773" y="1355"/>
                      </a:lnTo>
                      <a:cubicBezTo>
                        <a:pt x="2773" y="599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9" name="Google Shape;9561;p73">
                  <a:extLst>
                    <a:ext uri="{FF2B5EF4-FFF2-40B4-BE49-F238E27FC236}">
                      <a16:creationId xmlns:a16="http://schemas.microsoft.com/office/drawing/2014/main" id="{54A047F6-0585-117E-A0A2-21E5090C6C30}"/>
                    </a:ext>
                  </a:extLst>
                </p:cNvPr>
                <p:cNvSpPr/>
                <p:nvPr/>
              </p:nvSpPr>
              <p:spPr>
                <a:xfrm>
                  <a:off x="2211900" y="3669125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0" name="Google Shape;9562;p73">
                  <a:extLst>
                    <a:ext uri="{FF2B5EF4-FFF2-40B4-BE49-F238E27FC236}">
                      <a16:creationId xmlns:a16="http://schemas.microsoft.com/office/drawing/2014/main" id="{61B0AE6B-4A87-4211-4348-EE6ED2AA9C54}"/>
                    </a:ext>
                  </a:extLst>
                </p:cNvPr>
                <p:cNvSpPr/>
                <p:nvPr/>
              </p:nvSpPr>
              <p:spPr>
                <a:xfrm>
                  <a:off x="2125250" y="3617925"/>
                  <a:ext cx="2087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0" h="8350" extrusionOk="0">
                      <a:moveTo>
                        <a:pt x="4128" y="1387"/>
                      </a:moveTo>
                      <a:cubicBezTo>
                        <a:pt x="4884" y="1387"/>
                        <a:pt x="5514" y="2017"/>
                        <a:pt x="5514" y="2773"/>
                      </a:cubicBezTo>
                      <a:cubicBezTo>
                        <a:pt x="5514" y="3120"/>
                        <a:pt x="5357" y="3466"/>
                        <a:pt x="5136" y="3718"/>
                      </a:cubicBezTo>
                      <a:cubicBezTo>
                        <a:pt x="5766" y="4065"/>
                        <a:pt x="6176" y="4727"/>
                        <a:pt x="6176" y="5514"/>
                      </a:cubicBezTo>
                      <a:lnTo>
                        <a:pt x="6176" y="5892"/>
                      </a:lnTo>
                      <a:lnTo>
                        <a:pt x="6270" y="5892"/>
                      </a:lnTo>
                      <a:cubicBezTo>
                        <a:pt x="6270" y="6081"/>
                        <a:pt x="6113" y="6239"/>
                        <a:pt x="5924" y="6239"/>
                      </a:cubicBezTo>
                      <a:lnTo>
                        <a:pt x="2458" y="6239"/>
                      </a:lnTo>
                      <a:cubicBezTo>
                        <a:pt x="2238" y="6239"/>
                        <a:pt x="2080" y="6081"/>
                        <a:pt x="2080" y="5892"/>
                      </a:cubicBezTo>
                      <a:lnTo>
                        <a:pt x="2080" y="5514"/>
                      </a:lnTo>
                      <a:cubicBezTo>
                        <a:pt x="2080" y="4727"/>
                        <a:pt x="2521" y="4065"/>
                        <a:pt x="3151" y="3718"/>
                      </a:cubicBezTo>
                      <a:cubicBezTo>
                        <a:pt x="2931" y="3466"/>
                        <a:pt x="2773" y="3120"/>
                        <a:pt x="2773" y="2773"/>
                      </a:cubicBezTo>
                      <a:cubicBezTo>
                        <a:pt x="2773" y="2017"/>
                        <a:pt x="3403" y="1387"/>
                        <a:pt x="4128" y="1387"/>
                      </a:cubicBezTo>
                      <a:close/>
                      <a:moveTo>
                        <a:pt x="4191" y="1"/>
                      </a:moveTo>
                      <a:cubicBezTo>
                        <a:pt x="1891" y="1"/>
                        <a:pt x="1" y="1860"/>
                        <a:pt x="1" y="4191"/>
                      </a:cubicBezTo>
                      <a:cubicBezTo>
                        <a:pt x="1" y="6522"/>
                        <a:pt x="1860" y="8350"/>
                        <a:pt x="4191" y="8350"/>
                      </a:cubicBezTo>
                      <a:cubicBezTo>
                        <a:pt x="6459" y="8350"/>
                        <a:pt x="8350" y="6522"/>
                        <a:pt x="8350" y="4191"/>
                      </a:cubicBezTo>
                      <a:cubicBezTo>
                        <a:pt x="8350" y="1860"/>
                        <a:pt x="6459" y="1"/>
                        <a:pt x="41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1" name="Google Shape;9563;p73">
                  <a:extLst>
                    <a:ext uri="{FF2B5EF4-FFF2-40B4-BE49-F238E27FC236}">
                      <a16:creationId xmlns:a16="http://schemas.microsoft.com/office/drawing/2014/main" id="{78BD484B-A381-DBFC-8BB0-D9ECD5728E3E}"/>
                    </a:ext>
                  </a:extLst>
                </p:cNvPr>
                <p:cNvSpPr/>
                <p:nvPr/>
              </p:nvSpPr>
              <p:spPr>
                <a:xfrm>
                  <a:off x="2107150" y="3771525"/>
                  <a:ext cx="732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899" extrusionOk="0">
                      <a:moveTo>
                        <a:pt x="504" y="0"/>
                      </a:moveTo>
                      <a:lnTo>
                        <a:pt x="378" y="126"/>
                      </a:lnTo>
                      <a:cubicBezTo>
                        <a:pt x="0" y="536"/>
                        <a:pt x="0" y="1198"/>
                        <a:pt x="378" y="1576"/>
                      </a:cubicBezTo>
                      <a:lnTo>
                        <a:pt x="1355" y="2584"/>
                      </a:lnTo>
                      <a:cubicBezTo>
                        <a:pt x="1576" y="2773"/>
                        <a:pt x="1828" y="2899"/>
                        <a:pt x="2111" y="2899"/>
                      </a:cubicBezTo>
                      <a:cubicBezTo>
                        <a:pt x="2395" y="2899"/>
                        <a:pt x="2678" y="2773"/>
                        <a:pt x="2867" y="2584"/>
                      </a:cubicBezTo>
                      <a:lnTo>
                        <a:pt x="2930" y="2458"/>
                      </a:lnTo>
                      <a:cubicBezTo>
                        <a:pt x="1828" y="1985"/>
                        <a:pt x="977" y="1071"/>
                        <a:pt x="5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2" name="Google Shape;9564;p73">
                  <a:extLst>
                    <a:ext uri="{FF2B5EF4-FFF2-40B4-BE49-F238E27FC236}">
                      <a16:creationId xmlns:a16="http://schemas.microsoft.com/office/drawing/2014/main" id="{FAF4D61E-BA44-87B5-E41C-35E430BCBECB}"/>
                    </a:ext>
                  </a:extLst>
                </p:cNvPr>
                <p:cNvSpPr/>
                <p:nvPr/>
              </p:nvSpPr>
              <p:spPr>
                <a:xfrm>
                  <a:off x="2034675" y="3816425"/>
                  <a:ext cx="100050" cy="9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3868" extrusionOk="0">
                      <a:moveTo>
                        <a:pt x="2521" y="0"/>
                      </a:moveTo>
                      <a:lnTo>
                        <a:pt x="410" y="2111"/>
                      </a:lnTo>
                      <a:cubicBezTo>
                        <a:pt x="1" y="2520"/>
                        <a:pt x="1" y="3182"/>
                        <a:pt x="410" y="3560"/>
                      </a:cubicBezTo>
                      <a:cubicBezTo>
                        <a:pt x="599" y="3765"/>
                        <a:pt x="867" y="3867"/>
                        <a:pt x="1135" y="3867"/>
                      </a:cubicBezTo>
                      <a:cubicBezTo>
                        <a:pt x="1403" y="3867"/>
                        <a:pt x="1671" y="3765"/>
                        <a:pt x="1860" y="3560"/>
                      </a:cubicBezTo>
                      <a:lnTo>
                        <a:pt x="4002" y="1449"/>
                      </a:lnTo>
                      <a:cubicBezTo>
                        <a:pt x="3907" y="1418"/>
                        <a:pt x="3844" y="1323"/>
                        <a:pt x="3750" y="1260"/>
                      </a:cubicBezTo>
                      <a:lnTo>
                        <a:pt x="2773" y="252"/>
                      </a:lnTo>
                      <a:cubicBezTo>
                        <a:pt x="2679" y="189"/>
                        <a:pt x="2616" y="95"/>
                        <a:pt x="25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7" name="Google Shape;9565;p73">
                <a:extLst>
                  <a:ext uri="{FF2B5EF4-FFF2-40B4-BE49-F238E27FC236}">
                    <a16:creationId xmlns:a16="http://schemas.microsoft.com/office/drawing/2014/main" id="{0109F354-0D06-C008-0C34-864EAA5EAF99}"/>
                  </a:ext>
                </a:extLst>
              </p:cNvPr>
              <p:cNvGrpSpPr/>
              <p:nvPr/>
            </p:nvGrpSpPr>
            <p:grpSpPr>
              <a:xfrm>
                <a:off x="3302959" y="4985321"/>
                <a:ext cx="500612" cy="499261"/>
                <a:chOff x="2037825" y="3981825"/>
                <a:chExt cx="296175" cy="295375"/>
              </a:xfrm>
              <a:grpFill/>
            </p:grpSpPr>
            <p:sp>
              <p:nvSpPr>
                <p:cNvPr id="17455" name="Google Shape;9566;p73">
                  <a:extLst>
                    <a:ext uri="{FF2B5EF4-FFF2-40B4-BE49-F238E27FC236}">
                      <a16:creationId xmlns:a16="http://schemas.microsoft.com/office/drawing/2014/main" id="{28F6CB92-27F4-4EB3-4503-1648087F0F2D}"/>
                    </a:ext>
                  </a:extLst>
                </p:cNvPr>
                <p:cNvSpPr/>
                <p:nvPr/>
              </p:nvSpPr>
              <p:spPr>
                <a:xfrm>
                  <a:off x="2072500" y="4085775"/>
                  <a:ext cx="882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3467" extrusionOk="0">
                      <a:moveTo>
                        <a:pt x="1764" y="1"/>
                      </a:moveTo>
                      <a:cubicBezTo>
                        <a:pt x="819" y="1"/>
                        <a:pt x="0" y="788"/>
                        <a:pt x="0" y="1734"/>
                      </a:cubicBezTo>
                      <a:cubicBezTo>
                        <a:pt x="0" y="2679"/>
                        <a:pt x="819" y="3466"/>
                        <a:pt x="1764" y="3466"/>
                      </a:cubicBezTo>
                      <a:cubicBezTo>
                        <a:pt x="2709" y="3466"/>
                        <a:pt x="3529" y="2679"/>
                        <a:pt x="3529" y="1734"/>
                      </a:cubicBezTo>
                      <a:cubicBezTo>
                        <a:pt x="3529" y="788"/>
                        <a:pt x="2741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6" name="Google Shape;9567;p73">
                  <a:extLst>
                    <a:ext uri="{FF2B5EF4-FFF2-40B4-BE49-F238E27FC236}">
                      <a16:creationId xmlns:a16="http://schemas.microsoft.com/office/drawing/2014/main" id="{166F6111-CA9B-6034-1FDF-30D9C1B86579}"/>
                    </a:ext>
                  </a:extLst>
                </p:cNvPr>
                <p:cNvSpPr/>
                <p:nvPr/>
              </p:nvSpPr>
              <p:spPr>
                <a:xfrm>
                  <a:off x="2176450" y="398182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733"/>
                      </a:moveTo>
                      <a:cubicBezTo>
                        <a:pt x="3372" y="1733"/>
                        <a:pt x="3529" y="1890"/>
                        <a:pt x="3529" y="2079"/>
                      </a:cubicBezTo>
                      <a:cubicBezTo>
                        <a:pt x="3529" y="2268"/>
                        <a:pt x="3372" y="2426"/>
                        <a:pt x="3151" y="2426"/>
                      </a:cubicBezTo>
                      <a:cubicBezTo>
                        <a:pt x="2962" y="2426"/>
                        <a:pt x="2805" y="2268"/>
                        <a:pt x="2805" y="2079"/>
                      </a:cubicBezTo>
                      <a:cubicBezTo>
                        <a:pt x="2805" y="1890"/>
                        <a:pt x="2962" y="1733"/>
                        <a:pt x="3151" y="1733"/>
                      </a:cubicBezTo>
                      <a:close/>
                      <a:moveTo>
                        <a:pt x="3151" y="2773"/>
                      </a:moveTo>
                      <a:cubicBezTo>
                        <a:pt x="3372" y="2773"/>
                        <a:pt x="3529" y="2930"/>
                        <a:pt x="3529" y="3151"/>
                      </a:cubicBezTo>
                      <a:lnTo>
                        <a:pt x="3529" y="4505"/>
                      </a:lnTo>
                      <a:cubicBezTo>
                        <a:pt x="3529" y="4726"/>
                        <a:pt x="3372" y="4883"/>
                        <a:pt x="3151" y="4883"/>
                      </a:cubicBezTo>
                      <a:cubicBezTo>
                        <a:pt x="2962" y="4883"/>
                        <a:pt x="2805" y="4726"/>
                        <a:pt x="2805" y="4505"/>
                      </a:cubicBezTo>
                      <a:lnTo>
                        <a:pt x="2805" y="3151"/>
                      </a:lnTo>
                      <a:cubicBezTo>
                        <a:pt x="2805" y="2930"/>
                        <a:pt x="2962" y="2773"/>
                        <a:pt x="3151" y="2773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64" y="1418"/>
                        <a:pt x="64" y="3088"/>
                      </a:cubicBezTo>
                      <a:cubicBezTo>
                        <a:pt x="64" y="3655"/>
                        <a:pt x="158" y="4159"/>
                        <a:pt x="442" y="4631"/>
                      </a:cubicBezTo>
                      <a:lnTo>
                        <a:pt x="64" y="5765"/>
                      </a:lnTo>
                      <a:cubicBezTo>
                        <a:pt x="1" y="5892"/>
                        <a:pt x="64" y="6018"/>
                        <a:pt x="127" y="6112"/>
                      </a:cubicBezTo>
                      <a:cubicBezTo>
                        <a:pt x="190" y="6207"/>
                        <a:pt x="379" y="6238"/>
                        <a:pt x="473" y="6238"/>
                      </a:cubicBezTo>
                      <a:lnTo>
                        <a:pt x="1796" y="5923"/>
                      </a:lnTo>
                      <a:cubicBezTo>
                        <a:pt x="2206" y="6175"/>
                        <a:pt x="2679" y="6238"/>
                        <a:pt x="3214" y="6238"/>
                      </a:cubicBezTo>
                      <a:cubicBezTo>
                        <a:pt x="4947" y="6238"/>
                        <a:pt x="6302" y="4820"/>
                        <a:pt x="6302" y="3119"/>
                      </a:cubicBezTo>
                      <a:cubicBezTo>
                        <a:pt x="6270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7" name="Google Shape;9568;p73">
                  <a:extLst>
                    <a:ext uri="{FF2B5EF4-FFF2-40B4-BE49-F238E27FC236}">
                      <a16:creationId xmlns:a16="http://schemas.microsoft.com/office/drawing/2014/main" id="{C5C1D95E-0E14-C661-CA48-995F05F96852}"/>
                    </a:ext>
                  </a:extLst>
                </p:cNvPr>
                <p:cNvSpPr/>
                <p:nvPr/>
              </p:nvSpPr>
              <p:spPr>
                <a:xfrm>
                  <a:off x="2037825" y="4168475"/>
                  <a:ext cx="157550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9" extrusionOk="0">
                      <a:moveTo>
                        <a:pt x="1356" y="1"/>
                      </a:moveTo>
                      <a:cubicBezTo>
                        <a:pt x="568" y="568"/>
                        <a:pt x="1" y="1513"/>
                        <a:pt x="1" y="2553"/>
                      </a:cubicBezTo>
                      <a:lnTo>
                        <a:pt x="1" y="3970"/>
                      </a:lnTo>
                      <a:cubicBezTo>
                        <a:pt x="1" y="4222"/>
                        <a:pt x="158" y="4348"/>
                        <a:pt x="347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2" y="4191"/>
                        <a:pt x="6302" y="3970"/>
                      </a:cubicBezTo>
                      <a:lnTo>
                        <a:pt x="6302" y="2553"/>
                      </a:lnTo>
                      <a:cubicBezTo>
                        <a:pt x="6302" y="1513"/>
                        <a:pt x="5798" y="599"/>
                        <a:pt x="4947" y="1"/>
                      </a:cubicBezTo>
                      <a:cubicBezTo>
                        <a:pt x="4538" y="505"/>
                        <a:pt x="3844" y="820"/>
                        <a:pt x="3151" y="820"/>
                      </a:cubicBezTo>
                      <a:cubicBezTo>
                        <a:pt x="2427" y="820"/>
                        <a:pt x="1765" y="505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8" name="Google Shape;9569;p73">
                <a:extLst>
                  <a:ext uri="{FF2B5EF4-FFF2-40B4-BE49-F238E27FC236}">
                    <a16:creationId xmlns:a16="http://schemas.microsoft.com/office/drawing/2014/main" id="{610D5E38-84E4-6C6A-0F20-DDB486D6E518}"/>
                  </a:ext>
                </a:extLst>
              </p:cNvPr>
              <p:cNvGrpSpPr/>
              <p:nvPr/>
            </p:nvGrpSpPr>
            <p:grpSpPr>
              <a:xfrm>
                <a:off x="6475073" y="3793814"/>
                <a:ext cx="500612" cy="408748"/>
                <a:chOff x="3860400" y="3254050"/>
                <a:chExt cx="296175" cy="241825"/>
              </a:xfrm>
              <a:grpFill/>
            </p:grpSpPr>
            <p:sp>
              <p:nvSpPr>
                <p:cNvPr id="17448" name="Google Shape;9570;p73">
                  <a:extLst>
                    <a:ext uri="{FF2B5EF4-FFF2-40B4-BE49-F238E27FC236}">
                      <a16:creationId xmlns:a16="http://schemas.microsoft.com/office/drawing/2014/main" id="{45344967-0142-7115-F751-1D2E946B8CAD}"/>
                    </a:ext>
                  </a:extLst>
                </p:cNvPr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9" name="Google Shape;9571;p73">
                  <a:extLst>
                    <a:ext uri="{FF2B5EF4-FFF2-40B4-BE49-F238E27FC236}">
                      <a16:creationId xmlns:a16="http://schemas.microsoft.com/office/drawing/2014/main" id="{D6B912F4-DFE5-7B9E-A2D9-AA3CBE7E9298}"/>
                    </a:ext>
                  </a:extLst>
                </p:cNvPr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0" name="Google Shape;9572;p73">
                  <a:extLst>
                    <a:ext uri="{FF2B5EF4-FFF2-40B4-BE49-F238E27FC236}">
                      <a16:creationId xmlns:a16="http://schemas.microsoft.com/office/drawing/2014/main" id="{C67F2188-C1FB-2D4F-EE81-96302D56C860}"/>
                    </a:ext>
                  </a:extLst>
                </p:cNvPr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1" name="Google Shape;9573;p73">
                  <a:extLst>
                    <a:ext uri="{FF2B5EF4-FFF2-40B4-BE49-F238E27FC236}">
                      <a16:creationId xmlns:a16="http://schemas.microsoft.com/office/drawing/2014/main" id="{0FB29202-4928-8EA2-7543-83E2FBAB019A}"/>
                    </a:ext>
                  </a:extLst>
                </p:cNvPr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2" name="Google Shape;9574;p73">
                  <a:extLst>
                    <a:ext uri="{FF2B5EF4-FFF2-40B4-BE49-F238E27FC236}">
                      <a16:creationId xmlns:a16="http://schemas.microsoft.com/office/drawing/2014/main" id="{2168A58E-D6BA-859C-2544-C6BDCCA9AD30}"/>
                    </a:ext>
                  </a:extLst>
                </p:cNvPr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3" name="Google Shape;9575;p73">
                  <a:extLst>
                    <a:ext uri="{FF2B5EF4-FFF2-40B4-BE49-F238E27FC236}">
                      <a16:creationId xmlns:a16="http://schemas.microsoft.com/office/drawing/2014/main" id="{1D360885-D1D6-FC61-E975-648F2E5AAC34}"/>
                    </a:ext>
                  </a:extLst>
                </p:cNvPr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4" name="Google Shape;9576;p73">
                  <a:extLst>
                    <a:ext uri="{FF2B5EF4-FFF2-40B4-BE49-F238E27FC236}">
                      <a16:creationId xmlns:a16="http://schemas.microsoft.com/office/drawing/2014/main" id="{268F06D4-C9DA-61B7-C10B-7CB91E9160D6}"/>
                    </a:ext>
                  </a:extLst>
                </p:cNvPr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9" name="Google Shape;9577;p73">
                <a:extLst>
                  <a:ext uri="{FF2B5EF4-FFF2-40B4-BE49-F238E27FC236}">
                    <a16:creationId xmlns:a16="http://schemas.microsoft.com/office/drawing/2014/main" id="{B7CBB925-F9A1-BCB8-0DEE-AB3259A0A411}"/>
                  </a:ext>
                </a:extLst>
              </p:cNvPr>
              <p:cNvGrpSpPr/>
              <p:nvPr/>
            </p:nvGrpSpPr>
            <p:grpSpPr>
              <a:xfrm>
                <a:off x="6474397" y="4377925"/>
                <a:ext cx="501965" cy="500612"/>
                <a:chOff x="3859600" y="3591950"/>
                <a:chExt cx="296975" cy="296175"/>
              </a:xfrm>
              <a:grpFill/>
            </p:grpSpPr>
            <p:sp>
              <p:nvSpPr>
                <p:cNvPr id="17445" name="Google Shape;9578;p73">
                  <a:extLst>
                    <a:ext uri="{FF2B5EF4-FFF2-40B4-BE49-F238E27FC236}">
                      <a16:creationId xmlns:a16="http://schemas.microsoft.com/office/drawing/2014/main" id="{B6600A9F-561D-C193-7A31-026EAB7F7B36}"/>
                    </a:ext>
                  </a:extLst>
                </p:cNvPr>
                <p:cNvSpPr/>
                <p:nvPr/>
              </p:nvSpPr>
              <p:spPr>
                <a:xfrm>
                  <a:off x="4034450" y="3766000"/>
                  <a:ext cx="122125" cy="1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885" extrusionOk="0">
                      <a:moveTo>
                        <a:pt x="2395" y="1324"/>
                      </a:moveTo>
                      <a:cubicBezTo>
                        <a:pt x="2616" y="1324"/>
                        <a:pt x="2773" y="1482"/>
                        <a:pt x="2773" y="1702"/>
                      </a:cubicBezTo>
                      <a:lnTo>
                        <a:pt x="2773" y="2049"/>
                      </a:lnTo>
                      <a:lnTo>
                        <a:pt x="3120" y="2049"/>
                      </a:lnTo>
                      <a:cubicBezTo>
                        <a:pt x="3309" y="2049"/>
                        <a:pt x="3466" y="2206"/>
                        <a:pt x="3466" y="2395"/>
                      </a:cubicBezTo>
                      <a:cubicBezTo>
                        <a:pt x="3466" y="2584"/>
                        <a:pt x="3309" y="2742"/>
                        <a:pt x="3120" y="2742"/>
                      </a:cubicBezTo>
                      <a:lnTo>
                        <a:pt x="2395" y="2742"/>
                      </a:lnTo>
                      <a:cubicBezTo>
                        <a:pt x="2206" y="2742"/>
                        <a:pt x="2049" y="2584"/>
                        <a:pt x="2049" y="2395"/>
                      </a:cubicBezTo>
                      <a:lnTo>
                        <a:pt x="2049" y="1702"/>
                      </a:lnTo>
                      <a:cubicBezTo>
                        <a:pt x="2049" y="1482"/>
                        <a:pt x="2206" y="1324"/>
                        <a:pt x="2395" y="1324"/>
                      </a:cubicBezTo>
                      <a:close/>
                      <a:moveTo>
                        <a:pt x="2458" y="1"/>
                      </a:moveTo>
                      <a:cubicBezTo>
                        <a:pt x="1104" y="1"/>
                        <a:pt x="1" y="1103"/>
                        <a:pt x="1" y="2427"/>
                      </a:cubicBezTo>
                      <a:cubicBezTo>
                        <a:pt x="1" y="3781"/>
                        <a:pt x="1104" y="4884"/>
                        <a:pt x="2458" y="4884"/>
                      </a:cubicBezTo>
                      <a:cubicBezTo>
                        <a:pt x="3782" y="4884"/>
                        <a:pt x="4884" y="3781"/>
                        <a:pt x="4884" y="2427"/>
                      </a:cubicBezTo>
                      <a:cubicBezTo>
                        <a:pt x="4853" y="1072"/>
                        <a:pt x="3782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6" name="Google Shape;9579;p73">
                  <a:extLst>
                    <a:ext uri="{FF2B5EF4-FFF2-40B4-BE49-F238E27FC236}">
                      <a16:creationId xmlns:a16="http://schemas.microsoft.com/office/drawing/2014/main" id="{BDA409DC-B596-0B04-18C7-F52246FF36AC}"/>
                    </a:ext>
                  </a:extLst>
                </p:cNvPr>
                <p:cNvSpPr/>
                <p:nvPr/>
              </p:nvSpPr>
              <p:spPr>
                <a:xfrm>
                  <a:off x="3860400" y="3679375"/>
                  <a:ext cx="26072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6932" extrusionOk="0">
                      <a:moveTo>
                        <a:pt x="2426" y="662"/>
                      </a:moveTo>
                      <a:cubicBezTo>
                        <a:pt x="2647" y="662"/>
                        <a:pt x="2804" y="819"/>
                        <a:pt x="2804" y="1008"/>
                      </a:cubicBezTo>
                      <a:cubicBezTo>
                        <a:pt x="2804" y="1197"/>
                        <a:pt x="2647" y="1355"/>
                        <a:pt x="2426" y="1355"/>
                      </a:cubicBezTo>
                      <a:lnTo>
                        <a:pt x="1733" y="1355"/>
                      </a:lnTo>
                      <a:cubicBezTo>
                        <a:pt x="1544" y="1355"/>
                        <a:pt x="1387" y="1197"/>
                        <a:pt x="1387" y="1008"/>
                      </a:cubicBezTo>
                      <a:cubicBezTo>
                        <a:pt x="1387" y="819"/>
                        <a:pt x="1544" y="662"/>
                        <a:pt x="1733" y="662"/>
                      </a:cubicBezTo>
                      <a:close/>
                      <a:moveTo>
                        <a:pt x="4537" y="662"/>
                      </a:moveTo>
                      <a:cubicBezTo>
                        <a:pt x="4726" y="662"/>
                        <a:pt x="4884" y="819"/>
                        <a:pt x="4884" y="1008"/>
                      </a:cubicBezTo>
                      <a:cubicBezTo>
                        <a:pt x="4884" y="1197"/>
                        <a:pt x="4695" y="1355"/>
                        <a:pt x="4537" y="1355"/>
                      </a:cubicBezTo>
                      <a:lnTo>
                        <a:pt x="3812" y="1355"/>
                      </a:lnTo>
                      <a:cubicBezTo>
                        <a:pt x="3623" y="1355"/>
                        <a:pt x="3466" y="1197"/>
                        <a:pt x="3466" y="1008"/>
                      </a:cubicBezTo>
                      <a:cubicBezTo>
                        <a:pt x="3466" y="819"/>
                        <a:pt x="3623" y="662"/>
                        <a:pt x="3812" y="662"/>
                      </a:cubicBezTo>
                      <a:close/>
                      <a:moveTo>
                        <a:pt x="6648" y="662"/>
                      </a:moveTo>
                      <a:cubicBezTo>
                        <a:pt x="6837" y="662"/>
                        <a:pt x="6994" y="819"/>
                        <a:pt x="6994" y="1008"/>
                      </a:cubicBezTo>
                      <a:cubicBezTo>
                        <a:pt x="6994" y="1197"/>
                        <a:pt x="6837" y="1355"/>
                        <a:pt x="6648" y="1355"/>
                      </a:cubicBezTo>
                      <a:lnTo>
                        <a:pt x="5955" y="1355"/>
                      </a:lnTo>
                      <a:cubicBezTo>
                        <a:pt x="5734" y="1355"/>
                        <a:pt x="5577" y="1197"/>
                        <a:pt x="5577" y="1008"/>
                      </a:cubicBezTo>
                      <a:cubicBezTo>
                        <a:pt x="5577" y="819"/>
                        <a:pt x="5734" y="662"/>
                        <a:pt x="5955" y="662"/>
                      </a:cubicBezTo>
                      <a:close/>
                      <a:moveTo>
                        <a:pt x="8727" y="662"/>
                      </a:moveTo>
                      <a:cubicBezTo>
                        <a:pt x="8948" y="662"/>
                        <a:pt x="9105" y="819"/>
                        <a:pt x="9105" y="1008"/>
                      </a:cubicBezTo>
                      <a:cubicBezTo>
                        <a:pt x="9105" y="1197"/>
                        <a:pt x="8948" y="1355"/>
                        <a:pt x="8727" y="1355"/>
                      </a:cubicBezTo>
                      <a:lnTo>
                        <a:pt x="8034" y="1355"/>
                      </a:lnTo>
                      <a:cubicBezTo>
                        <a:pt x="7845" y="1355"/>
                        <a:pt x="7688" y="1197"/>
                        <a:pt x="7688" y="1008"/>
                      </a:cubicBezTo>
                      <a:cubicBezTo>
                        <a:pt x="7688" y="819"/>
                        <a:pt x="7845" y="662"/>
                        <a:pt x="8034" y="662"/>
                      </a:cubicBezTo>
                      <a:close/>
                      <a:moveTo>
                        <a:pt x="2426" y="2080"/>
                      </a:moveTo>
                      <a:cubicBezTo>
                        <a:pt x="2647" y="2080"/>
                        <a:pt x="2804" y="2237"/>
                        <a:pt x="2804" y="2426"/>
                      </a:cubicBezTo>
                      <a:cubicBezTo>
                        <a:pt x="2804" y="2647"/>
                        <a:pt x="2647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44" y="2773"/>
                        <a:pt x="1387" y="2647"/>
                        <a:pt x="1387" y="2426"/>
                      </a:cubicBezTo>
                      <a:cubicBezTo>
                        <a:pt x="1387" y="2206"/>
                        <a:pt x="1544" y="2080"/>
                        <a:pt x="1733" y="2080"/>
                      </a:cubicBezTo>
                      <a:close/>
                      <a:moveTo>
                        <a:pt x="4537" y="2080"/>
                      </a:moveTo>
                      <a:cubicBezTo>
                        <a:pt x="4726" y="2080"/>
                        <a:pt x="4884" y="2237"/>
                        <a:pt x="4884" y="2426"/>
                      </a:cubicBezTo>
                      <a:cubicBezTo>
                        <a:pt x="4884" y="2647"/>
                        <a:pt x="4695" y="2773"/>
                        <a:pt x="4537" y="2773"/>
                      </a:cubicBezTo>
                      <a:lnTo>
                        <a:pt x="3812" y="2773"/>
                      </a:lnTo>
                      <a:cubicBezTo>
                        <a:pt x="3623" y="2773"/>
                        <a:pt x="3466" y="2647"/>
                        <a:pt x="3466" y="2426"/>
                      </a:cubicBezTo>
                      <a:cubicBezTo>
                        <a:pt x="3466" y="2206"/>
                        <a:pt x="3623" y="2080"/>
                        <a:pt x="3812" y="2080"/>
                      </a:cubicBezTo>
                      <a:close/>
                      <a:moveTo>
                        <a:pt x="6648" y="2080"/>
                      </a:moveTo>
                      <a:cubicBezTo>
                        <a:pt x="6837" y="2080"/>
                        <a:pt x="6994" y="2237"/>
                        <a:pt x="6994" y="2426"/>
                      </a:cubicBezTo>
                      <a:cubicBezTo>
                        <a:pt x="6994" y="2647"/>
                        <a:pt x="6837" y="2773"/>
                        <a:pt x="6648" y="2773"/>
                      </a:cubicBezTo>
                      <a:lnTo>
                        <a:pt x="5955" y="2773"/>
                      </a:lnTo>
                      <a:cubicBezTo>
                        <a:pt x="5734" y="2773"/>
                        <a:pt x="5577" y="2647"/>
                        <a:pt x="5577" y="2426"/>
                      </a:cubicBezTo>
                      <a:cubicBezTo>
                        <a:pt x="5577" y="2206"/>
                        <a:pt x="5734" y="2080"/>
                        <a:pt x="5955" y="2080"/>
                      </a:cubicBezTo>
                      <a:close/>
                      <a:moveTo>
                        <a:pt x="8727" y="2080"/>
                      </a:moveTo>
                      <a:cubicBezTo>
                        <a:pt x="8948" y="2080"/>
                        <a:pt x="9105" y="2237"/>
                        <a:pt x="9105" y="2426"/>
                      </a:cubicBezTo>
                      <a:cubicBezTo>
                        <a:pt x="9105" y="2647"/>
                        <a:pt x="8948" y="2773"/>
                        <a:pt x="8727" y="2773"/>
                      </a:cubicBezTo>
                      <a:lnTo>
                        <a:pt x="8034" y="2773"/>
                      </a:lnTo>
                      <a:cubicBezTo>
                        <a:pt x="7845" y="2773"/>
                        <a:pt x="7688" y="2647"/>
                        <a:pt x="7688" y="2426"/>
                      </a:cubicBezTo>
                      <a:cubicBezTo>
                        <a:pt x="7688" y="2206"/>
                        <a:pt x="7845" y="2080"/>
                        <a:pt x="8034" y="2080"/>
                      </a:cubicBezTo>
                      <a:close/>
                      <a:moveTo>
                        <a:pt x="2426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cubicBezTo>
                        <a:pt x="2804" y="4001"/>
                        <a:pt x="2647" y="4159"/>
                        <a:pt x="2426" y="4159"/>
                      </a:cubicBezTo>
                      <a:lnTo>
                        <a:pt x="1733" y="4159"/>
                      </a:lnTo>
                      <a:cubicBezTo>
                        <a:pt x="1544" y="4159"/>
                        <a:pt x="1387" y="4001"/>
                        <a:pt x="1387" y="3812"/>
                      </a:cubicBezTo>
                      <a:cubicBezTo>
                        <a:pt x="1387" y="3623"/>
                        <a:pt x="1544" y="3466"/>
                        <a:pt x="1733" y="3466"/>
                      </a:cubicBezTo>
                      <a:close/>
                      <a:moveTo>
                        <a:pt x="4537" y="3466"/>
                      </a:moveTo>
                      <a:cubicBezTo>
                        <a:pt x="4726" y="3466"/>
                        <a:pt x="4884" y="3623"/>
                        <a:pt x="4884" y="3812"/>
                      </a:cubicBezTo>
                      <a:cubicBezTo>
                        <a:pt x="4884" y="4001"/>
                        <a:pt x="4695" y="4159"/>
                        <a:pt x="4537" y="4159"/>
                      </a:cubicBezTo>
                      <a:lnTo>
                        <a:pt x="3812" y="4159"/>
                      </a:lnTo>
                      <a:cubicBezTo>
                        <a:pt x="3623" y="4159"/>
                        <a:pt x="3466" y="4001"/>
                        <a:pt x="3466" y="3812"/>
                      </a:cubicBezTo>
                      <a:cubicBezTo>
                        <a:pt x="3466" y="3623"/>
                        <a:pt x="3623" y="3466"/>
                        <a:pt x="3812" y="3466"/>
                      </a:cubicBezTo>
                      <a:close/>
                      <a:moveTo>
                        <a:pt x="6648" y="3466"/>
                      </a:moveTo>
                      <a:cubicBezTo>
                        <a:pt x="6837" y="3466"/>
                        <a:pt x="6994" y="3623"/>
                        <a:pt x="6994" y="3812"/>
                      </a:cubicBezTo>
                      <a:cubicBezTo>
                        <a:pt x="6994" y="4001"/>
                        <a:pt x="6837" y="4159"/>
                        <a:pt x="6648" y="4159"/>
                      </a:cubicBezTo>
                      <a:lnTo>
                        <a:pt x="5955" y="4159"/>
                      </a:lnTo>
                      <a:cubicBezTo>
                        <a:pt x="5734" y="4159"/>
                        <a:pt x="5577" y="4001"/>
                        <a:pt x="5577" y="3812"/>
                      </a:cubicBezTo>
                      <a:cubicBezTo>
                        <a:pt x="5577" y="3623"/>
                        <a:pt x="5734" y="3466"/>
                        <a:pt x="5955" y="3466"/>
                      </a:cubicBezTo>
                      <a:close/>
                      <a:moveTo>
                        <a:pt x="2426" y="4852"/>
                      </a:moveTo>
                      <a:cubicBezTo>
                        <a:pt x="2647" y="4852"/>
                        <a:pt x="2804" y="5010"/>
                        <a:pt x="2804" y="5199"/>
                      </a:cubicBezTo>
                      <a:cubicBezTo>
                        <a:pt x="2804" y="5388"/>
                        <a:pt x="2647" y="5545"/>
                        <a:pt x="2426" y="5545"/>
                      </a:cubicBezTo>
                      <a:lnTo>
                        <a:pt x="1733" y="5545"/>
                      </a:lnTo>
                      <a:cubicBezTo>
                        <a:pt x="1544" y="5545"/>
                        <a:pt x="1387" y="5388"/>
                        <a:pt x="1387" y="5199"/>
                      </a:cubicBezTo>
                      <a:cubicBezTo>
                        <a:pt x="1387" y="5010"/>
                        <a:pt x="1544" y="4852"/>
                        <a:pt x="1733" y="4852"/>
                      </a:cubicBezTo>
                      <a:close/>
                      <a:moveTo>
                        <a:pt x="4537" y="4852"/>
                      </a:moveTo>
                      <a:cubicBezTo>
                        <a:pt x="4726" y="4852"/>
                        <a:pt x="4884" y="5010"/>
                        <a:pt x="4884" y="5199"/>
                      </a:cubicBezTo>
                      <a:cubicBezTo>
                        <a:pt x="4884" y="5388"/>
                        <a:pt x="4695" y="5545"/>
                        <a:pt x="4537" y="5545"/>
                      </a:cubicBezTo>
                      <a:lnTo>
                        <a:pt x="3812" y="5545"/>
                      </a:lnTo>
                      <a:cubicBezTo>
                        <a:pt x="3623" y="5545"/>
                        <a:pt x="3466" y="5388"/>
                        <a:pt x="3466" y="5199"/>
                      </a:cubicBezTo>
                      <a:cubicBezTo>
                        <a:pt x="3466" y="5010"/>
                        <a:pt x="3623" y="4852"/>
                        <a:pt x="3812" y="4852"/>
                      </a:cubicBezTo>
                      <a:close/>
                      <a:moveTo>
                        <a:pt x="0" y="0"/>
                      </a:moveTo>
                      <a:lnTo>
                        <a:pt x="0" y="5892"/>
                      </a:lnTo>
                      <a:cubicBezTo>
                        <a:pt x="0" y="6459"/>
                        <a:pt x="473" y="6931"/>
                        <a:pt x="1071" y="6931"/>
                      </a:cubicBezTo>
                      <a:lnTo>
                        <a:pt x="6490" y="6931"/>
                      </a:lnTo>
                      <a:cubicBezTo>
                        <a:pt x="6364" y="6616"/>
                        <a:pt x="6301" y="6270"/>
                        <a:pt x="6301" y="5892"/>
                      </a:cubicBezTo>
                      <a:cubicBezTo>
                        <a:pt x="6301" y="5797"/>
                        <a:pt x="6333" y="5671"/>
                        <a:pt x="6333" y="5545"/>
                      </a:cubicBezTo>
                      <a:lnTo>
                        <a:pt x="5955" y="5545"/>
                      </a:lnTo>
                      <a:cubicBezTo>
                        <a:pt x="5734" y="5545"/>
                        <a:pt x="5577" y="5388"/>
                        <a:pt x="5577" y="5199"/>
                      </a:cubicBezTo>
                      <a:cubicBezTo>
                        <a:pt x="5577" y="5010"/>
                        <a:pt x="5734" y="4852"/>
                        <a:pt x="5955" y="4852"/>
                      </a:cubicBezTo>
                      <a:lnTo>
                        <a:pt x="6490" y="4852"/>
                      </a:lnTo>
                      <a:cubicBezTo>
                        <a:pt x="6931" y="3623"/>
                        <a:pt x="8066" y="2741"/>
                        <a:pt x="9420" y="2741"/>
                      </a:cubicBezTo>
                      <a:cubicBezTo>
                        <a:pt x="9767" y="2741"/>
                        <a:pt x="10113" y="2836"/>
                        <a:pt x="10428" y="2962"/>
                      </a:cubicBezTo>
                      <a:lnTo>
                        <a:pt x="104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7" name="Google Shape;9580;p73">
                  <a:extLst>
                    <a:ext uri="{FF2B5EF4-FFF2-40B4-BE49-F238E27FC236}">
                      <a16:creationId xmlns:a16="http://schemas.microsoft.com/office/drawing/2014/main" id="{9770E3E5-3B9F-8360-D5D6-ED802A133C2E}"/>
                    </a:ext>
                  </a:extLst>
                </p:cNvPr>
                <p:cNvSpPr/>
                <p:nvPr/>
              </p:nvSpPr>
              <p:spPr>
                <a:xfrm>
                  <a:off x="3859600" y="3591950"/>
                  <a:ext cx="26152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1" h="2836" extrusionOk="0">
                      <a:moveTo>
                        <a:pt x="1734" y="0"/>
                      </a:moveTo>
                      <a:cubicBezTo>
                        <a:pt x="1513" y="0"/>
                        <a:pt x="1356" y="158"/>
                        <a:pt x="1356" y="347"/>
                      </a:cubicBezTo>
                      <a:lnTo>
                        <a:pt x="1356" y="693"/>
                      </a:lnTo>
                      <a:lnTo>
                        <a:pt x="1009" y="693"/>
                      </a:lnTo>
                      <a:cubicBezTo>
                        <a:pt x="410" y="693"/>
                        <a:pt x="1" y="1166"/>
                        <a:pt x="1" y="1733"/>
                      </a:cubicBezTo>
                      <a:lnTo>
                        <a:pt x="1" y="2836"/>
                      </a:lnTo>
                      <a:lnTo>
                        <a:pt x="10429" y="2836"/>
                      </a:lnTo>
                      <a:lnTo>
                        <a:pt x="10429" y="1733"/>
                      </a:lnTo>
                      <a:lnTo>
                        <a:pt x="10460" y="1733"/>
                      </a:lnTo>
                      <a:cubicBezTo>
                        <a:pt x="10460" y="1134"/>
                        <a:pt x="9988" y="693"/>
                        <a:pt x="9421" y="693"/>
                      </a:cubicBezTo>
                      <a:lnTo>
                        <a:pt x="9074" y="693"/>
                      </a:lnTo>
                      <a:lnTo>
                        <a:pt x="9074" y="347"/>
                      </a:lnTo>
                      <a:cubicBezTo>
                        <a:pt x="9074" y="158"/>
                        <a:pt x="8917" y="0"/>
                        <a:pt x="8728" y="0"/>
                      </a:cubicBezTo>
                      <a:cubicBezTo>
                        <a:pt x="8539" y="0"/>
                        <a:pt x="8381" y="158"/>
                        <a:pt x="8381" y="347"/>
                      </a:cubicBezTo>
                      <a:lnTo>
                        <a:pt x="8381" y="693"/>
                      </a:lnTo>
                      <a:lnTo>
                        <a:pt x="6995" y="693"/>
                      </a:lnTo>
                      <a:lnTo>
                        <a:pt x="6995" y="347"/>
                      </a:lnTo>
                      <a:cubicBezTo>
                        <a:pt x="6995" y="158"/>
                        <a:pt x="6837" y="0"/>
                        <a:pt x="6648" y="0"/>
                      </a:cubicBezTo>
                      <a:cubicBezTo>
                        <a:pt x="6459" y="0"/>
                        <a:pt x="6302" y="158"/>
                        <a:pt x="6302" y="347"/>
                      </a:cubicBezTo>
                      <a:lnTo>
                        <a:pt x="6302" y="693"/>
                      </a:lnTo>
                      <a:lnTo>
                        <a:pt x="4159" y="693"/>
                      </a:lnTo>
                      <a:lnTo>
                        <a:pt x="4159" y="347"/>
                      </a:lnTo>
                      <a:cubicBezTo>
                        <a:pt x="4159" y="158"/>
                        <a:pt x="4002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oogle Shape;9581;p73">
                <a:extLst>
                  <a:ext uri="{FF2B5EF4-FFF2-40B4-BE49-F238E27FC236}">
                    <a16:creationId xmlns:a16="http://schemas.microsoft.com/office/drawing/2014/main" id="{84C74058-7D7B-F0F2-B002-23BD0C89892A}"/>
                  </a:ext>
                </a:extLst>
              </p:cNvPr>
              <p:cNvGrpSpPr/>
              <p:nvPr/>
            </p:nvGrpSpPr>
            <p:grpSpPr>
              <a:xfrm>
                <a:off x="6475073" y="4984646"/>
                <a:ext cx="500612" cy="500612"/>
                <a:chOff x="3860400" y="3955025"/>
                <a:chExt cx="296175" cy="296175"/>
              </a:xfrm>
              <a:grpFill/>
            </p:grpSpPr>
            <p:sp>
              <p:nvSpPr>
                <p:cNvPr id="17440" name="Google Shape;9582;p73">
                  <a:extLst>
                    <a:ext uri="{FF2B5EF4-FFF2-40B4-BE49-F238E27FC236}">
                      <a16:creationId xmlns:a16="http://schemas.microsoft.com/office/drawing/2014/main" id="{8010354F-F06D-F9A0-E9C6-E856951E1278}"/>
                    </a:ext>
                  </a:extLst>
                </p:cNvPr>
                <p:cNvSpPr/>
                <p:nvPr/>
              </p:nvSpPr>
              <p:spPr>
                <a:xfrm>
                  <a:off x="3973825" y="3955025"/>
                  <a:ext cx="685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42" extrusionOk="0">
                      <a:moveTo>
                        <a:pt x="1355" y="1"/>
                      </a:moveTo>
                      <a:cubicBezTo>
                        <a:pt x="630" y="1"/>
                        <a:pt x="0" y="631"/>
                        <a:pt x="0" y="1387"/>
                      </a:cubicBezTo>
                      <a:cubicBezTo>
                        <a:pt x="0" y="2112"/>
                        <a:pt x="630" y="2742"/>
                        <a:pt x="1355" y="2742"/>
                      </a:cubicBezTo>
                      <a:cubicBezTo>
                        <a:pt x="2111" y="2742"/>
                        <a:pt x="2741" y="2112"/>
                        <a:pt x="2741" y="1387"/>
                      </a:cubicBezTo>
                      <a:cubicBezTo>
                        <a:pt x="2741" y="631"/>
                        <a:pt x="2142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1" name="Google Shape;9583;p73">
                  <a:extLst>
                    <a:ext uri="{FF2B5EF4-FFF2-40B4-BE49-F238E27FC236}">
                      <a16:creationId xmlns:a16="http://schemas.microsoft.com/office/drawing/2014/main" id="{58401B3C-739C-EA76-4908-5F9A15B270E2}"/>
                    </a:ext>
                  </a:extLst>
                </p:cNvPr>
                <p:cNvSpPr/>
                <p:nvPr/>
              </p:nvSpPr>
              <p:spPr>
                <a:xfrm>
                  <a:off x="3947025" y="40219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1"/>
                      </a:moveTo>
                      <a:cubicBezTo>
                        <a:pt x="316" y="442"/>
                        <a:pt x="1" y="1104"/>
                        <a:pt x="1" y="1797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8"/>
                        <a:pt x="347" y="2868"/>
                      </a:cubicBezTo>
                      <a:lnTo>
                        <a:pt x="4506" y="2868"/>
                      </a:lnTo>
                      <a:cubicBezTo>
                        <a:pt x="4727" y="2868"/>
                        <a:pt x="4884" y="2710"/>
                        <a:pt x="4884" y="2521"/>
                      </a:cubicBezTo>
                      <a:lnTo>
                        <a:pt x="4884" y="1860"/>
                      </a:lnTo>
                      <a:cubicBezTo>
                        <a:pt x="4884" y="1135"/>
                        <a:pt x="4569" y="473"/>
                        <a:pt x="4034" y="32"/>
                      </a:cubicBezTo>
                      <a:cubicBezTo>
                        <a:pt x="3655" y="473"/>
                        <a:pt x="3120" y="788"/>
                        <a:pt x="2427" y="788"/>
                      </a:cubicBezTo>
                      <a:cubicBezTo>
                        <a:pt x="1797" y="788"/>
                        <a:pt x="1198" y="473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2" name="Google Shape;9584;p73">
                  <a:extLst>
                    <a:ext uri="{FF2B5EF4-FFF2-40B4-BE49-F238E27FC236}">
                      <a16:creationId xmlns:a16="http://schemas.microsoft.com/office/drawing/2014/main" id="{742BDA9C-ACDE-70AD-7C82-595AB1231A81}"/>
                    </a:ext>
                  </a:extLst>
                </p:cNvPr>
                <p:cNvSpPr/>
                <p:nvPr/>
              </p:nvSpPr>
              <p:spPr>
                <a:xfrm>
                  <a:off x="4086450" y="4145650"/>
                  <a:ext cx="701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191" extrusionOk="0">
                      <a:moveTo>
                        <a:pt x="0" y="0"/>
                      </a:moveTo>
                      <a:lnTo>
                        <a:pt x="0" y="4190"/>
                      </a:lnTo>
                      <a:lnTo>
                        <a:pt x="2458" y="4190"/>
                      </a:lnTo>
                      <a:cubicBezTo>
                        <a:pt x="2647" y="4190"/>
                        <a:pt x="2804" y="4033"/>
                        <a:pt x="2804" y="3844"/>
                      </a:cubicBezTo>
                      <a:lnTo>
                        <a:pt x="2804" y="315"/>
                      </a:lnTo>
                      <a:cubicBezTo>
                        <a:pt x="2773" y="158"/>
                        <a:pt x="2647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3" name="Google Shape;9585;p73">
                  <a:extLst>
                    <a:ext uri="{FF2B5EF4-FFF2-40B4-BE49-F238E27FC236}">
                      <a16:creationId xmlns:a16="http://schemas.microsoft.com/office/drawing/2014/main" id="{832070B4-D6BC-4EB2-AF33-6DD95B2A9EA4}"/>
                    </a:ext>
                  </a:extLst>
                </p:cNvPr>
                <p:cNvSpPr/>
                <p:nvPr/>
              </p:nvSpPr>
              <p:spPr>
                <a:xfrm>
                  <a:off x="3860400" y="4180300"/>
                  <a:ext cx="70125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805" extrusionOk="0">
                      <a:moveTo>
                        <a:pt x="347" y="0"/>
                      </a:moveTo>
                      <a:cubicBezTo>
                        <a:pt x="158" y="0"/>
                        <a:pt x="0" y="189"/>
                        <a:pt x="0" y="347"/>
                      </a:cubicBezTo>
                      <a:lnTo>
                        <a:pt x="0" y="2458"/>
                      </a:lnTo>
                      <a:cubicBezTo>
                        <a:pt x="0" y="2678"/>
                        <a:pt x="158" y="2804"/>
                        <a:pt x="347" y="2804"/>
                      </a:cubicBezTo>
                      <a:lnTo>
                        <a:pt x="2804" y="2804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4" name="Google Shape;9586;p73">
                  <a:extLst>
                    <a:ext uri="{FF2B5EF4-FFF2-40B4-BE49-F238E27FC236}">
                      <a16:creationId xmlns:a16="http://schemas.microsoft.com/office/drawing/2014/main" id="{2BADB560-B07B-56AC-C1D4-E9E6B253426C}"/>
                    </a:ext>
                  </a:extLst>
                </p:cNvPr>
                <p:cNvSpPr/>
                <p:nvPr/>
              </p:nvSpPr>
              <p:spPr>
                <a:xfrm>
                  <a:off x="3947025" y="4111775"/>
                  <a:ext cx="1221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577" extrusionOk="0">
                      <a:moveTo>
                        <a:pt x="2466" y="1377"/>
                      </a:moveTo>
                      <a:cubicBezTo>
                        <a:pt x="2522" y="1377"/>
                        <a:pt x="2582" y="1392"/>
                        <a:pt x="2647" y="1418"/>
                      </a:cubicBezTo>
                      <a:cubicBezTo>
                        <a:pt x="2742" y="1450"/>
                        <a:pt x="2836" y="1607"/>
                        <a:pt x="2836" y="1733"/>
                      </a:cubicBezTo>
                      <a:lnTo>
                        <a:pt x="2836" y="3497"/>
                      </a:lnTo>
                      <a:lnTo>
                        <a:pt x="3183" y="3497"/>
                      </a:lnTo>
                      <a:cubicBezTo>
                        <a:pt x="3372" y="3497"/>
                        <a:pt x="3529" y="3655"/>
                        <a:pt x="3529" y="3844"/>
                      </a:cubicBezTo>
                      <a:cubicBezTo>
                        <a:pt x="3529" y="4033"/>
                        <a:pt x="3340" y="4159"/>
                        <a:pt x="3151" y="4159"/>
                      </a:cubicBezTo>
                      <a:lnTo>
                        <a:pt x="1765" y="4159"/>
                      </a:lnTo>
                      <a:cubicBezTo>
                        <a:pt x="1576" y="4159"/>
                        <a:pt x="1419" y="4002"/>
                        <a:pt x="1419" y="3812"/>
                      </a:cubicBezTo>
                      <a:cubicBezTo>
                        <a:pt x="1419" y="3623"/>
                        <a:pt x="1576" y="3466"/>
                        <a:pt x="1765" y="3466"/>
                      </a:cubicBezTo>
                      <a:lnTo>
                        <a:pt x="2112" y="3466"/>
                      </a:lnTo>
                      <a:lnTo>
                        <a:pt x="2112" y="2552"/>
                      </a:lnTo>
                      <a:lnTo>
                        <a:pt x="1986" y="2678"/>
                      </a:lnTo>
                      <a:cubicBezTo>
                        <a:pt x="1938" y="2726"/>
                        <a:pt x="1852" y="2749"/>
                        <a:pt x="1765" y="2749"/>
                      </a:cubicBezTo>
                      <a:cubicBezTo>
                        <a:pt x="1679" y="2749"/>
                        <a:pt x="1592" y="2726"/>
                        <a:pt x="1545" y="2678"/>
                      </a:cubicBezTo>
                      <a:cubicBezTo>
                        <a:pt x="1419" y="2552"/>
                        <a:pt x="1419" y="2300"/>
                        <a:pt x="1545" y="2206"/>
                      </a:cubicBezTo>
                      <a:lnTo>
                        <a:pt x="2238" y="1481"/>
                      </a:lnTo>
                      <a:cubicBezTo>
                        <a:pt x="2312" y="1407"/>
                        <a:pt x="2385" y="1377"/>
                        <a:pt x="2466" y="1377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5577"/>
                      </a:lnTo>
                      <a:lnTo>
                        <a:pt x="4853" y="5577"/>
                      </a:lnTo>
                      <a:cubicBezTo>
                        <a:pt x="4884" y="3245"/>
                        <a:pt x="4884" y="2678"/>
                        <a:pt x="4884" y="347"/>
                      </a:cubicBezTo>
                      <a:cubicBezTo>
                        <a:pt x="4884" y="158"/>
                        <a:pt x="4727" y="0"/>
                        <a:pt x="45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oogle Shape;9587;p73">
                <a:extLst>
                  <a:ext uri="{FF2B5EF4-FFF2-40B4-BE49-F238E27FC236}">
                    <a16:creationId xmlns:a16="http://schemas.microsoft.com/office/drawing/2014/main" id="{3C7CB3A3-FD9E-D005-DCC3-EBD9B5B1D1AC}"/>
                  </a:ext>
                </a:extLst>
              </p:cNvPr>
              <p:cNvGrpSpPr/>
              <p:nvPr/>
            </p:nvGrpSpPr>
            <p:grpSpPr>
              <a:xfrm>
                <a:off x="9642831" y="3748557"/>
                <a:ext cx="508599" cy="499261"/>
                <a:chOff x="5716825" y="3235950"/>
                <a:chExt cx="300900" cy="295375"/>
              </a:xfrm>
              <a:grpFill/>
            </p:grpSpPr>
            <p:sp>
              <p:nvSpPr>
                <p:cNvPr id="220" name="Google Shape;9588;p73">
                  <a:extLst>
                    <a:ext uri="{FF2B5EF4-FFF2-40B4-BE49-F238E27FC236}">
                      <a16:creationId xmlns:a16="http://schemas.microsoft.com/office/drawing/2014/main" id="{2C30F6E9-CCA4-D61F-855F-5582737EF866}"/>
                    </a:ext>
                  </a:extLst>
                </p:cNvPr>
                <p:cNvSpPr/>
                <p:nvPr/>
              </p:nvSpPr>
              <p:spPr>
                <a:xfrm>
                  <a:off x="5716825" y="3309975"/>
                  <a:ext cx="137075" cy="1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61" extrusionOk="0">
                      <a:moveTo>
                        <a:pt x="2584" y="1"/>
                      </a:moveTo>
                      <a:lnTo>
                        <a:pt x="410" y="2206"/>
                      </a:lnTo>
                      <a:cubicBezTo>
                        <a:pt x="1" y="2615"/>
                        <a:pt x="1" y="3277"/>
                        <a:pt x="410" y="3655"/>
                      </a:cubicBezTo>
                      <a:lnTo>
                        <a:pt x="2584" y="5860"/>
                      </a:lnTo>
                      <a:lnTo>
                        <a:pt x="3781" y="4632"/>
                      </a:lnTo>
                      <a:cubicBezTo>
                        <a:pt x="3844" y="4584"/>
                        <a:pt x="3939" y="4561"/>
                        <a:pt x="4029" y="4561"/>
                      </a:cubicBezTo>
                      <a:cubicBezTo>
                        <a:pt x="4120" y="4561"/>
                        <a:pt x="4206" y="4584"/>
                        <a:pt x="4254" y="4632"/>
                      </a:cubicBezTo>
                      <a:lnTo>
                        <a:pt x="4726" y="5104"/>
                      </a:lnTo>
                      <a:cubicBezTo>
                        <a:pt x="4789" y="5167"/>
                        <a:pt x="4884" y="5199"/>
                        <a:pt x="4974" y="5199"/>
                      </a:cubicBezTo>
                      <a:cubicBezTo>
                        <a:pt x="5065" y="5199"/>
                        <a:pt x="5152" y="5167"/>
                        <a:pt x="5199" y="5104"/>
                      </a:cubicBezTo>
                      <a:cubicBezTo>
                        <a:pt x="5325" y="5010"/>
                        <a:pt x="5325" y="4758"/>
                        <a:pt x="5199" y="4632"/>
                      </a:cubicBezTo>
                      <a:lnTo>
                        <a:pt x="4726" y="4159"/>
                      </a:lnTo>
                      <a:cubicBezTo>
                        <a:pt x="4632" y="4065"/>
                        <a:pt x="4632" y="3813"/>
                        <a:pt x="4726" y="3687"/>
                      </a:cubicBezTo>
                      <a:lnTo>
                        <a:pt x="5482" y="2962"/>
                      </a:lnTo>
                      <a:lnTo>
                        <a:pt x="5010" y="2489"/>
                      </a:lnTo>
                      <a:lnTo>
                        <a:pt x="4789" y="2710"/>
                      </a:lnTo>
                      <a:cubicBezTo>
                        <a:pt x="4584" y="2915"/>
                        <a:pt x="4317" y="3017"/>
                        <a:pt x="4049" y="3017"/>
                      </a:cubicBezTo>
                      <a:cubicBezTo>
                        <a:pt x="3781" y="3017"/>
                        <a:pt x="3513" y="2915"/>
                        <a:pt x="3309" y="2710"/>
                      </a:cubicBezTo>
                      <a:cubicBezTo>
                        <a:pt x="2930" y="2332"/>
                        <a:pt x="2930" y="1670"/>
                        <a:pt x="3309" y="1261"/>
                      </a:cubicBezTo>
                      <a:lnTo>
                        <a:pt x="3561" y="1040"/>
                      </a:lnTo>
                      <a:lnTo>
                        <a:pt x="258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9589;p73">
                  <a:extLst>
                    <a:ext uri="{FF2B5EF4-FFF2-40B4-BE49-F238E27FC236}">
                      <a16:creationId xmlns:a16="http://schemas.microsoft.com/office/drawing/2014/main" id="{9D874D8C-7231-BEF0-5509-B69C71948FAE}"/>
                    </a:ext>
                  </a:extLst>
                </p:cNvPr>
                <p:cNvSpPr/>
                <p:nvPr/>
              </p:nvSpPr>
              <p:spPr>
                <a:xfrm>
                  <a:off x="5794025" y="3235950"/>
                  <a:ext cx="145725" cy="1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9" h="5356" extrusionOk="0">
                      <a:moveTo>
                        <a:pt x="2926" y="0"/>
                      </a:moveTo>
                      <a:cubicBezTo>
                        <a:pt x="2662" y="0"/>
                        <a:pt x="2394" y="95"/>
                        <a:pt x="2205" y="284"/>
                      </a:cubicBezTo>
                      <a:lnTo>
                        <a:pt x="0" y="2457"/>
                      </a:lnTo>
                      <a:lnTo>
                        <a:pt x="1229" y="3686"/>
                      </a:lnTo>
                      <a:cubicBezTo>
                        <a:pt x="1323" y="3781"/>
                        <a:pt x="1323" y="4033"/>
                        <a:pt x="1229" y="4127"/>
                      </a:cubicBezTo>
                      <a:lnTo>
                        <a:pt x="725" y="4600"/>
                      </a:lnTo>
                      <a:cubicBezTo>
                        <a:pt x="630" y="4726"/>
                        <a:pt x="630" y="4978"/>
                        <a:pt x="725" y="5072"/>
                      </a:cubicBezTo>
                      <a:cubicBezTo>
                        <a:pt x="788" y="5135"/>
                        <a:pt x="882" y="5167"/>
                        <a:pt x="977" y="5167"/>
                      </a:cubicBezTo>
                      <a:cubicBezTo>
                        <a:pt x="1071" y="5167"/>
                        <a:pt x="1166" y="5135"/>
                        <a:pt x="1229" y="5072"/>
                      </a:cubicBezTo>
                      <a:lnTo>
                        <a:pt x="1701" y="4600"/>
                      </a:lnTo>
                      <a:cubicBezTo>
                        <a:pt x="1749" y="4553"/>
                        <a:pt x="1835" y="4529"/>
                        <a:pt x="1926" y="4529"/>
                      </a:cubicBezTo>
                      <a:cubicBezTo>
                        <a:pt x="2016" y="4529"/>
                        <a:pt x="2111" y="4553"/>
                        <a:pt x="2174" y="4600"/>
                      </a:cubicBezTo>
                      <a:lnTo>
                        <a:pt x="2898" y="5356"/>
                      </a:lnTo>
                      <a:lnTo>
                        <a:pt x="3371" y="4883"/>
                      </a:lnTo>
                      <a:lnTo>
                        <a:pt x="3151" y="4663"/>
                      </a:lnTo>
                      <a:cubicBezTo>
                        <a:pt x="2741" y="4253"/>
                        <a:pt x="2741" y="3592"/>
                        <a:pt x="3151" y="3214"/>
                      </a:cubicBezTo>
                      <a:cubicBezTo>
                        <a:pt x="3340" y="3009"/>
                        <a:pt x="3607" y="2906"/>
                        <a:pt x="3875" y="2906"/>
                      </a:cubicBezTo>
                      <a:cubicBezTo>
                        <a:pt x="4143" y="2906"/>
                        <a:pt x="4411" y="3009"/>
                        <a:pt x="4600" y="3214"/>
                      </a:cubicBezTo>
                      <a:lnTo>
                        <a:pt x="4852" y="3434"/>
                      </a:lnTo>
                      <a:lnTo>
                        <a:pt x="5828" y="2457"/>
                      </a:lnTo>
                      <a:lnTo>
                        <a:pt x="3623" y="284"/>
                      </a:lnTo>
                      <a:cubicBezTo>
                        <a:pt x="3450" y="95"/>
                        <a:pt x="3190" y="0"/>
                        <a:pt x="29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9590;p73">
                  <a:extLst>
                    <a:ext uri="{FF2B5EF4-FFF2-40B4-BE49-F238E27FC236}">
                      <a16:creationId xmlns:a16="http://schemas.microsoft.com/office/drawing/2014/main" id="{5779D0CB-FA23-772B-2228-2176DC1605EB}"/>
                    </a:ext>
                  </a:extLst>
                </p:cNvPr>
                <p:cNvSpPr/>
                <p:nvPr/>
              </p:nvSpPr>
              <p:spPr>
                <a:xfrm>
                  <a:off x="5880650" y="3309975"/>
                  <a:ext cx="137075" cy="1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29" extrusionOk="0">
                      <a:moveTo>
                        <a:pt x="2899" y="1"/>
                      </a:moveTo>
                      <a:lnTo>
                        <a:pt x="1702" y="1229"/>
                      </a:lnTo>
                      <a:cubicBezTo>
                        <a:pt x="1639" y="1292"/>
                        <a:pt x="1544" y="1324"/>
                        <a:pt x="1450" y="1324"/>
                      </a:cubicBezTo>
                      <a:cubicBezTo>
                        <a:pt x="1355" y="1324"/>
                        <a:pt x="1261" y="1292"/>
                        <a:pt x="1198" y="1229"/>
                      </a:cubicBezTo>
                      <a:lnTo>
                        <a:pt x="725" y="757"/>
                      </a:lnTo>
                      <a:cubicBezTo>
                        <a:pt x="678" y="694"/>
                        <a:pt x="591" y="662"/>
                        <a:pt x="501" y="662"/>
                      </a:cubicBezTo>
                      <a:cubicBezTo>
                        <a:pt x="410" y="662"/>
                        <a:pt x="316" y="694"/>
                        <a:pt x="253" y="757"/>
                      </a:cubicBezTo>
                      <a:cubicBezTo>
                        <a:pt x="158" y="883"/>
                        <a:pt x="158" y="1103"/>
                        <a:pt x="253" y="1229"/>
                      </a:cubicBezTo>
                      <a:lnTo>
                        <a:pt x="725" y="1702"/>
                      </a:lnTo>
                      <a:cubicBezTo>
                        <a:pt x="851" y="1828"/>
                        <a:pt x="851" y="2048"/>
                        <a:pt x="725" y="2174"/>
                      </a:cubicBezTo>
                      <a:lnTo>
                        <a:pt x="1" y="2899"/>
                      </a:lnTo>
                      <a:lnTo>
                        <a:pt x="473" y="3372"/>
                      </a:lnTo>
                      <a:lnTo>
                        <a:pt x="694" y="3151"/>
                      </a:lnTo>
                      <a:cubicBezTo>
                        <a:pt x="898" y="2946"/>
                        <a:pt x="1166" y="2844"/>
                        <a:pt x="1434" y="2844"/>
                      </a:cubicBezTo>
                      <a:cubicBezTo>
                        <a:pt x="1702" y="2844"/>
                        <a:pt x="1970" y="2946"/>
                        <a:pt x="2174" y="3151"/>
                      </a:cubicBezTo>
                      <a:cubicBezTo>
                        <a:pt x="2552" y="3529"/>
                        <a:pt x="2552" y="4222"/>
                        <a:pt x="2174" y="4600"/>
                      </a:cubicBezTo>
                      <a:lnTo>
                        <a:pt x="1922" y="4852"/>
                      </a:lnTo>
                      <a:lnTo>
                        <a:pt x="2899" y="5829"/>
                      </a:lnTo>
                      <a:lnTo>
                        <a:pt x="5073" y="3655"/>
                      </a:lnTo>
                      <a:cubicBezTo>
                        <a:pt x="5482" y="3277"/>
                        <a:pt x="5482" y="2615"/>
                        <a:pt x="5073" y="2206"/>
                      </a:cubicBezTo>
                      <a:lnTo>
                        <a:pt x="289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Google Shape;9591;p73">
                  <a:extLst>
                    <a:ext uri="{FF2B5EF4-FFF2-40B4-BE49-F238E27FC236}">
                      <a16:creationId xmlns:a16="http://schemas.microsoft.com/office/drawing/2014/main" id="{1C4B7C79-889F-BCBD-0AAD-E8635E196AA7}"/>
                    </a:ext>
                  </a:extLst>
                </p:cNvPr>
                <p:cNvSpPr/>
                <p:nvPr/>
              </p:nvSpPr>
              <p:spPr>
                <a:xfrm>
                  <a:off x="5794025" y="3396625"/>
                  <a:ext cx="1473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5388" extrusionOk="0">
                      <a:moveTo>
                        <a:pt x="2993" y="0"/>
                      </a:moveTo>
                      <a:lnTo>
                        <a:pt x="2520" y="473"/>
                      </a:lnTo>
                      <a:lnTo>
                        <a:pt x="2741" y="725"/>
                      </a:lnTo>
                      <a:cubicBezTo>
                        <a:pt x="3151" y="1103"/>
                        <a:pt x="3151" y="1764"/>
                        <a:pt x="2741" y="2174"/>
                      </a:cubicBezTo>
                      <a:cubicBezTo>
                        <a:pt x="2505" y="2363"/>
                        <a:pt x="2221" y="2457"/>
                        <a:pt x="1949" y="2457"/>
                      </a:cubicBezTo>
                      <a:cubicBezTo>
                        <a:pt x="1678" y="2457"/>
                        <a:pt x="1418" y="2363"/>
                        <a:pt x="1229" y="2174"/>
                      </a:cubicBezTo>
                      <a:lnTo>
                        <a:pt x="977" y="1922"/>
                      </a:lnTo>
                      <a:lnTo>
                        <a:pt x="0" y="2930"/>
                      </a:lnTo>
                      <a:lnTo>
                        <a:pt x="2205" y="5072"/>
                      </a:lnTo>
                      <a:cubicBezTo>
                        <a:pt x="2394" y="5293"/>
                        <a:pt x="2678" y="5387"/>
                        <a:pt x="2930" y="5387"/>
                      </a:cubicBezTo>
                      <a:cubicBezTo>
                        <a:pt x="3214" y="5387"/>
                        <a:pt x="3497" y="5293"/>
                        <a:pt x="3686" y="5072"/>
                      </a:cubicBezTo>
                      <a:lnTo>
                        <a:pt x="5891" y="2930"/>
                      </a:lnTo>
                      <a:lnTo>
                        <a:pt x="4663" y="1701"/>
                      </a:lnTo>
                      <a:cubicBezTo>
                        <a:pt x="4568" y="1575"/>
                        <a:pt x="4568" y="1355"/>
                        <a:pt x="4663" y="1229"/>
                      </a:cubicBezTo>
                      <a:lnTo>
                        <a:pt x="5167" y="756"/>
                      </a:lnTo>
                      <a:cubicBezTo>
                        <a:pt x="5261" y="630"/>
                        <a:pt x="5261" y="410"/>
                        <a:pt x="5167" y="284"/>
                      </a:cubicBezTo>
                      <a:cubicBezTo>
                        <a:pt x="5104" y="221"/>
                        <a:pt x="5009" y="189"/>
                        <a:pt x="4915" y="189"/>
                      </a:cubicBezTo>
                      <a:cubicBezTo>
                        <a:pt x="4820" y="189"/>
                        <a:pt x="4726" y="221"/>
                        <a:pt x="4663" y="284"/>
                      </a:cubicBezTo>
                      <a:lnTo>
                        <a:pt x="4190" y="756"/>
                      </a:lnTo>
                      <a:cubicBezTo>
                        <a:pt x="4143" y="819"/>
                        <a:pt x="4056" y="851"/>
                        <a:pt x="3966" y="851"/>
                      </a:cubicBezTo>
                      <a:cubicBezTo>
                        <a:pt x="3875" y="851"/>
                        <a:pt x="3781" y="819"/>
                        <a:pt x="3718" y="756"/>
                      </a:cubicBezTo>
                      <a:lnTo>
                        <a:pt x="29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4" name="Google Shape;9592;p73">
                <a:extLst>
                  <a:ext uri="{FF2B5EF4-FFF2-40B4-BE49-F238E27FC236}">
                    <a16:creationId xmlns:a16="http://schemas.microsoft.com/office/drawing/2014/main" id="{590310F4-29A2-59CF-3A64-3E276F7426F8}"/>
                  </a:ext>
                </a:extLst>
              </p:cNvPr>
              <p:cNvGrpSpPr/>
              <p:nvPr/>
            </p:nvGrpSpPr>
            <p:grpSpPr>
              <a:xfrm>
                <a:off x="9661466" y="4393899"/>
                <a:ext cx="471329" cy="468667"/>
                <a:chOff x="5727850" y="3609275"/>
                <a:chExt cx="278850" cy="277275"/>
              </a:xfrm>
              <a:grpFill/>
            </p:grpSpPr>
            <p:sp>
              <p:nvSpPr>
                <p:cNvPr id="210" name="Google Shape;9593;p73">
                  <a:extLst>
                    <a:ext uri="{FF2B5EF4-FFF2-40B4-BE49-F238E27FC236}">
                      <a16:creationId xmlns:a16="http://schemas.microsoft.com/office/drawing/2014/main" id="{AB0207E7-B2D5-8098-FDEF-A06A220B1A0E}"/>
                    </a:ext>
                  </a:extLst>
                </p:cNvPr>
                <p:cNvSpPr/>
                <p:nvPr/>
              </p:nvSpPr>
              <p:spPr>
                <a:xfrm>
                  <a:off x="5884600" y="3765225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6" y="662"/>
                      </a:moveTo>
                      <a:cubicBezTo>
                        <a:pt x="2646" y="662"/>
                        <a:pt x="2804" y="819"/>
                        <a:pt x="2804" y="1008"/>
                      </a:cubicBezTo>
                      <a:cubicBezTo>
                        <a:pt x="2804" y="1197"/>
                        <a:pt x="2646" y="1355"/>
                        <a:pt x="2426" y="1355"/>
                      </a:cubicBezTo>
                      <a:cubicBezTo>
                        <a:pt x="2237" y="1355"/>
                        <a:pt x="2079" y="1197"/>
                        <a:pt x="2079" y="1008"/>
                      </a:cubicBezTo>
                      <a:cubicBezTo>
                        <a:pt x="2079" y="819"/>
                        <a:pt x="2237" y="662"/>
                        <a:pt x="2426" y="662"/>
                      </a:cubicBezTo>
                      <a:close/>
                      <a:moveTo>
                        <a:pt x="2426" y="1670"/>
                      </a:moveTo>
                      <a:cubicBezTo>
                        <a:pt x="2646" y="1670"/>
                        <a:pt x="2804" y="1828"/>
                        <a:pt x="2804" y="2048"/>
                      </a:cubicBezTo>
                      <a:lnTo>
                        <a:pt x="2804" y="3781"/>
                      </a:lnTo>
                      <a:cubicBezTo>
                        <a:pt x="2804" y="3970"/>
                        <a:pt x="2646" y="4127"/>
                        <a:pt x="2426" y="4127"/>
                      </a:cubicBezTo>
                      <a:cubicBezTo>
                        <a:pt x="2237" y="4127"/>
                        <a:pt x="2079" y="3970"/>
                        <a:pt x="2079" y="3781"/>
                      </a:cubicBezTo>
                      <a:lnTo>
                        <a:pt x="2079" y="2048"/>
                      </a:lnTo>
                      <a:cubicBezTo>
                        <a:pt x="2079" y="1828"/>
                        <a:pt x="2237" y="1670"/>
                        <a:pt x="2426" y="1670"/>
                      </a:cubicBezTo>
                      <a:close/>
                      <a:moveTo>
                        <a:pt x="2426" y="0"/>
                      </a:moveTo>
                      <a:cubicBezTo>
                        <a:pt x="1103" y="0"/>
                        <a:pt x="0" y="1103"/>
                        <a:pt x="0" y="2426"/>
                      </a:cubicBezTo>
                      <a:cubicBezTo>
                        <a:pt x="0" y="3749"/>
                        <a:pt x="1103" y="4852"/>
                        <a:pt x="2426" y="4852"/>
                      </a:cubicBezTo>
                      <a:cubicBezTo>
                        <a:pt x="3781" y="4852"/>
                        <a:pt x="4883" y="3749"/>
                        <a:pt x="4883" y="2426"/>
                      </a:cubicBezTo>
                      <a:cubicBezTo>
                        <a:pt x="4883" y="1040"/>
                        <a:pt x="378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Google Shape;9594;p73">
                  <a:extLst>
                    <a:ext uri="{FF2B5EF4-FFF2-40B4-BE49-F238E27FC236}">
                      <a16:creationId xmlns:a16="http://schemas.microsoft.com/office/drawing/2014/main" id="{B590856B-17CD-396A-D9B1-CF93A07427AE}"/>
                    </a:ext>
                  </a:extLst>
                </p:cNvPr>
                <p:cNvSpPr/>
                <p:nvPr/>
              </p:nvSpPr>
              <p:spPr>
                <a:xfrm>
                  <a:off x="5727850" y="3669125"/>
                  <a:ext cx="35475" cy="21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8665" extrusionOk="0">
                      <a:moveTo>
                        <a:pt x="32" y="1"/>
                      </a:moveTo>
                      <a:lnTo>
                        <a:pt x="32" y="7310"/>
                      </a:lnTo>
                      <a:cubicBezTo>
                        <a:pt x="1" y="8034"/>
                        <a:pt x="631" y="8665"/>
                        <a:pt x="1418" y="8665"/>
                      </a:cubicBezTo>
                      <a:lnTo>
                        <a:pt x="1418" y="347"/>
                      </a:lnTo>
                      <a:lnTo>
                        <a:pt x="1072" y="347"/>
                      </a:lnTo>
                      <a:cubicBezTo>
                        <a:pt x="662" y="347"/>
                        <a:pt x="316" y="253"/>
                        <a:pt x="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Google Shape;9595;p73">
                  <a:extLst>
                    <a:ext uri="{FF2B5EF4-FFF2-40B4-BE49-F238E27FC236}">
                      <a16:creationId xmlns:a16="http://schemas.microsoft.com/office/drawing/2014/main" id="{43FE57BD-8CE7-B5DC-E815-1B5F3A45B769}"/>
                    </a:ext>
                  </a:extLst>
                </p:cNvPr>
                <p:cNvSpPr/>
                <p:nvPr/>
              </p:nvSpPr>
              <p:spPr>
                <a:xfrm>
                  <a:off x="5779825" y="3677800"/>
                  <a:ext cx="1749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6" h="8318" extrusionOk="0">
                      <a:moveTo>
                        <a:pt x="5262" y="693"/>
                      </a:moveTo>
                      <a:cubicBezTo>
                        <a:pt x="5451" y="693"/>
                        <a:pt x="5609" y="851"/>
                        <a:pt x="5609" y="1040"/>
                      </a:cubicBezTo>
                      <a:cubicBezTo>
                        <a:pt x="5609" y="1229"/>
                        <a:pt x="5451" y="1386"/>
                        <a:pt x="5262" y="1386"/>
                      </a:cubicBezTo>
                      <a:lnTo>
                        <a:pt x="1072" y="1386"/>
                      </a:lnTo>
                      <a:cubicBezTo>
                        <a:pt x="883" y="1386"/>
                        <a:pt x="726" y="1229"/>
                        <a:pt x="726" y="1040"/>
                      </a:cubicBezTo>
                      <a:cubicBezTo>
                        <a:pt x="726" y="851"/>
                        <a:pt x="883" y="693"/>
                        <a:pt x="1072" y="693"/>
                      </a:cubicBezTo>
                      <a:close/>
                      <a:moveTo>
                        <a:pt x="5262" y="2080"/>
                      </a:moveTo>
                      <a:cubicBezTo>
                        <a:pt x="5451" y="2080"/>
                        <a:pt x="5609" y="2237"/>
                        <a:pt x="5609" y="2426"/>
                      </a:cubicBezTo>
                      <a:cubicBezTo>
                        <a:pt x="5609" y="2615"/>
                        <a:pt x="5451" y="2773"/>
                        <a:pt x="5262" y="2773"/>
                      </a:cubicBezTo>
                      <a:lnTo>
                        <a:pt x="1072" y="2773"/>
                      </a:lnTo>
                      <a:cubicBezTo>
                        <a:pt x="883" y="2773"/>
                        <a:pt x="726" y="2615"/>
                        <a:pt x="726" y="2426"/>
                      </a:cubicBezTo>
                      <a:cubicBezTo>
                        <a:pt x="726" y="2237"/>
                        <a:pt x="883" y="2080"/>
                        <a:pt x="1072" y="2080"/>
                      </a:cubicBezTo>
                      <a:close/>
                      <a:moveTo>
                        <a:pt x="1" y="0"/>
                      </a:moveTo>
                      <a:lnTo>
                        <a:pt x="1" y="8318"/>
                      </a:lnTo>
                      <a:lnTo>
                        <a:pt x="4695" y="8318"/>
                      </a:lnTo>
                      <a:cubicBezTo>
                        <a:pt x="4002" y="7750"/>
                        <a:pt x="3498" y="6868"/>
                        <a:pt x="3498" y="5892"/>
                      </a:cubicBezTo>
                      <a:cubicBezTo>
                        <a:pt x="3498" y="5766"/>
                        <a:pt x="3561" y="5640"/>
                        <a:pt x="3561" y="5545"/>
                      </a:cubicBezTo>
                      <a:lnTo>
                        <a:pt x="1072" y="5545"/>
                      </a:lnTo>
                      <a:cubicBezTo>
                        <a:pt x="883" y="5545"/>
                        <a:pt x="726" y="5388"/>
                        <a:pt x="726" y="5167"/>
                      </a:cubicBezTo>
                      <a:lnTo>
                        <a:pt x="726" y="3812"/>
                      </a:lnTo>
                      <a:cubicBezTo>
                        <a:pt x="726" y="3592"/>
                        <a:pt x="883" y="3434"/>
                        <a:pt x="1072" y="3434"/>
                      </a:cubicBezTo>
                      <a:lnTo>
                        <a:pt x="4695" y="3434"/>
                      </a:lnTo>
                      <a:cubicBezTo>
                        <a:pt x="5199" y="3056"/>
                        <a:pt x="5861" y="2773"/>
                        <a:pt x="6617" y="2773"/>
                      </a:cubicBezTo>
                      <a:cubicBezTo>
                        <a:pt x="6743" y="2773"/>
                        <a:pt x="6869" y="2804"/>
                        <a:pt x="6995" y="2804"/>
                      </a:cubicBezTo>
                      <a:lnTo>
                        <a:pt x="69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9596;p73">
                  <a:extLst>
                    <a:ext uri="{FF2B5EF4-FFF2-40B4-BE49-F238E27FC236}">
                      <a16:creationId xmlns:a16="http://schemas.microsoft.com/office/drawing/2014/main" id="{A2B58CDB-2D8D-FF16-5713-F82BA0F9EDA3}"/>
                    </a:ext>
                  </a:extLst>
                </p:cNvPr>
                <p:cNvSpPr/>
                <p:nvPr/>
              </p:nvSpPr>
              <p:spPr>
                <a:xfrm>
                  <a:off x="5815275" y="3781750"/>
                  <a:ext cx="662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8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2301" y="694"/>
                      </a:lnTo>
                      <a:cubicBezTo>
                        <a:pt x="2364" y="473"/>
                        <a:pt x="2490" y="221"/>
                        <a:pt x="26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9597;p73">
                  <a:extLst>
                    <a:ext uri="{FF2B5EF4-FFF2-40B4-BE49-F238E27FC236}">
                      <a16:creationId xmlns:a16="http://schemas.microsoft.com/office/drawing/2014/main" id="{4EB9D4F8-0744-A53B-D6E4-8AE947889291}"/>
                    </a:ext>
                  </a:extLst>
                </p:cNvPr>
                <p:cNvSpPr/>
                <p:nvPr/>
              </p:nvSpPr>
              <p:spPr>
                <a:xfrm>
                  <a:off x="5727850" y="3609275"/>
                  <a:ext cx="2260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2049" extrusionOk="0">
                      <a:moveTo>
                        <a:pt x="1072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cubicBezTo>
                        <a:pt x="1" y="1576"/>
                        <a:pt x="473" y="2048"/>
                        <a:pt x="1072" y="2048"/>
                      </a:cubicBezTo>
                      <a:lnTo>
                        <a:pt x="9043" y="2048"/>
                      </a:lnTo>
                      <a:cubicBezTo>
                        <a:pt x="8475" y="2048"/>
                        <a:pt x="8034" y="1576"/>
                        <a:pt x="8034" y="1040"/>
                      </a:cubicBezTo>
                      <a:cubicBezTo>
                        <a:pt x="8034" y="441"/>
                        <a:pt x="8507" y="0"/>
                        <a:pt x="90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" name="Google Shape;9598;p73">
                <a:extLst>
                  <a:ext uri="{FF2B5EF4-FFF2-40B4-BE49-F238E27FC236}">
                    <a16:creationId xmlns:a16="http://schemas.microsoft.com/office/drawing/2014/main" id="{1F99D43B-E1EF-2C58-D360-579A70FCCB05}"/>
                  </a:ext>
                </a:extLst>
              </p:cNvPr>
              <p:cNvGrpSpPr/>
              <p:nvPr/>
            </p:nvGrpSpPr>
            <p:grpSpPr>
              <a:xfrm>
                <a:off x="9677461" y="4985321"/>
                <a:ext cx="439341" cy="499261"/>
                <a:chOff x="5736525" y="3963700"/>
                <a:chExt cx="259925" cy="295375"/>
              </a:xfrm>
              <a:grpFill/>
            </p:grpSpPr>
            <p:sp>
              <p:nvSpPr>
                <p:cNvPr id="203" name="Google Shape;9599;p73">
                  <a:extLst>
                    <a:ext uri="{FF2B5EF4-FFF2-40B4-BE49-F238E27FC236}">
                      <a16:creationId xmlns:a16="http://schemas.microsoft.com/office/drawing/2014/main" id="{CC95C0FD-2CAA-7F60-589B-587719179ADA}"/>
                    </a:ext>
                  </a:extLst>
                </p:cNvPr>
                <p:cNvSpPr/>
                <p:nvPr/>
              </p:nvSpPr>
              <p:spPr>
                <a:xfrm>
                  <a:off x="5736525" y="4153525"/>
                  <a:ext cx="121300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222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3875"/>
                      </a:lnTo>
                      <a:cubicBezTo>
                        <a:pt x="0" y="4064"/>
                        <a:pt x="158" y="4222"/>
                        <a:pt x="378" y="4222"/>
                      </a:cubicBezTo>
                      <a:lnTo>
                        <a:pt x="4852" y="4222"/>
                      </a:lnTo>
                      <a:lnTo>
                        <a:pt x="4852" y="2584"/>
                      </a:lnTo>
                      <a:lnTo>
                        <a:pt x="23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9600;p73">
                  <a:extLst>
                    <a:ext uri="{FF2B5EF4-FFF2-40B4-BE49-F238E27FC236}">
                      <a16:creationId xmlns:a16="http://schemas.microsoft.com/office/drawing/2014/main" id="{CEF62F2E-10EB-5C97-BEE3-C783CC595881}"/>
                    </a:ext>
                  </a:extLst>
                </p:cNvPr>
                <p:cNvSpPr/>
                <p:nvPr/>
              </p:nvSpPr>
              <p:spPr>
                <a:xfrm>
                  <a:off x="5833400" y="41684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2678" y="1"/>
                      </a:moveTo>
                      <a:lnTo>
                        <a:pt x="2678" y="1"/>
                      </a:lnTo>
                      <a:cubicBezTo>
                        <a:pt x="2458" y="32"/>
                        <a:pt x="2237" y="127"/>
                        <a:pt x="1985" y="127"/>
                      </a:cubicBezTo>
                      <a:lnTo>
                        <a:pt x="662" y="127"/>
                      </a:lnTo>
                      <a:cubicBezTo>
                        <a:pt x="441" y="127"/>
                        <a:pt x="221" y="95"/>
                        <a:pt x="0" y="1"/>
                      </a:cubicBezTo>
                      <a:lnTo>
                        <a:pt x="0" y="1"/>
                      </a:lnTo>
                      <a:lnTo>
                        <a:pt x="1323" y="1355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Google Shape;9601;p73">
                  <a:extLst>
                    <a:ext uri="{FF2B5EF4-FFF2-40B4-BE49-F238E27FC236}">
                      <a16:creationId xmlns:a16="http://schemas.microsoft.com/office/drawing/2014/main" id="{94FE924A-2ECE-D624-A911-060E5BB28546}"/>
                    </a:ext>
                  </a:extLst>
                </p:cNvPr>
                <p:cNvSpPr/>
                <p:nvPr/>
              </p:nvSpPr>
              <p:spPr>
                <a:xfrm>
                  <a:off x="5875925" y="4153525"/>
                  <a:ext cx="120525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222" extrusionOk="0">
                      <a:moveTo>
                        <a:pt x="2426" y="2048"/>
                      </a:moveTo>
                      <a:cubicBezTo>
                        <a:pt x="2615" y="2048"/>
                        <a:pt x="2773" y="2205"/>
                        <a:pt x="2773" y="2426"/>
                      </a:cubicBezTo>
                      <a:cubicBezTo>
                        <a:pt x="2773" y="2615"/>
                        <a:pt x="2615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13" y="2773"/>
                        <a:pt x="1355" y="2615"/>
                        <a:pt x="1355" y="2426"/>
                      </a:cubicBezTo>
                      <a:cubicBezTo>
                        <a:pt x="1355" y="2205"/>
                        <a:pt x="1513" y="2048"/>
                        <a:pt x="1733" y="2048"/>
                      </a:cubicBezTo>
                      <a:close/>
                      <a:moveTo>
                        <a:pt x="2552" y="0"/>
                      </a:moveTo>
                      <a:lnTo>
                        <a:pt x="1" y="2584"/>
                      </a:lnTo>
                      <a:lnTo>
                        <a:pt x="1" y="4222"/>
                      </a:lnTo>
                      <a:lnTo>
                        <a:pt x="4474" y="4222"/>
                      </a:lnTo>
                      <a:cubicBezTo>
                        <a:pt x="4663" y="4222"/>
                        <a:pt x="4821" y="4064"/>
                        <a:pt x="4821" y="3875"/>
                      </a:cubicBezTo>
                      <a:lnTo>
                        <a:pt x="4821" y="1733"/>
                      </a:lnTo>
                      <a:cubicBezTo>
                        <a:pt x="4821" y="788"/>
                        <a:pt x="4033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Google Shape;9602;p73">
                  <a:extLst>
                    <a:ext uri="{FF2B5EF4-FFF2-40B4-BE49-F238E27FC236}">
                      <a16:creationId xmlns:a16="http://schemas.microsoft.com/office/drawing/2014/main" id="{DA08378F-0ADB-BAC9-BC87-3D27A44AEA57}"/>
                    </a:ext>
                  </a:extLst>
                </p:cNvPr>
                <p:cNvSpPr/>
                <p:nvPr/>
              </p:nvSpPr>
              <p:spPr>
                <a:xfrm>
                  <a:off x="5754625" y="3963700"/>
                  <a:ext cx="22450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6176" extrusionOk="0">
                      <a:moveTo>
                        <a:pt x="3120" y="1"/>
                      </a:moveTo>
                      <a:cubicBezTo>
                        <a:pt x="1387" y="1"/>
                        <a:pt x="1" y="1418"/>
                        <a:pt x="1" y="3119"/>
                      </a:cubicBezTo>
                      <a:lnTo>
                        <a:pt x="1" y="4506"/>
                      </a:lnTo>
                      <a:cubicBezTo>
                        <a:pt x="1" y="5325"/>
                        <a:pt x="568" y="6018"/>
                        <a:pt x="1355" y="6175"/>
                      </a:cubicBezTo>
                      <a:lnTo>
                        <a:pt x="1355" y="2773"/>
                      </a:lnTo>
                      <a:lnTo>
                        <a:pt x="1009" y="2773"/>
                      </a:lnTo>
                      <a:cubicBezTo>
                        <a:pt x="914" y="2773"/>
                        <a:pt x="820" y="2804"/>
                        <a:pt x="694" y="2804"/>
                      </a:cubicBezTo>
                      <a:cubicBezTo>
                        <a:pt x="851" y="1607"/>
                        <a:pt x="1860" y="662"/>
                        <a:pt x="3120" y="662"/>
                      </a:cubicBezTo>
                      <a:lnTo>
                        <a:pt x="5861" y="662"/>
                      </a:lnTo>
                      <a:cubicBezTo>
                        <a:pt x="7089" y="662"/>
                        <a:pt x="8098" y="1607"/>
                        <a:pt x="8255" y="2804"/>
                      </a:cubicBezTo>
                      <a:cubicBezTo>
                        <a:pt x="8161" y="2773"/>
                        <a:pt x="8066" y="2773"/>
                        <a:pt x="7940" y="2773"/>
                      </a:cubicBezTo>
                      <a:lnTo>
                        <a:pt x="7593" y="2773"/>
                      </a:lnTo>
                      <a:lnTo>
                        <a:pt x="7593" y="6175"/>
                      </a:lnTo>
                      <a:cubicBezTo>
                        <a:pt x="8381" y="6018"/>
                        <a:pt x="8980" y="5325"/>
                        <a:pt x="8980" y="4506"/>
                      </a:cubicBezTo>
                      <a:lnTo>
                        <a:pt x="8980" y="3119"/>
                      </a:lnTo>
                      <a:cubicBezTo>
                        <a:pt x="8980" y="1387"/>
                        <a:pt x="7562" y="1"/>
                        <a:pt x="58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9603;p73">
                  <a:extLst>
                    <a:ext uri="{FF2B5EF4-FFF2-40B4-BE49-F238E27FC236}">
                      <a16:creationId xmlns:a16="http://schemas.microsoft.com/office/drawing/2014/main" id="{D06A2799-E6C2-FBB5-A3F7-3ECA9C28DCC2}"/>
                    </a:ext>
                  </a:extLst>
                </p:cNvPr>
                <p:cNvSpPr/>
                <p:nvPr/>
              </p:nvSpPr>
              <p:spPr>
                <a:xfrm>
                  <a:off x="5806625" y="3998350"/>
                  <a:ext cx="6932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081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1733" y="2080"/>
                      </a:lnTo>
                      <a:cubicBezTo>
                        <a:pt x="2300" y="2049"/>
                        <a:pt x="2773" y="1607"/>
                        <a:pt x="2773" y="1009"/>
                      </a:cubicBezTo>
                      <a:lnTo>
                        <a:pt x="27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Google Shape;9604;p73">
                  <a:extLst>
                    <a:ext uri="{FF2B5EF4-FFF2-40B4-BE49-F238E27FC236}">
                      <a16:creationId xmlns:a16="http://schemas.microsoft.com/office/drawing/2014/main" id="{302F0DFC-1AA1-954A-7951-1E49902C16AF}"/>
                    </a:ext>
                  </a:extLst>
                </p:cNvPr>
                <p:cNvSpPr/>
                <p:nvPr/>
              </p:nvSpPr>
              <p:spPr>
                <a:xfrm>
                  <a:off x="5893250" y="3999150"/>
                  <a:ext cx="346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049" extrusionOk="0">
                      <a:moveTo>
                        <a:pt x="1" y="0"/>
                      </a:moveTo>
                      <a:lnTo>
                        <a:pt x="1" y="1040"/>
                      </a:lnTo>
                      <a:cubicBezTo>
                        <a:pt x="1" y="1607"/>
                        <a:pt x="473" y="2048"/>
                        <a:pt x="1040" y="2048"/>
                      </a:cubicBezTo>
                      <a:lnTo>
                        <a:pt x="1387" y="2048"/>
                      </a:lnTo>
                      <a:lnTo>
                        <a:pt x="1387" y="1701"/>
                      </a:lnTo>
                      <a:cubicBezTo>
                        <a:pt x="1387" y="882"/>
                        <a:pt x="788" y="158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9605;p73">
                  <a:extLst>
                    <a:ext uri="{FF2B5EF4-FFF2-40B4-BE49-F238E27FC236}">
                      <a16:creationId xmlns:a16="http://schemas.microsoft.com/office/drawing/2014/main" id="{D4A1F93D-ACD3-017C-59C9-D041D3E0B53E}"/>
                    </a:ext>
                  </a:extLst>
                </p:cNvPr>
                <p:cNvSpPr/>
                <p:nvPr/>
              </p:nvSpPr>
              <p:spPr>
                <a:xfrm>
                  <a:off x="5806625" y="4049550"/>
                  <a:ext cx="1213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160" extrusionOk="0">
                      <a:moveTo>
                        <a:pt x="3119" y="1"/>
                      </a:moveTo>
                      <a:cubicBezTo>
                        <a:pt x="2804" y="442"/>
                        <a:pt x="2300" y="694"/>
                        <a:pt x="1733" y="694"/>
                      </a:cubicBezTo>
                      <a:lnTo>
                        <a:pt x="0" y="694"/>
                      </a:lnTo>
                      <a:lnTo>
                        <a:pt x="0" y="2426"/>
                      </a:lnTo>
                      <a:cubicBezTo>
                        <a:pt x="0" y="3372"/>
                        <a:pt x="788" y="4159"/>
                        <a:pt x="1733" y="4159"/>
                      </a:cubicBezTo>
                      <a:lnTo>
                        <a:pt x="3119" y="4159"/>
                      </a:lnTo>
                      <a:cubicBezTo>
                        <a:pt x="4064" y="4159"/>
                        <a:pt x="4852" y="3372"/>
                        <a:pt x="4852" y="2426"/>
                      </a:cubicBezTo>
                      <a:lnTo>
                        <a:pt x="4852" y="694"/>
                      </a:lnTo>
                      <a:lnTo>
                        <a:pt x="4505" y="694"/>
                      </a:lnTo>
                      <a:cubicBezTo>
                        <a:pt x="3938" y="694"/>
                        <a:pt x="3434" y="442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6" name="Google Shape;9606;p73">
                <a:extLst>
                  <a:ext uri="{FF2B5EF4-FFF2-40B4-BE49-F238E27FC236}">
                    <a16:creationId xmlns:a16="http://schemas.microsoft.com/office/drawing/2014/main" id="{CAD86A38-7B71-79A1-8332-07AD365E77B3}"/>
                  </a:ext>
                </a:extLst>
              </p:cNvPr>
              <p:cNvGrpSpPr/>
              <p:nvPr/>
            </p:nvGrpSpPr>
            <p:grpSpPr>
              <a:xfrm>
                <a:off x="10925482" y="4377925"/>
                <a:ext cx="501965" cy="500612"/>
                <a:chOff x="6553275" y="3604550"/>
                <a:chExt cx="296975" cy="296175"/>
              </a:xfrm>
              <a:grpFill/>
            </p:grpSpPr>
            <p:sp>
              <p:nvSpPr>
                <p:cNvPr id="197" name="Google Shape;9607;p73">
                  <a:extLst>
                    <a:ext uri="{FF2B5EF4-FFF2-40B4-BE49-F238E27FC236}">
                      <a16:creationId xmlns:a16="http://schemas.microsoft.com/office/drawing/2014/main" id="{1733F7A6-6FCD-F5F5-47FC-051C6B69EE21}"/>
                    </a:ext>
                  </a:extLst>
                </p:cNvPr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Google Shape;9608;p73">
                  <a:extLst>
                    <a:ext uri="{FF2B5EF4-FFF2-40B4-BE49-F238E27FC236}">
                      <a16:creationId xmlns:a16="http://schemas.microsoft.com/office/drawing/2014/main" id="{0B1A0D9C-6DC1-E7B4-3048-2E6F8C741E4C}"/>
                    </a:ext>
                  </a:extLst>
                </p:cNvPr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Google Shape;9609;p73">
                  <a:extLst>
                    <a:ext uri="{FF2B5EF4-FFF2-40B4-BE49-F238E27FC236}">
                      <a16:creationId xmlns:a16="http://schemas.microsoft.com/office/drawing/2014/main" id="{0B1165AD-2D3D-5173-601A-0859F79D0659}"/>
                    </a:ext>
                  </a:extLst>
                </p:cNvPr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Google Shape;9610;p73">
                  <a:extLst>
                    <a:ext uri="{FF2B5EF4-FFF2-40B4-BE49-F238E27FC236}">
                      <a16:creationId xmlns:a16="http://schemas.microsoft.com/office/drawing/2014/main" id="{1949162F-FA86-A66F-A5F1-71DE55439AA9}"/>
                    </a:ext>
                  </a:extLst>
                </p:cNvPr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Google Shape;9611;p73">
                  <a:extLst>
                    <a:ext uri="{FF2B5EF4-FFF2-40B4-BE49-F238E27FC236}">
                      <a16:creationId xmlns:a16="http://schemas.microsoft.com/office/drawing/2014/main" id="{E5EA8356-CF01-6645-B9EC-DD0A793EEF50}"/>
                    </a:ext>
                  </a:extLst>
                </p:cNvPr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Google Shape;9612;p73">
                  <a:extLst>
                    <a:ext uri="{FF2B5EF4-FFF2-40B4-BE49-F238E27FC236}">
                      <a16:creationId xmlns:a16="http://schemas.microsoft.com/office/drawing/2014/main" id="{5A40A9B1-4C2F-3FE3-F31D-6155E10222B3}"/>
                    </a:ext>
                  </a:extLst>
                </p:cNvPr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834" name="TextBox 17833">
            <a:extLst>
              <a:ext uri="{FF2B5EF4-FFF2-40B4-BE49-F238E27FC236}">
                <a16:creationId xmlns:a16="http://schemas.microsoft.com/office/drawing/2014/main" id="{C2D33961-80B6-A009-7B65-FD5B6CB3820D}"/>
              </a:ext>
            </a:extLst>
          </p:cNvPr>
          <p:cNvSpPr txBox="1"/>
          <p:nvPr/>
        </p:nvSpPr>
        <p:spPr>
          <a:xfrm>
            <a:off x="0" y="313639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Cambria" panose="02040503050406030204" pitchFamily="18" charset="0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68101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4" name="TextBox 17833">
            <a:extLst>
              <a:ext uri="{FF2B5EF4-FFF2-40B4-BE49-F238E27FC236}">
                <a16:creationId xmlns:a16="http://schemas.microsoft.com/office/drawing/2014/main" id="{C2D33961-80B6-A009-7B65-FD5B6CB3820D}"/>
              </a:ext>
            </a:extLst>
          </p:cNvPr>
          <p:cNvSpPr txBox="1"/>
          <p:nvPr/>
        </p:nvSpPr>
        <p:spPr>
          <a:xfrm>
            <a:off x="0" y="313639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Cambria" panose="02040503050406030204" pitchFamily="18" charset="0"/>
              </a:rPr>
              <a:t>Icons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E0D878-C180-3421-6E4C-EC4403F50108}"/>
              </a:ext>
            </a:extLst>
          </p:cNvPr>
          <p:cNvGrpSpPr/>
          <p:nvPr/>
        </p:nvGrpSpPr>
        <p:grpSpPr>
          <a:xfrm>
            <a:off x="397192" y="1476392"/>
            <a:ext cx="11397616" cy="4614289"/>
            <a:chOff x="397192" y="1548962"/>
            <a:chExt cx="11397616" cy="4614289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2BF839-C42C-F9C7-25E5-5E23EB9145DD}"/>
                </a:ext>
              </a:extLst>
            </p:cNvPr>
            <p:cNvGrpSpPr/>
            <p:nvPr/>
          </p:nvGrpSpPr>
          <p:grpSpPr>
            <a:xfrm>
              <a:off x="420547" y="3548838"/>
              <a:ext cx="11373408" cy="644982"/>
              <a:chOff x="420547" y="3453239"/>
              <a:chExt cx="11373408" cy="644982"/>
            </a:xfrm>
            <a:grpFill/>
          </p:grpSpPr>
          <p:sp>
            <p:nvSpPr>
              <p:cNvPr id="18004" name="Google Shape;12426;p89">
                <a:extLst>
                  <a:ext uri="{FF2B5EF4-FFF2-40B4-BE49-F238E27FC236}">
                    <a16:creationId xmlns:a16="http://schemas.microsoft.com/office/drawing/2014/main" id="{FBAD5839-800F-CD81-60D8-F557E27D74B8}"/>
                  </a:ext>
                </a:extLst>
              </p:cNvPr>
              <p:cNvSpPr/>
              <p:nvPr/>
            </p:nvSpPr>
            <p:spPr>
              <a:xfrm>
                <a:off x="420547" y="3454119"/>
                <a:ext cx="649979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689" extrusionOk="0">
                    <a:moveTo>
                      <a:pt x="7026" y="757"/>
                    </a:moveTo>
                    <a:lnTo>
                      <a:pt x="7026" y="2710"/>
                    </a:lnTo>
                    <a:lnTo>
                      <a:pt x="5829" y="2710"/>
                    </a:lnTo>
                    <a:cubicBezTo>
                      <a:pt x="5924" y="2332"/>
                      <a:pt x="6081" y="1954"/>
                      <a:pt x="6176" y="1702"/>
                    </a:cubicBezTo>
                    <a:cubicBezTo>
                      <a:pt x="6428" y="1229"/>
                      <a:pt x="6711" y="914"/>
                      <a:pt x="7026" y="757"/>
                    </a:cubicBezTo>
                    <a:close/>
                    <a:moveTo>
                      <a:pt x="7688" y="757"/>
                    </a:moveTo>
                    <a:cubicBezTo>
                      <a:pt x="8003" y="914"/>
                      <a:pt x="8287" y="1229"/>
                      <a:pt x="8507" y="1702"/>
                    </a:cubicBezTo>
                    <a:cubicBezTo>
                      <a:pt x="8665" y="2017"/>
                      <a:pt x="8791" y="2364"/>
                      <a:pt x="8854" y="2710"/>
                    </a:cubicBezTo>
                    <a:lnTo>
                      <a:pt x="7688" y="2710"/>
                    </a:lnTo>
                    <a:lnTo>
                      <a:pt x="7688" y="757"/>
                    </a:lnTo>
                    <a:close/>
                    <a:moveTo>
                      <a:pt x="8917" y="977"/>
                    </a:moveTo>
                    <a:cubicBezTo>
                      <a:pt x="9704" y="1387"/>
                      <a:pt x="10334" y="1954"/>
                      <a:pt x="10712" y="2710"/>
                    </a:cubicBezTo>
                    <a:lnTo>
                      <a:pt x="9578" y="2710"/>
                    </a:lnTo>
                    <a:cubicBezTo>
                      <a:pt x="9452" y="2206"/>
                      <a:pt x="9295" y="1765"/>
                      <a:pt x="9106" y="1387"/>
                    </a:cubicBezTo>
                    <a:cubicBezTo>
                      <a:pt x="9011" y="1261"/>
                      <a:pt x="8948" y="1103"/>
                      <a:pt x="8917" y="977"/>
                    </a:cubicBezTo>
                    <a:close/>
                    <a:moveTo>
                      <a:pt x="5798" y="1009"/>
                    </a:moveTo>
                    <a:lnTo>
                      <a:pt x="5798" y="1009"/>
                    </a:lnTo>
                    <a:cubicBezTo>
                      <a:pt x="5703" y="1135"/>
                      <a:pt x="5640" y="1261"/>
                      <a:pt x="5609" y="1418"/>
                    </a:cubicBezTo>
                    <a:cubicBezTo>
                      <a:pt x="5388" y="1796"/>
                      <a:pt x="5231" y="2269"/>
                      <a:pt x="5136" y="2742"/>
                    </a:cubicBezTo>
                    <a:lnTo>
                      <a:pt x="3970" y="2742"/>
                    </a:lnTo>
                    <a:cubicBezTo>
                      <a:pt x="4380" y="1954"/>
                      <a:pt x="5042" y="1387"/>
                      <a:pt x="5798" y="1009"/>
                    </a:cubicBezTo>
                    <a:close/>
                    <a:moveTo>
                      <a:pt x="5010" y="3435"/>
                    </a:moveTo>
                    <a:cubicBezTo>
                      <a:pt x="4978" y="3750"/>
                      <a:pt x="4915" y="4096"/>
                      <a:pt x="4915" y="4443"/>
                    </a:cubicBezTo>
                    <a:cubicBezTo>
                      <a:pt x="4978" y="4789"/>
                      <a:pt x="4978" y="5167"/>
                      <a:pt x="5010" y="5482"/>
                    </a:cubicBezTo>
                    <a:lnTo>
                      <a:pt x="3718" y="5482"/>
                    </a:lnTo>
                    <a:cubicBezTo>
                      <a:pt x="3624" y="5167"/>
                      <a:pt x="3561" y="4789"/>
                      <a:pt x="3561" y="4443"/>
                    </a:cubicBezTo>
                    <a:cubicBezTo>
                      <a:pt x="3561" y="4096"/>
                      <a:pt x="3592" y="3750"/>
                      <a:pt x="3718" y="3435"/>
                    </a:cubicBezTo>
                    <a:close/>
                    <a:moveTo>
                      <a:pt x="7026" y="3435"/>
                    </a:moveTo>
                    <a:lnTo>
                      <a:pt x="7026" y="5482"/>
                    </a:lnTo>
                    <a:lnTo>
                      <a:pt x="5703" y="5482"/>
                    </a:lnTo>
                    <a:cubicBezTo>
                      <a:pt x="5672" y="5136"/>
                      <a:pt x="5640" y="4789"/>
                      <a:pt x="5640" y="4443"/>
                    </a:cubicBezTo>
                    <a:cubicBezTo>
                      <a:pt x="5640" y="4096"/>
                      <a:pt x="5672" y="3718"/>
                      <a:pt x="5703" y="3435"/>
                    </a:cubicBezTo>
                    <a:close/>
                    <a:moveTo>
                      <a:pt x="8980" y="3435"/>
                    </a:moveTo>
                    <a:cubicBezTo>
                      <a:pt x="9011" y="3750"/>
                      <a:pt x="9074" y="4096"/>
                      <a:pt x="9074" y="4443"/>
                    </a:cubicBezTo>
                    <a:cubicBezTo>
                      <a:pt x="9074" y="4789"/>
                      <a:pt x="9011" y="5167"/>
                      <a:pt x="8980" y="5482"/>
                    </a:cubicBezTo>
                    <a:lnTo>
                      <a:pt x="7688" y="5482"/>
                    </a:lnTo>
                    <a:lnTo>
                      <a:pt x="7688" y="3435"/>
                    </a:lnTo>
                    <a:close/>
                    <a:moveTo>
                      <a:pt x="10996" y="3435"/>
                    </a:moveTo>
                    <a:cubicBezTo>
                      <a:pt x="11059" y="3750"/>
                      <a:pt x="11153" y="4096"/>
                      <a:pt x="11153" y="4443"/>
                    </a:cubicBezTo>
                    <a:cubicBezTo>
                      <a:pt x="11153" y="4789"/>
                      <a:pt x="11122" y="5167"/>
                      <a:pt x="10996" y="5482"/>
                    </a:cubicBezTo>
                    <a:lnTo>
                      <a:pt x="9704" y="5482"/>
                    </a:lnTo>
                    <a:cubicBezTo>
                      <a:pt x="9736" y="5136"/>
                      <a:pt x="9767" y="4789"/>
                      <a:pt x="9767" y="4443"/>
                    </a:cubicBezTo>
                    <a:cubicBezTo>
                      <a:pt x="9736" y="4096"/>
                      <a:pt x="9736" y="3750"/>
                      <a:pt x="9704" y="3435"/>
                    </a:cubicBezTo>
                    <a:close/>
                    <a:moveTo>
                      <a:pt x="5136" y="6144"/>
                    </a:moveTo>
                    <a:cubicBezTo>
                      <a:pt x="5231" y="6648"/>
                      <a:pt x="5388" y="7089"/>
                      <a:pt x="5609" y="7467"/>
                    </a:cubicBezTo>
                    <a:cubicBezTo>
                      <a:pt x="5672" y="7593"/>
                      <a:pt x="5766" y="7751"/>
                      <a:pt x="5798" y="7877"/>
                    </a:cubicBezTo>
                    <a:cubicBezTo>
                      <a:pt x="5042" y="7530"/>
                      <a:pt x="4380" y="6932"/>
                      <a:pt x="3970" y="6144"/>
                    </a:cubicBezTo>
                    <a:close/>
                    <a:moveTo>
                      <a:pt x="10712" y="6144"/>
                    </a:moveTo>
                    <a:cubicBezTo>
                      <a:pt x="10334" y="6932"/>
                      <a:pt x="9704" y="7530"/>
                      <a:pt x="8917" y="7877"/>
                    </a:cubicBezTo>
                    <a:cubicBezTo>
                      <a:pt x="8980" y="7751"/>
                      <a:pt x="9074" y="7625"/>
                      <a:pt x="9106" y="7467"/>
                    </a:cubicBezTo>
                    <a:cubicBezTo>
                      <a:pt x="9295" y="7089"/>
                      <a:pt x="9452" y="6617"/>
                      <a:pt x="9578" y="6144"/>
                    </a:cubicBezTo>
                    <a:close/>
                    <a:moveTo>
                      <a:pt x="7026" y="6144"/>
                    </a:moveTo>
                    <a:lnTo>
                      <a:pt x="7026" y="8097"/>
                    </a:lnTo>
                    <a:cubicBezTo>
                      <a:pt x="6743" y="7940"/>
                      <a:pt x="6428" y="7625"/>
                      <a:pt x="6239" y="7152"/>
                    </a:cubicBezTo>
                    <a:cubicBezTo>
                      <a:pt x="6081" y="6837"/>
                      <a:pt x="5955" y="6491"/>
                      <a:pt x="5861" y="6144"/>
                    </a:cubicBezTo>
                    <a:close/>
                    <a:moveTo>
                      <a:pt x="8854" y="6144"/>
                    </a:moveTo>
                    <a:cubicBezTo>
                      <a:pt x="8791" y="6522"/>
                      <a:pt x="8633" y="6900"/>
                      <a:pt x="8507" y="7152"/>
                    </a:cubicBezTo>
                    <a:cubicBezTo>
                      <a:pt x="8287" y="7688"/>
                      <a:pt x="8003" y="8003"/>
                      <a:pt x="7688" y="8097"/>
                    </a:cubicBezTo>
                    <a:lnTo>
                      <a:pt x="7688" y="6144"/>
                    </a:lnTo>
                    <a:close/>
                    <a:moveTo>
                      <a:pt x="2726" y="8759"/>
                    </a:moveTo>
                    <a:cubicBezTo>
                      <a:pt x="2813" y="8759"/>
                      <a:pt x="2899" y="8790"/>
                      <a:pt x="2962" y="8853"/>
                    </a:cubicBezTo>
                    <a:cubicBezTo>
                      <a:pt x="3088" y="8980"/>
                      <a:pt x="3088" y="9169"/>
                      <a:pt x="2962" y="9326"/>
                    </a:cubicBezTo>
                    <a:lnTo>
                      <a:pt x="1387" y="10901"/>
                    </a:lnTo>
                    <a:cubicBezTo>
                      <a:pt x="1324" y="10964"/>
                      <a:pt x="1237" y="10996"/>
                      <a:pt x="1151" y="10996"/>
                    </a:cubicBezTo>
                    <a:cubicBezTo>
                      <a:pt x="1064" y="10996"/>
                      <a:pt x="977" y="10964"/>
                      <a:pt x="914" y="10901"/>
                    </a:cubicBezTo>
                    <a:cubicBezTo>
                      <a:pt x="788" y="10775"/>
                      <a:pt x="788" y="10555"/>
                      <a:pt x="914" y="10429"/>
                    </a:cubicBezTo>
                    <a:lnTo>
                      <a:pt x="2490" y="8853"/>
                    </a:lnTo>
                    <a:cubicBezTo>
                      <a:pt x="2553" y="8790"/>
                      <a:pt x="2639" y="8759"/>
                      <a:pt x="2726" y="8759"/>
                    </a:cubicBezTo>
                    <a:close/>
                    <a:moveTo>
                      <a:pt x="7373" y="1"/>
                    </a:moveTo>
                    <a:cubicBezTo>
                      <a:pt x="4915" y="1"/>
                      <a:pt x="2931" y="1985"/>
                      <a:pt x="2931" y="4443"/>
                    </a:cubicBezTo>
                    <a:cubicBezTo>
                      <a:pt x="2931" y="5514"/>
                      <a:pt x="3309" y="6522"/>
                      <a:pt x="4002" y="7310"/>
                    </a:cubicBezTo>
                    <a:lnTo>
                      <a:pt x="3151" y="8160"/>
                    </a:lnTo>
                    <a:cubicBezTo>
                      <a:pt x="3011" y="8079"/>
                      <a:pt x="2858" y="8040"/>
                      <a:pt x="2705" y="8040"/>
                    </a:cubicBezTo>
                    <a:cubicBezTo>
                      <a:pt x="2445" y="8040"/>
                      <a:pt x="2184" y="8151"/>
                      <a:pt x="1986" y="8349"/>
                    </a:cubicBezTo>
                    <a:lnTo>
                      <a:pt x="410" y="9925"/>
                    </a:lnTo>
                    <a:cubicBezTo>
                      <a:pt x="1" y="10303"/>
                      <a:pt x="1" y="10996"/>
                      <a:pt x="410" y="11374"/>
                    </a:cubicBezTo>
                    <a:cubicBezTo>
                      <a:pt x="599" y="11563"/>
                      <a:pt x="883" y="11689"/>
                      <a:pt x="1103" y="11689"/>
                    </a:cubicBezTo>
                    <a:cubicBezTo>
                      <a:pt x="1387" y="11689"/>
                      <a:pt x="1607" y="11563"/>
                      <a:pt x="1828" y="11374"/>
                    </a:cubicBezTo>
                    <a:lnTo>
                      <a:pt x="3403" y="9799"/>
                    </a:lnTo>
                    <a:cubicBezTo>
                      <a:pt x="3718" y="9484"/>
                      <a:pt x="3781" y="9011"/>
                      <a:pt x="3592" y="8633"/>
                    </a:cubicBezTo>
                    <a:lnTo>
                      <a:pt x="4411" y="7782"/>
                    </a:lnTo>
                    <a:cubicBezTo>
                      <a:pt x="5199" y="8444"/>
                      <a:pt x="6207" y="8853"/>
                      <a:pt x="7278" y="8853"/>
                    </a:cubicBezTo>
                    <a:cubicBezTo>
                      <a:pt x="7298" y="8854"/>
                      <a:pt x="7318" y="8854"/>
                      <a:pt x="7338" y="8854"/>
                    </a:cubicBezTo>
                    <a:cubicBezTo>
                      <a:pt x="9830" y="8854"/>
                      <a:pt x="11815" y="6881"/>
                      <a:pt x="11815" y="4443"/>
                    </a:cubicBezTo>
                    <a:cubicBezTo>
                      <a:pt x="11815" y="2017"/>
                      <a:pt x="9799" y="1"/>
                      <a:pt x="73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05" name="Google Shape;12431;p89">
                <a:extLst>
                  <a:ext uri="{FF2B5EF4-FFF2-40B4-BE49-F238E27FC236}">
                    <a16:creationId xmlns:a16="http://schemas.microsoft.com/office/drawing/2014/main" id="{9A10DD3B-8A4D-509F-3013-8E9D74CCF30A}"/>
                  </a:ext>
                </a:extLst>
              </p:cNvPr>
              <p:cNvGrpSpPr/>
              <p:nvPr/>
            </p:nvGrpSpPr>
            <p:grpSpPr>
              <a:xfrm>
                <a:off x="4541947" y="3455229"/>
                <a:ext cx="644752" cy="641288"/>
                <a:chOff x="-4931075" y="2765725"/>
                <a:chExt cx="293025" cy="291450"/>
              </a:xfrm>
              <a:grpFill/>
            </p:grpSpPr>
            <p:sp>
              <p:nvSpPr>
                <p:cNvPr id="18060" name="Google Shape;12432;p89">
                  <a:extLst>
                    <a:ext uri="{FF2B5EF4-FFF2-40B4-BE49-F238E27FC236}">
                      <a16:creationId xmlns:a16="http://schemas.microsoft.com/office/drawing/2014/main" id="{3C460379-0A0F-3010-87EF-518B9514B6AC}"/>
                    </a:ext>
                  </a:extLst>
                </p:cNvPr>
                <p:cNvSpPr/>
                <p:nvPr/>
              </p:nvSpPr>
              <p:spPr>
                <a:xfrm>
                  <a:off x="-4810550" y="288465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663"/>
                      </a:moveTo>
                      <a:cubicBezTo>
                        <a:pt x="1229" y="663"/>
                        <a:pt x="1386" y="820"/>
                        <a:pt x="1386" y="1041"/>
                      </a:cubicBezTo>
                      <a:cubicBezTo>
                        <a:pt x="1386" y="1230"/>
                        <a:pt x="1229" y="1387"/>
                        <a:pt x="1008" y="1387"/>
                      </a:cubicBezTo>
                      <a:cubicBezTo>
                        <a:pt x="819" y="1387"/>
                        <a:pt x="662" y="1230"/>
                        <a:pt x="662" y="1041"/>
                      </a:cubicBezTo>
                      <a:cubicBezTo>
                        <a:pt x="662" y="820"/>
                        <a:pt x="819" y="663"/>
                        <a:pt x="1008" y="663"/>
                      </a:cubicBez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41"/>
                      </a:cubicBezTo>
                      <a:cubicBezTo>
                        <a:pt x="0" y="1576"/>
                        <a:pt x="473" y="2049"/>
                        <a:pt x="1040" y="2049"/>
                      </a:cubicBezTo>
                      <a:cubicBezTo>
                        <a:pt x="1575" y="2049"/>
                        <a:pt x="2048" y="1576"/>
                        <a:pt x="2048" y="1041"/>
                      </a:cubicBezTo>
                      <a:cubicBezTo>
                        <a:pt x="2048" y="473"/>
                        <a:pt x="160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61" name="Google Shape;12433;p89">
                  <a:extLst>
                    <a:ext uri="{FF2B5EF4-FFF2-40B4-BE49-F238E27FC236}">
                      <a16:creationId xmlns:a16="http://schemas.microsoft.com/office/drawing/2014/main" id="{57172864-8473-2BA2-5B77-C3C364C81FE7}"/>
                    </a:ext>
                  </a:extLst>
                </p:cNvPr>
                <p:cNvSpPr/>
                <p:nvPr/>
              </p:nvSpPr>
              <p:spPr>
                <a:xfrm>
                  <a:off x="-4931075" y="27657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3214" y="1387"/>
                      </a:moveTo>
                      <a:lnTo>
                        <a:pt x="4475" y="3844"/>
                      </a:lnTo>
                      <a:cubicBezTo>
                        <a:pt x="4223" y="4002"/>
                        <a:pt x="4034" y="4222"/>
                        <a:pt x="3876" y="4443"/>
                      </a:cubicBezTo>
                      <a:lnTo>
                        <a:pt x="1356" y="3214"/>
                      </a:lnTo>
                      <a:cubicBezTo>
                        <a:pt x="1828" y="2427"/>
                        <a:pt x="2458" y="1796"/>
                        <a:pt x="3214" y="1387"/>
                      </a:cubicBezTo>
                      <a:close/>
                      <a:moveTo>
                        <a:pt x="5829" y="4128"/>
                      </a:moveTo>
                      <a:cubicBezTo>
                        <a:pt x="6775" y="4128"/>
                        <a:pt x="7531" y="4884"/>
                        <a:pt x="7531" y="5829"/>
                      </a:cubicBezTo>
                      <a:cubicBezTo>
                        <a:pt x="7562" y="6743"/>
                        <a:pt x="6775" y="7530"/>
                        <a:pt x="5829" y="7530"/>
                      </a:cubicBezTo>
                      <a:cubicBezTo>
                        <a:pt x="4884" y="7530"/>
                        <a:pt x="4160" y="6774"/>
                        <a:pt x="4160" y="5829"/>
                      </a:cubicBezTo>
                      <a:cubicBezTo>
                        <a:pt x="4160" y="4884"/>
                        <a:pt x="4884" y="4128"/>
                        <a:pt x="5829" y="4128"/>
                      </a:cubicBezTo>
                      <a:close/>
                      <a:moveTo>
                        <a:pt x="5798" y="662"/>
                      </a:moveTo>
                      <a:cubicBezTo>
                        <a:pt x="8665" y="662"/>
                        <a:pt x="10996" y="2994"/>
                        <a:pt x="10996" y="5861"/>
                      </a:cubicBezTo>
                      <a:cubicBezTo>
                        <a:pt x="10996" y="6585"/>
                        <a:pt x="10839" y="7247"/>
                        <a:pt x="10618" y="7845"/>
                      </a:cubicBezTo>
                      <a:lnTo>
                        <a:pt x="8129" y="6585"/>
                      </a:lnTo>
                      <a:cubicBezTo>
                        <a:pt x="8192" y="6333"/>
                        <a:pt x="8255" y="6050"/>
                        <a:pt x="8255" y="5829"/>
                      </a:cubicBezTo>
                      <a:cubicBezTo>
                        <a:pt x="8255" y="4474"/>
                        <a:pt x="7184" y="3435"/>
                        <a:pt x="5829" y="3435"/>
                      </a:cubicBezTo>
                      <a:cubicBezTo>
                        <a:pt x="5577" y="3435"/>
                        <a:pt x="5325" y="3466"/>
                        <a:pt x="5105" y="3529"/>
                      </a:cubicBezTo>
                      <a:lnTo>
                        <a:pt x="3845" y="1072"/>
                      </a:lnTo>
                      <a:cubicBezTo>
                        <a:pt x="4412" y="820"/>
                        <a:pt x="5105" y="662"/>
                        <a:pt x="5798" y="662"/>
                      </a:cubicBezTo>
                      <a:close/>
                      <a:moveTo>
                        <a:pt x="7814" y="7152"/>
                      </a:moveTo>
                      <a:lnTo>
                        <a:pt x="10303" y="8412"/>
                      </a:lnTo>
                      <a:cubicBezTo>
                        <a:pt x="9862" y="9200"/>
                        <a:pt x="9232" y="9830"/>
                        <a:pt x="8444" y="10271"/>
                      </a:cubicBezTo>
                      <a:lnTo>
                        <a:pt x="7216" y="7751"/>
                      </a:lnTo>
                      <a:cubicBezTo>
                        <a:pt x="7468" y="7593"/>
                        <a:pt x="7657" y="7404"/>
                        <a:pt x="7814" y="7152"/>
                      </a:cubicBezTo>
                      <a:close/>
                      <a:moveTo>
                        <a:pt x="1072" y="3844"/>
                      </a:moveTo>
                      <a:lnTo>
                        <a:pt x="3593" y="5073"/>
                      </a:lnTo>
                      <a:cubicBezTo>
                        <a:pt x="3530" y="5325"/>
                        <a:pt x="3498" y="5546"/>
                        <a:pt x="3498" y="5829"/>
                      </a:cubicBezTo>
                      <a:cubicBezTo>
                        <a:pt x="3498" y="7152"/>
                        <a:pt x="4538" y="8223"/>
                        <a:pt x="5892" y="8223"/>
                      </a:cubicBezTo>
                      <a:cubicBezTo>
                        <a:pt x="6176" y="8223"/>
                        <a:pt x="6396" y="8192"/>
                        <a:pt x="6648" y="8097"/>
                      </a:cubicBezTo>
                      <a:lnTo>
                        <a:pt x="7846" y="10618"/>
                      </a:lnTo>
                      <a:cubicBezTo>
                        <a:pt x="7216" y="10901"/>
                        <a:pt x="6554" y="11027"/>
                        <a:pt x="5892" y="11027"/>
                      </a:cubicBezTo>
                      <a:cubicBezTo>
                        <a:pt x="2994" y="10996"/>
                        <a:pt x="694" y="8665"/>
                        <a:pt x="694" y="5829"/>
                      </a:cubicBezTo>
                      <a:cubicBezTo>
                        <a:pt x="694" y="5104"/>
                        <a:pt x="852" y="4443"/>
                        <a:pt x="1072" y="3844"/>
                      </a:cubicBezTo>
                      <a:close/>
                      <a:moveTo>
                        <a:pt x="5798" y="1"/>
                      </a:moveTo>
                      <a:cubicBezTo>
                        <a:pt x="4254" y="1"/>
                        <a:pt x="2773" y="599"/>
                        <a:pt x="1702" y="1702"/>
                      </a:cubicBezTo>
                      <a:cubicBezTo>
                        <a:pt x="600" y="2805"/>
                        <a:pt x="1" y="4254"/>
                        <a:pt x="1" y="5798"/>
                      </a:cubicBezTo>
                      <a:cubicBezTo>
                        <a:pt x="1" y="8980"/>
                        <a:pt x="2647" y="11657"/>
                        <a:pt x="5892" y="11657"/>
                      </a:cubicBezTo>
                      <a:cubicBezTo>
                        <a:pt x="9106" y="11657"/>
                        <a:pt x="11721" y="9043"/>
                        <a:pt x="11721" y="5829"/>
                      </a:cubicBezTo>
                      <a:cubicBezTo>
                        <a:pt x="11658" y="2647"/>
                        <a:pt x="9043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6" name="Google Shape;12444;p89">
                <a:extLst>
                  <a:ext uri="{FF2B5EF4-FFF2-40B4-BE49-F238E27FC236}">
                    <a16:creationId xmlns:a16="http://schemas.microsoft.com/office/drawing/2014/main" id="{C53AC2AF-4780-868E-88CF-1A8DBED798E5}"/>
                  </a:ext>
                </a:extLst>
              </p:cNvPr>
              <p:cNvGrpSpPr/>
              <p:nvPr/>
            </p:nvGrpSpPr>
            <p:grpSpPr>
              <a:xfrm>
                <a:off x="8683385" y="3492498"/>
                <a:ext cx="641288" cy="566751"/>
                <a:chOff x="-3137650" y="2787000"/>
                <a:chExt cx="291450" cy="257575"/>
              </a:xfrm>
              <a:grpFill/>
            </p:grpSpPr>
            <p:sp>
              <p:nvSpPr>
                <p:cNvPr id="18052" name="Google Shape;12445;p89">
                  <a:extLst>
                    <a:ext uri="{FF2B5EF4-FFF2-40B4-BE49-F238E27FC236}">
                      <a16:creationId xmlns:a16="http://schemas.microsoft.com/office/drawing/2014/main" id="{6F3FED06-EE94-94F5-01D1-7B077FEF1B7B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3" name="Google Shape;12446;p89">
                  <a:extLst>
                    <a:ext uri="{FF2B5EF4-FFF2-40B4-BE49-F238E27FC236}">
                      <a16:creationId xmlns:a16="http://schemas.microsoft.com/office/drawing/2014/main" id="{8913422F-594D-A2DA-B4C7-1611B5349B23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4" name="Google Shape;12447;p89">
                  <a:extLst>
                    <a:ext uri="{FF2B5EF4-FFF2-40B4-BE49-F238E27FC236}">
                      <a16:creationId xmlns:a16="http://schemas.microsoft.com/office/drawing/2014/main" id="{F2502AD4-6DCB-1DF0-22AE-7D07D27BBA39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5" name="Google Shape;12448;p89">
                  <a:extLst>
                    <a:ext uri="{FF2B5EF4-FFF2-40B4-BE49-F238E27FC236}">
                      <a16:creationId xmlns:a16="http://schemas.microsoft.com/office/drawing/2014/main" id="{B994D15C-5A30-89E5-763C-1A63EAC789E9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6" name="Google Shape;12449;p89">
                  <a:extLst>
                    <a:ext uri="{FF2B5EF4-FFF2-40B4-BE49-F238E27FC236}">
                      <a16:creationId xmlns:a16="http://schemas.microsoft.com/office/drawing/2014/main" id="{6268C75C-C03C-84C7-67C5-60357EE7A949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7" name="Google Shape;12450;p89">
                  <a:extLst>
                    <a:ext uri="{FF2B5EF4-FFF2-40B4-BE49-F238E27FC236}">
                      <a16:creationId xmlns:a16="http://schemas.microsoft.com/office/drawing/2014/main" id="{78C49049-4CBB-B176-7676-FABEE681C75A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8" name="Google Shape;12451;p89">
                  <a:extLst>
                    <a:ext uri="{FF2B5EF4-FFF2-40B4-BE49-F238E27FC236}">
                      <a16:creationId xmlns:a16="http://schemas.microsoft.com/office/drawing/2014/main" id="{B5E5D2EF-362E-36D2-0121-A36426AD26AD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9" name="Google Shape;12452;p89">
                  <a:extLst>
                    <a:ext uri="{FF2B5EF4-FFF2-40B4-BE49-F238E27FC236}">
                      <a16:creationId xmlns:a16="http://schemas.microsoft.com/office/drawing/2014/main" id="{03D027CD-0572-70F8-BD7A-2EA28AC61116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7" name="Google Shape;12456;p89">
                <a:extLst>
                  <a:ext uri="{FF2B5EF4-FFF2-40B4-BE49-F238E27FC236}">
                    <a16:creationId xmlns:a16="http://schemas.microsoft.com/office/drawing/2014/main" id="{801ACCAD-EB53-3406-C169-7BBC07AC642B}"/>
                  </a:ext>
                </a:extLst>
              </p:cNvPr>
              <p:cNvGrpSpPr/>
              <p:nvPr/>
            </p:nvGrpSpPr>
            <p:grpSpPr>
              <a:xfrm>
                <a:off x="1243541" y="3454375"/>
                <a:ext cx="642992" cy="642992"/>
                <a:chOff x="-6354300" y="2757075"/>
                <a:chExt cx="292225" cy="292225"/>
              </a:xfrm>
              <a:grpFill/>
            </p:grpSpPr>
            <p:sp>
              <p:nvSpPr>
                <p:cNvPr id="18048" name="Google Shape;12457;p89">
                  <a:extLst>
                    <a:ext uri="{FF2B5EF4-FFF2-40B4-BE49-F238E27FC236}">
                      <a16:creationId xmlns:a16="http://schemas.microsoft.com/office/drawing/2014/main" id="{AE141DBC-F85C-578E-BC6C-2B17768125DF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9" name="Google Shape;12458;p89">
                  <a:extLst>
                    <a:ext uri="{FF2B5EF4-FFF2-40B4-BE49-F238E27FC236}">
                      <a16:creationId xmlns:a16="http://schemas.microsoft.com/office/drawing/2014/main" id="{DF2AF500-55D4-D5AD-ED02-0F94CA73037F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0" name="Google Shape;12459;p89">
                  <a:extLst>
                    <a:ext uri="{FF2B5EF4-FFF2-40B4-BE49-F238E27FC236}">
                      <a16:creationId xmlns:a16="http://schemas.microsoft.com/office/drawing/2014/main" id="{D685856E-AE70-CCFC-0028-F8307B1CA3D4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1" name="Google Shape;12460;p89">
                  <a:extLst>
                    <a:ext uri="{FF2B5EF4-FFF2-40B4-BE49-F238E27FC236}">
                      <a16:creationId xmlns:a16="http://schemas.microsoft.com/office/drawing/2014/main" id="{CE0EC2FB-2FBD-7E82-653B-319554437645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8" name="Google Shape;12467;p89">
                <a:extLst>
                  <a:ext uri="{FF2B5EF4-FFF2-40B4-BE49-F238E27FC236}">
                    <a16:creationId xmlns:a16="http://schemas.microsoft.com/office/drawing/2014/main" id="{D287448A-74BE-5165-203B-B1DB25E98BEE}"/>
                  </a:ext>
                </a:extLst>
              </p:cNvPr>
              <p:cNvGrpSpPr/>
              <p:nvPr/>
            </p:nvGrpSpPr>
            <p:grpSpPr>
              <a:xfrm>
                <a:off x="5368208" y="3453523"/>
                <a:ext cx="644752" cy="644698"/>
                <a:chOff x="-4572700" y="2764950"/>
                <a:chExt cx="293025" cy="293000"/>
              </a:xfrm>
              <a:grpFill/>
            </p:grpSpPr>
            <p:sp>
              <p:nvSpPr>
                <p:cNvPr id="18043" name="Google Shape;12468;p89">
                  <a:extLst>
                    <a:ext uri="{FF2B5EF4-FFF2-40B4-BE49-F238E27FC236}">
                      <a16:creationId xmlns:a16="http://schemas.microsoft.com/office/drawing/2014/main" id="{9776A23D-2068-894F-3343-18F6CF1A1C13}"/>
                    </a:ext>
                  </a:extLst>
                </p:cNvPr>
                <p:cNvSpPr/>
                <p:nvPr/>
              </p:nvSpPr>
              <p:spPr>
                <a:xfrm>
                  <a:off x="-4572700" y="2764950"/>
                  <a:ext cx="293025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720" extrusionOk="0">
                      <a:moveTo>
                        <a:pt x="10681" y="2048"/>
                      </a:moveTo>
                      <a:cubicBezTo>
                        <a:pt x="10870" y="2048"/>
                        <a:pt x="11027" y="2206"/>
                        <a:pt x="11027" y="2395"/>
                      </a:cubicBezTo>
                      <a:lnTo>
                        <a:pt x="11027" y="7246"/>
                      </a:lnTo>
                      <a:cubicBezTo>
                        <a:pt x="11027" y="7435"/>
                        <a:pt x="10870" y="7593"/>
                        <a:pt x="10681" y="7593"/>
                      </a:cubicBezTo>
                      <a:lnTo>
                        <a:pt x="1072" y="7593"/>
                      </a:lnTo>
                      <a:cubicBezTo>
                        <a:pt x="883" y="7593"/>
                        <a:pt x="725" y="7435"/>
                        <a:pt x="725" y="7246"/>
                      </a:cubicBezTo>
                      <a:lnTo>
                        <a:pt x="725" y="2395"/>
                      </a:lnTo>
                      <a:cubicBezTo>
                        <a:pt x="725" y="2206"/>
                        <a:pt x="883" y="2048"/>
                        <a:pt x="1072" y="2048"/>
                      </a:cubicBezTo>
                      <a:close/>
                      <a:moveTo>
                        <a:pt x="4821" y="8286"/>
                      </a:moveTo>
                      <a:lnTo>
                        <a:pt x="4821" y="8979"/>
                      </a:lnTo>
                      <a:lnTo>
                        <a:pt x="3435" y="8979"/>
                      </a:lnTo>
                      <a:lnTo>
                        <a:pt x="3435" y="8286"/>
                      </a:lnTo>
                      <a:close/>
                      <a:moveTo>
                        <a:pt x="8287" y="8286"/>
                      </a:moveTo>
                      <a:lnTo>
                        <a:pt x="8287" y="8979"/>
                      </a:lnTo>
                      <a:lnTo>
                        <a:pt x="6869" y="8979"/>
                      </a:lnTo>
                      <a:lnTo>
                        <a:pt x="6869" y="8286"/>
                      </a:lnTo>
                      <a:close/>
                      <a:moveTo>
                        <a:pt x="6207" y="8254"/>
                      </a:moveTo>
                      <a:lnTo>
                        <a:pt x="6207" y="11027"/>
                      </a:lnTo>
                      <a:lnTo>
                        <a:pt x="5514" y="11027"/>
                      </a:lnTo>
                      <a:lnTo>
                        <a:pt x="5514" y="8254"/>
                      </a:ln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cubicBezTo>
                        <a:pt x="1387" y="536"/>
                        <a:pt x="1544" y="693"/>
                        <a:pt x="1733" y="693"/>
                      </a:cubicBezTo>
                      <a:lnTo>
                        <a:pt x="2112" y="693"/>
                      </a:lnTo>
                      <a:lnTo>
                        <a:pt x="2112" y="1355"/>
                      </a:lnTo>
                      <a:lnTo>
                        <a:pt x="1072" y="1355"/>
                      </a:lnTo>
                      <a:cubicBezTo>
                        <a:pt x="536" y="1355"/>
                        <a:pt x="64" y="1827"/>
                        <a:pt x="64" y="2395"/>
                      </a:cubicBezTo>
                      <a:lnTo>
                        <a:pt x="64" y="7246"/>
                      </a:lnTo>
                      <a:cubicBezTo>
                        <a:pt x="64" y="7782"/>
                        <a:pt x="536" y="8254"/>
                        <a:pt x="1072" y="8254"/>
                      </a:cubicBezTo>
                      <a:lnTo>
                        <a:pt x="2773" y="8254"/>
                      </a:lnTo>
                      <a:lnTo>
                        <a:pt x="2773" y="8916"/>
                      </a:lnTo>
                      <a:lnTo>
                        <a:pt x="1733" y="8916"/>
                      </a:lnTo>
                      <a:cubicBezTo>
                        <a:pt x="1544" y="8916"/>
                        <a:pt x="1387" y="9074"/>
                        <a:pt x="1387" y="9294"/>
                      </a:cubicBezTo>
                      <a:cubicBezTo>
                        <a:pt x="1387" y="9483"/>
                        <a:pt x="1544" y="9641"/>
                        <a:pt x="1733" y="9641"/>
                      </a:cubicBezTo>
                      <a:lnTo>
                        <a:pt x="4821" y="9641"/>
                      </a:lnTo>
                      <a:lnTo>
                        <a:pt x="4821" y="11027"/>
                      </a:lnTo>
                      <a:lnTo>
                        <a:pt x="379" y="11027"/>
                      </a:lnTo>
                      <a:cubicBezTo>
                        <a:pt x="158" y="11027"/>
                        <a:pt x="1" y="11184"/>
                        <a:pt x="1" y="11373"/>
                      </a:cubicBezTo>
                      <a:cubicBezTo>
                        <a:pt x="1" y="11562"/>
                        <a:pt x="158" y="11720"/>
                        <a:pt x="379" y="11720"/>
                      </a:cubicBezTo>
                      <a:lnTo>
                        <a:pt x="11342" y="11720"/>
                      </a:lnTo>
                      <a:cubicBezTo>
                        <a:pt x="11563" y="11720"/>
                        <a:pt x="11721" y="11562"/>
                        <a:pt x="11721" y="11373"/>
                      </a:cubicBezTo>
                      <a:cubicBezTo>
                        <a:pt x="11721" y="11184"/>
                        <a:pt x="11563" y="11027"/>
                        <a:pt x="11342" y="11027"/>
                      </a:cubicBezTo>
                      <a:lnTo>
                        <a:pt x="6869" y="11027"/>
                      </a:lnTo>
                      <a:lnTo>
                        <a:pt x="6869" y="9641"/>
                      </a:lnTo>
                      <a:lnTo>
                        <a:pt x="9988" y="9641"/>
                      </a:lnTo>
                      <a:cubicBezTo>
                        <a:pt x="10177" y="9641"/>
                        <a:pt x="10334" y="9483"/>
                        <a:pt x="10334" y="9294"/>
                      </a:cubicBezTo>
                      <a:cubicBezTo>
                        <a:pt x="10334" y="9074"/>
                        <a:pt x="10177" y="8916"/>
                        <a:pt x="9988" y="8916"/>
                      </a:cubicBezTo>
                      <a:lnTo>
                        <a:pt x="8948" y="8916"/>
                      </a:lnTo>
                      <a:lnTo>
                        <a:pt x="8948" y="8254"/>
                      </a:lnTo>
                      <a:lnTo>
                        <a:pt x="10681" y="8254"/>
                      </a:lnTo>
                      <a:cubicBezTo>
                        <a:pt x="11248" y="8254"/>
                        <a:pt x="11721" y="7782"/>
                        <a:pt x="11721" y="7246"/>
                      </a:cubicBezTo>
                      <a:lnTo>
                        <a:pt x="11721" y="2395"/>
                      </a:lnTo>
                      <a:cubicBezTo>
                        <a:pt x="11721" y="1827"/>
                        <a:pt x="11248" y="1355"/>
                        <a:pt x="10681" y="1355"/>
                      </a:cubicBezTo>
                      <a:lnTo>
                        <a:pt x="9673" y="1355"/>
                      </a:lnTo>
                      <a:lnTo>
                        <a:pt x="9673" y="693"/>
                      </a:lnTo>
                      <a:lnTo>
                        <a:pt x="10019" y="693"/>
                      </a:lnTo>
                      <a:cubicBezTo>
                        <a:pt x="10208" y="693"/>
                        <a:pt x="10366" y="536"/>
                        <a:pt x="10366" y="347"/>
                      </a:cubicBezTo>
                      <a:cubicBezTo>
                        <a:pt x="10366" y="158"/>
                        <a:pt x="10208" y="0"/>
                        <a:pt x="10019" y="0"/>
                      </a:cubicBezTo>
                      <a:lnTo>
                        <a:pt x="8633" y="0"/>
                      </a:lnTo>
                      <a:cubicBezTo>
                        <a:pt x="8444" y="0"/>
                        <a:pt x="8287" y="158"/>
                        <a:pt x="8287" y="347"/>
                      </a:cubicBezTo>
                      <a:cubicBezTo>
                        <a:pt x="8287" y="536"/>
                        <a:pt x="8444" y="693"/>
                        <a:pt x="8633" y="693"/>
                      </a:cubicBezTo>
                      <a:lnTo>
                        <a:pt x="8980" y="693"/>
                      </a:lnTo>
                      <a:lnTo>
                        <a:pt x="8980" y="1355"/>
                      </a:lnTo>
                      <a:lnTo>
                        <a:pt x="6207" y="1355"/>
                      </a:lnTo>
                      <a:lnTo>
                        <a:pt x="6207" y="693"/>
                      </a:lnTo>
                      <a:lnTo>
                        <a:pt x="6554" y="693"/>
                      </a:lnTo>
                      <a:cubicBezTo>
                        <a:pt x="6743" y="693"/>
                        <a:pt x="6900" y="536"/>
                        <a:pt x="6900" y="347"/>
                      </a:cubicBezTo>
                      <a:cubicBezTo>
                        <a:pt x="6900" y="158"/>
                        <a:pt x="6743" y="0"/>
                        <a:pt x="6554" y="0"/>
                      </a:cubicBezTo>
                      <a:lnTo>
                        <a:pt x="5168" y="0"/>
                      </a:lnTo>
                      <a:cubicBezTo>
                        <a:pt x="4978" y="0"/>
                        <a:pt x="4821" y="158"/>
                        <a:pt x="4821" y="347"/>
                      </a:cubicBezTo>
                      <a:cubicBezTo>
                        <a:pt x="4821" y="536"/>
                        <a:pt x="4978" y="693"/>
                        <a:pt x="5168" y="693"/>
                      </a:cubicBezTo>
                      <a:lnTo>
                        <a:pt x="5514" y="693"/>
                      </a:lnTo>
                      <a:lnTo>
                        <a:pt x="5514" y="1355"/>
                      </a:lnTo>
                      <a:lnTo>
                        <a:pt x="2773" y="1355"/>
                      </a:lnTo>
                      <a:lnTo>
                        <a:pt x="2773" y="693"/>
                      </a:lnTo>
                      <a:lnTo>
                        <a:pt x="3120" y="693"/>
                      </a:lnTo>
                      <a:cubicBezTo>
                        <a:pt x="3309" y="693"/>
                        <a:pt x="3466" y="536"/>
                        <a:pt x="3466" y="347"/>
                      </a:cubicBezTo>
                      <a:cubicBezTo>
                        <a:pt x="3466" y="158"/>
                        <a:pt x="3309" y="0"/>
                        <a:pt x="3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4" name="Google Shape;12469;p89">
                  <a:extLst>
                    <a:ext uri="{FF2B5EF4-FFF2-40B4-BE49-F238E27FC236}">
                      <a16:creationId xmlns:a16="http://schemas.microsoft.com/office/drawing/2014/main" id="{58777053-5600-3A2E-120B-EE5A72C71E96}"/>
                    </a:ext>
                  </a:extLst>
                </p:cNvPr>
                <p:cNvSpPr/>
                <p:nvPr/>
              </p:nvSpPr>
              <p:spPr>
                <a:xfrm>
                  <a:off x="-4538825" y="2833475"/>
                  <a:ext cx="866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191" extrusionOk="0">
                      <a:moveTo>
                        <a:pt x="2804" y="662"/>
                      </a:moveTo>
                      <a:lnTo>
                        <a:pt x="2804" y="3466"/>
                      </a:lnTo>
                      <a:lnTo>
                        <a:pt x="757" y="3466"/>
                      </a:lnTo>
                      <a:lnTo>
                        <a:pt x="757" y="662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3812"/>
                      </a:lnTo>
                      <a:cubicBezTo>
                        <a:pt x="0" y="4033"/>
                        <a:pt x="158" y="4190"/>
                        <a:pt x="347" y="4190"/>
                      </a:cubicBezTo>
                      <a:lnTo>
                        <a:pt x="3119" y="4190"/>
                      </a:lnTo>
                      <a:cubicBezTo>
                        <a:pt x="3308" y="4190"/>
                        <a:pt x="3466" y="4033"/>
                        <a:pt x="3466" y="3812"/>
                      </a:cubicBezTo>
                      <a:lnTo>
                        <a:pt x="3466" y="347"/>
                      </a:ln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5" name="Google Shape;12470;p89">
                  <a:extLst>
                    <a:ext uri="{FF2B5EF4-FFF2-40B4-BE49-F238E27FC236}">
                      <a16:creationId xmlns:a16="http://schemas.microsoft.com/office/drawing/2014/main" id="{FBC17679-609A-DC03-17FB-CC73E7CCF477}"/>
                    </a:ext>
                  </a:extLst>
                </p:cNvPr>
                <p:cNvSpPr/>
                <p:nvPr/>
              </p:nvSpPr>
              <p:spPr>
                <a:xfrm>
                  <a:off x="-4435650" y="29027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6" name="Google Shape;12471;p89">
                  <a:extLst>
                    <a:ext uri="{FF2B5EF4-FFF2-40B4-BE49-F238E27FC236}">
                      <a16:creationId xmlns:a16="http://schemas.microsoft.com/office/drawing/2014/main" id="{6F440B8C-F614-C982-DB0B-C5198D83DA81}"/>
                    </a:ext>
                  </a:extLst>
                </p:cNvPr>
                <p:cNvSpPr/>
                <p:nvPr/>
              </p:nvSpPr>
              <p:spPr>
                <a:xfrm>
                  <a:off x="-4435650" y="286732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68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7" name="Google Shape;12472;p89">
                  <a:extLst>
                    <a:ext uri="{FF2B5EF4-FFF2-40B4-BE49-F238E27FC236}">
                      <a16:creationId xmlns:a16="http://schemas.microsoft.com/office/drawing/2014/main" id="{D29FB425-102A-9DB2-47F1-006A0316FA0E}"/>
                    </a:ext>
                  </a:extLst>
                </p:cNvPr>
                <p:cNvSpPr/>
                <p:nvPr/>
              </p:nvSpPr>
              <p:spPr>
                <a:xfrm>
                  <a:off x="-4435650" y="2833475"/>
                  <a:ext cx="1213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67"/>
                        <a:pt x="158" y="725"/>
                        <a:pt x="347" y="725"/>
                      </a:cubicBezTo>
                      <a:lnTo>
                        <a:pt x="4506" y="725"/>
                      </a:lnTo>
                      <a:cubicBezTo>
                        <a:pt x="4695" y="725"/>
                        <a:pt x="4852" y="567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9" name="Google Shape;12485;p89">
                <a:extLst>
                  <a:ext uri="{FF2B5EF4-FFF2-40B4-BE49-F238E27FC236}">
                    <a16:creationId xmlns:a16="http://schemas.microsoft.com/office/drawing/2014/main" id="{FA955663-D422-DBAF-0C48-79115B7285D5}"/>
                  </a:ext>
                </a:extLst>
              </p:cNvPr>
              <p:cNvGrpSpPr/>
              <p:nvPr/>
            </p:nvGrpSpPr>
            <p:grpSpPr>
              <a:xfrm>
                <a:off x="9506180" y="3456108"/>
                <a:ext cx="642992" cy="639527"/>
                <a:chOff x="-2571737" y="2764550"/>
                <a:chExt cx="292225" cy="290650"/>
              </a:xfrm>
              <a:grpFill/>
            </p:grpSpPr>
            <p:sp>
              <p:nvSpPr>
                <p:cNvPr id="18040" name="Google Shape;12486;p89">
                  <a:extLst>
                    <a:ext uri="{FF2B5EF4-FFF2-40B4-BE49-F238E27FC236}">
                      <a16:creationId xmlns:a16="http://schemas.microsoft.com/office/drawing/2014/main" id="{60D4B959-9272-E25D-9C72-35AE47A17A9A}"/>
                    </a:ext>
                  </a:extLst>
                </p:cNvPr>
                <p:cNvSpPr/>
                <p:nvPr/>
              </p:nvSpPr>
              <p:spPr>
                <a:xfrm>
                  <a:off x="-2496085" y="30091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27" y="1"/>
                        <a:pt x="0" y="158"/>
                        <a:pt x="0" y="347"/>
                      </a:cubicBezTo>
                      <a:cubicBezTo>
                        <a:pt x="0" y="536"/>
                        <a:pt x="127" y="694"/>
                        <a:pt x="347" y="694"/>
                      </a:cubicBezTo>
                      <a:cubicBezTo>
                        <a:pt x="536" y="694"/>
                        <a:pt x="694" y="536"/>
                        <a:pt x="694" y="347"/>
                      </a:cubicBezTo>
                      <a:cubicBezTo>
                        <a:pt x="662" y="158"/>
                        <a:pt x="505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1" name="Google Shape;12487;p89">
                  <a:extLst>
                    <a:ext uri="{FF2B5EF4-FFF2-40B4-BE49-F238E27FC236}">
                      <a16:creationId xmlns:a16="http://schemas.microsoft.com/office/drawing/2014/main" id="{539E9D48-4215-75B5-E23B-E133CAF03E22}"/>
                    </a:ext>
                  </a:extLst>
                </p:cNvPr>
                <p:cNvSpPr/>
                <p:nvPr/>
              </p:nvSpPr>
              <p:spPr>
                <a:xfrm>
                  <a:off x="-2398548" y="2800375"/>
                  <a:ext cx="52000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821" extrusionOk="0">
                      <a:moveTo>
                        <a:pt x="1008" y="0"/>
                      </a:moveTo>
                      <a:cubicBezTo>
                        <a:pt x="819" y="0"/>
                        <a:pt x="662" y="158"/>
                        <a:pt x="662" y="378"/>
                      </a:cubicBezTo>
                      <a:lnTo>
                        <a:pt x="662" y="757"/>
                      </a:lnTo>
                      <a:cubicBezTo>
                        <a:pt x="252" y="914"/>
                        <a:pt x="0" y="1261"/>
                        <a:pt x="0" y="1733"/>
                      </a:cubicBezTo>
                      <a:cubicBezTo>
                        <a:pt x="0" y="2300"/>
                        <a:pt x="473" y="2773"/>
                        <a:pt x="1008" y="2773"/>
                      </a:cubicBezTo>
                      <a:cubicBezTo>
                        <a:pt x="1323" y="2773"/>
                        <a:pt x="1481" y="3119"/>
                        <a:pt x="1260" y="3371"/>
                      </a:cubicBezTo>
                      <a:cubicBezTo>
                        <a:pt x="1197" y="3419"/>
                        <a:pt x="1103" y="3442"/>
                        <a:pt x="1012" y="3442"/>
                      </a:cubicBezTo>
                      <a:cubicBezTo>
                        <a:pt x="922" y="3442"/>
                        <a:pt x="835" y="3419"/>
                        <a:pt x="788" y="3371"/>
                      </a:cubicBezTo>
                      <a:cubicBezTo>
                        <a:pt x="725" y="3308"/>
                        <a:pt x="630" y="3277"/>
                        <a:pt x="540" y="3277"/>
                      </a:cubicBezTo>
                      <a:cubicBezTo>
                        <a:pt x="449" y="3277"/>
                        <a:pt x="362" y="3308"/>
                        <a:pt x="315" y="3371"/>
                      </a:cubicBezTo>
                      <a:cubicBezTo>
                        <a:pt x="189" y="3466"/>
                        <a:pt x="189" y="3718"/>
                        <a:pt x="315" y="3844"/>
                      </a:cubicBezTo>
                      <a:cubicBezTo>
                        <a:pt x="410" y="3939"/>
                        <a:pt x="536" y="4033"/>
                        <a:pt x="693" y="4065"/>
                      </a:cubicBezTo>
                      <a:lnTo>
                        <a:pt x="693" y="4474"/>
                      </a:lnTo>
                      <a:cubicBezTo>
                        <a:pt x="693" y="4663"/>
                        <a:pt x="851" y="4821"/>
                        <a:pt x="1040" y="4821"/>
                      </a:cubicBezTo>
                      <a:cubicBezTo>
                        <a:pt x="1260" y="4821"/>
                        <a:pt x="1418" y="4663"/>
                        <a:pt x="1418" y="4474"/>
                      </a:cubicBezTo>
                      <a:lnTo>
                        <a:pt x="1418" y="4065"/>
                      </a:lnTo>
                      <a:cubicBezTo>
                        <a:pt x="1796" y="3907"/>
                        <a:pt x="2079" y="3560"/>
                        <a:pt x="2079" y="3088"/>
                      </a:cubicBezTo>
                      <a:cubicBezTo>
                        <a:pt x="2079" y="2521"/>
                        <a:pt x="1607" y="2048"/>
                        <a:pt x="1040" y="2048"/>
                      </a:cubicBezTo>
                      <a:cubicBezTo>
                        <a:pt x="851" y="2048"/>
                        <a:pt x="693" y="1891"/>
                        <a:pt x="693" y="1702"/>
                      </a:cubicBezTo>
                      <a:cubicBezTo>
                        <a:pt x="693" y="1495"/>
                        <a:pt x="842" y="1356"/>
                        <a:pt x="1016" y="1356"/>
                      </a:cubicBezTo>
                      <a:cubicBezTo>
                        <a:pt x="1107" y="1356"/>
                        <a:pt x="1205" y="1394"/>
                        <a:pt x="1292" y="1481"/>
                      </a:cubicBezTo>
                      <a:cubicBezTo>
                        <a:pt x="1355" y="1528"/>
                        <a:pt x="1441" y="1552"/>
                        <a:pt x="1528" y="1552"/>
                      </a:cubicBezTo>
                      <a:cubicBezTo>
                        <a:pt x="1615" y="1552"/>
                        <a:pt x="1701" y="1528"/>
                        <a:pt x="1764" y="1481"/>
                      </a:cubicBezTo>
                      <a:cubicBezTo>
                        <a:pt x="1859" y="1355"/>
                        <a:pt x="1859" y="1103"/>
                        <a:pt x="1764" y="1009"/>
                      </a:cubicBezTo>
                      <a:cubicBezTo>
                        <a:pt x="1638" y="883"/>
                        <a:pt x="1512" y="788"/>
                        <a:pt x="1355" y="757"/>
                      </a:cubicBezTo>
                      <a:lnTo>
                        <a:pt x="1355" y="378"/>
                      </a:lnTo>
                      <a:cubicBezTo>
                        <a:pt x="1355" y="158"/>
                        <a:pt x="1197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2" name="Google Shape;12488;p89">
                  <a:extLst>
                    <a:ext uri="{FF2B5EF4-FFF2-40B4-BE49-F238E27FC236}">
                      <a16:creationId xmlns:a16="http://schemas.microsoft.com/office/drawing/2014/main" id="{1D1EB8A5-30D3-344C-7C04-DF53DF5EA338}"/>
                    </a:ext>
                  </a:extLst>
                </p:cNvPr>
                <p:cNvSpPr/>
                <p:nvPr/>
              </p:nvSpPr>
              <p:spPr>
                <a:xfrm>
                  <a:off x="-2571737" y="2764550"/>
                  <a:ext cx="292225" cy="29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26" extrusionOk="0">
                      <a:moveTo>
                        <a:pt x="5009" y="1355"/>
                      </a:moveTo>
                      <a:cubicBezTo>
                        <a:pt x="4789" y="1576"/>
                        <a:pt x="4694" y="1796"/>
                        <a:pt x="4537" y="2049"/>
                      </a:cubicBezTo>
                      <a:lnTo>
                        <a:pt x="662" y="2049"/>
                      </a:lnTo>
                      <a:lnTo>
                        <a:pt x="662" y="1670"/>
                      </a:lnTo>
                      <a:cubicBezTo>
                        <a:pt x="662" y="1513"/>
                        <a:pt x="819" y="1355"/>
                        <a:pt x="1008" y="1355"/>
                      </a:cubicBezTo>
                      <a:close/>
                      <a:moveTo>
                        <a:pt x="7908" y="694"/>
                      </a:moveTo>
                      <a:cubicBezTo>
                        <a:pt x="9609" y="694"/>
                        <a:pt x="10995" y="2080"/>
                        <a:pt x="10995" y="3781"/>
                      </a:cubicBezTo>
                      <a:cubicBezTo>
                        <a:pt x="10995" y="5451"/>
                        <a:pt x="9609" y="6837"/>
                        <a:pt x="7908" y="6837"/>
                      </a:cubicBezTo>
                      <a:cubicBezTo>
                        <a:pt x="7309" y="6837"/>
                        <a:pt x="6679" y="6680"/>
                        <a:pt x="6206" y="6365"/>
                      </a:cubicBezTo>
                      <a:cubicBezTo>
                        <a:pt x="6162" y="6342"/>
                        <a:pt x="6086" y="6320"/>
                        <a:pt x="6023" y="6320"/>
                      </a:cubicBezTo>
                      <a:cubicBezTo>
                        <a:pt x="5997" y="6320"/>
                        <a:pt x="5973" y="6324"/>
                        <a:pt x="5954" y="6333"/>
                      </a:cubicBezTo>
                      <a:cubicBezTo>
                        <a:pt x="5671" y="6396"/>
                        <a:pt x="5324" y="6522"/>
                        <a:pt x="5009" y="6648"/>
                      </a:cubicBezTo>
                      <a:lnTo>
                        <a:pt x="5324" y="5703"/>
                      </a:lnTo>
                      <a:cubicBezTo>
                        <a:pt x="5356" y="5609"/>
                        <a:pt x="5324" y="5514"/>
                        <a:pt x="5261" y="5420"/>
                      </a:cubicBezTo>
                      <a:cubicBezTo>
                        <a:pt x="4946" y="4947"/>
                        <a:pt x="4789" y="4348"/>
                        <a:pt x="4789" y="3781"/>
                      </a:cubicBezTo>
                      <a:cubicBezTo>
                        <a:pt x="4789" y="2080"/>
                        <a:pt x="6238" y="694"/>
                        <a:pt x="7908" y="694"/>
                      </a:cubicBezTo>
                      <a:close/>
                      <a:moveTo>
                        <a:pt x="4253" y="2710"/>
                      </a:moveTo>
                      <a:cubicBezTo>
                        <a:pt x="4190" y="3025"/>
                        <a:pt x="4096" y="3372"/>
                        <a:pt x="4096" y="3718"/>
                      </a:cubicBezTo>
                      <a:cubicBezTo>
                        <a:pt x="4096" y="4411"/>
                        <a:pt x="4253" y="5041"/>
                        <a:pt x="4600" y="5609"/>
                      </a:cubicBezTo>
                      <a:lnTo>
                        <a:pt x="4127" y="7089"/>
                      </a:lnTo>
                      <a:cubicBezTo>
                        <a:pt x="4096" y="7184"/>
                        <a:pt x="4127" y="7341"/>
                        <a:pt x="4222" y="7436"/>
                      </a:cubicBezTo>
                      <a:cubicBezTo>
                        <a:pt x="4266" y="7480"/>
                        <a:pt x="4358" y="7525"/>
                        <a:pt x="4453" y="7525"/>
                      </a:cubicBezTo>
                      <a:cubicBezTo>
                        <a:pt x="4492" y="7525"/>
                        <a:pt x="4531" y="7517"/>
                        <a:pt x="4568" y="7499"/>
                      </a:cubicBezTo>
                      <a:cubicBezTo>
                        <a:pt x="4568" y="7499"/>
                        <a:pt x="5387" y="7247"/>
                        <a:pt x="6017" y="7026"/>
                      </a:cubicBezTo>
                      <a:cubicBezTo>
                        <a:pt x="6080" y="7089"/>
                        <a:pt x="6143" y="7089"/>
                        <a:pt x="6175" y="7121"/>
                      </a:cubicBezTo>
                      <a:lnTo>
                        <a:pt x="6175" y="8223"/>
                      </a:lnTo>
                      <a:lnTo>
                        <a:pt x="662" y="8223"/>
                      </a:lnTo>
                      <a:lnTo>
                        <a:pt x="662" y="2710"/>
                      </a:lnTo>
                      <a:close/>
                      <a:moveTo>
                        <a:pt x="6112" y="8885"/>
                      </a:moveTo>
                      <a:lnTo>
                        <a:pt x="6112" y="10618"/>
                      </a:lnTo>
                      <a:cubicBezTo>
                        <a:pt x="6143" y="10807"/>
                        <a:pt x="5986" y="10964"/>
                        <a:pt x="5797" y="10964"/>
                      </a:cubicBezTo>
                      <a:lnTo>
                        <a:pt x="977" y="10964"/>
                      </a:lnTo>
                      <a:cubicBezTo>
                        <a:pt x="788" y="10964"/>
                        <a:pt x="630" y="10807"/>
                        <a:pt x="630" y="10618"/>
                      </a:cubicBezTo>
                      <a:lnTo>
                        <a:pt x="630" y="8885"/>
                      </a:lnTo>
                      <a:close/>
                      <a:moveTo>
                        <a:pt x="7908" y="1"/>
                      </a:moveTo>
                      <a:cubicBezTo>
                        <a:pt x="7120" y="1"/>
                        <a:pt x="6364" y="221"/>
                        <a:pt x="5734" y="662"/>
                      </a:cubicBezTo>
                      <a:lnTo>
                        <a:pt x="1008" y="662"/>
                      </a:lnTo>
                      <a:cubicBezTo>
                        <a:pt x="473" y="662"/>
                        <a:pt x="0" y="1135"/>
                        <a:pt x="0" y="1670"/>
                      </a:cubicBezTo>
                      <a:lnTo>
                        <a:pt x="0" y="10618"/>
                      </a:lnTo>
                      <a:cubicBezTo>
                        <a:pt x="0" y="11153"/>
                        <a:pt x="473" y="11626"/>
                        <a:pt x="1008" y="11626"/>
                      </a:cubicBezTo>
                      <a:lnTo>
                        <a:pt x="5828" y="11626"/>
                      </a:lnTo>
                      <a:cubicBezTo>
                        <a:pt x="6364" y="11626"/>
                        <a:pt x="6837" y="11153"/>
                        <a:pt x="6837" y="10618"/>
                      </a:cubicBezTo>
                      <a:lnTo>
                        <a:pt x="6837" y="7341"/>
                      </a:lnTo>
                      <a:cubicBezTo>
                        <a:pt x="7215" y="7436"/>
                        <a:pt x="7561" y="7499"/>
                        <a:pt x="7908" y="7499"/>
                      </a:cubicBezTo>
                      <a:cubicBezTo>
                        <a:pt x="9987" y="7499"/>
                        <a:pt x="11688" y="5798"/>
                        <a:pt x="11688" y="3718"/>
                      </a:cubicBezTo>
                      <a:cubicBezTo>
                        <a:pt x="11657" y="1670"/>
                        <a:pt x="9956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0" name="Google Shape;12498;p89">
                <a:extLst>
                  <a:ext uri="{FF2B5EF4-FFF2-40B4-BE49-F238E27FC236}">
                    <a16:creationId xmlns:a16="http://schemas.microsoft.com/office/drawing/2014/main" id="{AFCD1A12-D626-50C1-528E-795ECDB2B04F}"/>
                  </a:ext>
                </a:extLst>
              </p:cNvPr>
              <p:cNvGrpSpPr/>
              <p:nvPr/>
            </p:nvGrpSpPr>
            <p:grpSpPr>
              <a:xfrm>
                <a:off x="2088889" y="3454375"/>
                <a:ext cx="606578" cy="642992"/>
                <a:chOff x="-5995925" y="2757850"/>
                <a:chExt cx="275675" cy="292225"/>
              </a:xfrm>
              <a:grpFill/>
            </p:grpSpPr>
            <p:sp>
              <p:nvSpPr>
                <p:cNvPr id="18031" name="Google Shape;12499;p89">
                  <a:extLst>
                    <a:ext uri="{FF2B5EF4-FFF2-40B4-BE49-F238E27FC236}">
                      <a16:creationId xmlns:a16="http://schemas.microsoft.com/office/drawing/2014/main" id="{3792EEF3-2849-B1C6-51E4-CCEB3E68A020}"/>
                    </a:ext>
                  </a:extLst>
                </p:cNvPr>
                <p:cNvSpPr/>
                <p:nvPr/>
              </p:nvSpPr>
              <p:spPr>
                <a:xfrm>
                  <a:off x="-5995925" y="2757850"/>
                  <a:ext cx="2756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7" h="11689" extrusionOk="0">
                      <a:moveTo>
                        <a:pt x="9924" y="1324"/>
                      </a:moveTo>
                      <a:cubicBezTo>
                        <a:pt x="10113" y="1324"/>
                        <a:pt x="10271" y="1481"/>
                        <a:pt x="10271" y="1702"/>
                      </a:cubicBezTo>
                      <a:lnTo>
                        <a:pt x="10271" y="9263"/>
                      </a:lnTo>
                      <a:lnTo>
                        <a:pt x="10302" y="9263"/>
                      </a:lnTo>
                      <a:cubicBezTo>
                        <a:pt x="10302" y="9452"/>
                        <a:pt x="10145" y="9610"/>
                        <a:pt x="9956" y="9610"/>
                      </a:cubicBezTo>
                      <a:lnTo>
                        <a:pt x="9609" y="9610"/>
                      </a:lnTo>
                      <a:lnTo>
                        <a:pt x="9609" y="8570"/>
                      </a:lnTo>
                      <a:cubicBezTo>
                        <a:pt x="9609" y="8381"/>
                        <a:pt x="9452" y="8223"/>
                        <a:pt x="9263" y="8223"/>
                      </a:cubicBezTo>
                      <a:lnTo>
                        <a:pt x="4442" y="8223"/>
                      </a:lnTo>
                      <a:cubicBezTo>
                        <a:pt x="4253" y="8223"/>
                        <a:pt x="4096" y="8381"/>
                        <a:pt x="4096" y="8570"/>
                      </a:cubicBezTo>
                      <a:lnTo>
                        <a:pt x="4096" y="9610"/>
                      </a:lnTo>
                      <a:lnTo>
                        <a:pt x="3434" y="9610"/>
                      </a:lnTo>
                      <a:lnTo>
                        <a:pt x="3434" y="1324"/>
                      </a:lnTo>
                      <a:close/>
                      <a:moveTo>
                        <a:pt x="2426" y="631"/>
                      </a:moveTo>
                      <a:cubicBezTo>
                        <a:pt x="2647" y="631"/>
                        <a:pt x="2804" y="788"/>
                        <a:pt x="2804" y="977"/>
                      </a:cubicBezTo>
                      <a:lnTo>
                        <a:pt x="2804" y="9925"/>
                      </a:lnTo>
                      <a:cubicBezTo>
                        <a:pt x="2804" y="10114"/>
                        <a:pt x="2647" y="10271"/>
                        <a:pt x="2426" y="10271"/>
                      </a:cubicBezTo>
                      <a:lnTo>
                        <a:pt x="1071" y="10271"/>
                      </a:lnTo>
                      <a:cubicBezTo>
                        <a:pt x="851" y="10271"/>
                        <a:pt x="693" y="10114"/>
                        <a:pt x="693" y="9925"/>
                      </a:cubicBezTo>
                      <a:lnTo>
                        <a:pt x="693" y="977"/>
                      </a:lnTo>
                      <a:cubicBezTo>
                        <a:pt x="693" y="788"/>
                        <a:pt x="851" y="631"/>
                        <a:pt x="1071" y="631"/>
                      </a:cubicBezTo>
                      <a:close/>
                      <a:moveTo>
                        <a:pt x="8948" y="8948"/>
                      </a:moveTo>
                      <a:lnTo>
                        <a:pt x="8948" y="10996"/>
                      </a:lnTo>
                      <a:lnTo>
                        <a:pt x="4852" y="10996"/>
                      </a:lnTo>
                      <a:lnTo>
                        <a:pt x="4852" y="8948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956"/>
                      </a:lnTo>
                      <a:cubicBezTo>
                        <a:pt x="0" y="10523"/>
                        <a:pt x="473" y="10996"/>
                        <a:pt x="1008" y="10996"/>
                      </a:cubicBezTo>
                      <a:lnTo>
                        <a:pt x="2395" y="10996"/>
                      </a:lnTo>
                      <a:cubicBezTo>
                        <a:pt x="2836" y="10996"/>
                        <a:pt x="3214" y="10712"/>
                        <a:pt x="3371" y="10303"/>
                      </a:cubicBezTo>
                      <a:lnTo>
                        <a:pt x="4127" y="10303"/>
                      </a:lnTo>
                      <a:lnTo>
                        <a:pt x="4127" y="11342"/>
                      </a:lnTo>
                      <a:cubicBezTo>
                        <a:pt x="4127" y="11531"/>
                        <a:pt x="4285" y="11689"/>
                        <a:pt x="4474" y="11689"/>
                      </a:cubicBezTo>
                      <a:lnTo>
                        <a:pt x="9294" y="11689"/>
                      </a:lnTo>
                      <a:cubicBezTo>
                        <a:pt x="9483" y="11689"/>
                        <a:pt x="9641" y="11531"/>
                        <a:pt x="9641" y="11342"/>
                      </a:cubicBezTo>
                      <a:lnTo>
                        <a:pt x="9641" y="10271"/>
                      </a:lnTo>
                      <a:lnTo>
                        <a:pt x="9987" y="10271"/>
                      </a:lnTo>
                      <a:cubicBezTo>
                        <a:pt x="10554" y="10271"/>
                        <a:pt x="11027" y="9799"/>
                        <a:pt x="11027" y="9263"/>
                      </a:cubicBezTo>
                      <a:lnTo>
                        <a:pt x="11027" y="1702"/>
                      </a:lnTo>
                      <a:cubicBezTo>
                        <a:pt x="10995" y="1103"/>
                        <a:pt x="10554" y="662"/>
                        <a:pt x="9956" y="662"/>
                      </a:cubicBezTo>
                      <a:lnTo>
                        <a:pt x="3371" y="662"/>
                      </a:lnTo>
                      <a:cubicBezTo>
                        <a:pt x="3214" y="284"/>
                        <a:pt x="2867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2" name="Google Shape;12500;p89">
                  <a:extLst>
                    <a:ext uri="{FF2B5EF4-FFF2-40B4-BE49-F238E27FC236}">
                      <a16:creationId xmlns:a16="http://schemas.microsoft.com/office/drawing/2014/main" id="{CD8D84CF-462D-0188-E38C-B86686965D81}"/>
                    </a:ext>
                  </a:extLst>
                </p:cNvPr>
                <p:cNvSpPr/>
                <p:nvPr/>
              </p:nvSpPr>
              <p:spPr>
                <a:xfrm>
                  <a:off x="-5892750" y="2808250"/>
                  <a:ext cx="1378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2774" extrusionOk="0">
                      <a:moveTo>
                        <a:pt x="4821" y="694"/>
                      </a:moveTo>
                      <a:lnTo>
                        <a:pt x="4821" y="2112"/>
                      </a:lnTo>
                      <a:lnTo>
                        <a:pt x="725" y="2112"/>
                      </a:lnTo>
                      <a:lnTo>
                        <a:pt x="725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8"/>
                      </a:cubicBezTo>
                      <a:lnTo>
                        <a:pt x="0" y="2427"/>
                      </a:lnTo>
                      <a:cubicBezTo>
                        <a:pt x="0" y="2616"/>
                        <a:pt x="158" y="2773"/>
                        <a:pt x="347" y="2773"/>
                      </a:cubicBezTo>
                      <a:lnTo>
                        <a:pt x="5167" y="2773"/>
                      </a:lnTo>
                      <a:cubicBezTo>
                        <a:pt x="5356" y="2773"/>
                        <a:pt x="5514" y="2616"/>
                        <a:pt x="5514" y="2427"/>
                      </a:cubicBezTo>
                      <a:lnTo>
                        <a:pt x="5514" y="348"/>
                      </a:lnTo>
                      <a:cubicBezTo>
                        <a:pt x="5514" y="158"/>
                        <a:pt x="535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3" name="Google Shape;12501;p89">
                  <a:extLst>
                    <a:ext uri="{FF2B5EF4-FFF2-40B4-BE49-F238E27FC236}">
                      <a16:creationId xmlns:a16="http://schemas.microsoft.com/office/drawing/2014/main" id="{909693CD-86AA-98EB-279C-8F91C672EE31}"/>
                    </a:ext>
                  </a:extLst>
                </p:cNvPr>
                <p:cNvSpPr/>
                <p:nvPr/>
              </p:nvSpPr>
              <p:spPr>
                <a:xfrm>
                  <a:off x="-5891975" y="2895675"/>
                  <a:ext cx="3470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1" y="694"/>
                      </a:lnTo>
                      <a:cubicBezTo>
                        <a:pt x="1230" y="694"/>
                        <a:pt x="1387" y="537"/>
                        <a:pt x="1387" y="348"/>
                      </a:cubicBezTo>
                      <a:cubicBezTo>
                        <a:pt x="1356" y="127"/>
                        <a:pt x="1198" y="1"/>
                        <a:pt x="10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4" name="Google Shape;12502;p89">
                  <a:extLst>
                    <a:ext uri="{FF2B5EF4-FFF2-40B4-BE49-F238E27FC236}">
                      <a16:creationId xmlns:a16="http://schemas.microsoft.com/office/drawing/2014/main" id="{F4D0850F-0F60-DFAB-4AF4-A1EE3208ABF5}"/>
                    </a:ext>
                  </a:extLst>
                </p:cNvPr>
                <p:cNvSpPr/>
                <p:nvPr/>
              </p:nvSpPr>
              <p:spPr>
                <a:xfrm>
                  <a:off x="-5891975" y="2928775"/>
                  <a:ext cx="34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1" y="725"/>
                      </a:lnTo>
                      <a:cubicBezTo>
                        <a:pt x="1230" y="725"/>
                        <a:pt x="1387" y="567"/>
                        <a:pt x="1387" y="378"/>
                      </a:cubicBezTo>
                      <a:cubicBezTo>
                        <a:pt x="1356" y="158"/>
                        <a:pt x="119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5" name="Google Shape;12503;p89">
                  <a:extLst>
                    <a:ext uri="{FF2B5EF4-FFF2-40B4-BE49-F238E27FC236}">
                      <a16:creationId xmlns:a16="http://schemas.microsoft.com/office/drawing/2014/main" id="{B3E39510-F5A5-EE71-8894-6299105B0920}"/>
                    </a:ext>
                  </a:extLst>
                </p:cNvPr>
                <p:cNvSpPr/>
                <p:nvPr/>
              </p:nvSpPr>
              <p:spPr>
                <a:xfrm>
                  <a:off x="-58407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6" name="Google Shape;12504;p89">
                  <a:extLst>
                    <a:ext uri="{FF2B5EF4-FFF2-40B4-BE49-F238E27FC236}">
                      <a16:creationId xmlns:a16="http://schemas.microsoft.com/office/drawing/2014/main" id="{29EB52F9-D6B8-4868-5191-EEF30E6FE417}"/>
                    </a:ext>
                  </a:extLst>
                </p:cNvPr>
                <p:cNvSpPr/>
                <p:nvPr/>
              </p:nvSpPr>
              <p:spPr>
                <a:xfrm>
                  <a:off x="-58407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7" name="Google Shape;12505;p89">
                  <a:extLst>
                    <a:ext uri="{FF2B5EF4-FFF2-40B4-BE49-F238E27FC236}">
                      <a16:creationId xmlns:a16="http://schemas.microsoft.com/office/drawing/2014/main" id="{5A44455B-D8C5-E459-65DD-C7DB9A3086FC}"/>
                    </a:ext>
                  </a:extLst>
                </p:cNvPr>
                <p:cNvSpPr/>
                <p:nvPr/>
              </p:nvSpPr>
              <p:spPr>
                <a:xfrm>
                  <a:off x="-57895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8" name="Google Shape;12506;p89">
                  <a:extLst>
                    <a:ext uri="{FF2B5EF4-FFF2-40B4-BE49-F238E27FC236}">
                      <a16:creationId xmlns:a16="http://schemas.microsoft.com/office/drawing/2014/main" id="{C1936708-2D20-2659-A105-E74DC17EF46F}"/>
                    </a:ext>
                  </a:extLst>
                </p:cNvPr>
                <p:cNvSpPr/>
                <p:nvPr/>
              </p:nvSpPr>
              <p:spPr>
                <a:xfrm>
                  <a:off x="-57895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9" name="Google Shape;12507;p89">
                  <a:extLst>
                    <a:ext uri="{FF2B5EF4-FFF2-40B4-BE49-F238E27FC236}">
                      <a16:creationId xmlns:a16="http://schemas.microsoft.com/office/drawing/2014/main" id="{E05FB2D4-AEC3-5DBD-64AC-CF59865DABCC}"/>
                    </a:ext>
                  </a:extLst>
                </p:cNvPr>
                <p:cNvSpPr/>
                <p:nvPr/>
              </p:nvSpPr>
              <p:spPr>
                <a:xfrm>
                  <a:off x="-5858100" y="2998075"/>
                  <a:ext cx="685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584" y="694"/>
                        <a:pt x="2742" y="536"/>
                        <a:pt x="2742" y="347"/>
                      </a:cubicBezTo>
                      <a:cubicBezTo>
                        <a:pt x="2742" y="158"/>
                        <a:pt x="2584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1" name="Google Shape;12515;p89">
                <a:extLst>
                  <a:ext uri="{FF2B5EF4-FFF2-40B4-BE49-F238E27FC236}">
                    <a16:creationId xmlns:a16="http://schemas.microsoft.com/office/drawing/2014/main" id="{1C444CAD-E63B-C194-63DE-DC0AAB211E2F}"/>
                  </a:ext>
                </a:extLst>
              </p:cNvPr>
              <p:cNvGrpSpPr/>
              <p:nvPr/>
            </p:nvGrpSpPr>
            <p:grpSpPr>
              <a:xfrm>
                <a:off x="6192681" y="3474318"/>
                <a:ext cx="641288" cy="603112"/>
                <a:chOff x="-4211975" y="2783850"/>
                <a:chExt cx="291450" cy="274100"/>
              </a:xfrm>
              <a:grpFill/>
            </p:grpSpPr>
            <p:sp>
              <p:nvSpPr>
                <p:cNvPr id="18028" name="Google Shape;12516;p89">
                  <a:extLst>
                    <a:ext uri="{FF2B5EF4-FFF2-40B4-BE49-F238E27FC236}">
                      <a16:creationId xmlns:a16="http://schemas.microsoft.com/office/drawing/2014/main" id="{69B44957-36EC-DD9C-283E-67A1B4588940}"/>
                    </a:ext>
                  </a:extLst>
                </p:cNvPr>
                <p:cNvSpPr/>
                <p:nvPr/>
              </p:nvSpPr>
              <p:spPr>
                <a:xfrm>
                  <a:off x="-4211975" y="2937125"/>
                  <a:ext cx="291450" cy="12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4833" extrusionOk="0">
                      <a:moveTo>
                        <a:pt x="978" y="706"/>
                      </a:moveTo>
                      <a:cubicBezTo>
                        <a:pt x="1167" y="706"/>
                        <a:pt x="1324" y="863"/>
                        <a:pt x="1324" y="1052"/>
                      </a:cubicBezTo>
                      <a:lnTo>
                        <a:pt x="1324" y="3762"/>
                      </a:lnTo>
                      <a:cubicBezTo>
                        <a:pt x="1324" y="3982"/>
                        <a:pt x="1167" y="4140"/>
                        <a:pt x="978" y="4140"/>
                      </a:cubicBezTo>
                      <a:lnTo>
                        <a:pt x="631" y="4140"/>
                      </a:lnTo>
                      <a:lnTo>
                        <a:pt x="631" y="706"/>
                      </a:lnTo>
                      <a:close/>
                      <a:moveTo>
                        <a:pt x="3866" y="717"/>
                      </a:moveTo>
                      <a:cubicBezTo>
                        <a:pt x="4374" y="717"/>
                        <a:pt x="4886" y="859"/>
                        <a:pt x="5325" y="1147"/>
                      </a:cubicBezTo>
                      <a:cubicBezTo>
                        <a:pt x="5672" y="1367"/>
                        <a:pt x="5703" y="1399"/>
                        <a:pt x="5829" y="1399"/>
                      </a:cubicBezTo>
                      <a:lnTo>
                        <a:pt x="7247" y="1399"/>
                      </a:lnTo>
                      <a:cubicBezTo>
                        <a:pt x="7436" y="1399"/>
                        <a:pt x="7594" y="1556"/>
                        <a:pt x="7594" y="1777"/>
                      </a:cubicBezTo>
                      <a:cubicBezTo>
                        <a:pt x="7594" y="1966"/>
                        <a:pt x="7436" y="2124"/>
                        <a:pt x="7247" y="2124"/>
                      </a:cubicBezTo>
                      <a:lnTo>
                        <a:pt x="4758" y="2124"/>
                      </a:lnTo>
                      <a:cubicBezTo>
                        <a:pt x="4380" y="2124"/>
                        <a:pt x="4034" y="2344"/>
                        <a:pt x="3845" y="2659"/>
                      </a:cubicBezTo>
                      <a:cubicBezTo>
                        <a:pt x="3782" y="2817"/>
                        <a:pt x="3845" y="3069"/>
                        <a:pt x="4002" y="3132"/>
                      </a:cubicBezTo>
                      <a:cubicBezTo>
                        <a:pt x="4045" y="3158"/>
                        <a:pt x="4096" y="3169"/>
                        <a:pt x="4148" y="3169"/>
                      </a:cubicBezTo>
                      <a:cubicBezTo>
                        <a:pt x="4284" y="3169"/>
                        <a:pt x="4429" y="3088"/>
                        <a:pt x="4475" y="2974"/>
                      </a:cubicBezTo>
                      <a:cubicBezTo>
                        <a:pt x="4538" y="2848"/>
                        <a:pt x="4632" y="2785"/>
                        <a:pt x="4790" y="2785"/>
                      </a:cubicBezTo>
                      <a:lnTo>
                        <a:pt x="7562" y="2785"/>
                      </a:lnTo>
                      <a:cubicBezTo>
                        <a:pt x="7783" y="2785"/>
                        <a:pt x="8003" y="2722"/>
                        <a:pt x="8192" y="2596"/>
                      </a:cubicBezTo>
                      <a:lnTo>
                        <a:pt x="10555" y="769"/>
                      </a:lnTo>
                      <a:cubicBezTo>
                        <a:pt x="10603" y="747"/>
                        <a:pt x="10649" y="737"/>
                        <a:pt x="10693" y="737"/>
                      </a:cubicBezTo>
                      <a:cubicBezTo>
                        <a:pt x="10969" y="737"/>
                        <a:pt x="11146" y="1123"/>
                        <a:pt x="10902" y="1367"/>
                      </a:cubicBezTo>
                      <a:cubicBezTo>
                        <a:pt x="10844" y="1406"/>
                        <a:pt x="10817" y="1419"/>
                        <a:pt x="10805" y="1419"/>
                      </a:cubicBezTo>
                      <a:cubicBezTo>
                        <a:pt x="10780" y="1419"/>
                        <a:pt x="10836" y="1354"/>
                        <a:pt x="10826" y="1354"/>
                      </a:cubicBezTo>
                      <a:cubicBezTo>
                        <a:pt x="10804" y="1354"/>
                        <a:pt x="10447" y="1686"/>
                        <a:pt x="8066" y="3856"/>
                      </a:cubicBezTo>
                      <a:cubicBezTo>
                        <a:pt x="7877" y="4014"/>
                        <a:pt x="7625" y="4140"/>
                        <a:pt x="7373" y="4140"/>
                      </a:cubicBezTo>
                      <a:lnTo>
                        <a:pt x="3435" y="4140"/>
                      </a:lnTo>
                      <a:cubicBezTo>
                        <a:pt x="2962" y="4140"/>
                        <a:pt x="2490" y="4014"/>
                        <a:pt x="2049" y="3825"/>
                      </a:cubicBezTo>
                      <a:lnTo>
                        <a:pt x="2049" y="1399"/>
                      </a:lnTo>
                      <a:lnTo>
                        <a:pt x="2332" y="1210"/>
                      </a:lnTo>
                      <a:cubicBezTo>
                        <a:pt x="2774" y="883"/>
                        <a:pt x="3318" y="717"/>
                        <a:pt x="3866" y="717"/>
                      </a:cubicBezTo>
                      <a:close/>
                      <a:moveTo>
                        <a:pt x="3817" y="0"/>
                      </a:moveTo>
                      <a:cubicBezTo>
                        <a:pt x="3151" y="0"/>
                        <a:pt x="2491" y="205"/>
                        <a:pt x="1923" y="611"/>
                      </a:cubicBezTo>
                      <a:cubicBezTo>
                        <a:pt x="1765" y="265"/>
                        <a:pt x="1419" y="13"/>
                        <a:pt x="1009" y="13"/>
                      </a:cubicBezTo>
                      <a:lnTo>
                        <a:pt x="348" y="13"/>
                      </a:lnTo>
                      <a:cubicBezTo>
                        <a:pt x="159" y="13"/>
                        <a:pt x="1" y="170"/>
                        <a:pt x="1" y="391"/>
                      </a:cubicBezTo>
                      <a:lnTo>
                        <a:pt x="1" y="4486"/>
                      </a:lnTo>
                      <a:cubicBezTo>
                        <a:pt x="1" y="4675"/>
                        <a:pt x="159" y="4833"/>
                        <a:pt x="348" y="4833"/>
                      </a:cubicBezTo>
                      <a:lnTo>
                        <a:pt x="1009" y="4833"/>
                      </a:lnTo>
                      <a:cubicBezTo>
                        <a:pt x="1324" y="4833"/>
                        <a:pt x="1608" y="4675"/>
                        <a:pt x="1797" y="4486"/>
                      </a:cubicBezTo>
                      <a:cubicBezTo>
                        <a:pt x="2332" y="4707"/>
                        <a:pt x="2868" y="4833"/>
                        <a:pt x="3435" y="4833"/>
                      </a:cubicBezTo>
                      <a:lnTo>
                        <a:pt x="7373" y="4833"/>
                      </a:lnTo>
                      <a:cubicBezTo>
                        <a:pt x="7783" y="4833"/>
                        <a:pt x="8192" y="4675"/>
                        <a:pt x="8507" y="4392"/>
                      </a:cubicBezTo>
                      <a:cubicBezTo>
                        <a:pt x="8539" y="4392"/>
                        <a:pt x="11217" y="1903"/>
                        <a:pt x="11248" y="1872"/>
                      </a:cubicBezTo>
                      <a:cubicBezTo>
                        <a:pt x="11406" y="1809"/>
                        <a:pt x="11658" y="1493"/>
                        <a:pt x="11658" y="1084"/>
                      </a:cubicBezTo>
                      <a:cubicBezTo>
                        <a:pt x="11658" y="454"/>
                        <a:pt x="11185" y="44"/>
                        <a:pt x="10618" y="44"/>
                      </a:cubicBezTo>
                      <a:cubicBezTo>
                        <a:pt x="10303" y="44"/>
                        <a:pt x="10051" y="202"/>
                        <a:pt x="9925" y="296"/>
                      </a:cubicBezTo>
                      <a:lnTo>
                        <a:pt x="8192" y="1619"/>
                      </a:lnTo>
                      <a:cubicBezTo>
                        <a:pt x="8098" y="1084"/>
                        <a:pt x="7688" y="706"/>
                        <a:pt x="7153" y="706"/>
                      </a:cubicBezTo>
                      <a:lnTo>
                        <a:pt x="5861" y="706"/>
                      </a:lnTo>
                      <a:lnTo>
                        <a:pt x="5640" y="548"/>
                      </a:lnTo>
                      <a:cubicBezTo>
                        <a:pt x="5075" y="182"/>
                        <a:pt x="4444" y="0"/>
                        <a:pt x="381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9" name="Google Shape;12517;p89">
                  <a:extLst>
                    <a:ext uri="{FF2B5EF4-FFF2-40B4-BE49-F238E27FC236}">
                      <a16:creationId xmlns:a16="http://schemas.microsoft.com/office/drawing/2014/main" id="{E01AB9F0-2FD3-297B-CE41-28D9EF7472BF}"/>
                    </a:ext>
                  </a:extLst>
                </p:cNvPr>
                <p:cNvSpPr/>
                <p:nvPr/>
              </p:nvSpPr>
              <p:spPr>
                <a:xfrm>
                  <a:off x="-4109575" y="2783850"/>
                  <a:ext cx="153625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6176" extrusionOk="0">
                      <a:moveTo>
                        <a:pt x="3057" y="693"/>
                      </a:moveTo>
                      <a:cubicBezTo>
                        <a:pt x="4411" y="693"/>
                        <a:pt x="5482" y="1765"/>
                        <a:pt x="5482" y="3088"/>
                      </a:cubicBezTo>
                      <a:cubicBezTo>
                        <a:pt x="5482" y="4442"/>
                        <a:pt x="4411" y="5482"/>
                        <a:pt x="3057" y="5482"/>
                      </a:cubicBezTo>
                      <a:cubicBezTo>
                        <a:pt x="1733" y="5482"/>
                        <a:pt x="662" y="4442"/>
                        <a:pt x="662" y="3088"/>
                      </a:cubicBezTo>
                      <a:cubicBezTo>
                        <a:pt x="662" y="1765"/>
                        <a:pt x="1733" y="693"/>
                        <a:pt x="3057" y="693"/>
                      </a:cubicBezTo>
                      <a:close/>
                      <a:moveTo>
                        <a:pt x="3057" y="0"/>
                      </a:moveTo>
                      <a:cubicBezTo>
                        <a:pt x="1387" y="0"/>
                        <a:pt x="1" y="1387"/>
                        <a:pt x="1" y="3088"/>
                      </a:cubicBezTo>
                      <a:cubicBezTo>
                        <a:pt x="1" y="4789"/>
                        <a:pt x="1387" y="6175"/>
                        <a:pt x="3057" y="6175"/>
                      </a:cubicBezTo>
                      <a:cubicBezTo>
                        <a:pt x="4758" y="6175"/>
                        <a:pt x="6144" y="4789"/>
                        <a:pt x="6144" y="3088"/>
                      </a:cubicBezTo>
                      <a:cubicBezTo>
                        <a:pt x="6144" y="1387"/>
                        <a:pt x="4758" y="0"/>
                        <a:pt x="30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0" name="Google Shape;12518;p89">
                  <a:extLst>
                    <a:ext uri="{FF2B5EF4-FFF2-40B4-BE49-F238E27FC236}">
                      <a16:creationId xmlns:a16="http://schemas.microsoft.com/office/drawing/2014/main" id="{B49803BC-F25E-640E-4A53-CCD6CEDDAB9E}"/>
                    </a:ext>
                  </a:extLst>
                </p:cNvPr>
                <p:cNvSpPr/>
                <p:nvPr/>
              </p:nvSpPr>
              <p:spPr>
                <a:xfrm>
                  <a:off x="-4074925" y="2818500"/>
                  <a:ext cx="8430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404" extrusionOk="0">
                      <a:moveTo>
                        <a:pt x="1671" y="631"/>
                      </a:moveTo>
                      <a:cubicBezTo>
                        <a:pt x="2238" y="631"/>
                        <a:pt x="2710" y="1103"/>
                        <a:pt x="2710" y="1670"/>
                      </a:cubicBezTo>
                      <a:cubicBezTo>
                        <a:pt x="2710" y="2206"/>
                        <a:pt x="2238" y="2678"/>
                        <a:pt x="1671" y="2678"/>
                      </a:cubicBezTo>
                      <a:cubicBezTo>
                        <a:pt x="1135" y="2678"/>
                        <a:pt x="662" y="2206"/>
                        <a:pt x="662" y="1670"/>
                      </a:cubicBezTo>
                      <a:cubicBezTo>
                        <a:pt x="662" y="1103"/>
                        <a:pt x="1135" y="631"/>
                        <a:pt x="1671" y="631"/>
                      </a:cubicBezTo>
                      <a:close/>
                      <a:moveTo>
                        <a:pt x="1671" y="1"/>
                      </a:moveTo>
                      <a:cubicBezTo>
                        <a:pt x="725" y="1"/>
                        <a:pt x="1" y="757"/>
                        <a:pt x="1" y="1702"/>
                      </a:cubicBezTo>
                      <a:cubicBezTo>
                        <a:pt x="1" y="2647"/>
                        <a:pt x="725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2"/>
                      </a:cubicBezTo>
                      <a:cubicBezTo>
                        <a:pt x="3372" y="757"/>
                        <a:pt x="2616" y="1"/>
                        <a:pt x="1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2" name="Google Shape;12528;p89">
                <a:extLst>
                  <a:ext uri="{FF2B5EF4-FFF2-40B4-BE49-F238E27FC236}">
                    <a16:creationId xmlns:a16="http://schemas.microsoft.com/office/drawing/2014/main" id="{530A5EDA-2D6C-09EE-C247-952E050EA086}"/>
                  </a:ext>
                </a:extLst>
              </p:cNvPr>
              <p:cNvSpPr/>
              <p:nvPr/>
            </p:nvSpPr>
            <p:spPr>
              <a:xfrm>
                <a:off x="10330796" y="3453239"/>
                <a:ext cx="64645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21" extrusionOk="0">
                    <a:moveTo>
                      <a:pt x="6490" y="662"/>
                    </a:moveTo>
                    <a:cubicBezTo>
                      <a:pt x="6711" y="662"/>
                      <a:pt x="6868" y="820"/>
                      <a:pt x="6868" y="1009"/>
                    </a:cubicBezTo>
                    <a:lnTo>
                      <a:pt x="6868" y="1355"/>
                    </a:lnTo>
                    <a:lnTo>
                      <a:pt x="5167" y="1355"/>
                    </a:lnTo>
                    <a:cubicBezTo>
                      <a:pt x="4600" y="1355"/>
                      <a:pt x="4127" y="1828"/>
                      <a:pt x="4127" y="2395"/>
                    </a:cubicBezTo>
                    <a:lnTo>
                      <a:pt x="4127" y="2773"/>
                    </a:lnTo>
                    <a:lnTo>
                      <a:pt x="3088" y="2773"/>
                    </a:lnTo>
                    <a:cubicBezTo>
                      <a:pt x="2993" y="2773"/>
                      <a:pt x="2867" y="2836"/>
                      <a:pt x="2836" y="2899"/>
                    </a:cubicBezTo>
                    <a:lnTo>
                      <a:pt x="2048" y="3687"/>
                    </a:lnTo>
                    <a:lnTo>
                      <a:pt x="2048" y="3151"/>
                    </a:lnTo>
                    <a:cubicBezTo>
                      <a:pt x="2048" y="2931"/>
                      <a:pt x="1891" y="2773"/>
                      <a:pt x="1702" y="2773"/>
                    </a:cubicBezTo>
                    <a:lnTo>
                      <a:pt x="1040" y="2773"/>
                    </a:lnTo>
                    <a:cubicBezTo>
                      <a:pt x="819" y="2773"/>
                      <a:pt x="662" y="2616"/>
                      <a:pt x="662" y="2427"/>
                    </a:cubicBezTo>
                    <a:lnTo>
                      <a:pt x="662" y="1009"/>
                    </a:lnTo>
                    <a:cubicBezTo>
                      <a:pt x="662" y="820"/>
                      <a:pt x="819" y="662"/>
                      <a:pt x="1040" y="662"/>
                    </a:cubicBezTo>
                    <a:close/>
                    <a:moveTo>
                      <a:pt x="10649" y="1986"/>
                    </a:moveTo>
                    <a:cubicBezTo>
                      <a:pt x="10838" y="1986"/>
                      <a:pt x="10995" y="2143"/>
                      <a:pt x="10995" y="2364"/>
                    </a:cubicBezTo>
                    <a:lnTo>
                      <a:pt x="10995" y="3781"/>
                    </a:lnTo>
                    <a:cubicBezTo>
                      <a:pt x="10995" y="3970"/>
                      <a:pt x="10838" y="4128"/>
                      <a:pt x="10649" y="4128"/>
                    </a:cubicBezTo>
                    <a:lnTo>
                      <a:pt x="8601" y="4128"/>
                    </a:lnTo>
                    <a:cubicBezTo>
                      <a:pt x="8412" y="4128"/>
                      <a:pt x="8255" y="4285"/>
                      <a:pt x="8255" y="4474"/>
                    </a:cubicBezTo>
                    <a:lnTo>
                      <a:pt x="8255" y="5041"/>
                    </a:lnTo>
                    <a:lnTo>
                      <a:pt x="7404" y="4191"/>
                    </a:lnTo>
                    <a:cubicBezTo>
                      <a:pt x="7372" y="4159"/>
                      <a:pt x="7246" y="4128"/>
                      <a:pt x="7183" y="4128"/>
                    </a:cubicBezTo>
                    <a:lnTo>
                      <a:pt x="5136" y="4128"/>
                    </a:lnTo>
                    <a:cubicBezTo>
                      <a:pt x="4947" y="4128"/>
                      <a:pt x="4789" y="3970"/>
                      <a:pt x="4789" y="3781"/>
                    </a:cubicBezTo>
                    <a:lnTo>
                      <a:pt x="4789" y="2364"/>
                    </a:lnTo>
                    <a:cubicBezTo>
                      <a:pt x="4789" y="2143"/>
                      <a:pt x="4947" y="1986"/>
                      <a:pt x="5136" y="1986"/>
                    </a:cubicBezTo>
                    <a:close/>
                    <a:moveTo>
                      <a:pt x="3088" y="6207"/>
                    </a:moveTo>
                    <a:cubicBezTo>
                      <a:pt x="3623" y="6207"/>
                      <a:pt x="4096" y="6680"/>
                      <a:pt x="4096" y="7247"/>
                    </a:cubicBezTo>
                    <a:cubicBezTo>
                      <a:pt x="4096" y="7782"/>
                      <a:pt x="3623" y="8255"/>
                      <a:pt x="3088" y="8255"/>
                    </a:cubicBezTo>
                    <a:cubicBezTo>
                      <a:pt x="2521" y="8255"/>
                      <a:pt x="2048" y="7782"/>
                      <a:pt x="2048" y="7247"/>
                    </a:cubicBezTo>
                    <a:cubicBezTo>
                      <a:pt x="2048" y="6648"/>
                      <a:pt x="2489" y="6207"/>
                      <a:pt x="3088" y="6207"/>
                    </a:cubicBezTo>
                    <a:close/>
                    <a:moveTo>
                      <a:pt x="8601" y="6207"/>
                    </a:moveTo>
                    <a:cubicBezTo>
                      <a:pt x="9137" y="6207"/>
                      <a:pt x="9609" y="6648"/>
                      <a:pt x="9609" y="7247"/>
                    </a:cubicBezTo>
                    <a:cubicBezTo>
                      <a:pt x="9609" y="7782"/>
                      <a:pt x="9137" y="8255"/>
                      <a:pt x="8601" y="8255"/>
                    </a:cubicBezTo>
                    <a:cubicBezTo>
                      <a:pt x="8003" y="8255"/>
                      <a:pt x="7530" y="7782"/>
                      <a:pt x="7530" y="7247"/>
                    </a:cubicBezTo>
                    <a:cubicBezTo>
                      <a:pt x="7530" y="6680"/>
                      <a:pt x="8003" y="6207"/>
                      <a:pt x="8601" y="6207"/>
                    </a:cubicBezTo>
                    <a:close/>
                    <a:moveTo>
                      <a:pt x="3749" y="8980"/>
                    </a:moveTo>
                    <a:cubicBezTo>
                      <a:pt x="4695" y="8980"/>
                      <a:pt x="5451" y="9704"/>
                      <a:pt x="5451" y="10649"/>
                    </a:cubicBezTo>
                    <a:lnTo>
                      <a:pt x="5451" y="11027"/>
                    </a:lnTo>
                    <a:lnTo>
                      <a:pt x="630" y="11027"/>
                    </a:lnTo>
                    <a:lnTo>
                      <a:pt x="630" y="10649"/>
                    </a:lnTo>
                    <a:lnTo>
                      <a:pt x="662" y="10649"/>
                    </a:lnTo>
                    <a:cubicBezTo>
                      <a:pt x="662" y="9704"/>
                      <a:pt x="1418" y="8980"/>
                      <a:pt x="2363" y="8980"/>
                    </a:cubicBezTo>
                    <a:close/>
                    <a:moveTo>
                      <a:pt x="9369" y="8976"/>
                    </a:moveTo>
                    <a:cubicBezTo>
                      <a:pt x="10266" y="8976"/>
                      <a:pt x="10995" y="9740"/>
                      <a:pt x="10995" y="10649"/>
                    </a:cubicBezTo>
                    <a:lnTo>
                      <a:pt x="10995" y="11027"/>
                    </a:lnTo>
                    <a:lnTo>
                      <a:pt x="6144" y="11027"/>
                    </a:lnTo>
                    <a:lnTo>
                      <a:pt x="6144" y="10649"/>
                    </a:lnTo>
                    <a:cubicBezTo>
                      <a:pt x="6144" y="9704"/>
                      <a:pt x="6900" y="8980"/>
                      <a:pt x="7845" y="8980"/>
                    </a:cubicBezTo>
                    <a:lnTo>
                      <a:pt x="9263" y="8980"/>
                    </a:lnTo>
                    <a:cubicBezTo>
                      <a:pt x="9298" y="8977"/>
                      <a:pt x="9334" y="8976"/>
                      <a:pt x="9369" y="8976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2427"/>
                    </a:lnTo>
                    <a:cubicBezTo>
                      <a:pt x="0" y="2994"/>
                      <a:pt x="473" y="3466"/>
                      <a:pt x="1040" y="3466"/>
                    </a:cubicBezTo>
                    <a:lnTo>
                      <a:pt x="1386" y="3466"/>
                    </a:lnTo>
                    <a:lnTo>
                      <a:pt x="1386" y="4474"/>
                    </a:lnTo>
                    <a:cubicBezTo>
                      <a:pt x="1386" y="4688"/>
                      <a:pt x="1546" y="4829"/>
                      <a:pt x="1727" y="4829"/>
                    </a:cubicBezTo>
                    <a:cubicBezTo>
                      <a:pt x="1813" y="4829"/>
                      <a:pt x="1904" y="4797"/>
                      <a:pt x="1985" y="4726"/>
                    </a:cubicBezTo>
                    <a:lnTo>
                      <a:pt x="3245" y="3466"/>
                    </a:lnTo>
                    <a:lnTo>
                      <a:pt x="4096" y="3466"/>
                    </a:lnTo>
                    <a:lnTo>
                      <a:pt x="4096" y="3813"/>
                    </a:lnTo>
                    <a:cubicBezTo>
                      <a:pt x="4096" y="4348"/>
                      <a:pt x="4568" y="4821"/>
                      <a:pt x="5136" y="4821"/>
                    </a:cubicBezTo>
                    <a:lnTo>
                      <a:pt x="7057" y="4821"/>
                    </a:lnTo>
                    <a:lnTo>
                      <a:pt x="7908" y="5672"/>
                    </a:lnTo>
                    <a:cubicBezTo>
                      <a:pt x="7341" y="5924"/>
                      <a:pt x="6868" y="6522"/>
                      <a:pt x="6868" y="7247"/>
                    </a:cubicBezTo>
                    <a:cubicBezTo>
                      <a:pt x="6868" y="7625"/>
                      <a:pt x="7026" y="8034"/>
                      <a:pt x="7278" y="8349"/>
                    </a:cubicBezTo>
                    <a:cubicBezTo>
                      <a:pt x="6648" y="8507"/>
                      <a:pt x="6144" y="8885"/>
                      <a:pt x="5829" y="9452"/>
                    </a:cubicBezTo>
                    <a:cubicBezTo>
                      <a:pt x="5514" y="8917"/>
                      <a:pt x="5010" y="8539"/>
                      <a:pt x="4411" y="8381"/>
                    </a:cubicBezTo>
                    <a:cubicBezTo>
                      <a:pt x="4663" y="8066"/>
                      <a:pt x="4821" y="7719"/>
                      <a:pt x="4821" y="7278"/>
                    </a:cubicBezTo>
                    <a:cubicBezTo>
                      <a:pt x="4821" y="6333"/>
                      <a:pt x="4064" y="5577"/>
                      <a:pt x="3119" y="5577"/>
                    </a:cubicBezTo>
                    <a:cubicBezTo>
                      <a:pt x="2174" y="5577"/>
                      <a:pt x="1418" y="6333"/>
                      <a:pt x="1418" y="7278"/>
                    </a:cubicBezTo>
                    <a:cubicBezTo>
                      <a:pt x="1418" y="7719"/>
                      <a:pt x="1576" y="8097"/>
                      <a:pt x="1828" y="8381"/>
                    </a:cubicBezTo>
                    <a:cubicBezTo>
                      <a:pt x="788" y="8665"/>
                      <a:pt x="32" y="9610"/>
                      <a:pt x="32" y="10712"/>
                    </a:cubicBezTo>
                    <a:lnTo>
                      <a:pt x="32" y="11374"/>
                    </a:lnTo>
                    <a:cubicBezTo>
                      <a:pt x="32" y="11563"/>
                      <a:pt x="189" y="11721"/>
                      <a:pt x="410" y="11721"/>
                    </a:cubicBezTo>
                    <a:lnTo>
                      <a:pt x="11374" y="11721"/>
                    </a:lnTo>
                    <a:cubicBezTo>
                      <a:pt x="11594" y="11721"/>
                      <a:pt x="11752" y="11563"/>
                      <a:pt x="11752" y="11374"/>
                    </a:cubicBezTo>
                    <a:lnTo>
                      <a:pt x="11752" y="10712"/>
                    </a:lnTo>
                    <a:cubicBezTo>
                      <a:pt x="11752" y="9610"/>
                      <a:pt x="10995" y="8665"/>
                      <a:pt x="9956" y="8381"/>
                    </a:cubicBezTo>
                    <a:cubicBezTo>
                      <a:pt x="10208" y="8066"/>
                      <a:pt x="10365" y="7719"/>
                      <a:pt x="10365" y="7278"/>
                    </a:cubicBezTo>
                    <a:cubicBezTo>
                      <a:pt x="10365" y="6459"/>
                      <a:pt x="9767" y="5735"/>
                      <a:pt x="8979" y="5577"/>
                    </a:cubicBezTo>
                    <a:lnTo>
                      <a:pt x="8979" y="4884"/>
                    </a:lnTo>
                    <a:lnTo>
                      <a:pt x="10649" y="4884"/>
                    </a:lnTo>
                    <a:lnTo>
                      <a:pt x="10649" y="4821"/>
                    </a:lnTo>
                    <a:cubicBezTo>
                      <a:pt x="11185" y="4821"/>
                      <a:pt x="11657" y="4348"/>
                      <a:pt x="11657" y="3813"/>
                    </a:cubicBezTo>
                    <a:lnTo>
                      <a:pt x="11657" y="2395"/>
                    </a:lnTo>
                    <a:cubicBezTo>
                      <a:pt x="11657" y="1828"/>
                      <a:pt x="11185" y="1355"/>
                      <a:pt x="10649" y="1355"/>
                    </a:cubicBezTo>
                    <a:lnTo>
                      <a:pt x="7530" y="1355"/>
                    </a:lnTo>
                    <a:lnTo>
                      <a:pt x="7530" y="1009"/>
                    </a:lnTo>
                    <a:cubicBezTo>
                      <a:pt x="7530" y="473"/>
                      <a:pt x="7057" y="1"/>
                      <a:pt x="6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13" name="Google Shape;12540;p89">
                <a:extLst>
                  <a:ext uri="{FF2B5EF4-FFF2-40B4-BE49-F238E27FC236}">
                    <a16:creationId xmlns:a16="http://schemas.microsoft.com/office/drawing/2014/main" id="{272E07E7-FF04-EBC4-1D60-4330B66D158F}"/>
                  </a:ext>
                </a:extLst>
              </p:cNvPr>
              <p:cNvGrpSpPr/>
              <p:nvPr/>
            </p:nvGrpSpPr>
            <p:grpSpPr>
              <a:xfrm>
                <a:off x="2893270" y="3454375"/>
                <a:ext cx="644698" cy="642992"/>
                <a:chOff x="-5635975" y="2757075"/>
                <a:chExt cx="293000" cy="292225"/>
              </a:xfrm>
              <a:grpFill/>
            </p:grpSpPr>
            <p:sp>
              <p:nvSpPr>
                <p:cNvPr id="18026" name="Google Shape;12541;p89">
                  <a:extLst>
                    <a:ext uri="{FF2B5EF4-FFF2-40B4-BE49-F238E27FC236}">
                      <a16:creationId xmlns:a16="http://schemas.microsoft.com/office/drawing/2014/main" id="{A8A4FC3C-B000-24DF-2802-AF4A12A784DD}"/>
                    </a:ext>
                  </a:extLst>
                </p:cNvPr>
                <p:cNvSpPr/>
                <p:nvPr/>
              </p:nvSpPr>
              <p:spPr>
                <a:xfrm>
                  <a:off x="-5635975" y="2757075"/>
                  <a:ext cx="29300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1689" extrusionOk="0">
                      <a:moveTo>
                        <a:pt x="10649" y="693"/>
                      </a:moveTo>
                      <a:cubicBezTo>
                        <a:pt x="10838" y="693"/>
                        <a:pt x="10995" y="851"/>
                        <a:pt x="10995" y="1040"/>
                      </a:cubicBezTo>
                      <a:lnTo>
                        <a:pt x="10995" y="7593"/>
                      </a:lnTo>
                      <a:lnTo>
                        <a:pt x="693" y="7593"/>
                      </a:lnTo>
                      <a:lnTo>
                        <a:pt x="693" y="1040"/>
                      </a:lnTo>
                      <a:cubicBezTo>
                        <a:pt x="725" y="851"/>
                        <a:pt x="882" y="693"/>
                        <a:pt x="1040" y="693"/>
                      </a:cubicBezTo>
                      <a:close/>
                      <a:moveTo>
                        <a:pt x="10995" y="8223"/>
                      </a:moveTo>
                      <a:lnTo>
                        <a:pt x="10995" y="8569"/>
                      </a:lnTo>
                      <a:cubicBezTo>
                        <a:pt x="11027" y="8821"/>
                        <a:pt x="10869" y="8916"/>
                        <a:pt x="10680" y="8916"/>
                      </a:cubicBezTo>
                      <a:lnTo>
                        <a:pt x="1040" y="8916"/>
                      </a:lnTo>
                      <a:cubicBezTo>
                        <a:pt x="851" y="8916"/>
                        <a:pt x="693" y="8758"/>
                        <a:pt x="693" y="8569"/>
                      </a:cubicBezTo>
                      <a:lnTo>
                        <a:pt x="693" y="8223"/>
                      </a:lnTo>
                      <a:close/>
                      <a:moveTo>
                        <a:pt x="6679" y="9641"/>
                      </a:moveTo>
                      <a:lnTo>
                        <a:pt x="6994" y="11027"/>
                      </a:lnTo>
                      <a:lnTo>
                        <a:pt x="4694" y="11027"/>
                      </a:lnTo>
                      <a:lnTo>
                        <a:pt x="5009" y="9641"/>
                      </a:ln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08"/>
                      </a:cubicBezTo>
                      <a:lnTo>
                        <a:pt x="0" y="8569"/>
                      </a:lnTo>
                      <a:cubicBezTo>
                        <a:pt x="0" y="9137"/>
                        <a:pt x="473" y="9609"/>
                        <a:pt x="1040" y="9609"/>
                      </a:cubicBezTo>
                      <a:lnTo>
                        <a:pt x="4316" y="9609"/>
                      </a:lnTo>
                      <a:lnTo>
                        <a:pt x="4001" y="10964"/>
                      </a:lnTo>
                      <a:lnTo>
                        <a:pt x="3087" y="10964"/>
                      </a:lnTo>
                      <a:cubicBezTo>
                        <a:pt x="2898" y="10964"/>
                        <a:pt x="2741" y="11121"/>
                        <a:pt x="2741" y="11342"/>
                      </a:cubicBezTo>
                      <a:cubicBezTo>
                        <a:pt x="2741" y="11531"/>
                        <a:pt x="2898" y="11688"/>
                        <a:pt x="3087" y="11688"/>
                      </a:cubicBezTo>
                      <a:lnTo>
                        <a:pt x="8569" y="11688"/>
                      </a:lnTo>
                      <a:cubicBezTo>
                        <a:pt x="8758" y="11688"/>
                        <a:pt x="8916" y="11531"/>
                        <a:pt x="8916" y="11342"/>
                      </a:cubicBezTo>
                      <a:cubicBezTo>
                        <a:pt x="8916" y="11121"/>
                        <a:pt x="8758" y="10964"/>
                        <a:pt x="8569" y="10964"/>
                      </a:cubicBezTo>
                      <a:lnTo>
                        <a:pt x="7656" y="10964"/>
                      </a:lnTo>
                      <a:lnTo>
                        <a:pt x="7341" y="9609"/>
                      </a:lnTo>
                      <a:lnTo>
                        <a:pt x="10649" y="9609"/>
                      </a:lnTo>
                      <a:cubicBezTo>
                        <a:pt x="11216" y="9609"/>
                        <a:pt x="11688" y="9137"/>
                        <a:pt x="11688" y="8569"/>
                      </a:cubicBezTo>
                      <a:lnTo>
                        <a:pt x="11688" y="1008"/>
                      </a:lnTo>
                      <a:cubicBezTo>
                        <a:pt x="11720" y="473"/>
                        <a:pt x="11247" y="0"/>
                        <a:pt x="10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7" name="Google Shape;12542;p89">
                  <a:extLst>
                    <a:ext uri="{FF2B5EF4-FFF2-40B4-BE49-F238E27FC236}">
                      <a16:creationId xmlns:a16="http://schemas.microsoft.com/office/drawing/2014/main" id="{78A0C69D-D358-2464-9BA0-2280C2B2EA40}"/>
                    </a:ext>
                  </a:extLst>
                </p:cNvPr>
                <p:cNvSpPr/>
                <p:nvPr/>
              </p:nvSpPr>
              <p:spPr>
                <a:xfrm>
                  <a:off x="-5584800" y="2790150"/>
                  <a:ext cx="189850" cy="13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4" h="5522" extrusionOk="0">
                      <a:moveTo>
                        <a:pt x="2994" y="725"/>
                      </a:moveTo>
                      <a:lnTo>
                        <a:pt x="2332" y="1387"/>
                      </a:lnTo>
                      <a:lnTo>
                        <a:pt x="1230" y="1387"/>
                      </a:lnTo>
                      <a:lnTo>
                        <a:pt x="1891" y="725"/>
                      </a:lnTo>
                      <a:close/>
                      <a:moveTo>
                        <a:pt x="3781" y="882"/>
                      </a:moveTo>
                      <a:lnTo>
                        <a:pt x="4349" y="1418"/>
                      </a:lnTo>
                      <a:lnTo>
                        <a:pt x="3246" y="1418"/>
                      </a:lnTo>
                      <a:lnTo>
                        <a:pt x="3781" y="882"/>
                      </a:lnTo>
                      <a:close/>
                      <a:moveTo>
                        <a:pt x="5735" y="756"/>
                      </a:moveTo>
                      <a:lnTo>
                        <a:pt x="6396" y="1418"/>
                      </a:lnTo>
                      <a:lnTo>
                        <a:pt x="5294" y="1418"/>
                      </a:lnTo>
                      <a:lnTo>
                        <a:pt x="4632" y="756"/>
                      </a:lnTo>
                      <a:close/>
                      <a:moveTo>
                        <a:pt x="2175" y="2080"/>
                      </a:moveTo>
                      <a:lnTo>
                        <a:pt x="2868" y="3749"/>
                      </a:lnTo>
                      <a:lnTo>
                        <a:pt x="1198" y="2080"/>
                      </a:lnTo>
                      <a:close/>
                      <a:moveTo>
                        <a:pt x="6396" y="2080"/>
                      </a:moveTo>
                      <a:lnTo>
                        <a:pt x="4727" y="3749"/>
                      </a:lnTo>
                      <a:lnTo>
                        <a:pt x="5420" y="2080"/>
                      </a:lnTo>
                      <a:close/>
                      <a:moveTo>
                        <a:pt x="4664" y="2080"/>
                      </a:moveTo>
                      <a:lnTo>
                        <a:pt x="3781" y="4253"/>
                      </a:lnTo>
                      <a:lnTo>
                        <a:pt x="2931" y="2080"/>
                      </a:lnTo>
                      <a:close/>
                      <a:moveTo>
                        <a:pt x="1734" y="0"/>
                      </a:moveTo>
                      <a:cubicBezTo>
                        <a:pt x="1671" y="0"/>
                        <a:pt x="1545" y="32"/>
                        <a:pt x="1513" y="126"/>
                      </a:cubicBezTo>
                      <a:lnTo>
                        <a:pt x="127" y="1513"/>
                      </a:lnTo>
                      <a:cubicBezTo>
                        <a:pt x="1" y="1670"/>
                        <a:pt x="1" y="1859"/>
                        <a:pt x="127" y="2017"/>
                      </a:cubicBezTo>
                      <a:lnTo>
                        <a:pt x="3561" y="5451"/>
                      </a:lnTo>
                      <a:cubicBezTo>
                        <a:pt x="3624" y="5498"/>
                        <a:pt x="3711" y="5522"/>
                        <a:pt x="3797" y="5522"/>
                      </a:cubicBezTo>
                      <a:cubicBezTo>
                        <a:pt x="3884" y="5522"/>
                        <a:pt x="3970" y="5498"/>
                        <a:pt x="4033" y="5451"/>
                      </a:cubicBezTo>
                      <a:lnTo>
                        <a:pt x="7468" y="2017"/>
                      </a:lnTo>
                      <a:cubicBezTo>
                        <a:pt x="7594" y="1891"/>
                        <a:pt x="7594" y="1702"/>
                        <a:pt x="7499" y="1544"/>
                      </a:cubicBezTo>
                      <a:lnTo>
                        <a:pt x="7468" y="1513"/>
                      </a:lnTo>
                      <a:lnTo>
                        <a:pt x="6081" y="126"/>
                      </a:lnTo>
                      <a:cubicBezTo>
                        <a:pt x="6018" y="32"/>
                        <a:pt x="5924" y="0"/>
                        <a:pt x="58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4" name="Google Shape;12549;p89">
                <a:extLst>
                  <a:ext uri="{FF2B5EF4-FFF2-40B4-BE49-F238E27FC236}">
                    <a16:creationId xmlns:a16="http://schemas.microsoft.com/office/drawing/2014/main" id="{51FECA6B-CD43-0A57-762B-7ABAB35B6AFA}"/>
                  </a:ext>
                </a:extLst>
              </p:cNvPr>
              <p:cNvGrpSpPr/>
              <p:nvPr/>
            </p:nvGrpSpPr>
            <p:grpSpPr>
              <a:xfrm>
                <a:off x="7003473" y="3453523"/>
                <a:ext cx="641288" cy="644698"/>
                <a:chOff x="-3852025" y="2764950"/>
                <a:chExt cx="291450" cy="293000"/>
              </a:xfrm>
              <a:grpFill/>
            </p:grpSpPr>
            <p:sp>
              <p:nvSpPr>
                <p:cNvPr id="18024" name="Google Shape;12550;p89">
                  <a:extLst>
                    <a:ext uri="{FF2B5EF4-FFF2-40B4-BE49-F238E27FC236}">
                      <a16:creationId xmlns:a16="http://schemas.microsoft.com/office/drawing/2014/main" id="{37876BF7-0AF3-6B2E-C6AD-6030104121F9}"/>
                    </a:ext>
                  </a:extLst>
                </p:cNvPr>
                <p:cNvSpPr/>
                <p:nvPr/>
              </p:nvSpPr>
              <p:spPr>
                <a:xfrm>
                  <a:off x="-3852025" y="2764950"/>
                  <a:ext cx="291450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720" extrusionOk="0">
                      <a:moveTo>
                        <a:pt x="4380" y="693"/>
                      </a:moveTo>
                      <a:cubicBezTo>
                        <a:pt x="6774" y="693"/>
                        <a:pt x="8161" y="1355"/>
                        <a:pt x="8161" y="1733"/>
                      </a:cubicBezTo>
                      <a:cubicBezTo>
                        <a:pt x="8161" y="2080"/>
                        <a:pt x="6774" y="2741"/>
                        <a:pt x="4380" y="2741"/>
                      </a:cubicBezTo>
                      <a:cubicBezTo>
                        <a:pt x="1986" y="2741"/>
                        <a:pt x="599" y="2080"/>
                        <a:pt x="599" y="1733"/>
                      </a:cubicBezTo>
                      <a:cubicBezTo>
                        <a:pt x="631" y="1355"/>
                        <a:pt x="2017" y="693"/>
                        <a:pt x="4380" y="693"/>
                      </a:cubicBezTo>
                      <a:close/>
                      <a:moveTo>
                        <a:pt x="8224" y="2710"/>
                      </a:moveTo>
                      <a:lnTo>
                        <a:pt x="8224" y="4190"/>
                      </a:lnTo>
                      <a:lnTo>
                        <a:pt x="7845" y="4190"/>
                      </a:lnTo>
                      <a:cubicBezTo>
                        <a:pt x="7815" y="4189"/>
                        <a:pt x="7784" y="4189"/>
                        <a:pt x="7753" y="4189"/>
                      </a:cubicBezTo>
                      <a:cubicBezTo>
                        <a:pt x="6625" y="4189"/>
                        <a:pt x="5622" y="4748"/>
                        <a:pt x="4947" y="5545"/>
                      </a:cubicBezTo>
                      <a:cubicBezTo>
                        <a:pt x="4743" y="5555"/>
                        <a:pt x="4544" y="5560"/>
                        <a:pt x="4352" y="5560"/>
                      </a:cubicBezTo>
                      <a:cubicBezTo>
                        <a:pt x="2081" y="5560"/>
                        <a:pt x="662" y="4912"/>
                        <a:pt x="662" y="4505"/>
                      </a:cubicBezTo>
                      <a:lnTo>
                        <a:pt x="662" y="2710"/>
                      </a:lnTo>
                      <a:cubicBezTo>
                        <a:pt x="1639" y="3308"/>
                        <a:pt x="3246" y="3466"/>
                        <a:pt x="4443" y="3466"/>
                      </a:cubicBezTo>
                      <a:cubicBezTo>
                        <a:pt x="5577" y="3466"/>
                        <a:pt x="7215" y="3308"/>
                        <a:pt x="8224" y="2710"/>
                      </a:cubicBezTo>
                      <a:close/>
                      <a:moveTo>
                        <a:pt x="631" y="5514"/>
                      </a:moveTo>
                      <a:cubicBezTo>
                        <a:pt x="1639" y="6081"/>
                        <a:pt x="3309" y="6238"/>
                        <a:pt x="4474" y="6238"/>
                      </a:cubicBezTo>
                      <a:cubicBezTo>
                        <a:pt x="4222" y="6711"/>
                        <a:pt x="4065" y="7309"/>
                        <a:pt x="4065" y="7939"/>
                      </a:cubicBezTo>
                      <a:lnTo>
                        <a:pt x="4065" y="8286"/>
                      </a:lnTo>
                      <a:cubicBezTo>
                        <a:pt x="1860" y="8223"/>
                        <a:pt x="631" y="7624"/>
                        <a:pt x="631" y="7278"/>
                      </a:cubicBezTo>
                      <a:lnTo>
                        <a:pt x="631" y="5514"/>
                      </a:lnTo>
                      <a:close/>
                      <a:moveTo>
                        <a:pt x="631" y="8223"/>
                      </a:moveTo>
                      <a:cubicBezTo>
                        <a:pt x="1576" y="8759"/>
                        <a:pt x="3120" y="8979"/>
                        <a:pt x="4222" y="8979"/>
                      </a:cubicBezTo>
                      <a:cubicBezTo>
                        <a:pt x="4474" y="9798"/>
                        <a:pt x="4947" y="10460"/>
                        <a:pt x="5609" y="10964"/>
                      </a:cubicBezTo>
                      <a:cubicBezTo>
                        <a:pt x="5199" y="11005"/>
                        <a:pt x="4802" y="11024"/>
                        <a:pt x="4424" y="11024"/>
                      </a:cubicBezTo>
                      <a:cubicBezTo>
                        <a:pt x="2216" y="11024"/>
                        <a:pt x="631" y="10391"/>
                        <a:pt x="631" y="9987"/>
                      </a:cubicBezTo>
                      <a:lnTo>
                        <a:pt x="631" y="8223"/>
                      </a:lnTo>
                      <a:close/>
                      <a:moveTo>
                        <a:pt x="7814" y="4852"/>
                      </a:moveTo>
                      <a:cubicBezTo>
                        <a:pt x="9515" y="4852"/>
                        <a:pt x="10933" y="6238"/>
                        <a:pt x="10933" y="7939"/>
                      </a:cubicBezTo>
                      <a:cubicBezTo>
                        <a:pt x="10964" y="9641"/>
                        <a:pt x="9547" y="11027"/>
                        <a:pt x="7814" y="11027"/>
                      </a:cubicBezTo>
                      <a:cubicBezTo>
                        <a:pt x="6113" y="11027"/>
                        <a:pt x="4726" y="9641"/>
                        <a:pt x="4726" y="7939"/>
                      </a:cubicBezTo>
                      <a:cubicBezTo>
                        <a:pt x="4726" y="6238"/>
                        <a:pt x="6113" y="4852"/>
                        <a:pt x="7814" y="4852"/>
                      </a:cubicBezTo>
                      <a:close/>
                      <a:moveTo>
                        <a:pt x="4411" y="0"/>
                      </a:moveTo>
                      <a:cubicBezTo>
                        <a:pt x="3277" y="0"/>
                        <a:pt x="2206" y="158"/>
                        <a:pt x="1418" y="410"/>
                      </a:cubicBezTo>
                      <a:cubicBezTo>
                        <a:pt x="253" y="819"/>
                        <a:pt x="1" y="1323"/>
                        <a:pt x="1" y="1733"/>
                      </a:cubicBezTo>
                      <a:lnTo>
                        <a:pt x="1" y="9987"/>
                      </a:lnTo>
                      <a:cubicBezTo>
                        <a:pt x="1" y="10334"/>
                        <a:pt x="253" y="10901"/>
                        <a:pt x="1418" y="11279"/>
                      </a:cubicBezTo>
                      <a:cubicBezTo>
                        <a:pt x="2269" y="11562"/>
                        <a:pt x="3309" y="11720"/>
                        <a:pt x="4411" y="11720"/>
                      </a:cubicBezTo>
                      <a:cubicBezTo>
                        <a:pt x="5199" y="11720"/>
                        <a:pt x="5955" y="11657"/>
                        <a:pt x="6617" y="11531"/>
                      </a:cubicBezTo>
                      <a:cubicBezTo>
                        <a:pt x="7026" y="11657"/>
                        <a:pt x="7404" y="11720"/>
                        <a:pt x="7845" y="11720"/>
                      </a:cubicBezTo>
                      <a:cubicBezTo>
                        <a:pt x="9925" y="11720"/>
                        <a:pt x="11658" y="10019"/>
                        <a:pt x="11658" y="7939"/>
                      </a:cubicBezTo>
                      <a:cubicBezTo>
                        <a:pt x="11626" y="6175"/>
                        <a:pt x="10397" y="4757"/>
                        <a:pt x="8822" y="4316"/>
                      </a:cubicBezTo>
                      <a:lnTo>
                        <a:pt x="8822" y="1733"/>
                      </a:lnTo>
                      <a:cubicBezTo>
                        <a:pt x="8822" y="1355"/>
                        <a:pt x="8602" y="819"/>
                        <a:pt x="7404" y="410"/>
                      </a:cubicBezTo>
                      <a:cubicBezTo>
                        <a:pt x="6585" y="158"/>
                        <a:pt x="5514" y="0"/>
                        <a:pt x="44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5" name="Google Shape;12551;p89">
                  <a:extLst>
                    <a:ext uri="{FF2B5EF4-FFF2-40B4-BE49-F238E27FC236}">
                      <a16:creationId xmlns:a16="http://schemas.microsoft.com/office/drawing/2014/main" id="{4BCA15B5-7D38-E691-3C74-B5EE94093389}"/>
                    </a:ext>
                  </a:extLst>
                </p:cNvPr>
                <p:cNvSpPr/>
                <p:nvPr/>
              </p:nvSpPr>
              <p:spPr>
                <a:xfrm>
                  <a:off x="-3707100" y="2937425"/>
                  <a:ext cx="103200" cy="6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2711" extrusionOk="0">
                      <a:moveTo>
                        <a:pt x="3785" y="1"/>
                      </a:moveTo>
                      <a:cubicBezTo>
                        <a:pt x="3695" y="1"/>
                        <a:pt x="3608" y="32"/>
                        <a:pt x="3561" y="95"/>
                      </a:cubicBezTo>
                      <a:lnTo>
                        <a:pt x="1733" y="1923"/>
                      </a:lnTo>
                      <a:lnTo>
                        <a:pt x="599" y="757"/>
                      </a:lnTo>
                      <a:cubicBezTo>
                        <a:pt x="536" y="710"/>
                        <a:pt x="450" y="686"/>
                        <a:pt x="363" y="686"/>
                      </a:cubicBezTo>
                      <a:cubicBezTo>
                        <a:pt x="276" y="686"/>
                        <a:pt x="190" y="710"/>
                        <a:pt x="127" y="757"/>
                      </a:cubicBezTo>
                      <a:cubicBezTo>
                        <a:pt x="1" y="883"/>
                        <a:pt x="1" y="1135"/>
                        <a:pt x="127" y="1229"/>
                      </a:cubicBezTo>
                      <a:lnTo>
                        <a:pt x="1513" y="2616"/>
                      </a:lnTo>
                      <a:cubicBezTo>
                        <a:pt x="1560" y="2679"/>
                        <a:pt x="1647" y="2710"/>
                        <a:pt x="1737" y="2710"/>
                      </a:cubicBezTo>
                      <a:cubicBezTo>
                        <a:pt x="1828" y="2710"/>
                        <a:pt x="1922" y="2679"/>
                        <a:pt x="1985" y="2616"/>
                      </a:cubicBezTo>
                      <a:lnTo>
                        <a:pt x="4033" y="568"/>
                      </a:lnTo>
                      <a:cubicBezTo>
                        <a:pt x="4128" y="442"/>
                        <a:pt x="4128" y="221"/>
                        <a:pt x="4033" y="95"/>
                      </a:cubicBezTo>
                      <a:cubicBezTo>
                        <a:pt x="3970" y="32"/>
                        <a:pt x="3876" y="1"/>
                        <a:pt x="37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5" name="Google Shape;12554;p89">
                <a:extLst>
                  <a:ext uri="{FF2B5EF4-FFF2-40B4-BE49-F238E27FC236}">
                    <a16:creationId xmlns:a16="http://schemas.microsoft.com/office/drawing/2014/main" id="{91ED65F1-DB79-C82F-5C13-D5EBA7C7D0C8}"/>
                  </a:ext>
                </a:extLst>
              </p:cNvPr>
              <p:cNvGrpSpPr/>
              <p:nvPr/>
            </p:nvGrpSpPr>
            <p:grpSpPr>
              <a:xfrm>
                <a:off x="11152667" y="3454376"/>
                <a:ext cx="641288" cy="642992"/>
                <a:chOff x="-2060175" y="2768875"/>
                <a:chExt cx="291450" cy="292225"/>
              </a:xfrm>
              <a:grpFill/>
            </p:grpSpPr>
            <p:sp>
              <p:nvSpPr>
                <p:cNvPr id="18022" name="Google Shape;12555;p89">
                  <a:extLst>
                    <a:ext uri="{FF2B5EF4-FFF2-40B4-BE49-F238E27FC236}">
                      <a16:creationId xmlns:a16="http://schemas.microsoft.com/office/drawing/2014/main" id="{FEE895C4-0BDA-A479-18C6-8CA91E3DAF2D}"/>
                    </a:ext>
                  </a:extLst>
                </p:cNvPr>
                <p:cNvSpPr/>
                <p:nvPr/>
              </p:nvSpPr>
              <p:spPr>
                <a:xfrm>
                  <a:off x="-206017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cubicBezTo>
                        <a:pt x="10996" y="1198"/>
                        <a:pt x="10838" y="1355"/>
                        <a:pt x="10649" y="1355"/>
                      </a:cubicBezTo>
                      <a:lnTo>
                        <a:pt x="1040" y="1355"/>
                      </a:lnTo>
                      <a:cubicBezTo>
                        <a:pt x="851" y="1355"/>
                        <a:pt x="694" y="1198"/>
                        <a:pt x="694" y="1009"/>
                      </a:cubicBez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303" y="2049"/>
                      </a:moveTo>
                      <a:lnTo>
                        <a:pt x="10303" y="7908"/>
                      </a:lnTo>
                      <a:cubicBezTo>
                        <a:pt x="10334" y="8097"/>
                        <a:pt x="10177" y="8255"/>
                        <a:pt x="9988" y="8255"/>
                      </a:cubicBezTo>
                      <a:lnTo>
                        <a:pt x="1702" y="8255"/>
                      </a:lnTo>
                      <a:cubicBezTo>
                        <a:pt x="1513" y="8255"/>
                        <a:pt x="1355" y="8097"/>
                        <a:pt x="1355" y="7908"/>
                      </a:cubicBezTo>
                      <a:lnTo>
                        <a:pt x="1355" y="2049"/>
                      </a:lnTo>
                      <a:close/>
                      <a:moveTo>
                        <a:pt x="5797" y="10271"/>
                      </a:moveTo>
                      <a:cubicBezTo>
                        <a:pt x="5986" y="10271"/>
                        <a:pt x="6144" y="10429"/>
                        <a:pt x="6144" y="10618"/>
                      </a:cubicBezTo>
                      <a:cubicBezTo>
                        <a:pt x="6144" y="10807"/>
                        <a:pt x="5986" y="10964"/>
                        <a:pt x="5797" y="10964"/>
                      </a:cubicBezTo>
                      <a:cubicBezTo>
                        <a:pt x="5608" y="10964"/>
                        <a:pt x="5451" y="10807"/>
                        <a:pt x="5451" y="10618"/>
                      </a:cubicBezTo>
                      <a:cubicBezTo>
                        <a:pt x="5451" y="10429"/>
                        <a:pt x="5608" y="10271"/>
                        <a:pt x="5797" y="10271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cubicBezTo>
                        <a:pt x="1" y="1450"/>
                        <a:pt x="284" y="1828"/>
                        <a:pt x="694" y="1986"/>
                      </a:cubicBezTo>
                      <a:lnTo>
                        <a:pt x="694" y="7908"/>
                      </a:lnTo>
                      <a:cubicBezTo>
                        <a:pt x="694" y="8444"/>
                        <a:pt x="1166" y="8917"/>
                        <a:pt x="1702" y="8917"/>
                      </a:cubicBezTo>
                      <a:lnTo>
                        <a:pt x="5482" y="8917"/>
                      </a:lnTo>
                      <a:lnTo>
                        <a:pt x="5482" y="9673"/>
                      </a:lnTo>
                      <a:cubicBezTo>
                        <a:pt x="5104" y="9830"/>
                        <a:pt x="4821" y="10177"/>
                        <a:pt x="4821" y="10649"/>
                      </a:cubicBezTo>
                      <a:cubicBezTo>
                        <a:pt x="4821" y="11216"/>
                        <a:pt x="5293" y="11689"/>
                        <a:pt x="5829" y="11689"/>
                      </a:cubicBezTo>
                      <a:cubicBezTo>
                        <a:pt x="6396" y="11689"/>
                        <a:pt x="6869" y="11216"/>
                        <a:pt x="6869" y="10649"/>
                      </a:cubicBezTo>
                      <a:cubicBezTo>
                        <a:pt x="6869" y="10240"/>
                        <a:pt x="6585" y="9830"/>
                        <a:pt x="6207" y="9673"/>
                      </a:cubicBezTo>
                      <a:lnTo>
                        <a:pt x="6207" y="8917"/>
                      </a:lnTo>
                      <a:lnTo>
                        <a:pt x="10019" y="8917"/>
                      </a:lnTo>
                      <a:cubicBezTo>
                        <a:pt x="10555" y="8917"/>
                        <a:pt x="11027" y="8444"/>
                        <a:pt x="11027" y="7908"/>
                      </a:cubicBezTo>
                      <a:lnTo>
                        <a:pt x="11027" y="1986"/>
                      </a:lnTo>
                      <a:cubicBezTo>
                        <a:pt x="11405" y="1828"/>
                        <a:pt x="11657" y="1450"/>
                        <a:pt x="11657" y="1009"/>
                      </a:cubicBezTo>
                      <a:cubicBezTo>
                        <a:pt x="11657" y="473"/>
                        <a:pt x="11185" y="1"/>
                        <a:pt x="106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3" name="Google Shape;12556;p89">
                  <a:extLst>
                    <a:ext uri="{FF2B5EF4-FFF2-40B4-BE49-F238E27FC236}">
                      <a16:creationId xmlns:a16="http://schemas.microsoft.com/office/drawing/2014/main" id="{ED642E8A-B009-EA15-067A-338517CBF719}"/>
                    </a:ext>
                  </a:extLst>
                </p:cNvPr>
                <p:cNvSpPr/>
                <p:nvPr/>
              </p:nvSpPr>
              <p:spPr>
                <a:xfrm>
                  <a:off x="-2008975" y="2855525"/>
                  <a:ext cx="189050" cy="8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3380" extrusionOk="0">
                      <a:moveTo>
                        <a:pt x="6553" y="0"/>
                      </a:moveTo>
                      <a:cubicBezTo>
                        <a:pt x="6144" y="0"/>
                        <a:pt x="6081" y="504"/>
                        <a:pt x="6427" y="662"/>
                      </a:cubicBezTo>
                      <a:lnTo>
                        <a:pt x="4474" y="2584"/>
                      </a:lnTo>
                      <a:lnTo>
                        <a:pt x="2647" y="788"/>
                      </a:lnTo>
                      <a:cubicBezTo>
                        <a:pt x="2584" y="725"/>
                        <a:pt x="2497" y="693"/>
                        <a:pt x="2410" y="693"/>
                      </a:cubicBezTo>
                      <a:cubicBezTo>
                        <a:pt x="2324" y="693"/>
                        <a:pt x="2237" y="725"/>
                        <a:pt x="2174" y="788"/>
                      </a:cubicBezTo>
                      <a:lnTo>
                        <a:pt x="126" y="2836"/>
                      </a:lnTo>
                      <a:cubicBezTo>
                        <a:pt x="0" y="2930"/>
                        <a:pt x="0" y="3182"/>
                        <a:pt x="126" y="3308"/>
                      </a:cubicBezTo>
                      <a:cubicBezTo>
                        <a:pt x="189" y="3356"/>
                        <a:pt x="276" y="3379"/>
                        <a:pt x="363" y="3379"/>
                      </a:cubicBezTo>
                      <a:cubicBezTo>
                        <a:pt x="449" y="3379"/>
                        <a:pt x="536" y="3356"/>
                        <a:pt x="599" y="3308"/>
                      </a:cubicBezTo>
                      <a:lnTo>
                        <a:pt x="2426" y="1481"/>
                      </a:lnTo>
                      <a:lnTo>
                        <a:pt x="4222" y="3308"/>
                      </a:lnTo>
                      <a:cubicBezTo>
                        <a:pt x="4285" y="3356"/>
                        <a:pt x="4372" y="3379"/>
                        <a:pt x="4458" y="3379"/>
                      </a:cubicBezTo>
                      <a:cubicBezTo>
                        <a:pt x="4545" y="3379"/>
                        <a:pt x="4632" y="3356"/>
                        <a:pt x="4695" y="3308"/>
                      </a:cubicBezTo>
                      <a:lnTo>
                        <a:pt x="6900" y="1134"/>
                      </a:lnTo>
                      <a:cubicBezTo>
                        <a:pt x="6931" y="1260"/>
                        <a:pt x="7057" y="1355"/>
                        <a:pt x="7215" y="1355"/>
                      </a:cubicBezTo>
                      <a:cubicBezTo>
                        <a:pt x="7404" y="1355"/>
                        <a:pt x="7562" y="1197"/>
                        <a:pt x="7562" y="1008"/>
                      </a:cubicBezTo>
                      <a:lnTo>
                        <a:pt x="7562" y="347"/>
                      </a:lnTo>
                      <a:cubicBezTo>
                        <a:pt x="7562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6" name="Google Shape;12566;p89">
                <a:extLst>
                  <a:ext uri="{FF2B5EF4-FFF2-40B4-BE49-F238E27FC236}">
                    <a16:creationId xmlns:a16="http://schemas.microsoft.com/office/drawing/2014/main" id="{ADB5BE7C-71C7-CEAD-74BE-A216916C6B80}"/>
                  </a:ext>
                </a:extLst>
              </p:cNvPr>
              <p:cNvSpPr/>
              <p:nvPr/>
            </p:nvSpPr>
            <p:spPr>
              <a:xfrm>
                <a:off x="3729407" y="3454999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797" y="2111"/>
                    </a:moveTo>
                    <a:cubicBezTo>
                      <a:pt x="6175" y="2111"/>
                      <a:pt x="6459" y="2426"/>
                      <a:pt x="6459" y="2773"/>
                    </a:cubicBezTo>
                    <a:cubicBezTo>
                      <a:pt x="6459" y="3151"/>
                      <a:pt x="6175" y="3466"/>
                      <a:pt x="5797" y="3466"/>
                    </a:cubicBezTo>
                    <a:cubicBezTo>
                      <a:pt x="5388" y="3466"/>
                      <a:pt x="5104" y="3151"/>
                      <a:pt x="5104" y="2773"/>
                    </a:cubicBezTo>
                    <a:cubicBezTo>
                      <a:pt x="5104" y="2426"/>
                      <a:pt x="5419" y="2111"/>
                      <a:pt x="5797" y="2111"/>
                    </a:cubicBezTo>
                    <a:close/>
                    <a:moveTo>
                      <a:pt x="6112" y="4159"/>
                    </a:moveTo>
                    <a:cubicBezTo>
                      <a:pt x="6648" y="4159"/>
                      <a:pt x="7120" y="4631"/>
                      <a:pt x="7120" y="5198"/>
                    </a:cubicBezTo>
                    <a:lnTo>
                      <a:pt x="7120" y="5545"/>
                    </a:lnTo>
                    <a:lnTo>
                      <a:pt x="4379" y="5545"/>
                    </a:lnTo>
                    <a:lnTo>
                      <a:pt x="4379" y="5198"/>
                    </a:lnTo>
                    <a:cubicBezTo>
                      <a:pt x="4411" y="4600"/>
                      <a:pt x="4884" y="4159"/>
                      <a:pt x="5419" y="4159"/>
                    </a:cubicBezTo>
                    <a:close/>
                    <a:moveTo>
                      <a:pt x="10586" y="662"/>
                    </a:moveTo>
                    <a:cubicBezTo>
                      <a:pt x="10775" y="662"/>
                      <a:pt x="10932" y="819"/>
                      <a:pt x="10932" y="1008"/>
                    </a:cubicBezTo>
                    <a:lnTo>
                      <a:pt x="10932" y="5860"/>
                    </a:lnTo>
                    <a:lnTo>
                      <a:pt x="10996" y="5860"/>
                    </a:lnTo>
                    <a:cubicBezTo>
                      <a:pt x="10996" y="6049"/>
                      <a:pt x="10838" y="6207"/>
                      <a:pt x="10617" y="6207"/>
                    </a:cubicBezTo>
                    <a:lnTo>
                      <a:pt x="9483" y="6207"/>
                    </a:lnTo>
                    <a:cubicBezTo>
                      <a:pt x="9326" y="5829"/>
                      <a:pt x="8979" y="5545"/>
                      <a:pt x="8507" y="5545"/>
                    </a:cubicBezTo>
                    <a:lnTo>
                      <a:pt x="7845" y="5545"/>
                    </a:lnTo>
                    <a:lnTo>
                      <a:pt x="7845" y="5198"/>
                    </a:lnTo>
                    <a:cubicBezTo>
                      <a:pt x="7845" y="4505"/>
                      <a:pt x="7435" y="3938"/>
                      <a:pt x="6837" y="3655"/>
                    </a:cubicBezTo>
                    <a:cubicBezTo>
                      <a:pt x="7057" y="3403"/>
                      <a:pt x="7152" y="3151"/>
                      <a:pt x="7152" y="2773"/>
                    </a:cubicBezTo>
                    <a:cubicBezTo>
                      <a:pt x="7152" y="2048"/>
                      <a:pt x="6522" y="1418"/>
                      <a:pt x="5797" y="1418"/>
                    </a:cubicBezTo>
                    <a:cubicBezTo>
                      <a:pt x="5041" y="1418"/>
                      <a:pt x="4411" y="2048"/>
                      <a:pt x="4411" y="2773"/>
                    </a:cubicBezTo>
                    <a:cubicBezTo>
                      <a:pt x="4411" y="3088"/>
                      <a:pt x="4537" y="3403"/>
                      <a:pt x="4726" y="3655"/>
                    </a:cubicBezTo>
                    <a:cubicBezTo>
                      <a:pt x="4127" y="3938"/>
                      <a:pt x="3749" y="4505"/>
                      <a:pt x="3749" y="5198"/>
                    </a:cubicBezTo>
                    <a:lnTo>
                      <a:pt x="3749" y="5545"/>
                    </a:lnTo>
                    <a:lnTo>
                      <a:pt x="3056" y="5545"/>
                    </a:lnTo>
                    <a:cubicBezTo>
                      <a:pt x="2647" y="5545"/>
                      <a:pt x="2237" y="5829"/>
                      <a:pt x="2080" y="6207"/>
                    </a:cubicBezTo>
                    <a:lnTo>
                      <a:pt x="977" y="6207"/>
                    </a:lnTo>
                    <a:cubicBezTo>
                      <a:pt x="788" y="6207"/>
                      <a:pt x="630" y="6049"/>
                      <a:pt x="630" y="5860"/>
                    </a:cubicBezTo>
                    <a:lnTo>
                      <a:pt x="630" y="1008"/>
                    </a:lnTo>
                    <a:cubicBezTo>
                      <a:pt x="630" y="819"/>
                      <a:pt x="788" y="662"/>
                      <a:pt x="977" y="662"/>
                    </a:cubicBezTo>
                    <a:close/>
                    <a:moveTo>
                      <a:pt x="8538" y="6175"/>
                    </a:moveTo>
                    <a:cubicBezTo>
                      <a:pt x="8759" y="6175"/>
                      <a:pt x="8916" y="6333"/>
                      <a:pt x="8916" y="6522"/>
                    </a:cubicBezTo>
                    <a:cubicBezTo>
                      <a:pt x="8853" y="6711"/>
                      <a:pt x="8696" y="6868"/>
                      <a:pt x="8538" y="6868"/>
                    </a:cubicBezTo>
                    <a:lnTo>
                      <a:pt x="3088" y="6868"/>
                    </a:lnTo>
                    <a:cubicBezTo>
                      <a:pt x="2867" y="6868"/>
                      <a:pt x="2710" y="6711"/>
                      <a:pt x="2710" y="6522"/>
                    </a:cubicBezTo>
                    <a:cubicBezTo>
                      <a:pt x="2710" y="6333"/>
                      <a:pt x="2867" y="6175"/>
                      <a:pt x="3088" y="6175"/>
                    </a:cubicBezTo>
                    <a:close/>
                    <a:moveTo>
                      <a:pt x="8160" y="7593"/>
                    </a:moveTo>
                    <a:lnTo>
                      <a:pt x="7561" y="11027"/>
                    </a:lnTo>
                    <a:lnTo>
                      <a:pt x="4033" y="11027"/>
                    </a:lnTo>
                    <a:lnTo>
                      <a:pt x="3466" y="7593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5860"/>
                    </a:lnTo>
                    <a:cubicBezTo>
                      <a:pt x="0" y="6396"/>
                      <a:pt x="473" y="6868"/>
                      <a:pt x="1008" y="6868"/>
                    </a:cubicBezTo>
                    <a:lnTo>
                      <a:pt x="2111" y="6868"/>
                    </a:lnTo>
                    <a:cubicBezTo>
                      <a:pt x="2237" y="7183"/>
                      <a:pt x="2489" y="7435"/>
                      <a:pt x="2804" y="7498"/>
                    </a:cubicBezTo>
                    <a:lnTo>
                      <a:pt x="3434" y="11373"/>
                    </a:lnTo>
                    <a:cubicBezTo>
                      <a:pt x="3466" y="11531"/>
                      <a:pt x="3592" y="11657"/>
                      <a:pt x="3781" y="11657"/>
                    </a:cubicBezTo>
                    <a:lnTo>
                      <a:pt x="7877" y="11657"/>
                    </a:lnTo>
                    <a:cubicBezTo>
                      <a:pt x="8034" y="11657"/>
                      <a:pt x="8192" y="11531"/>
                      <a:pt x="8223" y="11373"/>
                    </a:cubicBezTo>
                    <a:lnTo>
                      <a:pt x="8853" y="7498"/>
                    </a:lnTo>
                    <a:cubicBezTo>
                      <a:pt x="9168" y="7435"/>
                      <a:pt x="9420" y="7183"/>
                      <a:pt x="9546" y="6868"/>
                    </a:cubicBezTo>
                    <a:lnTo>
                      <a:pt x="10680" y="6868"/>
                    </a:lnTo>
                    <a:cubicBezTo>
                      <a:pt x="11216" y="6868"/>
                      <a:pt x="11689" y="6396"/>
                      <a:pt x="11689" y="5860"/>
                    </a:cubicBezTo>
                    <a:lnTo>
                      <a:pt x="11689" y="1008"/>
                    </a:lnTo>
                    <a:cubicBezTo>
                      <a:pt x="11657" y="473"/>
                      <a:pt x="11185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17" name="Google Shape;12580;p89">
                <a:extLst>
                  <a:ext uri="{FF2B5EF4-FFF2-40B4-BE49-F238E27FC236}">
                    <a16:creationId xmlns:a16="http://schemas.microsoft.com/office/drawing/2014/main" id="{E237E88E-10C2-C5C1-F910-EEAC28D2EA77}"/>
                  </a:ext>
                </a:extLst>
              </p:cNvPr>
              <p:cNvGrpSpPr/>
              <p:nvPr/>
            </p:nvGrpSpPr>
            <p:grpSpPr>
              <a:xfrm>
                <a:off x="7973122" y="3454376"/>
                <a:ext cx="414267" cy="642992"/>
                <a:chOff x="-3443250" y="2765725"/>
                <a:chExt cx="188275" cy="292225"/>
              </a:xfrm>
              <a:grpFill/>
            </p:grpSpPr>
            <p:sp>
              <p:nvSpPr>
                <p:cNvPr id="18018" name="Google Shape;12581;p89">
                  <a:extLst>
                    <a:ext uri="{FF2B5EF4-FFF2-40B4-BE49-F238E27FC236}">
                      <a16:creationId xmlns:a16="http://schemas.microsoft.com/office/drawing/2014/main" id="{FFBA6400-A6DD-E966-C7A1-70CE2B4AA8C7}"/>
                    </a:ext>
                  </a:extLst>
                </p:cNvPr>
                <p:cNvSpPr/>
                <p:nvPr/>
              </p:nvSpPr>
              <p:spPr>
                <a:xfrm>
                  <a:off x="-3443250" y="2765725"/>
                  <a:ext cx="1882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1" h="11689" extrusionOk="0">
                      <a:moveTo>
                        <a:pt x="6491" y="662"/>
                      </a:moveTo>
                      <a:cubicBezTo>
                        <a:pt x="6711" y="662"/>
                        <a:pt x="6869" y="820"/>
                        <a:pt x="6869" y="1009"/>
                      </a:cubicBezTo>
                      <a:lnTo>
                        <a:pt x="6869" y="7908"/>
                      </a:lnTo>
                      <a:cubicBezTo>
                        <a:pt x="6869" y="8097"/>
                        <a:pt x="6711" y="8255"/>
                        <a:pt x="6491" y="8255"/>
                      </a:cubicBezTo>
                      <a:lnTo>
                        <a:pt x="1040" y="8255"/>
                      </a:lnTo>
                      <a:cubicBezTo>
                        <a:pt x="851" y="8255"/>
                        <a:pt x="694" y="8097"/>
                        <a:pt x="694" y="7908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4821" y="8948"/>
                      </a:moveTo>
                      <a:lnTo>
                        <a:pt x="4821" y="10996"/>
                      </a:lnTo>
                      <a:lnTo>
                        <a:pt x="2773" y="10996"/>
                      </a:lnTo>
                      <a:lnTo>
                        <a:pt x="2773" y="8948"/>
                      </a:ln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lnTo>
                        <a:pt x="1" y="7908"/>
                      </a:lnTo>
                      <a:cubicBezTo>
                        <a:pt x="1" y="8475"/>
                        <a:pt x="473" y="8917"/>
                        <a:pt x="1040" y="8917"/>
                      </a:cubicBezTo>
                      <a:lnTo>
                        <a:pt x="2049" y="8917"/>
                      </a:lnTo>
                      <a:lnTo>
                        <a:pt x="2049" y="10964"/>
                      </a:lnTo>
                      <a:lnTo>
                        <a:pt x="1040" y="10964"/>
                      </a:lnTo>
                      <a:cubicBezTo>
                        <a:pt x="851" y="10964"/>
                        <a:pt x="694" y="11122"/>
                        <a:pt x="694" y="11342"/>
                      </a:cubicBezTo>
                      <a:cubicBezTo>
                        <a:pt x="694" y="11531"/>
                        <a:pt x="851" y="11689"/>
                        <a:pt x="1040" y="11689"/>
                      </a:cubicBezTo>
                      <a:lnTo>
                        <a:pt x="6491" y="11689"/>
                      </a:lnTo>
                      <a:cubicBezTo>
                        <a:pt x="6711" y="11689"/>
                        <a:pt x="6869" y="11531"/>
                        <a:pt x="6869" y="11342"/>
                      </a:cubicBezTo>
                      <a:cubicBezTo>
                        <a:pt x="6869" y="11122"/>
                        <a:pt x="6711" y="10964"/>
                        <a:pt x="6491" y="10964"/>
                      </a:cubicBezTo>
                      <a:lnTo>
                        <a:pt x="5483" y="10964"/>
                      </a:lnTo>
                      <a:lnTo>
                        <a:pt x="5483" y="8917"/>
                      </a:lnTo>
                      <a:lnTo>
                        <a:pt x="6491" y="8917"/>
                      </a:lnTo>
                      <a:cubicBezTo>
                        <a:pt x="7058" y="8917"/>
                        <a:pt x="7531" y="8475"/>
                        <a:pt x="7531" y="7908"/>
                      </a:cubicBezTo>
                      <a:lnTo>
                        <a:pt x="7531" y="1009"/>
                      </a:lnTo>
                      <a:cubicBezTo>
                        <a:pt x="7531" y="442"/>
                        <a:pt x="7089" y="1"/>
                        <a:pt x="64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19" name="Google Shape;12582;p89">
                  <a:extLst>
                    <a:ext uri="{FF2B5EF4-FFF2-40B4-BE49-F238E27FC236}">
                      <a16:creationId xmlns:a16="http://schemas.microsoft.com/office/drawing/2014/main" id="{7F6E0AEA-DDC7-1B87-0D26-266E64857D46}"/>
                    </a:ext>
                  </a:extLst>
                </p:cNvPr>
                <p:cNvSpPr/>
                <p:nvPr/>
              </p:nvSpPr>
              <p:spPr>
                <a:xfrm>
                  <a:off x="-3411725" y="2799375"/>
                  <a:ext cx="124450" cy="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" h="3444" extrusionOk="0">
                      <a:moveTo>
                        <a:pt x="1859" y="1144"/>
                      </a:moveTo>
                      <a:lnTo>
                        <a:pt x="2678" y="2750"/>
                      </a:lnTo>
                      <a:lnTo>
                        <a:pt x="1040" y="2750"/>
                      </a:lnTo>
                      <a:lnTo>
                        <a:pt x="1859" y="1144"/>
                      </a:lnTo>
                      <a:close/>
                      <a:moveTo>
                        <a:pt x="3151" y="1049"/>
                      </a:moveTo>
                      <a:lnTo>
                        <a:pt x="4033" y="2782"/>
                      </a:lnTo>
                      <a:lnTo>
                        <a:pt x="3403" y="2782"/>
                      </a:lnTo>
                      <a:lnTo>
                        <a:pt x="3403" y="2750"/>
                      </a:lnTo>
                      <a:lnTo>
                        <a:pt x="2804" y="1553"/>
                      </a:lnTo>
                      <a:lnTo>
                        <a:pt x="3151" y="1049"/>
                      </a:lnTo>
                      <a:close/>
                      <a:moveTo>
                        <a:pt x="3213" y="1"/>
                      </a:moveTo>
                      <a:cubicBezTo>
                        <a:pt x="3110" y="1"/>
                        <a:pt x="3003" y="48"/>
                        <a:pt x="2930" y="135"/>
                      </a:cubicBezTo>
                      <a:lnTo>
                        <a:pt x="2457" y="829"/>
                      </a:lnTo>
                      <a:lnTo>
                        <a:pt x="2142" y="198"/>
                      </a:lnTo>
                      <a:cubicBezTo>
                        <a:pt x="2079" y="72"/>
                        <a:pt x="1961" y="9"/>
                        <a:pt x="1839" y="9"/>
                      </a:cubicBezTo>
                      <a:cubicBezTo>
                        <a:pt x="1717" y="9"/>
                        <a:pt x="1591" y="72"/>
                        <a:pt x="1512" y="198"/>
                      </a:cubicBezTo>
                      <a:lnTo>
                        <a:pt x="126" y="2939"/>
                      </a:lnTo>
                      <a:cubicBezTo>
                        <a:pt x="0" y="3191"/>
                        <a:pt x="158" y="3443"/>
                        <a:pt x="441" y="3443"/>
                      </a:cubicBezTo>
                      <a:lnTo>
                        <a:pt x="4537" y="3443"/>
                      </a:lnTo>
                      <a:cubicBezTo>
                        <a:pt x="4757" y="3443"/>
                        <a:pt x="4978" y="3191"/>
                        <a:pt x="4852" y="2939"/>
                      </a:cubicBezTo>
                      <a:lnTo>
                        <a:pt x="3497" y="198"/>
                      </a:lnTo>
                      <a:cubicBezTo>
                        <a:pt x="3446" y="63"/>
                        <a:pt x="3332" y="1"/>
                        <a:pt x="32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0" name="Google Shape;12583;p89">
                  <a:extLst>
                    <a:ext uri="{FF2B5EF4-FFF2-40B4-BE49-F238E27FC236}">
                      <a16:creationId xmlns:a16="http://schemas.microsoft.com/office/drawing/2014/main" id="{13F50F80-E548-EC15-FE52-1FA4CAA0B01B}"/>
                    </a:ext>
                  </a:extLst>
                </p:cNvPr>
                <p:cNvSpPr/>
                <p:nvPr/>
              </p:nvSpPr>
              <p:spPr>
                <a:xfrm>
                  <a:off x="-3392825" y="290357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1" name="Google Shape;12584;p89">
                  <a:extLst>
                    <a:ext uri="{FF2B5EF4-FFF2-40B4-BE49-F238E27FC236}">
                      <a16:creationId xmlns:a16="http://schemas.microsoft.com/office/drawing/2014/main" id="{5B48A40C-A1C0-572C-B7DF-8505611F765B}"/>
                    </a:ext>
                  </a:extLst>
                </p:cNvPr>
                <p:cNvSpPr/>
                <p:nvPr/>
              </p:nvSpPr>
              <p:spPr>
                <a:xfrm>
                  <a:off x="-3392825" y="293822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0A99978-D673-3A96-50A8-C251DC983E50}"/>
                </a:ext>
              </a:extLst>
            </p:cNvPr>
            <p:cNvGrpSpPr/>
            <p:nvPr/>
          </p:nvGrpSpPr>
          <p:grpSpPr>
            <a:xfrm>
              <a:off x="397192" y="1548962"/>
              <a:ext cx="11397616" cy="650754"/>
              <a:chOff x="397192" y="1883391"/>
              <a:chExt cx="11397616" cy="650754"/>
            </a:xfrm>
            <a:grpFill/>
          </p:grpSpPr>
          <p:sp>
            <p:nvSpPr>
              <p:cNvPr id="17962" name="Google Shape;12422;p89">
                <a:extLst>
                  <a:ext uri="{FF2B5EF4-FFF2-40B4-BE49-F238E27FC236}">
                    <a16:creationId xmlns:a16="http://schemas.microsoft.com/office/drawing/2014/main" id="{9636D8FA-1C7F-6C07-01DF-D25295DD78FF}"/>
                  </a:ext>
                </a:extLst>
              </p:cNvPr>
              <p:cNvSpPr/>
              <p:nvPr/>
            </p:nvSpPr>
            <p:spPr>
              <a:xfrm>
                <a:off x="397192" y="1884273"/>
                <a:ext cx="660320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1713" extrusionOk="0">
                    <a:moveTo>
                      <a:pt x="8633" y="2088"/>
                    </a:moveTo>
                    <a:cubicBezTo>
                      <a:pt x="8900" y="2088"/>
                      <a:pt x="9168" y="2182"/>
                      <a:pt x="9357" y="2371"/>
                    </a:cubicBezTo>
                    <a:cubicBezTo>
                      <a:pt x="9767" y="2781"/>
                      <a:pt x="9767" y="3442"/>
                      <a:pt x="9357" y="3820"/>
                    </a:cubicBezTo>
                    <a:lnTo>
                      <a:pt x="8128" y="5018"/>
                    </a:lnTo>
                    <a:cubicBezTo>
                      <a:pt x="7939" y="4702"/>
                      <a:pt x="7750" y="4419"/>
                      <a:pt x="7498" y="4135"/>
                    </a:cubicBezTo>
                    <a:cubicBezTo>
                      <a:pt x="7278" y="3915"/>
                      <a:pt x="6994" y="3726"/>
                      <a:pt x="6679" y="3568"/>
                    </a:cubicBezTo>
                    <a:lnTo>
                      <a:pt x="7908" y="2371"/>
                    </a:lnTo>
                    <a:cubicBezTo>
                      <a:pt x="8097" y="2182"/>
                      <a:pt x="8365" y="2088"/>
                      <a:pt x="8633" y="2088"/>
                    </a:cubicBezTo>
                    <a:close/>
                    <a:moveTo>
                      <a:pt x="5230" y="5333"/>
                    </a:moveTo>
                    <a:cubicBezTo>
                      <a:pt x="5514" y="5333"/>
                      <a:pt x="5829" y="5396"/>
                      <a:pt x="6018" y="5648"/>
                    </a:cubicBezTo>
                    <a:cubicBezTo>
                      <a:pt x="6207" y="5837"/>
                      <a:pt x="6333" y="6120"/>
                      <a:pt x="6333" y="6435"/>
                    </a:cubicBezTo>
                    <a:cubicBezTo>
                      <a:pt x="6049" y="6435"/>
                      <a:pt x="5766" y="6309"/>
                      <a:pt x="5545" y="6120"/>
                    </a:cubicBezTo>
                    <a:cubicBezTo>
                      <a:pt x="5356" y="5931"/>
                      <a:pt x="5230" y="5648"/>
                      <a:pt x="5230" y="5333"/>
                    </a:cubicBezTo>
                    <a:close/>
                    <a:moveTo>
                      <a:pt x="8617" y="717"/>
                    </a:moveTo>
                    <a:cubicBezTo>
                      <a:pt x="9223" y="717"/>
                      <a:pt x="9830" y="953"/>
                      <a:pt x="10302" y="1426"/>
                    </a:cubicBezTo>
                    <a:cubicBezTo>
                      <a:pt x="11247" y="2340"/>
                      <a:pt x="11247" y="3883"/>
                      <a:pt x="10302" y="4828"/>
                    </a:cubicBezTo>
                    <a:lnTo>
                      <a:pt x="8381" y="6719"/>
                    </a:lnTo>
                    <a:cubicBezTo>
                      <a:pt x="8412" y="6404"/>
                      <a:pt x="8412" y="6089"/>
                      <a:pt x="8349" y="5774"/>
                    </a:cubicBezTo>
                    <a:lnTo>
                      <a:pt x="9798" y="4356"/>
                    </a:lnTo>
                    <a:cubicBezTo>
                      <a:pt x="10460" y="3663"/>
                      <a:pt x="10460" y="2560"/>
                      <a:pt x="9798" y="1930"/>
                    </a:cubicBezTo>
                    <a:cubicBezTo>
                      <a:pt x="9467" y="1599"/>
                      <a:pt x="9034" y="1434"/>
                      <a:pt x="8601" y="1434"/>
                    </a:cubicBezTo>
                    <a:cubicBezTo>
                      <a:pt x="8168" y="1434"/>
                      <a:pt x="7735" y="1599"/>
                      <a:pt x="7404" y="1930"/>
                    </a:cubicBezTo>
                    <a:cubicBezTo>
                      <a:pt x="7309" y="2025"/>
                      <a:pt x="5356" y="3946"/>
                      <a:pt x="5073" y="4230"/>
                    </a:cubicBezTo>
                    <a:cubicBezTo>
                      <a:pt x="4411" y="4892"/>
                      <a:pt x="4411" y="5963"/>
                      <a:pt x="5073" y="6624"/>
                    </a:cubicBezTo>
                    <a:cubicBezTo>
                      <a:pt x="5356" y="6908"/>
                      <a:pt x="5671" y="7065"/>
                      <a:pt x="6049" y="7097"/>
                    </a:cubicBezTo>
                    <a:lnTo>
                      <a:pt x="5514" y="7664"/>
                    </a:lnTo>
                    <a:cubicBezTo>
                      <a:pt x="5167" y="7538"/>
                      <a:pt x="4883" y="7349"/>
                      <a:pt x="4600" y="7097"/>
                    </a:cubicBezTo>
                    <a:cubicBezTo>
                      <a:pt x="3655" y="6152"/>
                      <a:pt x="3655" y="4671"/>
                      <a:pt x="4600" y="3726"/>
                    </a:cubicBezTo>
                    <a:lnTo>
                      <a:pt x="6931" y="1426"/>
                    </a:lnTo>
                    <a:cubicBezTo>
                      <a:pt x="7404" y="953"/>
                      <a:pt x="8010" y="717"/>
                      <a:pt x="8617" y="717"/>
                    </a:cubicBezTo>
                    <a:close/>
                    <a:moveTo>
                      <a:pt x="3497" y="6719"/>
                    </a:moveTo>
                    <a:cubicBezTo>
                      <a:pt x="3655" y="7034"/>
                      <a:pt x="3844" y="7286"/>
                      <a:pt x="4127" y="7569"/>
                    </a:cubicBezTo>
                    <a:cubicBezTo>
                      <a:pt x="4348" y="7821"/>
                      <a:pt x="4663" y="8042"/>
                      <a:pt x="4978" y="8168"/>
                    </a:cubicBezTo>
                    <a:lnTo>
                      <a:pt x="3812" y="9334"/>
                    </a:lnTo>
                    <a:cubicBezTo>
                      <a:pt x="3608" y="9538"/>
                      <a:pt x="3340" y="9641"/>
                      <a:pt x="3076" y="9641"/>
                    </a:cubicBezTo>
                    <a:cubicBezTo>
                      <a:pt x="2812" y="9641"/>
                      <a:pt x="2552" y="9538"/>
                      <a:pt x="2363" y="9334"/>
                    </a:cubicBezTo>
                    <a:cubicBezTo>
                      <a:pt x="1954" y="8956"/>
                      <a:pt x="1954" y="8294"/>
                      <a:pt x="2363" y="7884"/>
                    </a:cubicBezTo>
                    <a:lnTo>
                      <a:pt x="3497" y="6719"/>
                    </a:lnTo>
                    <a:close/>
                    <a:moveTo>
                      <a:pt x="6112" y="4135"/>
                    </a:moveTo>
                    <a:cubicBezTo>
                      <a:pt x="6396" y="4261"/>
                      <a:pt x="6742" y="4450"/>
                      <a:pt x="6963" y="4702"/>
                    </a:cubicBezTo>
                    <a:cubicBezTo>
                      <a:pt x="7908" y="5648"/>
                      <a:pt x="7908" y="7128"/>
                      <a:pt x="6963" y="8073"/>
                    </a:cubicBezTo>
                    <a:lnTo>
                      <a:pt x="4757" y="10342"/>
                    </a:lnTo>
                    <a:cubicBezTo>
                      <a:pt x="4285" y="10814"/>
                      <a:pt x="3671" y="11051"/>
                      <a:pt x="3056" y="11051"/>
                    </a:cubicBezTo>
                    <a:cubicBezTo>
                      <a:pt x="2442" y="11051"/>
                      <a:pt x="1828" y="10814"/>
                      <a:pt x="1355" y="10342"/>
                    </a:cubicBezTo>
                    <a:cubicBezTo>
                      <a:pt x="945" y="9901"/>
                      <a:pt x="662" y="9271"/>
                      <a:pt x="662" y="8641"/>
                    </a:cubicBezTo>
                    <a:cubicBezTo>
                      <a:pt x="662" y="8010"/>
                      <a:pt x="882" y="7380"/>
                      <a:pt x="1355" y="6939"/>
                    </a:cubicBezTo>
                    <a:lnTo>
                      <a:pt x="3214" y="5081"/>
                    </a:lnTo>
                    <a:lnTo>
                      <a:pt x="3214" y="5081"/>
                    </a:lnTo>
                    <a:cubicBezTo>
                      <a:pt x="3182" y="5396"/>
                      <a:pt x="3214" y="5679"/>
                      <a:pt x="3245" y="5994"/>
                    </a:cubicBezTo>
                    <a:lnTo>
                      <a:pt x="1828" y="7443"/>
                    </a:lnTo>
                    <a:cubicBezTo>
                      <a:pt x="1166" y="8105"/>
                      <a:pt x="1166" y="9176"/>
                      <a:pt x="1828" y="9838"/>
                    </a:cubicBezTo>
                    <a:cubicBezTo>
                      <a:pt x="2174" y="10184"/>
                      <a:pt x="2623" y="10358"/>
                      <a:pt x="3064" y="10358"/>
                    </a:cubicBezTo>
                    <a:cubicBezTo>
                      <a:pt x="3505" y="10358"/>
                      <a:pt x="3938" y="10184"/>
                      <a:pt x="4253" y="9838"/>
                    </a:cubicBezTo>
                    <a:lnTo>
                      <a:pt x="6490" y="7569"/>
                    </a:lnTo>
                    <a:cubicBezTo>
                      <a:pt x="7152" y="6908"/>
                      <a:pt x="7152" y="5837"/>
                      <a:pt x="6490" y="5175"/>
                    </a:cubicBezTo>
                    <a:cubicBezTo>
                      <a:pt x="6207" y="4892"/>
                      <a:pt x="5892" y="4734"/>
                      <a:pt x="5514" y="4702"/>
                    </a:cubicBezTo>
                    <a:lnTo>
                      <a:pt x="6112" y="4135"/>
                    </a:lnTo>
                    <a:close/>
                    <a:moveTo>
                      <a:pt x="8585" y="0"/>
                    </a:moveTo>
                    <a:cubicBezTo>
                      <a:pt x="7798" y="0"/>
                      <a:pt x="7010" y="308"/>
                      <a:pt x="6396" y="922"/>
                    </a:cubicBezTo>
                    <a:lnTo>
                      <a:pt x="4096" y="3190"/>
                    </a:lnTo>
                    <a:lnTo>
                      <a:pt x="882" y="6467"/>
                    </a:lnTo>
                    <a:cubicBezTo>
                      <a:pt x="315" y="7065"/>
                      <a:pt x="0" y="7821"/>
                      <a:pt x="0" y="8641"/>
                    </a:cubicBezTo>
                    <a:cubicBezTo>
                      <a:pt x="0" y="9460"/>
                      <a:pt x="315" y="10247"/>
                      <a:pt x="882" y="10814"/>
                    </a:cubicBezTo>
                    <a:cubicBezTo>
                      <a:pt x="1497" y="11413"/>
                      <a:pt x="2284" y="11712"/>
                      <a:pt x="3072" y="11712"/>
                    </a:cubicBezTo>
                    <a:cubicBezTo>
                      <a:pt x="3860" y="11712"/>
                      <a:pt x="4647" y="11413"/>
                      <a:pt x="5262" y="10814"/>
                    </a:cubicBezTo>
                    <a:cubicBezTo>
                      <a:pt x="8034" y="8010"/>
                      <a:pt x="6837" y="9145"/>
                      <a:pt x="10775" y="5301"/>
                    </a:cubicBezTo>
                    <a:cubicBezTo>
                      <a:pt x="12004" y="4072"/>
                      <a:pt x="12004" y="2151"/>
                      <a:pt x="10775" y="922"/>
                    </a:cubicBezTo>
                    <a:cubicBezTo>
                      <a:pt x="10161" y="308"/>
                      <a:pt x="9373" y="0"/>
                      <a:pt x="8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63" name="Google Shape;12427;p89">
                <a:extLst>
                  <a:ext uri="{FF2B5EF4-FFF2-40B4-BE49-F238E27FC236}">
                    <a16:creationId xmlns:a16="http://schemas.microsoft.com/office/drawing/2014/main" id="{0619430C-B5A8-493B-CFF5-7596EFB33DEE}"/>
                  </a:ext>
                </a:extLst>
              </p:cNvPr>
              <p:cNvGrpSpPr/>
              <p:nvPr/>
            </p:nvGrpSpPr>
            <p:grpSpPr>
              <a:xfrm>
                <a:off x="4523765" y="1886197"/>
                <a:ext cx="644752" cy="640848"/>
                <a:chOff x="-4932650" y="2046625"/>
                <a:chExt cx="293025" cy="291250"/>
              </a:xfrm>
              <a:grpFill/>
            </p:grpSpPr>
            <p:sp>
              <p:nvSpPr>
                <p:cNvPr id="18002" name="Google Shape;12428;p89">
                  <a:extLst>
                    <a:ext uri="{FF2B5EF4-FFF2-40B4-BE49-F238E27FC236}">
                      <a16:creationId xmlns:a16="http://schemas.microsoft.com/office/drawing/2014/main" id="{63D810C6-38C2-435C-F3A9-622C5793C54F}"/>
                    </a:ext>
                  </a:extLst>
                </p:cNvPr>
                <p:cNvSpPr/>
                <p:nvPr/>
              </p:nvSpPr>
              <p:spPr>
                <a:xfrm>
                  <a:off x="-4932650" y="2046625"/>
                  <a:ext cx="293025" cy="29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0" extrusionOk="0">
                      <a:moveTo>
                        <a:pt x="7625" y="694"/>
                      </a:moveTo>
                      <a:cubicBezTo>
                        <a:pt x="9515" y="694"/>
                        <a:pt x="11059" y="2206"/>
                        <a:pt x="11059" y="4096"/>
                      </a:cubicBezTo>
                      <a:cubicBezTo>
                        <a:pt x="11059" y="5987"/>
                        <a:pt x="9515" y="7530"/>
                        <a:pt x="7625" y="7530"/>
                      </a:cubicBezTo>
                      <a:cubicBezTo>
                        <a:pt x="5735" y="7530"/>
                        <a:pt x="4223" y="5987"/>
                        <a:pt x="4223" y="4096"/>
                      </a:cubicBezTo>
                      <a:cubicBezTo>
                        <a:pt x="4223" y="2206"/>
                        <a:pt x="5735" y="694"/>
                        <a:pt x="7625" y="694"/>
                      </a:cubicBezTo>
                      <a:close/>
                      <a:moveTo>
                        <a:pt x="3344" y="8066"/>
                      </a:moveTo>
                      <a:cubicBezTo>
                        <a:pt x="3435" y="8066"/>
                        <a:pt x="3529" y="8098"/>
                        <a:pt x="3593" y="8161"/>
                      </a:cubicBezTo>
                      <a:cubicBezTo>
                        <a:pt x="3719" y="8287"/>
                        <a:pt x="3719" y="8507"/>
                        <a:pt x="3593" y="8633"/>
                      </a:cubicBezTo>
                      <a:lnTo>
                        <a:pt x="1324" y="10870"/>
                      </a:lnTo>
                      <a:cubicBezTo>
                        <a:pt x="1277" y="10933"/>
                        <a:pt x="1190" y="10964"/>
                        <a:pt x="1100" y="10964"/>
                      </a:cubicBezTo>
                      <a:cubicBezTo>
                        <a:pt x="1009" y="10964"/>
                        <a:pt x="915" y="10933"/>
                        <a:pt x="852" y="10870"/>
                      </a:cubicBezTo>
                      <a:cubicBezTo>
                        <a:pt x="757" y="10744"/>
                        <a:pt x="757" y="10523"/>
                        <a:pt x="852" y="10397"/>
                      </a:cubicBezTo>
                      <a:lnTo>
                        <a:pt x="3120" y="8161"/>
                      </a:lnTo>
                      <a:cubicBezTo>
                        <a:pt x="3167" y="8098"/>
                        <a:pt x="3254" y="8066"/>
                        <a:pt x="3344" y="8066"/>
                      </a:cubicBezTo>
                      <a:close/>
                      <a:moveTo>
                        <a:pt x="7625" y="1"/>
                      </a:moveTo>
                      <a:cubicBezTo>
                        <a:pt x="5357" y="1"/>
                        <a:pt x="3529" y="1860"/>
                        <a:pt x="3529" y="4096"/>
                      </a:cubicBezTo>
                      <a:cubicBezTo>
                        <a:pt x="3529" y="5136"/>
                        <a:pt x="3908" y="6050"/>
                        <a:pt x="4538" y="6743"/>
                      </a:cubicBezTo>
                      <a:lnTo>
                        <a:pt x="3813" y="7467"/>
                      </a:lnTo>
                      <a:cubicBezTo>
                        <a:pt x="3673" y="7386"/>
                        <a:pt x="3520" y="7347"/>
                        <a:pt x="3367" y="7347"/>
                      </a:cubicBezTo>
                      <a:cubicBezTo>
                        <a:pt x="3106" y="7347"/>
                        <a:pt x="2846" y="7458"/>
                        <a:pt x="2647" y="7656"/>
                      </a:cubicBezTo>
                      <a:lnTo>
                        <a:pt x="379" y="9893"/>
                      </a:lnTo>
                      <a:cubicBezTo>
                        <a:pt x="1" y="10271"/>
                        <a:pt x="1" y="10964"/>
                        <a:pt x="379" y="11343"/>
                      </a:cubicBezTo>
                      <a:cubicBezTo>
                        <a:pt x="584" y="11547"/>
                        <a:pt x="852" y="11650"/>
                        <a:pt x="1119" y="11650"/>
                      </a:cubicBezTo>
                      <a:cubicBezTo>
                        <a:pt x="1387" y="11650"/>
                        <a:pt x="1655" y="11547"/>
                        <a:pt x="1860" y="11343"/>
                      </a:cubicBezTo>
                      <a:lnTo>
                        <a:pt x="4097" y="9106"/>
                      </a:lnTo>
                      <a:cubicBezTo>
                        <a:pt x="4412" y="8791"/>
                        <a:pt x="4506" y="8318"/>
                        <a:pt x="4286" y="7909"/>
                      </a:cubicBezTo>
                      <a:lnTo>
                        <a:pt x="5010" y="7215"/>
                      </a:lnTo>
                      <a:cubicBezTo>
                        <a:pt x="5703" y="7814"/>
                        <a:pt x="6648" y="8192"/>
                        <a:pt x="7625" y="8192"/>
                      </a:cubicBezTo>
                      <a:cubicBezTo>
                        <a:pt x="9925" y="8192"/>
                        <a:pt x="11721" y="6333"/>
                        <a:pt x="11721" y="4096"/>
                      </a:cubicBezTo>
                      <a:cubicBezTo>
                        <a:pt x="11721" y="1828"/>
                        <a:pt x="9893" y="1"/>
                        <a:pt x="76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3" name="Google Shape;12429;p89">
                  <a:extLst>
                    <a:ext uri="{FF2B5EF4-FFF2-40B4-BE49-F238E27FC236}">
                      <a16:creationId xmlns:a16="http://schemas.microsoft.com/office/drawing/2014/main" id="{EC5FB6FC-1AA1-236A-6098-4C930B905704}"/>
                    </a:ext>
                  </a:extLst>
                </p:cNvPr>
                <p:cNvSpPr/>
                <p:nvPr/>
              </p:nvSpPr>
              <p:spPr>
                <a:xfrm>
                  <a:off x="-4802675" y="2115050"/>
                  <a:ext cx="122100" cy="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43" extrusionOk="0">
                      <a:moveTo>
                        <a:pt x="2428" y="1"/>
                      </a:moveTo>
                      <a:cubicBezTo>
                        <a:pt x="2301" y="1"/>
                        <a:pt x="2172" y="72"/>
                        <a:pt x="2111" y="225"/>
                      </a:cubicBezTo>
                      <a:lnTo>
                        <a:pt x="1418" y="2116"/>
                      </a:lnTo>
                      <a:lnTo>
                        <a:pt x="693" y="225"/>
                      </a:lnTo>
                      <a:cubicBezTo>
                        <a:pt x="645" y="105"/>
                        <a:pt x="524" y="4"/>
                        <a:pt x="400" y="4"/>
                      </a:cubicBezTo>
                      <a:cubicBezTo>
                        <a:pt x="361" y="4"/>
                        <a:pt x="321" y="14"/>
                        <a:pt x="284" y="36"/>
                      </a:cubicBezTo>
                      <a:cubicBezTo>
                        <a:pt x="126" y="99"/>
                        <a:pt x="0" y="288"/>
                        <a:pt x="63" y="446"/>
                      </a:cubicBezTo>
                      <a:lnTo>
                        <a:pt x="1103" y="3218"/>
                      </a:lnTo>
                      <a:cubicBezTo>
                        <a:pt x="1168" y="3364"/>
                        <a:pt x="1299" y="3443"/>
                        <a:pt x="1428" y="3443"/>
                      </a:cubicBezTo>
                      <a:cubicBezTo>
                        <a:pt x="1551" y="3443"/>
                        <a:pt x="1672" y="3372"/>
                        <a:pt x="1733" y="3218"/>
                      </a:cubicBezTo>
                      <a:lnTo>
                        <a:pt x="2426" y="1328"/>
                      </a:lnTo>
                      <a:lnTo>
                        <a:pt x="3151" y="3218"/>
                      </a:lnTo>
                      <a:cubicBezTo>
                        <a:pt x="3215" y="3364"/>
                        <a:pt x="3346" y="3443"/>
                        <a:pt x="3476" y="3443"/>
                      </a:cubicBezTo>
                      <a:cubicBezTo>
                        <a:pt x="3598" y="3443"/>
                        <a:pt x="3719" y="3372"/>
                        <a:pt x="3781" y="3218"/>
                      </a:cubicBezTo>
                      <a:lnTo>
                        <a:pt x="4789" y="446"/>
                      </a:lnTo>
                      <a:cubicBezTo>
                        <a:pt x="4884" y="257"/>
                        <a:pt x="4789" y="68"/>
                        <a:pt x="4600" y="36"/>
                      </a:cubicBezTo>
                      <a:cubicBezTo>
                        <a:pt x="4562" y="14"/>
                        <a:pt x="4521" y="4"/>
                        <a:pt x="4479" y="4"/>
                      </a:cubicBezTo>
                      <a:cubicBezTo>
                        <a:pt x="4346" y="4"/>
                        <a:pt x="4207" y="105"/>
                        <a:pt x="4159" y="225"/>
                      </a:cubicBezTo>
                      <a:lnTo>
                        <a:pt x="3466" y="2116"/>
                      </a:lnTo>
                      <a:lnTo>
                        <a:pt x="2741" y="225"/>
                      </a:lnTo>
                      <a:cubicBezTo>
                        <a:pt x="2693" y="80"/>
                        <a:pt x="2561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4" name="Google Shape;12434;p89">
                <a:extLst>
                  <a:ext uri="{FF2B5EF4-FFF2-40B4-BE49-F238E27FC236}">
                    <a16:creationId xmlns:a16="http://schemas.microsoft.com/office/drawing/2014/main" id="{E78FBC4E-F3F4-2471-A124-01831244C7EC}"/>
                  </a:ext>
                </a:extLst>
              </p:cNvPr>
              <p:cNvGrpSpPr/>
              <p:nvPr/>
            </p:nvGrpSpPr>
            <p:grpSpPr>
              <a:xfrm>
                <a:off x="8665202" y="1924126"/>
                <a:ext cx="641288" cy="564991"/>
                <a:chOff x="-3137650" y="2067900"/>
                <a:chExt cx="291450" cy="256775"/>
              </a:xfrm>
              <a:grpFill/>
            </p:grpSpPr>
            <p:sp>
              <p:nvSpPr>
                <p:cNvPr id="17999" name="Google Shape;12435;p89">
                  <a:extLst>
                    <a:ext uri="{FF2B5EF4-FFF2-40B4-BE49-F238E27FC236}">
                      <a16:creationId xmlns:a16="http://schemas.microsoft.com/office/drawing/2014/main" id="{8942F43C-B2F0-5FE8-2427-F9B9FDB9B29D}"/>
                    </a:ext>
                  </a:extLst>
                </p:cNvPr>
                <p:cNvSpPr/>
                <p:nvPr/>
              </p:nvSpPr>
              <p:spPr>
                <a:xfrm>
                  <a:off x="-3137650" y="2067900"/>
                  <a:ext cx="291450" cy="1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7499" extrusionOk="0">
                      <a:moveTo>
                        <a:pt x="10618" y="694"/>
                      </a:moveTo>
                      <a:cubicBezTo>
                        <a:pt x="10838" y="694"/>
                        <a:pt x="10964" y="851"/>
                        <a:pt x="10964" y="1040"/>
                      </a:cubicBezTo>
                      <a:lnTo>
                        <a:pt x="10964" y="6522"/>
                      </a:lnTo>
                      <a:cubicBezTo>
                        <a:pt x="10964" y="6711"/>
                        <a:pt x="10838" y="6868"/>
                        <a:pt x="10618" y="6868"/>
                      </a:cubicBezTo>
                      <a:lnTo>
                        <a:pt x="1009" y="6868"/>
                      </a:lnTo>
                      <a:cubicBezTo>
                        <a:pt x="820" y="6868"/>
                        <a:pt x="662" y="6711"/>
                        <a:pt x="662" y="6522"/>
                      </a:cubicBezTo>
                      <a:lnTo>
                        <a:pt x="662" y="1040"/>
                      </a:lnTo>
                      <a:cubicBezTo>
                        <a:pt x="662" y="851"/>
                        <a:pt x="820" y="694"/>
                        <a:pt x="1009" y="694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6490"/>
                      </a:lnTo>
                      <a:cubicBezTo>
                        <a:pt x="1" y="7026"/>
                        <a:pt x="473" y="7499"/>
                        <a:pt x="1009" y="7499"/>
                      </a:cubicBezTo>
                      <a:lnTo>
                        <a:pt x="10618" y="7499"/>
                      </a:lnTo>
                      <a:cubicBezTo>
                        <a:pt x="11185" y="7499"/>
                        <a:pt x="11658" y="7026"/>
                        <a:pt x="11658" y="6490"/>
                      </a:cubicBezTo>
                      <a:lnTo>
                        <a:pt x="11658" y="1009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0" name="Google Shape;12436;p89">
                  <a:extLst>
                    <a:ext uri="{FF2B5EF4-FFF2-40B4-BE49-F238E27FC236}">
                      <a16:creationId xmlns:a16="http://schemas.microsoft.com/office/drawing/2014/main" id="{5E5238B5-0666-2EDE-D466-108CDA42A73B}"/>
                    </a:ext>
                  </a:extLst>
                </p:cNvPr>
                <p:cNvSpPr/>
                <p:nvPr/>
              </p:nvSpPr>
              <p:spPr>
                <a:xfrm>
                  <a:off x="-3137650" y="2273475"/>
                  <a:ext cx="29145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2048" extrusionOk="0">
                      <a:moveTo>
                        <a:pt x="10618" y="662"/>
                      </a:moveTo>
                      <a:cubicBezTo>
                        <a:pt x="10838" y="662"/>
                        <a:pt x="10964" y="819"/>
                        <a:pt x="10964" y="1008"/>
                      </a:cubicBezTo>
                      <a:cubicBezTo>
                        <a:pt x="10964" y="1197"/>
                        <a:pt x="10838" y="1355"/>
                        <a:pt x="10618" y="1355"/>
                      </a:cubicBezTo>
                      <a:lnTo>
                        <a:pt x="6050" y="1355"/>
                      </a:lnTo>
                      <a:cubicBezTo>
                        <a:pt x="6113" y="1260"/>
                        <a:pt x="6113" y="1134"/>
                        <a:pt x="6113" y="1008"/>
                      </a:cubicBezTo>
                      <a:cubicBezTo>
                        <a:pt x="6113" y="882"/>
                        <a:pt x="6050" y="788"/>
                        <a:pt x="6050" y="662"/>
                      </a:cubicBezTo>
                      <a:close/>
                      <a:moveTo>
                        <a:pt x="5105" y="662"/>
                      </a:moveTo>
                      <a:cubicBezTo>
                        <a:pt x="5294" y="662"/>
                        <a:pt x="5451" y="819"/>
                        <a:pt x="5451" y="1008"/>
                      </a:cubicBezTo>
                      <a:cubicBezTo>
                        <a:pt x="5451" y="1229"/>
                        <a:pt x="5294" y="1386"/>
                        <a:pt x="5105" y="1386"/>
                      </a:cubicBezTo>
                      <a:lnTo>
                        <a:pt x="1009" y="1386"/>
                      </a:lnTo>
                      <a:cubicBezTo>
                        <a:pt x="820" y="1355"/>
                        <a:pt x="662" y="1229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8"/>
                      </a:cubicBezTo>
                      <a:cubicBezTo>
                        <a:pt x="1" y="1575"/>
                        <a:pt x="473" y="2048"/>
                        <a:pt x="1009" y="2048"/>
                      </a:cubicBezTo>
                      <a:lnTo>
                        <a:pt x="10618" y="2048"/>
                      </a:lnTo>
                      <a:cubicBezTo>
                        <a:pt x="11185" y="2048"/>
                        <a:pt x="11658" y="1575"/>
                        <a:pt x="11658" y="1008"/>
                      </a:cubicBez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1" name="Google Shape;12437;p89">
                  <a:extLst>
                    <a:ext uri="{FF2B5EF4-FFF2-40B4-BE49-F238E27FC236}">
                      <a16:creationId xmlns:a16="http://schemas.microsoft.com/office/drawing/2014/main" id="{B740A7CB-B335-728F-C77D-E89B3B5E0F3E}"/>
                    </a:ext>
                  </a:extLst>
                </p:cNvPr>
                <p:cNvSpPr/>
                <p:nvPr/>
              </p:nvSpPr>
              <p:spPr>
                <a:xfrm>
                  <a:off x="-3035250" y="2103000"/>
                  <a:ext cx="104000" cy="1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740" extrusionOk="0">
                      <a:moveTo>
                        <a:pt x="662" y="896"/>
                      </a:moveTo>
                      <a:lnTo>
                        <a:pt x="3056" y="2346"/>
                      </a:lnTo>
                      <a:lnTo>
                        <a:pt x="662" y="3826"/>
                      </a:lnTo>
                      <a:lnTo>
                        <a:pt x="662" y="896"/>
                      </a:lnTo>
                      <a:close/>
                      <a:moveTo>
                        <a:pt x="322" y="1"/>
                      </a:moveTo>
                      <a:cubicBezTo>
                        <a:pt x="144" y="1"/>
                        <a:pt x="0" y="131"/>
                        <a:pt x="0" y="298"/>
                      </a:cubicBezTo>
                      <a:lnTo>
                        <a:pt x="0" y="4425"/>
                      </a:lnTo>
                      <a:cubicBezTo>
                        <a:pt x="0" y="4607"/>
                        <a:pt x="132" y="4740"/>
                        <a:pt x="301" y="4740"/>
                      </a:cubicBezTo>
                      <a:cubicBezTo>
                        <a:pt x="365" y="4740"/>
                        <a:pt x="435" y="4720"/>
                        <a:pt x="504" y="4677"/>
                      </a:cubicBezTo>
                      <a:lnTo>
                        <a:pt x="3939" y="2629"/>
                      </a:lnTo>
                      <a:cubicBezTo>
                        <a:pt x="4159" y="2535"/>
                        <a:pt x="4159" y="2219"/>
                        <a:pt x="3939" y="2093"/>
                      </a:cubicBezTo>
                      <a:lnTo>
                        <a:pt x="504" y="46"/>
                      </a:lnTo>
                      <a:cubicBezTo>
                        <a:pt x="443" y="15"/>
                        <a:pt x="381" y="1"/>
                        <a:pt x="3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5" name="Google Shape;12454;p89">
                <a:extLst>
                  <a:ext uri="{FF2B5EF4-FFF2-40B4-BE49-F238E27FC236}">
                    <a16:creationId xmlns:a16="http://schemas.microsoft.com/office/drawing/2014/main" id="{124B4D58-9924-AAFC-2F31-CB2234489B5A}"/>
                  </a:ext>
                </a:extLst>
              </p:cNvPr>
              <p:cNvSpPr/>
              <p:nvPr/>
            </p:nvSpPr>
            <p:spPr>
              <a:xfrm>
                <a:off x="1225976" y="1884797"/>
                <a:ext cx="642992" cy="643268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4" extrusionOk="0">
                    <a:moveTo>
                      <a:pt x="5829" y="2048"/>
                    </a:moveTo>
                    <a:cubicBezTo>
                      <a:pt x="6018" y="2048"/>
                      <a:pt x="6175" y="2206"/>
                      <a:pt x="6175" y="2395"/>
                    </a:cubicBezTo>
                    <a:cubicBezTo>
                      <a:pt x="6175" y="2615"/>
                      <a:pt x="6018" y="2804"/>
                      <a:pt x="5829" y="2804"/>
                    </a:cubicBezTo>
                    <a:cubicBezTo>
                      <a:pt x="5640" y="2804"/>
                      <a:pt x="5482" y="2615"/>
                      <a:pt x="5482" y="2395"/>
                    </a:cubicBezTo>
                    <a:cubicBezTo>
                      <a:pt x="5482" y="2206"/>
                      <a:pt x="5640" y="2048"/>
                      <a:pt x="5829" y="2048"/>
                    </a:cubicBezTo>
                    <a:close/>
                    <a:moveTo>
                      <a:pt x="5829" y="725"/>
                    </a:moveTo>
                    <a:cubicBezTo>
                      <a:pt x="6774" y="725"/>
                      <a:pt x="7530" y="1449"/>
                      <a:pt x="7530" y="2395"/>
                    </a:cubicBezTo>
                    <a:cubicBezTo>
                      <a:pt x="7530" y="2521"/>
                      <a:pt x="7530" y="2678"/>
                      <a:pt x="7467" y="2804"/>
                    </a:cubicBezTo>
                    <a:lnTo>
                      <a:pt x="6774" y="2804"/>
                    </a:lnTo>
                    <a:cubicBezTo>
                      <a:pt x="6806" y="2678"/>
                      <a:pt x="6837" y="2552"/>
                      <a:pt x="6837" y="2395"/>
                    </a:cubicBezTo>
                    <a:cubicBezTo>
                      <a:pt x="6837" y="1859"/>
                      <a:pt x="6364" y="1386"/>
                      <a:pt x="5829" y="1386"/>
                    </a:cubicBezTo>
                    <a:cubicBezTo>
                      <a:pt x="5262" y="1386"/>
                      <a:pt x="4789" y="1859"/>
                      <a:pt x="4789" y="2395"/>
                    </a:cubicBezTo>
                    <a:cubicBezTo>
                      <a:pt x="4789" y="2521"/>
                      <a:pt x="4852" y="2678"/>
                      <a:pt x="4884" y="2804"/>
                    </a:cubicBezTo>
                    <a:lnTo>
                      <a:pt x="4159" y="2804"/>
                    </a:lnTo>
                    <a:cubicBezTo>
                      <a:pt x="4128" y="2678"/>
                      <a:pt x="4128" y="2521"/>
                      <a:pt x="4128" y="2395"/>
                    </a:cubicBezTo>
                    <a:cubicBezTo>
                      <a:pt x="4128" y="1449"/>
                      <a:pt x="4884" y="725"/>
                      <a:pt x="5829" y="725"/>
                    </a:cubicBezTo>
                    <a:close/>
                    <a:moveTo>
                      <a:pt x="10681" y="3466"/>
                    </a:moveTo>
                    <a:cubicBezTo>
                      <a:pt x="10870" y="3466"/>
                      <a:pt x="11027" y="3623"/>
                      <a:pt x="11027" y="3812"/>
                    </a:cubicBezTo>
                    <a:cubicBezTo>
                      <a:pt x="11027" y="4033"/>
                      <a:pt x="10870" y="4190"/>
                      <a:pt x="10681" y="4190"/>
                    </a:cubicBezTo>
                    <a:lnTo>
                      <a:pt x="1009" y="4190"/>
                    </a:lnTo>
                    <a:cubicBezTo>
                      <a:pt x="820" y="4190"/>
                      <a:pt x="662" y="4033"/>
                      <a:pt x="662" y="3812"/>
                    </a:cubicBezTo>
                    <a:cubicBezTo>
                      <a:pt x="662" y="3623"/>
                      <a:pt x="851" y="3466"/>
                      <a:pt x="1009" y="3466"/>
                    </a:cubicBezTo>
                    <a:close/>
                    <a:moveTo>
                      <a:pt x="9799" y="4852"/>
                    </a:moveTo>
                    <a:lnTo>
                      <a:pt x="7058" y="7593"/>
                    </a:lnTo>
                    <a:lnTo>
                      <a:pt x="4600" y="7593"/>
                    </a:lnTo>
                    <a:lnTo>
                      <a:pt x="1859" y="4852"/>
                    </a:lnTo>
                    <a:close/>
                    <a:moveTo>
                      <a:pt x="6869" y="8255"/>
                    </a:moveTo>
                    <a:lnTo>
                      <a:pt x="6869" y="9767"/>
                    </a:lnTo>
                    <a:lnTo>
                      <a:pt x="4789" y="10775"/>
                    </a:lnTo>
                    <a:lnTo>
                      <a:pt x="4789" y="8255"/>
                    </a:lnTo>
                    <a:close/>
                    <a:moveTo>
                      <a:pt x="5829" y="0"/>
                    </a:moveTo>
                    <a:cubicBezTo>
                      <a:pt x="4474" y="0"/>
                      <a:pt x="3435" y="1071"/>
                      <a:pt x="3435" y="2395"/>
                    </a:cubicBezTo>
                    <a:cubicBezTo>
                      <a:pt x="3435" y="2521"/>
                      <a:pt x="3435" y="2678"/>
                      <a:pt x="3466" y="2804"/>
                    </a:cubicBezTo>
                    <a:lnTo>
                      <a:pt x="1009" y="2804"/>
                    </a:lnTo>
                    <a:cubicBezTo>
                      <a:pt x="473" y="2804"/>
                      <a:pt x="0" y="3277"/>
                      <a:pt x="0" y="3812"/>
                    </a:cubicBezTo>
                    <a:cubicBezTo>
                      <a:pt x="0" y="4348"/>
                      <a:pt x="379" y="4757"/>
                      <a:pt x="851" y="4852"/>
                    </a:cubicBezTo>
                    <a:lnTo>
                      <a:pt x="4096" y="8065"/>
                    </a:lnTo>
                    <a:lnTo>
                      <a:pt x="4096" y="11342"/>
                    </a:lnTo>
                    <a:cubicBezTo>
                      <a:pt x="4096" y="11518"/>
                      <a:pt x="4277" y="11694"/>
                      <a:pt x="4462" y="11694"/>
                    </a:cubicBezTo>
                    <a:cubicBezTo>
                      <a:pt x="4508" y="11694"/>
                      <a:pt x="4556" y="11683"/>
                      <a:pt x="4600" y="11657"/>
                    </a:cubicBezTo>
                    <a:lnTo>
                      <a:pt x="7373" y="10271"/>
                    </a:lnTo>
                    <a:cubicBezTo>
                      <a:pt x="7467" y="10239"/>
                      <a:pt x="7562" y="10113"/>
                      <a:pt x="7562" y="9956"/>
                    </a:cubicBezTo>
                    <a:lnTo>
                      <a:pt x="7562" y="8034"/>
                    </a:lnTo>
                    <a:lnTo>
                      <a:pt x="10838" y="4820"/>
                    </a:lnTo>
                    <a:cubicBezTo>
                      <a:pt x="11311" y="4757"/>
                      <a:pt x="11689" y="4348"/>
                      <a:pt x="11689" y="3812"/>
                    </a:cubicBezTo>
                    <a:cubicBezTo>
                      <a:pt x="11689" y="3277"/>
                      <a:pt x="11216" y="2804"/>
                      <a:pt x="10681" y="2804"/>
                    </a:cubicBezTo>
                    <a:lnTo>
                      <a:pt x="8192" y="2804"/>
                    </a:lnTo>
                    <a:cubicBezTo>
                      <a:pt x="8192" y="2678"/>
                      <a:pt x="8223" y="2521"/>
                      <a:pt x="8223" y="2395"/>
                    </a:cubicBezTo>
                    <a:cubicBezTo>
                      <a:pt x="8223" y="1071"/>
                      <a:pt x="7152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66" name="Google Shape;12461;p89">
                <a:extLst>
                  <a:ext uri="{FF2B5EF4-FFF2-40B4-BE49-F238E27FC236}">
                    <a16:creationId xmlns:a16="http://schemas.microsoft.com/office/drawing/2014/main" id="{89BF3148-715D-DDBB-3A44-930833B9BB57}"/>
                  </a:ext>
                </a:extLst>
              </p:cNvPr>
              <p:cNvGrpSpPr/>
              <p:nvPr/>
            </p:nvGrpSpPr>
            <p:grpSpPr>
              <a:xfrm>
                <a:off x="5349172" y="1883391"/>
                <a:ext cx="646458" cy="646458"/>
                <a:chOff x="-4573475" y="2045850"/>
                <a:chExt cx="293800" cy="293800"/>
              </a:xfrm>
              <a:grpFill/>
            </p:grpSpPr>
            <p:sp>
              <p:nvSpPr>
                <p:cNvPr id="17997" name="Google Shape;12462;p89">
                  <a:extLst>
                    <a:ext uri="{FF2B5EF4-FFF2-40B4-BE49-F238E27FC236}">
                      <a16:creationId xmlns:a16="http://schemas.microsoft.com/office/drawing/2014/main" id="{EB7F5B95-3715-280C-398C-F0955EA6B8C7}"/>
                    </a:ext>
                  </a:extLst>
                </p:cNvPr>
                <p:cNvSpPr/>
                <p:nvPr/>
              </p:nvSpPr>
              <p:spPr>
                <a:xfrm>
                  <a:off x="-4573475" y="2045850"/>
                  <a:ext cx="2938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11752" extrusionOk="0">
                      <a:moveTo>
                        <a:pt x="6333" y="756"/>
                      </a:moveTo>
                      <a:lnTo>
                        <a:pt x="6459" y="1292"/>
                      </a:lnTo>
                      <a:cubicBezTo>
                        <a:pt x="6490" y="1418"/>
                        <a:pt x="6585" y="1544"/>
                        <a:pt x="6742" y="1576"/>
                      </a:cubicBezTo>
                      <a:cubicBezTo>
                        <a:pt x="7372" y="1702"/>
                        <a:pt x="7908" y="1922"/>
                        <a:pt x="8444" y="2300"/>
                      </a:cubicBezTo>
                      <a:cubicBezTo>
                        <a:pt x="8491" y="2332"/>
                        <a:pt x="8546" y="2347"/>
                        <a:pt x="8605" y="2347"/>
                      </a:cubicBezTo>
                      <a:cubicBezTo>
                        <a:pt x="8664" y="2347"/>
                        <a:pt x="8727" y="2332"/>
                        <a:pt x="8790" y="2300"/>
                      </a:cubicBezTo>
                      <a:lnTo>
                        <a:pt x="9231" y="2017"/>
                      </a:lnTo>
                      <a:lnTo>
                        <a:pt x="9798" y="2584"/>
                      </a:lnTo>
                      <a:lnTo>
                        <a:pt x="9546" y="3025"/>
                      </a:lnTo>
                      <a:cubicBezTo>
                        <a:pt x="9452" y="3151"/>
                        <a:pt x="9452" y="3308"/>
                        <a:pt x="9546" y="3371"/>
                      </a:cubicBezTo>
                      <a:cubicBezTo>
                        <a:pt x="9893" y="3907"/>
                        <a:pt x="10113" y="4505"/>
                        <a:pt x="10239" y="5073"/>
                      </a:cubicBezTo>
                      <a:cubicBezTo>
                        <a:pt x="10271" y="5199"/>
                        <a:pt x="10365" y="5325"/>
                        <a:pt x="10523" y="5356"/>
                      </a:cubicBezTo>
                      <a:lnTo>
                        <a:pt x="11058" y="5482"/>
                      </a:lnTo>
                      <a:lnTo>
                        <a:pt x="11058" y="6301"/>
                      </a:lnTo>
                      <a:lnTo>
                        <a:pt x="10523" y="6427"/>
                      </a:lnTo>
                      <a:cubicBezTo>
                        <a:pt x="10397" y="6459"/>
                        <a:pt x="10271" y="6553"/>
                        <a:pt x="10239" y="6711"/>
                      </a:cubicBezTo>
                      <a:cubicBezTo>
                        <a:pt x="10113" y="7309"/>
                        <a:pt x="9893" y="7877"/>
                        <a:pt x="9546" y="8381"/>
                      </a:cubicBezTo>
                      <a:cubicBezTo>
                        <a:pt x="9452" y="8507"/>
                        <a:pt x="9452" y="8633"/>
                        <a:pt x="9546" y="8759"/>
                      </a:cubicBezTo>
                      <a:lnTo>
                        <a:pt x="9798" y="9168"/>
                      </a:lnTo>
                      <a:lnTo>
                        <a:pt x="9231" y="9767"/>
                      </a:lnTo>
                      <a:lnTo>
                        <a:pt x="8790" y="9483"/>
                      </a:lnTo>
                      <a:cubicBezTo>
                        <a:pt x="8727" y="9452"/>
                        <a:pt x="8656" y="9436"/>
                        <a:pt x="8593" y="9436"/>
                      </a:cubicBezTo>
                      <a:cubicBezTo>
                        <a:pt x="8530" y="9436"/>
                        <a:pt x="8475" y="9452"/>
                        <a:pt x="8444" y="9483"/>
                      </a:cubicBezTo>
                      <a:cubicBezTo>
                        <a:pt x="7908" y="9861"/>
                        <a:pt x="7341" y="10082"/>
                        <a:pt x="6742" y="10208"/>
                      </a:cubicBezTo>
                      <a:cubicBezTo>
                        <a:pt x="6616" y="10239"/>
                        <a:pt x="6490" y="10334"/>
                        <a:pt x="6459" y="10428"/>
                      </a:cubicBezTo>
                      <a:lnTo>
                        <a:pt x="6333" y="10964"/>
                      </a:lnTo>
                      <a:lnTo>
                        <a:pt x="5514" y="10964"/>
                      </a:lnTo>
                      <a:lnTo>
                        <a:pt x="5388" y="10428"/>
                      </a:lnTo>
                      <a:cubicBezTo>
                        <a:pt x="5356" y="10334"/>
                        <a:pt x="5230" y="10208"/>
                        <a:pt x="5136" y="10208"/>
                      </a:cubicBezTo>
                      <a:cubicBezTo>
                        <a:pt x="4505" y="10082"/>
                        <a:pt x="3938" y="9861"/>
                        <a:pt x="3434" y="9483"/>
                      </a:cubicBezTo>
                      <a:cubicBezTo>
                        <a:pt x="3371" y="9452"/>
                        <a:pt x="3308" y="9436"/>
                        <a:pt x="3249" y="9436"/>
                      </a:cubicBezTo>
                      <a:cubicBezTo>
                        <a:pt x="3190" y="9436"/>
                        <a:pt x="3135" y="9452"/>
                        <a:pt x="3088" y="9483"/>
                      </a:cubicBezTo>
                      <a:lnTo>
                        <a:pt x="2647" y="9767"/>
                      </a:lnTo>
                      <a:lnTo>
                        <a:pt x="2048" y="9168"/>
                      </a:lnTo>
                      <a:lnTo>
                        <a:pt x="2332" y="8759"/>
                      </a:lnTo>
                      <a:cubicBezTo>
                        <a:pt x="2395" y="8633"/>
                        <a:pt x="2395" y="8475"/>
                        <a:pt x="2332" y="8381"/>
                      </a:cubicBezTo>
                      <a:cubicBezTo>
                        <a:pt x="1985" y="7877"/>
                        <a:pt x="1733" y="7278"/>
                        <a:pt x="1607" y="6711"/>
                      </a:cubicBezTo>
                      <a:cubicBezTo>
                        <a:pt x="1575" y="6585"/>
                        <a:pt x="1512" y="6459"/>
                        <a:pt x="1386" y="6427"/>
                      </a:cubicBezTo>
                      <a:lnTo>
                        <a:pt x="882" y="6301"/>
                      </a:lnTo>
                      <a:lnTo>
                        <a:pt x="882" y="5482"/>
                      </a:lnTo>
                      <a:lnTo>
                        <a:pt x="1386" y="5356"/>
                      </a:lnTo>
                      <a:cubicBezTo>
                        <a:pt x="1512" y="5325"/>
                        <a:pt x="1607" y="5199"/>
                        <a:pt x="1607" y="5073"/>
                      </a:cubicBezTo>
                      <a:cubicBezTo>
                        <a:pt x="1733" y="4442"/>
                        <a:pt x="1985" y="3907"/>
                        <a:pt x="2332" y="3371"/>
                      </a:cubicBezTo>
                      <a:cubicBezTo>
                        <a:pt x="2395" y="3277"/>
                        <a:pt x="2395" y="3151"/>
                        <a:pt x="2332" y="3025"/>
                      </a:cubicBezTo>
                      <a:lnTo>
                        <a:pt x="2048" y="2584"/>
                      </a:lnTo>
                      <a:lnTo>
                        <a:pt x="2647" y="2017"/>
                      </a:lnTo>
                      <a:lnTo>
                        <a:pt x="3088" y="2300"/>
                      </a:lnTo>
                      <a:cubicBezTo>
                        <a:pt x="3135" y="2332"/>
                        <a:pt x="3198" y="2347"/>
                        <a:pt x="3261" y="2347"/>
                      </a:cubicBezTo>
                      <a:cubicBezTo>
                        <a:pt x="3324" y="2347"/>
                        <a:pt x="3387" y="2332"/>
                        <a:pt x="3434" y="2300"/>
                      </a:cubicBezTo>
                      <a:cubicBezTo>
                        <a:pt x="3938" y="1922"/>
                        <a:pt x="4537" y="1702"/>
                        <a:pt x="5136" y="1576"/>
                      </a:cubicBezTo>
                      <a:cubicBezTo>
                        <a:pt x="5230" y="1544"/>
                        <a:pt x="5356" y="1450"/>
                        <a:pt x="5388" y="1292"/>
                      </a:cubicBezTo>
                      <a:lnTo>
                        <a:pt x="5514" y="756"/>
                      </a:lnTo>
                      <a:close/>
                      <a:moveTo>
                        <a:pt x="5167" y="0"/>
                      </a:moveTo>
                      <a:cubicBezTo>
                        <a:pt x="5009" y="0"/>
                        <a:pt x="4852" y="126"/>
                        <a:pt x="4852" y="284"/>
                      </a:cubicBezTo>
                      <a:lnTo>
                        <a:pt x="4694" y="882"/>
                      </a:lnTo>
                      <a:cubicBezTo>
                        <a:pt x="4127" y="977"/>
                        <a:pt x="3623" y="1229"/>
                        <a:pt x="3119" y="1513"/>
                      </a:cubicBezTo>
                      <a:lnTo>
                        <a:pt x="2615" y="1197"/>
                      </a:lnTo>
                      <a:cubicBezTo>
                        <a:pt x="2557" y="1154"/>
                        <a:pt x="2485" y="1130"/>
                        <a:pt x="2412" y="1130"/>
                      </a:cubicBezTo>
                      <a:cubicBezTo>
                        <a:pt x="2327" y="1130"/>
                        <a:pt x="2242" y="1161"/>
                        <a:pt x="2174" y="1229"/>
                      </a:cubicBezTo>
                      <a:lnTo>
                        <a:pt x="1197" y="2206"/>
                      </a:lnTo>
                      <a:cubicBezTo>
                        <a:pt x="1071" y="2332"/>
                        <a:pt x="1071" y="2489"/>
                        <a:pt x="1134" y="2647"/>
                      </a:cubicBezTo>
                      <a:lnTo>
                        <a:pt x="1449" y="3151"/>
                      </a:lnTo>
                      <a:cubicBezTo>
                        <a:pt x="1134" y="3623"/>
                        <a:pt x="945" y="4159"/>
                        <a:pt x="819" y="4726"/>
                      </a:cubicBezTo>
                      <a:lnTo>
                        <a:pt x="284" y="4884"/>
                      </a:lnTo>
                      <a:cubicBezTo>
                        <a:pt x="126" y="4915"/>
                        <a:pt x="0" y="5041"/>
                        <a:pt x="0" y="5199"/>
                      </a:cubicBezTo>
                      <a:lnTo>
                        <a:pt x="0" y="6585"/>
                      </a:lnTo>
                      <a:cubicBezTo>
                        <a:pt x="0" y="6742"/>
                        <a:pt x="126" y="6868"/>
                        <a:pt x="284" y="6900"/>
                      </a:cubicBezTo>
                      <a:lnTo>
                        <a:pt x="819" y="7057"/>
                      </a:lnTo>
                      <a:cubicBezTo>
                        <a:pt x="945" y="7593"/>
                        <a:pt x="1197" y="8129"/>
                        <a:pt x="1449" y="8633"/>
                      </a:cubicBezTo>
                      <a:lnTo>
                        <a:pt x="1134" y="9137"/>
                      </a:lnTo>
                      <a:cubicBezTo>
                        <a:pt x="1071" y="9263"/>
                        <a:pt x="1071" y="9452"/>
                        <a:pt x="1197" y="9578"/>
                      </a:cubicBezTo>
                      <a:lnTo>
                        <a:pt x="2174" y="10554"/>
                      </a:lnTo>
                      <a:cubicBezTo>
                        <a:pt x="2242" y="10622"/>
                        <a:pt x="2318" y="10653"/>
                        <a:pt x="2399" y="10653"/>
                      </a:cubicBezTo>
                      <a:cubicBezTo>
                        <a:pt x="2469" y="10653"/>
                        <a:pt x="2542" y="10630"/>
                        <a:pt x="2615" y="10586"/>
                      </a:cubicBezTo>
                      <a:lnTo>
                        <a:pt x="3119" y="10271"/>
                      </a:lnTo>
                      <a:cubicBezTo>
                        <a:pt x="3592" y="10586"/>
                        <a:pt x="4127" y="10806"/>
                        <a:pt x="4694" y="10901"/>
                      </a:cubicBezTo>
                      <a:lnTo>
                        <a:pt x="4852" y="11468"/>
                      </a:lnTo>
                      <a:cubicBezTo>
                        <a:pt x="4883" y="11626"/>
                        <a:pt x="5009" y="11752"/>
                        <a:pt x="5167" y="11752"/>
                      </a:cubicBezTo>
                      <a:lnTo>
                        <a:pt x="6553" y="11752"/>
                      </a:lnTo>
                      <a:cubicBezTo>
                        <a:pt x="6711" y="11752"/>
                        <a:pt x="6805" y="11626"/>
                        <a:pt x="6868" y="11468"/>
                      </a:cubicBezTo>
                      <a:lnTo>
                        <a:pt x="7026" y="10901"/>
                      </a:lnTo>
                      <a:cubicBezTo>
                        <a:pt x="7561" y="10806"/>
                        <a:pt x="8065" y="10554"/>
                        <a:pt x="8601" y="10271"/>
                      </a:cubicBezTo>
                      <a:lnTo>
                        <a:pt x="9105" y="10586"/>
                      </a:lnTo>
                      <a:cubicBezTo>
                        <a:pt x="9164" y="10630"/>
                        <a:pt x="9236" y="10653"/>
                        <a:pt x="9309" y="10653"/>
                      </a:cubicBezTo>
                      <a:cubicBezTo>
                        <a:pt x="9393" y="10653"/>
                        <a:pt x="9479" y="10622"/>
                        <a:pt x="9546" y="10554"/>
                      </a:cubicBezTo>
                      <a:lnTo>
                        <a:pt x="10523" y="9578"/>
                      </a:lnTo>
                      <a:cubicBezTo>
                        <a:pt x="10649" y="9452"/>
                        <a:pt x="10649" y="9294"/>
                        <a:pt x="10554" y="9137"/>
                      </a:cubicBezTo>
                      <a:lnTo>
                        <a:pt x="10239" y="8633"/>
                      </a:lnTo>
                      <a:cubicBezTo>
                        <a:pt x="10554" y="8160"/>
                        <a:pt x="10743" y="7656"/>
                        <a:pt x="10869" y="7057"/>
                      </a:cubicBezTo>
                      <a:lnTo>
                        <a:pt x="11468" y="6900"/>
                      </a:lnTo>
                      <a:cubicBezTo>
                        <a:pt x="11626" y="6868"/>
                        <a:pt x="11752" y="6742"/>
                        <a:pt x="11752" y="6585"/>
                      </a:cubicBezTo>
                      <a:lnTo>
                        <a:pt x="11752" y="5199"/>
                      </a:lnTo>
                      <a:cubicBezTo>
                        <a:pt x="11752" y="5041"/>
                        <a:pt x="11626" y="4915"/>
                        <a:pt x="11468" y="4884"/>
                      </a:cubicBezTo>
                      <a:lnTo>
                        <a:pt x="10869" y="4726"/>
                      </a:lnTo>
                      <a:cubicBezTo>
                        <a:pt x="10743" y="4159"/>
                        <a:pt x="10523" y="3655"/>
                        <a:pt x="10239" y="3151"/>
                      </a:cubicBezTo>
                      <a:lnTo>
                        <a:pt x="10554" y="2647"/>
                      </a:lnTo>
                      <a:cubicBezTo>
                        <a:pt x="10649" y="2521"/>
                        <a:pt x="10649" y="2332"/>
                        <a:pt x="10523" y="2206"/>
                      </a:cubicBezTo>
                      <a:lnTo>
                        <a:pt x="9546" y="1229"/>
                      </a:lnTo>
                      <a:cubicBezTo>
                        <a:pt x="9479" y="1161"/>
                        <a:pt x="9402" y="1130"/>
                        <a:pt x="9321" y="1130"/>
                      </a:cubicBezTo>
                      <a:cubicBezTo>
                        <a:pt x="9251" y="1130"/>
                        <a:pt x="9178" y="1154"/>
                        <a:pt x="9105" y="1197"/>
                      </a:cubicBezTo>
                      <a:lnTo>
                        <a:pt x="8601" y="1513"/>
                      </a:lnTo>
                      <a:cubicBezTo>
                        <a:pt x="8128" y="1197"/>
                        <a:pt x="7593" y="977"/>
                        <a:pt x="7026" y="882"/>
                      </a:cubicBezTo>
                      <a:lnTo>
                        <a:pt x="6868" y="284"/>
                      </a:lnTo>
                      <a:cubicBezTo>
                        <a:pt x="6805" y="126"/>
                        <a:pt x="6711" y="0"/>
                        <a:pt x="6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8" name="Google Shape;12463;p89">
                  <a:extLst>
                    <a:ext uri="{FF2B5EF4-FFF2-40B4-BE49-F238E27FC236}">
                      <a16:creationId xmlns:a16="http://schemas.microsoft.com/office/drawing/2014/main" id="{885C0094-404D-3996-9CDD-0A2C1B7C6A73}"/>
                    </a:ext>
                  </a:extLst>
                </p:cNvPr>
                <p:cNvSpPr/>
                <p:nvPr/>
              </p:nvSpPr>
              <p:spPr>
                <a:xfrm>
                  <a:off x="-4521500" y="2099400"/>
                  <a:ext cx="189050" cy="18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7531" extrusionOk="0">
                      <a:moveTo>
                        <a:pt x="3750" y="662"/>
                      </a:moveTo>
                      <a:cubicBezTo>
                        <a:pt x="5451" y="662"/>
                        <a:pt x="6837" y="2017"/>
                        <a:pt x="6837" y="3718"/>
                      </a:cubicBezTo>
                      <a:cubicBezTo>
                        <a:pt x="6869" y="5104"/>
                        <a:pt x="6049" y="6239"/>
                        <a:pt x="4821" y="6648"/>
                      </a:cubicBezTo>
                      <a:lnTo>
                        <a:pt x="4821" y="5892"/>
                      </a:lnTo>
                      <a:cubicBezTo>
                        <a:pt x="5640" y="5514"/>
                        <a:pt x="6207" y="4663"/>
                        <a:pt x="6207" y="3718"/>
                      </a:cubicBezTo>
                      <a:cubicBezTo>
                        <a:pt x="6207" y="2710"/>
                        <a:pt x="5577" y="1796"/>
                        <a:pt x="4569" y="1481"/>
                      </a:cubicBezTo>
                      <a:cubicBezTo>
                        <a:pt x="4535" y="1472"/>
                        <a:pt x="4501" y="1467"/>
                        <a:pt x="4468" y="1467"/>
                      </a:cubicBezTo>
                      <a:cubicBezTo>
                        <a:pt x="4278" y="1467"/>
                        <a:pt x="4096" y="1609"/>
                        <a:pt x="4096" y="1796"/>
                      </a:cubicBezTo>
                      <a:lnTo>
                        <a:pt x="4096" y="3372"/>
                      </a:lnTo>
                      <a:lnTo>
                        <a:pt x="3435" y="3372"/>
                      </a:lnTo>
                      <a:lnTo>
                        <a:pt x="3435" y="1796"/>
                      </a:lnTo>
                      <a:cubicBezTo>
                        <a:pt x="3435" y="1609"/>
                        <a:pt x="3276" y="1467"/>
                        <a:pt x="3073" y="1467"/>
                      </a:cubicBezTo>
                      <a:cubicBezTo>
                        <a:pt x="3037" y="1467"/>
                        <a:pt x="3000" y="1472"/>
                        <a:pt x="2962" y="1481"/>
                      </a:cubicBezTo>
                      <a:cubicBezTo>
                        <a:pt x="2017" y="1828"/>
                        <a:pt x="1355" y="2742"/>
                        <a:pt x="1355" y="3718"/>
                      </a:cubicBezTo>
                      <a:cubicBezTo>
                        <a:pt x="1355" y="4663"/>
                        <a:pt x="1891" y="5514"/>
                        <a:pt x="2741" y="5892"/>
                      </a:cubicBezTo>
                      <a:lnTo>
                        <a:pt x="2741" y="6648"/>
                      </a:lnTo>
                      <a:cubicBezTo>
                        <a:pt x="1544" y="6207"/>
                        <a:pt x="694" y="5073"/>
                        <a:pt x="694" y="3718"/>
                      </a:cubicBezTo>
                      <a:cubicBezTo>
                        <a:pt x="694" y="2017"/>
                        <a:pt x="2048" y="662"/>
                        <a:pt x="3750" y="662"/>
                      </a:cubicBezTo>
                      <a:close/>
                      <a:moveTo>
                        <a:pt x="4852" y="2363"/>
                      </a:moveTo>
                      <a:cubicBezTo>
                        <a:pt x="5293" y="2679"/>
                        <a:pt x="5514" y="3183"/>
                        <a:pt x="5514" y="3718"/>
                      </a:cubicBezTo>
                      <a:cubicBezTo>
                        <a:pt x="5514" y="4443"/>
                        <a:pt x="5041" y="5104"/>
                        <a:pt x="4380" y="5356"/>
                      </a:cubicBezTo>
                      <a:cubicBezTo>
                        <a:pt x="4254" y="5388"/>
                        <a:pt x="4159" y="5545"/>
                        <a:pt x="4159" y="5671"/>
                      </a:cubicBezTo>
                      <a:lnTo>
                        <a:pt x="4159" y="6806"/>
                      </a:lnTo>
                      <a:lnTo>
                        <a:pt x="3781" y="6806"/>
                      </a:lnTo>
                      <a:cubicBezTo>
                        <a:pt x="3734" y="6821"/>
                        <a:pt x="3679" y="6829"/>
                        <a:pt x="3624" y="6829"/>
                      </a:cubicBezTo>
                      <a:cubicBezTo>
                        <a:pt x="3568" y="6829"/>
                        <a:pt x="3513" y="6821"/>
                        <a:pt x="3466" y="6806"/>
                      </a:cubicBezTo>
                      <a:lnTo>
                        <a:pt x="3466" y="5671"/>
                      </a:lnTo>
                      <a:cubicBezTo>
                        <a:pt x="3466" y="5514"/>
                        <a:pt x="3403" y="5388"/>
                        <a:pt x="3246" y="5356"/>
                      </a:cubicBezTo>
                      <a:cubicBezTo>
                        <a:pt x="2584" y="5104"/>
                        <a:pt x="2111" y="4443"/>
                        <a:pt x="2111" y="3718"/>
                      </a:cubicBezTo>
                      <a:cubicBezTo>
                        <a:pt x="2111" y="3183"/>
                        <a:pt x="2363" y="2679"/>
                        <a:pt x="2773" y="2363"/>
                      </a:cubicBezTo>
                      <a:lnTo>
                        <a:pt x="2773" y="3718"/>
                      </a:lnTo>
                      <a:cubicBezTo>
                        <a:pt x="2773" y="3939"/>
                        <a:pt x="2930" y="4096"/>
                        <a:pt x="3120" y="4096"/>
                      </a:cubicBezTo>
                      <a:lnTo>
                        <a:pt x="4506" y="4096"/>
                      </a:lnTo>
                      <a:cubicBezTo>
                        <a:pt x="4695" y="4096"/>
                        <a:pt x="4852" y="3939"/>
                        <a:pt x="4852" y="3718"/>
                      </a:cubicBezTo>
                      <a:lnTo>
                        <a:pt x="4852" y="2363"/>
                      </a:lnTo>
                      <a:close/>
                      <a:moveTo>
                        <a:pt x="3781" y="1"/>
                      </a:moveTo>
                      <a:cubicBezTo>
                        <a:pt x="1702" y="1"/>
                        <a:pt x="1" y="1670"/>
                        <a:pt x="1" y="3781"/>
                      </a:cubicBezTo>
                      <a:cubicBezTo>
                        <a:pt x="1" y="5861"/>
                        <a:pt x="1702" y="7530"/>
                        <a:pt x="3781" y="7530"/>
                      </a:cubicBezTo>
                      <a:cubicBezTo>
                        <a:pt x="5892" y="7530"/>
                        <a:pt x="7562" y="5861"/>
                        <a:pt x="7562" y="3781"/>
                      </a:cubicBezTo>
                      <a:cubicBezTo>
                        <a:pt x="7562" y="1670"/>
                        <a:pt x="5892" y="1"/>
                        <a:pt x="3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7" name="Google Shape;12473;p89">
                <a:extLst>
                  <a:ext uri="{FF2B5EF4-FFF2-40B4-BE49-F238E27FC236}">
                    <a16:creationId xmlns:a16="http://schemas.microsoft.com/office/drawing/2014/main" id="{DA894677-7B87-9FC3-C1F6-BCE105E09FD7}"/>
                  </a:ext>
                </a:extLst>
              </p:cNvPr>
              <p:cNvGrpSpPr/>
              <p:nvPr/>
            </p:nvGrpSpPr>
            <p:grpSpPr>
              <a:xfrm>
                <a:off x="9511570" y="1885950"/>
                <a:ext cx="632212" cy="641343"/>
                <a:chOff x="-2777700" y="2049775"/>
                <a:chExt cx="287325" cy="291475"/>
              </a:xfrm>
              <a:grpFill/>
            </p:grpSpPr>
            <p:sp>
              <p:nvSpPr>
                <p:cNvPr id="17994" name="Google Shape;12474;p89">
                  <a:extLst>
                    <a:ext uri="{FF2B5EF4-FFF2-40B4-BE49-F238E27FC236}">
                      <a16:creationId xmlns:a16="http://schemas.microsoft.com/office/drawing/2014/main" id="{EBB53317-8F2B-C961-8167-A3D69F910016}"/>
                    </a:ext>
                  </a:extLst>
                </p:cNvPr>
                <p:cNvSpPr/>
                <p:nvPr/>
              </p:nvSpPr>
              <p:spPr>
                <a:xfrm>
                  <a:off x="-2777700" y="2049775"/>
                  <a:ext cx="287325" cy="2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" h="11659" extrusionOk="0">
                      <a:moveTo>
                        <a:pt x="7121" y="662"/>
                      </a:moveTo>
                      <a:cubicBezTo>
                        <a:pt x="7341" y="662"/>
                        <a:pt x="7499" y="820"/>
                        <a:pt x="7499" y="1040"/>
                      </a:cubicBezTo>
                      <a:cubicBezTo>
                        <a:pt x="7499" y="1230"/>
                        <a:pt x="7341" y="1387"/>
                        <a:pt x="7121" y="1387"/>
                      </a:cubicBezTo>
                      <a:lnTo>
                        <a:pt x="4380" y="1387"/>
                      </a:lnTo>
                      <a:cubicBezTo>
                        <a:pt x="4191" y="1387"/>
                        <a:pt x="4033" y="1230"/>
                        <a:pt x="4033" y="1040"/>
                      </a:cubicBezTo>
                      <a:cubicBezTo>
                        <a:pt x="4033" y="820"/>
                        <a:pt x="4191" y="662"/>
                        <a:pt x="4380" y="662"/>
                      </a:cubicBezTo>
                      <a:close/>
                      <a:moveTo>
                        <a:pt x="6774" y="2049"/>
                      </a:moveTo>
                      <a:lnTo>
                        <a:pt x="6774" y="4285"/>
                      </a:lnTo>
                      <a:cubicBezTo>
                        <a:pt x="6774" y="4412"/>
                        <a:pt x="6774" y="4443"/>
                        <a:pt x="7499" y="5514"/>
                      </a:cubicBezTo>
                      <a:lnTo>
                        <a:pt x="3970" y="5514"/>
                      </a:lnTo>
                      <a:cubicBezTo>
                        <a:pt x="4758" y="4412"/>
                        <a:pt x="4726" y="4443"/>
                        <a:pt x="4726" y="4348"/>
                      </a:cubicBezTo>
                      <a:lnTo>
                        <a:pt x="4726" y="2049"/>
                      </a:lnTo>
                      <a:close/>
                      <a:moveTo>
                        <a:pt x="8003" y="6176"/>
                      </a:moveTo>
                      <a:cubicBezTo>
                        <a:pt x="8696" y="7215"/>
                        <a:pt x="9578" y="8507"/>
                        <a:pt x="10177" y="9389"/>
                      </a:cubicBezTo>
                      <a:cubicBezTo>
                        <a:pt x="10649" y="10082"/>
                        <a:pt x="10177" y="10996"/>
                        <a:pt x="9294" y="10996"/>
                      </a:cubicBezTo>
                      <a:lnTo>
                        <a:pt x="2206" y="10996"/>
                      </a:lnTo>
                      <a:cubicBezTo>
                        <a:pt x="1387" y="10996"/>
                        <a:pt x="914" y="10051"/>
                        <a:pt x="1387" y="9389"/>
                      </a:cubicBezTo>
                      <a:cubicBezTo>
                        <a:pt x="1859" y="8665"/>
                        <a:pt x="2804" y="7341"/>
                        <a:pt x="3561" y="6176"/>
                      </a:cubicBezTo>
                      <a:close/>
                      <a:moveTo>
                        <a:pt x="4380" y="1"/>
                      </a:moveTo>
                      <a:cubicBezTo>
                        <a:pt x="3813" y="1"/>
                        <a:pt x="3340" y="473"/>
                        <a:pt x="3340" y="1040"/>
                      </a:cubicBezTo>
                      <a:cubicBezTo>
                        <a:pt x="3340" y="1513"/>
                        <a:pt x="3655" y="1860"/>
                        <a:pt x="4065" y="2017"/>
                      </a:cubicBezTo>
                      <a:lnTo>
                        <a:pt x="4065" y="4222"/>
                      </a:lnTo>
                      <a:cubicBezTo>
                        <a:pt x="3718" y="4790"/>
                        <a:pt x="1198" y="8413"/>
                        <a:pt x="788" y="8980"/>
                      </a:cubicBezTo>
                      <a:cubicBezTo>
                        <a:pt x="1" y="10114"/>
                        <a:pt x="820" y="11658"/>
                        <a:pt x="2206" y="11658"/>
                      </a:cubicBezTo>
                      <a:lnTo>
                        <a:pt x="9294" y="11658"/>
                      </a:lnTo>
                      <a:cubicBezTo>
                        <a:pt x="9308" y="11658"/>
                        <a:pt x="9322" y="11658"/>
                        <a:pt x="9335" y="11658"/>
                      </a:cubicBezTo>
                      <a:cubicBezTo>
                        <a:pt x="10697" y="11658"/>
                        <a:pt x="11492" y="10103"/>
                        <a:pt x="10712" y="9011"/>
                      </a:cubicBezTo>
                      <a:cubicBezTo>
                        <a:pt x="10271" y="8444"/>
                        <a:pt x="7845" y="4853"/>
                        <a:pt x="7499" y="4254"/>
                      </a:cubicBezTo>
                      <a:lnTo>
                        <a:pt x="7499" y="1986"/>
                      </a:lnTo>
                      <a:cubicBezTo>
                        <a:pt x="7877" y="1828"/>
                        <a:pt x="8160" y="1450"/>
                        <a:pt x="8160" y="1040"/>
                      </a:cubicBezTo>
                      <a:cubicBezTo>
                        <a:pt x="8160" y="473"/>
                        <a:pt x="7688" y="1"/>
                        <a:pt x="71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5" name="Google Shape;12475;p89">
                  <a:extLst>
                    <a:ext uri="{FF2B5EF4-FFF2-40B4-BE49-F238E27FC236}">
                      <a16:creationId xmlns:a16="http://schemas.microsoft.com/office/drawing/2014/main" id="{4F9C2A7A-93BB-AA19-0812-64B5CFEBC3F4}"/>
                    </a:ext>
                  </a:extLst>
                </p:cNvPr>
                <p:cNvSpPr/>
                <p:nvPr/>
              </p:nvSpPr>
              <p:spPr>
                <a:xfrm>
                  <a:off x="-2694200" y="2221475"/>
                  <a:ext cx="693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42" extrusionOk="0">
                      <a:moveTo>
                        <a:pt x="1386" y="694"/>
                      </a:moveTo>
                      <a:cubicBezTo>
                        <a:pt x="1733" y="694"/>
                        <a:pt x="2048" y="1009"/>
                        <a:pt x="2048" y="1356"/>
                      </a:cubicBezTo>
                      <a:cubicBezTo>
                        <a:pt x="2048" y="1765"/>
                        <a:pt x="1764" y="2049"/>
                        <a:pt x="1386" y="2049"/>
                      </a:cubicBezTo>
                      <a:cubicBezTo>
                        <a:pt x="1008" y="2049"/>
                        <a:pt x="725" y="1702"/>
                        <a:pt x="725" y="1356"/>
                      </a:cubicBezTo>
                      <a:cubicBezTo>
                        <a:pt x="725" y="978"/>
                        <a:pt x="1040" y="694"/>
                        <a:pt x="1386" y="694"/>
                      </a:cubicBezTo>
                      <a:close/>
                      <a:moveTo>
                        <a:pt x="1386" y="1"/>
                      </a:moveTo>
                      <a:cubicBezTo>
                        <a:pt x="630" y="1"/>
                        <a:pt x="0" y="631"/>
                        <a:pt x="0" y="1356"/>
                      </a:cubicBezTo>
                      <a:cubicBezTo>
                        <a:pt x="0" y="2112"/>
                        <a:pt x="630" y="2742"/>
                        <a:pt x="1386" y="2742"/>
                      </a:cubicBezTo>
                      <a:cubicBezTo>
                        <a:pt x="2142" y="2742"/>
                        <a:pt x="2772" y="2112"/>
                        <a:pt x="2772" y="1356"/>
                      </a:cubicBezTo>
                      <a:cubicBezTo>
                        <a:pt x="2772" y="631"/>
                        <a:pt x="2142" y="1"/>
                        <a:pt x="13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6" name="Google Shape;12476;p89">
                  <a:extLst>
                    <a:ext uri="{FF2B5EF4-FFF2-40B4-BE49-F238E27FC236}">
                      <a16:creationId xmlns:a16="http://schemas.microsoft.com/office/drawing/2014/main" id="{86DF9ECB-8FF4-2B82-B30E-5A97A1CA4FA1}"/>
                    </a:ext>
                  </a:extLst>
                </p:cNvPr>
                <p:cNvSpPr/>
                <p:nvPr/>
              </p:nvSpPr>
              <p:spPr>
                <a:xfrm>
                  <a:off x="-2608350" y="225535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694"/>
                      </a:moveTo>
                      <a:cubicBezTo>
                        <a:pt x="1229" y="694"/>
                        <a:pt x="1386" y="851"/>
                        <a:pt x="1386" y="1040"/>
                      </a:cubicBezTo>
                      <a:cubicBezTo>
                        <a:pt x="1386" y="1229"/>
                        <a:pt x="1229" y="1387"/>
                        <a:pt x="1040" y="1387"/>
                      </a:cubicBezTo>
                      <a:cubicBezTo>
                        <a:pt x="819" y="1387"/>
                        <a:pt x="693" y="1229"/>
                        <a:pt x="693" y="1040"/>
                      </a:cubicBezTo>
                      <a:cubicBezTo>
                        <a:pt x="693" y="851"/>
                        <a:pt x="819" y="694"/>
                        <a:pt x="1040" y="694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8" name="Google Shape;12508;p89">
                <a:extLst>
                  <a:ext uri="{FF2B5EF4-FFF2-40B4-BE49-F238E27FC236}">
                    <a16:creationId xmlns:a16="http://schemas.microsoft.com/office/drawing/2014/main" id="{0F44B8FD-FB2F-D2D3-8F5A-D3E9B0DB723F}"/>
                  </a:ext>
                </a:extLst>
              </p:cNvPr>
              <p:cNvGrpSpPr/>
              <p:nvPr/>
            </p:nvGrpSpPr>
            <p:grpSpPr>
              <a:xfrm>
                <a:off x="6173618" y="1886830"/>
                <a:ext cx="643048" cy="639583"/>
                <a:chOff x="-4211975" y="2046625"/>
                <a:chExt cx="292250" cy="290675"/>
              </a:xfrm>
              <a:grpFill/>
            </p:grpSpPr>
            <p:sp>
              <p:nvSpPr>
                <p:cNvPr id="17992" name="Google Shape;12509;p89">
                  <a:extLst>
                    <a:ext uri="{FF2B5EF4-FFF2-40B4-BE49-F238E27FC236}">
                      <a16:creationId xmlns:a16="http://schemas.microsoft.com/office/drawing/2014/main" id="{AE89C19B-810A-5A63-83FF-619012D0CB1E}"/>
                    </a:ext>
                  </a:extLst>
                </p:cNvPr>
                <p:cNvSpPr/>
                <p:nvPr/>
              </p:nvSpPr>
              <p:spPr>
                <a:xfrm>
                  <a:off x="-4211975" y="2081300"/>
                  <a:ext cx="256025" cy="25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10240" extrusionOk="0">
                      <a:moveTo>
                        <a:pt x="4758" y="693"/>
                      </a:moveTo>
                      <a:lnTo>
                        <a:pt x="4758" y="5167"/>
                      </a:lnTo>
                      <a:cubicBezTo>
                        <a:pt x="4758" y="5356"/>
                        <a:pt x="4916" y="5513"/>
                        <a:pt x="5105" y="5513"/>
                      </a:cubicBezTo>
                      <a:lnTo>
                        <a:pt x="9578" y="5513"/>
                      </a:lnTo>
                      <a:cubicBezTo>
                        <a:pt x="9358" y="7813"/>
                        <a:pt x="7436" y="9609"/>
                        <a:pt x="5105" y="9609"/>
                      </a:cubicBezTo>
                      <a:cubicBezTo>
                        <a:pt x="2679" y="9609"/>
                        <a:pt x="663" y="7593"/>
                        <a:pt x="663" y="5167"/>
                      </a:cubicBezTo>
                      <a:cubicBezTo>
                        <a:pt x="663" y="2835"/>
                        <a:pt x="2490" y="914"/>
                        <a:pt x="4758" y="693"/>
                      </a:cubicBezTo>
                      <a:close/>
                      <a:moveTo>
                        <a:pt x="5105" y="0"/>
                      </a:moveTo>
                      <a:cubicBezTo>
                        <a:pt x="2269" y="0"/>
                        <a:pt x="1" y="2300"/>
                        <a:pt x="1" y="5104"/>
                      </a:cubicBezTo>
                      <a:cubicBezTo>
                        <a:pt x="1" y="7939"/>
                        <a:pt x="2269" y="10239"/>
                        <a:pt x="5105" y="10239"/>
                      </a:cubicBezTo>
                      <a:cubicBezTo>
                        <a:pt x="7940" y="10239"/>
                        <a:pt x="10240" y="7939"/>
                        <a:pt x="10240" y="5104"/>
                      </a:cubicBezTo>
                      <a:cubicBezTo>
                        <a:pt x="10240" y="4978"/>
                        <a:pt x="10083" y="4820"/>
                        <a:pt x="9925" y="4820"/>
                      </a:cubicBezTo>
                      <a:lnTo>
                        <a:pt x="5483" y="4820"/>
                      </a:lnTo>
                      <a:lnTo>
                        <a:pt x="5483" y="347"/>
                      </a:lnTo>
                      <a:cubicBezTo>
                        <a:pt x="5483" y="158"/>
                        <a:pt x="5325" y="0"/>
                        <a:pt x="51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3" name="Google Shape;12510;p89">
                  <a:extLst>
                    <a:ext uri="{FF2B5EF4-FFF2-40B4-BE49-F238E27FC236}">
                      <a16:creationId xmlns:a16="http://schemas.microsoft.com/office/drawing/2014/main" id="{7B5680EF-2AD7-2C69-8AD4-58C2ACB72F1C}"/>
                    </a:ext>
                  </a:extLst>
                </p:cNvPr>
                <p:cNvSpPr/>
                <p:nvPr/>
              </p:nvSpPr>
              <p:spPr>
                <a:xfrm>
                  <a:off x="-4057600" y="2046625"/>
                  <a:ext cx="1378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5" h="5515" extrusionOk="0">
                      <a:moveTo>
                        <a:pt x="663" y="694"/>
                      </a:moveTo>
                      <a:cubicBezTo>
                        <a:pt x="2836" y="851"/>
                        <a:pt x="4601" y="2616"/>
                        <a:pt x="4758" y="4790"/>
                      </a:cubicBezTo>
                      <a:lnTo>
                        <a:pt x="663" y="4790"/>
                      </a:lnTo>
                      <a:lnTo>
                        <a:pt x="663" y="694"/>
                      </a:lnTo>
                      <a:close/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5168"/>
                      </a:lnTo>
                      <a:cubicBezTo>
                        <a:pt x="1" y="5357"/>
                        <a:pt x="158" y="5514"/>
                        <a:pt x="348" y="5514"/>
                      </a:cubicBezTo>
                      <a:lnTo>
                        <a:pt x="5168" y="5514"/>
                      </a:lnTo>
                      <a:cubicBezTo>
                        <a:pt x="5357" y="5514"/>
                        <a:pt x="5514" y="5357"/>
                        <a:pt x="5514" y="5168"/>
                      </a:cubicBezTo>
                      <a:cubicBezTo>
                        <a:pt x="5483" y="3750"/>
                        <a:pt x="4979" y="2490"/>
                        <a:pt x="3971" y="1513"/>
                      </a:cubicBezTo>
                      <a:cubicBezTo>
                        <a:pt x="2994" y="536"/>
                        <a:pt x="1734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9" name="Google Shape;12519;p89">
                <a:extLst>
                  <a:ext uri="{FF2B5EF4-FFF2-40B4-BE49-F238E27FC236}">
                    <a16:creationId xmlns:a16="http://schemas.microsoft.com/office/drawing/2014/main" id="{478C0741-70E8-9CBC-1EB2-3D78E0187C82}"/>
                  </a:ext>
                </a:extLst>
              </p:cNvPr>
              <p:cNvSpPr/>
              <p:nvPr/>
            </p:nvSpPr>
            <p:spPr>
              <a:xfrm>
                <a:off x="10331675" y="1884054"/>
                <a:ext cx="60833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059" h="11721" extrusionOk="0">
                    <a:moveTo>
                      <a:pt x="1418" y="693"/>
                    </a:moveTo>
                    <a:lnTo>
                      <a:pt x="1418" y="1387"/>
                    </a:lnTo>
                    <a:lnTo>
                      <a:pt x="725" y="1387"/>
                    </a:lnTo>
                    <a:lnTo>
                      <a:pt x="725" y="693"/>
                    </a:lnTo>
                    <a:close/>
                    <a:moveTo>
                      <a:pt x="9011" y="693"/>
                    </a:moveTo>
                    <a:lnTo>
                      <a:pt x="9011" y="1387"/>
                    </a:lnTo>
                    <a:lnTo>
                      <a:pt x="8349" y="1387"/>
                    </a:lnTo>
                    <a:lnTo>
                      <a:pt x="8349" y="693"/>
                    </a:lnTo>
                    <a:close/>
                    <a:moveTo>
                      <a:pt x="7656" y="1324"/>
                    </a:moveTo>
                    <a:lnTo>
                      <a:pt x="7656" y="1670"/>
                    </a:lnTo>
                    <a:cubicBezTo>
                      <a:pt x="7656" y="1891"/>
                      <a:pt x="7813" y="2048"/>
                      <a:pt x="8034" y="2048"/>
                    </a:cubicBezTo>
                    <a:lnTo>
                      <a:pt x="8381" y="2048"/>
                    </a:lnTo>
                    <a:lnTo>
                      <a:pt x="8381" y="4222"/>
                    </a:lnTo>
                    <a:cubicBezTo>
                      <a:pt x="8255" y="4253"/>
                      <a:pt x="8160" y="4316"/>
                      <a:pt x="8034" y="4411"/>
                    </a:cubicBezTo>
                    <a:cubicBezTo>
                      <a:pt x="7845" y="4243"/>
                      <a:pt x="7614" y="4159"/>
                      <a:pt x="7369" y="4159"/>
                    </a:cubicBezTo>
                    <a:cubicBezTo>
                      <a:pt x="7246" y="4159"/>
                      <a:pt x="7120" y="4180"/>
                      <a:pt x="6994" y="4222"/>
                    </a:cubicBezTo>
                    <a:lnTo>
                      <a:pt x="6994" y="3088"/>
                    </a:lnTo>
                    <a:cubicBezTo>
                      <a:pt x="6994" y="2552"/>
                      <a:pt x="6522" y="2080"/>
                      <a:pt x="5986" y="2080"/>
                    </a:cubicBezTo>
                    <a:cubicBezTo>
                      <a:pt x="5419" y="2080"/>
                      <a:pt x="4947" y="2552"/>
                      <a:pt x="4947" y="3088"/>
                    </a:cubicBezTo>
                    <a:lnTo>
                      <a:pt x="4947" y="6459"/>
                    </a:lnTo>
                    <a:lnTo>
                      <a:pt x="4789" y="6301"/>
                    </a:lnTo>
                    <a:cubicBezTo>
                      <a:pt x="4600" y="6097"/>
                      <a:pt x="4340" y="5994"/>
                      <a:pt x="4076" y="5994"/>
                    </a:cubicBezTo>
                    <a:cubicBezTo>
                      <a:pt x="3812" y="5994"/>
                      <a:pt x="3545" y="6097"/>
                      <a:pt x="3340" y="6301"/>
                    </a:cubicBezTo>
                    <a:cubicBezTo>
                      <a:pt x="2962" y="6679"/>
                      <a:pt x="2962" y="7341"/>
                      <a:pt x="3340" y="7751"/>
                    </a:cubicBezTo>
                    <a:lnTo>
                      <a:pt x="3812" y="8223"/>
                    </a:lnTo>
                    <a:lnTo>
                      <a:pt x="2111" y="8223"/>
                    </a:lnTo>
                    <a:lnTo>
                      <a:pt x="2111" y="7908"/>
                    </a:lnTo>
                    <a:cubicBezTo>
                      <a:pt x="2111" y="7719"/>
                      <a:pt x="1954" y="7561"/>
                      <a:pt x="1765" y="7561"/>
                    </a:cubicBezTo>
                    <a:lnTo>
                      <a:pt x="1418" y="7561"/>
                    </a:lnTo>
                    <a:lnTo>
                      <a:pt x="1418" y="2048"/>
                    </a:lnTo>
                    <a:lnTo>
                      <a:pt x="1765" y="2048"/>
                    </a:lnTo>
                    <a:cubicBezTo>
                      <a:pt x="1954" y="2048"/>
                      <a:pt x="2111" y="1891"/>
                      <a:pt x="2111" y="1670"/>
                    </a:cubicBezTo>
                    <a:lnTo>
                      <a:pt x="2111" y="1324"/>
                    </a:lnTo>
                    <a:close/>
                    <a:moveTo>
                      <a:pt x="1418" y="8255"/>
                    </a:moveTo>
                    <a:lnTo>
                      <a:pt x="1418" y="8948"/>
                    </a:lnTo>
                    <a:lnTo>
                      <a:pt x="725" y="8948"/>
                    </a:lnTo>
                    <a:lnTo>
                      <a:pt x="725" y="8255"/>
                    </a:lnTo>
                    <a:close/>
                    <a:moveTo>
                      <a:pt x="5955" y="2836"/>
                    </a:moveTo>
                    <a:cubicBezTo>
                      <a:pt x="6144" y="2836"/>
                      <a:pt x="6301" y="2993"/>
                      <a:pt x="6301" y="3182"/>
                    </a:cubicBezTo>
                    <a:lnTo>
                      <a:pt x="6301" y="6616"/>
                    </a:lnTo>
                    <a:cubicBezTo>
                      <a:pt x="6301" y="6805"/>
                      <a:pt x="6459" y="6963"/>
                      <a:pt x="6648" y="6963"/>
                    </a:cubicBezTo>
                    <a:cubicBezTo>
                      <a:pt x="6837" y="6963"/>
                      <a:pt x="6994" y="6805"/>
                      <a:pt x="6994" y="6616"/>
                    </a:cubicBezTo>
                    <a:lnTo>
                      <a:pt x="6994" y="5230"/>
                    </a:lnTo>
                    <a:cubicBezTo>
                      <a:pt x="6994" y="5041"/>
                      <a:pt x="7152" y="4884"/>
                      <a:pt x="7372" y="4884"/>
                    </a:cubicBezTo>
                    <a:cubicBezTo>
                      <a:pt x="7561" y="4884"/>
                      <a:pt x="7719" y="5041"/>
                      <a:pt x="7719" y="5230"/>
                    </a:cubicBezTo>
                    <a:lnTo>
                      <a:pt x="7719" y="6616"/>
                    </a:lnTo>
                    <a:cubicBezTo>
                      <a:pt x="7719" y="6805"/>
                      <a:pt x="7876" y="6963"/>
                      <a:pt x="8066" y="6963"/>
                    </a:cubicBezTo>
                    <a:cubicBezTo>
                      <a:pt x="8255" y="6963"/>
                      <a:pt x="8412" y="6805"/>
                      <a:pt x="8412" y="6616"/>
                    </a:cubicBezTo>
                    <a:lnTo>
                      <a:pt x="8412" y="5230"/>
                    </a:lnTo>
                    <a:cubicBezTo>
                      <a:pt x="8412" y="5041"/>
                      <a:pt x="8570" y="4884"/>
                      <a:pt x="8790" y="4884"/>
                    </a:cubicBezTo>
                    <a:cubicBezTo>
                      <a:pt x="8979" y="4884"/>
                      <a:pt x="9137" y="5041"/>
                      <a:pt x="9137" y="5230"/>
                    </a:cubicBezTo>
                    <a:lnTo>
                      <a:pt x="9137" y="6616"/>
                    </a:lnTo>
                    <a:cubicBezTo>
                      <a:pt x="9137" y="6805"/>
                      <a:pt x="9294" y="6963"/>
                      <a:pt x="9483" y="6963"/>
                    </a:cubicBezTo>
                    <a:cubicBezTo>
                      <a:pt x="9672" y="6963"/>
                      <a:pt x="9830" y="6805"/>
                      <a:pt x="9830" y="6616"/>
                    </a:cubicBezTo>
                    <a:lnTo>
                      <a:pt x="9830" y="5955"/>
                    </a:lnTo>
                    <a:cubicBezTo>
                      <a:pt x="9704" y="5703"/>
                      <a:pt x="9861" y="5545"/>
                      <a:pt x="10019" y="5545"/>
                    </a:cubicBezTo>
                    <a:cubicBezTo>
                      <a:pt x="10239" y="5545"/>
                      <a:pt x="10397" y="5703"/>
                      <a:pt x="10397" y="5892"/>
                    </a:cubicBezTo>
                    <a:lnTo>
                      <a:pt x="10397" y="7057"/>
                    </a:lnTo>
                    <a:cubicBezTo>
                      <a:pt x="10397" y="8003"/>
                      <a:pt x="10176" y="8885"/>
                      <a:pt x="9830" y="9672"/>
                    </a:cubicBezTo>
                    <a:lnTo>
                      <a:pt x="6144" y="9672"/>
                    </a:lnTo>
                    <a:lnTo>
                      <a:pt x="3812" y="7372"/>
                    </a:lnTo>
                    <a:cubicBezTo>
                      <a:pt x="3686" y="7246"/>
                      <a:pt x="3686" y="6994"/>
                      <a:pt x="3812" y="6900"/>
                    </a:cubicBezTo>
                    <a:cubicBezTo>
                      <a:pt x="3875" y="6837"/>
                      <a:pt x="3962" y="6805"/>
                      <a:pt x="4049" y="6805"/>
                    </a:cubicBezTo>
                    <a:cubicBezTo>
                      <a:pt x="4135" y="6805"/>
                      <a:pt x="4222" y="6837"/>
                      <a:pt x="4285" y="6900"/>
                    </a:cubicBezTo>
                    <a:lnTo>
                      <a:pt x="5010" y="7593"/>
                    </a:lnTo>
                    <a:cubicBezTo>
                      <a:pt x="5075" y="7659"/>
                      <a:pt x="5163" y="7690"/>
                      <a:pt x="5251" y="7690"/>
                    </a:cubicBezTo>
                    <a:cubicBezTo>
                      <a:pt x="5415" y="7690"/>
                      <a:pt x="5577" y="7578"/>
                      <a:pt x="5577" y="7372"/>
                    </a:cubicBezTo>
                    <a:lnTo>
                      <a:pt x="5577" y="3182"/>
                    </a:lnTo>
                    <a:cubicBezTo>
                      <a:pt x="5577" y="2993"/>
                      <a:pt x="5734" y="2836"/>
                      <a:pt x="5955" y="2836"/>
                    </a:cubicBezTo>
                    <a:close/>
                    <a:moveTo>
                      <a:pt x="9672" y="10302"/>
                    </a:moveTo>
                    <a:lnTo>
                      <a:pt x="9672" y="10680"/>
                    </a:lnTo>
                    <a:cubicBezTo>
                      <a:pt x="9704" y="10869"/>
                      <a:pt x="9546" y="11027"/>
                      <a:pt x="9357" y="11027"/>
                    </a:cubicBezTo>
                    <a:lnTo>
                      <a:pt x="6616" y="11027"/>
                    </a:lnTo>
                    <a:cubicBezTo>
                      <a:pt x="6396" y="11027"/>
                      <a:pt x="6238" y="10869"/>
                      <a:pt x="6238" y="10680"/>
                    </a:cubicBezTo>
                    <a:lnTo>
                      <a:pt x="6238" y="10302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47" y="2080"/>
                    </a:cubicBezTo>
                    <a:lnTo>
                      <a:pt x="693" y="2080"/>
                    </a:lnTo>
                    <a:lnTo>
                      <a:pt x="693" y="7593"/>
                    </a:lnTo>
                    <a:lnTo>
                      <a:pt x="347" y="7593"/>
                    </a:lnTo>
                    <a:cubicBezTo>
                      <a:pt x="158" y="7593"/>
                      <a:pt x="0" y="7751"/>
                      <a:pt x="0" y="7940"/>
                    </a:cubicBezTo>
                    <a:lnTo>
                      <a:pt x="0" y="9326"/>
                    </a:lnTo>
                    <a:cubicBezTo>
                      <a:pt x="0" y="9515"/>
                      <a:pt x="158" y="9672"/>
                      <a:pt x="347" y="9672"/>
                    </a:cubicBezTo>
                    <a:lnTo>
                      <a:pt x="1733" y="9672"/>
                    </a:lnTo>
                    <a:cubicBezTo>
                      <a:pt x="1922" y="9672"/>
                      <a:pt x="2080" y="9515"/>
                      <a:pt x="2080" y="9326"/>
                    </a:cubicBezTo>
                    <a:lnTo>
                      <a:pt x="2080" y="8979"/>
                    </a:lnTo>
                    <a:lnTo>
                      <a:pt x="4442" y="8979"/>
                    </a:lnTo>
                    <a:lnTo>
                      <a:pt x="5577" y="10113"/>
                    </a:lnTo>
                    <a:lnTo>
                      <a:pt x="5577" y="10712"/>
                    </a:lnTo>
                    <a:cubicBezTo>
                      <a:pt x="5577" y="11248"/>
                      <a:pt x="6049" y="11720"/>
                      <a:pt x="6616" y="11720"/>
                    </a:cubicBezTo>
                    <a:lnTo>
                      <a:pt x="9357" y="11720"/>
                    </a:lnTo>
                    <a:cubicBezTo>
                      <a:pt x="9924" y="11720"/>
                      <a:pt x="10397" y="11248"/>
                      <a:pt x="10397" y="10712"/>
                    </a:cubicBezTo>
                    <a:lnTo>
                      <a:pt x="10397" y="10113"/>
                    </a:lnTo>
                    <a:cubicBezTo>
                      <a:pt x="10806" y="9200"/>
                      <a:pt x="11058" y="8160"/>
                      <a:pt x="11058" y="7026"/>
                    </a:cubicBezTo>
                    <a:lnTo>
                      <a:pt x="11058" y="5892"/>
                    </a:lnTo>
                    <a:cubicBezTo>
                      <a:pt x="11058" y="5325"/>
                      <a:pt x="10617" y="4884"/>
                      <a:pt x="10019" y="4884"/>
                    </a:cubicBezTo>
                    <a:cubicBezTo>
                      <a:pt x="9924" y="4884"/>
                      <a:pt x="9767" y="4915"/>
                      <a:pt x="9641" y="4947"/>
                    </a:cubicBezTo>
                    <a:cubicBezTo>
                      <a:pt x="9546" y="4632"/>
                      <a:pt x="9326" y="4379"/>
                      <a:pt x="9011" y="4253"/>
                    </a:cubicBezTo>
                    <a:lnTo>
                      <a:pt x="9011" y="2080"/>
                    </a:lnTo>
                    <a:lnTo>
                      <a:pt x="9357" y="2080"/>
                    </a:lnTo>
                    <a:cubicBezTo>
                      <a:pt x="9546" y="2080"/>
                      <a:pt x="9735" y="1922"/>
                      <a:pt x="9735" y="1733"/>
                    </a:cubicBezTo>
                    <a:lnTo>
                      <a:pt x="9735" y="347"/>
                    </a:lnTo>
                    <a:cubicBezTo>
                      <a:pt x="9735" y="158"/>
                      <a:pt x="9546" y="0"/>
                      <a:pt x="9357" y="0"/>
                    </a:cubicBezTo>
                    <a:lnTo>
                      <a:pt x="7971" y="0"/>
                    </a:lnTo>
                    <a:cubicBezTo>
                      <a:pt x="7782" y="0"/>
                      <a:pt x="7624" y="158"/>
                      <a:pt x="7624" y="347"/>
                    </a:cubicBezTo>
                    <a:lnTo>
                      <a:pt x="7624" y="693"/>
                    </a:lnTo>
                    <a:lnTo>
                      <a:pt x="2080" y="693"/>
                    </a:lnTo>
                    <a:lnTo>
                      <a:pt x="2080" y="347"/>
                    </a:lnTo>
                    <a:cubicBezTo>
                      <a:pt x="2080" y="158"/>
                      <a:pt x="1922" y="0"/>
                      <a:pt x="17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70" name="Google Shape;12532;p89">
                <a:extLst>
                  <a:ext uri="{FF2B5EF4-FFF2-40B4-BE49-F238E27FC236}">
                    <a16:creationId xmlns:a16="http://schemas.microsoft.com/office/drawing/2014/main" id="{36202708-71AF-A3B2-CE09-064DBF19A87D}"/>
                  </a:ext>
                </a:extLst>
              </p:cNvPr>
              <p:cNvGrpSpPr/>
              <p:nvPr/>
            </p:nvGrpSpPr>
            <p:grpSpPr>
              <a:xfrm>
                <a:off x="2875060" y="1885975"/>
                <a:ext cx="644752" cy="641288"/>
                <a:chOff x="-5635200" y="2037975"/>
                <a:chExt cx="293025" cy="291450"/>
              </a:xfrm>
              <a:grpFill/>
            </p:grpSpPr>
            <p:sp>
              <p:nvSpPr>
                <p:cNvPr id="17990" name="Google Shape;12533;p89">
                  <a:extLst>
                    <a:ext uri="{FF2B5EF4-FFF2-40B4-BE49-F238E27FC236}">
                      <a16:creationId xmlns:a16="http://schemas.microsoft.com/office/drawing/2014/main" id="{BB80D8B9-5322-8798-EDCE-84FD391D3C7F}"/>
                    </a:ext>
                  </a:extLst>
                </p:cNvPr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1" name="Google Shape;12534;p89">
                  <a:extLst>
                    <a:ext uri="{FF2B5EF4-FFF2-40B4-BE49-F238E27FC236}">
                      <a16:creationId xmlns:a16="http://schemas.microsoft.com/office/drawing/2014/main" id="{C04E249A-478F-DF47-01B2-CE31CB8EB43F}"/>
                    </a:ext>
                  </a:extLst>
                </p:cNvPr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4097" extrusionOk="0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1" name="Google Shape;12543;p89">
                <a:extLst>
                  <a:ext uri="{FF2B5EF4-FFF2-40B4-BE49-F238E27FC236}">
                    <a16:creationId xmlns:a16="http://schemas.microsoft.com/office/drawing/2014/main" id="{7909E575-4799-3F40-682C-01B96AF230A5}"/>
                  </a:ext>
                </a:extLst>
              </p:cNvPr>
              <p:cNvGrpSpPr/>
              <p:nvPr/>
            </p:nvGrpSpPr>
            <p:grpSpPr>
              <a:xfrm>
                <a:off x="6983557" y="1885975"/>
                <a:ext cx="644752" cy="641288"/>
                <a:chOff x="-3854375" y="2046625"/>
                <a:chExt cx="293025" cy="291450"/>
              </a:xfrm>
              <a:grpFill/>
            </p:grpSpPr>
            <p:sp>
              <p:nvSpPr>
                <p:cNvPr id="17988" name="Google Shape;12544;p89">
                  <a:extLst>
                    <a:ext uri="{FF2B5EF4-FFF2-40B4-BE49-F238E27FC236}">
                      <a16:creationId xmlns:a16="http://schemas.microsoft.com/office/drawing/2014/main" id="{E4689601-FA05-9A75-62AE-059F64414DDA}"/>
                    </a:ext>
                  </a:extLst>
                </p:cNvPr>
                <p:cNvSpPr/>
                <p:nvPr/>
              </p:nvSpPr>
              <p:spPr>
                <a:xfrm>
                  <a:off x="-3854375" y="20466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7624" y="694"/>
                      </a:moveTo>
                      <a:cubicBezTo>
                        <a:pt x="9515" y="694"/>
                        <a:pt x="11058" y="2206"/>
                        <a:pt x="11058" y="4096"/>
                      </a:cubicBezTo>
                      <a:cubicBezTo>
                        <a:pt x="11058" y="5987"/>
                        <a:pt x="9515" y="7530"/>
                        <a:pt x="7624" y="7530"/>
                      </a:cubicBezTo>
                      <a:cubicBezTo>
                        <a:pt x="5734" y="7530"/>
                        <a:pt x="4190" y="5987"/>
                        <a:pt x="4190" y="4096"/>
                      </a:cubicBezTo>
                      <a:cubicBezTo>
                        <a:pt x="4190" y="2206"/>
                        <a:pt x="5734" y="694"/>
                        <a:pt x="7624" y="694"/>
                      </a:cubicBezTo>
                      <a:close/>
                      <a:moveTo>
                        <a:pt x="3336" y="8066"/>
                      </a:moveTo>
                      <a:cubicBezTo>
                        <a:pt x="3426" y="8066"/>
                        <a:pt x="3513" y="8098"/>
                        <a:pt x="3560" y="8161"/>
                      </a:cubicBezTo>
                      <a:cubicBezTo>
                        <a:pt x="3686" y="8287"/>
                        <a:pt x="3686" y="8507"/>
                        <a:pt x="3560" y="8633"/>
                      </a:cubicBezTo>
                      <a:lnTo>
                        <a:pt x="1323" y="10870"/>
                      </a:lnTo>
                      <a:cubicBezTo>
                        <a:pt x="1260" y="10933"/>
                        <a:pt x="1174" y="10964"/>
                        <a:pt x="1087" y="10964"/>
                      </a:cubicBezTo>
                      <a:cubicBezTo>
                        <a:pt x="1001" y="10964"/>
                        <a:pt x="914" y="10933"/>
                        <a:pt x="851" y="10870"/>
                      </a:cubicBezTo>
                      <a:cubicBezTo>
                        <a:pt x="725" y="10744"/>
                        <a:pt x="725" y="10523"/>
                        <a:pt x="851" y="10397"/>
                      </a:cubicBezTo>
                      <a:lnTo>
                        <a:pt x="3088" y="8161"/>
                      </a:lnTo>
                      <a:cubicBezTo>
                        <a:pt x="3151" y="8098"/>
                        <a:pt x="3245" y="8066"/>
                        <a:pt x="3336" y="8066"/>
                      </a:cubicBezTo>
                      <a:close/>
                      <a:moveTo>
                        <a:pt x="7624" y="1"/>
                      </a:moveTo>
                      <a:cubicBezTo>
                        <a:pt x="5356" y="1"/>
                        <a:pt x="3529" y="1860"/>
                        <a:pt x="3529" y="4096"/>
                      </a:cubicBezTo>
                      <a:cubicBezTo>
                        <a:pt x="3529" y="5136"/>
                        <a:pt x="3875" y="6050"/>
                        <a:pt x="4505" y="6743"/>
                      </a:cubicBezTo>
                      <a:lnTo>
                        <a:pt x="3812" y="7467"/>
                      </a:lnTo>
                      <a:cubicBezTo>
                        <a:pt x="3661" y="7386"/>
                        <a:pt x="3500" y="7347"/>
                        <a:pt x="3342" y="7347"/>
                      </a:cubicBezTo>
                      <a:cubicBezTo>
                        <a:pt x="3074" y="7347"/>
                        <a:pt x="2813" y="7458"/>
                        <a:pt x="2615" y="7656"/>
                      </a:cubicBezTo>
                      <a:lnTo>
                        <a:pt x="378" y="9893"/>
                      </a:lnTo>
                      <a:cubicBezTo>
                        <a:pt x="0" y="10271"/>
                        <a:pt x="0" y="10964"/>
                        <a:pt x="378" y="11343"/>
                      </a:cubicBezTo>
                      <a:cubicBezTo>
                        <a:pt x="567" y="11532"/>
                        <a:pt x="851" y="11658"/>
                        <a:pt x="1103" y="11658"/>
                      </a:cubicBezTo>
                      <a:cubicBezTo>
                        <a:pt x="1355" y="11658"/>
                        <a:pt x="1607" y="11532"/>
                        <a:pt x="1796" y="11343"/>
                      </a:cubicBezTo>
                      <a:lnTo>
                        <a:pt x="4033" y="9106"/>
                      </a:lnTo>
                      <a:cubicBezTo>
                        <a:pt x="4348" y="8791"/>
                        <a:pt x="4442" y="8318"/>
                        <a:pt x="4253" y="7909"/>
                      </a:cubicBezTo>
                      <a:lnTo>
                        <a:pt x="4947" y="7215"/>
                      </a:lnTo>
                      <a:cubicBezTo>
                        <a:pt x="5671" y="7814"/>
                        <a:pt x="6616" y="8192"/>
                        <a:pt x="7593" y="8192"/>
                      </a:cubicBezTo>
                      <a:cubicBezTo>
                        <a:pt x="9861" y="8192"/>
                        <a:pt x="11689" y="6333"/>
                        <a:pt x="11689" y="4096"/>
                      </a:cubicBezTo>
                      <a:cubicBezTo>
                        <a:pt x="11720" y="1828"/>
                        <a:pt x="9861" y="1"/>
                        <a:pt x="76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9" name="Google Shape;12545;p89">
                  <a:extLst>
                    <a:ext uri="{FF2B5EF4-FFF2-40B4-BE49-F238E27FC236}">
                      <a16:creationId xmlns:a16="http://schemas.microsoft.com/office/drawing/2014/main" id="{BE449B4E-D4AE-CAEE-1812-CE7A9C9B30B9}"/>
                    </a:ext>
                  </a:extLst>
                </p:cNvPr>
                <p:cNvSpPr/>
                <p:nvPr/>
              </p:nvSpPr>
              <p:spPr>
                <a:xfrm>
                  <a:off x="-3714975" y="2080500"/>
                  <a:ext cx="103200" cy="1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790" extrusionOk="0">
                      <a:moveTo>
                        <a:pt x="2048" y="694"/>
                      </a:moveTo>
                      <a:cubicBezTo>
                        <a:pt x="2458" y="694"/>
                        <a:pt x="2710" y="1009"/>
                        <a:pt x="2710" y="1387"/>
                      </a:cubicBezTo>
                      <a:cubicBezTo>
                        <a:pt x="2710" y="1765"/>
                        <a:pt x="2395" y="2048"/>
                        <a:pt x="2048" y="2048"/>
                      </a:cubicBezTo>
                      <a:cubicBezTo>
                        <a:pt x="1702" y="2048"/>
                        <a:pt x="1387" y="1733"/>
                        <a:pt x="1387" y="1387"/>
                      </a:cubicBezTo>
                      <a:cubicBezTo>
                        <a:pt x="1355" y="1009"/>
                        <a:pt x="1670" y="694"/>
                        <a:pt x="2048" y="694"/>
                      </a:cubicBezTo>
                      <a:close/>
                      <a:moveTo>
                        <a:pt x="2363" y="2741"/>
                      </a:moveTo>
                      <a:cubicBezTo>
                        <a:pt x="2931" y="2741"/>
                        <a:pt x="3403" y="3214"/>
                        <a:pt x="3403" y="3781"/>
                      </a:cubicBezTo>
                      <a:lnTo>
                        <a:pt x="3403" y="4128"/>
                      </a:lnTo>
                      <a:lnTo>
                        <a:pt x="662" y="4128"/>
                      </a:lnTo>
                      <a:lnTo>
                        <a:pt x="662" y="3781"/>
                      </a:lnTo>
                      <a:cubicBezTo>
                        <a:pt x="662" y="3214"/>
                        <a:pt x="1135" y="2741"/>
                        <a:pt x="1702" y="2741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02"/>
                        <a:pt x="788" y="2017"/>
                        <a:pt x="977" y="2237"/>
                      </a:cubicBezTo>
                      <a:cubicBezTo>
                        <a:pt x="410" y="2521"/>
                        <a:pt x="1" y="3119"/>
                        <a:pt x="1" y="3781"/>
                      </a:cubicBezTo>
                      <a:lnTo>
                        <a:pt x="1" y="4443"/>
                      </a:lnTo>
                      <a:cubicBezTo>
                        <a:pt x="1" y="4632"/>
                        <a:pt x="158" y="4789"/>
                        <a:pt x="347" y="4789"/>
                      </a:cubicBezTo>
                      <a:lnTo>
                        <a:pt x="3781" y="4789"/>
                      </a:lnTo>
                      <a:cubicBezTo>
                        <a:pt x="3970" y="4789"/>
                        <a:pt x="4128" y="4632"/>
                        <a:pt x="4128" y="4443"/>
                      </a:cubicBezTo>
                      <a:lnTo>
                        <a:pt x="4128" y="3781"/>
                      </a:lnTo>
                      <a:cubicBezTo>
                        <a:pt x="4096" y="3119"/>
                        <a:pt x="3718" y="2521"/>
                        <a:pt x="3120" y="2237"/>
                      </a:cubicBezTo>
                      <a:cubicBezTo>
                        <a:pt x="3309" y="2017"/>
                        <a:pt x="3435" y="1733"/>
                        <a:pt x="3435" y="1387"/>
                      </a:cubicBezTo>
                      <a:cubicBezTo>
                        <a:pt x="3435" y="631"/>
                        <a:pt x="2805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72" name="Google Shape;12552;p89">
                <a:extLst>
                  <a:ext uri="{FF2B5EF4-FFF2-40B4-BE49-F238E27FC236}">
                    <a16:creationId xmlns:a16="http://schemas.microsoft.com/office/drawing/2014/main" id="{13886317-5D42-3B97-8676-54241CB954F7}"/>
                  </a:ext>
                </a:extLst>
              </p:cNvPr>
              <p:cNvSpPr/>
              <p:nvPr/>
            </p:nvSpPr>
            <p:spPr>
              <a:xfrm>
                <a:off x="11151816" y="1962933"/>
                <a:ext cx="642992" cy="486989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8853" extrusionOk="0">
                    <a:moveTo>
                      <a:pt x="1040" y="2709"/>
                    </a:moveTo>
                    <a:cubicBezTo>
                      <a:pt x="1229" y="2709"/>
                      <a:pt x="1386" y="2867"/>
                      <a:pt x="1386" y="3056"/>
                    </a:cubicBezTo>
                    <a:lnTo>
                      <a:pt x="1386" y="5828"/>
                    </a:lnTo>
                    <a:cubicBezTo>
                      <a:pt x="1386" y="6017"/>
                      <a:pt x="1229" y="6175"/>
                      <a:pt x="1040" y="6175"/>
                    </a:cubicBezTo>
                    <a:cubicBezTo>
                      <a:pt x="819" y="6175"/>
                      <a:pt x="662" y="6017"/>
                      <a:pt x="662" y="5828"/>
                    </a:cubicBezTo>
                    <a:lnTo>
                      <a:pt x="662" y="3056"/>
                    </a:lnTo>
                    <a:cubicBezTo>
                      <a:pt x="662" y="2867"/>
                      <a:pt x="819" y="2709"/>
                      <a:pt x="1040" y="2709"/>
                    </a:cubicBezTo>
                    <a:close/>
                    <a:moveTo>
                      <a:pt x="9641" y="1449"/>
                    </a:moveTo>
                    <a:lnTo>
                      <a:pt x="9641" y="7435"/>
                    </a:lnTo>
                    <a:lnTo>
                      <a:pt x="2079" y="5545"/>
                    </a:lnTo>
                    <a:lnTo>
                      <a:pt x="2079" y="3340"/>
                    </a:lnTo>
                    <a:lnTo>
                      <a:pt x="9641" y="1449"/>
                    </a:lnTo>
                    <a:close/>
                    <a:moveTo>
                      <a:pt x="3466" y="6616"/>
                    </a:moveTo>
                    <a:lnTo>
                      <a:pt x="6112" y="7278"/>
                    </a:lnTo>
                    <a:cubicBezTo>
                      <a:pt x="5954" y="7845"/>
                      <a:pt x="5450" y="8223"/>
                      <a:pt x="4820" y="8223"/>
                    </a:cubicBezTo>
                    <a:cubicBezTo>
                      <a:pt x="4064" y="8223"/>
                      <a:pt x="3434" y="7593"/>
                      <a:pt x="3434" y="6837"/>
                    </a:cubicBezTo>
                    <a:cubicBezTo>
                      <a:pt x="3434" y="6774"/>
                      <a:pt x="3434" y="6679"/>
                      <a:pt x="3466" y="6616"/>
                    </a:cubicBezTo>
                    <a:close/>
                    <a:moveTo>
                      <a:pt x="10680" y="662"/>
                    </a:moveTo>
                    <a:cubicBezTo>
                      <a:pt x="10869" y="662"/>
                      <a:pt x="11027" y="819"/>
                      <a:pt x="11027" y="1008"/>
                    </a:cubicBezTo>
                    <a:lnTo>
                      <a:pt x="11027" y="7876"/>
                    </a:lnTo>
                    <a:cubicBezTo>
                      <a:pt x="11027" y="8065"/>
                      <a:pt x="10869" y="8223"/>
                      <a:pt x="10680" y="8223"/>
                    </a:cubicBezTo>
                    <a:cubicBezTo>
                      <a:pt x="10491" y="8223"/>
                      <a:pt x="10334" y="8065"/>
                      <a:pt x="10334" y="7876"/>
                    </a:cubicBezTo>
                    <a:lnTo>
                      <a:pt x="10334" y="1008"/>
                    </a:lnTo>
                    <a:cubicBezTo>
                      <a:pt x="10334" y="819"/>
                      <a:pt x="10491" y="662"/>
                      <a:pt x="10680" y="662"/>
                    </a:cubicBezTo>
                    <a:close/>
                    <a:moveTo>
                      <a:pt x="10680" y="0"/>
                    </a:moveTo>
                    <a:cubicBezTo>
                      <a:pt x="10208" y="0"/>
                      <a:pt x="9798" y="315"/>
                      <a:pt x="9704" y="756"/>
                    </a:cubicBezTo>
                    <a:lnTo>
                      <a:pt x="1985" y="2678"/>
                    </a:lnTo>
                    <a:cubicBezTo>
                      <a:pt x="1827" y="2331"/>
                      <a:pt x="1449" y="2048"/>
                      <a:pt x="1040" y="2048"/>
                    </a:cubicBezTo>
                    <a:cubicBezTo>
                      <a:pt x="473" y="2048"/>
                      <a:pt x="0" y="2520"/>
                      <a:pt x="0" y="3056"/>
                    </a:cubicBezTo>
                    <a:lnTo>
                      <a:pt x="0" y="5828"/>
                    </a:lnTo>
                    <a:cubicBezTo>
                      <a:pt x="0" y="6364"/>
                      <a:pt x="473" y="6837"/>
                      <a:pt x="1040" y="6837"/>
                    </a:cubicBezTo>
                    <a:cubicBezTo>
                      <a:pt x="1449" y="6837"/>
                      <a:pt x="1827" y="6616"/>
                      <a:pt x="1985" y="6206"/>
                    </a:cubicBezTo>
                    <a:lnTo>
                      <a:pt x="2804" y="6427"/>
                    </a:lnTo>
                    <a:cubicBezTo>
                      <a:pt x="2772" y="6522"/>
                      <a:pt x="2772" y="6679"/>
                      <a:pt x="2772" y="6805"/>
                    </a:cubicBezTo>
                    <a:cubicBezTo>
                      <a:pt x="2772" y="7939"/>
                      <a:pt x="3655" y="8853"/>
                      <a:pt x="4820" y="8853"/>
                    </a:cubicBezTo>
                    <a:cubicBezTo>
                      <a:pt x="5324" y="8853"/>
                      <a:pt x="5828" y="8664"/>
                      <a:pt x="6175" y="8317"/>
                    </a:cubicBezTo>
                    <a:cubicBezTo>
                      <a:pt x="6459" y="8065"/>
                      <a:pt x="6648" y="7719"/>
                      <a:pt x="6774" y="7341"/>
                    </a:cubicBezTo>
                    <a:lnTo>
                      <a:pt x="9704" y="8065"/>
                    </a:lnTo>
                    <a:cubicBezTo>
                      <a:pt x="9798" y="8506"/>
                      <a:pt x="10208" y="8821"/>
                      <a:pt x="10680" y="8821"/>
                    </a:cubicBezTo>
                    <a:cubicBezTo>
                      <a:pt x="11216" y="8821"/>
                      <a:pt x="11688" y="8349"/>
                      <a:pt x="11688" y="7782"/>
                    </a:cubicBezTo>
                    <a:lnTo>
                      <a:pt x="11688" y="945"/>
                    </a:lnTo>
                    <a:cubicBezTo>
                      <a:pt x="11688" y="473"/>
                      <a:pt x="11279" y="0"/>
                      <a:pt x="10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73" name="Google Shape;12561;p89">
                <a:extLst>
                  <a:ext uri="{FF2B5EF4-FFF2-40B4-BE49-F238E27FC236}">
                    <a16:creationId xmlns:a16="http://schemas.microsoft.com/office/drawing/2014/main" id="{C00FDAAE-69D3-E24C-E469-6CD49F8C387C}"/>
                  </a:ext>
                </a:extLst>
              </p:cNvPr>
              <p:cNvGrpSpPr/>
              <p:nvPr/>
            </p:nvGrpSpPr>
            <p:grpSpPr>
              <a:xfrm>
                <a:off x="3710685" y="1885124"/>
                <a:ext cx="643048" cy="642992"/>
                <a:chOff x="-5276050" y="2037975"/>
                <a:chExt cx="292250" cy="292225"/>
              </a:xfrm>
              <a:grpFill/>
            </p:grpSpPr>
            <p:sp>
              <p:nvSpPr>
                <p:cNvPr id="17985" name="Google Shape;12562;p89">
                  <a:extLst>
                    <a:ext uri="{FF2B5EF4-FFF2-40B4-BE49-F238E27FC236}">
                      <a16:creationId xmlns:a16="http://schemas.microsoft.com/office/drawing/2014/main" id="{A5DD58D6-EABE-20F5-E8C5-D2838623B304}"/>
                    </a:ext>
                  </a:extLst>
                </p:cNvPr>
                <p:cNvSpPr/>
                <p:nvPr/>
              </p:nvSpPr>
              <p:spPr>
                <a:xfrm>
                  <a:off x="-5102775" y="2211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0"/>
                      </a:moveTo>
                      <a:cubicBezTo>
                        <a:pt x="253" y="0"/>
                        <a:pt x="158" y="32"/>
                        <a:pt x="95" y="95"/>
                      </a:cubicBezTo>
                      <a:cubicBezTo>
                        <a:pt x="1" y="189"/>
                        <a:pt x="1" y="441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1" y="1544"/>
                        <a:pt x="1" y="1765"/>
                        <a:pt x="95" y="1891"/>
                      </a:cubicBezTo>
                      <a:cubicBezTo>
                        <a:pt x="158" y="1954"/>
                        <a:pt x="253" y="1985"/>
                        <a:pt x="343" y="1985"/>
                      </a:cubicBezTo>
                      <a:cubicBezTo>
                        <a:pt x="434" y="1985"/>
                        <a:pt x="521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600" y="1985"/>
                        <a:pt x="1686" y="1985"/>
                      </a:cubicBezTo>
                      <a:cubicBezTo>
                        <a:pt x="1773" y="1985"/>
                        <a:pt x="1860" y="1954"/>
                        <a:pt x="1923" y="1891"/>
                      </a:cubicBezTo>
                      <a:cubicBezTo>
                        <a:pt x="2049" y="1765"/>
                        <a:pt x="2049" y="1544"/>
                        <a:pt x="1923" y="1418"/>
                      </a:cubicBezTo>
                      <a:lnTo>
                        <a:pt x="1482" y="977"/>
                      </a:lnTo>
                      <a:lnTo>
                        <a:pt x="1923" y="536"/>
                      </a:lnTo>
                      <a:cubicBezTo>
                        <a:pt x="2049" y="441"/>
                        <a:pt x="2049" y="189"/>
                        <a:pt x="1923" y="95"/>
                      </a:cubicBezTo>
                      <a:cubicBezTo>
                        <a:pt x="1860" y="32"/>
                        <a:pt x="1773" y="0"/>
                        <a:pt x="1686" y="0"/>
                      </a:cubicBezTo>
                      <a:cubicBezTo>
                        <a:pt x="1600" y="0"/>
                        <a:pt x="1513" y="32"/>
                        <a:pt x="1450" y="95"/>
                      </a:cubicBezTo>
                      <a:lnTo>
                        <a:pt x="1009" y="504"/>
                      </a:lnTo>
                      <a:lnTo>
                        <a:pt x="568" y="95"/>
                      </a:lnTo>
                      <a:cubicBezTo>
                        <a:pt x="521" y="32"/>
                        <a:pt x="434" y="0"/>
                        <a:pt x="3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6" name="Google Shape;12563;p89">
                  <a:extLst>
                    <a:ext uri="{FF2B5EF4-FFF2-40B4-BE49-F238E27FC236}">
                      <a16:creationId xmlns:a16="http://schemas.microsoft.com/office/drawing/2014/main" id="{CEF76C97-E780-392A-60A8-F452C2A66250}"/>
                    </a:ext>
                  </a:extLst>
                </p:cNvPr>
                <p:cNvSpPr/>
                <p:nvPr/>
              </p:nvSpPr>
              <p:spPr>
                <a:xfrm>
                  <a:off x="-5224050" y="2107875"/>
                  <a:ext cx="512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93" extrusionOk="0">
                      <a:moveTo>
                        <a:pt x="351" y="0"/>
                      </a:moveTo>
                      <a:cubicBezTo>
                        <a:pt x="260" y="0"/>
                        <a:pt x="173" y="24"/>
                        <a:pt x="126" y="71"/>
                      </a:cubicBezTo>
                      <a:cubicBezTo>
                        <a:pt x="0" y="197"/>
                        <a:pt x="0" y="449"/>
                        <a:pt x="126" y="544"/>
                      </a:cubicBezTo>
                      <a:lnTo>
                        <a:pt x="536" y="985"/>
                      </a:lnTo>
                      <a:lnTo>
                        <a:pt x="126" y="1426"/>
                      </a:lnTo>
                      <a:cubicBezTo>
                        <a:pt x="0" y="1552"/>
                        <a:pt x="0" y="1772"/>
                        <a:pt x="126" y="1898"/>
                      </a:cubicBezTo>
                      <a:cubicBezTo>
                        <a:pt x="173" y="1961"/>
                        <a:pt x="260" y="1993"/>
                        <a:pt x="351" y="1993"/>
                      </a:cubicBezTo>
                      <a:cubicBezTo>
                        <a:pt x="441" y="1993"/>
                        <a:pt x="536" y="1961"/>
                        <a:pt x="599" y="1898"/>
                      </a:cubicBezTo>
                      <a:lnTo>
                        <a:pt x="1008" y="1457"/>
                      </a:lnTo>
                      <a:lnTo>
                        <a:pt x="1449" y="1898"/>
                      </a:lnTo>
                      <a:cubicBezTo>
                        <a:pt x="1512" y="1961"/>
                        <a:pt x="1599" y="1993"/>
                        <a:pt x="1686" y="1993"/>
                      </a:cubicBezTo>
                      <a:cubicBezTo>
                        <a:pt x="1772" y="1993"/>
                        <a:pt x="1859" y="1961"/>
                        <a:pt x="1922" y="1898"/>
                      </a:cubicBezTo>
                      <a:cubicBezTo>
                        <a:pt x="2048" y="1772"/>
                        <a:pt x="2048" y="1520"/>
                        <a:pt x="1922" y="1426"/>
                      </a:cubicBezTo>
                      <a:lnTo>
                        <a:pt x="1481" y="985"/>
                      </a:lnTo>
                      <a:lnTo>
                        <a:pt x="1922" y="544"/>
                      </a:lnTo>
                      <a:cubicBezTo>
                        <a:pt x="2048" y="449"/>
                        <a:pt x="2048" y="197"/>
                        <a:pt x="1922" y="71"/>
                      </a:cubicBezTo>
                      <a:cubicBezTo>
                        <a:pt x="1875" y="24"/>
                        <a:pt x="1788" y="0"/>
                        <a:pt x="1697" y="0"/>
                      </a:cubicBezTo>
                      <a:cubicBezTo>
                        <a:pt x="1607" y="0"/>
                        <a:pt x="1512" y="24"/>
                        <a:pt x="1449" y="71"/>
                      </a:cubicBezTo>
                      <a:lnTo>
                        <a:pt x="1008" y="512"/>
                      </a:lnTo>
                      <a:lnTo>
                        <a:pt x="599" y="71"/>
                      </a:lnTo>
                      <a:cubicBezTo>
                        <a:pt x="536" y="24"/>
                        <a:pt x="441" y="0"/>
                        <a:pt x="3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7" name="Google Shape;12564;p89">
                  <a:extLst>
                    <a:ext uri="{FF2B5EF4-FFF2-40B4-BE49-F238E27FC236}">
                      <a16:creationId xmlns:a16="http://schemas.microsoft.com/office/drawing/2014/main" id="{8532E8DF-0A44-FE37-CC51-737ACDC46DF6}"/>
                    </a:ext>
                  </a:extLst>
                </p:cNvPr>
                <p:cNvSpPr/>
                <p:nvPr/>
              </p:nvSpPr>
              <p:spPr>
                <a:xfrm>
                  <a:off x="-5276050" y="2037975"/>
                  <a:ext cx="2922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0" h="11689" extrusionOk="0">
                      <a:moveTo>
                        <a:pt x="10334" y="3119"/>
                      </a:moveTo>
                      <a:cubicBezTo>
                        <a:pt x="10712" y="3119"/>
                        <a:pt x="11028" y="3403"/>
                        <a:pt x="11028" y="3781"/>
                      </a:cubicBezTo>
                      <a:cubicBezTo>
                        <a:pt x="11028" y="4190"/>
                        <a:pt x="10712" y="4442"/>
                        <a:pt x="10334" y="4442"/>
                      </a:cubicBezTo>
                      <a:cubicBezTo>
                        <a:pt x="9956" y="4442"/>
                        <a:pt x="9673" y="4127"/>
                        <a:pt x="9673" y="3781"/>
                      </a:cubicBezTo>
                      <a:cubicBezTo>
                        <a:pt x="9673" y="3403"/>
                        <a:pt x="9988" y="3119"/>
                        <a:pt x="10334" y="3119"/>
                      </a:cubicBezTo>
                      <a:close/>
                      <a:moveTo>
                        <a:pt x="4443" y="7593"/>
                      </a:moveTo>
                      <a:cubicBezTo>
                        <a:pt x="4853" y="7593"/>
                        <a:pt x="5105" y="7908"/>
                        <a:pt x="5105" y="8255"/>
                      </a:cubicBezTo>
                      <a:cubicBezTo>
                        <a:pt x="5105" y="8664"/>
                        <a:pt x="4790" y="8948"/>
                        <a:pt x="4443" y="8948"/>
                      </a:cubicBezTo>
                      <a:cubicBezTo>
                        <a:pt x="4065" y="8948"/>
                        <a:pt x="3781" y="8633"/>
                        <a:pt x="3781" y="8255"/>
                      </a:cubicBezTo>
                      <a:cubicBezTo>
                        <a:pt x="3781" y="7876"/>
                        <a:pt x="4096" y="7593"/>
                        <a:pt x="4443" y="7593"/>
                      </a:cubicBezTo>
                      <a:close/>
                      <a:moveTo>
                        <a:pt x="5829" y="725"/>
                      </a:moveTo>
                      <a:cubicBezTo>
                        <a:pt x="7341" y="725"/>
                        <a:pt x="8822" y="1386"/>
                        <a:pt x="9799" y="2521"/>
                      </a:cubicBezTo>
                      <a:cubicBezTo>
                        <a:pt x="9326" y="2710"/>
                        <a:pt x="8980" y="3245"/>
                        <a:pt x="8980" y="3781"/>
                      </a:cubicBezTo>
                      <a:cubicBezTo>
                        <a:pt x="8980" y="3718"/>
                        <a:pt x="8917" y="3623"/>
                        <a:pt x="8885" y="3560"/>
                      </a:cubicBezTo>
                      <a:lnTo>
                        <a:pt x="8854" y="3497"/>
                      </a:lnTo>
                      <a:lnTo>
                        <a:pt x="8192" y="2836"/>
                      </a:lnTo>
                      <a:cubicBezTo>
                        <a:pt x="8129" y="2773"/>
                        <a:pt x="8035" y="2741"/>
                        <a:pt x="7944" y="2741"/>
                      </a:cubicBezTo>
                      <a:cubicBezTo>
                        <a:pt x="7853" y="2741"/>
                        <a:pt x="7767" y="2773"/>
                        <a:pt x="7719" y="2836"/>
                      </a:cubicBezTo>
                      <a:cubicBezTo>
                        <a:pt x="7593" y="2962"/>
                        <a:pt x="7593" y="3182"/>
                        <a:pt x="7719" y="3308"/>
                      </a:cubicBezTo>
                      <a:lnTo>
                        <a:pt x="7814" y="3434"/>
                      </a:lnTo>
                      <a:cubicBezTo>
                        <a:pt x="6869" y="3466"/>
                        <a:pt x="5987" y="3875"/>
                        <a:pt x="5262" y="4568"/>
                      </a:cubicBezTo>
                      <a:cubicBezTo>
                        <a:pt x="4600" y="5230"/>
                        <a:pt x="4254" y="6081"/>
                        <a:pt x="4159" y="6963"/>
                      </a:cubicBezTo>
                      <a:cubicBezTo>
                        <a:pt x="3561" y="7120"/>
                        <a:pt x="3151" y="7656"/>
                        <a:pt x="3151" y="8318"/>
                      </a:cubicBezTo>
                      <a:cubicBezTo>
                        <a:pt x="3151" y="9074"/>
                        <a:pt x="3781" y="9704"/>
                        <a:pt x="4506" y="9704"/>
                      </a:cubicBezTo>
                      <a:cubicBezTo>
                        <a:pt x="5262" y="9704"/>
                        <a:pt x="5892" y="9074"/>
                        <a:pt x="5892" y="8318"/>
                      </a:cubicBezTo>
                      <a:cubicBezTo>
                        <a:pt x="5892" y="7687"/>
                        <a:pt x="5451" y="7120"/>
                        <a:pt x="4884" y="6963"/>
                      </a:cubicBezTo>
                      <a:cubicBezTo>
                        <a:pt x="5042" y="5482"/>
                        <a:pt x="6302" y="4222"/>
                        <a:pt x="7814" y="4127"/>
                      </a:cubicBezTo>
                      <a:lnTo>
                        <a:pt x="7814" y="4127"/>
                      </a:lnTo>
                      <a:lnTo>
                        <a:pt x="7751" y="4222"/>
                      </a:lnTo>
                      <a:cubicBezTo>
                        <a:pt x="7625" y="4348"/>
                        <a:pt x="7625" y="4568"/>
                        <a:pt x="7751" y="4694"/>
                      </a:cubicBezTo>
                      <a:cubicBezTo>
                        <a:pt x="7814" y="4757"/>
                        <a:pt x="7901" y="4789"/>
                        <a:pt x="7987" y="4789"/>
                      </a:cubicBezTo>
                      <a:cubicBezTo>
                        <a:pt x="8074" y="4789"/>
                        <a:pt x="8161" y="4757"/>
                        <a:pt x="8224" y="4694"/>
                      </a:cubicBezTo>
                      <a:lnTo>
                        <a:pt x="8885" y="4033"/>
                      </a:lnTo>
                      <a:cubicBezTo>
                        <a:pt x="8980" y="3938"/>
                        <a:pt x="9011" y="3875"/>
                        <a:pt x="9011" y="3781"/>
                      </a:cubicBezTo>
                      <a:cubicBezTo>
                        <a:pt x="9011" y="4537"/>
                        <a:pt x="9641" y="5167"/>
                        <a:pt x="10397" y="5167"/>
                      </a:cubicBezTo>
                      <a:cubicBezTo>
                        <a:pt x="10618" y="5167"/>
                        <a:pt x="10807" y="5136"/>
                        <a:pt x="11028" y="5010"/>
                      </a:cubicBezTo>
                      <a:cubicBezTo>
                        <a:pt x="11059" y="5293"/>
                        <a:pt x="11091" y="5545"/>
                        <a:pt x="11091" y="5829"/>
                      </a:cubicBezTo>
                      <a:cubicBezTo>
                        <a:pt x="11028" y="8696"/>
                        <a:pt x="8696" y="11027"/>
                        <a:pt x="5829" y="11027"/>
                      </a:cubicBezTo>
                      <a:cubicBezTo>
                        <a:pt x="2994" y="11027"/>
                        <a:pt x="694" y="8696"/>
                        <a:pt x="694" y="5829"/>
                      </a:cubicBezTo>
                      <a:cubicBezTo>
                        <a:pt x="694" y="2993"/>
                        <a:pt x="2994" y="725"/>
                        <a:pt x="5829" y="725"/>
                      </a:cubicBezTo>
                      <a:close/>
                      <a:moveTo>
                        <a:pt x="5829" y="0"/>
                      </a:moveTo>
                      <a:cubicBezTo>
                        <a:pt x="2584" y="0"/>
                        <a:pt x="1" y="2615"/>
                        <a:pt x="1" y="5829"/>
                      </a:cubicBezTo>
                      <a:cubicBezTo>
                        <a:pt x="1" y="7404"/>
                        <a:pt x="599" y="8853"/>
                        <a:pt x="1702" y="9956"/>
                      </a:cubicBezTo>
                      <a:cubicBezTo>
                        <a:pt x="2773" y="11058"/>
                        <a:pt x="4254" y="11689"/>
                        <a:pt x="5829" y="11689"/>
                      </a:cubicBezTo>
                      <a:cubicBezTo>
                        <a:pt x="6617" y="11689"/>
                        <a:pt x="7341" y="11531"/>
                        <a:pt x="8098" y="11216"/>
                      </a:cubicBezTo>
                      <a:cubicBezTo>
                        <a:pt x="8822" y="10901"/>
                        <a:pt x="9452" y="10523"/>
                        <a:pt x="9956" y="9956"/>
                      </a:cubicBezTo>
                      <a:cubicBezTo>
                        <a:pt x="10492" y="9420"/>
                        <a:pt x="10901" y="8790"/>
                        <a:pt x="11217" y="8128"/>
                      </a:cubicBezTo>
                      <a:cubicBezTo>
                        <a:pt x="11532" y="7404"/>
                        <a:pt x="11689" y="6616"/>
                        <a:pt x="11689" y="5829"/>
                      </a:cubicBezTo>
                      <a:cubicBezTo>
                        <a:pt x="11689" y="5356"/>
                        <a:pt x="11658" y="4884"/>
                        <a:pt x="11532" y="4442"/>
                      </a:cubicBezTo>
                      <a:cubicBezTo>
                        <a:pt x="11595" y="4253"/>
                        <a:pt x="11689" y="4033"/>
                        <a:pt x="11689" y="3781"/>
                      </a:cubicBezTo>
                      <a:cubicBezTo>
                        <a:pt x="11689" y="3119"/>
                        <a:pt x="11217" y="2552"/>
                        <a:pt x="10586" y="2458"/>
                      </a:cubicBezTo>
                      <a:cubicBezTo>
                        <a:pt x="9484" y="945"/>
                        <a:pt x="7719" y="0"/>
                        <a:pt x="58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4" name="Google Shape;12567;p89">
                <a:extLst>
                  <a:ext uri="{FF2B5EF4-FFF2-40B4-BE49-F238E27FC236}">
                    <a16:creationId xmlns:a16="http://schemas.microsoft.com/office/drawing/2014/main" id="{FEBA73E1-421A-E645-DA44-228FBD0AF023}"/>
                  </a:ext>
                </a:extLst>
              </p:cNvPr>
              <p:cNvGrpSpPr/>
              <p:nvPr/>
            </p:nvGrpSpPr>
            <p:grpSpPr>
              <a:xfrm>
                <a:off x="7915085" y="1885975"/>
                <a:ext cx="493975" cy="641288"/>
                <a:chOff x="-3462150" y="2046625"/>
                <a:chExt cx="224500" cy="291450"/>
              </a:xfrm>
              <a:grpFill/>
            </p:grpSpPr>
            <p:sp>
              <p:nvSpPr>
                <p:cNvPr id="17978" name="Google Shape;12568;p89">
                  <a:extLst>
                    <a:ext uri="{FF2B5EF4-FFF2-40B4-BE49-F238E27FC236}">
                      <a16:creationId xmlns:a16="http://schemas.microsoft.com/office/drawing/2014/main" id="{89EE24A4-82FC-2BCF-0164-FDDB7844DFE3}"/>
                    </a:ext>
                  </a:extLst>
                </p:cNvPr>
                <p:cNvSpPr/>
                <p:nvPr/>
              </p:nvSpPr>
              <p:spPr>
                <a:xfrm>
                  <a:off x="-3425125" y="2253000"/>
                  <a:ext cx="512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17" extrusionOk="0">
                      <a:moveTo>
                        <a:pt x="1009" y="662"/>
                      </a:moveTo>
                      <a:cubicBezTo>
                        <a:pt x="1198" y="662"/>
                        <a:pt x="1355" y="819"/>
                        <a:pt x="1355" y="1008"/>
                      </a:cubicBezTo>
                      <a:cubicBezTo>
                        <a:pt x="1355" y="1197"/>
                        <a:pt x="1166" y="1355"/>
                        <a:pt x="1009" y="1355"/>
                      </a:cubicBezTo>
                      <a:cubicBezTo>
                        <a:pt x="820" y="1355"/>
                        <a:pt x="662" y="1197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0" y="441"/>
                        <a:pt x="0" y="1008"/>
                      </a:cubicBezTo>
                      <a:cubicBezTo>
                        <a:pt x="0" y="1575"/>
                        <a:pt x="473" y="2016"/>
                        <a:pt x="1009" y="2016"/>
                      </a:cubicBezTo>
                      <a:cubicBezTo>
                        <a:pt x="1576" y="2016"/>
                        <a:pt x="2048" y="1575"/>
                        <a:pt x="2048" y="1008"/>
                      </a:cubicBezTo>
                      <a:cubicBezTo>
                        <a:pt x="2048" y="441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79" name="Google Shape;12569;p89">
                  <a:extLst>
                    <a:ext uri="{FF2B5EF4-FFF2-40B4-BE49-F238E27FC236}">
                      <a16:creationId xmlns:a16="http://schemas.microsoft.com/office/drawing/2014/main" id="{98D8E98C-6B4F-09E9-B0E1-0C8A6E15025C}"/>
                    </a:ext>
                  </a:extLst>
                </p:cNvPr>
                <p:cNvSpPr/>
                <p:nvPr/>
              </p:nvSpPr>
              <p:spPr>
                <a:xfrm>
                  <a:off x="-3425125" y="2116725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190"/>
                        <a:pt x="0" y="442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0" y="1544"/>
                        <a:pt x="0" y="1765"/>
                        <a:pt x="95" y="1891"/>
                      </a:cubicBezTo>
                      <a:cubicBezTo>
                        <a:pt x="158" y="1954"/>
                        <a:pt x="252" y="1986"/>
                        <a:pt x="343" y="1986"/>
                      </a:cubicBezTo>
                      <a:cubicBezTo>
                        <a:pt x="434" y="1986"/>
                        <a:pt x="520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6"/>
                        <a:pt x="1686" y="1986"/>
                      </a:cubicBezTo>
                      <a:cubicBezTo>
                        <a:pt x="1773" y="1986"/>
                        <a:pt x="1859" y="1954"/>
                        <a:pt x="1922" y="1891"/>
                      </a:cubicBezTo>
                      <a:cubicBezTo>
                        <a:pt x="2048" y="1765"/>
                        <a:pt x="2048" y="1544"/>
                        <a:pt x="1922" y="1418"/>
                      </a:cubicBezTo>
                      <a:lnTo>
                        <a:pt x="1481" y="977"/>
                      </a:lnTo>
                      <a:lnTo>
                        <a:pt x="1922" y="536"/>
                      </a:lnTo>
                      <a:cubicBezTo>
                        <a:pt x="2048" y="442"/>
                        <a:pt x="2048" y="190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05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0" name="Google Shape;12570;p89">
                  <a:extLst>
                    <a:ext uri="{FF2B5EF4-FFF2-40B4-BE49-F238E27FC236}">
                      <a16:creationId xmlns:a16="http://schemas.microsoft.com/office/drawing/2014/main" id="{6D922561-6533-8C0B-5611-3A45BE171933}"/>
                    </a:ext>
                  </a:extLst>
                </p:cNvPr>
                <p:cNvSpPr/>
                <p:nvPr/>
              </p:nvSpPr>
              <p:spPr>
                <a:xfrm>
                  <a:off x="-3425125" y="2185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536" y="1009"/>
                      </a:lnTo>
                      <a:lnTo>
                        <a:pt x="95" y="1418"/>
                      </a:lnTo>
                      <a:cubicBezTo>
                        <a:pt x="0" y="1544"/>
                        <a:pt x="0" y="1796"/>
                        <a:pt x="95" y="1891"/>
                      </a:cubicBezTo>
                      <a:cubicBezTo>
                        <a:pt x="158" y="1954"/>
                        <a:pt x="252" y="1985"/>
                        <a:pt x="343" y="1985"/>
                      </a:cubicBezTo>
                      <a:cubicBezTo>
                        <a:pt x="434" y="1985"/>
                        <a:pt x="520" y="1954"/>
                        <a:pt x="568" y="1891"/>
                      </a:cubicBezTo>
                      <a:lnTo>
                        <a:pt x="1009" y="1481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5"/>
                        <a:pt x="1686" y="1985"/>
                      </a:cubicBezTo>
                      <a:cubicBezTo>
                        <a:pt x="1773" y="1985"/>
                        <a:pt x="1859" y="1954"/>
                        <a:pt x="1922" y="1891"/>
                      </a:cubicBezTo>
                      <a:cubicBezTo>
                        <a:pt x="2048" y="1796"/>
                        <a:pt x="2048" y="1544"/>
                        <a:pt x="1922" y="1418"/>
                      </a:cubicBezTo>
                      <a:lnTo>
                        <a:pt x="1481" y="1009"/>
                      </a:lnTo>
                      <a:lnTo>
                        <a:pt x="1922" y="568"/>
                      </a:lnTo>
                      <a:cubicBezTo>
                        <a:pt x="2048" y="410"/>
                        <a:pt x="2048" y="221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36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1" name="Google Shape;12571;p89">
                  <a:extLst>
                    <a:ext uri="{FF2B5EF4-FFF2-40B4-BE49-F238E27FC236}">
                      <a16:creationId xmlns:a16="http://schemas.microsoft.com/office/drawing/2014/main" id="{E07FDB09-4E0B-0648-7916-18E6884C6D9C}"/>
                    </a:ext>
                  </a:extLst>
                </p:cNvPr>
                <p:cNvSpPr/>
                <p:nvPr/>
              </p:nvSpPr>
              <p:spPr>
                <a:xfrm>
                  <a:off x="-3462150" y="2046625"/>
                  <a:ext cx="2245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8" extrusionOk="0">
                      <a:moveTo>
                        <a:pt x="5924" y="694"/>
                      </a:moveTo>
                      <a:cubicBezTo>
                        <a:pt x="6113" y="694"/>
                        <a:pt x="6270" y="851"/>
                        <a:pt x="6270" y="1040"/>
                      </a:cubicBezTo>
                      <a:cubicBezTo>
                        <a:pt x="6270" y="1229"/>
                        <a:pt x="6113" y="1387"/>
                        <a:pt x="5924" y="1387"/>
                      </a:cubicBezTo>
                      <a:lnTo>
                        <a:pt x="3151" y="1387"/>
                      </a:lnTo>
                      <a:cubicBezTo>
                        <a:pt x="2962" y="1387"/>
                        <a:pt x="2805" y="1229"/>
                        <a:pt x="2805" y="1040"/>
                      </a:cubicBezTo>
                      <a:cubicBezTo>
                        <a:pt x="2805" y="851"/>
                        <a:pt x="2962" y="694"/>
                        <a:pt x="3151" y="694"/>
                      </a:cubicBezTo>
                      <a:close/>
                      <a:moveTo>
                        <a:pt x="8034" y="1356"/>
                      </a:moveTo>
                      <a:cubicBezTo>
                        <a:pt x="8255" y="1356"/>
                        <a:pt x="8413" y="1513"/>
                        <a:pt x="8413" y="1702"/>
                      </a:cubicBezTo>
                      <a:lnTo>
                        <a:pt x="8413" y="10649"/>
                      </a:lnTo>
                      <a:lnTo>
                        <a:pt x="8287" y="10649"/>
                      </a:lnTo>
                      <a:cubicBezTo>
                        <a:pt x="8287" y="10838"/>
                        <a:pt x="8129" y="10996"/>
                        <a:pt x="7940" y="10996"/>
                      </a:cubicBezTo>
                      <a:lnTo>
                        <a:pt x="1103" y="10996"/>
                      </a:lnTo>
                      <a:cubicBezTo>
                        <a:pt x="914" y="10996"/>
                        <a:pt x="757" y="10838"/>
                        <a:pt x="757" y="10649"/>
                      </a:cubicBezTo>
                      <a:lnTo>
                        <a:pt x="757" y="1702"/>
                      </a:lnTo>
                      <a:cubicBezTo>
                        <a:pt x="757" y="1513"/>
                        <a:pt x="914" y="1356"/>
                        <a:pt x="1103" y="1356"/>
                      </a:cubicBezTo>
                      <a:lnTo>
                        <a:pt x="2206" y="1356"/>
                      </a:lnTo>
                      <a:cubicBezTo>
                        <a:pt x="2364" y="1734"/>
                        <a:pt x="2742" y="2017"/>
                        <a:pt x="3214" y="2017"/>
                      </a:cubicBezTo>
                      <a:lnTo>
                        <a:pt x="5955" y="2017"/>
                      </a:lnTo>
                      <a:cubicBezTo>
                        <a:pt x="6396" y="2017"/>
                        <a:pt x="6774" y="1734"/>
                        <a:pt x="6932" y="1356"/>
                      </a:cubicBezTo>
                      <a:close/>
                      <a:moveTo>
                        <a:pt x="3120" y="1"/>
                      </a:moveTo>
                      <a:cubicBezTo>
                        <a:pt x="2679" y="1"/>
                        <a:pt x="2301" y="284"/>
                        <a:pt x="2143" y="694"/>
                      </a:cubicBezTo>
                      <a:lnTo>
                        <a:pt x="1040" y="694"/>
                      </a:lnTo>
                      <a:cubicBezTo>
                        <a:pt x="473" y="694"/>
                        <a:pt x="1" y="1166"/>
                        <a:pt x="1" y="1702"/>
                      </a:cubicBezTo>
                      <a:lnTo>
                        <a:pt x="1" y="10649"/>
                      </a:lnTo>
                      <a:cubicBezTo>
                        <a:pt x="1" y="11185"/>
                        <a:pt x="473" y="11658"/>
                        <a:pt x="1040" y="11658"/>
                      </a:cubicBezTo>
                      <a:lnTo>
                        <a:pt x="7877" y="11658"/>
                      </a:lnTo>
                      <a:cubicBezTo>
                        <a:pt x="8444" y="11658"/>
                        <a:pt x="8917" y="11185"/>
                        <a:pt x="8917" y="10649"/>
                      </a:cubicBezTo>
                      <a:lnTo>
                        <a:pt x="8917" y="1702"/>
                      </a:lnTo>
                      <a:cubicBezTo>
                        <a:pt x="8980" y="1166"/>
                        <a:pt x="8507" y="694"/>
                        <a:pt x="7971" y="694"/>
                      </a:cubicBezTo>
                      <a:lnTo>
                        <a:pt x="6869" y="694"/>
                      </a:lnTo>
                      <a:cubicBezTo>
                        <a:pt x="6711" y="284"/>
                        <a:pt x="6365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2" name="Google Shape;12572;p89">
                  <a:extLst>
                    <a:ext uri="{FF2B5EF4-FFF2-40B4-BE49-F238E27FC236}">
                      <a16:creationId xmlns:a16="http://schemas.microsoft.com/office/drawing/2014/main" id="{DA0D56EE-8759-DB4C-49E4-E1B624EFB76C}"/>
                    </a:ext>
                  </a:extLst>
                </p:cNvPr>
                <p:cNvSpPr/>
                <p:nvPr/>
              </p:nvSpPr>
              <p:spPr>
                <a:xfrm>
                  <a:off x="-3358175" y="213327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78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3" name="Google Shape;12573;p89">
                  <a:extLst>
                    <a:ext uri="{FF2B5EF4-FFF2-40B4-BE49-F238E27FC236}">
                      <a16:creationId xmlns:a16="http://schemas.microsoft.com/office/drawing/2014/main" id="{FEE225A2-9D99-83C3-A3B2-FEDD51D5B889}"/>
                    </a:ext>
                  </a:extLst>
                </p:cNvPr>
                <p:cNvSpPr/>
                <p:nvPr/>
              </p:nvSpPr>
              <p:spPr>
                <a:xfrm>
                  <a:off x="-3358175" y="2201800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088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4" name="Google Shape;12574;p89">
                  <a:extLst>
                    <a:ext uri="{FF2B5EF4-FFF2-40B4-BE49-F238E27FC236}">
                      <a16:creationId xmlns:a16="http://schemas.microsoft.com/office/drawing/2014/main" id="{1A241D4B-4C83-8348-5179-DC4AFB3DB8A2}"/>
                    </a:ext>
                  </a:extLst>
                </p:cNvPr>
                <p:cNvSpPr/>
                <p:nvPr/>
              </p:nvSpPr>
              <p:spPr>
                <a:xfrm>
                  <a:off x="-3358175" y="227032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5" name="Google Shape;12602;p89">
                <a:extLst>
                  <a:ext uri="{FF2B5EF4-FFF2-40B4-BE49-F238E27FC236}">
                    <a16:creationId xmlns:a16="http://schemas.microsoft.com/office/drawing/2014/main" id="{256AE27E-D89D-E2DF-0EF9-5C708167F5A2}"/>
                  </a:ext>
                </a:extLst>
              </p:cNvPr>
              <p:cNvGrpSpPr/>
              <p:nvPr/>
            </p:nvGrpSpPr>
            <p:grpSpPr>
              <a:xfrm>
                <a:off x="2063594" y="1908370"/>
                <a:ext cx="624120" cy="625775"/>
                <a:chOff x="6679825" y="2693700"/>
                <a:chExt cx="257875" cy="258575"/>
              </a:xfrm>
              <a:grpFill/>
            </p:grpSpPr>
            <p:sp>
              <p:nvSpPr>
                <p:cNvPr id="17976" name="Google Shape;12603;p89">
                  <a:extLst>
                    <a:ext uri="{FF2B5EF4-FFF2-40B4-BE49-F238E27FC236}">
                      <a16:creationId xmlns:a16="http://schemas.microsoft.com/office/drawing/2014/main" id="{78082250-4658-47A0-1E4E-DE548BB3223E}"/>
                    </a:ext>
                  </a:extLst>
                </p:cNvPr>
                <p:cNvSpPr/>
                <p:nvPr/>
              </p:nvSpPr>
              <p:spPr>
                <a:xfrm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77" name="Google Shape;12604;p89">
                  <a:extLst>
                    <a:ext uri="{FF2B5EF4-FFF2-40B4-BE49-F238E27FC236}">
                      <a16:creationId xmlns:a16="http://schemas.microsoft.com/office/drawing/2014/main" id="{776BBE0F-C223-19BB-39DD-9478263B0E64}"/>
                    </a:ext>
                  </a:extLst>
                </p:cNvPr>
                <p:cNvSpPr/>
                <p:nvPr/>
              </p:nvSpPr>
              <p:spPr>
                <a:xfrm flipH="1"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965333-89C9-7913-C510-ED06EEBC28B9}"/>
                </a:ext>
              </a:extLst>
            </p:cNvPr>
            <p:cNvGrpSpPr/>
            <p:nvPr/>
          </p:nvGrpSpPr>
          <p:grpSpPr>
            <a:xfrm>
              <a:off x="401737" y="2551020"/>
              <a:ext cx="11393071" cy="646514"/>
              <a:chOff x="401737" y="2659314"/>
              <a:chExt cx="11393071" cy="646514"/>
            </a:xfrm>
            <a:grpFill/>
          </p:grpSpPr>
          <p:grpSp>
            <p:nvGrpSpPr>
              <p:cNvPr id="17910" name="Google Shape;12423;p89">
                <a:extLst>
                  <a:ext uri="{FF2B5EF4-FFF2-40B4-BE49-F238E27FC236}">
                    <a16:creationId xmlns:a16="http://schemas.microsoft.com/office/drawing/2014/main" id="{235070D5-7167-FE33-1ED0-81DE0A6EA5DF}"/>
                  </a:ext>
                </a:extLst>
              </p:cNvPr>
              <p:cNvGrpSpPr/>
              <p:nvPr/>
            </p:nvGrpSpPr>
            <p:grpSpPr>
              <a:xfrm>
                <a:off x="401737" y="2661924"/>
                <a:ext cx="649923" cy="641288"/>
                <a:chOff x="-6713450" y="2397900"/>
                <a:chExt cx="295375" cy="291450"/>
              </a:xfrm>
              <a:grpFill/>
            </p:grpSpPr>
            <p:sp>
              <p:nvSpPr>
                <p:cNvPr id="17960" name="Google Shape;12424;p89">
                  <a:extLst>
                    <a:ext uri="{FF2B5EF4-FFF2-40B4-BE49-F238E27FC236}">
                      <a16:creationId xmlns:a16="http://schemas.microsoft.com/office/drawing/2014/main" id="{D926DD64-0F13-4258-CBB9-925E0B544AB7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61" name="Google Shape;12425;p89">
                  <a:extLst>
                    <a:ext uri="{FF2B5EF4-FFF2-40B4-BE49-F238E27FC236}">
                      <a16:creationId xmlns:a16="http://schemas.microsoft.com/office/drawing/2014/main" id="{59DA1AC1-35B8-5B90-9D27-232D6E6C0F9A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1" name="Google Shape;12430;p89">
                <a:extLst>
                  <a:ext uri="{FF2B5EF4-FFF2-40B4-BE49-F238E27FC236}">
                    <a16:creationId xmlns:a16="http://schemas.microsoft.com/office/drawing/2014/main" id="{4943C284-2F6A-A0AE-E30C-F09A4079110D}"/>
                  </a:ext>
                </a:extLst>
              </p:cNvPr>
              <p:cNvSpPr/>
              <p:nvPr/>
            </p:nvSpPr>
            <p:spPr>
              <a:xfrm>
                <a:off x="4525976" y="2662556"/>
                <a:ext cx="641288" cy="639583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7" extrusionOk="0">
                    <a:moveTo>
                      <a:pt x="6806" y="2017"/>
                    </a:moveTo>
                    <a:lnTo>
                      <a:pt x="6806" y="2773"/>
                    </a:lnTo>
                    <a:lnTo>
                      <a:pt x="4758" y="2773"/>
                    </a:lnTo>
                    <a:lnTo>
                      <a:pt x="4758" y="2017"/>
                    </a:lnTo>
                    <a:close/>
                    <a:moveTo>
                      <a:pt x="7152" y="694"/>
                    </a:moveTo>
                    <a:cubicBezTo>
                      <a:pt x="7688" y="694"/>
                      <a:pt x="8192" y="1167"/>
                      <a:pt x="8192" y="1702"/>
                    </a:cubicBezTo>
                    <a:lnTo>
                      <a:pt x="8192" y="2773"/>
                    </a:lnTo>
                    <a:lnTo>
                      <a:pt x="7499" y="2773"/>
                    </a:lnTo>
                    <a:lnTo>
                      <a:pt x="7499" y="1702"/>
                    </a:lnTo>
                    <a:cubicBezTo>
                      <a:pt x="7499" y="1513"/>
                      <a:pt x="7341" y="1356"/>
                      <a:pt x="7152" y="1356"/>
                    </a:cubicBezTo>
                    <a:lnTo>
                      <a:pt x="4411" y="1356"/>
                    </a:lnTo>
                    <a:cubicBezTo>
                      <a:pt x="4191" y="1356"/>
                      <a:pt x="4033" y="1513"/>
                      <a:pt x="4033" y="1702"/>
                    </a:cubicBezTo>
                    <a:lnTo>
                      <a:pt x="4033" y="2773"/>
                    </a:lnTo>
                    <a:lnTo>
                      <a:pt x="3371" y="2773"/>
                    </a:lnTo>
                    <a:lnTo>
                      <a:pt x="3371" y="1702"/>
                    </a:lnTo>
                    <a:cubicBezTo>
                      <a:pt x="3371" y="1167"/>
                      <a:pt x="3844" y="694"/>
                      <a:pt x="4411" y="694"/>
                    </a:cubicBezTo>
                    <a:close/>
                    <a:moveTo>
                      <a:pt x="10618" y="3498"/>
                    </a:moveTo>
                    <a:cubicBezTo>
                      <a:pt x="10807" y="3498"/>
                      <a:pt x="10964" y="3656"/>
                      <a:pt x="10964" y="3845"/>
                    </a:cubicBezTo>
                    <a:lnTo>
                      <a:pt x="10964" y="5010"/>
                    </a:lnTo>
                    <a:cubicBezTo>
                      <a:pt x="9546" y="6239"/>
                      <a:pt x="7688" y="6901"/>
                      <a:pt x="5766" y="6901"/>
                    </a:cubicBezTo>
                    <a:cubicBezTo>
                      <a:pt x="3876" y="6901"/>
                      <a:pt x="2080" y="6239"/>
                      <a:pt x="662" y="5010"/>
                    </a:cubicBezTo>
                    <a:lnTo>
                      <a:pt x="662" y="3971"/>
                    </a:lnTo>
                    <a:cubicBezTo>
                      <a:pt x="662" y="3687"/>
                      <a:pt x="851" y="3498"/>
                      <a:pt x="1135" y="3498"/>
                    </a:cubicBezTo>
                    <a:close/>
                    <a:moveTo>
                      <a:pt x="6806" y="7531"/>
                    </a:moveTo>
                    <a:lnTo>
                      <a:pt x="6806" y="7940"/>
                    </a:lnTo>
                    <a:cubicBezTo>
                      <a:pt x="6806" y="8129"/>
                      <a:pt x="6648" y="8287"/>
                      <a:pt x="6459" y="8287"/>
                    </a:cubicBezTo>
                    <a:lnTo>
                      <a:pt x="5073" y="8287"/>
                    </a:lnTo>
                    <a:cubicBezTo>
                      <a:pt x="4884" y="8287"/>
                      <a:pt x="4726" y="8129"/>
                      <a:pt x="4726" y="7940"/>
                    </a:cubicBezTo>
                    <a:lnTo>
                      <a:pt x="4726" y="7531"/>
                    </a:lnTo>
                    <a:lnTo>
                      <a:pt x="4758" y="7531"/>
                    </a:lnTo>
                    <a:cubicBezTo>
                      <a:pt x="5104" y="7594"/>
                      <a:pt x="5419" y="7625"/>
                      <a:pt x="5766" y="7625"/>
                    </a:cubicBezTo>
                    <a:cubicBezTo>
                      <a:pt x="6112" y="7625"/>
                      <a:pt x="6427" y="7594"/>
                      <a:pt x="6806" y="7531"/>
                    </a:cubicBezTo>
                    <a:close/>
                    <a:moveTo>
                      <a:pt x="10964" y="5892"/>
                    </a:moveTo>
                    <a:lnTo>
                      <a:pt x="10964" y="9988"/>
                    </a:lnTo>
                    <a:cubicBezTo>
                      <a:pt x="10964" y="10524"/>
                      <a:pt x="10492" y="10996"/>
                      <a:pt x="9956" y="10996"/>
                    </a:cubicBezTo>
                    <a:lnTo>
                      <a:pt x="1670" y="10996"/>
                    </a:lnTo>
                    <a:cubicBezTo>
                      <a:pt x="1135" y="10996"/>
                      <a:pt x="662" y="10524"/>
                      <a:pt x="662" y="9988"/>
                    </a:cubicBezTo>
                    <a:lnTo>
                      <a:pt x="662" y="5892"/>
                    </a:lnTo>
                    <a:cubicBezTo>
                      <a:pt x="1670" y="6649"/>
                      <a:pt x="2804" y="7184"/>
                      <a:pt x="4065" y="7436"/>
                    </a:cubicBezTo>
                    <a:lnTo>
                      <a:pt x="4065" y="7940"/>
                    </a:lnTo>
                    <a:cubicBezTo>
                      <a:pt x="4065" y="8476"/>
                      <a:pt x="4537" y="8948"/>
                      <a:pt x="5104" y="8948"/>
                    </a:cubicBezTo>
                    <a:lnTo>
                      <a:pt x="6490" y="8948"/>
                    </a:lnTo>
                    <a:cubicBezTo>
                      <a:pt x="7026" y="8948"/>
                      <a:pt x="7499" y="8476"/>
                      <a:pt x="7499" y="7940"/>
                    </a:cubicBezTo>
                    <a:lnTo>
                      <a:pt x="7499" y="7436"/>
                    </a:lnTo>
                    <a:cubicBezTo>
                      <a:pt x="7971" y="7342"/>
                      <a:pt x="8444" y="7184"/>
                      <a:pt x="8916" y="7027"/>
                    </a:cubicBezTo>
                    <a:cubicBezTo>
                      <a:pt x="9672" y="6743"/>
                      <a:pt x="10334" y="6365"/>
                      <a:pt x="10964" y="5892"/>
                    </a:cubicBezTo>
                    <a:close/>
                    <a:moveTo>
                      <a:pt x="4411" y="1"/>
                    </a:moveTo>
                    <a:cubicBezTo>
                      <a:pt x="3466" y="1"/>
                      <a:pt x="2710" y="757"/>
                      <a:pt x="2710" y="1702"/>
                    </a:cubicBezTo>
                    <a:lnTo>
                      <a:pt x="2710" y="2773"/>
                    </a:lnTo>
                    <a:lnTo>
                      <a:pt x="1135" y="2773"/>
                    </a:lnTo>
                    <a:cubicBezTo>
                      <a:pt x="505" y="2773"/>
                      <a:pt x="0" y="3277"/>
                      <a:pt x="0" y="3908"/>
                    </a:cubicBezTo>
                    <a:lnTo>
                      <a:pt x="0" y="9957"/>
                    </a:lnTo>
                    <a:cubicBezTo>
                      <a:pt x="0" y="10902"/>
                      <a:pt x="725" y="11626"/>
                      <a:pt x="1670" y="11626"/>
                    </a:cubicBezTo>
                    <a:lnTo>
                      <a:pt x="9956" y="11626"/>
                    </a:lnTo>
                    <a:cubicBezTo>
                      <a:pt x="10901" y="11626"/>
                      <a:pt x="11657" y="10902"/>
                      <a:pt x="11657" y="9957"/>
                    </a:cubicBezTo>
                    <a:lnTo>
                      <a:pt x="11657" y="3813"/>
                    </a:lnTo>
                    <a:cubicBezTo>
                      <a:pt x="11626" y="3246"/>
                      <a:pt x="11153" y="2773"/>
                      <a:pt x="10618" y="2773"/>
                    </a:cubicBezTo>
                    <a:lnTo>
                      <a:pt x="8853" y="2773"/>
                    </a:lnTo>
                    <a:lnTo>
                      <a:pt x="8853" y="1702"/>
                    </a:lnTo>
                    <a:cubicBezTo>
                      <a:pt x="8853" y="757"/>
                      <a:pt x="8097" y="1"/>
                      <a:pt x="71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12" name="Google Shape;12438;p89">
                <a:extLst>
                  <a:ext uri="{FF2B5EF4-FFF2-40B4-BE49-F238E27FC236}">
                    <a16:creationId xmlns:a16="http://schemas.microsoft.com/office/drawing/2014/main" id="{B2123A64-A04E-082B-E9EB-D788C84BC4A8}"/>
                  </a:ext>
                </a:extLst>
              </p:cNvPr>
              <p:cNvGrpSpPr/>
              <p:nvPr/>
            </p:nvGrpSpPr>
            <p:grpSpPr>
              <a:xfrm>
                <a:off x="8665202" y="2661183"/>
                <a:ext cx="641288" cy="642773"/>
                <a:chOff x="-3137650" y="2408950"/>
                <a:chExt cx="291450" cy="292125"/>
              </a:xfrm>
              <a:grpFill/>
            </p:grpSpPr>
            <p:sp>
              <p:nvSpPr>
                <p:cNvPr id="17955" name="Google Shape;12439;p89">
                  <a:extLst>
                    <a:ext uri="{FF2B5EF4-FFF2-40B4-BE49-F238E27FC236}">
                      <a16:creationId xmlns:a16="http://schemas.microsoft.com/office/drawing/2014/main" id="{DE7E6BAD-B2C5-EA9E-CDCF-F36245FF52DB}"/>
                    </a:ext>
                  </a:extLst>
                </p:cNvPr>
                <p:cNvSpPr/>
                <p:nvPr/>
              </p:nvSpPr>
              <p:spPr>
                <a:xfrm>
                  <a:off x="-3137650" y="2408950"/>
                  <a:ext cx="291450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5" extrusionOk="0">
                      <a:moveTo>
                        <a:pt x="10618" y="662"/>
                      </a:moveTo>
                      <a:cubicBezTo>
                        <a:pt x="10807" y="662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62"/>
                        <a:pt x="1009" y="662"/>
                      </a:cubicBezTo>
                      <a:close/>
                      <a:moveTo>
                        <a:pt x="10964" y="3403"/>
                      </a:moveTo>
                      <a:lnTo>
                        <a:pt x="10964" y="8601"/>
                      </a:lnTo>
                      <a:cubicBezTo>
                        <a:pt x="10964" y="8790"/>
                        <a:pt x="10838" y="8947"/>
                        <a:pt x="10618" y="8947"/>
                      </a:cubicBezTo>
                      <a:lnTo>
                        <a:pt x="10145" y="8947"/>
                      </a:lnTo>
                      <a:cubicBezTo>
                        <a:pt x="10208" y="8727"/>
                        <a:pt x="10240" y="8443"/>
                        <a:pt x="10240" y="8160"/>
                      </a:cubicBezTo>
                      <a:lnTo>
                        <a:pt x="10240" y="5860"/>
                      </a:lnTo>
                      <a:cubicBezTo>
                        <a:pt x="10240" y="5673"/>
                        <a:pt x="10058" y="5531"/>
                        <a:pt x="9868" y="5531"/>
                      </a:cubicBezTo>
                      <a:cubicBezTo>
                        <a:pt x="9835" y="5531"/>
                        <a:pt x="9801" y="5535"/>
                        <a:pt x="9767" y="5545"/>
                      </a:cubicBezTo>
                      <a:cubicBezTo>
                        <a:pt x="9545" y="5641"/>
                        <a:pt x="9341" y="5691"/>
                        <a:pt x="9142" y="5691"/>
                      </a:cubicBezTo>
                      <a:cubicBezTo>
                        <a:pt x="8693" y="5691"/>
                        <a:pt x="8275" y="5439"/>
                        <a:pt x="7751" y="4915"/>
                      </a:cubicBezTo>
                      <a:cubicBezTo>
                        <a:pt x="7688" y="4868"/>
                        <a:pt x="7601" y="4844"/>
                        <a:pt x="7515" y="4844"/>
                      </a:cubicBezTo>
                      <a:cubicBezTo>
                        <a:pt x="7428" y="4844"/>
                        <a:pt x="7341" y="4868"/>
                        <a:pt x="7278" y="4915"/>
                      </a:cubicBezTo>
                      <a:cubicBezTo>
                        <a:pt x="6753" y="5440"/>
                        <a:pt x="6334" y="5677"/>
                        <a:pt x="5884" y="5677"/>
                      </a:cubicBezTo>
                      <a:cubicBezTo>
                        <a:pt x="5686" y="5677"/>
                        <a:pt x="5483" y="5631"/>
                        <a:pt x="5262" y="5545"/>
                      </a:cubicBezTo>
                      <a:cubicBezTo>
                        <a:pt x="5229" y="5535"/>
                        <a:pt x="5195" y="5531"/>
                        <a:pt x="5161" y="5531"/>
                      </a:cubicBezTo>
                      <a:cubicBezTo>
                        <a:pt x="4971" y="5531"/>
                        <a:pt x="4789" y="5673"/>
                        <a:pt x="4789" y="5860"/>
                      </a:cubicBezTo>
                      <a:lnTo>
                        <a:pt x="4789" y="8160"/>
                      </a:lnTo>
                      <a:cubicBezTo>
                        <a:pt x="4789" y="8443"/>
                        <a:pt x="4821" y="8664"/>
                        <a:pt x="4884" y="8947"/>
                      </a:cubicBezTo>
                      <a:lnTo>
                        <a:pt x="1009" y="8947"/>
                      </a:lnTo>
                      <a:cubicBezTo>
                        <a:pt x="820" y="8947"/>
                        <a:pt x="662" y="8790"/>
                        <a:pt x="662" y="8601"/>
                      </a:cubicBezTo>
                      <a:lnTo>
                        <a:pt x="662" y="3403"/>
                      </a:lnTo>
                      <a:close/>
                      <a:moveTo>
                        <a:pt x="7152" y="5923"/>
                      </a:moveTo>
                      <a:lnTo>
                        <a:pt x="7152" y="10838"/>
                      </a:lnTo>
                      <a:cubicBezTo>
                        <a:pt x="6144" y="10365"/>
                        <a:pt x="5451" y="9357"/>
                        <a:pt x="5451" y="8160"/>
                      </a:cubicBezTo>
                      <a:lnTo>
                        <a:pt x="5451" y="6301"/>
                      </a:lnTo>
                      <a:cubicBezTo>
                        <a:pt x="5604" y="6330"/>
                        <a:pt x="5750" y="6344"/>
                        <a:pt x="5891" y="6344"/>
                      </a:cubicBezTo>
                      <a:cubicBezTo>
                        <a:pt x="6359" y="6344"/>
                        <a:pt x="6765" y="6189"/>
                        <a:pt x="7152" y="5923"/>
                      </a:cubicBezTo>
                      <a:close/>
                      <a:moveTo>
                        <a:pt x="7877" y="5923"/>
                      </a:moveTo>
                      <a:cubicBezTo>
                        <a:pt x="8242" y="6166"/>
                        <a:pt x="8644" y="6353"/>
                        <a:pt x="9128" y="6353"/>
                      </a:cubicBezTo>
                      <a:cubicBezTo>
                        <a:pt x="9271" y="6353"/>
                        <a:pt x="9420" y="6337"/>
                        <a:pt x="9578" y="6301"/>
                      </a:cubicBezTo>
                      <a:lnTo>
                        <a:pt x="9578" y="8160"/>
                      </a:lnTo>
                      <a:cubicBezTo>
                        <a:pt x="9547" y="9357"/>
                        <a:pt x="8885" y="10365"/>
                        <a:pt x="7877" y="10838"/>
                      </a:cubicBezTo>
                      <a:lnTo>
                        <a:pt x="7877" y="592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8601"/>
                      </a:lnTo>
                      <a:cubicBezTo>
                        <a:pt x="1" y="9136"/>
                        <a:pt x="473" y="9609"/>
                        <a:pt x="1009" y="9609"/>
                      </a:cubicBezTo>
                      <a:lnTo>
                        <a:pt x="5073" y="9609"/>
                      </a:lnTo>
                      <a:cubicBezTo>
                        <a:pt x="5199" y="9893"/>
                        <a:pt x="5357" y="10145"/>
                        <a:pt x="5514" y="10365"/>
                      </a:cubicBezTo>
                      <a:cubicBezTo>
                        <a:pt x="5987" y="10995"/>
                        <a:pt x="6617" y="11436"/>
                        <a:pt x="7404" y="11657"/>
                      </a:cubicBezTo>
                      <a:cubicBezTo>
                        <a:pt x="7446" y="11657"/>
                        <a:pt x="7488" y="11685"/>
                        <a:pt x="7530" y="11685"/>
                      </a:cubicBezTo>
                      <a:cubicBezTo>
                        <a:pt x="7551" y="11685"/>
                        <a:pt x="7572" y="11678"/>
                        <a:pt x="7593" y="11657"/>
                      </a:cubicBezTo>
                      <a:cubicBezTo>
                        <a:pt x="8350" y="11436"/>
                        <a:pt x="9011" y="10995"/>
                        <a:pt x="9484" y="10365"/>
                      </a:cubicBezTo>
                      <a:cubicBezTo>
                        <a:pt x="9641" y="10145"/>
                        <a:pt x="9799" y="9893"/>
                        <a:pt x="9925" y="9609"/>
                      </a:cubicBezTo>
                      <a:lnTo>
                        <a:pt x="10618" y="9609"/>
                      </a:lnTo>
                      <a:cubicBezTo>
                        <a:pt x="11185" y="9609"/>
                        <a:pt x="11658" y="9136"/>
                        <a:pt x="11658" y="8601"/>
                      </a:cubicBezTo>
                      <a:lnTo>
                        <a:pt x="11658" y="1040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6" name="Google Shape;12440;p89">
                  <a:extLst>
                    <a:ext uri="{FF2B5EF4-FFF2-40B4-BE49-F238E27FC236}">
                      <a16:creationId xmlns:a16="http://schemas.microsoft.com/office/drawing/2014/main" id="{EB87A8EB-B2D1-02C0-328D-B73DF8C8686A}"/>
                    </a:ext>
                  </a:extLst>
                </p:cNvPr>
                <p:cNvSpPr/>
                <p:nvPr/>
              </p:nvSpPr>
              <p:spPr>
                <a:xfrm>
                  <a:off x="-3104575" y="2442800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7" name="Google Shape;12441;p89">
                  <a:extLst>
                    <a:ext uri="{FF2B5EF4-FFF2-40B4-BE49-F238E27FC236}">
                      <a16:creationId xmlns:a16="http://schemas.microsoft.com/office/drawing/2014/main" id="{9D4BD96B-A1AF-0F63-AEC3-2D8E04F3826F}"/>
                    </a:ext>
                  </a:extLst>
                </p:cNvPr>
                <p:cNvSpPr/>
                <p:nvPr/>
              </p:nvSpPr>
              <p:spPr>
                <a:xfrm>
                  <a:off x="-306990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8" name="Google Shape;12442;p89">
                  <a:extLst>
                    <a:ext uri="{FF2B5EF4-FFF2-40B4-BE49-F238E27FC236}">
                      <a16:creationId xmlns:a16="http://schemas.microsoft.com/office/drawing/2014/main" id="{80944169-8515-6BEF-7FF7-74E0C2DB6FF1}"/>
                    </a:ext>
                  </a:extLst>
                </p:cNvPr>
                <p:cNvSpPr/>
                <p:nvPr/>
              </p:nvSpPr>
              <p:spPr>
                <a:xfrm>
                  <a:off x="-303525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9" name="Google Shape;12443;p89">
                  <a:extLst>
                    <a:ext uri="{FF2B5EF4-FFF2-40B4-BE49-F238E27FC236}">
                      <a16:creationId xmlns:a16="http://schemas.microsoft.com/office/drawing/2014/main" id="{974F1ED1-2271-0CA1-17E0-19BA09B76310}"/>
                    </a:ext>
                  </a:extLst>
                </p:cNvPr>
                <p:cNvSpPr/>
                <p:nvPr/>
              </p:nvSpPr>
              <p:spPr>
                <a:xfrm>
                  <a:off x="-3002175" y="2442800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90" y="694"/>
                        <a:pt x="347" y="694"/>
                      </a:cubicBezTo>
                      <a:lnTo>
                        <a:pt x="4443" y="694"/>
                      </a:lnTo>
                      <a:cubicBezTo>
                        <a:pt x="4663" y="694"/>
                        <a:pt x="4821" y="536"/>
                        <a:pt x="4821" y="347"/>
                      </a:cubicBezTo>
                      <a:cubicBezTo>
                        <a:pt x="4821" y="158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3" name="Google Shape;12455;p89">
                <a:extLst>
                  <a:ext uri="{FF2B5EF4-FFF2-40B4-BE49-F238E27FC236}">
                    <a16:creationId xmlns:a16="http://schemas.microsoft.com/office/drawing/2014/main" id="{DA10476B-BAE2-59D0-A85D-C45105BACB6A}"/>
                  </a:ext>
                </a:extLst>
              </p:cNvPr>
              <p:cNvSpPr/>
              <p:nvPr/>
            </p:nvSpPr>
            <p:spPr>
              <a:xfrm>
                <a:off x="1223364" y="2660190"/>
                <a:ext cx="648218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13" extrusionOk="0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14" name="Google Shape;12464;p89">
                <a:extLst>
                  <a:ext uri="{FF2B5EF4-FFF2-40B4-BE49-F238E27FC236}">
                    <a16:creationId xmlns:a16="http://schemas.microsoft.com/office/drawing/2014/main" id="{8F88F0EC-7613-AE49-DDFE-6DB0225E87C3}"/>
                  </a:ext>
                </a:extLst>
              </p:cNvPr>
              <p:cNvGrpSpPr/>
              <p:nvPr/>
            </p:nvGrpSpPr>
            <p:grpSpPr>
              <a:xfrm>
                <a:off x="5348293" y="2659314"/>
                <a:ext cx="648218" cy="646514"/>
                <a:chOff x="-4570325" y="2405775"/>
                <a:chExt cx="294600" cy="293825"/>
              </a:xfrm>
              <a:grpFill/>
            </p:grpSpPr>
            <p:sp>
              <p:nvSpPr>
                <p:cNvPr id="17953" name="Google Shape;12465;p89">
                  <a:extLst>
                    <a:ext uri="{FF2B5EF4-FFF2-40B4-BE49-F238E27FC236}">
                      <a16:creationId xmlns:a16="http://schemas.microsoft.com/office/drawing/2014/main" id="{F3E858C9-E5AE-FDFE-85A8-52936780A604}"/>
                    </a:ext>
                  </a:extLst>
                </p:cNvPr>
                <p:cNvSpPr/>
                <p:nvPr/>
              </p:nvSpPr>
              <p:spPr>
                <a:xfrm>
                  <a:off x="-4570325" y="2405775"/>
                  <a:ext cx="29460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3" extrusionOk="0">
                      <a:moveTo>
                        <a:pt x="5734" y="694"/>
                      </a:moveTo>
                      <a:cubicBezTo>
                        <a:pt x="7624" y="694"/>
                        <a:pt x="9168" y="2238"/>
                        <a:pt x="9168" y="4128"/>
                      </a:cubicBezTo>
                      <a:cubicBezTo>
                        <a:pt x="9168" y="6050"/>
                        <a:pt x="7624" y="7594"/>
                        <a:pt x="5734" y="7594"/>
                      </a:cubicBezTo>
                      <a:cubicBezTo>
                        <a:pt x="3844" y="7594"/>
                        <a:pt x="2332" y="6018"/>
                        <a:pt x="2332" y="4128"/>
                      </a:cubicBezTo>
                      <a:cubicBezTo>
                        <a:pt x="2332" y="2238"/>
                        <a:pt x="3844" y="694"/>
                        <a:pt x="5734" y="694"/>
                      </a:cubicBezTo>
                      <a:close/>
                      <a:moveTo>
                        <a:pt x="977" y="7531"/>
                      </a:moveTo>
                      <a:cubicBezTo>
                        <a:pt x="1166" y="7531"/>
                        <a:pt x="1323" y="7688"/>
                        <a:pt x="1323" y="7909"/>
                      </a:cubicBezTo>
                      <a:cubicBezTo>
                        <a:pt x="1292" y="8129"/>
                        <a:pt x="1134" y="8255"/>
                        <a:pt x="977" y="8255"/>
                      </a:cubicBezTo>
                      <a:cubicBezTo>
                        <a:pt x="788" y="8255"/>
                        <a:pt x="630" y="8098"/>
                        <a:pt x="630" y="7909"/>
                      </a:cubicBezTo>
                      <a:cubicBezTo>
                        <a:pt x="630" y="7688"/>
                        <a:pt x="788" y="7531"/>
                        <a:pt x="977" y="7531"/>
                      </a:cubicBezTo>
                      <a:close/>
                      <a:moveTo>
                        <a:pt x="10586" y="7531"/>
                      </a:moveTo>
                      <a:cubicBezTo>
                        <a:pt x="10775" y="7531"/>
                        <a:pt x="10932" y="7688"/>
                        <a:pt x="10932" y="7909"/>
                      </a:cubicBezTo>
                      <a:cubicBezTo>
                        <a:pt x="10932" y="8129"/>
                        <a:pt x="10775" y="8255"/>
                        <a:pt x="10586" y="8255"/>
                      </a:cubicBezTo>
                      <a:cubicBezTo>
                        <a:pt x="10397" y="8255"/>
                        <a:pt x="10239" y="8098"/>
                        <a:pt x="10239" y="7909"/>
                      </a:cubicBezTo>
                      <a:cubicBezTo>
                        <a:pt x="10239" y="7688"/>
                        <a:pt x="10397" y="7531"/>
                        <a:pt x="10586" y="7531"/>
                      </a:cubicBezTo>
                      <a:close/>
                      <a:moveTo>
                        <a:pt x="3025" y="9641"/>
                      </a:moveTo>
                      <a:cubicBezTo>
                        <a:pt x="3214" y="9641"/>
                        <a:pt x="3371" y="9799"/>
                        <a:pt x="3371" y="9988"/>
                      </a:cubicBezTo>
                      <a:cubicBezTo>
                        <a:pt x="3340" y="10177"/>
                        <a:pt x="3214" y="10335"/>
                        <a:pt x="3025" y="10335"/>
                      </a:cubicBezTo>
                      <a:cubicBezTo>
                        <a:pt x="2836" y="10335"/>
                        <a:pt x="2678" y="10177"/>
                        <a:pt x="2678" y="9988"/>
                      </a:cubicBezTo>
                      <a:cubicBezTo>
                        <a:pt x="2678" y="9799"/>
                        <a:pt x="2836" y="9641"/>
                        <a:pt x="3025" y="9641"/>
                      </a:cubicBezTo>
                      <a:close/>
                      <a:moveTo>
                        <a:pt x="8475" y="9641"/>
                      </a:moveTo>
                      <a:cubicBezTo>
                        <a:pt x="8696" y="9641"/>
                        <a:pt x="8822" y="9799"/>
                        <a:pt x="8822" y="9988"/>
                      </a:cubicBezTo>
                      <a:cubicBezTo>
                        <a:pt x="8822" y="10177"/>
                        <a:pt x="8664" y="10335"/>
                        <a:pt x="8475" y="10335"/>
                      </a:cubicBezTo>
                      <a:cubicBezTo>
                        <a:pt x="8255" y="10335"/>
                        <a:pt x="8128" y="10177"/>
                        <a:pt x="8128" y="9988"/>
                      </a:cubicBezTo>
                      <a:cubicBezTo>
                        <a:pt x="8128" y="9799"/>
                        <a:pt x="8255" y="9641"/>
                        <a:pt x="8475" y="9641"/>
                      </a:cubicBezTo>
                      <a:close/>
                      <a:moveTo>
                        <a:pt x="5734" y="10303"/>
                      </a:moveTo>
                      <a:cubicBezTo>
                        <a:pt x="5955" y="10303"/>
                        <a:pt x="6112" y="10461"/>
                        <a:pt x="6112" y="10650"/>
                      </a:cubicBezTo>
                      <a:cubicBezTo>
                        <a:pt x="6112" y="10839"/>
                        <a:pt x="5955" y="10996"/>
                        <a:pt x="5734" y="10996"/>
                      </a:cubicBezTo>
                      <a:cubicBezTo>
                        <a:pt x="5545" y="10996"/>
                        <a:pt x="5388" y="10839"/>
                        <a:pt x="5388" y="10650"/>
                      </a:cubicBezTo>
                      <a:cubicBezTo>
                        <a:pt x="5388" y="10461"/>
                        <a:pt x="5545" y="10303"/>
                        <a:pt x="5734" y="10303"/>
                      </a:cubicBezTo>
                      <a:close/>
                      <a:moveTo>
                        <a:pt x="5797" y="1"/>
                      </a:moveTo>
                      <a:cubicBezTo>
                        <a:pt x="3497" y="1"/>
                        <a:pt x="1701" y="1860"/>
                        <a:pt x="1701" y="4097"/>
                      </a:cubicBezTo>
                      <a:cubicBezTo>
                        <a:pt x="1701" y="5010"/>
                        <a:pt x="2017" y="5924"/>
                        <a:pt x="2552" y="6617"/>
                      </a:cubicBezTo>
                      <a:lnTo>
                        <a:pt x="1701" y="7153"/>
                      </a:lnTo>
                      <a:cubicBezTo>
                        <a:pt x="1481" y="6995"/>
                        <a:pt x="1260" y="6901"/>
                        <a:pt x="1040" y="6901"/>
                      </a:cubicBezTo>
                      <a:cubicBezTo>
                        <a:pt x="473" y="6901"/>
                        <a:pt x="0" y="7373"/>
                        <a:pt x="0" y="7940"/>
                      </a:cubicBezTo>
                      <a:cubicBezTo>
                        <a:pt x="0" y="8476"/>
                        <a:pt x="473" y="8948"/>
                        <a:pt x="1040" y="8948"/>
                      </a:cubicBezTo>
                      <a:cubicBezTo>
                        <a:pt x="1575" y="8948"/>
                        <a:pt x="2048" y="8476"/>
                        <a:pt x="2048" y="7940"/>
                      </a:cubicBezTo>
                      <a:lnTo>
                        <a:pt x="2048" y="7751"/>
                      </a:lnTo>
                      <a:lnTo>
                        <a:pt x="3088" y="7153"/>
                      </a:lnTo>
                      <a:cubicBezTo>
                        <a:pt x="3340" y="7373"/>
                        <a:pt x="3623" y="7625"/>
                        <a:pt x="3970" y="7783"/>
                      </a:cubicBezTo>
                      <a:lnTo>
                        <a:pt x="3308" y="8948"/>
                      </a:lnTo>
                      <a:lnTo>
                        <a:pt x="3119" y="8948"/>
                      </a:lnTo>
                      <a:cubicBezTo>
                        <a:pt x="2552" y="8948"/>
                        <a:pt x="2080" y="9421"/>
                        <a:pt x="2080" y="9988"/>
                      </a:cubicBezTo>
                      <a:cubicBezTo>
                        <a:pt x="2080" y="10524"/>
                        <a:pt x="2552" y="10996"/>
                        <a:pt x="3119" y="10996"/>
                      </a:cubicBezTo>
                      <a:cubicBezTo>
                        <a:pt x="3655" y="10996"/>
                        <a:pt x="4127" y="10524"/>
                        <a:pt x="4127" y="9988"/>
                      </a:cubicBezTo>
                      <a:cubicBezTo>
                        <a:pt x="4127" y="9736"/>
                        <a:pt x="4064" y="9515"/>
                        <a:pt x="3907" y="9326"/>
                      </a:cubicBezTo>
                      <a:lnTo>
                        <a:pt x="4600" y="8098"/>
                      </a:lnTo>
                      <a:cubicBezTo>
                        <a:pt x="4883" y="8161"/>
                        <a:pt x="5199" y="8255"/>
                        <a:pt x="5514" y="8287"/>
                      </a:cubicBezTo>
                      <a:lnTo>
                        <a:pt x="5514" y="9736"/>
                      </a:lnTo>
                      <a:cubicBezTo>
                        <a:pt x="5136" y="9894"/>
                        <a:pt x="4852" y="10272"/>
                        <a:pt x="4852" y="10713"/>
                      </a:cubicBezTo>
                      <a:cubicBezTo>
                        <a:pt x="4852" y="11280"/>
                        <a:pt x="5325" y="11752"/>
                        <a:pt x="5860" y="11752"/>
                      </a:cubicBezTo>
                      <a:cubicBezTo>
                        <a:pt x="6427" y="11752"/>
                        <a:pt x="6900" y="11280"/>
                        <a:pt x="6900" y="10713"/>
                      </a:cubicBezTo>
                      <a:cubicBezTo>
                        <a:pt x="6900" y="10303"/>
                        <a:pt x="6616" y="9894"/>
                        <a:pt x="6238" y="9736"/>
                      </a:cubicBezTo>
                      <a:lnTo>
                        <a:pt x="6238" y="8287"/>
                      </a:lnTo>
                      <a:cubicBezTo>
                        <a:pt x="6553" y="8255"/>
                        <a:pt x="6868" y="8224"/>
                        <a:pt x="7120" y="8098"/>
                      </a:cubicBezTo>
                      <a:lnTo>
                        <a:pt x="7845" y="9326"/>
                      </a:lnTo>
                      <a:cubicBezTo>
                        <a:pt x="7687" y="9515"/>
                        <a:pt x="7593" y="9736"/>
                        <a:pt x="7593" y="9988"/>
                      </a:cubicBezTo>
                      <a:cubicBezTo>
                        <a:pt x="7593" y="10524"/>
                        <a:pt x="8065" y="10996"/>
                        <a:pt x="8633" y="10996"/>
                      </a:cubicBezTo>
                      <a:cubicBezTo>
                        <a:pt x="9168" y="10996"/>
                        <a:pt x="9641" y="10524"/>
                        <a:pt x="9641" y="9988"/>
                      </a:cubicBezTo>
                      <a:cubicBezTo>
                        <a:pt x="9641" y="9421"/>
                        <a:pt x="9168" y="8948"/>
                        <a:pt x="8633" y="8948"/>
                      </a:cubicBezTo>
                      <a:lnTo>
                        <a:pt x="8444" y="8948"/>
                      </a:lnTo>
                      <a:lnTo>
                        <a:pt x="7750" y="7783"/>
                      </a:lnTo>
                      <a:cubicBezTo>
                        <a:pt x="8065" y="7625"/>
                        <a:pt x="8381" y="7373"/>
                        <a:pt x="8664" y="7153"/>
                      </a:cubicBezTo>
                      <a:lnTo>
                        <a:pt x="9735" y="7751"/>
                      </a:lnTo>
                      <a:lnTo>
                        <a:pt x="9735" y="7940"/>
                      </a:lnTo>
                      <a:cubicBezTo>
                        <a:pt x="9735" y="8476"/>
                        <a:pt x="10208" y="8948"/>
                        <a:pt x="10743" y="8948"/>
                      </a:cubicBezTo>
                      <a:cubicBezTo>
                        <a:pt x="11310" y="8948"/>
                        <a:pt x="11783" y="8476"/>
                        <a:pt x="11783" y="7940"/>
                      </a:cubicBezTo>
                      <a:cubicBezTo>
                        <a:pt x="11626" y="7342"/>
                        <a:pt x="11153" y="6901"/>
                        <a:pt x="10586" y="6901"/>
                      </a:cubicBezTo>
                      <a:cubicBezTo>
                        <a:pt x="10302" y="6901"/>
                        <a:pt x="10082" y="6995"/>
                        <a:pt x="9924" y="7153"/>
                      </a:cubicBezTo>
                      <a:lnTo>
                        <a:pt x="9011" y="6617"/>
                      </a:lnTo>
                      <a:cubicBezTo>
                        <a:pt x="9578" y="5924"/>
                        <a:pt x="9893" y="5010"/>
                        <a:pt x="9893" y="4097"/>
                      </a:cubicBezTo>
                      <a:cubicBezTo>
                        <a:pt x="9893" y="1828"/>
                        <a:pt x="8034" y="1"/>
                        <a:pt x="57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4" name="Google Shape;12466;p89">
                  <a:extLst>
                    <a:ext uri="{FF2B5EF4-FFF2-40B4-BE49-F238E27FC236}">
                      <a16:creationId xmlns:a16="http://schemas.microsoft.com/office/drawing/2014/main" id="{EBDB175D-931E-0B7D-33EE-EB41F064C384}"/>
                    </a:ext>
                  </a:extLst>
                </p:cNvPr>
                <p:cNvSpPr/>
                <p:nvPr/>
              </p:nvSpPr>
              <p:spPr>
                <a:xfrm>
                  <a:off x="-4478175" y="2439650"/>
                  <a:ext cx="103975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21" extrusionOk="0">
                      <a:moveTo>
                        <a:pt x="2048" y="725"/>
                      </a:moveTo>
                      <a:cubicBezTo>
                        <a:pt x="2458" y="725"/>
                        <a:pt x="2741" y="1040"/>
                        <a:pt x="2741" y="1387"/>
                      </a:cubicBezTo>
                      <a:cubicBezTo>
                        <a:pt x="2741" y="1765"/>
                        <a:pt x="2426" y="2049"/>
                        <a:pt x="2048" y="2049"/>
                      </a:cubicBezTo>
                      <a:cubicBezTo>
                        <a:pt x="1702" y="2049"/>
                        <a:pt x="1387" y="1733"/>
                        <a:pt x="1387" y="1387"/>
                      </a:cubicBezTo>
                      <a:cubicBezTo>
                        <a:pt x="1387" y="1040"/>
                        <a:pt x="1702" y="725"/>
                        <a:pt x="2048" y="725"/>
                      </a:cubicBezTo>
                      <a:close/>
                      <a:moveTo>
                        <a:pt x="2363" y="2773"/>
                      </a:moveTo>
                      <a:cubicBezTo>
                        <a:pt x="2930" y="2773"/>
                        <a:pt x="3403" y="3246"/>
                        <a:pt x="3403" y="3781"/>
                      </a:cubicBezTo>
                      <a:lnTo>
                        <a:pt x="3403" y="4128"/>
                      </a:lnTo>
                      <a:lnTo>
                        <a:pt x="630" y="4128"/>
                      </a:lnTo>
                      <a:lnTo>
                        <a:pt x="630" y="3781"/>
                      </a:lnTo>
                      <a:lnTo>
                        <a:pt x="693" y="3781"/>
                      </a:lnTo>
                      <a:cubicBezTo>
                        <a:pt x="693" y="3246"/>
                        <a:pt x="1166" y="2773"/>
                        <a:pt x="1702" y="2773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02"/>
                        <a:pt x="851" y="2017"/>
                        <a:pt x="1040" y="2238"/>
                      </a:cubicBezTo>
                      <a:cubicBezTo>
                        <a:pt x="441" y="2521"/>
                        <a:pt x="63" y="3120"/>
                        <a:pt x="63" y="3781"/>
                      </a:cubicBezTo>
                      <a:lnTo>
                        <a:pt x="63" y="4443"/>
                      </a:lnTo>
                      <a:cubicBezTo>
                        <a:pt x="0" y="4663"/>
                        <a:pt x="158" y="4821"/>
                        <a:pt x="378" y="4821"/>
                      </a:cubicBezTo>
                      <a:lnTo>
                        <a:pt x="3781" y="4821"/>
                      </a:lnTo>
                      <a:cubicBezTo>
                        <a:pt x="4001" y="4821"/>
                        <a:pt x="4159" y="4663"/>
                        <a:pt x="4159" y="4443"/>
                      </a:cubicBezTo>
                      <a:lnTo>
                        <a:pt x="4159" y="3781"/>
                      </a:lnTo>
                      <a:cubicBezTo>
                        <a:pt x="4159" y="3120"/>
                        <a:pt x="3749" y="2521"/>
                        <a:pt x="3151" y="2238"/>
                      </a:cubicBezTo>
                      <a:cubicBezTo>
                        <a:pt x="3371" y="2017"/>
                        <a:pt x="3466" y="1733"/>
                        <a:pt x="3466" y="1387"/>
                      </a:cubicBezTo>
                      <a:cubicBezTo>
                        <a:pt x="3466" y="631"/>
                        <a:pt x="2836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5" name="Google Shape;12477;p89">
                <a:extLst>
                  <a:ext uri="{FF2B5EF4-FFF2-40B4-BE49-F238E27FC236}">
                    <a16:creationId xmlns:a16="http://schemas.microsoft.com/office/drawing/2014/main" id="{6AFF3CB8-423E-09B0-D949-E18BA5A99A54}"/>
                  </a:ext>
                </a:extLst>
              </p:cNvPr>
              <p:cNvGrpSpPr/>
              <p:nvPr/>
            </p:nvGrpSpPr>
            <p:grpSpPr>
              <a:xfrm>
                <a:off x="9506180" y="2661954"/>
                <a:ext cx="642992" cy="641232"/>
                <a:chOff x="-2571737" y="2403625"/>
                <a:chExt cx="292225" cy="291425"/>
              </a:xfrm>
              <a:grpFill/>
            </p:grpSpPr>
            <p:sp>
              <p:nvSpPr>
                <p:cNvPr id="17946" name="Google Shape;12478;p89">
                  <a:extLst>
                    <a:ext uri="{FF2B5EF4-FFF2-40B4-BE49-F238E27FC236}">
                      <a16:creationId xmlns:a16="http://schemas.microsoft.com/office/drawing/2014/main" id="{921B997F-BF35-FD71-95E0-CA667DD81679}"/>
                    </a:ext>
                  </a:extLst>
                </p:cNvPr>
                <p:cNvSpPr/>
                <p:nvPr/>
              </p:nvSpPr>
              <p:spPr>
                <a:xfrm>
                  <a:off x="-2571737" y="2403625"/>
                  <a:ext cx="292225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57" extrusionOk="0">
                      <a:moveTo>
                        <a:pt x="9547" y="725"/>
                      </a:moveTo>
                      <a:cubicBezTo>
                        <a:pt x="9704" y="725"/>
                        <a:pt x="9830" y="788"/>
                        <a:pt x="9893" y="914"/>
                      </a:cubicBezTo>
                      <a:lnTo>
                        <a:pt x="10681" y="2772"/>
                      </a:lnTo>
                      <a:lnTo>
                        <a:pt x="1135" y="2772"/>
                      </a:lnTo>
                      <a:lnTo>
                        <a:pt x="1891" y="914"/>
                      </a:lnTo>
                      <a:cubicBezTo>
                        <a:pt x="1922" y="788"/>
                        <a:pt x="2080" y="725"/>
                        <a:pt x="2206" y="725"/>
                      </a:cubicBezTo>
                      <a:close/>
                      <a:moveTo>
                        <a:pt x="10649" y="3403"/>
                      </a:moveTo>
                      <a:cubicBezTo>
                        <a:pt x="10870" y="3403"/>
                        <a:pt x="11027" y="3560"/>
                        <a:pt x="11027" y="3749"/>
                      </a:cubicBezTo>
                      <a:lnTo>
                        <a:pt x="11027" y="5167"/>
                      </a:lnTo>
                      <a:cubicBezTo>
                        <a:pt x="11027" y="5356"/>
                        <a:pt x="10870" y="5513"/>
                        <a:pt x="10649" y="5513"/>
                      </a:cubicBezTo>
                      <a:lnTo>
                        <a:pt x="1040" y="5513"/>
                      </a:lnTo>
                      <a:cubicBezTo>
                        <a:pt x="851" y="5513"/>
                        <a:pt x="694" y="5356"/>
                        <a:pt x="694" y="5167"/>
                      </a:cubicBezTo>
                      <a:lnTo>
                        <a:pt x="694" y="3749"/>
                      </a:lnTo>
                      <a:cubicBezTo>
                        <a:pt x="694" y="3560"/>
                        <a:pt x="851" y="3403"/>
                        <a:pt x="1040" y="3403"/>
                      </a:cubicBezTo>
                      <a:close/>
                      <a:moveTo>
                        <a:pt x="10681" y="6206"/>
                      </a:moveTo>
                      <a:cubicBezTo>
                        <a:pt x="10870" y="6238"/>
                        <a:pt x="11027" y="6364"/>
                        <a:pt x="11027" y="6553"/>
                      </a:cubicBezTo>
                      <a:lnTo>
                        <a:pt x="11027" y="7939"/>
                      </a:lnTo>
                      <a:cubicBezTo>
                        <a:pt x="11027" y="8128"/>
                        <a:pt x="10870" y="8286"/>
                        <a:pt x="10681" y="8286"/>
                      </a:cubicBezTo>
                      <a:lnTo>
                        <a:pt x="1072" y="8286"/>
                      </a:lnTo>
                      <a:cubicBezTo>
                        <a:pt x="851" y="8286"/>
                        <a:pt x="694" y="8128"/>
                        <a:pt x="694" y="7939"/>
                      </a:cubicBezTo>
                      <a:lnTo>
                        <a:pt x="694" y="6553"/>
                      </a:lnTo>
                      <a:cubicBezTo>
                        <a:pt x="694" y="6364"/>
                        <a:pt x="851" y="6206"/>
                        <a:pt x="1072" y="6206"/>
                      </a:cubicBezTo>
                      <a:close/>
                      <a:moveTo>
                        <a:pt x="10681" y="8947"/>
                      </a:moveTo>
                      <a:cubicBezTo>
                        <a:pt x="10870" y="8947"/>
                        <a:pt x="11027" y="9105"/>
                        <a:pt x="11027" y="9294"/>
                      </a:cubicBezTo>
                      <a:lnTo>
                        <a:pt x="11027" y="10680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72" y="11027"/>
                      </a:lnTo>
                      <a:cubicBezTo>
                        <a:pt x="851" y="11027"/>
                        <a:pt x="694" y="10869"/>
                        <a:pt x="694" y="10680"/>
                      </a:cubicBezTo>
                      <a:lnTo>
                        <a:pt x="694" y="9294"/>
                      </a:lnTo>
                      <a:cubicBezTo>
                        <a:pt x="694" y="9105"/>
                        <a:pt x="851" y="8947"/>
                        <a:pt x="1072" y="8947"/>
                      </a:cubicBezTo>
                      <a:close/>
                      <a:moveTo>
                        <a:pt x="2174" y="0"/>
                      </a:moveTo>
                      <a:cubicBezTo>
                        <a:pt x="1733" y="0"/>
                        <a:pt x="1387" y="252"/>
                        <a:pt x="1229" y="630"/>
                      </a:cubicBezTo>
                      <a:lnTo>
                        <a:pt x="64" y="3403"/>
                      </a:lnTo>
                      <a:cubicBezTo>
                        <a:pt x="32" y="3529"/>
                        <a:pt x="0" y="3686"/>
                        <a:pt x="0" y="3781"/>
                      </a:cubicBezTo>
                      <a:lnTo>
                        <a:pt x="0" y="5198"/>
                      </a:lnTo>
                      <a:cubicBezTo>
                        <a:pt x="0" y="5482"/>
                        <a:pt x="127" y="5734"/>
                        <a:pt x="284" y="5860"/>
                      </a:cubicBezTo>
                      <a:cubicBezTo>
                        <a:pt x="127" y="6080"/>
                        <a:pt x="0" y="6301"/>
                        <a:pt x="0" y="6553"/>
                      </a:cubicBezTo>
                      <a:lnTo>
                        <a:pt x="0" y="7908"/>
                      </a:lnTo>
                      <a:cubicBezTo>
                        <a:pt x="0" y="8191"/>
                        <a:pt x="127" y="8443"/>
                        <a:pt x="284" y="8601"/>
                      </a:cubicBezTo>
                      <a:cubicBezTo>
                        <a:pt x="127" y="8790"/>
                        <a:pt x="0" y="9010"/>
                        <a:pt x="0" y="9262"/>
                      </a:cubicBezTo>
                      <a:lnTo>
                        <a:pt x="0" y="10649"/>
                      </a:lnTo>
                      <a:cubicBezTo>
                        <a:pt x="0" y="11184"/>
                        <a:pt x="473" y="11657"/>
                        <a:pt x="1009" y="11657"/>
                      </a:cubicBezTo>
                      <a:lnTo>
                        <a:pt x="10618" y="11657"/>
                      </a:lnTo>
                      <a:cubicBezTo>
                        <a:pt x="11185" y="11657"/>
                        <a:pt x="11657" y="11184"/>
                        <a:pt x="11657" y="10649"/>
                      </a:cubicBezTo>
                      <a:lnTo>
                        <a:pt x="11657" y="9262"/>
                      </a:lnTo>
                      <a:cubicBezTo>
                        <a:pt x="11657" y="8979"/>
                        <a:pt x="11531" y="8758"/>
                        <a:pt x="11374" y="8601"/>
                      </a:cubicBezTo>
                      <a:cubicBezTo>
                        <a:pt x="11531" y="8380"/>
                        <a:pt x="11657" y="8160"/>
                        <a:pt x="11657" y="7908"/>
                      </a:cubicBezTo>
                      <a:lnTo>
                        <a:pt x="11657" y="6553"/>
                      </a:lnTo>
                      <a:cubicBezTo>
                        <a:pt x="11657" y="6269"/>
                        <a:pt x="11531" y="6017"/>
                        <a:pt x="11374" y="5860"/>
                      </a:cubicBezTo>
                      <a:cubicBezTo>
                        <a:pt x="11531" y="5671"/>
                        <a:pt x="11657" y="5450"/>
                        <a:pt x="11657" y="5198"/>
                      </a:cubicBezTo>
                      <a:lnTo>
                        <a:pt x="11657" y="3781"/>
                      </a:lnTo>
                      <a:lnTo>
                        <a:pt x="11689" y="3781"/>
                      </a:lnTo>
                      <a:cubicBezTo>
                        <a:pt x="11689" y="3686"/>
                        <a:pt x="11657" y="3529"/>
                        <a:pt x="11594" y="3403"/>
                      </a:cubicBezTo>
                      <a:lnTo>
                        <a:pt x="10460" y="630"/>
                      </a:lnTo>
                      <a:cubicBezTo>
                        <a:pt x="10303" y="252"/>
                        <a:pt x="9925" y="0"/>
                        <a:pt x="95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7" name="Google Shape;12479;p89">
                  <a:extLst>
                    <a:ext uri="{FF2B5EF4-FFF2-40B4-BE49-F238E27FC236}">
                      <a16:creationId xmlns:a16="http://schemas.microsoft.com/office/drawing/2014/main" id="{DA31558F-C9C0-711C-12F6-89C3486DC946}"/>
                    </a:ext>
                  </a:extLst>
                </p:cNvPr>
                <p:cNvSpPr/>
                <p:nvPr/>
              </p:nvSpPr>
              <p:spPr>
                <a:xfrm>
                  <a:off x="-2485967" y="2649150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lnTo>
                        <a:pt x="6585" y="726"/>
                      </a:lnTo>
                      <a:cubicBezTo>
                        <a:pt x="6774" y="726"/>
                        <a:pt x="6931" y="568"/>
                        <a:pt x="6931" y="379"/>
                      </a:cubicBezTo>
                      <a:cubicBezTo>
                        <a:pt x="6931" y="159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8" name="Google Shape;12480;p89">
                  <a:extLst>
                    <a:ext uri="{FF2B5EF4-FFF2-40B4-BE49-F238E27FC236}">
                      <a16:creationId xmlns:a16="http://schemas.microsoft.com/office/drawing/2014/main" id="{865D2A7C-061E-B673-07A7-01B5BF587C07}"/>
                    </a:ext>
                  </a:extLst>
                </p:cNvPr>
                <p:cNvSpPr/>
                <p:nvPr/>
              </p:nvSpPr>
              <p:spPr>
                <a:xfrm>
                  <a:off x="-2485967" y="2511325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6585" y="725"/>
                      </a:lnTo>
                      <a:cubicBezTo>
                        <a:pt x="6774" y="725"/>
                        <a:pt x="6931" y="568"/>
                        <a:pt x="6931" y="379"/>
                      </a:cubicBezTo>
                      <a:cubicBezTo>
                        <a:pt x="6931" y="158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9" name="Google Shape;12481;p89">
                  <a:extLst>
                    <a:ext uri="{FF2B5EF4-FFF2-40B4-BE49-F238E27FC236}">
                      <a16:creationId xmlns:a16="http://schemas.microsoft.com/office/drawing/2014/main" id="{A7F437E1-1D76-22E7-740D-9C0A1C53EC03}"/>
                    </a:ext>
                  </a:extLst>
                </p:cNvPr>
                <p:cNvSpPr/>
                <p:nvPr/>
              </p:nvSpPr>
              <p:spPr>
                <a:xfrm>
                  <a:off x="-2540185" y="2511325"/>
                  <a:ext cx="18125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57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57"/>
                        <a:pt x="378" y="757"/>
                      </a:cubicBezTo>
                      <a:cubicBezTo>
                        <a:pt x="567" y="757"/>
                        <a:pt x="725" y="568"/>
                        <a:pt x="725" y="379"/>
                      </a:cubicBezTo>
                      <a:cubicBezTo>
                        <a:pt x="725" y="158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0" name="Google Shape;12482;p89">
                  <a:extLst>
                    <a:ext uri="{FF2B5EF4-FFF2-40B4-BE49-F238E27FC236}">
                      <a16:creationId xmlns:a16="http://schemas.microsoft.com/office/drawing/2014/main" id="{5D03F988-B22F-D11C-D816-7B43CA186117}"/>
                    </a:ext>
                  </a:extLst>
                </p:cNvPr>
                <p:cNvSpPr/>
                <p:nvPr/>
              </p:nvSpPr>
              <p:spPr>
                <a:xfrm>
                  <a:off x="-2485579" y="2580625"/>
                  <a:ext cx="172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58" y="693"/>
                        <a:pt x="347" y="693"/>
                      </a:cubicBezTo>
                      <a:lnTo>
                        <a:pt x="6554" y="693"/>
                      </a:lnTo>
                      <a:cubicBezTo>
                        <a:pt x="6774" y="693"/>
                        <a:pt x="6900" y="536"/>
                        <a:pt x="6900" y="347"/>
                      </a:cubicBezTo>
                      <a:cubicBezTo>
                        <a:pt x="6900" y="158"/>
                        <a:pt x="6774" y="0"/>
                        <a:pt x="65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1" name="Google Shape;12483;p89">
                  <a:extLst>
                    <a:ext uri="{FF2B5EF4-FFF2-40B4-BE49-F238E27FC236}">
                      <a16:creationId xmlns:a16="http://schemas.microsoft.com/office/drawing/2014/main" id="{55CCAF49-0EA5-E651-74F6-642DFE58B183}"/>
                    </a:ext>
                  </a:extLst>
                </p:cNvPr>
                <p:cNvSpPr/>
                <p:nvPr/>
              </p:nvSpPr>
              <p:spPr>
                <a:xfrm>
                  <a:off x="-2540185" y="2580625"/>
                  <a:ext cx="181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2" name="Google Shape;12484;p89">
                  <a:extLst>
                    <a:ext uri="{FF2B5EF4-FFF2-40B4-BE49-F238E27FC236}">
                      <a16:creationId xmlns:a16="http://schemas.microsoft.com/office/drawing/2014/main" id="{1953CE53-D970-ABFB-61AC-E11656D8EAD3}"/>
                    </a:ext>
                  </a:extLst>
                </p:cNvPr>
                <p:cNvSpPr/>
                <p:nvPr/>
              </p:nvSpPr>
              <p:spPr>
                <a:xfrm>
                  <a:off x="-2540185" y="2649150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cubicBezTo>
                        <a:pt x="567" y="726"/>
                        <a:pt x="725" y="568"/>
                        <a:pt x="725" y="379"/>
                      </a:cubicBezTo>
                      <a:cubicBezTo>
                        <a:pt x="725" y="159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6" name="Google Shape;12511;p89">
                <a:extLst>
                  <a:ext uri="{FF2B5EF4-FFF2-40B4-BE49-F238E27FC236}">
                    <a16:creationId xmlns:a16="http://schemas.microsoft.com/office/drawing/2014/main" id="{C18DD444-575E-5890-ED73-B9D53083201D}"/>
                  </a:ext>
                </a:extLst>
              </p:cNvPr>
              <p:cNvGrpSpPr/>
              <p:nvPr/>
            </p:nvGrpSpPr>
            <p:grpSpPr>
              <a:xfrm>
                <a:off x="6249888" y="2659314"/>
                <a:ext cx="490509" cy="646514"/>
                <a:chOff x="-4178875" y="2405775"/>
                <a:chExt cx="222925" cy="293825"/>
              </a:xfrm>
              <a:grpFill/>
            </p:grpSpPr>
            <p:sp>
              <p:nvSpPr>
                <p:cNvPr id="17943" name="Google Shape;12512;p89">
                  <a:extLst>
                    <a:ext uri="{FF2B5EF4-FFF2-40B4-BE49-F238E27FC236}">
                      <a16:creationId xmlns:a16="http://schemas.microsoft.com/office/drawing/2014/main" id="{E296B638-B224-E3C2-3EFC-EABC6D2DE2C6}"/>
                    </a:ext>
                  </a:extLst>
                </p:cNvPr>
                <p:cNvSpPr/>
                <p:nvPr/>
              </p:nvSpPr>
              <p:spPr>
                <a:xfrm>
                  <a:off x="-4178875" y="2405775"/>
                  <a:ext cx="222925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11753" extrusionOk="0">
                      <a:moveTo>
                        <a:pt x="4474" y="694"/>
                      </a:moveTo>
                      <a:cubicBezTo>
                        <a:pt x="6553" y="694"/>
                        <a:pt x="8254" y="2395"/>
                        <a:pt x="8254" y="4475"/>
                      </a:cubicBezTo>
                      <a:cubicBezTo>
                        <a:pt x="8191" y="5262"/>
                        <a:pt x="7971" y="6018"/>
                        <a:pt x="7530" y="6649"/>
                      </a:cubicBezTo>
                      <a:lnTo>
                        <a:pt x="4474" y="10776"/>
                      </a:lnTo>
                      <a:lnTo>
                        <a:pt x="1418" y="6712"/>
                      </a:lnTo>
                      <a:cubicBezTo>
                        <a:pt x="945" y="6050"/>
                        <a:pt x="693" y="5294"/>
                        <a:pt x="693" y="4475"/>
                      </a:cubicBezTo>
                      <a:cubicBezTo>
                        <a:pt x="693" y="2395"/>
                        <a:pt x="2363" y="694"/>
                        <a:pt x="4474" y="694"/>
                      </a:cubicBezTo>
                      <a:close/>
                      <a:moveTo>
                        <a:pt x="4474" y="1"/>
                      </a:moveTo>
                      <a:cubicBezTo>
                        <a:pt x="2017" y="1"/>
                        <a:pt x="0" y="2017"/>
                        <a:pt x="0" y="4475"/>
                      </a:cubicBezTo>
                      <a:cubicBezTo>
                        <a:pt x="0" y="5451"/>
                        <a:pt x="315" y="6365"/>
                        <a:pt x="882" y="7153"/>
                      </a:cubicBezTo>
                      <a:lnTo>
                        <a:pt x="4190" y="11595"/>
                      </a:lnTo>
                      <a:cubicBezTo>
                        <a:pt x="4253" y="11689"/>
                        <a:pt x="4348" y="11752"/>
                        <a:pt x="4474" y="11752"/>
                      </a:cubicBezTo>
                      <a:cubicBezTo>
                        <a:pt x="4568" y="11752"/>
                        <a:pt x="4663" y="11721"/>
                        <a:pt x="4726" y="11595"/>
                      </a:cubicBezTo>
                      <a:lnTo>
                        <a:pt x="8097" y="7058"/>
                      </a:lnTo>
                      <a:cubicBezTo>
                        <a:pt x="8633" y="6333"/>
                        <a:pt x="8916" y="5420"/>
                        <a:pt x="8916" y="4506"/>
                      </a:cubicBezTo>
                      <a:cubicBezTo>
                        <a:pt x="8916" y="1986"/>
                        <a:pt x="6900" y="1"/>
                        <a:pt x="447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4" name="Google Shape;12513;p89">
                  <a:extLst>
                    <a:ext uri="{FF2B5EF4-FFF2-40B4-BE49-F238E27FC236}">
                      <a16:creationId xmlns:a16="http://schemas.microsoft.com/office/drawing/2014/main" id="{38BFB5F0-4FE6-C17E-1E45-D61408AC5B9F}"/>
                    </a:ext>
                  </a:extLst>
                </p:cNvPr>
                <p:cNvSpPr/>
                <p:nvPr/>
              </p:nvSpPr>
              <p:spPr>
                <a:xfrm>
                  <a:off x="-4093025" y="24916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0" y="630"/>
                      </a:moveTo>
                      <a:cubicBezTo>
                        <a:pt x="1229" y="630"/>
                        <a:pt x="1386" y="788"/>
                        <a:pt x="1386" y="1008"/>
                      </a:cubicBezTo>
                      <a:cubicBezTo>
                        <a:pt x="1386" y="1197"/>
                        <a:pt x="1197" y="1355"/>
                        <a:pt x="1040" y="1355"/>
                      </a:cubicBezTo>
                      <a:cubicBezTo>
                        <a:pt x="819" y="1355"/>
                        <a:pt x="662" y="1197"/>
                        <a:pt x="662" y="1008"/>
                      </a:cubicBezTo>
                      <a:cubicBezTo>
                        <a:pt x="662" y="788"/>
                        <a:pt x="819" y="630"/>
                        <a:pt x="1040" y="630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40"/>
                      </a:cubicBezTo>
                      <a:cubicBezTo>
                        <a:pt x="0" y="1575"/>
                        <a:pt x="473" y="2048"/>
                        <a:pt x="1040" y="2048"/>
                      </a:cubicBezTo>
                      <a:cubicBezTo>
                        <a:pt x="1575" y="2048"/>
                        <a:pt x="2048" y="1575"/>
                        <a:pt x="2048" y="1040"/>
                      </a:cubicBezTo>
                      <a:cubicBezTo>
                        <a:pt x="2048" y="441"/>
                        <a:pt x="1575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5" name="Google Shape;12514;p89">
                  <a:extLst>
                    <a:ext uri="{FF2B5EF4-FFF2-40B4-BE49-F238E27FC236}">
                      <a16:creationId xmlns:a16="http://schemas.microsoft.com/office/drawing/2014/main" id="{F21535A2-49CB-A77D-AD20-062AE3B0FB08}"/>
                    </a:ext>
                  </a:extLst>
                </p:cNvPr>
                <p:cNvSpPr/>
                <p:nvPr/>
              </p:nvSpPr>
              <p:spPr>
                <a:xfrm>
                  <a:off x="-4145800" y="2439650"/>
                  <a:ext cx="155975" cy="1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08" extrusionOk="0">
                      <a:moveTo>
                        <a:pt x="3403" y="694"/>
                      </a:moveTo>
                      <a:lnTo>
                        <a:pt x="3403" y="1166"/>
                      </a:lnTo>
                      <a:cubicBezTo>
                        <a:pt x="3403" y="1324"/>
                        <a:pt x="3497" y="1450"/>
                        <a:pt x="3655" y="1481"/>
                      </a:cubicBezTo>
                      <a:cubicBezTo>
                        <a:pt x="3844" y="1576"/>
                        <a:pt x="4033" y="1670"/>
                        <a:pt x="4191" y="1828"/>
                      </a:cubicBezTo>
                      <a:cubicBezTo>
                        <a:pt x="4268" y="1867"/>
                        <a:pt x="4358" y="1894"/>
                        <a:pt x="4445" y="1894"/>
                      </a:cubicBezTo>
                      <a:cubicBezTo>
                        <a:pt x="4499" y="1894"/>
                        <a:pt x="4552" y="1884"/>
                        <a:pt x="4600" y="1859"/>
                      </a:cubicBezTo>
                      <a:lnTo>
                        <a:pt x="4978" y="1607"/>
                      </a:lnTo>
                      <a:lnTo>
                        <a:pt x="5356" y="2206"/>
                      </a:lnTo>
                      <a:lnTo>
                        <a:pt x="4947" y="2458"/>
                      </a:lnTo>
                      <a:cubicBezTo>
                        <a:pt x="4821" y="2521"/>
                        <a:pt x="4789" y="2647"/>
                        <a:pt x="4789" y="2805"/>
                      </a:cubicBezTo>
                      <a:cubicBezTo>
                        <a:pt x="4821" y="3025"/>
                        <a:pt x="4821" y="3183"/>
                        <a:pt x="4789" y="3435"/>
                      </a:cubicBezTo>
                      <a:cubicBezTo>
                        <a:pt x="4758" y="3592"/>
                        <a:pt x="4821" y="3687"/>
                        <a:pt x="4947" y="3781"/>
                      </a:cubicBezTo>
                      <a:lnTo>
                        <a:pt x="5356" y="4033"/>
                      </a:lnTo>
                      <a:lnTo>
                        <a:pt x="4978" y="4600"/>
                      </a:lnTo>
                      <a:lnTo>
                        <a:pt x="4600" y="4380"/>
                      </a:lnTo>
                      <a:cubicBezTo>
                        <a:pt x="4554" y="4345"/>
                        <a:pt x="4503" y="4332"/>
                        <a:pt x="4452" y="4332"/>
                      </a:cubicBezTo>
                      <a:cubicBezTo>
                        <a:pt x="4363" y="4332"/>
                        <a:pt x="4270" y="4372"/>
                        <a:pt x="4191" y="4411"/>
                      </a:cubicBezTo>
                      <a:cubicBezTo>
                        <a:pt x="4033" y="4537"/>
                        <a:pt x="3844" y="4632"/>
                        <a:pt x="3655" y="4726"/>
                      </a:cubicBezTo>
                      <a:cubicBezTo>
                        <a:pt x="3529" y="4758"/>
                        <a:pt x="3403" y="4915"/>
                        <a:pt x="3403" y="5041"/>
                      </a:cubicBezTo>
                      <a:lnTo>
                        <a:pt x="3403" y="5514"/>
                      </a:lnTo>
                      <a:lnTo>
                        <a:pt x="2741" y="5514"/>
                      </a:lnTo>
                      <a:lnTo>
                        <a:pt x="2741" y="5041"/>
                      </a:lnTo>
                      <a:cubicBezTo>
                        <a:pt x="2741" y="4884"/>
                        <a:pt x="2678" y="4758"/>
                        <a:pt x="2521" y="4726"/>
                      </a:cubicBezTo>
                      <a:cubicBezTo>
                        <a:pt x="2300" y="4663"/>
                        <a:pt x="2111" y="4569"/>
                        <a:pt x="1954" y="4411"/>
                      </a:cubicBezTo>
                      <a:cubicBezTo>
                        <a:pt x="1874" y="4372"/>
                        <a:pt x="1782" y="4332"/>
                        <a:pt x="1701" y="4332"/>
                      </a:cubicBezTo>
                      <a:cubicBezTo>
                        <a:pt x="1654" y="4332"/>
                        <a:pt x="1610" y="4345"/>
                        <a:pt x="1576" y="4380"/>
                      </a:cubicBezTo>
                      <a:lnTo>
                        <a:pt x="1166" y="4600"/>
                      </a:lnTo>
                      <a:lnTo>
                        <a:pt x="820" y="4033"/>
                      </a:lnTo>
                      <a:lnTo>
                        <a:pt x="1198" y="3781"/>
                      </a:lnTo>
                      <a:cubicBezTo>
                        <a:pt x="1324" y="3718"/>
                        <a:pt x="1418" y="3592"/>
                        <a:pt x="1355" y="3435"/>
                      </a:cubicBezTo>
                      <a:cubicBezTo>
                        <a:pt x="1324" y="3183"/>
                        <a:pt x="1324" y="3025"/>
                        <a:pt x="1355" y="2805"/>
                      </a:cubicBezTo>
                      <a:cubicBezTo>
                        <a:pt x="1418" y="2647"/>
                        <a:pt x="1324" y="2521"/>
                        <a:pt x="1198" y="2458"/>
                      </a:cubicBezTo>
                      <a:lnTo>
                        <a:pt x="820" y="2206"/>
                      </a:lnTo>
                      <a:lnTo>
                        <a:pt x="1166" y="1607"/>
                      </a:lnTo>
                      <a:lnTo>
                        <a:pt x="1576" y="1859"/>
                      </a:lnTo>
                      <a:cubicBezTo>
                        <a:pt x="1612" y="1884"/>
                        <a:pt x="1657" y="1894"/>
                        <a:pt x="1706" y="1894"/>
                      </a:cubicBezTo>
                      <a:cubicBezTo>
                        <a:pt x="1786" y="1894"/>
                        <a:pt x="1876" y="1867"/>
                        <a:pt x="1954" y="1828"/>
                      </a:cubicBezTo>
                      <a:cubicBezTo>
                        <a:pt x="2111" y="1702"/>
                        <a:pt x="2300" y="1576"/>
                        <a:pt x="2521" y="1481"/>
                      </a:cubicBezTo>
                      <a:cubicBezTo>
                        <a:pt x="2615" y="1450"/>
                        <a:pt x="2741" y="1292"/>
                        <a:pt x="2741" y="1166"/>
                      </a:cubicBezTo>
                      <a:lnTo>
                        <a:pt x="2741" y="694"/>
                      </a:lnTo>
                      <a:close/>
                      <a:moveTo>
                        <a:pt x="2426" y="1"/>
                      </a:moveTo>
                      <a:cubicBezTo>
                        <a:pt x="2237" y="1"/>
                        <a:pt x="2080" y="158"/>
                        <a:pt x="2080" y="347"/>
                      </a:cubicBezTo>
                      <a:lnTo>
                        <a:pt x="2080" y="946"/>
                      </a:lnTo>
                      <a:cubicBezTo>
                        <a:pt x="1954" y="977"/>
                        <a:pt x="1828" y="1072"/>
                        <a:pt x="1765" y="1135"/>
                      </a:cubicBezTo>
                      <a:lnTo>
                        <a:pt x="1261" y="851"/>
                      </a:lnTo>
                      <a:cubicBezTo>
                        <a:pt x="1211" y="831"/>
                        <a:pt x="1158" y="821"/>
                        <a:pt x="1104" y="821"/>
                      </a:cubicBezTo>
                      <a:cubicBezTo>
                        <a:pt x="990" y="821"/>
                        <a:pt x="874" y="870"/>
                        <a:pt x="788" y="977"/>
                      </a:cubicBezTo>
                      <a:lnTo>
                        <a:pt x="126" y="2175"/>
                      </a:lnTo>
                      <a:cubicBezTo>
                        <a:pt x="32" y="2332"/>
                        <a:pt x="63" y="2521"/>
                        <a:pt x="221" y="2647"/>
                      </a:cubicBezTo>
                      <a:lnTo>
                        <a:pt x="757" y="2899"/>
                      </a:lnTo>
                      <a:lnTo>
                        <a:pt x="757" y="3120"/>
                      </a:lnTo>
                      <a:lnTo>
                        <a:pt x="757" y="3309"/>
                      </a:lnTo>
                      <a:lnTo>
                        <a:pt x="221" y="3592"/>
                      </a:lnTo>
                      <a:cubicBezTo>
                        <a:pt x="63" y="3655"/>
                        <a:pt x="0" y="3907"/>
                        <a:pt x="126" y="4065"/>
                      </a:cubicBezTo>
                      <a:lnTo>
                        <a:pt x="788" y="5231"/>
                      </a:lnTo>
                      <a:cubicBezTo>
                        <a:pt x="831" y="5337"/>
                        <a:pt x="960" y="5415"/>
                        <a:pt x="1088" y="5415"/>
                      </a:cubicBezTo>
                      <a:cubicBezTo>
                        <a:pt x="1149" y="5415"/>
                        <a:pt x="1210" y="5397"/>
                        <a:pt x="1261" y="5357"/>
                      </a:cubicBezTo>
                      <a:lnTo>
                        <a:pt x="1765" y="5073"/>
                      </a:lnTo>
                      <a:cubicBezTo>
                        <a:pt x="1891" y="5167"/>
                        <a:pt x="1954" y="5199"/>
                        <a:pt x="2080" y="5262"/>
                      </a:cubicBezTo>
                      <a:lnTo>
                        <a:pt x="2080" y="5861"/>
                      </a:lnTo>
                      <a:cubicBezTo>
                        <a:pt x="2080" y="6050"/>
                        <a:pt x="2237" y="6207"/>
                        <a:pt x="2426" y="6207"/>
                      </a:cubicBezTo>
                      <a:lnTo>
                        <a:pt x="3812" y="6207"/>
                      </a:lnTo>
                      <a:cubicBezTo>
                        <a:pt x="4002" y="6207"/>
                        <a:pt x="4159" y="6050"/>
                        <a:pt x="4159" y="5861"/>
                      </a:cubicBezTo>
                      <a:lnTo>
                        <a:pt x="4159" y="5262"/>
                      </a:lnTo>
                      <a:cubicBezTo>
                        <a:pt x="4285" y="5231"/>
                        <a:pt x="4411" y="5167"/>
                        <a:pt x="4474" y="5073"/>
                      </a:cubicBezTo>
                      <a:lnTo>
                        <a:pt x="4978" y="5357"/>
                      </a:lnTo>
                      <a:cubicBezTo>
                        <a:pt x="5028" y="5376"/>
                        <a:pt x="5084" y="5387"/>
                        <a:pt x="5141" y="5387"/>
                      </a:cubicBezTo>
                      <a:cubicBezTo>
                        <a:pt x="5263" y="5387"/>
                        <a:pt x="5386" y="5338"/>
                        <a:pt x="5451" y="5231"/>
                      </a:cubicBezTo>
                      <a:lnTo>
                        <a:pt x="6144" y="4065"/>
                      </a:lnTo>
                      <a:cubicBezTo>
                        <a:pt x="6207" y="3907"/>
                        <a:pt x="6175" y="3687"/>
                        <a:pt x="6018" y="3592"/>
                      </a:cubicBezTo>
                      <a:lnTo>
                        <a:pt x="5514" y="3309"/>
                      </a:lnTo>
                      <a:lnTo>
                        <a:pt x="5514" y="3120"/>
                      </a:lnTo>
                      <a:lnTo>
                        <a:pt x="5514" y="2899"/>
                      </a:lnTo>
                      <a:lnTo>
                        <a:pt x="6018" y="2647"/>
                      </a:lnTo>
                      <a:cubicBezTo>
                        <a:pt x="6175" y="2521"/>
                        <a:pt x="6238" y="2332"/>
                        <a:pt x="6144" y="2175"/>
                      </a:cubicBezTo>
                      <a:lnTo>
                        <a:pt x="5451" y="977"/>
                      </a:lnTo>
                      <a:cubicBezTo>
                        <a:pt x="5408" y="870"/>
                        <a:pt x="5278" y="807"/>
                        <a:pt x="5149" y="807"/>
                      </a:cubicBezTo>
                      <a:cubicBezTo>
                        <a:pt x="5089" y="807"/>
                        <a:pt x="5029" y="821"/>
                        <a:pt x="4978" y="851"/>
                      </a:cubicBezTo>
                      <a:lnTo>
                        <a:pt x="4474" y="1135"/>
                      </a:lnTo>
                      <a:cubicBezTo>
                        <a:pt x="4348" y="1072"/>
                        <a:pt x="4285" y="1009"/>
                        <a:pt x="4159" y="946"/>
                      </a:cubicBezTo>
                      <a:lnTo>
                        <a:pt x="4159" y="347"/>
                      </a:lnTo>
                      <a:cubicBezTo>
                        <a:pt x="4159" y="158"/>
                        <a:pt x="4002" y="1"/>
                        <a:pt x="38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7" name="Google Shape;12520;p89">
                <a:extLst>
                  <a:ext uri="{FF2B5EF4-FFF2-40B4-BE49-F238E27FC236}">
                    <a16:creationId xmlns:a16="http://schemas.microsoft.com/office/drawing/2014/main" id="{CBE1D596-53C2-62CB-5CE5-1C24CA6B0F0D}"/>
                  </a:ext>
                </a:extLst>
              </p:cNvPr>
              <p:cNvGrpSpPr/>
              <p:nvPr/>
            </p:nvGrpSpPr>
            <p:grpSpPr>
              <a:xfrm>
                <a:off x="10314963" y="2661925"/>
                <a:ext cx="641288" cy="641288"/>
                <a:chOff x="-2419325" y="2408150"/>
                <a:chExt cx="291450" cy="291450"/>
              </a:xfrm>
              <a:grpFill/>
            </p:grpSpPr>
            <p:sp>
              <p:nvSpPr>
                <p:cNvPr id="17936" name="Google Shape;12521;p89">
                  <a:extLst>
                    <a:ext uri="{FF2B5EF4-FFF2-40B4-BE49-F238E27FC236}">
                      <a16:creationId xmlns:a16="http://schemas.microsoft.com/office/drawing/2014/main" id="{31F545B9-DF46-87AC-FF1B-65E055502B2D}"/>
                    </a:ext>
                  </a:extLst>
                </p:cNvPr>
                <p:cNvSpPr/>
                <p:nvPr/>
              </p:nvSpPr>
              <p:spPr>
                <a:xfrm>
                  <a:off x="-2419325" y="2408150"/>
                  <a:ext cx="29145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58" extrusionOk="0">
                      <a:moveTo>
                        <a:pt x="8948" y="725"/>
                      </a:moveTo>
                      <a:lnTo>
                        <a:pt x="8948" y="2489"/>
                      </a:lnTo>
                      <a:lnTo>
                        <a:pt x="8948" y="10366"/>
                      </a:lnTo>
                      <a:cubicBezTo>
                        <a:pt x="8948" y="10586"/>
                        <a:pt x="9011" y="10838"/>
                        <a:pt x="9137" y="11027"/>
                      </a:cubicBezTo>
                      <a:lnTo>
                        <a:pt x="1733" y="11027"/>
                      </a:lnTo>
                      <a:cubicBezTo>
                        <a:pt x="1134" y="11027"/>
                        <a:pt x="662" y="10586"/>
                        <a:pt x="662" y="10019"/>
                      </a:cubicBezTo>
                      <a:lnTo>
                        <a:pt x="662" y="725"/>
                      </a:lnTo>
                      <a:close/>
                      <a:moveTo>
                        <a:pt x="11027" y="2836"/>
                      </a:moveTo>
                      <a:lnTo>
                        <a:pt x="11027" y="10366"/>
                      </a:lnTo>
                      <a:lnTo>
                        <a:pt x="10995" y="10366"/>
                      </a:lnTo>
                      <a:cubicBezTo>
                        <a:pt x="10995" y="10744"/>
                        <a:pt x="10680" y="11027"/>
                        <a:pt x="10334" y="11027"/>
                      </a:cubicBezTo>
                      <a:cubicBezTo>
                        <a:pt x="9987" y="11027"/>
                        <a:pt x="9672" y="10712"/>
                        <a:pt x="9672" y="10366"/>
                      </a:cubicBezTo>
                      <a:lnTo>
                        <a:pt x="9672" y="283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956"/>
                      </a:lnTo>
                      <a:cubicBezTo>
                        <a:pt x="0" y="10901"/>
                        <a:pt x="756" y="11657"/>
                        <a:pt x="1702" y="11657"/>
                      </a:cubicBezTo>
                      <a:lnTo>
                        <a:pt x="10302" y="11657"/>
                      </a:lnTo>
                      <a:cubicBezTo>
                        <a:pt x="11027" y="11657"/>
                        <a:pt x="11657" y="11027"/>
                        <a:pt x="11657" y="10271"/>
                      </a:cubicBezTo>
                      <a:lnTo>
                        <a:pt x="11657" y="2395"/>
                      </a:lnTo>
                      <a:cubicBezTo>
                        <a:pt x="11657" y="2300"/>
                        <a:pt x="11500" y="2143"/>
                        <a:pt x="11342" y="2143"/>
                      </a:cubicBezTo>
                      <a:lnTo>
                        <a:pt x="9641" y="2143"/>
                      </a:lnTo>
                      <a:lnTo>
                        <a:pt x="9641" y="347"/>
                      </a:lnTo>
                      <a:cubicBezTo>
                        <a:pt x="9641" y="158"/>
                        <a:pt x="9483" y="1"/>
                        <a:pt x="92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7" name="Google Shape;12522;p89">
                  <a:extLst>
                    <a:ext uri="{FF2B5EF4-FFF2-40B4-BE49-F238E27FC236}">
                      <a16:creationId xmlns:a16="http://schemas.microsoft.com/office/drawing/2014/main" id="{2A3506A7-D906-2548-13A5-D69DED6E19F9}"/>
                    </a:ext>
                  </a:extLst>
                </p:cNvPr>
                <p:cNvSpPr/>
                <p:nvPr/>
              </p:nvSpPr>
              <p:spPr>
                <a:xfrm>
                  <a:off x="-2385475" y="2444375"/>
                  <a:ext cx="1733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3467" extrusionOk="0">
                      <a:moveTo>
                        <a:pt x="6207" y="694"/>
                      </a:moveTo>
                      <a:lnTo>
                        <a:pt x="6207" y="2742"/>
                      </a:lnTo>
                      <a:lnTo>
                        <a:pt x="694" y="2742"/>
                      </a:lnTo>
                      <a:lnTo>
                        <a:pt x="694" y="694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79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6554" y="3466"/>
                      </a:lnTo>
                      <a:cubicBezTo>
                        <a:pt x="6775" y="3466"/>
                        <a:pt x="6932" y="3309"/>
                        <a:pt x="6932" y="3120"/>
                      </a:cubicBezTo>
                      <a:lnTo>
                        <a:pt x="6932" y="379"/>
                      </a:lnTo>
                      <a:cubicBezTo>
                        <a:pt x="6869" y="158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8" name="Google Shape;12523;p89">
                  <a:extLst>
                    <a:ext uri="{FF2B5EF4-FFF2-40B4-BE49-F238E27FC236}">
                      <a16:creationId xmlns:a16="http://schemas.microsoft.com/office/drawing/2014/main" id="{D4289652-BC4E-6B63-6141-2A42468FC51D}"/>
                    </a:ext>
                  </a:extLst>
                </p:cNvPr>
                <p:cNvSpPr/>
                <p:nvPr/>
              </p:nvSpPr>
              <p:spPr>
                <a:xfrm>
                  <a:off x="-2385475" y="25459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2742" y="757"/>
                      </a:moveTo>
                      <a:lnTo>
                        <a:pt x="2742" y="2805"/>
                      </a:lnTo>
                      <a:lnTo>
                        <a:pt x="694" y="2805"/>
                      </a:lnTo>
                      <a:lnTo>
                        <a:pt x="694" y="757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3088" y="3466"/>
                      </a:lnTo>
                      <a:cubicBezTo>
                        <a:pt x="3309" y="3466"/>
                        <a:pt x="3467" y="3309"/>
                        <a:pt x="3467" y="3120"/>
                      </a:cubicBezTo>
                      <a:lnTo>
                        <a:pt x="3467" y="347"/>
                      </a:lnTo>
                      <a:cubicBezTo>
                        <a:pt x="3467" y="158"/>
                        <a:pt x="3309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9" name="Google Shape;12524;p89">
                  <a:extLst>
                    <a:ext uri="{FF2B5EF4-FFF2-40B4-BE49-F238E27FC236}">
                      <a16:creationId xmlns:a16="http://schemas.microsoft.com/office/drawing/2014/main" id="{4899E015-8B2A-A5C7-E822-449A4C40A70F}"/>
                    </a:ext>
                  </a:extLst>
                </p:cNvPr>
                <p:cNvSpPr/>
                <p:nvPr/>
              </p:nvSpPr>
              <p:spPr>
                <a:xfrm>
                  <a:off x="-2281500" y="2546775"/>
                  <a:ext cx="69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7"/>
                        <a:pt x="2773" y="378"/>
                      </a:cubicBezTo>
                      <a:cubicBezTo>
                        <a:pt x="2710" y="158"/>
                        <a:pt x="2553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0" name="Google Shape;12525;p89">
                  <a:extLst>
                    <a:ext uri="{FF2B5EF4-FFF2-40B4-BE49-F238E27FC236}">
                      <a16:creationId xmlns:a16="http://schemas.microsoft.com/office/drawing/2014/main" id="{40A262F1-8F59-FEFA-1ECB-0148BF09822F}"/>
                    </a:ext>
                  </a:extLst>
                </p:cNvPr>
                <p:cNvSpPr/>
                <p:nvPr/>
              </p:nvSpPr>
              <p:spPr>
                <a:xfrm>
                  <a:off x="-2281500" y="2581425"/>
                  <a:ext cx="69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8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1" name="Google Shape;12526;p89">
                  <a:extLst>
                    <a:ext uri="{FF2B5EF4-FFF2-40B4-BE49-F238E27FC236}">
                      <a16:creationId xmlns:a16="http://schemas.microsoft.com/office/drawing/2014/main" id="{616FDFE0-8124-3813-8625-394D90B03D40}"/>
                    </a:ext>
                  </a:extLst>
                </p:cNvPr>
                <p:cNvSpPr/>
                <p:nvPr/>
              </p:nvSpPr>
              <p:spPr>
                <a:xfrm>
                  <a:off x="-2281500" y="2616075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616" y="694"/>
                        <a:pt x="2773" y="536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2" name="Google Shape;12527;p89">
                  <a:extLst>
                    <a:ext uri="{FF2B5EF4-FFF2-40B4-BE49-F238E27FC236}">
                      <a16:creationId xmlns:a16="http://schemas.microsoft.com/office/drawing/2014/main" id="{B2D90093-D4C2-436D-AEE2-E97DD3D2E44A}"/>
                    </a:ext>
                  </a:extLst>
                </p:cNvPr>
                <p:cNvSpPr/>
                <p:nvPr/>
              </p:nvSpPr>
              <p:spPr>
                <a:xfrm>
                  <a:off x="-2385475" y="2649150"/>
                  <a:ext cx="1733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726" extrusionOk="0">
                      <a:moveTo>
                        <a:pt x="348" y="1"/>
                      </a:moveTo>
                      <a:cubicBezTo>
                        <a:pt x="159" y="1"/>
                        <a:pt x="1" y="159"/>
                        <a:pt x="1" y="379"/>
                      </a:cubicBezTo>
                      <a:cubicBezTo>
                        <a:pt x="1" y="568"/>
                        <a:pt x="159" y="726"/>
                        <a:pt x="348" y="726"/>
                      </a:cubicBezTo>
                      <a:lnTo>
                        <a:pt x="6554" y="726"/>
                      </a:lnTo>
                      <a:cubicBezTo>
                        <a:pt x="6775" y="726"/>
                        <a:pt x="6932" y="568"/>
                        <a:pt x="6932" y="379"/>
                      </a:cubicBezTo>
                      <a:cubicBezTo>
                        <a:pt x="6869" y="159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8" name="Google Shape;12535;p89">
                <a:extLst>
                  <a:ext uri="{FF2B5EF4-FFF2-40B4-BE49-F238E27FC236}">
                    <a16:creationId xmlns:a16="http://schemas.microsoft.com/office/drawing/2014/main" id="{24C4B461-37E4-32CA-43EA-2006F7AA39C6}"/>
                  </a:ext>
                </a:extLst>
              </p:cNvPr>
              <p:cNvGrpSpPr/>
              <p:nvPr/>
            </p:nvGrpSpPr>
            <p:grpSpPr>
              <a:xfrm>
                <a:off x="2872448" y="2661924"/>
                <a:ext cx="649979" cy="641288"/>
                <a:chOff x="-5637575" y="2397900"/>
                <a:chExt cx="295400" cy="291450"/>
              </a:xfrm>
              <a:grpFill/>
            </p:grpSpPr>
            <p:sp>
              <p:nvSpPr>
                <p:cNvPr id="17932" name="Google Shape;12536;p89">
                  <a:extLst>
                    <a:ext uri="{FF2B5EF4-FFF2-40B4-BE49-F238E27FC236}">
                      <a16:creationId xmlns:a16="http://schemas.microsoft.com/office/drawing/2014/main" id="{24372630-B038-9420-2836-DE731CAB85D9}"/>
                    </a:ext>
                  </a:extLst>
                </p:cNvPr>
                <p:cNvSpPr/>
                <p:nvPr/>
              </p:nvSpPr>
              <p:spPr>
                <a:xfrm>
                  <a:off x="-5575350" y="2547550"/>
                  <a:ext cx="79575" cy="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" h="3530" extrusionOk="0">
                      <a:moveTo>
                        <a:pt x="1088" y="1"/>
                      </a:moveTo>
                      <a:cubicBezTo>
                        <a:pt x="1001" y="1"/>
                        <a:pt x="915" y="32"/>
                        <a:pt x="852" y="95"/>
                      </a:cubicBezTo>
                      <a:lnTo>
                        <a:pt x="379" y="568"/>
                      </a:lnTo>
                      <a:cubicBezTo>
                        <a:pt x="1" y="978"/>
                        <a:pt x="1" y="1639"/>
                        <a:pt x="379" y="2017"/>
                      </a:cubicBezTo>
                      <a:cubicBezTo>
                        <a:pt x="584" y="2222"/>
                        <a:pt x="852" y="2324"/>
                        <a:pt x="1115" y="2324"/>
                      </a:cubicBezTo>
                      <a:cubicBezTo>
                        <a:pt x="1379" y="2324"/>
                        <a:pt x="1639" y="2222"/>
                        <a:pt x="1828" y="2017"/>
                      </a:cubicBezTo>
                      <a:cubicBezTo>
                        <a:pt x="1891" y="1970"/>
                        <a:pt x="1986" y="1946"/>
                        <a:pt x="2076" y="1946"/>
                      </a:cubicBezTo>
                      <a:cubicBezTo>
                        <a:pt x="2167" y="1946"/>
                        <a:pt x="2253" y="1970"/>
                        <a:pt x="2301" y="2017"/>
                      </a:cubicBezTo>
                      <a:cubicBezTo>
                        <a:pt x="2427" y="2143"/>
                        <a:pt x="2427" y="2395"/>
                        <a:pt x="2301" y="2490"/>
                      </a:cubicBezTo>
                      <a:lnTo>
                        <a:pt x="1828" y="2962"/>
                      </a:lnTo>
                      <a:cubicBezTo>
                        <a:pt x="1734" y="3088"/>
                        <a:pt x="1734" y="3340"/>
                        <a:pt x="1828" y="3435"/>
                      </a:cubicBezTo>
                      <a:cubicBezTo>
                        <a:pt x="1891" y="3498"/>
                        <a:pt x="1986" y="3529"/>
                        <a:pt x="2076" y="3529"/>
                      </a:cubicBezTo>
                      <a:cubicBezTo>
                        <a:pt x="2167" y="3529"/>
                        <a:pt x="2253" y="3498"/>
                        <a:pt x="2301" y="3435"/>
                      </a:cubicBezTo>
                      <a:lnTo>
                        <a:pt x="2773" y="2962"/>
                      </a:lnTo>
                      <a:cubicBezTo>
                        <a:pt x="3183" y="2584"/>
                        <a:pt x="3183" y="1923"/>
                        <a:pt x="2773" y="1513"/>
                      </a:cubicBezTo>
                      <a:cubicBezTo>
                        <a:pt x="2569" y="1293"/>
                        <a:pt x="2309" y="1182"/>
                        <a:pt x="2049" y="1182"/>
                      </a:cubicBezTo>
                      <a:cubicBezTo>
                        <a:pt x="1789" y="1182"/>
                        <a:pt x="1529" y="1293"/>
                        <a:pt x="1324" y="1513"/>
                      </a:cubicBezTo>
                      <a:cubicBezTo>
                        <a:pt x="1261" y="1576"/>
                        <a:pt x="1174" y="1608"/>
                        <a:pt x="1088" y="1608"/>
                      </a:cubicBezTo>
                      <a:cubicBezTo>
                        <a:pt x="1001" y="1608"/>
                        <a:pt x="915" y="1576"/>
                        <a:pt x="852" y="1513"/>
                      </a:cubicBezTo>
                      <a:cubicBezTo>
                        <a:pt x="726" y="1387"/>
                        <a:pt x="726" y="1167"/>
                        <a:pt x="852" y="1041"/>
                      </a:cubicBezTo>
                      <a:lnTo>
                        <a:pt x="1324" y="568"/>
                      </a:lnTo>
                      <a:cubicBezTo>
                        <a:pt x="1450" y="442"/>
                        <a:pt x="1450" y="221"/>
                        <a:pt x="1324" y="95"/>
                      </a:cubicBezTo>
                      <a:cubicBezTo>
                        <a:pt x="1261" y="32"/>
                        <a:pt x="1174" y="1"/>
                        <a:pt x="1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3" name="Google Shape;12537;p89">
                  <a:extLst>
                    <a:ext uri="{FF2B5EF4-FFF2-40B4-BE49-F238E27FC236}">
                      <a16:creationId xmlns:a16="http://schemas.microsoft.com/office/drawing/2014/main" id="{01E43FCF-63C5-51F2-9B86-C07C9F9BC7FD}"/>
                    </a:ext>
                  </a:extLst>
                </p:cNvPr>
                <p:cNvSpPr/>
                <p:nvPr/>
              </p:nvSpPr>
              <p:spPr>
                <a:xfrm>
                  <a:off x="-5526500" y="2499525"/>
                  <a:ext cx="85075" cy="8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3" h="3269" extrusionOk="0">
                      <a:moveTo>
                        <a:pt x="1107" y="0"/>
                      </a:moveTo>
                      <a:cubicBezTo>
                        <a:pt x="1016" y="0"/>
                        <a:pt x="930" y="32"/>
                        <a:pt x="882" y="95"/>
                      </a:cubicBezTo>
                      <a:lnTo>
                        <a:pt x="410" y="567"/>
                      </a:lnTo>
                      <a:cubicBezTo>
                        <a:pt x="0" y="945"/>
                        <a:pt x="0" y="1638"/>
                        <a:pt x="410" y="2016"/>
                      </a:cubicBezTo>
                      <a:lnTo>
                        <a:pt x="882" y="2489"/>
                      </a:lnTo>
                      <a:lnTo>
                        <a:pt x="1355" y="2962"/>
                      </a:lnTo>
                      <a:cubicBezTo>
                        <a:pt x="1544" y="3166"/>
                        <a:pt x="1804" y="3269"/>
                        <a:pt x="2068" y="3269"/>
                      </a:cubicBezTo>
                      <a:cubicBezTo>
                        <a:pt x="2332" y="3269"/>
                        <a:pt x="2599" y="3166"/>
                        <a:pt x="2804" y="2962"/>
                      </a:cubicBezTo>
                      <a:lnTo>
                        <a:pt x="3277" y="2489"/>
                      </a:lnTo>
                      <a:cubicBezTo>
                        <a:pt x="3403" y="2363"/>
                        <a:pt x="3403" y="2142"/>
                        <a:pt x="3277" y="2016"/>
                      </a:cubicBezTo>
                      <a:cubicBezTo>
                        <a:pt x="3178" y="1918"/>
                        <a:pt x="3070" y="1870"/>
                        <a:pt x="2977" y="1870"/>
                      </a:cubicBezTo>
                      <a:cubicBezTo>
                        <a:pt x="2892" y="1870"/>
                        <a:pt x="2818" y="1910"/>
                        <a:pt x="2773" y="1985"/>
                      </a:cubicBezTo>
                      <a:lnTo>
                        <a:pt x="2300" y="2457"/>
                      </a:lnTo>
                      <a:cubicBezTo>
                        <a:pt x="2237" y="2520"/>
                        <a:pt x="2143" y="2552"/>
                        <a:pt x="2052" y="2552"/>
                      </a:cubicBezTo>
                      <a:cubicBezTo>
                        <a:pt x="1961" y="2552"/>
                        <a:pt x="1875" y="2520"/>
                        <a:pt x="1827" y="2457"/>
                      </a:cubicBezTo>
                      <a:lnTo>
                        <a:pt x="1575" y="2205"/>
                      </a:lnTo>
                      <a:lnTo>
                        <a:pt x="2300" y="1512"/>
                      </a:lnTo>
                      <a:cubicBezTo>
                        <a:pt x="2395" y="1386"/>
                        <a:pt x="2395" y="1134"/>
                        <a:pt x="2300" y="1040"/>
                      </a:cubicBezTo>
                      <a:cubicBezTo>
                        <a:pt x="2237" y="977"/>
                        <a:pt x="2143" y="945"/>
                        <a:pt x="2052" y="945"/>
                      </a:cubicBezTo>
                      <a:cubicBezTo>
                        <a:pt x="1961" y="945"/>
                        <a:pt x="1875" y="977"/>
                        <a:pt x="1827" y="1040"/>
                      </a:cubicBezTo>
                      <a:lnTo>
                        <a:pt x="1103" y="1733"/>
                      </a:lnTo>
                      <a:lnTo>
                        <a:pt x="882" y="1512"/>
                      </a:lnTo>
                      <a:cubicBezTo>
                        <a:pt x="756" y="1386"/>
                        <a:pt x="756" y="1166"/>
                        <a:pt x="882" y="1040"/>
                      </a:cubicBezTo>
                      <a:lnTo>
                        <a:pt x="1355" y="567"/>
                      </a:lnTo>
                      <a:cubicBezTo>
                        <a:pt x="1449" y="441"/>
                        <a:pt x="1449" y="221"/>
                        <a:pt x="1355" y="95"/>
                      </a:cubicBezTo>
                      <a:cubicBezTo>
                        <a:pt x="1292" y="32"/>
                        <a:pt x="1197" y="0"/>
                        <a:pt x="11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4" name="Google Shape;12538;p89">
                  <a:extLst>
                    <a:ext uri="{FF2B5EF4-FFF2-40B4-BE49-F238E27FC236}">
                      <a16:creationId xmlns:a16="http://schemas.microsoft.com/office/drawing/2014/main" id="{8A6D95F0-C143-3B8D-0916-FC908A6EB3E7}"/>
                    </a:ext>
                  </a:extLst>
                </p:cNvPr>
                <p:cNvSpPr/>
                <p:nvPr/>
              </p:nvSpPr>
              <p:spPr>
                <a:xfrm>
                  <a:off x="-5480050" y="2456975"/>
                  <a:ext cx="80375" cy="7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026" extrusionOk="0">
                      <a:moveTo>
                        <a:pt x="1100" y="686"/>
                      </a:moveTo>
                      <a:cubicBezTo>
                        <a:pt x="1190" y="686"/>
                        <a:pt x="1277" y="710"/>
                        <a:pt x="1324" y="757"/>
                      </a:cubicBezTo>
                      <a:lnTo>
                        <a:pt x="2332" y="1765"/>
                      </a:lnTo>
                      <a:cubicBezTo>
                        <a:pt x="2490" y="1860"/>
                        <a:pt x="2490" y="2112"/>
                        <a:pt x="2332" y="2238"/>
                      </a:cubicBezTo>
                      <a:cubicBezTo>
                        <a:pt x="2269" y="2285"/>
                        <a:pt x="2183" y="2309"/>
                        <a:pt x="2096" y="2309"/>
                      </a:cubicBezTo>
                      <a:cubicBezTo>
                        <a:pt x="2009" y="2309"/>
                        <a:pt x="1923" y="2285"/>
                        <a:pt x="1860" y="2238"/>
                      </a:cubicBezTo>
                      <a:lnTo>
                        <a:pt x="852" y="1229"/>
                      </a:lnTo>
                      <a:cubicBezTo>
                        <a:pt x="757" y="1135"/>
                        <a:pt x="757" y="883"/>
                        <a:pt x="852" y="757"/>
                      </a:cubicBezTo>
                      <a:cubicBezTo>
                        <a:pt x="915" y="710"/>
                        <a:pt x="1009" y="686"/>
                        <a:pt x="1100" y="686"/>
                      </a:cubicBezTo>
                      <a:close/>
                      <a:moveTo>
                        <a:pt x="1119" y="1"/>
                      </a:moveTo>
                      <a:cubicBezTo>
                        <a:pt x="852" y="1"/>
                        <a:pt x="584" y="95"/>
                        <a:pt x="379" y="284"/>
                      </a:cubicBezTo>
                      <a:cubicBezTo>
                        <a:pt x="1" y="694"/>
                        <a:pt x="1" y="1356"/>
                        <a:pt x="379" y="1765"/>
                      </a:cubicBezTo>
                      <a:lnTo>
                        <a:pt x="1387" y="2742"/>
                      </a:lnTo>
                      <a:cubicBezTo>
                        <a:pt x="1576" y="2931"/>
                        <a:pt x="1836" y="3025"/>
                        <a:pt x="2100" y="3025"/>
                      </a:cubicBezTo>
                      <a:cubicBezTo>
                        <a:pt x="2364" y="3025"/>
                        <a:pt x="2632" y="2931"/>
                        <a:pt x="2836" y="2742"/>
                      </a:cubicBezTo>
                      <a:cubicBezTo>
                        <a:pt x="3214" y="2332"/>
                        <a:pt x="3214" y="1671"/>
                        <a:pt x="2836" y="1293"/>
                      </a:cubicBezTo>
                      <a:lnTo>
                        <a:pt x="1860" y="284"/>
                      </a:lnTo>
                      <a:cubicBezTo>
                        <a:pt x="1655" y="95"/>
                        <a:pt x="1387" y="1"/>
                        <a:pt x="1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5" name="Google Shape;12539;p89">
                  <a:extLst>
                    <a:ext uri="{FF2B5EF4-FFF2-40B4-BE49-F238E27FC236}">
                      <a16:creationId xmlns:a16="http://schemas.microsoft.com/office/drawing/2014/main" id="{009E0E45-7417-52F0-696C-2491A44194F7}"/>
                    </a:ext>
                  </a:extLst>
                </p:cNvPr>
                <p:cNvSpPr/>
                <p:nvPr/>
              </p:nvSpPr>
              <p:spPr>
                <a:xfrm>
                  <a:off x="-5637575" y="2397900"/>
                  <a:ext cx="2954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11658" extrusionOk="0">
                      <a:moveTo>
                        <a:pt x="9185" y="1479"/>
                      </a:moveTo>
                      <a:cubicBezTo>
                        <a:pt x="9245" y="1479"/>
                        <a:pt x="9245" y="1482"/>
                        <a:pt x="9263" y="1482"/>
                      </a:cubicBezTo>
                      <a:cubicBezTo>
                        <a:pt x="9421" y="1482"/>
                        <a:pt x="9579" y="1513"/>
                        <a:pt x="9673" y="1545"/>
                      </a:cubicBezTo>
                      <a:lnTo>
                        <a:pt x="9106" y="2143"/>
                      </a:lnTo>
                      <a:cubicBezTo>
                        <a:pt x="8980" y="2269"/>
                        <a:pt x="8980" y="2490"/>
                        <a:pt x="9106" y="2616"/>
                      </a:cubicBezTo>
                      <a:cubicBezTo>
                        <a:pt x="9153" y="2679"/>
                        <a:pt x="9240" y="2710"/>
                        <a:pt x="9330" y="2710"/>
                      </a:cubicBezTo>
                      <a:cubicBezTo>
                        <a:pt x="9421" y="2710"/>
                        <a:pt x="9515" y="2679"/>
                        <a:pt x="9579" y="2616"/>
                      </a:cubicBezTo>
                      <a:lnTo>
                        <a:pt x="10146" y="2017"/>
                      </a:lnTo>
                      <a:cubicBezTo>
                        <a:pt x="10272" y="2175"/>
                        <a:pt x="10303" y="2332"/>
                        <a:pt x="10303" y="2553"/>
                      </a:cubicBezTo>
                      <a:lnTo>
                        <a:pt x="10146" y="5325"/>
                      </a:lnTo>
                      <a:cubicBezTo>
                        <a:pt x="10114" y="5798"/>
                        <a:pt x="9925" y="6239"/>
                        <a:pt x="9515" y="6554"/>
                      </a:cubicBezTo>
                      <a:lnTo>
                        <a:pt x="9484" y="6585"/>
                      </a:lnTo>
                      <a:lnTo>
                        <a:pt x="8570" y="7499"/>
                      </a:lnTo>
                      <a:cubicBezTo>
                        <a:pt x="5231" y="10902"/>
                        <a:pt x="5829" y="10303"/>
                        <a:pt x="5199" y="10902"/>
                      </a:cubicBezTo>
                      <a:cubicBezTo>
                        <a:pt x="5136" y="10949"/>
                        <a:pt x="5050" y="10972"/>
                        <a:pt x="4963" y="10972"/>
                      </a:cubicBezTo>
                      <a:cubicBezTo>
                        <a:pt x="4876" y="10972"/>
                        <a:pt x="4790" y="10949"/>
                        <a:pt x="4727" y="10902"/>
                      </a:cubicBezTo>
                      <a:lnTo>
                        <a:pt x="820" y="6995"/>
                      </a:lnTo>
                      <a:cubicBezTo>
                        <a:pt x="694" y="6869"/>
                        <a:pt x="694" y="6648"/>
                        <a:pt x="820" y="6522"/>
                      </a:cubicBezTo>
                      <a:lnTo>
                        <a:pt x="5262" y="2112"/>
                      </a:lnTo>
                      <a:cubicBezTo>
                        <a:pt x="5577" y="1797"/>
                        <a:pt x="5987" y="1639"/>
                        <a:pt x="6365" y="1608"/>
                      </a:cubicBezTo>
                      <a:cubicBezTo>
                        <a:pt x="8503" y="1495"/>
                        <a:pt x="9033" y="1479"/>
                        <a:pt x="9185" y="1479"/>
                      </a:cubicBezTo>
                      <a:close/>
                      <a:moveTo>
                        <a:pt x="11422" y="1"/>
                      </a:moveTo>
                      <a:cubicBezTo>
                        <a:pt x="11335" y="1"/>
                        <a:pt x="11248" y="32"/>
                        <a:pt x="11185" y="95"/>
                      </a:cubicBezTo>
                      <a:lnTo>
                        <a:pt x="10240" y="1041"/>
                      </a:lnTo>
                      <a:cubicBezTo>
                        <a:pt x="9958" y="871"/>
                        <a:pt x="9650" y="752"/>
                        <a:pt x="9316" y="752"/>
                      </a:cubicBezTo>
                      <a:cubicBezTo>
                        <a:pt x="9278" y="752"/>
                        <a:pt x="9239" y="754"/>
                        <a:pt x="9200" y="757"/>
                      </a:cubicBezTo>
                      <a:lnTo>
                        <a:pt x="6428" y="883"/>
                      </a:lnTo>
                      <a:cubicBezTo>
                        <a:pt x="5829" y="915"/>
                        <a:pt x="5262" y="1167"/>
                        <a:pt x="4853" y="1608"/>
                      </a:cubicBezTo>
                      <a:lnTo>
                        <a:pt x="379" y="6018"/>
                      </a:lnTo>
                      <a:cubicBezTo>
                        <a:pt x="1" y="6396"/>
                        <a:pt x="1" y="7058"/>
                        <a:pt x="379" y="7468"/>
                      </a:cubicBezTo>
                      <a:lnTo>
                        <a:pt x="4286" y="11374"/>
                      </a:lnTo>
                      <a:cubicBezTo>
                        <a:pt x="4490" y="11563"/>
                        <a:pt x="4758" y="11658"/>
                        <a:pt x="5022" y="11658"/>
                      </a:cubicBezTo>
                      <a:cubicBezTo>
                        <a:pt x="5286" y="11658"/>
                        <a:pt x="5546" y="11563"/>
                        <a:pt x="5735" y="11374"/>
                      </a:cubicBezTo>
                      <a:lnTo>
                        <a:pt x="9137" y="7972"/>
                      </a:lnTo>
                      <a:lnTo>
                        <a:pt x="10051" y="7058"/>
                      </a:lnTo>
                      <a:cubicBezTo>
                        <a:pt x="10555" y="6648"/>
                        <a:pt x="10870" y="6018"/>
                        <a:pt x="10902" y="5388"/>
                      </a:cubicBezTo>
                      <a:lnTo>
                        <a:pt x="11059" y="2584"/>
                      </a:lnTo>
                      <a:cubicBezTo>
                        <a:pt x="11059" y="2238"/>
                        <a:pt x="10996" y="1828"/>
                        <a:pt x="10776" y="1545"/>
                      </a:cubicBezTo>
                      <a:lnTo>
                        <a:pt x="11721" y="600"/>
                      </a:lnTo>
                      <a:cubicBezTo>
                        <a:pt x="11815" y="442"/>
                        <a:pt x="11815" y="221"/>
                        <a:pt x="11658" y="95"/>
                      </a:cubicBezTo>
                      <a:cubicBezTo>
                        <a:pt x="11595" y="32"/>
                        <a:pt x="11508" y="1"/>
                        <a:pt x="114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9" name="Google Shape;12546;p89">
                <a:extLst>
                  <a:ext uri="{FF2B5EF4-FFF2-40B4-BE49-F238E27FC236}">
                    <a16:creationId xmlns:a16="http://schemas.microsoft.com/office/drawing/2014/main" id="{9FC9ED1C-9C23-AA5D-345B-B162C8B5DF84}"/>
                  </a:ext>
                </a:extLst>
              </p:cNvPr>
              <p:cNvGrpSpPr/>
              <p:nvPr/>
            </p:nvGrpSpPr>
            <p:grpSpPr>
              <a:xfrm>
                <a:off x="6981824" y="2659341"/>
                <a:ext cx="648218" cy="646458"/>
                <a:chOff x="-3854375" y="2405000"/>
                <a:chExt cx="294600" cy="293800"/>
              </a:xfrm>
              <a:grpFill/>
            </p:grpSpPr>
            <p:sp>
              <p:nvSpPr>
                <p:cNvPr id="17930" name="Google Shape;12547;p89">
                  <a:extLst>
                    <a:ext uri="{FF2B5EF4-FFF2-40B4-BE49-F238E27FC236}">
                      <a16:creationId xmlns:a16="http://schemas.microsoft.com/office/drawing/2014/main" id="{CF4A9842-FA89-D11D-FB35-CD221623D43A}"/>
                    </a:ext>
                  </a:extLst>
                </p:cNvPr>
                <p:cNvSpPr/>
                <p:nvPr/>
              </p:nvSpPr>
              <p:spPr>
                <a:xfrm>
                  <a:off x="-3854375" y="2405000"/>
                  <a:ext cx="2946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2" extrusionOk="0">
                      <a:moveTo>
                        <a:pt x="6994" y="694"/>
                      </a:moveTo>
                      <a:lnTo>
                        <a:pt x="6994" y="1103"/>
                      </a:lnTo>
                      <a:cubicBezTo>
                        <a:pt x="6994" y="1261"/>
                        <a:pt x="7120" y="1387"/>
                        <a:pt x="7278" y="1418"/>
                      </a:cubicBezTo>
                      <a:cubicBezTo>
                        <a:pt x="7467" y="1481"/>
                        <a:pt x="7719" y="1576"/>
                        <a:pt x="7908" y="1702"/>
                      </a:cubicBezTo>
                      <a:cubicBezTo>
                        <a:pt x="7954" y="1736"/>
                        <a:pt x="8009" y="1750"/>
                        <a:pt x="8066" y="1750"/>
                      </a:cubicBezTo>
                      <a:cubicBezTo>
                        <a:pt x="8164" y="1750"/>
                        <a:pt x="8269" y="1710"/>
                        <a:pt x="8349" y="1670"/>
                      </a:cubicBezTo>
                      <a:lnTo>
                        <a:pt x="8664" y="1355"/>
                      </a:lnTo>
                      <a:lnTo>
                        <a:pt x="9137" y="1828"/>
                      </a:lnTo>
                      <a:lnTo>
                        <a:pt x="8822" y="2143"/>
                      </a:lnTo>
                      <a:cubicBezTo>
                        <a:pt x="8696" y="2269"/>
                        <a:pt x="8696" y="2426"/>
                        <a:pt x="8759" y="2584"/>
                      </a:cubicBezTo>
                      <a:cubicBezTo>
                        <a:pt x="8885" y="2773"/>
                        <a:pt x="8979" y="2962"/>
                        <a:pt x="9042" y="3214"/>
                      </a:cubicBezTo>
                      <a:cubicBezTo>
                        <a:pt x="9074" y="3372"/>
                        <a:pt x="9200" y="3466"/>
                        <a:pt x="9357" y="3466"/>
                      </a:cubicBezTo>
                      <a:lnTo>
                        <a:pt x="9798" y="3466"/>
                      </a:lnTo>
                      <a:lnTo>
                        <a:pt x="9798" y="4159"/>
                      </a:lnTo>
                      <a:lnTo>
                        <a:pt x="9357" y="4159"/>
                      </a:lnTo>
                      <a:cubicBezTo>
                        <a:pt x="9200" y="4159"/>
                        <a:pt x="9074" y="4222"/>
                        <a:pt x="9042" y="4380"/>
                      </a:cubicBezTo>
                      <a:cubicBezTo>
                        <a:pt x="9011" y="4569"/>
                        <a:pt x="8885" y="4821"/>
                        <a:pt x="8759" y="5010"/>
                      </a:cubicBezTo>
                      <a:cubicBezTo>
                        <a:pt x="8696" y="5136"/>
                        <a:pt x="8727" y="5325"/>
                        <a:pt x="8822" y="5451"/>
                      </a:cubicBezTo>
                      <a:lnTo>
                        <a:pt x="9137" y="5766"/>
                      </a:lnTo>
                      <a:lnTo>
                        <a:pt x="8664" y="6238"/>
                      </a:lnTo>
                      <a:lnTo>
                        <a:pt x="8349" y="5923"/>
                      </a:lnTo>
                      <a:cubicBezTo>
                        <a:pt x="8275" y="5850"/>
                        <a:pt x="8191" y="5819"/>
                        <a:pt x="8101" y="5819"/>
                      </a:cubicBezTo>
                      <a:cubicBezTo>
                        <a:pt x="8038" y="5819"/>
                        <a:pt x="7973" y="5834"/>
                        <a:pt x="7908" y="5860"/>
                      </a:cubicBezTo>
                      <a:cubicBezTo>
                        <a:pt x="7719" y="5986"/>
                        <a:pt x="7498" y="6081"/>
                        <a:pt x="7278" y="6144"/>
                      </a:cubicBezTo>
                      <a:cubicBezTo>
                        <a:pt x="7120" y="6175"/>
                        <a:pt x="6994" y="6301"/>
                        <a:pt x="6994" y="6459"/>
                      </a:cubicBezTo>
                      <a:lnTo>
                        <a:pt x="6994" y="6900"/>
                      </a:lnTo>
                      <a:lnTo>
                        <a:pt x="6333" y="6900"/>
                      </a:lnTo>
                      <a:lnTo>
                        <a:pt x="6333" y="6459"/>
                      </a:lnTo>
                      <a:cubicBezTo>
                        <a:pt x="6333" y="6301"/>
                        <a:pt x="6207" y="6207"/>
                        <a:pt x="6049" y="6144"/>
                      </a:cubicBezTo>
                      <a:cubicBezTo>
                        <a:pt x="5860" y="6112"/>
                        <a:pt x="5608" y="5986"/>
                        <a:pt x="5419" y="5860"/>
                      </a:cubicBezTo>
                      <a:cubicBezTo>
                        <a:pt x="5374" y="5838"/>
                        <a:pt x="5322" y="5828"/>
                        <a:pt x="5267" y="5828"/>
                      </a:cubicBezTo>
                      <a:cubicBezTo>
                        <a:pt x="5167" y="5828"/>
                        <a:pt x="5059" y="5862"/>
                        <a:pt x="4978" y="5923"/>
                      </a:cubicBezTo>
                      <a:lnTo>
                        <a:pt x="4663" y="6238"/>
                      </a:lnTo>
                      <a:lnTo>
                        <a:pt x="4190" y="5766"/>
                      </a:lnTo>
                      <a:lnTo>
                        <a:pt x="4505" y="5451"/>
                      </a:lnTo>
                      <a:cubicBezTo>
                        <a:pt x="4631" y="5325"/>
                        <a:pt x="4631" y="5167"/>
                        <a:pt x="4568" y="5010"/>
                      </a:cubicBezTo>
                      <a:cubicBezTo>
                        <a:pt x="4442" y="4821"/>
                        <a:pt x="4348" y="4632"/>
                        <a:pt x="4285" y="4380"/>
                      </a:cubicBezTo>
                      <a:cubicBezTo>
                        <a:pt x="4253" y="4254"/>
                        <a:pt x="4127" y="4159"/>
                        <a:pt x="4001" y="4159"/>
                      </a:cubicBezTo>
                      <a:lnTo>
                        <a:pt x="3529" y="4159"/>
                      </a:lnTo>
                      <a:lnTo>
                        <a:pt x="3529" y="3466"/>
                      </a:lnTo>
                      <a:lnTo>
                        <a:pt x="3970" y="3466"/>
                      </a:lnTo>
                      <a:cubicBezTo>
                        <a:pt x="4127" y="3466"/>
                        <a:pt x="4253" y="3372"/>
                        <a:pt x="4285" y="3214"/>
                      </a:cubicBezTo>
                      <a:cubicBezTo>
                        <a:pt x="4316" y="2993"/>
                        <a:pt x="4442" y="2773"/>
                        <a:pt x="4568" y="2584"/>
                      </a:cubicBezTo>
                      <a:cubicBezTo>
                        <a:pt x="4631" y="2458"/>
                        <a:pt x="4600" y="2269"/>
                        <a:pt x="4505" y="2143"/>
                      </a:cubicBezTo>
                      <a:lnTo>
                        <a:pt x="4190" y="1828"/>
                      </a:lnTo>
                      <a:lnTo>
                        <a:pt x="4663" y="1355"/>
                      </a:lnTo>
                      <a:lnTo>
                        <a:pt x="4978" y="1670"/>
                      </a:lnTo>
                      <a:cubicBezTo>
                        <a:pt x="5046" y="1738"/>
                        <a:pt x="5122" y="1769"/>
                        <a:pt x="5203" y="1769"/>
                      </a:cubicBezTo>
                      <a:cubicBezTo>
                        <a:pt x="5273" y="1769"/>
                        <a:pt x="5346" y="1746"/>
                        <a:pt x="5419" y="1702"/>
                      </a:cubicBezTo>
                      <a:cubicBezTo>
                        <a:pt x="5608" y="1576"/>
                        <a:pt x="5829" y="1513"/>
                        <a:pt x="6049" y="1418"/>
                      </a:cubicBezTo>
                      <a:cubicBezTo>
                        <a:pt x="6207" y="1387"/>
                        <a:pt x="6333" y="1261"/>
                        <a:pt x="6333" y="1103"/>
                      </a:cubicBezTo>
                      <a:lnTo>
                        <a:pt x="6333" y="694"/>
                      </a:lnTo>
                      <a:close/>
                      <a:moveTo>
                        <a:pt x="10964" y="4821"/>
                      </a:moveTo>
                      <a:lnTo>
                        <a:pt x="9830" y="8255"/>
                      </a:lnTo>
                      <a:lnTo>
                        <a:pt x="2773" y="8255"/>
                      </a:lnTo>
                      <a:lnTo>
                        <a:pt x="2143" y="4821"/>
                      </a:lnTo>
                      <a:lnTo>
                        <a:pt x="3686" y="4821"/>
                      </a:lnTo>
                      <a:cubicBezTo>
                        <a:pt x="3718" y="4947"/>
                        <a:pt x="3781" y="5010"/>
                        <a:pt x="3812" y="5136"/>
                      </a:cubicBezTo>
                      <a:lnTo>
                        <a:pt x="3466" y="5482"/>
                      </a:lnTo>
                      <a:cubicBezTo>
                        <a:pt x="3340" y="5608"/>
                        <a:pt x="3340" y="5829"/>
                        <a:pt x="3466" y="5955"/>
                      </a:cubicBezTo>
                      <a:lnTo>
                        <a:pt x="4442" y="6932"/>
                      </a:lnTo>
                      <a:cubicBezTo>
                        <a:pt x="4505" y="6995"/>
                        <a:pt x="4592" y="7026"/>
                        <a:pt x="4679" y="7026"/>
                      </a:cubicBezTo>
                      <a:cubicBezTo>
                        <a:pt x="4765" y="7026"/>
                        <a:pt x="4852" y="6995"/>
                        <a:pt x="4915" y="6932"/>
                      </a:cubicBezTo>
                      <a:lnTo>
                        <a:pt x="5262" y="6585"/>
                      </a:lnTo>
                      <a:cubicBezTo>
                        <a:pt x="5356" y="6617"/>
                        <a:pt x="5451" y="6680"/>
                        <a:pt x="5577" y="6711"/>
                      </a:cubicBezTo>
                      <a:lnTo>
                        <a:pt x="5577" y="7215"/>
                      </a:lnTo>
                      <a:cubicBezTo>
                        <a:pt x="5577" y="7404"/>
                        <a:pt x="5734" y="7562"/>
                        <a:pt x="5923" y="7562"/>
                      </a:cubicBezTo>
                      <a:lnTo>
                        <a:pt x="7309" y="7562"/>
                      </a:lnTo>
                      <a:cubicBezTo>
                        <a:pt x="7498" y="7562"/>
                        <a:pt x="7656" y="7404"/>
                        <a:pt x="7656" y="7215"/>
                      </a:cubicBezTo>
                      <a:lnTo>
                        <a:pt x="7656" y="6711"/>
                      </a:lnTo>
                      <a:cubicBezTo>
                        <a:pt x="7782" y="6680"/>
                        <a:pt x="7876" y="6617"/>
                        <a:pt x="7971" y="6585"/>
                      </a:cubicBezTo>
                      <a:lnTo>
                        <a:pt x="8349" y="6932"/>
                      </a:lnTo>
                      <a:cubicBezTo>
                        <a:pt x="8396" y="6995"/>
                        <a:pt x="8483" y="7026"/>
                        <a:pt x="8574" y="7026"/>
                      </a:cubicBezTo>
                      <a:cubicBezTo>
                        <a:pt x="8664" y="7026"/>
                        <a:pt x="8759" y="6995"/>
                        <a:pt x="8822" y="6932"/>
                      </a:cubicBezTo>
                      <a:lnTo>
                        <a:pt x="9798" y="5955"/>
                      </a:lnTo>
                      <a:cubicBezTo>
                        <a:pt x="9924" y="5829"/>
                        <a:pt x="9924" y="5608"/>
                        <a:pt x="9798" y="5482"/>
                      </a:cubicBezTo>
                      <a:lnTo>
                        <a:pt x="9452" y="5136"/>
                      </a:lnTo>
                      <a:cubicBezTo>
                        <a:pt x="9483" y="5041"/>
                        <a:pt x="9515" y="4947"/>
                        <a:pt x="9546" y="4821"/>
                      </a:cubicBezTo>
                      <a:close/>
                      <a:moveTo>
                        <a:pt x="3907" y="10334"/>
                      </a:moveTo>
                      <a:cubicBezTo>
                        <a:pt x="4096" y="10366"/>
                        <a:pt x="4253" y="10523"/>
                        <a:pt x="4253" y="10681"/>
                      </a:cubicBezTo>
                      <a:cubicBezTo>
                        <a:pt x="4253" y="10870"/>
                        <a:pt x="4096" y="11027"/>
                        <a:pt x="3907" y="11027"/>
                      </a:cubicBezTo>
                      <a:cubicBezTo>
                        <a:pt x="3686" y="11027"/>
                        <a:pt x="3529" y="10870"/>
                        <a:pt x="3529" y="10681"/>
                      </a:cubicBezTo>
                      <a:cubicBezTo>
                        <a:pt x="3529" y="10492"/>
                        <a:pt x="3686" y="10334"/>
                        <a:pt x="3907" y="10334"/>
                      </a:cubicBezTo>
                      <a:close/>
                      <a:moveTo>
                        <a:pt x="8664" y="10334"/>
                      </a:moveTo>
                      <a:cubicBezTo>
                        <a:pt x="8853" y="10366"/>
                        <a:pt x="9011" y="10523"/>
                        <a:pt x="9011" y="10681"/>
                      </a:cubicBezTo>
                      <a:cubicBezTo>
                        <a:pt x="9011" y="10870"/>
                        <a:pt x="8853" y="11027"/>
                        <a:pt x="8664" y="11027"/>
                      </a:cubicBezTo>
                      <a:cubicBezTo>
                        <a:pt x="8444" y="11027"/>
                        <a:pt x="8286" y="10870"/>
                        <a:pt x="8286" y="10681"/>
                      </a:cubicBezTo>
                      <a:cubicBezTo>
                        <a:pt x="8286" y="10492"/>
                        <a:pt x="8444" y="10334"/>
                        <a:pt x="8664" y="10334"/>
                      </a:cubicBezTo>
                      <a:close/>
                      <a:moveTo>
                        <a:pt x="5892" y="0"/>
                      </a:moveTo>
                      <a:cubicBezTo>
                        <a:pt x="5703" y="0"/>
                        <a:pt x="5545" y="158"/>
                        <a:pt x="5545" y="379"/>
                      </a:cubicBezTo>
                      <a:lnTo>
                        <a:pt x="5545" y="883"/>
                      </a:lnTo>
                      <a:cubicBezTo>
                        <a:pt x="5419" y="914"/>
                        <a:pt x="5356" y="946"/>
                        <a:pt x="5230" y="1009"/>
                      </a:cubicBezTo>
                      <a:lnTo>
                        <a:pt x="4883" y="631"/>
                      </a:lnTo>
                      <a:cubicBezTo>
                        <a:pt x="4820" y="583"/>
                        <a:pt x="4734" y="560"/>
                        <a:pt x="4647" y="560"/>
                      </a:cubicBezTo>
                      <a:cubicBezTo>
                        <a:pt x="4561" y="560"/>
                        <a:pt x="4474" y="583"/>
                        <a:pt x="4411" y="631"/>
                      </a:cubicBezTo>
                      <a:lnTo>
                        <a:pt x="3434" y="1639"/>
                      </a:lnTo>
                      <a:cubicBezTo>
                        <a:pt x="3308" y="1733"/>
                        <a:pt x="3308" y="1985"/>
                        <a:pt x="3434" y="2111"/>
                      </a:cubicBezTo>
                      <a:lnTo>
                        <a:pt x="3781" y="2458"/>
                      </a:lnTo>
                      <a:cubicBezTo>
                        <a:pt x="3718" y="2521"/>
                        <a:pt x="3686" y="2647"/>
                        <a:pt x="3655" y="2773"/>
                      </a:cubicBezTo>
                      <a:lnTo>
                        <a:pt x="3151" y="2773"/>
                      </a:lnTo>
                      <a:cubicBezTo>
                        <a:pt x="2930" y="2773"/>
                        <a:pt x="2773" y="2930"/>
                        <a:pt x="2773" y="3119"/>
                      </a:cubicBezTo>
                      <a:lnTo>
                        <a:pt x="2773" y="4159"/>
                      </a:lnTo>
                      <a:lnTo>
                        <a:pt x="1985" y="4159"/>
                      </a:lnTo>
                      <a:lnTo>
                        <a:pt x="1765" y="2930"/>
                      </a:lnTo>
                      <a:cubicBezTo>
                        <a:pt x="1670" y="2458"/>
                        <a:pt x="1197" y="2111"/>
                        <a:pt x="693" y="2111"/>
                      </a:cubicBezTo>
                      <a:lnTo>
                        <a:pt x="347" y="2111"/>
                      </a:lnTo>
                      <a:cubicBezTo>
                        <a:pt x="158" y="2111"/>
                        <a:pt x="0" y="2269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693" y="2804"/>
                      </a:lnTo>
                      <a:cubicBezTo>
                        <a:pt x="882" y="2804"/>
                        <a:pt x="1103" y="2930"/>
                        <a:pt x="1103" y="3088"/>
                      </a:cubicBezTo>
                      <a:lnTo>
                        <a:pt x="2080" y="8570"/>
                      </a:lnTo>
                      <a:cubicBezTo>
                        <a:pt x="1891" y="8759"/>
                        <a:pt x="1765" y="9042"/>
                        <a:pt x="1765" y="9357"/>
                      </a:cubicBezTo>
                      <a:cubicBezTo>
                        <a:pt x="1765" y="9861"/>
                        <a:pt x="2143" y="10366"/>
                        <a:pt x="2867" y="10366"/>
                      </a:cubicBezTo>
                      <a:cubicBezTo>
                        <a:pt x="2836" y="10492"/>
                        <a:pt x="2836" y="10618"/>
                        <a:pt x="2836" y="10712"/>
                      </a:cubicBezTo>
                      <a:cubicBezTo>
                        <a:pt x="2836" y="11279"/>
                        <a:pt x="3308" y="11752"/>
                        <a:pt x="3844" y="11752"/>
                      </a:cubicBezTo>
                      <a:cubicBezTo>
                        <a:pt x="4411" y="11752"/>
                        <a:pt x="4883" y="11279"/>
                        <a:pt x="4883" y="10712"/>
                      </a:cubicBezTo>
                      <a:cubicBezTo>
                        <a:pt x="4883" y="10618"/>
                        <a:pt x="4820" y="10492"/>
                        <a:pt x="4820" y="10366"/>
                      </a:cubicBezTo>
                      <a:lnTo>
                        <a:pt x="7719" y="10366"/>
                      </a:lnTo>
                      <a:cubicBezTo>
                        <a:pt x="7656" y="10492"/>
                        <a:pt x="7656" y="10618"/>
                        <a:pt x="7656" y="10712"/>
                      </a:cubicBezTo>
                      <a:cubicBezTo>
                        <a:pt x="7656" y="11279"/>
                        <a:pt x="8129" y="11752"/>
                        <a:pt x="8696" y="11752"/>
                      </a:cubicBezTo>
                      <a:cubicBezTo>
                        <a:pt x="9231" y="11752"/>
                        <a:pt x="9735" y="11279"/>
                        <a:pt x="9735" y="10712"/>
                      </a:cubicBezTo>
                      <a:cubicBezTo>
                        <a:pt x="9735" y="10618"/>
                        <a:pt x="9672" y="10492"/>
                        <a:pt x="9672" y="10366"/>
                      </a:cubicBezTo>
                      <a:lnTo>
                        <a:pt x="10082" y="10366"/>
                      </a:lnTo>
                      <a:cubicBezTo>
                        <a:pt x="10271" y="10366"/>
                        <a:pt x="10428" y="10208"/>
                        <a:pt x="10428" y="10019"/>
                      </a:cubicBezTo>
                      <a:cubicBezTo>
                        <a:pt x="10428" y="9830"/>
                        <a:pt x="10271" y="9672"/>
                        <a:pt x="10082" y="9672"/>
                      </a:cubicBezTo>
                      <a:lnTo>
                        <a:pt x="2867" y="9672"/>
                      </a:lnTo>
                      <a:cubicBezTo>
                        <a:pt x="2678" y="9672"/>
                        <a:pt x="2521" y="9515"/>
                        <a:pt x="2521" y="9294"/>
                      </a:cubicBezTo>
                      <a:cubicBezTo>
                        <a:pt x="2521" y="9137"/>
                        <a:pt x="2678" y="8948"/>
                        <a:pt x="2867" y="8948"/>
                      </a:cubicBezTo>
                      <a:lnTo>
                        <a:pt x="10082" y="8948"/>
                      </a:lnTo>
                      <a:cubicBezTo>
                        <a:pt x="10239" y="8948"/>
                        <a:pt x="10334" y="8885"/>
                        <a:pt x="10397" y="8727"/>
                      </a:cubicBezTo>
                      <a:lnTo>
                        <a:pt x="11720" y="4663"/>
                      </a:lnTo>
                      <a:cubicBezTo>
                        <a:pt x="11783" y="4537"/>
                        <a:pt x="11720" y="4411"/>
                        <a:pt x="11689" y="4348"/>
                      </a:cubicBezTo>
                      <a:cubicBezTo>
                        <a:pt x="11563" y="4191"/>
                        <a:pt x="11405" y="4191"/>
                        <a:pt x="11279" y="4191"/>
                      </a:cubicBezTo>
                      <a:lnTo>
                        <a:pt x="10397" y="4191"/>
                      </a:lnTo>
                      <a:lnTo>
                        <a:pt x="10397" y="3119"/>
                      </a:lnTo>
                      <a:cubicBezTo>
                        <a:pt x="10397" y="2930"/>
                        <a:pt x="10239" y="2773"/>
                        <a:pt x="10019" y="2773"/>
                      </a:cubicBezTo>
                      <a:lnTo>
                        <a:pt x="9515" y="2773"/>
                      </a:lnTo>
                      <a:cubicBezTo>
                        <a:pt x="9483" y="2647"/>
                        <a:pt x="9452" y="2584"/>
                        <a:pt x="9389" y="2458"/>
                      </a:cubicBezTo>
                      <a:lnTo>
                        <a:pt x="9767" y="2080"/>
                      </a:lnTo>
                      <a:cubicBezTo>
                        <a:pt x="9861" y="1985"/>
                        <a:pt x="9861" y="1733"/>
                        <a:pt x="9767" y="1607"/>
                      </a:cubicBezTo>
                      <a:lnTo>
                        <a:pt x="8759" y="631"/>
                      </a:lnTo>
                      <a:cubicBezTo>
                        <a:pt x="8711" y="568"/>
                        <a:pt x="8625" y="536"/>
                        <a:pt x="8534" y="536"/>
                      </a:cubicBezTo>
                      <a:cubicBezTo>
                        <a:pt x="8444" y="536"/>
                        <a:pt x="8349" y="568"/>
                        <a:pt x="8286" y="631"/>
                      </a:cubicBezTo>
                      <a:lnTo>
                        <a:pt x="7939" y="1009"/>
                      </a:lnTo>
                      <a:cubicBezTo>
                        <a:pt x="7876" y="946"/>
                        <a:pt x="7750" y="914"/>
                        <a:pt x="7624" y="883"/>
                      </a:cubicBezTo>
                      <a:lnTo>
                        <a:pt x="7624" y="379"/>
                      </a:lnTo>
                      <a:cubicBezTo>
                        <a:pt x="7624" y="158"/>
                        <a:pt x="7467" y="0"/>
                        <a:pt x="72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1" name="Google Shape;12548;p89">
                  <a:extLst>
                    <a:ext uri="{FF2B5EF4-FFF2-40B4-BE49-F238E27FC236}">
                      <a16:creationId xmlns:a16="http://schemas.microsoft.com/office/drawing/2014/main" id="{6EB5A4D6-B014-8D53-01AF-705A47F2E3AF}"/>
                    </a:ext>
                  </a:extLst>
                </p:cNvPr>
                <p:cNvSpPr/>
                <p:nvPr/>
              </p:nvSpPr>
              <p:spPr>
                <a:xfrm>
                  <a:off x="-3731500" y="2458550"/>
                  <a:ext cx="843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2" extrusionOk="0">
                      <a:moveTo>
                        <a:pt x="1701" y="631"/>
                      </a:moveTo>
                      <a:cubicBezTo>
                        <a:pt x="2237" y="631"/>
                        <a:pt x="2709" y="1103"/>
                        <a:pt x="2709" y="1639"/>
                      </a:cubicBezTo>
                      <a:cubicBezTo>
                        <a:pt x="2709" y="2206"/>
                        <a:pt x="2237" y="2679"/>
                        <a:pt x="1701" y="2679"/>
                      </a:cubicBezTo>
                      <a:cubicBezTo>
                        <a:pt x="1134" y="2679"/>
                        <a:pt x="662" y="2206"/>
                        <a:pt x="662" y="1639"/>
                      </a:cubicBezTo>
                      <a:cubicBezTo>
                        <a:pt x="662" y="1103"/>
                        <a:pt x="1134" y="631"/>
                        <a:pt x="1701" y="631"/>
                      </a:cubicBezTo>
                      <a:close/>
                      <a:moveTo>
                        <a:pt x="1701" y="1"/>
                      </a:moveTo>
                      <a:cubicBezTo>
                        <a:pt x="756" y="1"/>
                        <a:pt x="0" y="725"/>
                        <a:pt x="0" y="1702"/>
                      </a:cubicBezTo>
                      <a:cubicBezTo>
                        <a:pt x="0" y="2647"/>
                        <a:pt x="756" y="3372"/>
                        <a:pt x="1701" y="3372"/>
                      </a:cubicBezTo>
                      <a:cubicBezTo>
                        <a:pt x="2646" y="3372"/>
                        <a:pt x="3371" y="2647"/>
                        <a:pt x="3371" y="1702"/>
                      </a:cubicBezTo>
                      <a:cubicBezTo>
                        <a:pt x="3371" y="725"/>
                        <a:pt x="2646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20" name="Google Shape;12553;p89">
                <a:extLst>
                  <a:ext uri="{FF2B5EF4-FFF2-40B4-BE49-F238E27FC236}">
                    <a16:creationId xmlns:a16="http://schemas.microsoft.com/office/drawing/2014/main" id="{4D890F3F-F373-DF0E-09C8-B09329338EDA}"/>
                  </a:ext>
                </a:extLst>
              </p:cNvPr>
              <p:cNvSpPr/>
              <p:nvPr/>
            </p:nvSpPr>
            <p:spPr>
              <a:xfrm>
                <a:off x="11151816" y="2661730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860" y="662"/>
                    </a:moveTo>
                    <a:cubicBezTo>
                      <a:pt x="6080" y="662"/>
                      <a:pt x="6238" y="851"/>
                      <a:pt x="6238" y="1040"/>
                    </a:cubicBezTo>
                    <a:lnTo>
                      <a:pt x="6238" y="1386"/>
                    </a:lnTo>
                    <a:lnTo>
                      <a:pt x="756" y="1386"/>
                    </a:lnTo>
                    <a:lnTo>
                      <a:pt x="756" y="1040"/>
                    </a:lnTo>
                    <a:cubicBezTo>
                      <a:pt x="725" y="851"/>
                      <a:pt x="882" y="662"/>
                      <a:pt x="1071" y="662"/>
                    </a:cubicBezTo>
                    <a:close/>
                    <a:moveTo>
                      <a:pt x="6175" y="2048"/>
                    </a:moveTo>
                    <a:lnTo>
                      <a:pt x="6175" y="3686"/>
                    </a:lnTo>
                    <a:cubicBezTo>
                      <a:pt x="5639" y="3686"/>
                      <a:pt x="5198" y="4096"/>
                      <a:pt x="5198" y="4663"/>
                    </a:cubicBezTo>
                    <a:cubicBezTo>
                      <a:pt x="4820" y="4694"/>
                      <a:pt x="4505" y="4883"/>
                      <a:pt x="4348" y="5261"/>
                    </a:cubicBezTo>
                    <a:lnTo>
                      <a:pt x="3592" y="4505"/>
                    </a:lnTo>
                    <a:cubicBezTo>
                      <a:pt x="3403" y="4300"/>
                      <a:pt x="3135" y="4198"/>
                      <a:pt x="2867" y="4198"/>
                    </a:cubicBezTo>
                    <a:cubicBezTo>
                      <a:pt x="2599" y="4198"/>
                      <a:pt x="2331" y="4300"/>
                      <a:pt x="2142" y="4505"/>
                    </a:cubicBezTo>
                    <a:cubicBezTo>
                      <a:pt x="1733" y="4883"/>
                      <a:pt x="1733" y="5576"/>
                      <a:pt x="2142" y="5954"/>
                    </a:cubicBezTo>
                    <a:lnTo>
                      <a:pt x="4505" y="8317"/>
                    </a:lnTo>
                    <a:lnTo>
                      <a:pt x="4316" y="8317"/>
                    </a:lnTo>
                    <a:cubicBezTo>
                      <a:pt x="3875" y="8317"/>
                      <a:pt x="3466" y="8601"/>
                      <a:pt x="3308" y="9042"/>
                    </a:cubicBezTo>
                    <a:lnTo>
                      <a:pt x="725" y="9042"/>
                    </a:lnTo>
                    <a:lnTo>
                      <a:pt x="725" y="8979"/>
                    </a:lnTo>
                    <a:lnTo>
                      <a:pt x="725" y="2048"/>
                    </a:lnTo>
                    <a:close/>
                    <a:moveTo>
                      <a:pt x="7640" y="3907"/>
                    </a:moveTo>
                    <a:cubicBezTo>
                      <a:pt x="7727" y="3907"/>
                      <a:pt x="7813" y="3938"/>
                      <a:pt x="7876" y="4001"/>
                    </a:cubicBezTo>
                    <a:lnTo>
                      <a:pt x="8664" y="4789"/>
                    </a:lnTo>
                    <a:cubicBezTo>
                      <a:pt x="9325" y="5450"/>
                      <a:pt x="9861" y="6238"/>
                      <a:pt x="10113" y="7026"/>
                    </a:cubicBezTo>
                    <a:lnTo>
                      <a:pt x="7530" y="9609"/>
                    </a:lnTo>
                    <a:lnTo>
                      <a:pt x="4222" y="9609"/>
                    </a:lnTo>
                    <a:cubicBezTo>
                      <a:pt x="4033" y="9609"/>
                      <a:pt x="3875" y="9451"/>
                      <a:pt x="3875" y="9262"/>
                    </a:cubicBezTo>
                    <a:cubicBezTo>
                      <a:pt x="3875" y="9073"/>
                      <a:pt x="4033" y="8916"/>
                      <a:pt x="4222" y="8916"/>
                    </a:cubicBezTo>
                    <a:lnTo>
                      <a:pt x="5230" y="8916"/>
                    </a:lnTo>
                    <a:cubicBezTo>
                      <a:pt x="5387" y="8916"/>
                      <a:pt x="5513" y="8821"/>
                      <a:pt x="5545" y="8695"/>
                    </a:cubicBezTo>
                    <a:cubicBezTo>
                      <a:pt x="5608" y="8601"/>
                      <a:pt x="5608" y="8443"/>
                      <a:pt x="5482" y="8349"/>
                    </a:cubicBezTo>
                    <a:lnTo>
                      <a:pt x="2520" y="5387"/>
                    </a:lnTo>
                    <a:cubicBezTo>
                      <a:pt x="2394" y="5293"/>
                      <a:pt x="2394" y="5041"/>
                      <a:pt x="2520" y="4915"/>
                    </a:cubicBezTo>
                    <a:cubicBezTo>
                      <a:pt x="2583" y="4868"/>
                      <a:pt x="2670" y="4844"/>
                      <a:pt x="2757" y="4844"/>
                    </a:cubicBezTo>
                    <a:cubicBezTo>
                      <a:pt x="2843" y="4844"/>
                      <a:pt x="2930" y="4868"/>
                      <a:pt x="2993" y="4915"/>
                    </a:cubicBezTo>
                    <a:lnTo>
                      <a:pt x="4442" y="6395"/>
                    </a:lnTo>
                    <a:lnTo>
                      <a:pt x="5450" y="7372"/>
                    </a:lnTo>
                    <a:cubicBezTo>
                      <a:pt x="5498" y="7435"/>
                      <a:pt x="5584" y="7467"/>
                      <a:pt x="5675" y="7467"/>
                    </a:cubicBezTo>
                    <a:cubicBezTo>
                      <a:pt x="5765" y="7467"/>
                      <a:pt x="5860" y="7435"/>
                      <a:pt x="5923" y="7372"/>
                    </a:cubicBezTo>
                    <a:cubicBezTo>
                      <a:pt x="6017" y="7246"/>
                      <a:pt x="6017" y="7026"/>
                      <a:pt x="5923" y="6900"/>
                    </a:cubicBezTo>
                    <a:lnTo>
                      <a:pt x="4915" y="5923"/>
                    </a:lnTo>
                    <a:cubicBezTo>
                      <a:pt x="4820" y="5797"/>
                      <a:pt x="4820" y="5545"/>
                      <a:pt x="4915" y="5450"/>
                    </a:cubicBezTo>
                    <a:cubicBezTo>
                      <a:pt x="4978" y="5387"/>
                      <a:pt x="5072" y="5356"/>
                      <a:pt x="5163" y="5356"/>
                    </a:cubicBezTo>
                    <a:cubicBezTo>
                      <a:pt x="5253" y="5356"/>
                      <a:pt x="5340" y="5387"/>
                      <a:pt x="5387" y="5450"/>
                    </a:cubicBezTo>
                    <a:lnTo>
                      <a:pt x="6396" y="6427"/>
                    </a:lnTo>
                    <a:cubicBezTo>
                      <a:pt x="6443" y="6490"/>
                      <a:pt x="6529" y="6522"/>
                      <a:pt x="6620" y="6522"/>
                    </a:cubicBezTo>
                    <a:cubicBezTo>
                      <a:pt x="6711" y="6522"/>
                      <a:pt x="6805" y="6490"/>
                      <a:pt x="6868" y="6427"/>
                    </a:cubicBezTo>
                    <a:cubicBezTo>
                      <a:pt x="6963" y="6301"/>
                      <a:pt x="6963" y="6080"/>
                      <a:pt x="6868" y="5954"/>
                    </a:cubicBezTo>
                    <a:lnTo>
                      <a:pt x="5860" y="4978"/>
                    </a:lnTo>
                    <a:cubicBezTo>
                      <a:pt x="5765" y="4852"/>
                      <a:pt x="5765" y="4631"/>
                      <a:pt x="5860" y="4505"/>
                    </a:cubicBezTo>
                    <a:cubicBezTo>
                      <a:pt x="5923" y="4442"/>
                      <a:pt x="6017" y="4411"/>
                      <a:pt x="6108" y="4411"/>
                    </a:cubicBezTo>
                    <a:cubicBezTo>
                      <a:pt x="6199" y="4411"/>
                      <a:pt x="6285" y="4442"/>
                      <a:pt x="6333" y="4505"/>
                    </a:cubicBezTo>
                    <a:lnTo>
                      <a:pt x="7341" y="5482"/>
                    </a:lnTo>
                    <a:cubicBezTo>
                      <a:pt x="7388" y="5545"/>
                      <a:pt x="7475" y="5576"/>
                      <a:pt x="7565" y="5576"/>
                    </a:cubicBezTo>
                    <a:cubicBezTo>
                      <a:pt x="7656" y="5576"/>
                      <a:pt x="7750" y="5545"/>
                      <a:pt x="7813" y="5482"/>
                    </a:cubicBezTo>
                    <a:cubicBezTo>
                      <a:pt x="7908" y="5356"/>
                      <a:pt x="7908" y="5135"/>
                      <a:pt x="7813" y="5009"/>
                    </a:cubicBezTo>
                    <a:lnTo>
                      <a:pt x="7341" y="4537"/>
                    </a:lnTo>
                    <a:cubicBezTo>
                      <a:pt x="7278" y="4348"/>
                      <a:pt x="7278" y="4096"/>
                      <a:pt x="7404" y="4001"/>
                    </a:cubicBezTo>
                    <a:cubicBezTo>
                      <a:pt x="7467" y="3938"/>
                      <a:pt x="7553" y="3907"/>
                      <a:pt x="7640" y="3907"/>
                    </a:cubicBezTo>
                    <a:close/>
                    <a:moveTo>
                      <a:pt x="10554" y="7624"/>
                    </a:moveTo>
                    <a:lnTo>
                      <a:pt x="10806" y="7845"/>
                    </a:lnTo>
                    <a:cubicBezTo>
                      <a:pt x="10964" y="8002"/>
                      <a:pt x="10964" y="8191"/>
                      <a:pt x="10806" y="8317"/>
                    </a:cubicBezTo>
                    <a:lnTo>
                      <a:pt x="8853" y="10239"/>
                    </a:lnTo>
                    <a:cubicBezTo>
                      <a:pt x="8806" y="10302"/>
                      <a:pt x="8719" y="10334"/>
                      <a:pt x="8628" y="10334"/>
                    </a:cubicBezTo>
                    <a:cubicBezTo>
                      <a:pt x="8538" y="10334"/>
                      <a:pt x="8443" y="10302"/>
                      <a:pt x="8380" y="10239"/>
                    </a:cubicBezTo>
                    <a:lnTo>
                      <a:pt x="8160" y="10019"/>
                    </a:lnTo>
                    <a:lnTo>
                      <a:pt x="10554" y="7624"/>
                    </a:lnTo>
                    <a:close/>
                    <a:moveTo>
                      <a:pt x="3277" y="9672"/>
                    </a:moveTo>
                    <a:cubicBezTo>
                      <a:pt x="3434" y="10050"/>
                      <a:pt x="3781" y="10334"/>
                      <a:pt x="4222" y="10334"/>
                    </a:cubicBezTo>
                    <a:lnTo>
                      <a:pt x="6143" y="10334"/>
                    </a:lnTo>
                    <a:lnTo>
                      <a:pt x="6143" y="10680"/>
                    </a:lnTo>
                    <a:lnTo>
                      <a:pt x="6175" y="10680"/>
                    </a:lnTo>
                    <a:cubicBezTo>
                      <a:pt x="6175" y="10869"/>
                      <a:pt x="6017" y="11027"/>
                      <a:pt x="5828" y="11027"/>
                    </a:cubicBezTo>
                    <a:lnTo>
                      <a:pt x="1040" y="11027"/>
                    </a:lnTo>
                    <a:cubicBezTo>
                      <a:pt x="819" y="11027"/>
                      <a:pt x="662" y="10869"/>
                      <a:pt x="662" y="10680"/>
                    </a:cubicBezTo>
                    <a:lnTo>
                      <a:pt x="662" y="9672"/>
                    </a:lnTo>
                    <a:close/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40" y="11657"/>
                    </a:cubicBezTo>
                    <a:lnTo>
                      <a:pt x="5828" y="11657"/>
                    </a:lnTo>
                    <a:cubicBezTo>
                      <a:pt x="6396" y="11657"/>
                      <a:pt x="6868" y="11184"/>
                      <a:pt x="6868" y="10649"/>
                    </a:cubicBezTo>
                    <a:lnTo>
                      <a:pt x="6868" y="10334"/>
                    </a:lnTo>
                    <a:lnTo>
                      <a:pt x="7467" y="10334"/>
                    </a:lnTo>
                    <a:lnTo>
                      <a:pt x="7876" y="10775"/>
                    </a:lnTo>
                    <a:cubicBezTo>
                      <a:pt x="8081" y="10964"/>
                      <a:pt x="8349" y="11058"/>
                      <a:pt x="8613" y="11058"/>
                    </a:cubicBezTo>
                    <a:cubicBezTo>
                      <a:pt x="8877" y="11058"/>
                      <a:pt x="9136" y="10964"/>
                      <a:pt x="9325" y="10775"/>
                    </a:cubicBezTo>
                    <a:lnTo>
                      <a:pt x="11279" y="8821"/>
                    </a:lnTo>
                    <a:cubicBezTo>
                      <a:pt x="11688" y="8443"/>
                      <a:pt x="11688" y="7782"/>
                      <a:pt x="11310" y="7372"/>
                    </a:cubicBezTo>
                    <a:lnTo>
                      <a:pt x="10869" y="6931"/>
                    </a:lnTo>
                    <a:cubicBezTo>
                      <a:pt x="10554" y="6080"/>
                      <a:pt x="10082" y="5261"/>
                      <a:pt x="9420" y="4505"/>
                    </a:cubicBezTo>
                    <a:lnTo>
                      <a:pt x="8380" y="3466"/>
                    </a:lnTo>
                    <a:cubicBezTo>
                      <a:pt x="8191" y="3277"/>
                      <a:pt x="7931" y="3182"/>
                      <a:pt x="7668" y="3182"/>
                    </a:cubicBezTo>
                    <a:cubicBezTo>
                      <a:pt x="7404" y="3182"/>
                      <a:pt x="7136" y="3277"/>
                      <a:pt x="6931" y="3466"/>
                    </a:cubicBezTo>
                    <a:lnTo>
                      <a:pt x="6868" y="3560"/>
                    </a:lnTo>
                    <a:lnTo>
                      <a:pt x="6868" y="1040"/>
                    </a:lnTo>
                    <a:cubicBezTo>
                      <a:pt x="6868" y="473"/>
                      <a:pt x="6396" y="0"/>
                      <a:pt x="58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921" name="Google Shape;12565;p89">
                <a:extLst>
                  <a:ext uri="{FF2B5EF4-FFF2-40B4-BE49-F238E27FC236}">
                    <a16:creationId xmlns:a16="http://schemas.microsoft.com/office/drawing/2014/main" id="{B8441954-3CBD-BA88-144B-9BB99E064BFF}"/>
                  </a:ext>
                </a:extLst>
              </p:cNvPr>
              <p:cNvSpPr/>
              <p:nvPr/>
            </p:nvSpPr>
            <p:spPr>
              <a:xfrm>
                <a:off x="3705147" y="2680982"/>
                <a:ext cx="655149" cy="602727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0957" extrusionOk="0">
                    <a:moveTo>
                      <a:pt x="7325" y="654"/>
                    </a:moveTo>
                    <a:cubicBezTo>
                      <a:pt x="7412" y="654"/>
                      <a:pt x="7498" y="686"/>
                      <a:pt x="7561" y="749"/>
                    </a:cubicBezTo>
                    <a:lnTo>
                      <a:pt x="10995" y="4088"/>
                    </a:lnTo>
                    <a:cubicBezTo>
                      <a:pt x="11122" y="4246"/>
                      <a:pt x="11122" y="4466"/>
                      <a:pt x="10995" y="4592"/>
                    </a:cubicBezTo>
                    <a:lnTo>
                      <a:pt x="10082" y="5506"/>
                    </a:lnTo>
                    <a:lnTo>
                      <a:pt x="7404" y="2859"/>
                    </a:lnTo>
                    <a:cubicBezTo>
                      <a:pt x="7215" y="2670"/>
                      <a:pt x="6955" y="2576"/>
                      <a:pt x="6691" y="2576"/>
                    </a:cubicBezTo>
                    <a:cubicBezTo>
                      <a:pt x="6427" y="2576"/>
                      <a:pt x="6159" y="2670"/>
                      <a:pt x="5955" y="2859"/>
                    </a:cubicBezTo>
                    <a:lnTo>
                      <a:pt x="4978" y="3805"/>
                    </a:lnTo>
                    <a:cubicBezTo>
                      <a:pt x="4915" y="3868"/>
                      <a:pt x="4828" y="3899"/>
                      <a:pt x="4742" y="3899"/>
                    </a:cubicBezTo>
                    <a:cubicBezTo>
                      <a:pt x="4655" y="3899"/>
                      <a:pt x="4568" y="3868"/>
                      <a:pt x="4505" y="3805"/>
                    </a:cubicBezTo>
                    <a:cubicBezTo>
                      <a:pt x="4379" y="3679"/>
                      <a:pt x="4379" y="3458"/>
                      <a:pt x="4505" y="3332"/>
                    </a:cubicBezTo>
                    <a:lnTo>
                      <a:pt x="5955" y="1883"/>
                    </a:lnTo>
                    <a:lnTo>
                      <a:pt x="7089" y="749"/>
                    </a:lnTo>
                    <a:cubicBezTo>
                      <a:pt x="7152" y="686"/>
                      <a:pt x="7239" y="654"/>
                      <a:pt x="7325" y="654"/>
                    </a:cubicBezTo>
                    <a:close/>
                    <a:moveTo>
                      <a:pt x="2808" y="5183"/>
                    </a:moveTo>
                    <a:cubicBezTo>
                      <a:pt x="2899" y="5183"/>
                      <a:pt x="2993" y="5207"/>
                      <a:pt x="3056" y="5254"/>
                    </a:cubicBezTo>
                    <a:cubicBezTo>
                      <a:pt x="3151" y="5380"/>
                      <a:pt x="3151" y="5632"/>
                      <a:pt x="3056" y="5726"/>
                    </a:cubicBezTo>
                    <a:lnTo>
                      <a:pt x="2048" y="6735"/>
                    </a:lnTo>
                    <a:cubicBezTo>
                      <a:pt x="2001" y="6782"/>
                      <a:pt x="1914" y="6805"/>
                      <a:pt x="1824" y="6805"/>
                    </a:cubicBezTo>
                    <a:cubicBezTo>
                      <a:pt x="1733" y="6805"/>
                      <a:pt x="1639" y="6782"/>
                      <a:pt x="1576" y="6735"/>
                    </a:cubicBezTo>
                    <a:cubicBezTo>
                      <a:pt x="1449" y="6609"/>
                      <a:pt x="1449" y="6357"/>
                      <a:pt x="1576" y="6262"/>
                    </a:cubicBezTo>
                    <a:lnTo>
                      <a:pt x="2584" y="5254"/>
                    </a:lnTo>
                    <a:cubicBezTo>
                      <a:pt x="2631" y="5207"/>
                      <a:pt x="2718" y="5183"/>
                      <a:pt x="2808" y="5183"/>
                    </a:cubicBezTo>
                    <a:close/>
                    <a:moveTo>
                      <a:pt x="3785" y="6167"/>
                    </a:moveTo>
                    <a:cubicBezTo>
                      <a:pt x="3875" y="6167"/>
                      <a:pt x="3970" y="6199"/>
                      <a:pt x="4033" y="6262"/>
                    </a:cubicBezTo>
                    <a:cubicBezTo>
                      <a:pt x="4159" y="6357"/>
                      <a:pt x="4159" y="6609"/>
                      <a:pt x="4033" y="6735"/>
                    </a:cubicBezTo>
                    <a:lnTo>
                      <a:pt x="3056" y="7711"/>
                    </a:lnTo>
                    <a:cubicBezTo>
                      <a:pt x="2993" y="7774"/>
                      <a:pt x="2899" y="7806"/>
                      <a:pt x="2808" y="7806"/>
                    </a:cubicBezTo>
                    <a:cubicBezTo>
                      <a:pt x="2718" y="7806"/>
                      <a:pt x="2631" y="7774"/>
                      <a:pt x="2584" y="7711"/>
                    </a:cubicBezTo>
                    <a:cubicBezTo>
                      <a:pt x="2395" y="7554"/>
                      <a:pt x="2395" y="7365"/>
                      <a:pt x="2584" y="7239"/>
                    </a:cubicBezTo>
                    <a:lnTo>
                      <a:pt x="3560" y="6262"/>
                    </a:lnTo>
                    <a:cubicBezTo>
                      <a:pt x="3608" y="6199"/>
                      <a:pt x="3694" y="6167"/>
                      <a:pt x="3785" y="6167"/>
                    </a:cubicBezTo>
                    <a:close/>
                    <a:moveTo>
                      <a:pt x="4730" y="7113"/>
                    </a:moveTo>
                    <a:cubicBezTo>
                      <a:pt x="4821" y="7113"/>
                      <a:pt x="4915" y="7144"/>
                      <a:pt x="4978" y="7207"/>
                    </a:cubicBezTo>
                    <a:cubicBezTo>
                      <a:pt x="5073" y="7302"/>
                      <a:pt x="5073" y="7554"/>
                      <a:pt x="4978" y="7680"/>
                    </a:cubicBezTo>
                    <a:lnTo>
                      <a:pt x="4001" y="8656"/>
                    </a:lnTo>
                    <a:cubicBezTo>
                      <a:pt x="3938" y="8719"/>
                      <a:pt x="3844" y="8751"/>
                      <a:pt x="3749" y="8751"/>
                    </a:cubicBezTo>
                    <a:cubicBezTo>
                      <a:pt x="3655" y="8751"/>
                      <a:pt x="3560" y="8719"/>
                      <a:pt x="3497" y="8656"/>
                    </a:cubicBezTo>
                    <a:cubicBezTo>
                      <a:pt x="3403" y="8530"/>
                      <a:pt x="3403" y="8310"/>
                      <a:pt x="3497" y="8184"/>
                    </a:cubicBezTo>
                    <a:lnTo>
                      <a:pt x="4505" y="7207"/>
                    </a:lnTo>
                    <a:cubicBezTo>
                      <a:pt x="4553" y="7144"/>
                      <a:pt x="4639" y="7113"/>
                      <a:pt x="4730" y="7113"/>
                    </a:cubicBezTo>
                    <a:close/>
                    <a:moveTo>
                      <a:pt x="4100" y="969"/>
                    </a:moveTo>
                    <a:cubicBezTo>
                      <a:pt x="4190" y="969"/>
                      <a:pt x="4285" y="1001"/>
                      <a:pt x="4348" y="1064"/>
                    </a:cubicBezTo>
                    <a:lnTo>
                      <a:pt x="5041" y="1725"/>
                    </a:lnTo>
                    <a:lnTo>
                      <a:pt x="3938" y="2828"/>
                    </a:lnTo>
                    <a:cubicBezTo>
                      <a:pt x="3560" y="3206"/>
                      <a:pt x="3560" y="3899"/>
                      <a:pt x="3938" y="4277"/>
                    </a:cubicBezTo>
                    <a:cubicBezTo>
                      <a:pt x="4143" y="4482"/>
                      <a:pt x="4411" y="4584"/>
                      <a:pt x="4675" y="4584"/>
                    </a:cubicBezTo>
                    <a:cubicBezTo>
                      <a:pt x="4939" y="4584"/>
                      <a:pt x="5199" y="4482"/>
                      <a:pt x="5388" y="4277"/>
                    </a:cubicBezTo>
                    <a:lnTo>
                      <a:pt x="6396" y="3332"/>
                    </a:lnTo>
                    <a:cubicBezTo>
                      <a:pt x="6443" y="3269"/>
                      <a:pt x="6530" y="3238"/>
                      <a:pt x="6620" y="3238"/>
                    </a:cubicBezTo>
                    <a:cubicBezTo>
                      <a:pt x="6711" y="3238"/>
                      <a:pt x="6805" y="3269"/>
                      <a:pt x="6868" y="3332"/>
                    </a:cubicBezTo>
                    <a:lnTo>
                      <a:pt x="10334" y="6735"/>
                    </a:lnTo>
                    <a:cubicBezTo>
                      <a:pt x="10491" y="6829"/>
                      <a:pt x="10491" y="7113"/>
                      <a:pt x="10365" y="7239"/>
                    </a:cubicBezTo>
                    <a:cubicBezTo>
                      <a:pt x="10302" y="7302"/>
                      <a:pt x="10216" y="7333"/>
                      <a:pt x="10129" y="7333"/>
                    </a:cubicBezTo>
                    <a:cubicBezTo>
                      <a:pt x="10042" y="7333"/>
                      <a:pt x="9956" y="7302"/>
                      <a:pt x="9893" y="7239"/>
                    </a:cubicBezTo>
                    <a:lnTo>
                      <a:pt x="8444" y="5789"/>
                    </a:lnTo>
                    <a:cubicBezTo>
                      <a:pt x="8381" y="5726"/>
                      <a:pt x="8286" y="5695"/>
                      <a:pt x="8195" y="5695"/>
                    </a:cubicBezTo>
                    <a:cubicBezTo>
                      <a:pt x="8105" y="5695"/>
                      <a:pt x="8018" y="5726"/>
                      <a:pt x="7971" y="5789"/>
                    </a:cubicBezTo>
                    <a:cubicBezTo>
                      <a:pt x="7845" y="5884"/>
                      <a:pt x="7845" y="6136"/>
                      <a:pt x="7971" y="6262"/>
                    </a:cubicBezTo>
                    <a:lnTo>
                      <a:pt x="9420" y="7711"/>
                    </a:lnTo>
                    <a:cubicBezTo>
                      <a:pt x="9546" y="7837"/>
                      <a:pt x="9546" y="8058"/>
                      <a:pt x="9420" y="8184"/>
                    </a:cubicBezTo>
                    <a:cubicBezTo>
                      <a:pt x="9357" y="8247"/>
                      <a:pt x="9271" y="8278"/>
                      <a:pt x="9184" y="8278"/>
                    </a:cubicBezTo>
                    <a:cubicBezTo>
                      <a:pt x="9097" y="8278"/>
                      <a:pt x="9011" y="8247"/>
                      <a:pt x="8948" y="8184"/>
                    </a:cubicBezTo>
                    <a:lnTo>
                      <a:pt x="7498" y="6735"/>
                    </a:lnTo>
                    <a:cubicBezTo>
                      <a:pt x="7435" y="6672"/>
                      <a:pt x="7341" y="6640"/>
                      <a:pt x="7250" y="6640"/>
                    </a:cubicBezTo>
                    <a:cubicBezTo>
                      <a:pt x="7160" y="6640"/>
                      <a:pt x="7073" y="6672"/>
                      <a:pt x="7026" y="6735"/>
                    </a:cubicBezTo>
                    <a:cubicBezTo>
                      <a:pt x="6900" y="6829"/>
                      <a:pt x="6900" y="7081"/>
                      <a:pt x="7026" y="7176"/>
                    </a:cubicBezTo>
                    <a:lnTo>
                      <a:pt x="8475" y="8656"/>
                    </a:lnTo>
                    <a:cubicBezTo>
                      <a:pt x="8601" y="8751"/>
                      <a:pt x="8601" y="9003"/>
                      <a:pt x="8475" y="9129"/>
                    </a:cubicBezTo>
                    <a:cubicBezTo>
                      <a:pt x="8412" y="9176"/>
                      <a:pt x="8325" y="9200"/>
                      <a:pt x="8239" y="9200"/>
                    </a:cubicBezTo>
                    <a:cubicBezTo>
                      <a:pt x="8152" y="9200"/>
                      <a:pt x="8066" y="9176"/>
                      <a:pt x="8003" y="9129"/>
                    </a:cubicBezTo>
                    <a:lnTo>
                      <a:pt x="6459" y="7648"/>
                    </a:lnTo>
                    <a:cubicBezTo>
                      <a:pt x="6270" y="7459"/>
                      <a:pt x="6018" y="7396"/>
                      <a:pt x="5797" y="7396"/>
                    </a:cubicBezTo>
                    <a:cubicBezTo>
                      <a:pt x="5797" y="7144"/>
                      <a:pt x="5671" y="6924"/>
                      <a:pt x="5482" y="6735"/>
                    </a:cubicBezTo>
                    <a:cubicBezTo>
                      <a:pt x="5293" y="6514"/>
                      <a:pt x="5041" y="6451"/>
                      <a:pt x="4821" y="6388"/>
                    </a:cubicBezTo>
                    <a:cubicBezTo>
                      <a:pt x="4821" y="6167"/>
                      <a:pt x="4694" y="5947"/>
                      <a:pt x="4505" y="5726"/>
                    </a:cubicBezTo>
                    <a:cubicBezTo>
                      <a:pt x="4285" y="5537"/>
                      <a:pt x="4064" y="5474"/>
                      <a:pt x="3812" y="5411"/>
                    </a:cubicBezTo>
                    <a:cubicBezTo>
                      <a:pt x="3812" y="5191"/>
                      <a:pt x="3718" y="4939"/>
                      <a:pt x="3497" y="4750"/>
                    </a:cubicBezTo>
                    <a:cubicBezTo>
                      <a:pt x="3308" y="4561"/>
                      <a:pt x="3048" y="4466"/>
                      <a:pt x="2785" y="4466"/>
                    </a:cubicBezTo>
                    <a:cubicBezTo>
                      <a:pt x="2521" y="4466"/>
                      <a:pt x="2253" y="4561"/>
                      <a:pt x="2048" y="4750"/>
                    </a:cubicBezTo>
                    <a:lnTo>
                      <a:pt x="1544" y="5254"/>
                    </a:lnTo>
                    <a:lnTo>
                      <a:pt x="819" y="4561"/>
                    </a:lnTo>
                    <a:cubicBezTo>
                      <a:pt x="725" y="4435"/>
                      <a:pt x="725" y="4183"/>
                      <a:pt x="819" y="4088"/>
                    </a:cubicBezTo>
                    <a:lnTo>
                      <a:pt x="3875" y="1064"/>
                    </a:lnTo>
                    <a:cubicBezTo>
                      <a:pt x="3923" y="1001"/>
                      <a:pt x="4009" y="969"/>
                      <a:pt x="4100" y="969"/>
                    </a:cubicBezTo>
                    <a:close/>
                    <a:moveTo>
                      <a:pt x="5718" y="8089"/>
                    </a:moveTo>
                    <a:cubicBezTo>
                      <a:pt x="5805" y="8089"/>
                      <a:pt x="5892" y="8121"/>
                      <a:pt x="5955" y="8184"/>
                    </a:cubicBezTo>
                    <a:cubicBezTo>
                      <a:pt x="6081" y="8310"/>
                      <a:pt x="6081" y="8530"/>
                      <a:pt x="5955" y="8656"/>
                    </a:cubicBezTo>
                    <a:lnTo>
                      <a:pt x="4978" y="9633"/>
                    </a:lnTo>
                    <a:cubicBezTo>
                      <a:pt x="4915" y="9696"/>
                      <a:pt x="4821" y="9728"/>
                      <a:pt x="4730" y="9728"/>
                    </a:cubicBezTo>
                    <a:cubicBezTo>
                      <a:pt x="4639" y="9728"/>
                      <a:pt x="4553" y="9696"/>
                      <a:pt x="4505" y="9633"/>
                    </a:cubicBezTo>
                    <a:cubicBezTo>
                      <a:pt x="4379" y="9507"/>
                      <a:pt x="4379" y="9286"/>
                      <a:pt x="4505" y="9160"/>
                    </a:cubicBezTo>
                    <a:lnTo>
                      <a:pt x="5482" y="8184"/>
                    </a:lnTo>
                    <a:cubicBezTo>
                      <a:pt x="5545" y="8121"/>
                      <a:pt x="5632" y="8089"/>
                      <a:pt x="5718" y="8089"/>
                    </a:cubicBezTo>
                    <a:close/>
                    <a:moveTo>
                      <a:pt x="6616" y="8877"/>
                    </a:moveTo>
                    <a:lnTo>
                      <a:pt x="7467" y="9665"/>
                    </a:lnTo>
                    <a:cubicBezTo>
                      <a:pt x="7593" y="9759"/>
                      <a:pt x="7593" y="9980"/>
                      <a:pt x="7435" y="10106"/>
                    </a:cubicBezTo>
                    <a:cubicBezTo>
                      <a:pt x="7388" y="10169"/>
                      <a:pt x="7286" y="10200"/>
                      <a:pt x="7179" y="10200"/>
                    </a:cubicBezTo>
                    <a:cubicBezTo>
                      <a:pt x="7073" y="10200"/>
                      <a:pt x="6963" y="10169"/>
                      <a:pt x="6900" y="10106"/>
                    </a:cubicBezTo>
                    <a:lnTo>
                      <a:pt x="6207" y="9412"/>
                    </a:lnTo>
                    <a:lnTo>
                      <a:pt x="6427" y="9160"/>
                    </a:lnTo>
                    <a:cubicBezTo>
                      <a:pt x="6522" y="9097"/>
                      <a:pt x="6585" y="8971"/>
                      <a:pt x="6616" y="8877"/>
                    </a:cubicBezTo>
                    <a:close/>
                    <a:moveTo>
                      <a:pt x="7309" y="0"/>
                    </a:moveTo>
                    <a:cubicBezTo>
                      <a:pt x="7042" y="0"/>
                      <a:pt x="6774" y="103"/>
                      <a:pt x="6585" y="308"/>
                    </a:cubicBezTo>
                    <a:lnTo>
                      <a:pt x="5608" y="1284"/>
                    </a:lnTo>
                    <a:lnTo>
                      <a:pt x="4852" y="560"/>
                    </a:lnTo>
                    <a:cubicBezTo>
                      <a:pt x="4656" y="394"/>
                      <a:pt x="4409" y="307"/>
                      <a:pt x="4163" y="307"/>
                    </a:cubicBezTo>
                    <a:cubicBezTo>
                      <a:pt x="3897" y="307"/>
                      <a:pt x="3631" y="409"/>
                      <a:pt x="3434" y="623"/>
                    </a:cubicBezTo>
                    <a:lnTo>
                      <a:pt x="410" y="3647"/>
                    </a:lnTo>
                    <a:cubicBezTo>
                      <a:pt x="0" y="4025"/>
                      <a:pt x="0" y="4718"/>
                      <a:pt x="410" y="5096"/>
                    </a:cubicBezTo>
                    <a:lnTo>
                      <a:pt x="1103" y="5821"/>
                    </a:lnTo>
                    <a:cubicBezTo>
                      <a:pt x="725" y="6199"/>
                      <a:pt x="725" y="6829"/>
                      <a:pt x="1103" y="7239"/>
                    </a:cubicBezTo>
                    <a:cubicBezTo>
                      <a:pt x="1292" y="7428"/>
                      <a:pt x="1544" y="7491"/>
                      <a:pt x="1765" y="7554"/>
                    </a:cubicBezTo>
                    <a:cubicBezTo>
                      <a:pt x="1765" y="7774"/>
                      <a:pt x="1891" y="8026"/>
                      <a:pt x="2080" y="8215"/>
                    </a:cubicBezTo>
                    <a:cubicBezTo>
                      <a:pt x="2300" y="8404"/>
                      <a:pt x="2521" y="8499"/>
                      <a:pt x="2773" y="8530"/>
                    </a:cubicBezTo>
                    <a:cubicBezTo>
                      <a:pt x="2773" y="8751"/>
                      <a:pt x="2867" y="9003"/>
                      <a:pt x="3088" y="9192"/>
                    </a:cubicBezTo>
                    <a:cubicBezTo>
                      <a:pt x="3277" y="9381"/>
                      <a:pt x="3497" y="9475"/>
                      <a:pt x="3749" y="9507"/>
                    </a:cubicBezTo>
                    <a:cubicBezTo>
                      <a:pt x="3749" y="9759"/>
                      <a:pt x="3875" y="9980"/>
                      <a:pt x="4064" y="10169"/>
                    </a:cubicBezTo>
                    <a:cubicBezTo>
                      <a:pt x="4253" y="10373"/>
                      <a:pt x="4521" y="10476"/>
                      <a:pt x="4789" y="10476"/>
                    </a:cubicBezTo>
                    <a:cubicBezTo>
                      <a:pt x="5057" y="10476"/>
                      <a:pt x="5325" y="10373"/>
                      <a:pt x="5514" y="10169"/>
                    </a:cubicBezTo>
                    <a:lnTo>
                      <a:pt x="5766" y="9948"/>
                    </a:lnTo>
                    <a:lnTo>
                      <a:pt x="6459" y="10673"/>
                    </a:lnTo>
                    <a:cubicBezTo>
                      <a:pt x="6664" y="10862"/>
                      <a:pt x="6939" y="10956"/>
                      <a:pt x="7219" y="10956"/>
                    </a:cubicBezTo>
                    <a:cubicBezTo>
                      <a:pt x="7498" y="10956"/>
                      <a:pt x="7782" y="10862"/>
                      <a:pt x="8003" y="10673"/>
                    </a:cubicBezTo>
                    <a:cubicBezTo>
                      <a:pt x="8192" y="10452"/>
                      <a:pt x="8286" y="10232"/>
                      <a:pt x="8318" y="9980"/>
                    </a:cubicBezTo>
                    <a:cubicBezTo>
                      <a:pt x="8538" y="9980"/>
                      <a:pt x="8790" y="9885"/>
                      <a:pt x="8979" y="9665"/>
                    </a:cubicBezTo>
                    <a:cubicBezTo>
                      <a:pt x="9168" y="9475"/>
                      <a:pt x="9263" y="9255"/>
                      <a:pt x="9294" y="9003"/>
                    </a:cubicBezTo>
                    <a:cubicBezTo>
                      <a:pt x="9546" y="9003"/>
                      <a:pt x="9767" y="8877"/>
                      <a:pt x="9956" y="8688"/>
                    </a:cubicBezTo>
                    <a:cubicBezTo>
                      <a:pt x="10176" y="8499"/>
                      <a:pt x="10239" y="8247"/>
                      <a:pt x="10271" y="8026"/>
                    </a:cubicBezTo>
                    <a:cubicBezTo>
                      <a:pt x="10523" y="8026"/>
                      <a:pt x="10743" y="7900"/>
                      <a:pt x="10964" y="7711"/>
                    </a:cubicBezTo>
                    <a:cubicBezTo>
                      <a:pt x="11342" y="7302"/>
                      <a:pt x="11342" y="6640"/>
                      <a:pt x="10964" y="6262"/>
                    </a:cubicBezTo>
                    <a:lnTo>
                      <a:pt x="10680" y="5978"/>
                    </a:lnTo>
                    <a:lnTo>
                      <a:pt x="11594" y="5065"/>
                    </a:lnTo>
                    <a:cubicBezTo>
                      <a:pt x="11909" y="4687"/>
                      <a:pt x="11909" y="4057"/>
                      <a:pt x="11468" y="3647"/>
                    </a:cubicBezTo>
                    <a:lnTo>
                      <a:pt x="8034" y="308"/>
                    </a:lnTo>
                    <a:cubicBezTo>
                      <a:pt x="7845" y="103"/>
                      <a:pt x="7577" y="0"/>
                      <a:pt x="73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22" name="Google Shape;12575;p89">
                <a:extLst>
                  <a:ext uri="{FF2B5EF4-FFF2-40B4-BE49-F238E27FC236}">
                    <a16:creationId xmlns:a16="http://schemas.microsoft.com/office/drawing/2014/main" id="{AEAC7F7A-EBF5-D34C-103F-35436B5BFD98}"/>
                  </a:ext>
                </a:extLst>
              </p:cNvPr>
              <p:cNvGrpSpPr/>
              <p:nvPr/>
            </p:nvGrpSpPr>
            <p:grpSpPr>
              <a:xfrm>
                <a:off x="7877844" y="2660193"/>
                <a:ext cx="568457" cy="644753"/>
                <a:chOff x="-3478675" y="2405775"/>
                <a:chExt cx="258350" cy="293025"/>
              </a:xfrm>
              <a:grpFill/>
            </p:grpSpPr>
            <p:sp>
              <p:nvSpPr>
                <p:cNvPr id="17926" name="Google Shape;12576;p89">
                  <a:extLst>
                    <a:ext uri="{FF2B5EF4-FFF2-40B4-BE49-F238E27FC236}">
                      <a16:creationId xmlns:a16="http://schemas.microsoft.com/office/drawing/2014/main" id="{AAE4F2EB-9A22-0C38-F29B-01B3C31EB726}"/>
                    </a:ext>
                  </a:extLst>
                </p:cNvPr>
                <p:cNvSpPr/>
                <p:nvPr/>
              </p:nvSpPr>
              <p:spPr>
                <a:xfrm>
                  <a:off x="-3478675" y="2405775"/>
                  <a:ext cx="2583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4" h="11721" extrusionOk="0">
                      <a:moveTo>
                        <a:pt x="6018" y="694"/>
                      </a:moveTo>
                      <a:cubicBezTo>
                        <a:pt x="6175" y="694"/>
                        <a:pt x="6301" y="757"/>
                        <a:pt x="6333" y="915"/>
                      </a:cubicBezTo>
                      <a:lnTo>
                        <a:pt x="6490" y="1450"/>
                      </a:lnTo>
                      <a:lnTo>
                        <a:pt x="3781" y="1450"/>
                      </a:lnTo>
                      <a:lnTo>
                        <a:pt x="3970" y="915"/>
                      </a:lnTo>
                      <a:cubicBezTo>
                        <a:pt x="4033" y="757"/>
                        <a:pt x="4127" y="694"/>
                        <a:pt x="4285" y="694"/>
                      </a:cubicBezTo>
                      <a:close/>
                      <a:moveTo>
                        <a:pt x="9326" y="2049"/>
                      </a:moveTo>
                      <a:cubicBezTo>
                        <a:pt x="9546" y="2049"/>
                        <a:pt x="9704" y="2206"/>
                        <a:pt x="9704" y="2427"/>
                      </a:cubicBezTo>
                      <a:lnTo>
                        <a:pt x="9704" y="2773"/>
                      </a:lnTo>
                      <a:lnTo>
                        <a:pt x="756" y="2773"/>
                      </a:lnTo>
                      <a:lnTo>
                        <a:pt x="756" y="2427"/>
                      </a:lnTo>
                      <a:cubicBezTo>
                        <a:pt x="756" y="2206"/>
                        <a:pt x="914" y="2049"/>
                        <a:pt x="1103" y="2049"/>
                      </a:cubicBezTo>
                      <a:close/>
                      <a:moveTo>
                        <a:pt x="8916" y="3498"/>
                      </a:moveTo>
                      <a:lnTo>
                        <a:pt x="8317" y="10681"/>
                      </a:lnTo>
                      <a:cubicBezTo>
                        <a:pt x="8317" y="10839"/>
                        <a:pt x="8160" y="10996"/>
                        <a:pt x="7971" y="10996"/>
                      </a:cubicBezTo>
                      <a:lnTo>
                        <a:pt x="2363" y="10996"/>
                      </a:lnTo>
                      <a:cubicBezTo>
                        <a:pt x="2174" y="10996"/>
                        <a:pt x="2048" y="10902"/>
                        <a:pt x="2016" y="10681"/>
                      </a:cubicBezTo>
                      <a:lnTo>
                        <a:pt x="1418" y="3498"/>
                      </a:lnTo>
                      <a:close/>
                      <a:moveTo>
                        <a:pt x="4285" y="1"/>
                      </a:moveTo>
                      <a:cubicBezTo>
                        <a:pt x="3875" y="1"/>
                        <a:pt x="3466" y="285"/>
                        <a:pt x="3308" y="726"/>
                      </a:cubicBezTo>
                      <a:lnTo>
                        <a:pt x="3088" y="1450"/>
                      </a:lnTo>
                      <a:lnTo>
                        <a:pt x="1040" y="1450"/>
                      </a:lnTo>
                      <a:cubicBezTo>
                        <a:pt x="473" y="1450"/>
                        <a:pt x="0" y="1923"/>
                        <a:pt x="0" y="2458"/>
                      </a:cubicBezTo>
                      <a:lnTo>
                        <a:pt x="0" y="3120"/>
                      </a:lnTo>
                      <a:cubicBezTo>
                        <a:pt x="0" y="3341"/>
                        <a:pt x="158" y="3498"/>
                        <a:pt x="347" y="3498"/>
                      </a:cubicBezTo>
                      <a:lnTo>
                        <a:pt x="725" y="3498"/>
                      </a:lnTo>
                      <a:lnTo>
                        <a:pt x="1292" y="10776"/>
                      </a:lnTo>
                      <a:cubicBezTo>
                        <a:pt x="1355" y="11311"/>
                        <a:pt x="1764" y="11721"/>
                        <a:pt x="2331" y="11721"/>
                      </a:cubicBezTo>
                      <a:lnTo>
                        <a:pt x="7908" y="11721"/>
                      </a:lnTo>
                      <a:cubicBezTo>
                        <a:pt x="8475" y="11721"/>
                        <a:pt x="8916" y="11311"/>
                        <a:pt x="8948" y="10776"/>
                      </a:cubicBezTo>
                      <a:lnTo>
                        <a:pt x="9546" y="3498"/>
                      </a:lnTo>
                      <a:lnTo>
                        <a:pt x="9893" y="3498"/>
                      </a:lnTo>
                      <a:cubicBezTo>
                        <a:pt x="10082" y="3498"/>
                        <a:pt x="10239" y="3341"/>
                        <a:pt x="10239" y="3120"/>
                      </a:cubicBezTo>
                      <a:lnTo>
                        <a:pt x="10239" y="2458"/>
                      </a:lnTo>
                      <a:cubicBezTo>
                        <a:pt x="10334" y="1860"/>
                        <a:pt x="9861" y="1450"/>
                        <a:pt x="9294" y="1450"/>
                      </a:cubicBezTo>
                      <a:lnTo>
                        <a:pt x="7246" y="1450"/>
                      </a:lnTo>
                      <a:lnTo>
                        <a:pt x="7026" y="726"/>
                      </a:lnTo>
                      <a:cubicBezTo>
                        <a:pt x="6868" y="285"/>
                        <a:pt x="6490" y="1"/>
                        <a:pt x="60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7" name="Google Shape;12577;p89">
                  <a:extLst>
                    <a:ext uri="{FF2B5EF4-FFF2-40B4-BE49-F238E27FC236}">
                      <a16:creationId xmlns:a16="http://schemas.microsoft.com/office/drawing/2014/main" id="{494E8645-E081-0788-19D6-822F7E1D64B1}"/>
                    </a:ext>
                  </a:extLst>
                </p:cNvPr>
                <p:cNvSpPr/>
                <p:nvPr/>
              </p:nvSpPr>
              <p:spPr>
                <a:xfrm>
                  <a:off x="-3408575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5829"/>
                      </a:lnTo>
                      <a:cubicBezTo>
                        <a:pt x="0" y="6018"/>
                        <a:pt x="158" y="6176"/>
                        <a:pt x="347" y="6176"/>
                      </a:cubicBezTo>
                      <a:cubicBezTo>
                        <a:pt x="536" y="6176"/>
                        <a:pt x="693" y="6018"/>
                        <a:pt x="693" y="5829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8" name="Google Shape;12578;p89">
                  <a:extLst>
                    <a:ext uri="{FF2B5EF4-FFF2-40B4-BE49-F238E27FC236}">
                      <a16:creationId xmlns:a16="http://schemas.microsoft.com/office/drawing/2014/main" id="{609F482E-69DE-AE29-6A6E-833D6C58DADA}"/>
                    </a:ext>
                  </a:extLst>
                </p:cNvPr>
                <p:cNvSpPr/>
                <p:nvPr/>
              </p:nvSpPr>
              <p:spPr>
                <a:xfrm>
                  <a:off x="-33574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9" name="Google Shape;12579;p89">
                  <a:extLst>
                    <a:ext uri="{FF2B5EF4-FFF2-40B4-BE49-F238E27FC236}">
                      <a16:creationId xmlns:a16="http://schemas.microsoft.com/office/drawing/2014/main" id="{EC43C7A9-C292-414E-8050-0E7AAF666C6D}"/>
                    </a:ext>
                  </a:extLst>
                </p:cNvPr>
                <p:cNvSpPr/>
                <p:nvPr/>
              </p:nvSpPr>
              <p:spPr>
                <a:xfrm>
                  <a:off x="-33062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23" name="Google Shape;12605;p89">
                <a:extLst>
                  <a:ext uri="{FF2B5EF4-FFF2-40B4-BE49-F238E27FC236}">
                    <a16:creationId xmlns:a16="http://schemas.microsoft.com/office/drawing/2014/main" id="{45581EF9-4E84-89A4-3B13-AAE6BBAC4ABE}"/>
                  </a:ext>
                </a:extLst>
              </p:cNvPr>
              <p:cNvGrpSpPr/>
              <p:nvPr/>
            </p:nvGrpSpPr>
            <p:grpSpPr>
              <a:xfrm>
                <a:off x="2047704" y="2664512"/>
                <a:ext cx="640885" cy="635902"/>
                <a:chOff x="6790450" y="3119050"/>
                <a:chExt cx="262750" cy="260675"/>
              </a:xfrm>
              <a:grpFill/>
            </p:grpSpPr>
            <p:sp>
              <p:nvSpPr>
                <p:cNvPr id="17924" name="Google Shape;12606;p89">
                  <a:extLst>
                    <a:ext uri="{FF2B5EF4-FFF2-40B4-BE49-F238E27FC236}">
                      <a16:creationId xmlns:a16="http://schemas.microsoft.com/office/drawing/2014/main" id="{063F5ED9-20CA-52E2-BEBC-95B3AB105629}"/>
                    </a:ext>
                  </a:extLst>
                </p:cNvPr>
                <p:cNvSpPr/>
                <p:nvPr/>
              </p:nvSpPr>
              <p:spPr>
                <a:xfrm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5" name="Google Shape;12607;p89">
                  <a:extLst>
                    <a:ext uri="{FF2B5EF4-FFF2-40B4-BE49-F238E27FC236}">
                      <a16:creationId xmlns:a16="http://schemas.microsoft.com/office/drawing/2014/main" id="{CC635ADE-EA37-BDCD-4710-9758FCC6D602}"/>
                    </a:ext>
                  </a:extLst>
                </p:cNvPr>
                <p:cNvSpPr/>
                <p:nvPr/>
              </p:nvSpPr>
              <p:spPr>
                <a:xfrm flipH="1"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3CAEF48-5827-5631-440B-0278565EDFB4}"/>
                </a:ext>
              </a:extLst>
            </p:cNvPr>
            <p:cNvGrpSpPr/>
            <p:nvPr/>
          </p:nvGrpSpPr>
          <p:grpSpPr>
            <a:xfrm>
              <a:off x="2040531" y="5542392"/>
              <a:ext cx="8060013" cy="620859"/>
              <a:chOff x="2040531" y="5123204"/>
              <a:chExt cx="8060013" cy="620859"/>
            </a:xfrm>
            <a:grpFill/>
          </p:grpSpPr>
          <p:grpSp>
            <p:nvGrpSpPr>
              <p:cNvPr id="17876" name="Google Shape;12608;p89">
                <a:extLst>
                  <a:ext uri="{FF2B5EF4-FFF2-40B4-BE49-F238E27FC236}">
                    <a16:creationId xmlns:a16="http://schemas.microsoft.com/office/drawing/2014/main" id="{5E829A20-4BE8-4DA8-EF61-41AE5ADBB6D6}"/>
                  </a:ext>
                </a:extLst>
              </p:cNvPr>
              <p:cNvGrpSpPr/>
              <p:nvPr/>
            </p:nvGrpSpPr>
            <p:grpSpPr>
              <a:xfrm>
                <a:off x="9554815" y="5123204"/>
                <a:ext cx="545729" cy="620859"/>
                <a:chOff x="7660859" y="2571753"/>
                <a:chExt cx="366561" cy="417024"/>
              </a:xfrm>
              <a:grpFill/>
            </p:grpSpPr>
            <p:sp>
              <p:nvSpPr>
                <p:cNvPr id="17907" name="Google Shape;12609;p89">
                  <a:extLst>
                    <a:ext uri="{FF2B5EF4-FFF2-40B4-BE49-F238E27FC236}">
                      <a16:creationId xmlns:a16="http://schemas.microsoft.com/office/drawing/2014/main" id="{780885ED-E489-CA3E-EE82-0FAFAE082E66}"/>
                    </a:ext>
                  </a:extLst>
                </p:cNvPr>
                <p:cNvSpPr/>
                <p:nvPr/>
              </p:nvSpPr>
              <p:spPr>
                <a:xfrm>
                  <a:off x="7770506" y="2633631"/>
                  <a:ext cx="147259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6" h="7026" extrusionOk="0">
                      <a:moveTo>
                        <a:pt x="4114" y="2928"/>
                      </a:moveTo>
                      <a:lnTo>
                        <a:pt x="4114" y="4099"/>
                      </a:lnTo>
                      <a:lnTo>
                        <a:pt x="2943" y="4099"/>
                      </a:lnTo>
                      <a:lnTo>
                        <a:pt x="2943" y="2928"/>
                      </a:lnTo>
                      <a:close/>
                      <a:moveTo>
                        <a:pt x="2354" y="1"/>
                      </a:moveTo>
                      <a:cubicBezTo>
                        <a:pt x="2032" y="1"/>
                        <a:pt x="1771" y="263"/>
                        <a:pt x="1771" y="586"/>
                      </a:cubicBezTo>
                      <a:lnTo>
                        <a:pt x="1771" y="1757"/>
                      </a:lnTo>
                      <a:lnTo>
                        <a:pt x="618" y="1757"/>
                      </a:lnTo>
                      <a:cubicBezTo>
                        <a:pt x="301" y="1757"/>
                        <a:pt x="31" y="1999"/>
                        <a:pt x="17" y="2314"/>
                      </a:cubicBezTo>
                      <a:cubicBezTo>
                        <a:pt x="1" y="2650"/>
                        <a:pt x="268" y="2928"/>
                        <a:pt x="600" y="2928"/>
                      </a:cubicBezTo>
                      <a:lnTo>
                        <a:pt x="1771" y="2928"/>
                      </a:lnTo>
                      <a:lnTo>
                        <a:pt x="1771" y="4099"/>
                      </a:lnTo>
                      <a:lnTo>
                        <a:pt x="618" y="4099"/>
                      </a:lnTo>
                      <a:cubicBezTo>
                        <a:pt x="301" y="4099"/>
                        <a:pt x="31" y="4341"/>
                        <a:pt x="17" y="4656"/>
                      </a:cubicBezTo>
                      <a:cubicBezTo>
                        <a:pt x="1" y="4992"/>
                        <a:pt x="268" y="5270"/>
                        <a:pt x="600" y="5270"/>
                      </a:cubicBezTo>
                      <a:lnTo>
                        <a:pt x="1771" y="5270"/>
                      </a:lnTo>
                      <a:lnTo>
                        <a:pt x="1771" y="6423"/>
                      </a:lnTo>
                      <a:cubicBezTo>
                        <a:pt x="1771" y="6738"/>
                        <a:pt x="2014" y="7011"/>
                        <a:pt x="2329" y="7025"/>
                      </a:cubicBezTo>
                      <a:cubicBezTo>
                        <a:pt x="2338" y="7025"/>
                        <a:pt x="2348" y="7025"/>
                        <a:pt x="2357" y="7025"/>
                      </a:cubicBezTo>
                      <a:cubicBezTo>
                        <a:pt x="2680" y="7025"/>
                        <a:pt x="2943" y="6764"/>
                        <a:pt x="2943" y="6441"/>
                      </a:cubicBezTo>
                      <a:lnTo>
                        <a:pt x="2943" y="5270"/>
                      </a:lnTo>
                      <a:lnTo>
                        <a:pt x="4114" y="5270"/>
                      </a:lnTo>
                      <a:lnTo>
                        <a:pt x="4114" y="6423"/>
                      </a:lnTo>
                      <a:cubicBezTo>
                        <a:pt x="4114" y="6738"/>
                        <a:pt x="4356" y="7011"/>
                        <a:pt x="4671" y="7025"/>
                      </a:cubicBezTo>
                      <a:cubicBezTo>
                        <a:pt x="4680" y="7025"/>
                        <a:pt x="4690" y="7025"/>
                        <a:pt x="4699" y="7025"/>
                      </a:cubicBezTo>
                      <a:cubicBezTo>
                        <a:pt x="5023" y="7025"/>
                        <a:pt x="5285" y="6764"/>
                        <a:pt x="5285" y="6441"/>
                      </a:cubicBezTo>
                      <a:lnTo>
                        <a:pt x="5285" y="5270"/>
                      </a:lnTo>
                      <a:lnTo>
                        <a:pt x="6456" y="5270"/>
                      </a:lnTo>
                      <a:cubicBezTo>
                        <a:pt x="6788" y="5270"/>
                        <a:pt x="7056" y="4992"/>
                        <a:pt x="7040" y="4656"/>
                      </a:cubicBezTo>
                      <a:cubicBezTo>
                        <a:pt x="7025" y="4341"/>
                        <a:pt x="6753" y="4099"/>
                        <a:pt x="6438" y="4099"/>
                      </a:cubicBezTo>
                      <a:lnTo>
                        <a:pt x="5285" y="4099"/>
                      </a:lnTo>
                      <a:lnTo>
                        <a:pt x="5285" y="2928"/>
                      </a:lnTo>
                      <a:lnTo>
                        <a:pt x="6438" y="2928"/>
                      </a:lnTo>
                      <a:cubicBezTo>
                        <a:pt x="6753" y="2928"/>
                        <a:pt x="7025" y="2685"/>
                        <a:pt x="7040" y="2370"/>
                      </a:cubicBezTo>
                      <a:cubicBezTo>
                        <a:pt x="7056" y="2034"/>
                        <a:pt x="6788" y="1757"/>
                        <a:pt x="6456" y="1757"/>
                      </a:cubicBezTo>
                      <a:lnTo>
                        <a:pt x="5285" y="1757"/>
                      </a:lnTo>
                      <a:lnTo>
                        <a:pt x="5285" y="603"/>
                      </a:lnTo>
                      <a:cubicBezTo>
                        <a:pt x="5285" y="287"/>
                        <a:pt x="5042" y="16"/>
                        <a:pt x="4727" y="2"/>
                      </a:cubicBezTo>
                      <a:cubicBezTo>
                        <a:pt x="4717" y="1"/>
                        <a:pt x="4707" y="1"/>
                        <a:pt x="4696" y="1"/>
                      </a:cubicBezTo>
                      <a:cubicBezTo>
                        <a:pt x="4374" y="1"/>
                        <a:pt x="4114" y="263"/>
                        <a:pt x="4114" y="586"/>
                      </a:cubicBezTo>
                      <a:lnTo>
                        <a:pt x="4114" y="1757"/>
                      </a:lnTo>
                      <a:lnTo>
                        <a:pt x="2943" y="1757"/>
                      </a:lnTo>
                      <a:lnTo>
                        <a:pt x="2943" y="603"/>
                      </a:lnTo>
                      <a:cubicBezTo>
                        <a:pt x="2943" y="287"/>
                        <a:pt x="2700" y="16"/>
                        <a:pt x="2385" y="2"/>
                      </a:cubicBezTo>
                      <a:cubicBezTo>
                        <a:pt x="2375" y="1"/>
                        <a:pt x="2364" y="1"/>
                        <a:pt x="23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8" name="Google Shape;12610;p89">
                  <a:extLst>
                    <a:ext uri="{FF2B5EF4-FFF2-40B4-BE49-F238E27FC236}">
                      <a16:creationId xmlns:a16="http://schemas.microsoft.com/office/drawing/2014/main" id="{B4A7FEC0-1EF8-AFD9-DE12-11C74DC4170F}"/>
                    </a:ext>
                  </a:extLst>
                </p:cNvPr>
                <p:cNvSpPr/>
                <p:nvPr/>
              </p:nvSpPr>
              <p:spPr>
                <a:xfrm>
                  <a:off x="7730834" y="2792447"/>
                  <a:ext cx="226648" cy="7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0" h="3679" extrusionOk="0">
                      <a:moveTo>
                        <a:pt x="747" y="0"/>
                      </a:moveTo>
                      <a:cubicBezTo>
                        <a:pt x="280" y="0"/>
                        <a:pt x="0" y="520"/>
                        <a:pt x="258" y="910"/>
                      </a:cubicBezTo>
                      <a:cubicBezTo>
                        <a:pt x="1470" y="2730"/>
                        <a:pt x="3430" y="3678"/>
                        <a:pt x="5429" y="3678"/>
                      </a:cubicBezTo>
                      <a:cubicBezTo>
                        <a:pt x="7423" y="3678"/>
                        <a:pt x="9385" y="2733"/>
                        <a:pt x="10600" y="911"/>
                      </a:cubicBezTo>
                      <a:cubicBezTo>
                        <a:pt x="10860" y="523"/>
                        <a:pt x="10578" y="2"/>
                        <a:pt x="10116" y="2"/>
                      </a:cubicBezTo>
                      <a:cubicBezTo>
                        <a:pt x="10115" y="2"/>
                        <a:pt x="10114" y="2"/>
                        <a:pt x="10113" y="2"/>
                      </a:cubicBezTo>
                      <a:cubicBezTo>
                        <a:pt x="9924" y="2"/>
                        <a:pt x="9738" y="92"/>
                        <a:pt x="9625" y="262"/>
                      </a:cubicBezTo>
                      <a:cubicBezTo>
                        <a:pt x="8688" y="1668"/>
                        <a:pt x="7119" y="2507"/>
                        <a:pt x="5429" y="2507"/>
                      </a:cubicBezTo>
                      <a:cubicBezTo>
                        <a:pt x="3740" y="2507"/>
                        <a:pt x="2172" y="1668"/>
                        <a:pt x="1235" y="264"/>
                      </a:cubicBezTo>
                      <a:cubicBezTo>
                        <a:pt x="1125" y="101"/>
                        <a:pt x="943" y="0"/>
                        <a:pt x="7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9" name="Google Shape;12611;p89">
                  <a:extLst>
                    <a:ext uri="{FF2B5EF4-FFF2-40B4-BE49-F238E27FC236}">
                      <a16:creationId xmlns:a16="http://schemas.microsoft.com/office/drawing/2014/main" id="{CE887360-307F-FEE6-24CD-D8685D761850}"/>
                    </a:ext>
                  </a:extLst>
                </p:cNvPr>
                <p:cNvSpPr/>
                <p:nvPr/>
              </p:nvSpPr>
              <p:spPr>
                <a:xfrm>
                  <a:off x="7660859" y="2571753"/>
                  <a:ext cx="366561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4" h="19982" extrusionOk="0">
                      <a:moveTo>
                        <a:pt x="14636" y="1169"/>
                      </a:moveTo>
                      <a:cubicBezTo>
                        <a:pt x="15587" y="1169"/>
                        <a:pt x="16392" y="1992"/>
                        <a:pt x="16392" y="2965"/>
                      </a:cubicBezTo>
                      <a:lnTo>
                        <a:pt x="16392" y="14674"/>
                      </a:lnTo>
                      <a:cubicBezTo>
                        <a:pt x="16392" y="15643"/>
                        <a:pt x="15607" y="16431"/>
                        <a:pt x="14636" y="16431"/>
                      </a:cubicBezTo>
                      <a:lnTo>
                        <a:pt x="11124" y="16431"/>
                      </a:lnTo>
                      <a:cubicBezTo>
                        <a:pt x="10967" y="16431"/>
                        <a:pt x="10816" y="16493"/>
                        <a:pt x="10707" y="16604"/>
                      </a:cubicBezTo>
                      <a:lnTo>
                        <a:pt x="8782" y="18561"/>
                      </a:lnTo>
                      <a:lnTo>
                        <a:pt x="6857" y="16604"/>
                      </a:lnTo>
                      <a:cubicBezTo>
                        <a:pt x="6748" y="16493"/>
                        <a:pt x="6597" y="16431"/>
                        <a:pt x="6440" y="16431"/>
                      </a:cubicBezTo>
                      <a:lnTo>
                        <a:pt x="2928" y="16431"/>
                      </a:lnTo>
                      <a:cubicBezTo>
                        <a:pt x="1959" y="16431"/>
                        <a:pt x="1172" y="15643"/>
                        <a:pt x="1172" y="14674"/>
                      </a:cubicBezTo>
                      <a:lnTo>
                        <a:pt x="1172" y="2965"/>
                      </a:lnTo>
                      <a:cubicBezTo>
                        <a:pt x="1172" y="1992"/>
                        <a:pt x="1977" y="1169"/>
                        <a:pt x="2928" y="1169"/>
                      </a:cubicBezTo>
                      <a:close/>
                      <a:moveTo>
                        <a:pt x="2928" y="0"/>
                      </a:moveTo>
                      <a:cubicBezTo>
                        <a:pt x="1310" y="0"/>
                        <a:pt x="1" y="1346"/>
                        <a:pt x="1" y="2965"/>
                      </a:cubicBezTo>
                      <a:lnTo>
                        <a:pt x="1" y="14674"/>
                      </a:lnTo>
                      <a:cubicBezTo>
                        <a:pt x="1" y="16291"/>
                        <a:pt x="1312" y="17600"/>
                        <a:pt x="2928" y="17600"/>
                      </a:cubicBezTo>
                      <a:lnTo>
                        <a:pt x="6196" y="17600"/>
                      </a:lnTo>
                      <a:lnTo>
                        <a:pt x="8365" y="19806"/>
                      </a:lnTo>
                      <a:cubicBezTo>
                        <a:pt x="8474" y="19919"/>
                        <a:pt x="8625" y="19981"/>
                        <a:pt x="8782" y="19981"/>
                      </a:cubicBezTo>
                      <a:cubicBezTo>
                        <a:pt x="8940" y="19981"/>
                        <a:pt x="9090" y="19919"/>
                        <a:pt x="9200" y="19806"/>
                      </a:cubicBezTo>
                      <a:lnTo>
                        <a:pt x="11370" y="17600"/>
                      </a:lnTo>
                      <a:lnTo>
                        <a:pt x="14636" y="17600"/>
                      </a:lnTo>
                      <a:cubicBezTo>
                        <a:pt x="16251" y="17600"/>
                        <a:pt x="17563" y="16287"/>
                        <a:pt x="17563" y="14674"/>
                      </a:cubicBezTo>
                      <a:lnTo>
                        <a:pt x="17563" y="2965"/>
                      </a:lnTo>
                      <a:cubicBezTo>
                        <a:pt x="17563" y="1348"/>
                        <a:pt x="16254" y="0"/>
                        <a:pt x="14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7" name="Google Shape;12612;p89">
                <a:extLst>
                  <a:ext uri="{FF2B5EF4-FFF2-40B4-BE49-F238E27FC236}">
                    <a16:creationId xmlns:a16="http://schemas.microsoft.com/office/drawing/2014/main" id="{31FC8DB2-3665-A165-A32E-141430B2B25C}"/>
                  </a:ext>
                </a:extLst>
              </p:cNvPr>
              <p:cNvGrpSpPr/>
              <p:nvPr/>
            </p:nvGrpSpPr>
            <p:grpSpPr>
              <a:xfrm>
                <a:off x="5797695" y="5123204"/>
                <a:ext cx="620859" cy="620859"/>
                <a:chOff x="5566722" y="2571753"/>
                <a:chExt cx="417024" cy="417024"/>
              </a:xfrm>
              <a:grpFill/>
            </p:grpSpPr>
            <p:sp>
              <p:nvSpPr>
                <p:cNvPr id="17905" name="Google Shape;12613;p89">
                  <a:extLst>
                    <a:ext uri="{FF2B5EF4-FFF2-40B4-BE49-F238E27FC236}">
                      <a16:creationId xmlns:a16="http://schemas.microsoft.com/office/drawing/2014/main" id="{38D1FB29-3EEA-FA2D-40C5-5023096A1BD0}"/>
                    </a:ext>
                  </a:extLst>
                </p:cNvPr>
                <p:cNvSpPr/>
                <p:nvPr/>
              </p:nvSpPr>
              <p:spPr>
                <a:xfrm>
                  <a:off x="5566722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0" y="1171"/>
                      </a:moveTo>
                      <a:cubicBezTo>
                        <a:pt x="14855" y="1171"/>
                        <a:pt x="18810" y="5127"/>
                        <a:pt x="18810" y="9991"/>
                      </a:cubicBezTo>
                      <a:cubicBezTo>
                        <a:pt x="18810" y="14854"/>
                        <a:pt x="14855" y="18810"/>
                        <a:pt x="9990" y="18810"/>
                      </a:cubicBezTo>
                      <a:cubicBezTo>
                        <a:pt x="5127" y="18810"/>
                        <a:pt x="1170" y="14854"/>
                        <a:pt x="1170" y="9991"/>
                      </a:cubicBezTo>
                      <a:cubicBezTo>
                        <a:pt x="1170" y="5127"/>
                        <a:pt x="5127" y="1171"/>
                        <a:pt x="9990" y="1171"/>
                      </a:cubicBezTo>
                      <a:close/>
                      <a:moveTo>
                        <a:pt x="9990" y="0"/>
                      </a:moveTo>
                      <a:cubicBezTo>
                        <a:pt x="4488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0" y="19981"/>
                      </a:cubicBezTo>
                      <a:cubicBezTo>
                        <a:pt x="15492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6" name="Google Shape;12614;p89">
                  <a:extLst>
                    <a:ext uri="{FF2B5EF4-FFF2-40B4-BE49-F238E27FC236}">
                      <a16:creationId xmlns:a16="http://schemas.microsoft.com/office/drawing/2014/main" id="{B0DA1753-BD21-DD31-05FA-A48114F93B24}"/>
                    </a:ext>
                  </a:extLst>
                </p:cNvPr>
                <p:cNvSpPr/>
                <p:nvPr/>
              </p:nvSpPr>
              <p:spPr>
                <a:xfrm>
                  <a:off x="5653037" y="2658069"/>
                  <a:ext cx="207719" cy="24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3" h="11646" extrusionOk="0">
                      <a:moveTo>
                        <a:pt x="8782" y="1300"/>
                      </a:moveTo>
                      <a:lnTo>
                        <a:pt x="8782" y="2448"/>
                      </a:lnTo>
                      <a:lnTo>
                        <a:pt x="4099" y="3384"/>
                      </a:lnTo>
                      <a:lnTo>
                        <a:pt x="4099" y="2236"/>
                      </a:lnTo>
                      <a:lnTo>
                        <a:pt x="8782" y="1300"/>
                      </a:lnTo>
                      <a:close/>
                      <a:moveTo>
                        <a:pt x="8782" y="7304"/>
                      </a:moveTo>
                      <a:lnTo>
                        <a:pt x="8782" y="8447"/>
                      </a:lnTo>
                      <a:cubicBezTo>
                        <a:pt x="8782" y="8766"/>
                        <a:pt x="8591" y="9047"/>
                        <a:pt x="8295" y="9165"/>
                      </a:cubicBezTo>
                      <a:cubicBezTo>
                        <a:pt x="8163" y="9218"/>
                        <a:pt x="7987" y="9306"/>
                        <a:pt x="7782" y="9306"/>
                      </a:cubicBezTo>
                      <a:cubicBezTo>
                        <a:pt x="7653" y="9306"/>
                        <a:pt x="7513" y="9271"/>
                        <a:pt x="7365" y="9171"/>
                      </a:cubicBezTo>
                      <a:cubicBezTo>
                        <a:pt x="6850" y="8824"/>
                        <a:pt x="6937" y="8042"/>
                        <a:pt x="7512" y="7812"/>
                      </a:cubicBezTo>
                      <a:lnTo>
                        <a:pt x="8782" y="7304"/>
                      </a:lnTo>
                      <a:close/>
                      <a:moveTo>
                        <a:pt x="2928" y="8475"/>
                      </a:moveTo>
                      <a:lnTo>
                        <a:pt x="2928" y="9618"/>
                      </a:lnTo>
                      <a:cubicBezTo>
                        <a:pt x="2928" y="9937"/>
                        <a:pt x="2737" y="10218"/>
                        <a:pt x="2442" y="10336"/>
                      </a:cubicBezTo>
                      <a:cubicBezTo>
                        <a:pt x="2308" y="10389"/>
                        <a:pt x="2132" y="10476"/>
                        <a:pt x="1928" y="10476"/>
                      </a:cubicBezTo>
                      <a:cubicBezTo>
                        <a:pt x="1799" y="10476"/>
                        <a:pt x="1659" y="10442"/>
                        <a:pt x="1511" y="10342"/>
                      </a:cubicBezTo>
                      <a:cubicBezTo>
                        <a:pt x="996" y="9993"/>
                        <a:pt x="1083" y="9213"/>
                        <a:pt x="1658" y="8983"/>
                      </a:cubicBezTo>
                      <a:lnTo>
                        <a:pt x="2928" y="8475"/>
                      </a:lnTo>
                      <a:close/>
                      <a:moveTo>
                        <a:pt x="9369" y="1"/>
                      </a:moveTo>
                      <a:cubicBezTo>
                        <a:pt x="9330" y="1"/>
                        <a:pt x="9291" y="4"/>
                        <a:pt x="9252" y="12"/>
                      </a:cubicBezTo>
                      <a:lnTo>
                        <a:pt x="3399" y="1182"/>
                      </a:lnTo>
                      <a:cubicBezTo>
                        <a:pt x="3124" y="1237"/>
                        <a:pt x="2928" y="1477"/>
                        <a:pt x="2928" y="1757"/>
                      </a:cubicBezTo>
                      <a:lnTo>
                        <a:pt x="2928" y="7214"/>
                      </a:lnTo>
                      <a:lnTo>
                        <a:pt x="1223" y="7897"/>
                      </a:lnTo>
                      <a:cubicBezTo>
                        <a:pt x="480" y="8192"/>
                        <a:pt x="0" y="8902"/>
                        <a:pt x="0" y="9701"/>
                      </a:cubicBezTo>
                      <a:cubicBezTo>
                        <a:pt x="0" y="10782"/>
                        <a:pt x="880" y="11645"/>
                        <a:pt x="1944" y="11645"/>
                      </a:cubicBezTo>
                      <a:cubicBezTo>
                        <a:pt x="2362" y="11645"/>
                        <a:pt x="2624" y="11523"/>
                        <a:pt x="2877" y="11423"/>
                      </a:cubicBezTo>
                      <a:cubicBezTo>
                        <a:pt x="3618" y="11125"/>
                        <a:pt x="4099" y="10418"/>
                        <a:pt x="4099" y="9618"/>
                      </a:cubicBezTo>
                      <a:lnTo>
                        <a:pt x="4099" y="4578"/>
                      </a:lnTo>
                      <a:lnTo>
                        <a:pt x="8782" y="3641"/>
                      </a:lnTo>
                      <a:lnTo>
                        <a:pt x="8782" y="6043"/>
                      </a:lnTo>
                      <a:lnTo>
                        <a:pt x="7076" y="6726"/>
                      </a:lnTo>
                      <a:cubicBezTo>
                        <a:pt x="6335" y="7023"/>
                        <a:pt x="5854" y="7731"/>
                        <a:pt x="5854" y="8530"/>
                      </a:cubicBezTo>
                      <a:cubicBezTo>
                        <a:pt x="5854" y="9611"/>
                        <a:pt x="6733" y="10476"/>
                        <a:pt x="7798" y="10476"/>
                      </a:cubicBezTo>
                      <a:cubicBezTo>
                        <a:pt x="8216" y="10476"/>
                        <a:pt x="8477" y="10354"/>
                        <a:pt x="8730" y="10251"/>
                      </a:cubicBezTo>
                      <a:cubicBezTo>
                        <a:pt x="9473" y="9956"/>
                        <a:pt x="9953" y="9247"/>
                        <a:pt x="9953" y="8447"/>
                      </a:cubicBezTo>
                      <a:lnTo>
                        <a:pt x="9953" y="586"/>
                      </a:lnTo>
                      <a:cubicBezTo>
                        <a:pt x="9953" y="410"/>
                        <a:pt x="9873" y="244"/>
                        <a:pt x="9739" y="133"/>
                      </a:cubicBezTo>
                      <a:cubicBezTo>
                        <a:pt x="9633" y="47"/>
                        <a:pt x="9503" y="1"/>
                        <a:pt x="9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8" name="Google Shape;12615;p89">
                <a:extLst>
                  <a:ext uri="{FF2B5EF4-FFF2-40B4-BE49-F238E27FC236}">
                    <a16:creationId xmlns:a16="http://schemas.microsoft.com/office/drawing/2014/main" id="{D2920CB1-8CBE-3472-487C-E56B579A1845}"/>
                  </a:ext>
                </a:extLst>
              </p:cNvPr>
              <p:cNvGrpSpPr/>
              <p:nvPr/>
            </p:nvGrpSpPr>
            <p:grpSpPr>
              <a:xfrm>
                <a:off x="6736981" y="5279039"/>
                <a:ext cx="620845" cy="309187"/>
                <a:chOff x="6090251" y="2676413"/>
                <a:chExt cx="417014" cy="207677"/>
              </a:xfrm>
              <a:grpFill/>
            </p:grpSpPr>
            <p:sp>
              <p:nvSpPr>
                <p:cNvPr id="17901" name="Google Shape;12616;p89">
                  <a:extLst>
                    <a:ext uri="{FF2B5EF4-FFF2-40B4-BE49-F238E27FC236}">
                      <a16:creationId xmlns:a16="http://schemas.microsoft.com/office/drawing/2014/main" id="{6A4D2E0A-E109-3CD6-368C-2F407FF059CC}"/>
                    </a:ext>
                  </a:extLst>
                </p:cNvPr>
                <p:cNvSpPr/>
                <p:nvPr/>
              </p:nvSpPr>
              <p:spPr>
                <a:xfrm>
                  <a:off x="6237672" y="2725248"/>
                  <a:ext cx="61086" cy="158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7611" extrusionOk="0">
                      <a:moveTo>
                        <a:pt x="1463" y="1172"/>
                      </a:moveTo>
                      <a:cubicBezTo>
                        <a:pt x="1624" y="1172"/>
                        <a:pt x="1757" y="1303"/>
                        <a:pt x="1757" y="1465"/>
                      </a:cubicBezTo>
                      <a:lnTo>
                        <a:pt x="1757" y="6148"/>
                      </a:lnTo>
                      <a:cubicBezTo>
                        <a:pt x="1757" y="6309"/>
                        <a:pt x="1624" y="6440"/>
                        <a:pt x="1463" y="6440"/>
                      </a:cubicBezTo>
                      <a:cubicBezTo>
                        <a:pt x="1302" y="6440"/>
                        <a:pt x="1171" y="6309"/>
                        <a:pt x="1171" y="6148"/>
                      </a:cubicBezTo>
                      <a:lnTo>
                        <a:pt x="1171" y="1465"/>
                      </a:lnTo>
                      <a:cubicBezTo>
                        <a:pt x="1171" y="1303"/>
                        <a:pt x="1302" y="1172"/>
                        <a:pt x="1463" y="1172"/>
                      </a:cubicBezTo>
                      <a:close/>
                      <a:moveTo>
                        <a:pt x="1463" y="1"/>
                      </a:moveTo>
                      <a:cubicBezTo>
                        <a:pt x="657" y="1"/>
                        <a:pt x="0" y="657"/>
                        <a:pt x="0" y="1465"/>
                      </a:cubicBezTo>
                      <a:lnTo>
                        <a:pt x="0" y="6148"/>
                      </a:lnTo>
                      <a:cubicBezTo>
                        <a:pt x="0" y="6955"/>
                        <a:pt x="657" y="7611"/>
                        <a:pt x="1463" y="7611"/>
                      </a:cubicBezTo>
                      <a:cubicBezTo>
                        <a:pt x="2270" y="7611"/>
                        <a:pt x="2926" y="6955"/>
                        <a:pt x="2926" y="6148"/>
                      </a:cubicBezTo>
                      <a:lnTo>
                        <a:pt x="2926" y="1465"/>
                      </a:lnTo>
                      <a:cubicBezTo>
                        <a:pt x="2926" y="657"/>
                        <a:pt x="2270" y="1"/>
                        <a:pt x="14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2" name="Google Shape;12617;p89">
                  <a:extLst>
                    <a:ext uri="{FF2B5EF4-FFF2-40B4-BE49-F238E27FC236}">
                      <a16:creationId xmlns:a16="http://schemas.microsoft.com/office/drawing/2014/main" id="{298612D4-7839-24F5-F8AC-73C8CE1327D6}"/>
                    </a:ext>
                  </a:extLst>
                </p:cNvPr>
                <p:cNvSpPr/>
                <p:nvPr/>
              </p:nvSpPr>
              <p:spPr>
                <a:xfrm>
                  <a:off x="6446178" y="2761915"/>
                  <a:ext cx="61086" cy="61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2927" extrusionOk="0">
                      <a:moveTo>
                        <a:pt x="1464" y="1171"/>
                      </a:moveTo>
                      <a:cubicBezTo>
                        <a:pt x="1625" y="1171"/>
                        <a:pt x="1756" y="1302"/>
                        <a:pt x="1756" y="1463"/>
                      </a:cubicBezTo>
                      <a:cubicBezTo>
                        <a:pt x="1756" y="1626"/>
                        <a:pt x="1625" y="1757"/>
                        <a:pt x="1464" y="1757"/>
                      </a:cubicBezTo>
                      <a:cubicBezTo>
                        <a:pt x="1303" y="1757"/>
                        <a:pt x="1170" y="1626"/>
                        <a:pt x="1170" y="1463"/>
                      </a:cubicBezTo>
                      <a:cubicBezTo>
                        <a:pt x="1170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cubicBezTo>
                        <a:pt x="1" y="2270"/>
                        <a:pt x="657" y="2926"/>
                        <a:pt x="1464" y="2926"/>
                      </a:cubicBezTo>
                      <a:cubicBezTo>
                        <a:pt x="2270" y="2926"/>
                        <a:pt x="2927" y="2270"/>
                        <a:pt x="2927" y="1463"/>
                      </a:cubicBez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3" name="Google Shape;12618;p89">
                  <a:extLst>
                    <a:ext uri="{FF2B5EF4-FFF2-40B4-BE49-F238E27FC236}">
                      <a16:creationId xmlns:a16="http://schemas.microsoft.com/office/drawing/2014/main" id="{E5527D6C-7812-E399-23D9-74507ADDD0CB}"/>
                    </a:ext>
                  </a:extLst>
                </p:cNvPr>
                <p:cNvSpPr/>
                <p:nvPr/>
              </p:nvSpPr>
              <p:spPr>
                <a:xfrm>
                  <a:off x="6311758" y="2676413"/>
                  <a:ext cx="135446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0" h="9951" extrusionOk="0">
                      <a:moveTo>
                        <a:pt x="1466" y="1171"/>
                      </a:moveTo>
                      <a:cubicBezTo>
                        <a:pt x="1627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6" y="3598"/>
                      </a:lnTo>
                      <a:cubicBezTo>
                        <a:pt x="4243" y="3541"/>
                        <a:pt x="4318" y="3512"/>
                        <a:pt x="4392" y="3512"/>
                      </a:cubicBezTo>
                      <a:cubicBezTo>
                        <a:pt x="4467" y="3512"/>
                        <a:pt x="4542" y="3541"/>
                        <a:pt x="4598" y="3598"/>
                      </a:cubicBezTo>
                      <a:cubicBezTo>
                        <a:pt x="4713" y="3712"/>
                        <a:pt x="4713" y="3897"/>
                        <a:pt x="4598" y="4012"/>
                      </a:cubicBezTo>
                      <a:lnTo>
                        <a:pt x="3247" y="5364"/>
                      </a:lnTo>
                      <a:lnTo>
                        <a:pt x="5221" y="8325"/>
                      </a:lnTo>
                      <a:cubicBezTo>
                        <a:pt x="5280" y="8414"/>
                        <a:pt x="5274" y="8500"/>
                        <a:pt x="5265" y="8546"/>
                      </a:cubicBezTo>
                      <a:cubicBezTo>
                        <a:pt x="5257" y="8591"/>
                        <a:pt x="5228" y="8674"/>
                        <a:pt x="5140" y="8732"/>
                      </a:cubicBezTo>
                      <a:cubicBezTo>
                        <a:pt x="5090" y="8764"/>
                        <a:pt x="5037" y="8780"/>
                        <a:pt x="4979" y="8780"/>
                      </a:cubicBezTo>
                      <a:cubicBezTo>
                        <a:pt x="4880" y="8780"/>
                        <a:pt x="4788" y="8732"/>
                        <a:pt x="4735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7" y="8782"/>
                        <a:pt x="1466" y="8782"/>
                      </a:cubicBezTo>
                      <a:cubicBezTo>
                        <a:pt x="1305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5" y="1171"/>
                        <a:pt x="1466" y="1171"/>
                      </a:cubicBezTo>
                      <a:close/>
                      <a:moveTo>
                        <a:pt x="1466" y="0"/>
                      </a:moveTo>
                      <a:cubicBezTo>
                        <a:pt x="659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9" y="9951"/>
                        <a:pt x="1466" y="9951"/>
                      </a:cubicBezTo>
                      <a:cubicBezTo>
                        <a:pt x="2272" y="9951"/>
                        <a:pt x="2929" y="9295"/>
                        <a:pt x="2929" y="8488"/>
                      </a:cubicBezTo>
                      <a:lnTo>
                        <a:pt x="2929" y="8053"/>
                      </a:lnTo>
                      <a:lnTo>
                        <a:pt x="3760" y="9300"/>
                      </a:lnTo>
                      <a:cubicBezTo>
                        <a:pt x="4032" y="9709"/>
                        <a:pt x="4487" y="9951"/>
                        <a:pt x="4979" y="9951"/>
                      </a:cubicBezTo>
                      <a:cubicBezTo>
                        <a:pt x="5269" y="9951"/>
                        <a:pt x="5548" y="9866"/>
                        <a:pt x="5789" y="9705"/>
                      </a:cubicBezTo>
                      <a:cubicBezTo>
                        <a:pt x="6114" y="9489"/>
                        <a:pt x="6336" y="9158"/>
                        <a:pt x="6413" y="8775"/>
                      </a:cubicBezTo>
                      <a:cubicBezTo>
                        <a:pt x="6490" y="8391"/>
                        <a:pt x="6412" y="8001"/>
                        <a:pt x="6196" y="7676"/>
                      </a:cubicBezTo>
                      <a:lnTo>
                        <a:pt x="4754" y="5512"/>
                      </a:lnTo>
                      <a:lnTo>
                        <a:pt x="5426" y="4840"/>
                      </a:lnTo>
                      <a:cubicBezTo>
                        <a:pt x="5998" y="4269"/>
                        <a:pt x="5998" y="3340"/>
                        <a:pt x="5426" y="2771"/>
                      </a:cubicBezTo>
                      <a:cubicBezTo>
                        <a:pt x="5142" y="2485"/>
                        <a:pt x="4767" y="2342"/>
                        <a:pt x="4392" y="2342"/>
                      </a:cubicBezTo>
                      <a:cubicBezTo>
                        <a:pt x="4017" y="2342"/>
                        <a:pt x="3642" y="2485"/>
                        <a:pt x="3357" y="2771"/>
                      </a:cubicBezTo>
                      <a:lnTo>
                        <a:pt x="2929" y="3199"/>
                      </a:lnTo>
                      <a:lnTo>
                        <a:pt x="2929" y="1463"/>
                      </a:lnTo>
                      <a:cubicBezTo>
                        <a:pt x="2929" y="657"/>
                        <a:pt x="2272" y="0"/>
                        <a:pt x="14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4" name="Google Shape;12619;p89">
                  <a:extLst>
                    <a:ext uri="{FF2B5EF4-FFF2-40B4-BE49-F238E27FC236}">
                      <a16:creationId xmlns:a16="http://schemas.microsoft.com/office/drawing/2014/main" id="{A1232FB5-8FA1-6B57-3960-DB7CA8545A36}"/>
                    </a:ext>
                  </a:extLst>
                </p:cNvPr>
                <p:cNvSpPr/>
                <p:nvPr/>
              </p:nvSpPr>
              <p:spPr>
                <a:xfrm>
                  <a:off x="6090251" y="2676413"/>
                  <a:ext cx="135405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4" y="1171"/>
                      </a:moveTo>
                      <a:cubicBezTo>
                        <a:pt x="1625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4" y="3598"/>
                      </a:lnTo>
                      <a:cubicBezTo>
                        <a:pt x="4241" y="3541"/>
                        <a:pt x="4316" y="3512"/>
                        <a:pt x="4391" y="3512"/>
                      </a:cubicBezTo>
                      <a:cubicBezTo>
                        <a:pt x="4466" y="3512"/>
                        <a:pt x="4541" y="3541"/>
                        <a:pt x="4598" y="3598"/>
                      </a:cubicBezTo>
                      <a:cubicBezTo>
                        <a:pt x="4712" y="3712"/>
                        <a:pt x="4712" y="3897"/>
                        <a:pt x="4598" y="4012"/>
                      </a:cubicBezTo>
                      <a:lnTo>
                        <a:pt x="3245" y="5364"/>
                      </a:lnTo>
                      <a:lnTo>
                        <a:pt x="5219" y="8325"/>
                      </a:lnTo>
                      <a:cubicBezTo>
                        <a:pt x="5278" y="8414"/>
                        <a:pt x="5272" y="8500"/>
                        <a:pt x="5264" y="8546"/>
                      </a:cubicBezTo>
                      <a:cubicBezTo>
                        <a:pt x="5255" y="8591"/>
                        <a:pt x="5226" y="8674"/>
                        <a:pt x="5138" y="8732"/>
                      </a:cubicBezTo>
                      <a:cubicBezTo>
                        <a:pt x="5090" y="8764"/>
                        <a:pt x="5035" y="8780"/>
                        <a:pt x="4977" y="8780"/>
                      </a:cubicBezTo>
                      <a:cubicBezTo>
                        <a:pt x="4878" y="8780"/>
                        <a:pt x="4788" y="8732"/>
                        <a:pt x="4733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5" y="8782"/>
                        <a:pt x="1464" y="8782"/>
                      </a:cubicBezTo>
                      <a:cubicBezTo>
                        <a:pt x="1303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7" y="9951"/>
                        <a:pt x="1464" y="9951"/>
                      </a:cubicBezTo>
                      <a:cubicBezTo>
                        <a:pt x="2270" y="9951"/>
                        <a:pt x="2927" y="9295"/>
                        <a:pt x="2927" y="8488"/>
                      </a:cubicBezTo>
                      <a:lnTo>
                        <a:pt x="2927" y="8053"/>
                      </a:lnTo>
                      <a:lnTo>
                        <a:pt x="3758" y="9300"/>
                      </a:lnTo>
                      <a:cubicBezTo>
                        <a:pt x="4031" y="9709"/>
                        <a:pt x="4485" y="9951"/>
                        <a:pt x="4977" y="9951"/>
                      </a:cubicBezTo>
                      <a:cubicBezTo>
                        <a:pt x="5267" y="9951"/>
                        <a:pt x="5548" y="9866"/>
                        <a:pt x="5787" y="9705"/>
                      </a:cubicBezTo>
                      <a:cubicBezTo>
                        <a:pt x="6113" y="9489"/>
                        <a:pt x="6336" y="9158"/>
                        <a:pt x="6412" y="8775"/>
                      </a:cubicBezTo>
                      <a:cubicBezTo>
                        <a:pt x="6488" y="8391"/>
                        <a:pt x="6410" y="8001"/>
                        <a:pt x="6194" y="7676"/>
                      </a:cubicBezTo>
                      <a:lnTo>
                        <a:pt x="4752" y="5512"/>
                      </a:lnTo>
                      <a:lnTo>
                        <a:pt x="5426" y="4840"/>
                      </a:lnTo>
                      <a:cubicBezTo>
                        <a:pt x="5996" y="4269"/>
                        <a:pt x="5996" y="3340"/>
                        <a:pt x="5426" y="2771"/>
                      </a:cubicBezTo>
                      <a:cubicBezTo>
                        <a:pt x="5141" y="2485"/>
                        <a:pt x="4766" y="2342"/>
                        <a:pt x="4391" y="2342"/>
                      </a:cubicBezTo>
                      <a:cubicBezTo>
                        <a:pt x="4016" y="2342"/>
                        <a:pt x="3641" y="2485"/>
                        <a:pt x="3357" y="2771"/>
                      </a:cubicBezTo>
                      <a:lnTo>
                        <a:pt x="2927" y="3199"/>
                      </a:lnTo>
                      <a:lnTo>
                        <a:pt x="2927" y="1463"/>
                      </a:ln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9" name="Google Shape;12620;p89">
                <a:extLst>
                  <a:ext uri="{FF2B5EF4-FFF2-40B4-BE49-F238E27FC236}">
                    <a16:creationId xmlns:a16="http://schemas.microsoft.com/office/drawing/2014/main" id="{E418116E-D09A-13ED-8772-000FE3CC00B5}"/>
                  </a:ext>
                </a:extLst>
              </p:cNvPr>
              <p:cNvGrpSpPr/>
              <p:nvPr/>
            </p:nvGrpSpPr>
            <p:grpSpPr>
              <a:xfrm>
                <a:off x="8615531" y="5123204"/>
                <a:ext cx="620859" cy="620859"/>
                <a:chOff x="7137330" y="2571753"/>
                <a:chExt cx="417024" cy="417024"/>
              </a:xfrm>
              <a:grpFill/>
            </p:grpSpPr>
            <p:sp>
              <p:nvSpPr>
                <p:cNvPr id="17898" name="Google Shape;12621;p89">
                  <a:extLst>
                    <a:ext uri="{FF2B5EF4-FFF2-40B4-BE49-F238E27FC236}">
                      <a16:creationId xmlns:a16="http://schemas.microsoft.com/office/drawing/2014/main" id="{551D968D-C1F1-199F-9914-223FDDDA2A84}"/>
                    </a:ext>
                  </a:extLst>
                </p:cNvPr>
                <p:cNvSpPr/>
                <p:nvPr/>
              </p:nvSpPr>
              <p:spPr>
                <a:xfrm>
                  <a:off x="7235854" y="2645840"/>
                  <a:ext cx="219949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9" h="12881" extrusionOk="0">
                      <a:moveTo>
                        <a:pt x="5271" y="1172"/>
                      </a:moveTo>
                      <a:cubicBezTo>
                        <a:pt x="7530" y="1172"/>
                        <a:pt x="9368" y="3010"/>
                        <a:pt x="9368" y="5270"/>
                      </a:cubicBezTo>
                      <a:cubicBezTo>
                        <a:pt x="9368" y="6273"/>
                        <a:pt x="8717" y="7797"/>
                        <a:pt x="7624" y="9343"/>
                      </a:cubicBezTo>
                      <a:cubicBezTo>
                        <a:pt x="6513" y="10917"/>
                        <a:pt x="5536" y="11665"/>
                        <a:pt x="5271" y="11708"/>
                      </a:cubicBezTo>
                      <a:cubicBezTo>
                        <a:pt x="5004" y="11665"/>
                        <a:pt x="4029" y="10917"/>
                        <a:pt x="2916" y="9343"/>
                      </a:cubicBezTo>
                      <a:cubicBezTo>
                        <a:pt x="1825" y="7797"/>
                        <a:pt x="1172" y="6273"/>
                        <a:pt x="1172" y="5270"/>
                      </a:cubicBezTo>
                      <a:cubicBezTo>
                        <a:pt x="1172" y="3010"/>
                        <a:pt x="3010" y="1172"/>
                        <a:pt x="5271" y="1172"/>
                      </a:cubicBezTo>
                      <a:close/>
                      <a:moveTo>
                        <a:pt x="5271" y="1"/>
                      </a:moveTo>
                      <a:cubicBezTo>
                        <a:pt x="2366" y="1"/>
                        <a:pt x="1" y="2364"/>
                        <a:pt x="1" y="5270"/>
                      </a:cubicBezTo>
                      <a:cubicBezTo>
                        <a:pt x="1" y="7084"/>
                        <a:pt x="1409" y="9247"/>
                        <a:pt x="2014" y="10093"/>
                      </a:cubicBezTo>
                      <a:cubicBezTo>
                        <a:pt x="2481" y="10747"/>
                        <a:pt x="4098" y="12881"/>
                        <a:pt x="5271" y="12881"/>
                      </a:cubicBezTo>
                      <a:cubicBezTo>
                        <a:pt x="6444" y="12881"/>
                        <a:pt x="8059" y="10747"/>
                        <a:pt x="8528" y="10093"/>
                      </a:cubicBezTo>
                      <a:cubicBezTo>
                        <a:pt x="9133" y="9247"/>
                        <a:pt x="10539" y="7084"/>
                        <a:pt x="10539" y="5270"/>
                      </a:cubicBezTo>
                      <a:cubicBezTo>
                        <a:pt x="10539" y="2364"/>
                        <a:pt x="8175" y="1"/>
                        <a:pt x="52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9" name="Google Shape;12622;p89">
                  <a:extLst>
                    <a:ext uri="{FF2B5EF4-FFF2-40B4-BE49-F238E27FC236}">
                      <a16:creationId xmlns:a16="http://schemas.microsoft.com/office/drawing/2014/main" id="{0E2133C6-4EC0-89B7-3326-D9A206776458}"/>
                    </a:ext>
                  </a:extLst>
                </p:cNvPr>
                <p:cNvSpPr/>
                <p:nvPr/>
              </p:nvSpPr>
              <p:spPr>
                <a:xfrm>
                  <a:off x="7137330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2" y="1171"/>
                      </a:moveTo>
                      <a:cubicBezTo>
                        <a:pt x="14855" y="1171"/>
                        <a:pt x="18812" y="5127"/>
                        <a:pt x="18812" y="9991"/>
                      </a:cubicBezTo>
                      <a:cubicBezTo>
                        <a:pt x="18812" y="14854"/>
                        <a:pt x="14855" y="18810"/>
                        <a:pt x="9992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2" y="1171"/>
                      </a:cubicBezTo>
                      <a:close/>
                      <a:moveTo>
                        <a:pt x="9992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1"/>
                        <a:pt x="4490" y="19981"/>
                        <a:pt x="9992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0" name="Google Shape;12623;p89">
                  <a:extLst>
                    <a:ext uri="{FF2B5EF4-FFF2-40B4-BE49-F238E27FC236}">
                      <a16:creationId xmlns:a16="http://schemas.microsoft.com/office/drawing/2014/main" id="{71D4B100-3A1E-A98D-DB2A-BFF7A689607C}"/>
                    </a:ext>
                  </a:extLst>
                </p:cNvPr>
                <p:cNvSpPr/>
                <p:nvPr/>
              </p:nvSpPr>
              <p:spPr>
                <a:xfrm>
                  <a:off x="7284751" y="2694716"/>
                  <a:ext cx="122173" cy="12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" h="5855" extrusionOk="0">
                      <a:moveTo>
                        <a:pt x="2928" y="1172"/>
                      </a:moveTo>
                      <a:cubicBezTo>
                        <a:pt x="3895" y="1172"/>
                        <a:pt x="4684" y="1959"/>
                        <a:pt x="4684" y="2928"/>
                      </a:cubicBezTo>
                      <a:cubicBezTo>
                        <a:pt x="4684" y="3896"/>
                        <a:pt x="3895" y="4683"/>
                        <a:pt x="2928" y="4683"/>
                      </a:cubicBezTo>
                      <a:cubicBezTo>
                        <a:pt x="1958" y="4683"/>
                        <a:pt x="1171" y="3896"/>
                        <a:pt x="1171" y="2928"/>
                      </a:cubicBezTo>
                      <a:cubicBezTo>
                        <a:pt x="2139" y="2928"/>
                        <a:pt x="2928" y="2139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2655" y="1"/>
                        <a:pt x="2374" y="47"/>
                        <a:pt x="2066" y="142"/>
                      </a:cubicBezTo>
                      <a:cubicBezTo>
                        <a:pt x="1732" y="245"/>
                        <a:pt x="1562" y="616"/>
                        <a:pt x="1704" y="936"/>
                      </a:cubicBezTo>
                      <a:cubicBezTo>
                        <a:pt x="1885" y="1345"/>
                        <a:pt x="1569" y="1756"/>
                        <a:pt x="1177" y="1756"/>
                      </a:cubicBezTo>
                      <a:cubicBezTo>
                        <a:pt x="1099" y="1756"/>
                        <a:pt x="1018" y="1740"/>
                        <a:pt x="938" y="1704"/>
                      </a:cubicBezTo>
                      <a:cubicBezTo>
                        <a:pt x="860" y="1670"/>
                        <a:pt x="780" y="1654"/>
                        <a:pt x="701" y="1654"/>
                      </a:cubicBezTo>
                      <a:cubicBezTo>
                        <a:pt x="453" y="1654"/>
                        <a:pt x="219" y="1813"/>
                        <a:pt x="142" y="2067"/>
                      </a:cubicBezTo>
                      <a:cubicBezTo>
                        <a:pt x="46" y="2373"/>
                        <a:pt x="0" y="2656"/>
                        <a:pt x="0" y="2928"/>
                      </a:cubicBezTo>
                      <a:cubicBezTo>
                        <a:pt x="0" y="4542"/>
                        <a:pt x="1313" y="5854"/>
                        <a:pt x="2928" y="5854"/>
                      </a:cubicBezTo>
                      <a:cubicBezTo>
                        <a:pt x="4541" y="5854"/>
                        <a:pt x="5854" y="4542"/>
                        <a:pt x="5854" y="2928"/>
                      </a:cubicBezTo>
                      <a:cubicBezTo>
                        <a:pt x="5854" y="1313"/>
                        <a:pt x="4541" y="1"/>
                        <a:pt x="29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0" name="Google Shape;12624;p89">
                <a:extLst>
                  <a:ext uri="{FF2B5EF4-FFF2-40B4-BE49-F238E27FC236}">
                    <a16:creationId xmlns:a16="http://schemas.microsoft.com/office/drawing/2014/main" id="{54FA834C-4297-DAE2-D641-02DF4B6DCCDE}"/>
                  </a:ext>
                </a:extLst>
              </p:cNvPr>
              <p:cNvGrpSpPr/>
              <p:nvPr/>
            </p:nvGrpSpPr>
            <p:grpSpPr>
              <a:xfrm>
                <a:off x="7676248" y="5123204"/>
                <a:ext cx="620859" cy="620859"/>
                <a:chOff x="6613801" y="2571753"/>
                <a:chExt cx="417024" cy="417024"/>
              </a:xfrm>
              <a:grpFill/>
            </p:grpSpPr>
            <p:sp>
              <p:nvSpPr>
                <p:cNvPr id="17893" name="Google Shape;12625;p89">
                  <a:extLst>
                    <a:ext uri="{FF2B5EF4-FFF2-40B4-BE49-F238E27FC236}">
                      <a16:creationId xmlns:a16="http://schemas.microsoft.com/office/drawing/2014/main" id="{9A7EB355-9A95-FA94-3120-257CC2FD55B6}"/>
                    </a:ext>
                  </a:extLst>
                </p:cNvPr>
                <p:cNvSpPr/>
                <p:nvPr/>
              </p:nvSpPr>
              <p:spPr>
                <a:xfrm>
                  <a:off x="6613801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1" y="1171"/>
                      </a:moveTo>
                      <a:cubicBezTo>
                        <a:pt x="14854" y="1171"/>
                        <a:pt x="18812" y="5127"/>
                        <a:pt x="18812" y="9991"/>
                      </a:cubicBezTo>
                      <a:cubicBezTo>
                        <a:pt x="18812" y="14854"/>
                        <a:pt x="14854" y="18810"/>
                        <a:pt x="9991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1" y="1171"/>
                      </a:cubicBezTo>
                      <a:close/>
                      <a:moveTo>
                        <a:pt x="9991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1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1" y="0"/>
                        <a:pt x="99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4" name="Google Shape;12626;p89">
                  <a:extLst>
                    <a:ext uri="{FF2B5EF4-FFF2-40B4-BE49-F238E27FC236}">
                      <a16:creationId xmlns:a16="http://schemas.microsoft.com/office/drawing/2014/main" id="{201B9AF8-6837-90D0-FADB-153C46A7EDA2}"/>
                    </a:ext>
                  </a:extLst>
                </p:cNvPr>
                <p:cNvSpPr/>
                <p:nvPr/>
              </p:nvSpPr>
              <p:spPr>
                <a:xfrm>
                  <a:off x="6663449" y="2645840"/>
                  <a:ext cx="317704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3" h="12881" extrusionOk="0">
                      <a:moveTo>
                        <a:pt x="12295" y="1172"/>
                      </a:moveTo>
                      <a:cubicBezTo>
                        <a:pt x="12619" y="1172"/>
                        <a:pt x="12881" y="1435"/>
                        <a:pt x="12881" y="1757"/>
                      </a:cubicBezTo>
                      <a:cubicBezTo>
                        <a:pt x="12881" y="2079"/>
                        <a:pt x="12617" y="2343"/>
                        <a:pt x="12295" y="2343"/>
                      </a:cubicBezTo>
                      <a:cubicBezTo>
                        <a:pt x="11973" y="2343"/>
                        <a:pt x="11709" y="2079"/>
                        <a:pt x="11709" y="1757"/>
                      </a:cubicBezTo>
                      <a:cubicBezTo>
                        <a:pt x="11709" y="1435"/>
                        <a:pt x="11973" y="1172"/>
                        <a:pt x="12295" y="1172"/>
                      </a:cubicBezTo>
                      <a:close/>
                      <a:moveTo>
                        <a:pt x="2343" y="4685"/>
                      </a:moveTo>
                      <a:cubicBezTo>
                        <a:pt x="2592" y="4685"/>
                        <a:pt x="2827" y="4763"/>
                        <a:pt x="3022" y="4902"/>
                      </a:cubicBezTo>
                      <a:cubicBezTo>
                        <a:pt x="2330" y="5410"/>
                        <a:pt x="1821" y="6015"/>
                        <a:pt x="1513" y="6677"/>
                      </a:cubicBezTo>
                      <a:cubicBezTo>
                        <a:pt x="1301" y="6461"/>
                        <a:pt x="1173" y="6167"/>
                        <a:pt x="1173" y="5856"/>
                      </a:cubicBezTo>
                      <a:cubicBezTo>
                        <a:pt x="1173" y="5210"/>
                        <a:pt x="1697" y="4685"/>
                        <a:pt x="2343" y="4685"/>
                      </a:cubicBezTo>
                      <a:close/>
                      <a:moveTo>
                        <a:pt x="12881" y="4685"/>
                      </a:moveTo>
                      <a:cubicBezTo>
                        <a:pt x="13526" y="4685"/>
                        <a:pt x="14052" y="5208"/>
                        <a:pt x="14052" y="5854"/>
                      </a:cubicBezTo>
                      <a:cubicBezTo>
                        <a:pt x="14052" y="6167"/>
                        <a:pt x="13923" y="6461"/>
                        <a:pt x="13712" y="6677"/>
                      </a:cubicBezTo>
                      <a:cubicBezTo>
                        <a:pt x="13404" y="6015"/>
                        <a:pt x="12893" y="5410"/>
                        <a:pt x="12201" y="4902"/>
                      </a:cubicBezTo>
                      <a:cubicBezTo>
                        <a:pt x="12396" y="4763"/>
                        <a:pt x="12633" y="4685"/>
                        <a:pt x="12881" y="4685"/>
                      </a:cubicBezTo>
                      <a:close/>
                      <a:moveTo>
                        <a:pt x="7616" y="4685"/>
                      </a:moveTo>
                      <a:cubicBezTo>
                        <a:pt x="9058" y="4685"/>
                        <a:pt x="10407" y="5074"/>
                        <a:pt x="11416" y="5778"/>
                      </a:cubicBezTo>
                      <a:cubicBezTo>
                        <a:pt x="12360" y="6440"/>
                        <a:pt x="12881" y="7299"/>
                        <a:pt x="12881" y="8196"/>
                      </a:cubicBezTo>
                      <a:cubicBezTo>
                        <a:pt x="12881" y="9095"/>
                        <a:pt x="12360" y="9953"/>
                        <a:pt x="11416" y="10615"/>
                      </a:cubicBezTo>
                      <a:cubicBezTo>
                        <a:pt x="10407" y="11320"/>
                        <a:pt x="9056" y="11710"/>
                        <a:pt x="7612" y="11710"/>
                      </a:cubicBezTo>
                      <a:cubicBezTo>
                        <a:pt x="6167" y="11710"/>
                        <a:pt x="4816" y="11320"/>
                        <a:pt x="3807" y="10615"/>
                      </a:cubicBezTo>
                      <a:cubicBezTo>
                        <a:pt x="2863" y="9953"/>
                        <a:pt x="2343" y="9095"/>
                        <a:pt x="2343" y="8196"/>
                      </a:cubicBezTo>
                      <a:cubicBezTo>
                        <a:pt x="2343" y="7299"/>
                        <a:pt x="2863" y="6440"/>
                        <a:pt x="3807" y="5778"/>
                      </a:cubicBezTo>
                      <a:cubicBezTo>
                        <a:pt x="4816" y="5074"/>
                        <a:pt x="6165" y="4685"/>
                        <a:pt x="7609" y="4685"/>
                      </a:cubicBezTo>
                      <a:close/>
                      <a:moveTo>
                        <a:pt x="8782" y="0"/>
                      </a:moveTo>
                      <a:cubicBezTo>
                        <a:pt x="8538" y="0"/>
                        <a:pt x="8309" y="156"/>
                        <a:pt x="8228" y="402"/>
                      </a:cubicBezTo>
                      <a:lnTo>
                        <a:pt x="7186" y="3524"/>
                      </a:lnTo>
                      <a:cubicBezTo>
                        <a:pt x="6065" y="3576"/>
                        <a:pt x="4998" y="3836"/>
                        <a:pt x="4073" y="4276"/>
                      </a:cubicBezTo>
                      <a:cubicBezTo>
                        <a:pt x="3634" y="3797"/>
                        <a:pt x="3011" y="3514"/>
                        <a:pt x="2343" y="3514"/>
                      </a:cubicBezTo>
                      <a:cubicBezTo>
                        <a:pt x="1051" y="3514"/>
                        <a:pt x="0" y="4565"/>
                        <a:pt x="0" y="5856"/>
                      </a:cubicBezTo>
                      <a:cubicBezTo>
                        <a:pt x="0" y="6702"/>
                        <a:pt x="469" y="7478"/>
                        <a:pt x="1186" y="7889"/>
                      </a:cubicBezTo>
                      <a:cubicBezTo>
                        <a:pt x="1177" y="7991"/>
                        <a:pt x="1171" y="8094"/>
                        <a:pt x="1171" y="8196"/>
                      </a:cubicBezTo>
                      <a:cubicBezTo>
                        <a:pt x="1171" y="9488"/>
                        <a:pt x="1870" y="10687"/>
                        <a:pt x="3137" y="11573"/>
                      </a:cubicBezTo>
                      <a:cubicBezTo>
                        <a:pt x="4340" y="12415"/>
                        <a:pt x="5928" y="12881"/>
                        <a:pt x="7611" y="12881"/>
                      </a:cubicBezTo>
                      <a:cubicBezTo>
                        <a:pt x="9293" y="12881"/>
                        <a:pt x="10883" y="12415"/>
                        <a:pt x="12086" y="11573"/>
                      </a:cubicBezTo>
                      <a:cubicBezTo>
                        <a:pt x="13353" y="10687"/>
                        <a:pt x="14050" y="9488"/>
                        <a:pt x="14050" y="8196"/>
                      </a:cubicBezTo>
                      <a:cubicBezTo>
                        <a:pt x="14050" y="8094"/>
                        <a:pt x="14046" y="7991"/>
                        <a:pt x="14037" y="7889"/>
                      </a:cubicBezTo>
                      <a:cubicBezTo>
                        <a:pt x="14754" y="7478"/>
                        <a:pt x="15223" y="6702"/>
                        <a:pt x="15223" y="5856"/>
                      </a:cubicBezTo>
                      <a:cubicBezTo>
                        <a:pt x="15223" y="4565"/>
                        <a:pt x="14172" y="3514"/>
                        <a:pt x="12881" y="3514"/>
                      </a:cubicBezTo>
                      <a:cubicBezTo>
                        <a:pt x="12212" y="3514"/>
                        <a:pt x="11589" y="3797"/>
                        <a:pt x="11152" y="4276"/>
                      </a:cubicBezTo>
                      <a:cubicBezTo>
                        <a:pt x="10330" y="3885"/>
                        <a:pt x="9396" y="3636"/>
                        <a:pt x="8412" y="3549"/>
                      </a:cubicBezTo>
                      <a:lnTo>
                        <a:pt x="9153" y="1327"/>
                      </a:lnTo>
                      <a:lnTo>
                        <a:pt x="10540" y="1789"/>
                      </a:lnTo>
                      <a:cubicBezTo>
                        <a:pt x="10556" y="2742"/>
                        <a:pt x="11338" y="3514"/>
                        <a:pt x="12295" y="3514"/>
                      </a:cubicBezTo>
                      <a:cubicBezTo>
                        <a:pt x="13263" y="3514"/>
                        <a:pt x="14052" y="2725"/>
                        <a:pt x="14052" y="1757"/>
                      </a:cubicBezTo>
                      <a:cubicBezTo>
                        <a:pt x="14052" y="790"/>
                        <a:pt x="13263" y="1"/>
                        <a:pt x="12295" y="1"/>
                      </a:cubicBezTo>
                      <a:cubicBezTo>
                        <a:pt x="11732" y="1"/>
                        <a:pt x="11232" y="268"/>
                        <a:pt x="10910" y="678"/>
                      </a:cubicBezTo>
                      <a:lnTo>
                        <a:pt x="8968" y="31"/>
                      </a:lnTo>
                      <a:cubicBezTo>
                        <a:pt x="8906" y="10"/>
                        <a:pt x="8844" y="0"/>
                        <a:pt x="87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5" name="Google Shape;12627;p89">
                  <a:extLst>
                    <a:ext uri="{FF2B5EF4-FFF2-40B4-BE49-F238E27FC236}">
                      <a16:creationId xmlns:a16="http://schemas.microsoft.com/office/drawing/2014/main" id="{B5D5CFEE-C521-83E0-5217-C3D55553D160}"/>
                    </a:ext>
                  </a:extLst>
                </p:cNvPr>
                <p:cNvSpPr/>
                <p:nvPr/>
              </p:nvSpPr>
              <p:spPr>
                <a:xfrm>
                  <a:off x="6748992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1" y="1"/>
                      </a:moveTo>
                      <a:cubicBezTo>
                        <a:pt x="526" y="1"/>
                        <a:pt x="0" y="525"/>
                        <a:pt x="0" y="1170"/>
                      </a:cubicBezTo>
                      <a:cubicBezTo>
                        <a:pt x="0" y="1816"/>
                        <a:pt x="526" y="2341"/>
                        <a:pt x="1171" y="2341"/>
                      </a:cubicBezTo>
                      <a:cubicBezTo>
                        <a:pt x="1817" y="2341"/>
                        <a:pt x="2342" y="1816"/>
                        <a:pt x="2342" y="1170"/>
                      </a:cubicBezTo>
                      <a:cubicBezTo>
                        <a:pt x="2342" y="525"/>
                        <a:pt x="1817" y="1"/>
                        <a:pt x="11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6" name="Google Shape;12628;p89">
                  <a:extLst>
                    <a:ext uri="{FF2B5EF4-FFF2-40B4-BE49-F238E27FC236}">
                      <a16:creationId xmlns:a16="http://schemas.microsoft.com/office/drawing/2014/main" id="{28607794-0528-0700-67C2-AA3B1A0C4289}"/>
                    </a:ext>
                  </a:extLst>
                </p:cNvPr>
                <p:cNvSpPr/>
                <p:nvPr/>
              </p:nvSpPr>
              <p:spPr>
                <a:xfrm>
                  <a:off x="6846703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2" y="1"/>
                      </a:moveTo>
                      <a:cubicBezTo>
                        <a:pt x="526" y="1"/>
                        <a:pt x="1" y="525"/>
                        <a:pt x="1" y="1170"/>
                      </a:cubicBezTo>
                      <a:cubicBezTo>
                        <a:pt x="1" y="1816"/>
                        <a:pt x="526" y="2341"/>
                        <a:pt x="1172" y="2341"/>
                      </a:cubicBezTo>
                      <a:cubicBezTo>
                        <a:pt x="1818" y="2341"/>
                        <a:pt x="2343" y="1816"/>
                        <a:pt x="2343" y="1170"/>
                      </a:cubicBezTo>
                      <a:cubicBezTo>
                        <a:pt x="2343" y="525"/>
                        <a:pt x="1818" y="1"/>
                        <a:pt x="11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7" name="Google Shape;12629;p89">
                  <a:extLst>
                    <a:ext uri="{FF2B5EF4-FFF2-40B4-BE49-F238E27FC236}">
                      <a16:creationId xmlns:a16="http://schemas.microsoft.com/office/drawing/2014/main" id="{38857BA2-8FB1-5845-059C-F1D013A07F64}"/>
                    </a:ext>
                  </a:extLst>
                </p:cNvPr>
                <p:cNvSpPr/>
                <p:nvPr/>
              </p:nvSpPr>
              <p:spPr>
                <a:xfrm>
                  <a:off x="6759469" y="2841323"/>
                  <a:ext cx="125658" cy="3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" h="1722" extrusionOk="0">
                      <a:moveTo>
                        <a:pt x="670" y="0"/>
                      </a:moveTo>
                      <a:cubicBezTo>
                        <a:pt x="455" y="0"/>
                        <a:pt x="249" y="119"/>
                        <a:pt x="146" y="324"/>
                      </a:cubicBezTo>
                      <a:cubicBezTo>
                        <a:pt x="1" y="614"/>
                        <a:pt x="117" y="965"/>
                        <a:pt x="407" y="1110"/>
                      </a:cubicBezTo>
                      <a:cubicBezTo>
                        <a:pt x="1223" y="1516"/>
                        <a:pt x="2116" y="1722"/>
                        <a:pt x="3011" y="1722"/>
                      </a:cubicBezTo>
                      <a:cubicBezTo>
                        <a:pt x="3905" y="1722"/>
                        <a:pt x="4800" y="1518"/>
                        <a:pt x="5614" y="1110"/>
                      </a:cubicBezTo>
                      <a:cubicBezTo>
                        <a:pt x="5904" y="965"/>
                        <a:pt x="6021" y="614"/>
                        <a:pt x="5875" y="324"/>
                      </a:cubicBezTo>
                      <a:cubicBezTo>
                        <a:pt x="5774" y="119"/>
                        <a:pt x="5567" y="0"/>
                        <a:pt x="5352" y="0"/>
                      </a:cubicBezTo>
                      <a:cubicBezTo>
                        <a:pt x="5264" y="0"/>
                        <a:pt x="5174" y="20"/>
                        <a:pt x="5090" y="62"/>
                      </a:cubicBezTo>
                      <a:cubicBezTo>
                        <a:pt x="4439" y="388"/>
                        <a:pt x="3725" y="551"/>
                        <a:pt x="3011" y="551"/>
                      </a:cubicBezTo>
                      <a:cubicBezTo>
                        <a:pt x="2296" y="551"/>
                        <a:pt x="1582" y="388"/>
                        <a:pt x="931" y="62"/>
                      </a:cubicBezTo>
                      <a:cubicBezTo>
                        <a:pt x="847" y="20"/>
                        <a:pt x="758" y="0"/>
                        <a:pt x="6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1" name="Google Shape;12633;p89">
                <a:extLst>
                  <a:ext uri="{FF2B5EF4-FFF2-40B4-BE49-F238E27FC236}">
                    <a16:creationId xmlns:a16="http://schemas.microsoft.com/office/drawing/2014/main" id="{E56297D4-0C23-E9FA-8043-404BBD4F2468}"/>
                  </a:ext>
                </a:extLst>
              </p:cNvPr>
              <p:cNvGrpSpPr/>
              <p:nvPr/>
            </p:nvGrpSpPr>
            <p:grpSpPr>
              <a:xfrm>
                <a:off x="2040531" y="5215345"/>
                <a:ext cx="620859" cy="436577"/>
                <a:chOff x="3476576" y="2633631"/>
                <a:chExt cx="417024" cy="293244"/>
              </a:xfrm>
              <a:grpFill/>
            </p:grpSpPr>
            <p:sp>
              <p:nvSpPr>
                <p:cNvPr id="17891" name="Google Shape;12634;p89">
                  <a:extLst>
                    <a:ext uri="{FF2B5EF4-FFF2-40B4-BE49-F238E27FC236}">
                      <a16:creationId xmlns:a16="http://schemas.microsoft.com/office/drawing/2014/main" id="{90B2BA93-BA05-4F39-5AAB-49DC3788B82A}"/>
                    </a:ext>
                  </a:extLst>
                </p:cNvPr>
                <p:cNvSpPr/>
                <p:nvPr/>
              </p:nvSpPr>
              <p:spPr>
                <a:xfrm>
                  <a:off x="3476576" y="2633631"/>
                  <a:ext cx="417024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4051" extrusionOk="0">
                      <a:moveTo>
                        <a:pt x="17056" y="1172"/>
                      </a:moveTo>
                      <a:cubicBezTo>
                        <a:pt x="18023" y="1172"/>
                        <a:pt x="18811" y="1961"/>
                        <a:pt x="18811" y="2929"/>
                      </a:cubicBezTo>
                      <a:lnTo>
                        <a:pt x="18811" y="11124"/>
                      </a:lnTo>
                      <a:cubicBezTo>
                        <a:pt x="18811" y="12092"/>
                        <a:pt x="18023" y="12881"/>
                        <a:pt x="17056" y="12881"/>
                      </a:cubicBezTo>
                      <a:lnTo>
                        <a:pt x="2927" y="12881"/>
                      </a:lnTo>
                      <a:cubicBezTo>
                        <a:pt x="1959" y="12881"/>
                        <a:pt x="1172" y="12092"/>
                        <a:pt x="1172" y="11124"/>
                      </a:cubicBezTo>
                      <a:lnTo>
                        <a:pt x="1172" y="2929"/>
                      </a:lnTo>
                      <a:cubicBezTo>
                        <a:pt x="1172" y="1961"/>
                        <a:pt x="1959" y="1172"/>
                        <a:pt x="2927" y="1172"/>
                      </a:cubicBezTo>
                      <a:close/>
                      <a:moveTo>
                        <a:pt x="2927" y="1"/>
                      </a:moveTo>
                      <a:cubicBezTo>
                        <a:pt x="1313" y="1"/>
                        <a:pt x="1" y="1315"/>
                        <a:pt x="1" y="2929"/>
                      </a:cubicBezTo>
                      <a:lnTo>
                        <a:pt x="1" y="11124"/>
                      </a:lnTo>
                      <a:cubicBezTo>
                        <a:pt x="1" y="12738"/>
                        <a:pt x="1313" y="14050"/>
                        <a:pt x="2927" y="14050"/>
                      </a:cubicBezTo>
                      <a:lnTo>
                        <a:pt x="17056" y="14050"/>
                      </a:lnTo>
                      <a:cubicBezTo>
                        <a:pt x="18669" y="14050"/>
                        <a:pt x="19982" y="12738"/>
                        <a:pt x="19982" y="11124"/>
                      </a:cubicBezTo>
                      <a:lnTo>
                        <a:pt x="19982" y="2929"/>
                      </a:lnTo>
                      <a:cubicBezTo>
                        <a:pt x="19982" y="1315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2" name="Google Shape;12635;p89">
                  <a:extLst>
                    <a:ext uri="{FF2B5EF4-FFF2-40B4-BE49-F238E27FC236}">
                      <a16:creationId xmlns:a16="http://schemas.microsoft.com/office/drawing/2014/main" id="{106A5BB6-E765-974A-1A93-CECEE7256D40}"/>
                    </a:ext>
                  </a:extLst>
                </p:cNvPr>
                <p:cNvSpPr/>
                <p:nvPr/>
              </p:nvSpPr>
              <p:spPr>
                <a:xfrm>
                  <a:off x="3636206" y="2706945"/>
                  <a:ext cx="122194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5" h="7026" extrusionOk="0">
                      <a:moveTo>
                        <a:pt x="1172" y="1643"/>
                      </a:moveTo>
                      <a:lnTo>
                        <a:pt x="4165" y="3514"/>
                      </a:lnTo>
                      <a:lnTo>
                        <a:pt x="1172" y="5384"/>
                      </a:lnTo>
                      <a:lnTo>
                        <a:pt x="1172" y="1643"/>
                      </a:lnTo>
                      <a:close/>
                      <a:moveTo>
                        <a:pt x="586" y="0"/>
                      </a:moveTo>
                      <a:cubicBezTo>
                        <a:pt x="489" y="0"/>
                        <a:pt x="391" y="25"/>
                        <a:pt x="302" y="74"/>
                      </a:cubicBezTo>
                      <a:cubicBezTo>
                        <a:pt x="116" y="178"/>
                        <a:pt x="1" y="373"/>
                        <a:pt x="1" y="587"/>
                      </a:cubicBezTo>
                      <a:lnTo>
                        <a:pt x="1" y="6440"/>
                      </a:lnTo>
                      <a:cubicBezTo>
                        <a:pt x="1" y="6653"/>
                        <a:pt x="116" y="6849"/>
                        <a:pt x="302" y="6953"/>
                      </a:cubicBezTo>
                      <a:cubicBezTo>
                        <a:pt x="389" y="7001"/>
                        <a:pt x="487" y="7026"/>
                        <a:pt x="585" y="7026"/>
                      </a:cubicBezTo>
                      <a:cubicBezTo>
                        <a:pt x="693" y="7026"/>
                        <a:pt x="801" y="6997"/>
                        <a:pt x="896" y="6937"/>
                      </a:cubicBezTo>
                      <a:lnTo>
                        <a:pt x="5580" y="4010"/>
                      </a:lnTo>
                      <a:cubicBezTo>
                        <a:pt x="5750" y="3903"/>
                        <a:pt x="5854" y="3714"/>
                        <a:pt x="5854" y="3513"/>
                      </a:cubicBezTo>
                      <a:cubicBezTo>
                        <a:pt x="5854" y="3311"/>
                        <a:pt x="5750" y="3123"/>
                        <a:pt x="5580" y="3017"/>
                      </a:cubicBezTo>
                      <a:lnTo>
                        <a:pt x="896" y="90"/>
                      </a:lnTo>
                      <a:cubicBezTo>
                        <a:pt x="801" y="30"/>
                        <a:pt x="694" y="0"/>
                        <a:pt x="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2" name="Google Shape;12636;p89">
                <a:extLst>
                  <a:ext uri="{FF2B5EF4-FFF2-40B4-BE49-F238E27FC236}">
                    <a16:creationId xmlns:a16="http://schemas.microsoft.com/office/drawing/2014/main" id="{5DDB6928-8141-4D4D-0F30-73748DC8D559}"/>
                  </a:ext>
                </a:extLst>
              </p:cNvPr>
              <p:cNvGrpSpPr/>
              <p:nvPr/>
            </p:nvGrpSpPr>
            <p:grpSpPr>
              <a:xfrm>
                <a:off x="2979814" y="5123312"/>
                <a:ext cx="620890" cy="620641"/>
                <a:chOff x="3988564" y="2571836"/>
                <a:chExt cx="417045" cy="416878"/>
              </a:xfrm>
              <a:grpFill/>
            </p:grpSpPr>
            <p:sp>
              <p:nvSpPr>
                <p:cNvPr id="17889" name="Google Shape;12637;p89">
                  <a:extLst>
                    <a:ext uri="{FF2B5EF4-FFF2-40B4-BE49-F238E27FC236}">
                      <a16:creationId xmlns:a16="http://schemas.microsoft.com/office/drawing/2014/main" id="{E4D03CFD-3DBB-E450-677A-075D921F682F}"/>
                    </a:ext>
                  </a:extLst>
                </p:cNvPr>
                <p:cNvSpPr/>
                <p:nvPr/>
              </p:nvSpPr>
              <p:spPr>
                <a:xfrm>
                  <a:off x="4090678" y="2650431"/>
                  <a:ext cx="213124" cy="25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2" h="12423" extrusionOk="0">
                      <a:moveTo>
                        <a:pt x="4938" y="1172"/>
                      </a:moveTo>
                      <a:cubicBezTo>
                        <a:pt x="7267" y="1172"/>
                        <a:pt x="8610" y="2621"/>
                        <a:pt x="8610" y="3081"/>
                      </a:cubicBezTo>
                      <a:cubicBezTo>
                        <a:pt x="8610" y="3348"/>
                        <a:pt x="8308" y="3471"/>
                        <a:pt x="8102" y="3471"/>
                      </a:cubicBezTo>
                      <a:cubicBezTo>
                        <a:pt x="7867" y="3471"/>
                        <a:pt x="7733" y="3357"/>
                        <a:pt x="7407" y="3026"/>
                      </a:cubicBezTo>
                      <a:cubicBezTo>
                        <a:pt x="6933" y="2541"/>
                        <a:pt x="6282" y="1879"/>
                        <a:pt x="4821" y="1879"/>
                      </a:cubicBezTo>
                      <a:cubicBezTo>
                        <a:pt x="4177" y="1879"/>
                        <a:pt x="3602" y="2046"/>
                        <a:pt x="3162" y="2362"/>
                      </a:cubicBezTo>
                      <a:cubicBezTo>
                        <a:pt x="2687" y="2700"/>
                        <a:pt x="2417" y="3188"/>
                        <a:pt x="2417" y="3701"/>
                      </a:cubicBezTo>
                      <a:cubicBezTo>
                        <a:pt x="2417" y="4145"/>
                        <a:pt x="2603" y="4758"/>
                        <a:pt x="3491" y="5152"/>
                      </a:cubicBezTo>
                      <a:cubicBezTo>
                        <a:pt x="3997" y="5378"/>
                        <a:pt x="4646" y="5506"/>
                        <a:pt x="5334" y="5642"/>
                      </a:cubicBezTo>
                      <a:cubicBezTo>
                        <a:pt x="7566" y="6081"/>
                        <a:pt x="9029" y="6514"/>
                        <a:pt x="9029" y="8449"/>
                      </a:cubicBezTo>
                      <a:cubicBezTo>
                        <a:pt x="9029" y="8455"/>
                        <a:pt x="9029" y="8464"/>
                        <a:pt x="9029" y="8478"/>
                      </a:cubicBezTo>
                      <a:cubicBezTo>
                        <a:pt x="9035" y="8646"/>
                        <a:pt x="9028" y="9518"/>
                        <a:pt x="8347" y="10222"/>
                      </a:cubicBezTo>
                      <a:cubicBezTo>
                        <a:pt x="7688" y="10903"/>
                        <a:pt x="6597" y="11248"/>
                        <a:pt x="5102" y="11252"/>
                      </a:cubicBezTo>
                      <a:cubicBezTo>
                        <a:pt x="2240" y="11250"/>
                        <a:pt x="1171" y="9891"/>
                        <a:pt x="1171" y="9033"/>
                      </a:cubicBezTo>
                      <a:cubicBezTo>
                        <a:pt x="1171" y="8780"/>
                        <a:pt x="1518" y="8672"/>
                        <a:pt x="1656" y="8672"/>
                      </a:cubicBezTo>
                      <a:cubicBezTo>
                        <a:pt x="1844" y="8672"/>
                        <a:pt x="2005" y="8837"/>
                        <a:pt x="2327" y="9212"/>
                      </a:cubicBezTo>
                      <a:cubicBezTo>
                        <a:pt x="2843" y="9813"/>
                        <a:pt x="3551" y="10636"/>
                        <a:pt x="5095" y="10636"/>
                      </a:cubicBezTo>
                      <a:cubicBezTo>
                        <a:pt x="6363" y="10636"/>
                        <a:pt x="7727" y="9881"/>
                        <a:pt x="7727" y="8612"/>
                      </a:cubicBezTo>
                      <a:cubicBezTo>
                        <a:pt x="7727" y="7951"/>
                        <a:pt x="7363" y="7445"/>
                        <a:pt x="6647" y="7109"/>
                      </a:cubicBezTo>
                      <a:cubicBezTo>
                        <a:pt x="6130" y="6866"/>
                        <a:pt x="5472" y="6726"/>
                        <a:pt x="4773" y="6578"/>
                      </a:cubicBezTo>
                      <a:cubicBezTo>
                        <a:pt x="2620" y="6120"/>
                        <a:pt x="1209" y="5683"/>
                        <a:pt x="1209" y="3859"/>
                      </a:cubicBezTo>
                      <a:cubicBezTo>
                        <a:pt x="1209" y="2893"/>
                        <a:pt x="1667" y="2191"/>
                        <a:pt x="2606" y="1711"/>
                      </a:cubicBezTo>
                      <a:cubicBezTo>
                        <a:pt x="3388" y="1313"/>
                        <a:pt x="4350" y="1172"/>
                        <a:pt x="4938" y="1172"/>
                      </a:cubicBezTo>
                      <a:close/>
                      <a:moveTo>
                        <a:pt x="4938" y="1"/>
                      </a:moveTo>
                      <a:cubicBezTo>
                        <a:pt x="2944" y="1"/>
                        <a:pt x="39" y="991"/>
                        <a:pt x="39" y="3861"/>
                      </a:cubicBezTo>
                      <a:cubicBezTo>
                        <a:pt x="39" y="5149"/>
                        <a:pt x="579" y="6129"/>
                        <a:pt x="1644" y="6772"/>
                      </a:cubicBezTo>
                      <a:cubicBezTo>
                        <a:pt x="2505" y="7293"/>
                        <a:pt x="3581" y="7523"/>
                        <a:pt x="4529" y="7724"/>
                      </a:cubicBezTo>
                      <a:cubicBezTo>
                        <a:pt x="5159" y="7857"/>
                        <a:pt x="5755" y="7984"/>
                        <a:pt x="6149" y="8170"/>
                      </a:cubicBezTo>
                      <a:cubicBezTo>
                        <a:pt x="6556" y="8359"/>
                        <a:pt x="6556" y="8518"/>
                        <a:pt x="6556" y="8612"/>
                      </a:cubicBezTo>
                      <a:cubicBezTo>
                        <a:pt x="6556" y="9100"/>
                        <a:pt x="5785" y="9465"/>
                        <a:pt x="5095" y="9465"/>
                      </a:cubicBezTo>
                      <a:cubicBezTo>
                        <a:pt x="4089" y="9465"/>
                        <a:pt x="3664" y="8971"/>
                        <a:pt x="3215" y="8449"/>
                      </a:cubicBezTo>
                      <a:cubicBezTo>
                        <a:pt x="2833" y="8005"/>
                        <a:pt x="2401" y="7501"/>
                        <a:pt x="1656" y="7501"/>
                      </a:cubicBezTo>
                      <a:cubicBezTo>
                        <a:pt x="860" y="7501"/>
                        <a:pt x="0" y="8087"/>
                        <a:pt x="0" y="9035"/>
                      </a:cubicBezTo>
                      <a:cubicBezTo>
                        <a:pt x="0" y="10459"/>
                        <a:pt x="1462" y="12423"/>
                        <a:pt x="5104" y="12423"/>
                      </a:cubicBezTo>
                      <a:cubicBezTo>
                        <a:pt x="6926" y="12419"/>
                        <a:pt x="8301" y="11954"/>
                        <a:pt x="9187" y="11036"/>
                      </a:cubicBezTo>
                      <a:cubicBezTo>
                        <a:pt x="10167" y="10024"/>
                        <a:pt x="10211" y="8803"/>
                        <a:pt x="10200" y="8442"/>
                      </a:cubicBezTo>
                      <a:cubicBezTo>
                        <a:pt x="10199" y="7101"/>
                        <a:pt x="9638" y="6090"/>
                        <a:pt x="8536" y="5435"/>
                      </a:cubicBezTo>
                      <a:cubicBezTo>
                        <a:pt x="7642" y="4904"/>
                        <a:pt x="6537" y="4685"/>
                        <a:pt x="5560" y="4492"/>
                      </a:cubicBezTo>
                      <a:cubicBezTo>
                        <a:pt x="4939" y="4370"/>
                        <a:pt x="4354" y="4255"/>
                        <a:pt x="3966" y="4084"/>
                      </a:cubicBezTo>
                      <a:cubicBezTo>
                        <a:pt x="3588" y="3916"/>
                        <a:pt x="3588" y="3781"/>
                        <a:pt x="3588" y="3703"/>
                      </a:cubicBezTo>
                      <a:cubicBezTo>
                        <a:pt x="3588" y="3429"/>
                        <a:pt x="4016" y="3050"/>
                        <a:pt x="4821" y="3050"/>
                      </a:cubicBezTo>
                      <a:cubicBezTo>
                        <a:pt x="5790" y="3050"/>
                        <a:pt x="6153" y="3418"/>
                        <a:pt x="6570" y="3847"/>
                      </a:cubicBezTo>
                      <a:cubicBezTo>
                        <a:pt x="6921" y="4202"/>
                        <a:pt x="7354" y="4644"/>
                        <a:pt x="8102" y="4644"/>
                      </a:cubicBezTo>
                      <a:cubicBezTo>
                        <a:pt x="8966" y="4644"/>
                        <a:pt x="9781" y="4016"/>
                        <a:pt x="9781" y="3082"/>
                      </a:cubicBezTo>
                      <a:cubicBezTo>
                        <a:pt x="9781" y="1768"/>
                        <a:pt x="7722" y="1"/>
                        <a:pt x="49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0" name="Google Shape;12638;p89">
                  <a:extLst>
                    <a:ext uri="{FF2B5EF4-FFF2-40B4-BE49-F238E27FC236}">
                      <a16:creationId xmlns:a16="http://schemas.microsoft.com/office/drawing/2014/main" id="{A9B9E3BE-6A17-5112-84DA-09DF3FE7824D}"/>
                    </a:ext>
                  </a:extLst>
                </p:cNvPr>
                <p:cNvSpPr/>
                <p:nvPr/>
              </p:nvSpPr>
              <p:spPr>
                <a:xfrm>
                  <a:off x="3988564" y="2571836"/>
                  <a:ext cx="417045" cy="41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75" extrusionOk="0">
                      <a:moveTo>
                        <a:pt x="5465" y="1172"/>
                      </a:moveTo>
                      <a:cubicBezTo>
                        <a:pt x="6229" y="1172"/>
                        <a:pt x="6714" y="1356"/>
                        <a:pt x="7184" y="1548"/>
                      </a:cubicBezTo>
                      <a:cubicBezTo>
                        <a:pt x="7842" y="1820"/>
                        <a:pt x="8120" y="1882"/>
                        <a:pt x="8506" y="1882"/>
                      </a:cubicBezTo>
                      <a:cubicBezTo>
                        <a:pt x="8831" y="1882"/>
                        <a:pt x="9232" y="1838"/>
                        <a:pt x="10000" y="1838"/>
                      </a:cubicBezTo>
                      <a:cubicBezTo>
                        <a:pt x="13275" y="1838"/>
                        <a:pt x="15226" y="3478"/>
                        <a:pt x="16286" y="4855"/>
                      </a:cubicBezTo>
                      <a:cubicBezTo>
                        <a:pt x="17660" y="6641"/>
                        <a:pt x="18149" y="8709"/>
                        <a:pt x="18149" y="9937"/>
                      </a:cubicBezTo>
                      <a:cubicBezTo>
                        <a:pt x="18149" y="11304"/>
                        <a:pt x="17841" y="11405"/>
                        <a:pt x="18414" y="12744"/>
                      </a:cubicBezTo>
                      <a:cubicBezTo>
                        <a:pt x="18610" y="13203"/>
                        <a:pt x="18812" y="13675"/>
                        <a:pt x="18812" y="14565"/>
                      </a:cubicBezTo>
                      <a:cubicBezTo>
                        <a:pt x="18812" y="15702"/>
                        <a:pt x="18373" y="16765"/>
                        <a:pt x="17575" y="17561"/>
                      </a:cubicBezTo>
                      <a:cubicBezTo>
                        <a:pt x="16776" y="18358"/>
                        <a:pt x="15671" y="18803"/>
                        <a:pt x="14546" y="18803"/>
                      </a:cubicBezTo>
                      <a:cubicBezTo>
                        <a:pt x="14544" y="18803"/>
                        <a:pt x="14542" y="18803"/>
                        <a:pt x="14540" y="18803"/>
                      </a:cubicBezTo>
                      <a:lnTo>
                        <a:pt x="14519" y="18803"/>
                      </a:lnTo>
                      <a:cubicBezTo>
                        <a:pt x="13754" y="18803"/>
                        <a:pt x="13270" y="18612"/>
                        <a:pt x="12799" y="18418"/>
                      </a:cubicBezTo>
                      <a:cubicBezTo>
                        <a:pt x="12161" y="18154"/>
                        <a:pt x="11842" y="18085"/>
                        <a:pt x="11520" y="18085"/>
                      </a:cubicBezTo>
                      <a:cubicBezTo>
                        <a:pt x="11167" y="18085"/>
                        <a:pt x="10809" y="18168"/>
                        <a:pt x="10022" y="18168"/>
                      </a:cubicBezTo>
                      <a:cubicBezTo>
                        <a:pt x="6746" y="18168"/>
                        <a:pt x="4785" y="16516"/>
                        <a:pt x="3717" y="15131"/>
                      </a:cubicBezTo>
                      <a:cubicBezTo>
                        <a:pt x="2328" y="13328"/>
                        <a:pt x="1835" y="11257"/>
                        <a:pt x="1835" y="10031"/>
                      </a:cubicBezTo>
                      <a:cubicBezTo>
                        <a:pt x="1835" y="8674"/>
                        <a:pt x="2146" y="8571"/>
                        <a:pt x="1569" y="7222"/>
                      </a:cubicBezTo>
                      <a:cubicBezTo>
                        <a:pt x="1375" y="6765"/>
                        <a:pt x="1173" y="6293"/>
                        <a:pt x="1171" y="5408"/>
                      </a:cubicBezTo>
                      <a:cubicBezTo>
                        <a:pt x="1175" y="3063"/>
                        <a:pt x="3100" y="1172"/>
                        <a:pt x="5465" y="1172"/>
                      </a:cubicBezTo>
                      <a:close/>
                      <a:moveTo>
                        <a:pt x="5465" y="0"/>
                      </a:moveTo>
                      <a:cubicBezTo>
                        <a:pt x="3993" y="0"/>
                        <a:pt x="2617" y="552"/>
                        <a:pt x="1587" y="1582"/>
                      </a:cubicBezTo>
                      <a:cubicBezTo>
                        <a:pt x="566" y="2603"/>
                        <a:pt x="4" y="3960"/>
                        <a:pt x="0" y="5403"/>
                      </a:cubicBezTo>
                      <a:lnTo>
                        <a:pt x="0" y="5414"/>
                      </a:lnTo>
                      <a:cubicBezTo>
                        <a:pt x="2" y="6535"/>
                        <a:pt x="274" y="7170"/>
                        <a:pt x="492" y="7682"/>
                      </a:cubicBezTo>
                      <a:cubicBezTo>
                        <a:pt x="938" y="8725"/>
                        <a:pt x="664" y="8547"/>
                        <a:pt x="664" y="10031"/>
                      </a:cubicBezTo>
                      <a:cubicBezTo>
                        <a:pt x="664" y="11738"/>
                        <a:pt x="1385" y="14023"/>
                        <a:pt x="2790" y="15845"/>
                      </a:cubicBezTo>
                      <a:cubicBezTo>
                        <a:pt x="4019" y="17439"/>
                        <a:pt x="6270" y="19339"/>
                        <a:pt x="10022" y="19339"/>
                      </a:cubicBezTo>
                      <a:cubicBezTo>
                        <a:pt x="10942" y="19339"/>
                        <a:pt x="11234" y="19255"/>
                        <a:pt x="11494" y="19255"/>
                      </a:cubicBezTo>
                      <a:cubicBezTo>
                        <a:pt x="11700" y="19255"/>
                        <a:pt x="11887" y="19308"/>
                        <a:pt x="12353" y="19500"/>
                      </a:cubicBezTo>
                      <a:cubicBezTo>
                        <a:pt x="12875" y="19716"/>
                        <a:pt x="13523" y="19974"/>
                        <a:pt x="14519" y="19974"/>
                      </a:cubicBezTo>
                      <a:lnTo>
                        <a:pt x="14554" y="19974"/>
                      </a:lnTo>
                      <a:cubicBezTo>
                        <a:pt x="15985" y="19974"/>
                        <a:pt x="17386" y="19403"/>
                        <a:pt x="18402" y="18391"/>
                      </a:cubicBezTo>
                      <a:cubicBezTo>
                        <a:pt x="19422" y="17374"/>
                        <a:pt x="19983" y="16015"/>
                        <a:pt x="19983" y="14565"/>
                      </a:cubicBezTo>
                      <a:cubicBezTo>
                        <a:pt x="19983" y="13436"/>
                        <a:pt x="19711" y="12797"/>
                        <a:pt x="19491" y="12284"/>
                      </a:cubicBezTo>
                      <a:cubicBezTo>
                        <a:pt x="19045" y="11243"/>
                        <a:pt x="19320" y="11421"/>
                        <a:pt x="19320" y="9937"/>
                      </a:cubicBezTo>
                      <a:cubicBezTo>
                        <a:pt x="19320" y="8218"/>
                        <a:pt x="18603" y="5946"/>
                        <a:pt x="17213" y="4140"/>
                      </a:cubicBezTo>
                      <a:cubicBezTo>
                        <a:pt x="15994" y="2557"/>
                        <a:pt x="13753" y="667"/>
                        <a:pt x="10000" y="667"/>
                      </a:cubicBezTo>
                      <a:cubicBezTo>
                        <a:pt x="9146" y="667"/>
                        <a:pt x="8785" y="712"/>
                        <a:pt x="8528" y="712"/>
                      </a:cubicBezTo>
                      <a:cubicBezTo>
                        <a:pt x="8261" y="712"/>
                        <a:pt x="8109" y="664"/>
                        <a:pt x="7630" y="466"/>
                      </a:cubicBezTo>
                      <a:cubicBezTo>
                        <a:pt x="7110" y="252"/>
                        <a:pt x="6461" y="0"/>
                        <a:pt x="54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3" name="Google Shape;12639;p89">
                <a:extLst>
                  <a:ext uri="{FF2B5EF4-FFF2-40B4-BE49-F238E27FC236}">
                    <a16:creationId xmlns:a16="http://schemas.microsoft.com/office/drawing/2014/main" id="{C08134E7-8436-2D26-45A3-13850CB8A1FD}"/>
                  </a:ext>
                </a:extLst>
              </p:cNvPr>
              <p:cNvGrpSpPr/>
              <p:nvPr/>
            </p:nvGrpSpPr>
            <p:grpSpPr>
              <a:xfrm>
                <a:off x="3919129" y="5123204"/>
                <a:ext cx="620859" cy="620859"/>
                <a:chOff x="4500573" y="2571753"/>
                <a:chExt cx="417024" cy="417024"/>
              </a:xfrm>
              <a:grpFill/>
            </p:grpSpPr>
            <p:sp>
              <p:nvSpPr>
                <p:cNvPr id="17887" name="Google Shape;12640;p89">
                  <a:extLst>
                    <a:ext uri="{FF2B5EF4-FFF2-40B4-BE49-F238E27FC236}">
                      <a16:creationId xmlns:a16="http://schemas.microsoft.com/office/drawing/2014/main" id="{A1BF9F49-1ADC-E0C8-55E4-E1916C89C107}"/>
                    </a:ext>
                  </a:extLst>
                </p:cNvPr>
                <p:cNvSpPr/>
                <p:nvPr/>
              </p:nvSpPr>
              <p:spPr>
                <a:xfrm>
                  <a:off x="4550263" y="2632817"/>
                  <a:ext cx="317683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2" h="14051" extrusionOk="0">
                      <a:moveTo>
                        <a:pt x="7616" y="1172"/>
                      </a:moveTo>
                      <a:cubicBezTo>
                        <a:pt x="8529" y="1202"/>
                        <a:pt x="10613" y="1570"/>
                        <a:pt x="10613" y="4280"/>
                      </a:cubicBezTo>
                      <a:cubicBezTo>
                        <a:pt x="10613" y="4791"/>
                        <a:pt x="10565" y="5662"/>
                        <a:pt x="10565" y="5683"/>
                      </a:cubicBezTo>
                      <a:cubicBezTo>
                        <a:pt x="10565" y="6490"/>
                        <a:pt x="11186" y="6530"/>
                        <a:pt x="11312" y="6530"/>
                      </a:cubicBezTo>
                      <a:cubicBezTo>
                        <a:pt x="11563" y="6530"/>
                        <a:pt x="11867" y="6461"/>
                        <a:pt x="12149" y="6399"/>
                      </a:cubicBezTo>
                      <a:lnTo>
                        <a:pt x="12149" y="6399"/>
                      </a:lnTo>
                      <a:cubicBezTo>
                        <a:pt x="11697" y="6589"/>
                        <a:pt x="10875" y="6838"/>
                        <a:pt x="10875" y="7608"/>
                      </a:cubicBezTo>
                      <a:cubicBezTo>
                        <a:pt x="10875" y="9260"/>
                        <a:pt x="12294" y="9897"/>
                        <a:pt x="13233" y="10316"/>
                      </a:cubicBezTo>
                      <a:cubicBezTo>
                        <a:pt x="13419" y="10399"/>
                        <a:pt x="13661" y="10509"/>
                        <a:pt x="13838" y="10608"/>
                      </a:cubicBezTo>
                      <a:cubicBezTo>
                        <a:pt x="13590" y="10652"/>
                        <a:pt x="13247" y="10703"/>
                        <a:pt x="12826" y="10802"/>
                      </a:cubicBezTo>
                      <a:cubicBezTo>
                        <a:pt x="12446" y="10894"/>
                        <a:pt x="12149" y="11195"/>
                        <a:pt x="12067" y="11574"/>
                      </a:cubicBezTo>
                      <a:cubicBezTo>
                        <a:pt x="12058" y="11614"/>
                        <a:pt x="12049" y="11652"/>
                        <a:pt x="12041" y="11683"/>
                      </a:cubicBezTo>
                      <a:cubicBezTo>
                        <a:pt x="11837" y="11646"/>
                        <a:pt x="11549" y="11584"/>
                        <a:pt x="11156" y="11584"/>
                      </a:cubicBezTo>
                      <a:cubicBezTo>
                        <a:pt x="10220" y="11584"/>
                        <a:pt x="9658" y="11968"/>
                        <a:pt x="9161" y="12306"/>
                      </a:cubicBezTo>
                      <a:cubicBezTo>
                        <a:pt x="8711" y="12614"/>
                        <a:pt x="8322" y="12879"/>
                        <a:pt x="7611" y="12881"/>
                      </a:cubicBezTo>
                      <a:cubicBezTo>
                        <a:pt x="6900" y="12879"/>
                        <a:pt x="6511" y="12614"/>
                        <a:pt x="6060" y="12306"/>
                      </a:cubicBezTo>
                      <a:cubicBezTo>
                        <a:pt x="5563" y="11968"/>
                        <a:pt x="5000" y="11584"/>
                        <a:pt x="4064" y="11584"/>
                      </a:cubicBezTo>
                      <a:cubicBezTo>
                        <a:pt x="3671" y="11584"/>
                        <a:pt x="3381" y="11646"/>
                        <a:pt x="3180" y="11683"/>
                      </a:cubicBezTo>
                      <a:cubicBezTo>
                        <a:pt x="3171" y="11652"/>
                        <a:pt x="3164" y="11614"/>
                        <a:pt x="3155" y="11574"/>
                      </a:cubicBezTo>
                      <a:cubicBezTo>
                        <a:pt x="3072" y="11195"/>
                        <a:pt x="2775" y="10894"/>
                        <a:pt x="2394" y="10802"/>
                      </a:cubicBezTo>
                      <a:cubicBezTo>
                        <a:pt x="1973" y="10703"/>
                        <a:pt x="1630" y="10652"/>
                        <a:pt x="1384" y="10608"/>
                      </a:cubicBezTo>
                      <a:cubicBezTo>
                        <a:pt x="1559" y="10509"/>
                        <a:pt x="1803" y="10399"/>
                        <a:pt x="1987" y="10316"/>
                      </a:cubicBezTo>
                      <a:cubicBezTo>
                        <a:pt x="2927" y="9897"/>
                        <a:pt x="4347" y="9260"/>
                        <a:pt x="4347" y="7608"/>
                      </a:cubicBezTo>
                      <a:cubicBezTo>
                        <a:pt x="4347" y="6838"/>
                        <a:pt x="3525" y="6589"/>
                        <a:pt x="3072" y="6399"/>
                      </a:cubicBezTo>
                      <a:lnTo>
                        <a:pt x="3072" y="6399"/>
                      </a:lnTo>
                      <a:cubicBezTo>
                        <a:pt x="3355" y="6461"/>
                        <a:pt x="3657" y="6530"/>
                        <a:pt x="3910" y="6530"/>
                      </a:cubicBezTo>
                      <a:cubicBezTo>
                        <a:pt x="4034" y="6530"/>
                        <a:pt x="4655" y="6490"/>
                        <a:pt x="4655" y="5683"/>
                      </a:cubicBezTo>
                      <a:cubicBezTo>
                        <a:pt x="4655" y="5662"/>
                        <a:pt x="4609" y="4793"/>
                        <a:pt x="4609" y="4280"/>
                      </a:cubicBezTo>
                      <a:cubicBezTo>
                        <a:pt x="4609" y="1558"/>
                        <a:pt x="6698" y="1199"/>
                        <a:pt x="7616" y="1172"/>
                      </a:cubicBezTo>
                      <a:close/>
                      <a:moveTo>
                        <a:pt x="7602" y="1"/>
                      </a:moveTo>
                      <a:cubicBezTo>
                        <a:pt x="7201" y="11"/>
                        <a:pt x="6164" y="98"/>
                        <a:pt x="5219" y="691"/>
                      </a:cubicBezTo>
                      <a:cubicBezTo>
                        <a:pt x="4407" y="1200"/>
                        <a:pt x="3438" y="2237"/>
                        <a:pt x="3438" y="4280"/>
                      </a:cubicBezTo>
                      <a:cubicBezTo>
                        <a:pt x="3438" y="4714"/>
                        <a:pt x="3454" y="5041"/>
                        <a:pt x="3466" y="5288"/>
                      </a:cubicBezTo>
                      <a:cubicBezTo>
                        <a:pt x="3176" y="5225"/>
                        <a:pt x="2914" y="5159"/>
                        <a:pt x="2711" y="5159"/>
                      </a:cubicBezTo>
                      <a:cubicBezTo>
                        <a:pt x="2005" y="5159"/>
                        <a:pt x="1492" y="5593"/>
                        <a:pt x="1492" y="6187"/>
                      </a:cubicBezTo>
                      <a:cubicBezTo>
                        <a:pt x="1492" y="7031"/>
                        <a:pt x="2302" y="7355"/>
                        <a:pt x="2785" y="7547"/>
                      </a:cubicBezTo>
                      <a:cubicBezTo>
                        <a:pt x="2907" y="7595"/>
                        <a:pt x="3077" y="7664"/>
                        <a:pt x="3173" y="7717"/>
                      </a:cubicBezTo>
                      <a:cubicBezTo>
                        <a:pt x="3084" y="8885"/>
                        <a:pt x="1453" y="9124"/>
                        <a:pt x="595" y="9723"/>
                      </a:cubicBezTo>
                      <a:cubicBezTo>
                        <a:pt x="201" y="9999"/>
                        <a:pt x="1" y="10337"/>
                        <a:pt x="1" y="10730"/>
                      </a:cubicBezTo>
                      <a:cubicBezTo>
                        <a:pt x="1" y="11119"/>
                        <a:pt x="194" y="11425"/>
                        <a:pt x="547" y="11590"/>
                      </a:cubicBezTo>
                      <a:cubicBezTo>
                        <a:pt x="892" y="11752"/>
                        <a:pt x="1340" y="11765"/>
                        <a:pt x="2032" y="11920"/>
                      </a:cubicBezTo>
                      <a:cubicBezTo>
                        <a:pt x="2081" y="12138"/>
                        <a:pt x="2134" y="12318"/>
                        <a:pt x="2231" y="12474"/>
                      </a:cubicBezTo>
                      <a:cubicBezTo>
                        <a:pt x="2428" y="12789"/>
                        <a:pt x="2691" y="12874"/>
                        <a:pt x="2981" y="12874"/>
                      </a:cubicBezTo>
                      <a:cubicBezTo>
                        <a:pt x="3325" y="12874"/>
                        <a:pt x="3708" y="12754"/>
                        <a:pt x="4064" y="12754"/>
                      </a:cubicBezTo>
                      <a:cubicBezTo>
                        <a:pt x="4639" y="12754"/>
                        <a:pt x="4975" y="12984"/>
                        <a:pt x="5400" y="13274"/>
                      </a:cubicBezTo>
                      <a:cubicBezTo>
                        <a:pt x="5907" y="13619"/>
                        <a:pt x="6537" y="14050"/>
                        <a:pt x="7609" y="14050"/>
                      </a:cubicBezTo>
                      <a:lnTo>
                        <a:pt x="7611" y="14050"/>
                      </a:lnTo>
                      <a:cubicBezTo>
                        <a:pt x="8683" y="14050"/>
                        <a:pt x="9315" y="13620"/>
                        <a:pt x="9821" y="13274"/>
                      </a:cubicBezTo>
                      <a:cubicBezTo>
                        <a:pt x="10247" y="12984"/>
                        <a:pt x="10581" y="12754"/>
                        <a:pt x="11156" y="12754"/>
                      </a:cubicBezTo>
                      <a:cubicBezTo>
                        <a:pt x="11621" y="12754"/>
                        <a:pt x="11881" y="12881"/>
                        <a:pt x="12228" y="12881"/>
                      </a:cubicBezTo>
                      <a:cubicBezTo>
                        <a:pt x="12647" y="12881"/>
                        <a:pt x="12874" y="12660"/>
                        <a:pt x="12991" y="12474"/>
                      </a:cubicBezTo>
                      <a:cubicBezTo>
                        <a:pt x="13088" y="12318"/>
                        <a:pt x="13139" y="12136"/>
                        <a:pt x="13189" y="11920"/>
                      </a:cubicBezTo>
                      <a:cubicBezTo>
                        <a:pt x="13880" y="11765"/>
                        <a:pt x="14328" y="11752"/>
                        <a:pt x="14673" y="11590"/>
                      </a:cubicBezTo>
                      <a:cubicBezTo>
                        <a:pt x="15027" y="11425"/>
                        <a:pt x="15221" y="11119"/>
                        <a:pt x="15221" y="10730"/>
                      </a:cubicBezTo>
                      <a:cubicBezTo>
                        <a:pt x="15221" y="10337"/>
                        <a:pt x="15020" y="9999"/>
                        <a:pt x="14625" y="9723"/>
                      </a:cubicBezTo>
                      <a:cubicBezTo>
                        <a:pt x="13769" y="9124"/>
                        <a:pt x="12136" y="8885"/>
                        <a:pt x="12048" y="7717"/>
                      </a:cubicBezTo>
                      <a:cubicBezTo>
                        <a:pt x="12143" y="7664"/>
                        <a:pt x="12313" y="7595"/>
                        <a:pt x="12435" y="7547"/>
                      </a:cubicBezTo>
                      <a:cubicBezTo>
                        <a:pt x="12918" y="7355"/>
                        <a:pt x="13728" y="7031"/>
                        <a:pt x="13728" y="6187"/>
                      </a:cubicBezTo>
                      <a:cubicBezTo>
                        <a:pt x="13728" y="5593"/>
                        <a:pt x="13215" y="5159"/>
                        <a:pt x="12509" y="5159"/>
                      </a:cubicBezTo>
                      <a:cubicBezTo>
                        <a:pt x="12306" y="5159"/>
                        <a:pt x="12044" y="5225"/>
                        <a:pt x="11754" y="5288"/>
                      </a:cubicBezTo>
                      <a:cubicBezTo>
                        <a:pt x="11768" y="5041"/>
                        <a:pt x="11782" y="4714"/>
                        <a:pt x="11782" y="4280"/>
                      </a:cubicBezTo>
                      <a:cubicBezTo>
                        <a:pt x="11782" y="2246"/>
                        <a:pt x="10822" y="1211"/>
                        <a:pt x="10017" y="700"/>
                      </a:cubicBezTo>
                      <a:cubicBezTo>
                        <a:pt x="9076" y="105"/>
                        <a:pt x="8037" y="13"/>
                        <a:pt x="7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88" name="Google Shape;12641;p89">
                  <a:extLst>
                    <a:ext uri="{FF2B5EF4-FFF2-40B4-BE49-F238E27FC236}">
                      <a16:creationId xmlns:a16="http://schemas.microsoft.com/office/drawing/2014/main" id="{F8D89D29-DB7A-8CCE-3378-43A5A4BDD3AB}"/>
                    </a:ext>
                  </a:extLst>
                </p:cNvPr>
                <p:cNvSpPr/>
                <p:nvPr/>
              </p:nvSpPr>
              <p:spPr>
                <a:xfrm>
                  <a:off x="450057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7" y="1172"/>
                      </a:moveTo>
                      <a:cubicBezTo>
                        <a:pt x="17990" y="1172"/>
                        <a:pt x="18812" y="1975"/>
                        <a:pt x="18812" y="2927"/>
                      </a:cubicBezTo>
                      <a:lnTo>
                        <a:pt x="18812" y="17017"/>
                      </a:lnTo>
                      <a:cubicBezTo>
                        <a:pt x="18812" y="17990"/>
                        <a:pt x="17990" y="18811"/>
                        <a:pt x="17017" y="18811"/>
                      </a:cubicBezTo>
                      <a:lnTo>
                        <a:pt x="2966" y="18811"/>
                      </a:lnTo>
                      <a:cubicBezTo>
                        <a:pt x="1993" y="18811"/>
                        <a:pt x="1172" y="17990"/>
                        <a:pt x="1172" y="17017"/>
                      </a:cubicBezTo>
                      <a:lnTo>
                        <a:pt x="1172" y="2927"/>
                      </a:lnTo>
                      <a:cubicBezTo>
                        <a:pt x="1172" y="1975"/>
                        <a:pt x="1993" y="1172"/>
                        <a:pt x="2966" y="1172"/>
                      </a:cubicBezTo>
                      <a:close/>
                      <a:moveTo>
                        <a:pt x="2966" y="1"/>
                      </a:moveTo>
                      <a:cubicBezTo>
                        <a:pt x="1349" y="1"/>
                        <a:pt x="1" y="1310"/>
                        <a:pt x="1" y="2927"/>
                      </a:cubicBezTo>
                      <a:lnTo>
                        <a:pt x="1" y="17015"/>
                      </a:lnTo>
                      <a:cubicBezTo>
                        <a:pt x="1" y="18636"/>
                        <a:pt x="1349" y="19982"/>
                        <a:pt x="2966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2" y="18634"/>
                        <a:pt x="19982" y="17015"/>
                      </a:cubicBezTo>
                      <a:lnTo>
                        <a:pt x="19982" y="2927"/>
                      </a:lnTo>
                      <a:cubicBezTo>
                        <a:pt x="19982" y="1310"/>
                        <a:pt x="18635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4" name="Google Shape;12642;p89">
                <a:extLst>
                  <a:ext uri="{FF2B5EF4-FFF2-40B4-BE49-F238E27FC236}">
                    <a16:creationId xmlns:a16="http://schemas.microsoft.com/office/drawing/2014/main" id="{52515A0E-9C35-D2A6-005E-A5E923D8F10B}"/>
                  </a:ext>
                </a:extLst>
              </p:cNvPr>
              <p:cNvGrpSpPr/>
              <p:nvPr/>
            </p:nvGrpSpPr>
            <p:grpSpPr>
              <a:xfrm>
                <a:off x="4858412" y="5123204"/>
                <a:ext cx="620859" cy="620859"/>
                <a:chOff x="5012603" y="2571753"/>
                <a:chExt cx="417024" cy="417024"/>
              </a:xfrm>
              <a:grpFill/>
            </p:grpSpPr>
            <p:sp>
              <p:nvSpPr>
                <p:cNvPr id="17885" name="Google Shape;12643;p89">
                  <a:extLst>
                    <a:ext uri="{FF2B5EF4-FFF2-40B4-BE49-F238E27FC236}">
                      <a16:creationId xmlns:a16="http://schemas.microsoft.com/office/drawing/2014/main" id="{210C4FB1-7CF4-EEDE-7929-1A616ABAE718}"/>
                    </a:ext>
                  </a:extLst>
                </p:cNvPr>
                <p:cNvSpPr/>
                <p:nvPr/>
              </p:nvSpPr>
              <p:spPr>
                <a:xfrm>
                  <a:off x="5133124" y="2631210"/>
                  <a:ext cx="180818" cy="30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" h="14377" extrusionOk="0">
                      <a:moveTo>
                        <a:pt x="4683" y="1171"/>
                      </a:moveTo>
                      <a:lnTo>
                        <a:pt x="4683" y="3395"/>
                      </a:lnTo>
                      <a:cubicBezTo>
                        <a:pt x="4683" y="3719"/>
                        <a:pt x="4945" y="3980"/>
                        <a:pt x="5269" y="3980"/>
                      </a:cubicBezTo>
                      <a:lnTo>
                        <a:pt x="7493" y="3980"/>
                      </a:lnTo>
                      <a:lnTo>
                        <a:pt x="7493" y="5620"/>
                      </a:lnTo>
                      <a:lnTo>
                        <a:pt x="5269" y="5620"/>
                      </a:lnTo>
                      <a:cubicBezTo>
                        <a:pt x="4945" y="5620"/>
                        <a:pt x="4683" y="5882"/>
                        <a:pt x="4683" y="6206"/>
                      </a:cubicBezTo>
                      <a:lnTo>
                        <a:pt x="4683" y="9859"/>
                      </a:lnTo>
                      <a:cubicBezTo>
                        <a:pt x="4683" y="10227"/>
                        <a:pt x="4706" y="10648"/>
                        <a:pt x="4975" y="10986"/>
                      </a:cubicBezTo>
                      <a:cubicBezTo>
                        <a:pt x="5327" y="11423"/>
                        <a:pt x="5899" y="11474"/>
                        <a:pt x="6299" y="11474"/>
                      </a:cubicBezTo>
                      <a:lnTo>
                        <a:pt x="7494" y="11474"/>
                      </a:lnTo>
                      <a:lnTo>
                        <a:pt x="7494" y="13158"/>
                      </a:lnTo>
                      <a:cubicBezTo>
                        <a:pt x="7137" y="13183"/>
                        <a:pt x="6635" y="13207"/>
                        <a:pt x="6113" y="13207"/>
                      </a:cubicBezTo>
                      <a:cubicBezTo>
                        <a:pt x="3848" y="13207"/>
                        <a:pt x="3044" y="11806"/>
                        <a:pt x="3044" y="10607"/>
                      </a:cubicBezTo>
                      <a:lnTo>
                        <a:pt x="3044" y="6206"/>
                      </a:lnTo>
                      <a:cubicBezTo>
                        <a:pt x="3044" y="5882"/>
                        <a:pt x="2782" y="5620"/>
                        <a:pt x="2460" y="5620"/>
                      </a:cubicBezTo>
                      <a:lnTo>
                        <a:pt x="1172" y="5620"/>
                      </a:lnTo>
                      <a:lnTo>
                        <a:pt x="1172" y="4090"/>
                      </a:lnTo>
                      <a:cubicBezTo>
                        <a:pt x="2035" y="3913"/>
                        <a:pt x="2690" y="3487"/>
                        <a:pt x="3120" y="2820"/>
                      </a:cubicBezTo>
                      <a:cubicBezTo>
                        <a:pt x="3463" y="2289"/>
                        <a:pt x="3608" y="1697"/>
                        <a:pt x="3703" y="1171"/>
                      </a:cubicBezTo>
                      <a:close/>
                      <a:moveTo>
                        <a:pt x="3208" y="0"/>
                      </a:moveTo>
                      <a:cubicBezTo>
                        <a:pt x="2922" y="0"/>
                        <a:pt x="2677" y="207"/>
                        <a:pt x="2631" y="490"/>
                      </a:cubicBezTo>
                      <a:cubicBezTo>
                        <a:pt x="2409" y="1822"/>
                        <a:pt x="2209" y="2861"/>
                        <a:pt x="537" y="3000"/>
                      </a:cubicBezTo>
                      <a:cubicBezTo>
                        <a:pt x="234" y="3025"/>
                        <a:pt x="1" y="3278"/>
                        <a:pt x="1" y="3582"/>
                      </a:cubicBezTo>
                      <a:lnTo>
                        <a:pt x="1" y="6206"/>
                      </a:lnTo>
                      <a:cubicBezTo>
                        <a:pt x="1" y="6529"/>
                        <a:pt x="263" y="6791"/>
                        <a:pt x="586" y="6791"/>
                      </a:cubicBezTo>
                      <a:lnTo>
                        <a:pt x="1874" y="6791"/>
                      </a:lnTo>
                      <a:lnTo>
                        <a:pt x="1874" y="10607"/>
                      </a:lnTo>
                      <a:cubicBezTo>
                        <a:pt x="1874" y="12618"/>
                        <a:pt x="3355" y="14377"/>
                        <a:pt x="6111" y="14377"/>
                      </a:cubicBezTo>
                      <a:cubicBezTo>
                        <a:pt x="7158" y="14377"/>
                        <a:pt x="8098" y="14285"/>
                        <a:pt x="8137" y="14281"/>
                      </a:cubicBezTo>
                      <a:cubicBezTo>
                        <a:pt x="8436" y="14251"/>
                        <a:pt x="8664" y="14000"/>
                        <a:pt x="8664" y="13699"/>
                      </a:cubicBezTo>
                      <a:lnTo>
                        <a:pt x="8664" y="10888"/>
                      </a:lnTo>
                      <a:cubicBezTo>
                        <a:pt x="8664" y="10565"/>
                        <a:pt x="8402" y="10303"/>
                        <a:pt x="8078" y="10303"/>
                      </a:cubicBezTo>
                      <a:lnTo>
                        <a:pt x="6299" y="10303"/>
                      </a:lnTo>
                      <a:cubicBezTo>
                        <a:pt x="5828" y="10303"/>
                        <a:pt x="5855" y="10292"/>
                        <a:pt x="5855" y="9859"/>
                      </a:cubicBezTo>
                      <a:lnTo>
                        <a:pt x="5855" y="6791"/>
                      </a:lnTo>
                      <a:lnTo>
                        <a:pt x="8078" y="6791"/>
                      </a:lnTo>
                      <a:cubicBezTo>
                        <a:pt x="8402" y="6791"/>
                        <a:pt x="8664" y="6529"/>
                        <a:pt x="8664" y="6206"/>
                      </a:cubicBezTo>
                      <a:lnTo>
                        <a:pt x="8664" y="3397"/>
                      </a:lnTo>
                      <a:cubicBezTo>
                        <a:pt x="8664" y="3073"/>
                        <a:pt x="8402" y="2811"/>
                        <a:pt x="8078" y="2811"/>
                      </a:cubicBezTo>
                      <a:lnTo>
                        <a:pt x="5855" y="2811"/>
                      </a:lnTo>
                      <a:lnTo>
                        <a:pt x="5855" y="586"/>
                      </a:lnTo>
                      <a:cubicBezTo>
                        <a:pt x="5855" y="262"/>
                        <a:pt x="5593" y="0"/>
                        <a:pt x="52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86" name="Google Shape;12644;p89">
                  <a:extLst>
                    <a:ext uri="{FF2B5EF4-FFF2-40B4-BE49-F238E27FC236}">
                      <a16:creationId xmlns:a16="http://schemas.microsoft.com/office/drawing/2014/main" id="{05F075FA-12D0-7D3D-6FA8-2B5CCE1B7A14}"/>
                    </a:ext>
                  </a:extLst>
                </p:cNvPr>
                <p:cNvSpPr/>
                <p:nvPr/>
              </p:nvSpPr>
              <p:spPr>
                <a:xfrm>
                  <a:off x="501260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53" y="1172"/>
                      </a:moveTo>
                      <a:cubicBezTo>
                        <a:pt x="18007" y="1172"/>
                        <a:pt x="18810" y="1993"/>
                        <a:pt x="18810" y="2966"/>
                      </a:cubicBezTo>
                      <a:lnTo>
                        <a:pt x="18810" y="17017"/>
                      </a:lnTo>
                      <a:cubicBezTo>
                        <a:pt x="18810" y="17990"/>
                        <a:pt x="18007" y="18811"/>
                        <a:pt x="17053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69" y="17990"/>
                        <a:pt x="1169" y="17017"/>
                      </a:cubicBezTo>
                      <a:lnTo>
                        <a:pt x="1169" y="2966"/>
                      </a:lnTo>
                      <a:cubicBezTo>
                        <a:pt x="1169" y="1993"/>
                        <a:pt x="1992" y="1172"/>
                        <a:pt x="2965" y="1172"/>
                      </a:cubicBezTo>
                      <a:close/>
                      <a:moveTo>
                        <a:pt x="2965" y="1"/>
                      </a:moveTo>
                      <a:cubicBezTo>
                        <a:pt x="1346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6"/>
                        <a:pt x="1348" y="19982"/>
                        <a:pt x="2965" y="19982"/>
                      </a:cubicBezTo>
                      <a:lnTo>
                        <a:pt x="17053" y="19982"/>
                      </a:lnTo>
                      <a:cubicBezTo>
                        <a:pt x="18672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9"/>
                        <a:pt x="18672" y="1"/>
                        <a:pt x="170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F780929-FDFB-0A67-0837-47F527BD4F08}"/>
                </a:ext>
              </a:extLst>
            </p:cNvPr>
            <p:cNvGrpSpPr/>
            <p:nvPr/>
          </p:nvGrpSpPr>
          <p:grpSpPr>
            <a:xfrm>
              <a:off x="397214" y="4545124"/>
              <a:ext cx="11386542" cy="645964"/>
              <a:chOff x="397214" y="4323264"/>
              <a:chExt cx="11386542" cy="645964"/>
            </a:xfrm>
            <a:grpFill/>
          </p:grpSpPr>
          <p:sp>
            <p:nvSpPr>
              <p:cNvPr id="20" name="Google Shape;12453;p89">
                <a:extLst>
                  <a:ext uri="{FF2B5EF4-FFF2-40B4-BE49-F238E27FC236}">
                    <a16:creationId xmlns:a16="http://schemas.microsoft.com/office/drawing/2014/main" id="{D0566766-7E28-A03E-E0CC-D78CD21A574D}"/>
                  </a:ext>
                </a:extLst>
              </p:cNvPr>
              <p:cNvSpPr/>
              <p:nvPr/>
            </p:nvSpPr>
            <p:spPr>
              <a:xfrm>
                <a:off x="1182098" y="4420919"/>
                <a:ext cx="641288" cy="450628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8192" extrusionOk="0">
                    <a:moveTo>
                      <a:pt x="10429" y="662"/>
                    </a:moveTo>
                    <a:cubicBezTo>
                      <a:pt x="10114" y="1008"/>
                      <a:pt x="6207" y="4915"/>
                      <a:pt x="6081" y="5072"/>
                    </a:cubicBezTo>
                    <a:cubicBezTo>
                      <a:pt x="6018" y="5135"/>
                      <a:pt x="5916" y="5167"/>
                      <a:pt x="5813" y="5167"/>
                    </a:cubicBezTo>
                    <a:cubicBezTo>
                      <a:pt x="5711" y="5167"/>
                      <a:pt x="5608" y="5135"/>
                      <a:pt x="5545" y="5072"/>
                    </a:cubicBezTo>
                    <a:lnTo>
                      <a:pt x="1135" y="662"/>
                    </a:lnTo>
                    <a:close/>
                    <a:moveTo>
                      <a:pt x="662" y="1134"/>
                    </a:moveTo>
                    <a:lnTo>
                      <a:pt x="3624" y="4096"/>
                    </a:lnTo>
                    <a:lnTo>
                      <a:pt x="662" y="7057"/>
                    </a:lnTo>
                    <a:lnTo>
                      <a:pt x="662" y="1134"/>
                    </a:lnTo>
                    <a:close/>
                    <a:moveTo>
                      <a:pt x="10996" y="1134"/>
                    </a:moveTo>
                    <a:lnTo>
                      <a:pt x="10996" y="7057"/>
                    </a:lnTo>
                    <a:lnTo>
                      <a:pt x="8034" y="4096"/>
                    </a:lnTo>
                    <a:lnTo>
                      <a:pt x="10996" y="1134"/>
                    </a:lnTo>
                    <a:close/>
                    <a:moveTo>
                      <a:pt x="7562" y="4568"/>
                    </a:moveTo>
                    <a:lnTo>
                      <a:pt x="10492" y="7530"/>
                    </a:lnTo>
                    <a:lnTo>
                      <a:pt x="1198" y="7530"/>
                    </a:lnTo>
                    <a:lnTo>
                      <a:pt x="4096" y="4568"/>
                    </a:lnTo>
                    <a:lnTo>
                      <a:pt x="5073" y="5545"/>
                    </a:lnTo>
                    <a:cubicBezTo>
                      <a:pt x="5278" y="5750"/>
                      <a:pt x="5553" y="5852"/>
                      <a:pt x="5829" y="5852"/>
                    </a:cubicBezTo>
                    <a:cubicBezTo>
                      <a:pt x="6105" y="5852"/>
                      <a:pt x="6380" y="5750"/>
                      <a:pt x="6585" y="5545"/>
                    </a:cubicBezTo>
                    <a:lnTo>
                      <a:pt x="7562" y="4568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7152"/>
                    </a:lnTo>
                    <a:cubicBezTo>
                      <a:pt x="1" y="7719"/>
                      <a:pt x="473" y="8191"/>
                      <a:pt x="1009" y="8191"/>
                    </a:cubicBezTo>
                    <a:lnTo>
                      <a:pt x="10618" y="8191"/>
                    </a:lnTo>
                    <a:cubicBezTo>
                      <a:pt x="11185" y="8191"/>
                      <a:pt x="11657" y="7719"/>
                      <a:pt x="11657" y="7152"/>
                    </a:cubicBezTo>
                    <a:lnTo>
                      <a:pt x="11657" y="1008"/>
                    </a:lnTo>
                    <a:cubicBezTo>
                      <a:pt x="11657" y="441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1" name="Google Shape;12489;p89">
                <a:extLst>
                  <a:ext uri="{FF2B5EF4-FFF2-40B4-BE49-F238E27FC236}">
                    <a16:creationId xmlns:a16="http://schemas.microsoft.com/office/drawing/2014/main" id="{73D59A2D-DE5A-CF55-CFE4-E4CF5730F0AE}"/>
                  </a:ext>
                </a:extLst>
              </p:cNvPr>
              <p:cNvGrpSpPr/>
              <p:nvPr/>
            </p:nvGrpSpPr>
            <p:grpSpPr>
              <a:xfrm>
                <a:off x="3714261" y="4323264"/>
                <a:ext cx="642992" cy="645964"/>
                <a:chOff x="-1333975" y="2365850"/>
                <a:chExt cx="292225" cy="293575"/>
              </a:xfrm>
              <a:grpFill/>
            </p:grpSpPr>
            <p:sp>
              <p:nvSpPr>
                <p:cNvPr id="17868" name="Google Shape;12490;p89">
                  <a:extLst>
                    <a:ext uri="{FF2B5EF4-FFF2-40B4-BE49-F238E27FC236}">
                      <a16:creationId xmlns:a16="http://schemas.microsoft.com/office/drawing/2014/main" id="{0EF22C7C-390F-BD1F-0900-95AE22CA8B10}"/>
                    </a:ext>
                  </a:extLst>
                </p:cNvPr>
                <p:cNvSpPr/>
                <p:nvPr/>
              </p:nvSpPr>
              <p:spPr>
                <a:xfrm>
                  <a:off x="-1285150" y="2365850"/>
                  <a:ext cx="191225" cy="29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9" h="11743" extrusionOk="0">
                      <a:moveTo>
                        <a:pt x="3813" y="684"/>
                      </a:moveTo>
                      <a:cubicBezTo>
                        <a:pt x="5545" y="684"/>
                        <a:pt x="6900" y="2039"/>
                        <a:pt x="6900" y="3740"/>
                      </a:cubicBezTo>
                      <a:cubicBezTo>
                        <a:pt x="6931" y="4780"/>
                        <a:pt x="6553" y="5347"/>
                        <a:pt x="6270" y="5788"/>
                      </a:cubicBezTo>
                      <a:cubicBezTo>
                        <a:pt x="5797" y="6544"/>
                        <a:pt x="5608" y="6922"/>
                        <a:pt x="5608" y="7930"/>
                      </a:cubicBezTo>
                      <a:cubicBezTo>
                        <a:pt x="5608" y="8119"/>
                        <a:pt x="5451" y="8277"/>
                        <a:pt x="5230" y="8277"/>
                      </a:cubicBezTo>
                      <a:lnTo>
                        <a:pt x="2489" y="8277"/>
                      </a:lnTo>
                      <a:cubicBezTo>
                        <a:pt x="2300" y="8277"/>
                        <a:pt x="2143" y="8119"/>
                        <a:pt x="2143" y="7930"/>
                      </a:cubicBezTo>
                      <a:cubicBezTo>
                        <a:pt x="2143" y="6922"/>
                        <a:pt x="1922" y="6576"/>
                        <a:pt x="1450" y="5820"/>
                      </a:cubicBezTo>
                      <a:cubicBezTo>
                        <a:pt x="1198" y="5347"/>
                        <a:pt x="567" y="4528"/>
                        <a:pt x="788" y="3205"/>
                      </a:cubicBezTo>
                      <a:cubicBezTo>
                        <a:pt x="1040" y="1819"/>
                        <a:pt x="2237" y="684"/>
                        <a:pt x="3813" y="684"/>
                      </a:cubicBezTo>
                      <a:close/>
                      <a:moveTo>
                        <a:pt x="4852" y="8907"/>
                      </a:moveTo>
                      <a:lnTo>
                        <a:pt x="4852" y="9569"/>
                      </a:lnTo>
                      <a:lnTo>
                        <a:pt x="4506" y="9569"/>
                      </a:lnTo>
                      <a:cubicBezTo>
                        <a:pt x="4285" y="9569"/>
                        <a:pt x="4128" y="9726"/>
                        <a:pt x="4128" y="9915"/>
                      </a:cubicBezTo>
                      <a:cubicBezTo>
                        <a:pt x="4128" y="10136"/>
                        <a:pt x="4285" y="10293"/>
                        <a:pt x="4506" y="10293"/>
                      </a:cubicBezTo>
                      <a:lnTo>
                        <a:pt x="4852" y="10293"/>
                      </a:lnTo>
                      <a:lnTo>
                        <a:pt x="4852" y="10640"/>
                      </a:lnTo>
                      <a:cubicBezTo>
                        <a:pt x="4884" y="10829"/>
                        <a:pt x="4726" y="10986"/>
                        <a:pt x="4537" y="10986"/>
                      </a:cubicBezTo>
                      <a:lnTo>
                        <a:pt x="3151" y="10986"/>
                      </a:lnTo>
                      <a:cubicBezTo>
                        <a:pt x="2962" y="10986"/>
                        <a:pt x="2804" y="10829"/>
                        <a:pt x="2804" y="10640"/>
                      </a:cubicBezTo>
                      <a:lnTo>
                        <a:pt x="2804" y="10293"/>
                      </a:lnTo>
                      <a:lnTo>
                        <a:pt x="3151" y="10293"/>
                      </a:lnTo>
                      <a:cubicBezTo>
                        <a:pt x="3371" y="10293"/>
                        <a:pt x="3529" y="10136"/>
                        <a:pt x="3529" y="9915"/>
                      </a:cubicBezTo>
                      <a:cubicBezTo>
                        <a:pt x="3529" y="9726"/>
                        <a:pt x="3371" y="9569"/>
                        <a:pt x="3151" y="9569"/>
                      </a:cubicBezTo>
                      <a:lnTo>
                        <a:pt x="2804" y="9569"/>
                      </a:lnTo>
                      <a:lnTo>
                        <a:pt x="2804" y="8907"/>
                      </a:lnTo>
                      <a:close/>
                      <a:moveTo>
                        <a:pt x="3897" y="1"/>
                      </a:moveTo>
                      <a:cubicBezTo>
                        <a:pt x="3632" y="1"/>
                        <a:pt x="3361" y="28"/>
                        <a:pt x="3088" y="86"/>
                      </a:cubicBezTo>
                      <a:cubicBezTo>
                        <a:pt x="1607" y="401"/>
                        <a:pt x="441" y="1566"/>
                        <a:pt x="158" y="3079"/>
                      </a:cubicBezTo>
                      <a:cubicBezTo>
                        <a:pt x="0" y="3992"/>
                        <a:pt x="158" y="4969"/>
                        <a:pt x="631" y="5757"/>
                      </a:cubicBezTo>
                      <a:cubicBezTo>
                        <a:pt x="757" y="5914"/>
                        <a:pt x="820" y="6072"/>
                        <a:pt x="914" y="6229"/>
                      </a:cubicBezTo>
                      <a:cubicBezTo>
                        <a:pt x="1355" y="6891"/>
                        <a:pt x="1450" y="7143"/>
                        <a:pt x="1450" y="7962"/>
                      </a:cubicBezTo>
                      <a:cubicBezTo>
                        <a:pt x="1450" y="8403"/>
                        <a:pt x="1733" y="8781"/>
                        <a:pt x="2143" y="8939"/>
                      </a:cubicBezTo>
                      <a:lnTo>
                        <a:pt x="2143" y="10703"/>
                      </a:lnTo>
                      <a:cubicBezTo>
                        <a:pt x="2143" y="11270"/>
                        <a:pt x="2615" y="11743"/>
                        <a:pt x="3151" y="11743"/>
                      </a:cubicBezTo>
                      <a:lnTo>
                        <a:pt x="4537" y="11743"/>
                      </a:lnTo>
                      <a:cubicBezTo>
                        <a:pt x="5073" y="11743"/>
                        <a:pt x="5545" y="11270"/>
                        <a:pt x="5545" y="10703"/>
                      </a:cubicBezTo>
                      <a:lnTo>
                        <a:pt x="5545" y="8939"/>
                      </a:lnTo>
                      <a:cubicBezTo>
                        <a:pt x="5955" y="8781"/>
                        <a:pt x="6238" y="8435"/>
                        <a:pt x="6238" y="7962"/>
                      </a:cubicBezTo>
                      <a:lnTo>
                        <a:pt x="6238" y="7930"/>
                      </a:lnTo>
                      <a:cubicBezTo>
                        <a:pt x="6238" y="7143"/>
                        <a:pt x="6427" y="6828"/>
                        <a:pt x="6805" y="6229"/>
                      </a:cubicBezTo>
                      <a:cubicBezTo>
                        <a:pt x="7089" y="5788"/>
                        <a:pt x="7593" y="5032"/>
                        <a:pt x="7593" y="3835"/>
                      </a:cubicBezTo>
                      <a:cubicBezTo>
                        <a:pt x="7649" y="1658"/>
                        <a:pt x="5950" y="1"/>
                        <a:pt x="38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9" name="Google Shape;12491;p89">
                  <a:extLst>
                    <a:ext uri="{FF2B5EF4-FFF2-40B4-BE49-F238E27FC236}">
                      <a16:creationId xmlns:a16="http://schemas.microsoft.com/office/drawing/2014/main" id="{813788F0-7BD9-3777-5085-3F74C85986FA}"/>
                    </a:ext>
                  </a:extLst>
                </p:cNvPr>
                <p:cNvSpPr/>
                <p:nvPr/>
              </p:nvSpPr>
              <p:spPr>
                <a:xfrm>
                  <a:off x="-107642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6" y="568"/>
                        <a:pt x="1386" y="379"/>
                      </a:cubicBez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0" name="Google Shape;12492;p89">
                  <a:extLst>
                    <a:ext uri="{FF2B5EF4-FFF2-40B4-BE49-F238E27FC236}">
                      <a16:creationId xmlns:a16="http://schemas.microsoft.com/office/drawing/2014/main" id="{62959E64-94D6-837B-71DC-793CCC6E7C39}"/>
                    </a:ext>
                  </a:extLst>
                </p:cNvPr>
                <p:cNvSpPr/>
                <p:nvPr/>
              </p:nvSpPr>
              <p:spPr>
                <a:xfrm>
                  <a:off x="-133397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08" y="725"/>
                      </a:lnTo>
                      <a:cubicBezTo>
                        <a:pt x="1197" y="694"/>
                        <a:pt x="1386" y="536"/>
                        <a:pt x="1386" y="379"/>
                      </a:cubicBezTo>
                      <a:cubicBezTo>
                        <a:pt x="1386" y="158"/>
                        <a:pt x="119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1" name="Google Shape;12493;p89">
                  <a:extLst>
                    <a:ext uri="{FF2B5EF4-FFF2-40B4-BE49-F238E27FC236}">
                      <a16:creationId xmlns:a16="http://schemas.microsoft.com/office/drawing/2014/main" id="{C22CE84A-DBD4-1905-7A83-A3DE06944B08}"/>
                    </a:ext>
                  </a:extLst>
                </p:cNvPr>
                <p:cNvSpPr/>
                <p:nvPr/>
              </p:nvSpPr>
              <p:spPr>
                <a:xfrm>
                  <a:off x="-1093750" y="2383050"/>
                  <a:ext cx="35450" cy="2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063" extrusionOk="0">
                      <a:moveTo>
                        <a:pt x="992" y="1"/>
                      </a:moveTo>
                      <a:cubicBezTo>
                        <a:pt x="931" y="1"/>
                        <a:pt x="870" y="19"/>
                        <a:pt x="819" y="59"/>
                      </a:cubicBezTo>
                      <a:lnTo>
                        <a:pt x="221" y="406"/>
                      </a:lnTo>
                      <a:cubicBezTo>
                        <a:pt x="63" y="500"/>
                        <a:pt x="0" y="721"/>
                        <a:pt x="95" y="878"/>
                      </a:cubicBezTo>
                      <a:cubicBezTo>
                        <a:pt x="159" y="985"/>
                        <a:pt x="295" y="1063"/>
                        <a:pt x="415" y="1063"/>
                      </a:cubicBezTo>
                      <a:cubicBezTo>
                        <a:pt x="473" y="1063"/>
                        <a:pt x="527" y="1045"/>
                        <a:pt x="567" y="1005"/>
                      </a:cubicBezTo>
                      <a:lnTo>
                        <a:pt x="1166" y="658"/>
                      </a:lnTo>
                      <a:cubicBezTo>
                        <a:pt x="1323" y="563"/>
                        <a:pt x="1418" y="343"/>
                        <a:pt x="1292" y="185"/>
                      </a:cubicBezTo>
                      <a:cubicBezTo>
                        <a:pt x="1249" y="79"/>
                        <a:pt x="1120" y="1"/>
                        <a:pt x="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2" name="Google Shape;12494;p89">
                  <a:extLst>
                    <a:ext uri="{FF2B5EF4-FFF2-40B4-BE49-F238E27FC236}">
                      <a16:creationId xmlns:a16="http://schemas.microsoft.com/office/drawing/2014/main" id="{8F5ED82A-5D0C-3CE8-EC94-F69E2517A765}"/>
                    </a:ext>
                  </a:extLst>
                </p:cNvPr>
                <p:cNvSpPr/>
                <p:nvPr/>
              </p:nvSpPr>
              <p:spPr>
                <a:xfrm>
                  <a:off x="-1317450" y="2512575"/>
                  <a:ext cx="354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049" extrusionOk="0">
                      <a:moveTo>
                        <a:pt x="1005" y="1"/>
                      </a:moveTo>
                      <a:cubicBezTo>
                        <a:pt x="944" y="1"/>
                        <a:pt x="880" y="15"/>
                        <a:pt x="820" y="45"/>
                      </a:cubicBezTo>
                      <a:lnTo>
                        <a:pt x="221" y="392"/>
                      </a:lnTo>
                      <a:cubicBezTo>
                        <a:pt x="64" y="486"/>
                        <a:pt x="1" y="707"/>
                        <a:pt x="127" y="864"/>
                      </a:cubicBezTo>
                      <a:cubicBezTo>
                        <a:pt x="169" y="971"/>
                        <a:pt x="299" y="1049"/>
                        <a:pt x="427" y="1049"/>
                      </a:cubicBezTo>
                      <a:cubicBezTo>
                        <a:pt x="488" y="1049"/>
                        <a:pt x="548" y="1031"/>
                        <a:pt x="599" y="990"/>
                      </a:cubicBezTo>
                      <a:lnTo>
                        <a:pt x="1166" y="644"/>
                      </a:lnTo>
                      <a:cubicBezTo>
                        <a:pt x="1324" y="549"/>
                        <a:pt x="1418" y="329"/>
                        <a:pt x="1292" y="171"/>
                      </a:cubicBezTo>
                      <a:cubicBezTo>
                        <a:pt x="1250" y="64"/>
                        <a:pt x="1134" y="1"/>
                        <a:pt x="10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3" name="Google Shape;12495;p89">
                  <a:extLst>
                    <a:ext uri="{FF2B5EF4-FFF2-40B4-BE49-F238E27FC236}">
                      <a16:creationId xmlns:a16="http://schemas.microsoft.com/office/drawing/2014/main" id="{E252755B-5E25-7C78-0BAD-9BF5D21A0838}"/>
                    </a:ext>
                  </a:extLst>
                </p:cNvPr>
                <p:cNvSpPr/>
                <p:nvPr/>
              </p:nvSpPr>
              <p:spPr>
                <a:xfrm>
                  <a:off x="-1092975" y="2512575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378" y="1"/>
                      </a:moveTo>
                      <a:cubicBezTo>
                        <a:pt x="264" y="1"/>
                        <a:pt x="149" y="64"/>
                        <a:pt x="64" y="171"/>
                      </a:cubicBezTo>
                      <a:cubicBezTo>
                        <a:pt x="1" y="329"/>
                        <a:pt x="32" y="518"/>
                        <a:pt x="190" y="644"/>
                      </a:cubicBezTo>
                      <a:lnTo>
                        <a:pt x="788" y="990"/>
                      </a:lnTo>
                      <a:cubicBezTo>
                        <a:pt x="838" y="1010"/>
                        <a:pt x="891" y="1021"/>
                        <a:pt x="944" y="1021"/>
                      </a:cubicBezTo>
                      <a:cubicBezTo>
                        <a:pt x="1059" y="1021"/>
                        <a:pt x="1175" y="972"/>
                        <a:pt x="1261" y="864"/>
                      </a:cubicBezTo>
                      <a:cubicBezTo>
                        <a:pt x="1387" y="675"/>
                        <a:pt x="1292" y="486"/>
                        <a:pt x="1135" y="392"/>
                      </a:cubicBezTo>
                      <a:lnTo>
                        <a:pt x="536" y="45"/>
                      </a:lnTo>
                      <a:cubicBezTo>
                        <a:pt x="486" y="15"/>
                        <a:pt x="432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4" name="Google Shape;12496;p89">
                  <a:extLst>
                    <a:ext uri="{FF2B5EF4-FFF2-40B4-BE49-F238E27FC236}">
                      <a16:creationId xmlns:a16="http://schemas.microsoft.com/office/drawing/2014/main" id="{F0874F67-C836-C2B5-356B-0181A80F8009}"/>
                    </a:ext>
                  </a:extLst>
                </p:cNvPr>
                <p:cNvSpPr/>
                <p:nvPr/>
              </p:nvSpPr>
              <p:spPr>
                <a:xfrm>
                  <a:off x="-1316650" y="2383750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405" y="1"/>
                      </a:moveTo>
                      <a:cubicBezTo>
                        <a:pt x="283" y="1"/>
                        <a:pt x="159" y="50"/>
                        <a:pt x="95" y="157"/>
                      </a:cubicBezTo>
                      <a:cubicBezTo>
                        <a:pt x="0" y="315"/>
                        <a:pt x="63" y="504"/>
                        <a:pt x="221" y="630"/>
                      </a:cubicBezTo>
                      <a:lnTo>
                        <a:pt x="788" y="977"/>
                      </a:lnTo>
                      <a:cubicBezTo>
                        <a:pt x="838" y="1007"/>
                        <a:pt x="895" y="1021"/>
                        <a:pt x="953" y="1021"/>
                      </a:cubicBezTo>
                      <a:cubicBezTo>
                        <a:pt x="1074" y="1021"/>
                        <a:pt x="1196" y="958"/>
                        <a:pt x="1260" y="850"/>
                      </a:cubicBezTo>
                      <a:cubicBezTo>
                        <a:pt x="1386" y="693"/>
                        <a:pt x="1292" y="504"/>
                        <a:pt x="1134" y="378"/>
                      </a:cubicBezTo>
                      <a:lnTo>
                        <a:pt x="567" y="31"/>
                      </a:lnTo>
                      <a:cubicBezTo>
                        <a:pt x="517" y="11"/>
                        <a:pt x="461" y="1"/>
                        <a:pt x="4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5" name="Google Shape;12497;p89">
                  <a:extLst>
                    <a:ext uri="{FF2B5EF4-FFF2-40B4-BE49-F238E27FC236}">
                      <a16:creationId xmlns:a16="http://schemas.microsoft.com/office/drawing/2014/main" id="{85479C3B-3BC9-CAD4-B2F2-81FC049E106C}"/>
                    </a:ext>
                  </a:extLst>
                </p:cNvPr>
                <p:cNvSpPr/>
                <p:nvPr/>
              </p:nvSpPr>
              <p:spPr>
                <a:xfrm>
                  <a:off x="-1239475" y="2401575"/>
                  <a:ext cx="102425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6124" extrusionOk="0">
                      <a:moveTo>
                        <a:pt x="1733" y="1492"/>
                      </a:moveTo>
                      <a:lnTo>
                        <a:pt x="1733" y="2343"/>
                      </a:lnTo>
                      <a:cubicBezTo>
                        <a:pt x="1733" y="2500"/>
                        <a:pt x="1796" y="2626"/>
                        <a:pt x="1922" y="2658"/>
                      </a:cubicBezTo>
                      <a:lnTo>
                        <a:pt x="3246" y="3225"/>
                      </a:lnTo>
                      <a:lnTo>
                        <a:pt x="2395" y="4611"/>
                      </a:lnTo>
                      <a:lnTo>
                        <a:pt x="2395" y="3729"/>
                      </a:lnTo>
                      <a:cubicBezTo>
                        <a:pt x="2395" y="3572"/>
                        <a:pt x="2332" y="3445"/>
                        <a:pt x="2206" y="3414"/>
                      </a:cubicBezTo>
                      <a:lnTo>
                        <a:pt x="851" y="2878"/>
                      </a:lnTo>
                      <a:lnTo>
                        <a:pt x="1733" y="1492"/>
                      </a:lnTo>
                      <a:close/>
                      <a:moveTo>
                        <a:pt x="2038" y="0"/>
                      </a:moveTo>
                      <a:cubicBezTo>
                        <a:pt x="1919" y="0"/>
                        <a:pt x="1814" y="47"/>
                        <a:pt x="1765" y="169"/>
                      </a:cubicBezTo>
                      <a:lnTo>
                        <a:pt x="64" y="2941"/>
                      </a:lnTo>
                      <a:cubicBezTo>
                        <a:pt x="32" y="3004"/>
                        <a:pt x="1" y="3130"/>
                        <a:pt x="32" y="3225"/>
                      </a:cubicBezTo>
                      <a:cubicBezTo>
                        <a:pt x="64" y="3288"/>
                        <a:pt x="158" y="3382"/>
                        <a:pt x="221" y="3414"/>
                      </a:cubicBezTo>
                      <a:lnTo>
                        <a:pt x="1733" y="4013"/>
                      </a:lnTo>
                      <a:lnTo>
                        <a:pt x="1733" y="5808"/>
                      </a:lnTo>
                      <a:cubicBezTo>
                        <a:pt x="1733" y="5966"/>
                        <a:pt x="1859" y="6092"/>
                        <a:pt x="1954" y="6123"/>
                      </a:cubicBezTo>
                      <a:lnTo>
                        <a:pt x="2049" y="6123"/>
                      </a:lnTo>
                      <a:cubicBezTo>
                        <a:pt x="2143" y="6123"/>
                        <a:pt x="2269" y="6092"/>
                        <a:pt x="2301" y="5966"/>
                      </a:cubicBezTo>
                      <a:lnTo>
                        <a:pt x="4002" y="3225"/>
                      </a:lnTo>
                      <a:cubicBezTo>
                        <a:pt x="4033" y="3130"/>
                        <a:pt x="4096" y="3004"/>
                        <a:pt x="4033" y="2941"/>
                      </a:cubicBezTo>
                      <a:cubicBezTo>
                        <a:pt x="4033" y="2878"/>
                        <a:pt x="3970" y="2784"/>
                        <a:pt x="3907" y="2752"/>
                      </a:cubicBezTo>
                      <a:lnTo>
                        <a:pt x="2395" y="2154"/>
                      </a:lnTo>
                      <a:lnTo>
                        <a:pt x="2395" y="358"/>
                      </a:lnTo>
                      <a:cubicBezTo>
                        <a:pt x="2395" y="169"/>
                        <a:pt x="2269" y="74"/>
                        <a:pt x="2143" y="11"/>
                      </a:cubicBezTo>
                      <a:cubicBezTo>
                        <a:pt x="2108" y="4"/>
                        <a:pt x="2072" y="0"/>
                        <a:pt x="20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12529;p89">
                <a:extLst>
                  <a:ext uri="{FF2B5EF4-FFF2-40B4-BE49-F238E27FC236}">
                    <a16:creationId xmlns:a16="http://schemas.microsoft.com/office/drawing/2014/main" id="{BB625AC3-63F9-F1A8-5C91-C340BC8F42F6}"/>
                  </a:ext>
                </a:extLst>
              </p:cNvPr>
              <p:cNvGrpSpPr/>
              <p:nvPr/>
            </p:nvGrpSpPr>
            <p:grpSpPr>
              <a:xfrm>
                <a:off x="6232997" y="4324751"/>
                <a:ext cx="641288" cy="642992"/>
                <a:chOff x="-1333200" y="2770450"/>
                <a:chExt cx="291450" cy="292225"/>
              </a:xfrm>
              <a:grpFill/>
            </p:grpSpPr>
            <p:sp>
              <p:nvSpPr>
                <p:cNvPr id="17866" name="Google Shape;12530;p89">
                  <a:extLst>
                    <a:ext uri="{FF2B5EF4-FFF2-40B4-BE49-F238E27FC236}">
                      <a16:creationId xmlns:a16="http://schemas.microsoft.com/office/drawing/2014/main" id="{84EFEBC0-896D-70C2-AEA6-222881BFA965}"/>
                    </a:ext>
                  </a:extLst>
                </p:cNvPr>
                <p:cNvSpPr/>
                <p:nvPr/>
              </p:nvSpPr>
              <p:spPr>
                <a:xfrm>
                  <a:off x="-1299325" y="2808250"/>
                  <a:ext cx="222925" cy="1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5389" extrusionOk="0">
                      <a:moveTo>
                        <a:pt x="7877" y="631"/>
                      </a:moveTo>
                      <a:cubicBezTo>
                        <a:pt x="8066" y="631"/>
                        <a:pt x="8223" y="789"/>
                        <a:pt x="8223" y="978"/>
                      </a:cubicBezTo>
                      <a:cubicBezTo>
                        <a:pt x="8223" y="1167"/>
                        <a:pt x="8066" y="1324"/>
                        <a:pt x="7877" y="1324"/>
                      </a:cubicBezTo>
                      <a:cubicBezTo>
                        <a:pt x="7656" y="1324"/>
                        <a:pt x="7498" y="1167"/>
                        <a:pt x="7498" y="978"/>
                      </a:cubicBezTo>
                      <a:cubicBezTo>
                        <a:pt x="7498" y="789"/>
                        <a:pt x="7656" y="631"/>
                        <a:pt x="7877" y="631"/>
                      </a:cubicBezTo>
                      <a:close/>
                      <a:moveTo>
                        <a:pt x="3056" y="1293"/>
                      </a:moveTo>
                      <a:cubicBezTo>
                        <a:pt x="3245" y="1293"/>
                        <a:pt x="3403" y="1450"/>
                        <a:pt x="3403" y="1639"/>
                      </a:cubicBezTo>
                      <a:cubicBezTo>
                        <a:pt x="3403" y="1828"/>
                        <a:pt x="3245" y="1986"/>
                        <a:pt x="3056" y="1986"/>
                      </a:cubicBezTo>
                      <a:cubicBezTo>
                        <a:pt x="2867" y="1986"/>
                        <a:pt x="2710" y="1828"/>
                        <a:pt x="2710" y="1639"/>
                      </a:cubicBezTo>
                      <a:cubicBezTo>
                        <a:pt x="2741" y="1450"/>
                        <a:pt x="2899" y="1293"/>
                        <a:pt x="3056" y="1293"/>
                      </a:cubicBezTo>
                      <a:close/>
                      <a:moveTo>
                        <a:pt x="5797" y="3340"/>
                      </a:moveTo>
                      <a:cubicBezTo>
                        <a:pt x="6018" y="3340"/>
                        <a:pt x="6175" y="3498"/>
                        <a:pt x="6175" y="3687"/>
                      </a:cubicBezTo>
                      <a:cubicBezTo>
                        <a:pt x="6175" y="3876"/>
                        <a:pt x="6018" y="4034"/>
                        <a:pt x="5797" y="4034"/>
                      </a:cubicBezTo>
                      <a:cubicBezTo>
                        <a:pt x="5608" y="4034"/>
                        <a:pt x="5451" y="3876"/>
                        <a:pt x="5451" y="3687"/>
                      </a:cubicBezTo>
                      <a:cubicBezTo>
                        <a:pt x="5451" y="3498"/>
                        <a:pt x="5608" y="3340"/>
                        <a:pt x="5797" y="3340"/>
                      </a:cubicBezTo>
                      <a:close/>
                      <a:moveTo>
                        <a:pt x="1008" y="4034"/>
                      </a:moveTo>
                      <a:cubicBezTo>
                        <a:pt x="1198" y="4034"/>
                        <a:pt x="1355" y="4191"/>
                        <a:pt x="1355" y="4412"/>
                      </a:cubicBezTo>
                      <a:cubicBezTo>
                        <a:pt x="1355" y="4601"/>
                        <a:pt x="1198" y="4758"/>
                        <a:pt x="1008" y="4758"/>
                      </a:cubicBezTo>
                      <a:cubicBezTo>
                        <a:pt x="819" y="4758"/>
                        <a:pt x="662" y="4601"/>
                        <a:pt x="662" y="4412"/>
                      </a:cubicBezTo>
                      <a:cubicBezTo>
                        <a:pt x="662" y="4191"/>
                        <a:pt x="819" y="4034"/>
                        <a:pt x="1008" y="4034"/>
                      </a:cubicBezTo>
                      <a:close/>
                      <a:moveTo>
                        <a:pt x="7908" y="1"/>
                      </a:moveTo>
                      <a:cubicBezTo>
                        <a:pt x="7341" y="1"/>
                        <a:pt x="6868" y="474"/>
                        <a:pt x="6868" y="1009"/>
                      </a:cubicBezTo>
                      <a:cubicBezTo>
                        <a:pt x="6868" y="1198"/>
                        <a:pt x="6963" y="1419"/>
                        <a:pt x="7026" y="1576"/>
                      </a:cubicBezTo>
                      <a:lnTo>
                        <a:pt x="6112" y="2742"/>
                      </a:lnTo>
                      <a:cubicBezTo>
                        <a:pt x="6032" y="2722"/>
                        <a:pt x="5943" y="2711"/>
                        <a:pt x="5850" y="2711"/>
                      </a:cubicBezTo>
                      <a:cubicBezTo>
                        <a:pt x="5650" y="2711"/>
                        <a:pt x="5434" y="2760"/>
                        <a:pt x="5262" y="2868"/>
                      </a:cubicBezTo>
                      <a:lnTo>
                        <a:pt x="4096" y="1954"/>
                      </a:lnTo>
                      <a:cubicBezTo>
                        <a:pt x="4127" y="1891"/>
                        <a:pt x="4127" y="1765"/>
                        <a:pt x="4127" y="1639"/>
                      </a:cubicBezTo>
                      <a:cubicBezTo>
                        <a:pt x="4127" y="1104"/>
                        <a:pt x="3655" y="631"/>
                        <a:pt x="3088" y="631"/>
                      </a:cubicBezTo>
                      <a:cubicBezTo>
                        <a:pt x="2552" y="631"/>
                        <a:pt x="2080" y="1104"/>
                        <a:pt x="2080" y="1639"/>
                      </a:cubicBezTo>
                      <a:cubicBezTo>
                        <a:pt x="2080" y="1828"/>
                        <a:pt x="2143" y="2049"/>
                        <a:pt x="2237" y="2206"/>
                      </a:cubicBezTo>
                      <a:lnTo>
                        <a:pt x="1324" y="3372"/>
                      </a:lnTo>
                      <a:cubicBezTo>
                        <a:pt x="1261" y="3340"/>
                        <a:pt x="1134" y="3340"/>
                        <a:pt x="1008" y="3340"/>
                      </a:cubicBezTo>
                      <a:cubicBezTo>
                        <a:pt x="441" y="3340"/>
                        <a:pt x="0" y="3813"/>
                        <a:pt x="0" y="4349"/>
                      </a:cubicBezTo>
                      <a:cubicBezTo>
                        <a:pt x="0" y="4947"/>
                        <a:pt x="441" y="5388"/>
                        <a:pt x="1008" y="5388"/>
                      </a:cubicBezTo>
                      <a:cubicBezTo>
                        <a:pt x="1576" y="5388"/>
                        <a:pt x="2017" y="4916"/>
                        <a:pt x="2017" y="4349"/>
                      </a:cubicBezTo>
                      <a:cubicBezTo>
                        <a:pt x="2017" y="4160"/>
                        <a:pt x="1954" y="3971"/>
                        <a:pt x="1859" y="3813"/>
                      </a:cubicBezTo>
                      <a:lnTo>
                        <a:pt x="2773" y="2616"/>
                      </a:lnTo>
                      <a:cubicBezTo>
                        <a:pt x="2875" y="2650"/>
                        <a:pt x="2980" y="2667"/>
                        <a:pt x="3087" y="2667"/>
                      </a:cubicBezTo>
                      <a:cubicBezTo>
                        <a:pt x="3278" y="2667"/>
                        <a:pt x="3473" y="2611"/>
                        <a:pt x="3655" y="2490"/>
                      </a:cubicBezTo>
                      <a:lnTo>
                        <a:pt x="4821" y="3403"/>
                      </a:lnTo>
                      <a:cubicBezTo>
                        <a:pt x="4789" y="3498"/>
                        <a:pt x="4789" y="3624"/>
                        <a:pt x="4789" y="3719"/>
                      </a:cubicBezTo>
                      <a:cubicBezTo>
                        <a:pt x="4789" y="4286"/>
                        <a:pt x="5262" y="4758"/>
                        <a:pt x="5797" y="4758"/>
                      </a:cubicBezTo>
                      <a:cubicBezTo>
                        <a:pt x="6364" y="4758"/>
                        <a:pt x="6837" y="4286"/>
                        <a:pt x="6837" y="3719"/>
                      </a:cubicBezTo>
                      <a:cubicBezTo>
                        <a:pt x="6837" y="3529"/>
                        <a:pt x="6742" y="3340"/>
                        <a:pt x="6679" y="3183"/>
                      </a:cubicBezTo>
                      <a:lnTo>
                        <a:pt x="7593" y="1986"/>
                      </a:lnTo>
                      <a:cubicBezTo>
                        <a:pt x="7656" y="2049"/>
                        <a:pt x="7782" y="2049"/>
                        <a:pt x="7908" y="2049"/>
                      </a:cubicBezTo>
                      <a:cubicBezTo>
                        <a:pt x="8444" y="2049"/>
                        <a:pt x="8916" y="1576"/>
                        <a:pt x="8916" y="1009"/>
                      </a:cubicBez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7" name="Google Shape;12531;p89">
                  <a:extLst>
                    <a:ext uri="{FF2B5EF4-FFF2-40B4-BE49-F238E27FC236}">
                      <a16:creationId xmlns:a16="http://schemas.microsoft.com/office/drawing/2014/main" id="{0FAF8CD6-442D-FEFF-392D-FC911F0DCCB8}"/>
                    </a:ext>
                  </a:extLst>
                </p:cNvPr>
                <p:cNvSpPr/>
                <p:nvPr/>
              </p:nvSpPr>
              <p:spPr>
                <a:xfrm>
                  <a:off x="-1333200" y="2770450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586" y="725"/>
                      </a:moveTo>
                      <a:cubicBezTo>
                        <a:pt x="10807" y="725"/>
                        <a:pt x="10964" y="883"/>
                        <a:pt x="10964" y="1072"/>
                      </a:cubicBezTo>
                      <a:lnTo>
                        <a:pt x="10964" y="7593"/>
                      </a:lnTo>
                      <a:lnTo>
                        <a:pt x="631" y="7593"/>
                      </a:lnTo>
                      <a:lnTo>
                        <a:pt x="631" y="1072"/>
                      </a:lnTo>
                      <a:cubicBezTo>
                        <a:pt x="662" y="883"/>
                        <a:pt x="820" y="725"/>
                        <a:pt x="977" y="725"/>
                      </a:cubicBezTo>
                      <a:close/>
                      <a:moveTo>
                        <a:pt x="10996" y="8286"/>
                      </a:moveTo>
                      <a:lnTo>
                        <a:pt x="10996" y="8633"/>
                      </a:lnTo>
                      <a:cubicBezTo>
                        <a:pt x="10996" y="8822"/>
                        <a:pt x="10838" y="8980"/>
                        <a:pt x="10618" y="8980"/>
                      </a:cubicBezTo>
                      <a:lnTo>
                        <a:pt x="1009" y="8980"/>
                      </a:lnTo>
                      <a:cubicBezTo>
                        <a:pt x="820" y="8980"/>
                        <a:pt x="662" y="8822"/>
                        <a:pt x="662" y="8633"/>
                      </a:cubicBezTo>
                      <a:lnTo>
                        <a:pt x="662" y="8286"/>
                      </a:lnTo>
                      <a:close/>
                      <a:moveTo>
                        <a:pt x="6617" y="9641"/>
                      </a:moveTo>
                      <a:lnTo>
                        <a:pt x="6932" y="11027"/>
                      </a:lnTo>
                      <a:lnTo>
                        <a:pt x="4632" y="11027"/>
                      </a:lnTo>
                      <a:lnTo>
                        <a:pt x="4947" y="9641"/>
                      </a:ln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8570"/>
                      </a:lnTo>
                      <a:cubicBezTo>
                        <a:pt x="1" y="9137"/>
                        <a:pt x="473" y="9610"/>
                        <a:pt x="1009" y="9610"/>
                      </a:cubicBezTo>
                      <a:lnTo>
                        <a:pt x="4285" y="9610"/>
                      </a:lnTo>
                      <a:lnTo>
                        <a:pt x="3970" y="10996"/>
                      </a:lnTo>
                      <a:lnTo>
                        <a:pt x="3057" y="10996"/>
                      </a:lnTo>
                      <a:cubicBezTo>
                        <a:pt x="2868" y="10996"/>
                        <a:pt x="2710" y="11153"/>
                        <a:pt x="2710" y="11342"/>
                      </a:cubicBezTo>
                      <a:cubicBezTo>
                        <a:pt x="2710" y="11531"/>
                        <a:pt x="2868" y="11689"/>
                        <a:pt x="3057" y="11689"/>
                      </a:cubicBezTo>
                      <a:lnTo>
                        <a:pt x="8538" y="11689"/>
                      </a:lnTo>
                      <a:cubicBezTo>
                        <a:pt x="8727" y="11689"/>
                        <a:pt x="8885" y="11531"/>
                        <a:pt x="8885" y="11342"/>
                      </a:cubicBezTo>
                      <a:cubicBezTo>
                        <a:pt x="8885" y="11153"/>
                        <a:pt x="8727" y="10996"/>
                        <a:pt x="8538" y="10996"/>
                      </a:cubicBezTo>
                      <a:lnTo>
                        <a:pt x="7625" y="10996"/>
                      </a:lnTo>
                      <a:lnTo>
                        <a:pt x="7310" y="9610"/>
                      </a:lnTo>
                      <a:lnTo>
                        <a:pt x="10618" y="9610"/>
                      </a:lnTo>
                      <a:cubicBezTo>
                        <a:pt x="11185" y="9610"/>
                        <a:pt x="11657" y="9137"/>
                        <a:pt x="11657" y="8570"/>
                      </a:cubicBezTo>
                      <a:lnTo>
                        <a:pt x="11657" y="1040"/>
                      </a:lnTo>
                      <a:cubicBezTo>
                        <a:pt x="11657" y="473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oogle Shape;12557;p89">
                <a:extLst>
                  <a:ext uri="{FF2B5EF4-FFF2-40B4-BE49-F238E27FC236}">
                    <a16:creationId xmlns:a16="http://schemas.microsoft.com/office/drawing/2014/main" id="{0A44BA94-9DBF-EBB4-33B6-EE9E309017F4}"/>
                  </a:ext>
                </a:extLst>
              </p:cNvPr>
              <p:cNvGrpSpPr/>
              <p:nvPr/>
            </p:nvGrpSpPr>
            <p:grpSpPr>
              <a:xfrm>
                <a:off x="2029476" y="4325600"/>
                <a:ext cx="642992" cy="641288"/>
                <a:chOff x="-937025" y="2064750"/>
                <a:chExt cx="292225" cy="291450"/>
              </a:xfrm>
              <a:grpFill/>
            </p:grpSpPr>
            <p:sp>
              <p:nvSpPr>
                <p:cNvPr id="17863" name="Google Shape;12558;p89">
                  <a:extLst>
                    <a:ext uri="{FF2B5EF4-FFF2-40B4-BE49-F238E27FC236}">
                      <a16:creationId xmlns:a16="http://schemas.microsoft.com/office/drawing/2014/main" id="{626814F0-C6DB-833B-0F44-CF9701C15AEB}"/>
                    </a:ext>
                  </a:extLst>
                </p:cNvPr>
                <p:cNvSpPr/>
                <p:nvPr/>
              </p:nvSpPr>
              <p:spPr>
                <a:xfrm>
                  <a:off x="-834625" y="2134850"/>
                  <a:ext cx="8665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03" extrusionOk="0">
                      <a:moveTo>
                        <a:pt x="1702" y="599"/>
                      </a:moveTo>
                      <a:cubicBezTo>
                        <a:pt x="1922" y="599"/>
                        <a:pt x="2080" y="788"/>
                        <a:pt x="2080" y="977"/>
                      </a:cubicBezTo>
                      <a:cubicBezTo>
                        <a:pt x="2080" y="1166"/>
                        <a:pt x="1922" y="1324"/>
                        <a:pt x="1702" y="1324"/>
                      </a:cubicBezTo>
                      <a:cubicBezTo>
                        <a:pt x="1512" y="1324"/>
                        <a:pt x="1355" y="1166"/>
                        <a:pt x="1355" y="977"/>
                      </a:cubicBezTo>
                      <a:cubicBezTo>
                        <a:pt x="1355" y="788"/>
                        <a:pt x="1512" y="599"/>
                        <a:pt x="1702" y="599"/>
                      </a:cubicBezTo>
                      <a:close/>
                      <a:moveTo>
                        <a:pt x="1765" y="2048"/>
                      </a:moveTo>
                      <a:cubicBezTo>
                        <a:pt x="2174" y="2048"/>
                        <a:pt x="2584" y="2300"/>
                        <a:pt x="2741" y="2710"/>
                      </a:cubicBezTo>
                      <a:lnTo>
                        <a:pt x="756" y="2710"/>
                      </a:lnTo>
                      <a:cubicBezTo>
                        <a:pt x="914" y="2300"/>
                        <a:pt x="1292" y="2048"/>
                        <a:pt x="1765" y="2048"/>
                      </a:cubicBezTo>
                      <a:close/>
                      <a:moveTo>
                        <a:pt x="1702" y="0"/>
                      </a:moveTo>
                      <a:cubicBezTo>
                        <a:pt x="1166" y="0"/>
                        <a:pt x="693" y="441"/>
                        <a:pt x="693" y="1009"/>
                      </a:cubicBezTo>
                      <a:cubicBezTo>
                        <a:pt x="693" y="1198"/>
                        <a:pt x="788" y="1387"/>
                        <a:pt x="851" y="1576"/>
                      </a:cubicBezTo>
                      <a:cubicBezTo>
                        <a:pt x="347" y="1891"/>
                        <a:pt x="0" y="2426"/>
                        <a:pt x="0" y="3056"/>
                      </a:cubicBezTo>
                      <a:cubicBezTo>
                        <a:pt x="0" y="3245"/>
                        <a:pt x="158" y="3403"/>
                        <a:pt x="347" y="3403"/>
                      </a:cubicBezTo>
                      <a:lnTo>
                        <a:pt x="3088" y="3403"/>
                      </a:lnTo>
                      <a:cubicBezTo>
                        <a:pt x="3308" y="3403"/>
                        <a:pt x="3466" y="3245"/>
                        <a:pt x="3466" y="3056"/>
                      </a:cubicBezTo>
                      <a:cubicBezTo>
                        <a:pt x="3434" y="2426"/>
                        <a:pt x="3088" y="1828"/>
                        <a:pt x="2584" y="1576"/>
                      </a:cubicBezTo>
                      <a:cubicBezTo>
                        <a:pt x="2710" y="1387"/>
                        <a:pt x="2741" y="1198"/>
                        <a:pt x="2741" y="1009"/>
                      </a:cubicBezTo>
                      <a:cubicBezTo>
                        <a:pt x="2741" y="441"/>
                        <a:pt x="2269" y="0"/>
                        <a:pt x="17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4" name="Google Shape;12559;p89">
                  <a:extLst>
                    <a:ext uri="{FF2B5EF4-FFF2-40B4-BE49-F238E27FC236}">
                      <a16:creationId xmlns:a16="http://schemas.microsoft.com/office/drawing/2014/main" id="{C05BE8DB-BB7D-FC63-4309-70F0768C97E6}"/>
                    </a:ext>
                  </a:extLst>
                </p:cNvPr>
                <p:cNvSpPr/>
                <p:nvPr/>
              </p:nvSpPr>
              <p:spPr>
                <a:xfrm>
                  <a:off x="-936225" y="2304975"/>
                  <a:ext cx="28985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4" h="2049" extrusionOk="0">
                      <a:moveTo>
                        <a:pt x="3056" y="662"/>
                      </a:moveTo>
                      <a:cubicBezTo>
                        <a:pt x="3277" y="662"/>
                        <a:pt x="3434" y="820"/>
                        <a:pt x="3434" y="1009"/>
                      </a:cubicBezTo>
                      <a:cubicBezTo>
                        <a:pt x="3434" y="1229"/>
                        <a:pt x="3277" y="1387"/>
                        <a:pt x="3056" y="1387"/>
                      </a:cubicBezTo>
                      <a:lnTo>
                        <a:pt x="1008" y="1387"/>
                      </a:lnTo>
                      <a:cubicBezTo>
                        <a:pt x="819" y="1387"/>
                        <a:pt x="662" y="1229"/>
                        <a:pt x="662" y="1009"/>
                      </a:cubicBez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586" y="693"/>
                      </a:moveTo>
                      <a:cubicBezTo>
                        <a:pt x="10775" y="693"/>
                        <a:pt x="10932" y="851"/>
                        <a:pt x="10932" y="1072"/>
                      </a:cubicBezTo>
                      <a:cubicBezTo>
                        <a:pt x="10901" y="1229"/>
                        <a:pt x="10775" y="1387"/>
                        <a:pt x="10586" y="1387"/>
                      </a:cubicBezTo>
                      <a:lnTo>
                        <a:pt x="4001" y="1387"/>
                      </a:lnTo>
                      <a:cubicBezTo>
                        <a:pt x="4096" y="1166"/>
                        <a:pt x="4096" y="914"/>
                        <a:pt x="4001" y="693"/>
                      </a:cubicBez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cubicBezTo>
                        <a:pt x="0" y="1576"/>
                        <a:pt x="473" y="2048"/>
                        <a:pt x="1008" y="2048"/>
                      </a:cubicBezTo>
                      <a:lnTo>
                        <a:pt x="10586" y="2048"/>
                      </a:lnTo>
                      <a:cubicBezTo>
                        <a:pt x="11121" y="2048"/>
                        <a:pt x="11594" y="1576"/>
                        <a:pt x="11594" y="1009"/>
                      </a:cubicBezTo>
                      <a:cubicBezTo>
                        <a:pt x="11594" y="473"/>
                        <a:pt x="11121" y="0"/>
                        <a:pt x="10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5" name="Google Shape;12560;p89">
                  <a:extLst>
                    <a:ext uri="{FF2B5EF4-FFF2-40B4-BE49-F238E27FC236}">
                      <a16:creationId xmlns:a16="http://schemas.microsoft.com/office/drawing/2014/main" id="{FFFB346A-C125-F447-096B-2842074AF17E}"/>
                    </a:ext>
                  </a:extLst>
                </p:cNvPr>
                <p:cNvSpPr/>
                <p:nvPr/>
              </p:nvSpPr>
              <p:spPr>
                <a:xfrm>
                  <a:off x="-937025" y="2064750"/>
                  <a:ext cx="292225" cy="2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8925" extrusionOk="0">
                      <a:moveTo>
                        <a:pt x="3813" y="662"/>
                      </a:moveTo>
                      <a:cubicBezTo>
                        <a:pt x="4002" y="662"/>
                        <a:pt x="4159" y="820"/>
                        <a:pt x="4159" y="1009"/>
                      </a:cubicBezTo>
                      <a:lnTo>
                        <a:pt x="4159" y="1355"/>
                      </a:lnTo>
                      <a:lnTo>
                        <a:pt x="3813" y="1355"/>
                      </a:lnTo>
                      <a:cubicBezTo>
                        <a:pt x="3246" y="1355"/>
                        <a:pt x="2773" y="1828"/>
                        <a:pt x="2773" y="2395"/>
                      </a:cubicBezTo>
                      <a:lnTo>
                        <a:pt x="2773" y="4978"/>
                      </a:lnTo>
                      <a:lnTo>
                        <a:pt x="2080" y="5703"/>
                      </a:lnTo>
                      <a:lnTo>
                        <a:pt x="2080" y="5199"/>
                      </a:lnTo>
                      <a:cubicBezTo>
                        <a:pt x="2080" y="4978"/>
                        <a:pt x="1922" y="4821"/>
                        <a:pt x="1702" y="4821"/>
                      </a:cubicBezTo>
                      <a:lnTo>
                        <a:pt x="1040" y="4821"/>
                      </a:lnTo>
                      <a:cubicBezTo>
                        <a:pt x="851" y="4821"/>
                        <a:pt x="694" y="4663"/>
                        <a:pt x="694" y="4474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lnTo>
                        <a:pt x="10996" y="4474"/>
                      </a:lnTo>
                      <a:cubicBezTo>
                        <a:pt x="10996" y="4695"/>
                        <a:pt x="10838" y="4852"/>
                        <a:pt x="10649" y="4852"/>
                      </a:cubicBezTo>
                      <a:lnTo>
                        <a:pt x="9893" y="4852"/>
                      </a:lnTo>
                      <a:cubicBezTo>
                        <a:pt x="9704" y="4852"/>
                        <a:pt x="9547" y="5010"/>
                        <a:pt x="9547" y="5199"/>
                      </a:cubicBezTo>
                      <a:lnTo>
                        <a:pt x="9547" y="5703"/>
                      </a:lnTo>
                      <a:lnTo>
                        <a:pt x="8885" y="5010"/>
                      </a:lnTo>
                      <a:lnTo>
                        <a:pt x="8885" y="2395"/>
                      </a:lnTo>
                      <a:cubicBezTo>
                        <a:pt x="8885" y="1859"/>
                        <a:pt x="8412" y="1387"/>
                        <a:pt x="7845" y="1387"/>
                      </a:cubicBezTo>
                      <a:lnTo>
                        <a:pt x="7499" y="1387"/>
                      </a:lnTo>
                      <a:lnTo>
                        <a:pt x="7499" y="1009"/>
                      </a:lnTo>
                      <a:cubicBezTo>
                        <a:pt x="7499" y="820"/>
                        <a:pt x="7656" y="662"/>
                        <a:pt x="7845" y="662"/>
                      </a:cubicBezTo>
                      <a:close/>
                      <a:moveTo>
                        <a:pt x="7845" y="2048"/>
                      </a:moveTo>
                      <a:cubicBezTo>
                        <a:pt x="8066" y="2048"/>
                        <a:pt x="8223" y="2206"/>
                        <a:pt x="8223" y="2395"/>
                      </a:cubicBezTo>
                      <a:lnTo>
                        <a:pt x="8223" y="6522"/>
                      </a:lnTo>
                      <a:cubicBezTo>
                        <a:pt x="8223" y="6742"/>
                        <a:pt x="8066" y="6900"/>
                        <a:pt x="7845" y="6900"/>
                      </a:cubicBezTo>
                      <a:lnTo>
                        <a:pt x="6711" y="6900"/>
                      </a:lnTo>
                      <a:cubicBezTo>
                        <a:pt x="6585" y="6900"/>
                        <a:pt x="6491" y="6931"/>
                        <a:pt x="6428" y="7057"/>
                      </a:cubicBezTo>
                      <a:lnTo>
                        <a:pt x="5798" y="8003"/>
                      </a:lnTo>
                      <a:lnTo>
                        <a:pt x="5167" y="7057"/>
                      </a:lnTo>
                      <a:cubicBezTo>
                        <a:pt x="5104" y="6963"/>
                        <a:pt x="5010" y="6900"/>
                        <a:pt x="4915" y="6900"/>
                      </a:cubicBezTo>
                      <a:lnTo>
                        <a:pt x="3750" y="6900"/>
                      </a:lnTo>
                      <a:cubicBezTo>
                        <a:pt x="3561" y="6900"/>
                        <a:pt x="3403" y="6742"/>
                        <a:pt x="3403" y="6522"/>
                      </a:cubicBezTo>
                      <a:lnTo>
                        <a:pt x="3403" y="2395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4474"/>
                      </a:lnTo>
                      <a:cubicBezTo>
                        <a:pt x="1" y="5041"/>
                        <a:pt x="473" y="5514"/>
                        <a:pt x="1009" y="5514"/>
                      </a:cubicBezTo>
                      <a:lnTo>
                        <a:pt x="1355" y="5514"/>
                      </a:lnTo>
                      <a:lnTo>
                        <a:pt x="1355" y="6522"/>
                      </a:lnTo>
                      <a:cubicBezTo>
                        <a:pt x="1355" y="6736"/>
                        <a:pt x="1544" y="6877"/>
                        <a:pt x="1724" y="6877"/>
                      </a:cubicBezTo>
                      <a:cubicBezTo>
                        <a:pt x="1809" y="6877"/>
                        <a:pt x="1893" y="6845"/>
                        <a:pt x="1954" y="6774"/>
                      </a:cubicBezTo>
                      <a:lnTo>
                        <a:pt x="2742" y="5986"/>
                      </a:lnTo>
                      <a:lnTo>
                        <a:pt x="2742" y="6522"/>
                      </a:lnTo>
                      <a:cubicBezTo>
                        <a:pt x="2742" y="7089"/>
                        <a:pt x="3214" y="7562"/>
                        <a:pt x="3781" y="7562"/>
                      </a:cubicBezTo>
                      <a:lnTo>
                        <a:pt x="4726" y="7562"/>
                      </a:lnTo>
                      <a:lnTo>
                        <a:pt x="5545" y="8759"/>
                      </a:lnTo>
                      <a:cubicBezTo>
                        <a:pt x="5608" y="8869"/>
                        <a:pt x="5719" y="8924"/>
                        <a:pt x="5825" y="8924"/>
                      </a:cubicBezTo>
                      <a:cubicBezTo>
                        <a:pt x="5931" y="8924"/>
                        <a:pt x="6034" y="8869"/>
                        <a:pt x="6081" y="8759"/>
                      </a:cubicBezTo>
                      <a:lnTo>
                        <a:pt x="6932" y="7562"/>
                      </a:lnTo>
                      <a:lnTo>
                        <a:pt x="7877" y="7562"/>
                      </a:lnTo>
                      <a:cubicBezTo>
                        <a:pt x="8412" y="7562"/>
                        <a:pt x="8885" y="7089"/>
                        <a:pt x="8885" y="6522"/>
                      </a:cubicBezTo>
                      <a:lnTo>
                        <a:pt x="8885" y="5986"/>
                      </a:lnTo>
                      <a:lnTo>
                        <a:pt x="9673" y="6774"/>
                      </a:lnTo>
                      <a:cubicBezTo>
                        <a:pt x="9733" y="6845"/>
                        <a:pt x="9817" y="6877"/>
                        <a:pt x="9903" y="6877"/>
                      </a:cubicBezTo>
                      <a:cubicBezTo>
                        <a:pt x="10083" y="6877"/>
                        <a:pt x="10271" y="6736"/>
                        <a:pt x="10271" y="6522"/>
                      </a:cubicBezTo>
                      <a:lnTo>
                        <a:pt x="10271" y="5514"/>
                      </a:lnTo>
                      <a:lnTo>
                        <a:pt x="10649" y="5514"/>
                      </a:lnTo>
                      <a:cubicBezTo>
                        <a:pt x="11216" y="5514"/>
                        <a:pt x="11689" y="5041"/>
                        <a:pt x="11689" y="4474"/>
                      </a:cubicBezTo>
                      <a:lnTo>
                        <a:pt x="11689" y="1009"/>
                      </a:lnTo>
                      <a:cubicBezTo>
                        <a:pt x="11689" y="441"/>
                        <a:pt x="11216" y="0"/>
                        <a:pt x="10649" y="0"/>
                      </a:cubicBezTo>
                      <a:lnTo>
                        <a:pt x="7845" y="0"/>
                      </a:lnTo>
                      <a:cubicBezTo>
                        <a:pt x="7310" y="0"/>
                        <a:pt x="6837" y="473"/>
                        <a:pt x="6837" y="1009"/>
                      </a:cubicBezTo>
                      <a:lnTo>
                        <a:pt x="6837" y="1387"/>
                      </a:lnTo>
                      <a:lnTo>
                        <a:pt x="4789" y="1387"/>
                      </a:lnTo>
                      <a:lnTo>
                        <a:pt x="4789" y="1009"/>
                      </a:lnTo>
                      <a:cubicBezTo>
                        <a:pt x="4789" y="473"/>
                        <a:pt x="4317" y="0"/>
                        <a:pt x="37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oogle Shape;12585;p89">
                <a:extLst>
                  <a:ext uri="{FF2B5EF4-FFF2-40B4-BE49-F238E27FC236}">
                    <a16:creationId xmlns:a16="http://schemas.microsoft.com/office/drawing/2014/main" id="{0B196436-1781-3733-C2BE-27BE749FD6FF}"/>
                  </a:ext>
                </a:extLst>
              </p:cNvPr>
              <p:cNvGrpSpPr/>
              <p:nvPr/>
            </p:nvGrpSpPr>
            <p:grpSpPr>
              <a:xfrm>
                <a:off x="397214" y="4323868"/>
                <a:ext cx="566751" cy="644753"/>
                <a:chOff x="-1684475" y="2049000"/>
                <a:chExt cx="257575" cy="293025"/>
              </a:xfrm>
              <a:grpFill/>
            </p:grpSpPr>
            <p:sp>
              <p:nvSpPr>
                <p:cNvPr id="17859" name="Google Shape;12586;p89">
                  <a:extLst>
                    <a:ext uri="{FF2B5EF4-FFF2-40B4-BE49-F238E27FC236}">
                      <a16:creationId xmlns:a16="http://schemas.microsoft.com/office/drawing/2014/main" id="{6CB98A66-027D-01BE-818E-AC9CB1C1681C}"/>
                    </a:ext>
                  </a:extLst>
                </p:cNvPr>
                <p:cNvSpPr/>
                <p:nvPr/>
              </p:nvSpPr>
              <p:spPr>
                <a:xfrm>
                  <a:off x="-1684475" y="204900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1355" y="693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693"/>
                      </a:lnTo>
                      <a:close/>
                      <a:moveTo>
                        <a:pt x="9546" y="693"/>
                      </a:moveTo>
                      <a:lnTo>
                        <a:pt x="9546" y="1387"/>
                      </a:lnTo>
                      <a:lnTo>
                        <a:pt x="8885" y="1387"/>
                      </a:lnTo>
                      <a:lnTo>
                        <a:pt x="8885" y="693"/>
                      </a:lnTo>
                      <a:close/>
                      <a:moveTo>
                        <a:pt x="8223" y="1387"/>
                      </a:moveTo>
                      <a:lnTo>
                        <a:pt x="8223" y="1733"/>
                      </a:lnTo>
                      <a:cubicBezTo>
                        <a:pt x="8223" y="1922"/>
                        <a:pt x="8381" y="2080"/>
                        <a:pt x="8570" y="2080"/>
                      </a:cubicBezTo>
                      <a:lnTo>
                        <a:pt x="8916" y="2080"/>
                      </a:lnTo>
                      <a:lnTo>
                        <a:pt x="8916" y="9641"/>
                      </a:lnTo>
                      <a:lnTo>
                        <a:pt x="8538" y="9641"/>
                      </a:lnTo>
                      <a:cubicBezTo>
                        <a:pt x="8349" y="9641"/>
                        <a:pt x="8192" y="9798"/>
                        <a:pt x="8192" y="9987"/>
                      </a:cubicBezTo>
                      <a:lnTo>
                        <a:pt x="8192" y="10365"/>
                      </a:lnTo>
                      <a:lnTo>
                        <a:pt x="2080" y="10365"/>
                      </a:lnTo>
                      <a:lnTo>
                        <a:pt x="2080" y="9987"/>
                      </a:lnTo>
                      <a:cubicBezTo>
                        <a:pt x="2080" y="9798"/>
                        <a:pt x="1922" y="9641"/>
                        <a:pt x="1733" y="9641"/>
                      </a:cubicBezTo>
                      <a:lnTo>
                        <a:pt x="1355" y="9641"/>
                      </a:lnTo>
                      <a:lnTo>
                        <a:pt x="1355" y="2080"/>
                      </a:lnTo>
                      <a:lnTo>
                        <a:pt x="1733" y="2080"/>
                      </a:lnTo>
                      <a:cubicBezTo>
                        <a:pt x="1922" y="2080"/>
                        <a:pt x="2080" y="1922"/>
                        <a:pt x="2080" y="1733"/>
                      </a:cubicBezTo>
                      <a:lnTo>
                        <a:pt x="2080" y="1387"/>
                      </a:lnTo>
                      <a:close/>
                      <a:moveTo>
                        <a:pt x="1355" y="10365"/>
                      </a:moveTo>
                      <a:lnTo>
                        <a:pt x="1355" y="11027"/>
                      </a:lnTo>
                      <a:lnTo>
                        <a:pt x="694" y="11027"/>
                      </a:lnTo>
                      <a:lnTo>
                        <a:pt x="694" y="10365"/>
                      </a:lnTo>
                      <a:close/>
                      <a:moveTo>
                        <a:pt x="9609" y="10365"/>
                      </a:moveTo>
                      <a:lnTo>
                        <a:pt x="9609" y="11027"/>
                      </a:lnTo>
                      <a:lnTo>
                        <a:pt x="8916" y="11027"/>
                      </a:lnTo>
                      <a:lnTo>
                        <a:pt x="8916" y="10365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22"/>
                        <a:pt x="158" y="2080"/>
                        <a:pt x="347" y="2080"/>
                      </a:cubicBezTo>
                      <a:lnTo>
                        <a:pt x="694" y="2080"/>
                      </a:lnTo>
                      <a:lnTo>
                        <a:pt x="694" y="9641"/>
                      </a:lnTo>
                      <a:lnTo>
                        <a:pt x="347" y="9641"/>
                      </a:lnTo>
                      <a:cubicBezTo>
                        <a:pt x="158" y="9641"/>
                        <a:pt x="0" y="9798"/>
                        <a:pt x="0" y="9987"/>
                      </a:cubicBezTo>
                      <a:lnTo>
                        <a:pt x="0" y="11374"/>
                      </a:lnTo>
                      <a:cubicBezTo>
                        <a:pt x="0" y="11563"/>
                        <a:pt x="158" y="11720"/>
                        <a:pt x="347" y="11720"/>
                      </a:cubicBezTo>
                      <a:lnTo>
                        <a:pt x="1733" y="11720"/>
                      </a:lnTo>
                      <a:cubicBezTo>
                        <a:pt x="1922" y="11720"/>
                        <a:pt x="2080" y="11563"/>
                        <a:pt x="2080" y="11374"/>
                      </a:cubicBezTo>
                      <a:lnTo>
                        <a:pt x="2080" y="11027"/>
                      </a:lnTo>
                      <a:lnTo>
                        <a:pt x="8223" y="11027"/>
                      </a:lnTo>
                      <a:lnTo>
                        <a:pt x="8223" y="11374"/>
                      </a:lnTo>
                      <a:cubicBezTo>
                        <a:pt x="8223" y="11563"/>
                        <a:pt x="8381" y="11720"/>
                        <a:pt x="8570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74"/>
                      </a:cubicBezTo>
                      <a:lnTo>
                        <a:pt x="10303" y="9987"/>
                      </a:lnTo>
                      <a:cubicBezTo>
                        <a:pt x="10303" y="9798"/>
                        <a:pt x="10145" y="9641"/>
                        <a:pt x="9956" y="9641"/>
                      </a:cubicBezTo>
                      <a:lnTo>
                        <a:pt x="9609" y="9641"/>
                      </a:lnTo>
                      <a:lnTo>
                        <a:pt x="9609" y="2080"/>
                      </a:lnTo>
                      <a:lnTo>
                        <a:pt x="9924" y="2080"/>
                      </a:lnTo>
                      <a:cubicBezTo>
                        <a:pt x="10113" y="2080"/>
                        <a:pt x="10271" y="1922"/>
                        <a:pt x="10271" y="1733"/>
                      </a:cubicBezTo>
                      <a:lnTo>
                        <a:pt x="10271" y="347"/>
                      </a:lnTo>
                      <a:cubicBezTo>
                        <a:pt x="10271" y="158"/>
                        <a:pt x="10113" y="0"/>
                        <a:pt x="9924" y="0"/>
                      </a:cubicBezTo>
                      <a:lnTo>
                        <a:pt x="8538" y="0"/>
                      </a:lnTo>
                      <a:cubicBezTo>
                        <a:pt x="8349" y="0"/>
                        <a:pt x="8192" y="158"/>
                        <a:pt x="8192" y="347"/>
                      </a:cubicBezTo>
                      <a:lnTo>
                        <a:pt x="8192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0" name="Google Shape;12587;p89">
                  <a:extLst>
                    <a:ext uri="{FF2B5EF4-FFF2-40B4-BE49-F238E27FC236}">
                      <a16:creationId xmlns:a16="http://schemas.microsoft.com/office/drawing/2014/main" id="{7C511145-5491-4A3F-28E1-4E32DA7B9A6A}"/>
                    </a:ext>
                  </a:extLst>
                </p:cNvPr>
                <p:cNvSpPr/>
                <p:nvPr/>
              </p:nvSpPr>
              <p:spPr>
                <a:xfrm>
                  <a:off x="-1615950" y="223880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cubicBezTo>
                        <a:pt x="0" y="568"/>
                        <a:pt x="158" y="726"/>
                        <a:pt x="347" y="726"/>
                      </a:cubicBezTo>
                      <a:lnTo>
                        <a:pt x="4443" y="726"/>
                      </a:lnTo>
                      <a:cubicBezTo>
                        <a:pt x="4663" y="726"/>
                        <a:pt x="4821" y="568"/>
                        <a:pt x="4821" y="348"/>
                      </a:cubicBezTo>
                      <a:cubicBezTo>
                        <a:pt x="4821" y="159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1" name="Google Shape;12588;p89">
                  <a:extLst>
                    <a:ext uri="{FF2B5EF4-FFF2-40B4-BE49-F238E27FC236}">
                      <a16:creationId xmlns:a16="http://schemas.microsoft.com/office/drawing/2014/main" id="{E60D1903-F926-E04B-E0CB-49CF5904CDDF}"/>
                    </a:ext>
                  </a:extLst>
                </p:cNvPr>
                <p:cNvSpPr/>
                <p:nvPr/>
              </p:nvSpPr>
              <p:spPr>
                <a:xfrm>
                  <a:off x="-1615950" y="2273475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63" y="693"/>
                        <a:pt x="4821" y="536"/>
                        <a:pt x="4821" y="347"/>
                      </a:cubicBezTo>
                      <a:cubicBezTo>
                        <a:pt x="4821" y="158"/>
                        <a:pt x="4663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2" name="Google Shape;12589;p89">
                  <a:extLst>
                    <a:ext uri="{FF2B5EF4-FFF2-40B4-BE49-F238E27FC236}">
                      <a16:creationId xmlns:a16="http://schemas.microsoft.com/office/drawing/2014/main" id="{0E1EDA0A-2703-82BE-BEE8-BCAE3B4E11AE}"/>
                    </a:ext>
                  </a:extLst>
                </p:cNvPr>
                <p:cNvSpPr/>
                <p:nvPr/>
              </p:nvSpPr>
              <p:spPr>
                <a:xfrm>
                  <a:off x="-1630925" y="2100975"/>
                  <a:ext cx="15362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4664" extrusionOk="0">
                      <a:moveTo>
                        <a:pt x="4695" y="662"/>
                      </a:moveTo>
                      <a:lnTo>
                        <a:pt x="2994" y="1985"/>
                      </a:lnTo>
                      <a:lnTo>
                        <a:pt x="1261" y="662"/>
                      </a:lnTo>
                      <a:close/>
                      <a:moveTo>
                        <a:pt x="599" y="1040"/>
                      </a:moveTo>
                      <a:lnTo>
                        <a:pt x="2427" y="2395"/>
                      </a:lnTo>
                      <a:lnTo>
                        <a:pt x="599" y="3781"/>
                      </a:lnTo>
                      <a:lnTo>
                        <a:pt x="599" y="1040"/>
                      </a:lnTo>
                      <a:close/>
                      <a:moveTo>
                        <a:pt x="5357" y="1040"/>
                      </a:moveTo>
                      <a:lnTo>
                        <a:pt x="5357" y="3781"/>
                      </a:lnTo>
                      <a:lnTo>
                        <a:pt x="3561" y="2395"/>
                      </a:lnTo>
                      <a:lnTo>
                        <a:pt x="5357" y="1040"/>
                      </a:lnTo>
                      <a:close/>
                      <a:moveTo>
                        <a:pt x="2994" y="2836"/>
                      </a:moveTo>
                      <a:lnTo>
                        <a:pt x="4695" y="4128"/>
                      </a:lnTo>
                      <a:lnTo>
                        <a:pt x="1292" y="4128"/>
                      </a:lnTo>
                      <a:lnTo>
                        <a:pt x="2994" y="2836"/>
                      </a:lnTo>
                      <a:close/>
                      <a:moveTo>
                        <a:pt x="316" y="1"/>
                      </a:moveTo>
                      <a:cubicBezTo>
                        <a:pt x="158" y="1"/>
                        <a:pt x="1" y="127"/>
                        <a:pt x="1" y="284"/>
                      </a:cubicBezTo>
                      <a:lnTo>
                        <a:pt x="1" y="4380"/>
                      </a:lnTo>
                      <a:cubicBezTo>
                        <a:pt x="64" y="4506"/>
                        <a:pt x="127" y="4600"/>
                        <a:pt x="253" y="4663"/>
                      </a:cubicBezTo>
                      <a:lnTo>
                        <a:pt x="5798" y="4663"/>
                      </a:lnTo>
                      <a:cubicBezTo>
                        <a:pt x="5955" y="4663"/>
                        <a:pt x="6113" y="4537"/>
                        <a:pt x="6144" y="4317"/>
                      </a:cubicBezTo>
                      <a:lnTo>
                        <a:pt x="6081" y="316"/>
                      </a:lnTo>
                      <a:cubicBezTo>
                        <a:pt x="6081" y="158"/>
                        <a:pt x="5955" y="32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Google Shape;12590;p89">
                <a:extLst>
                  <a:ext uri="{FF2B5EF4-FFF2-40B4-BE49-F238E27FC236}">
                    <a16:creationId xmlns:a16="http://schemas.microsoft.com/office/drawing/2014/main" id="{D97AF597-9228-0764-DEC1-50CD3B455652}"/>
                  </a:ext>
                </a:extLst>
              </p:cNvPr>
              <p:cNvSpPr/>
              <p:nvPr/>
            </p:nvSpPr>
            <p:spPr>
              <a:xfrm>
                <a:off x="2878542" y="4325150"/>
                <a:ext cx="670717" cy="642168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1674" extrusionOk="0">
                    <a:moveTo>
                      <a:pt x="9483" y="1174"/>
                    </a:moveTo>
                    <a:lnTo>
                      <a:pt x="9483" y="2308"/>
                    </a:lnTo>
                    <a:cubicBezTo>
                      <a:pt x="9483" y="2497"/>
                      <a:pt x="9641" y="2655"/>
                      <a:pt x="9830" y="2655"/>
                    </a:cubicBezTo>
                    <a:lnTo>
                      <a:pt x="10901" y="2655"/>
                    </a:lnTo>
                    <a:lnTo>
                      <a:pt x="9515" y="4041"/>
                    </a:lnTo>
                    <a:lnTo>
                      <a:pt x="8097" y="4041"/>
                    </a:lnTo>
                    <a:lnTo>
                      <a:pt x="8097" y="2560"/>
                    </a:lnTo>
                    <a:lnTo>
                      <a:pt x="9483" y="1174"/>
                    </a:lnTo>
                    <a:close/>
                    <a:moveTo>
                      <a:pt x="4885" y="6181"/>
                    </a:moveTo>
                    <a:cubicBezTo>
                      <a:pt x="5033" y="6181"/>
                      <a:pt x="5183" y="6212"/>
                      <a:pt x="5325" y="6278"/>
                    </a:cubicBezTo>
                    <a:lnTo>
                      <a:pt x="4600" y="7003"/>
                    </a:lnTo>
                    <a:cubicBezTo>
                      <a:pt x="4474" y="7129"/>
                      <a:pt x="4474" y="7349"/>
                      <a:pt x="4600" y="7475"/>
                    </a:cubicBezTo>
                    <a:cubicBezTo>
                      <a:pt x="4663" y="7538"/>
                      <a:pt x="4750" y="7570"/>
                      <a:pt x="4836" y="7570"/>
                    </a:cubicBezTo>
                    <a:cubicBezTo>
                      <a:pt x="4923" y="7570"/>
                      <a:pt x="5010" y="7538"/>
                      <a:pt x="5073" y="7475"/>
                    </a:cubicBezTo>
                    <a:lnTo>
                      <a:pt x="5797" y="6751"/>
                    </a:lnTo>
                    <a:lnTo>
                      <a:pt x="5797" y="6751"/>
                    </a:lnTo>
                    <a:cubicBezTo>
                      <a:pt x="5986" y="7160"/>
                      <a:pt x="5892" y="7633"/>
                      <a:pt x="5577" y="7948"/>
                    </a:cubicBezTo>
                    <a:cubicBezTo>
                      <a:pt x="5388" y="8137"/>
                      <a:pt x="5128" y="8231"/>
                      <a:pt x="4864" y="8231"/>
                    </a:cubicBezTo>
                    <a:cubicBezTo>
                      <a:pt x="4600" y="8231"/>
                      <a:pt x="4332" y="8137"/>
                      <a:pt x="4127" y="7948"/>
                    </a:cubicBezTo>
                    <a:cubicBezTo>
                      <a:pt x="3749" y="7538"/>
                      <a:pt x="3749" y="6877"/>
                      <a:pt x="4127" y="6499"/>
                    </a:cubicBezTo>
                    <a:cubicBezTo>
                      <a:pt x="4333" y="6293"/>
                      <a:pt x="4606" y="6181"/>
                      <a:pt x="4885" y="6181"/>
                    </a:cubicBezTo>
                    <a:close/>
                    <a:moveTo>
                      <a:pt x="4897" y="4831"/>
                    </a:moveTo>
                    <a:cubicBezTo>
                      <a:pt x="5396" y="4831"/>
                      <a:pt x="5890" y="4990"/>
                      <a:pt x="6301" y="5301"/>
                    </a:cubicBezTo>
                    <a:lnTo>
                      <a:pt x="5829" y="5774"/>
                    </a:lnTo>
                    <a:cubicBezTo>
                      <a:pt x="5553" y="5590"/>
                      <a:pt x="5233" y="5499"/>
                      <a:pt x="4911" y="5499"/>
                    </a:cubicBezTo>
                    <a:cubicBezTo>
                      <a:pt x="4460" y="5499"/>
                      <a:pt x="4004" y="5677"/>
                      <a:pt x="3655" y="6026"/>
                    </a:cubicBezTo>
                    <a:cubicBezTo>
                      <a:pt x="2993" y="6688"/>
                      <a:pt x="2993" y="7790"/>
                      <a:pt x="3655" y="8420"/>
                    </a:cubicBezTo>
                    <a:cubicBezTo>
                      <a:pt x="3986" y="8751"/>
                      <a:pt x="4427" y="8917"/>
                      <a:pt x="4864" y="8917"/>
                    </a:cubicBezTo>
                    <a:cubicBezTo>
                      <a:pt x="5301" y="8917"/>
                      <a:pt x="5734" y="8751"/>
                      <a:pt x="6049" y="8420"/>
                    </a:cubicBezTo>
                    <a:cubicBezTo>
                      <a:pt x="6648" y="7822"/>
                      <a:pt x="6742" y="6908"/>
                      <a:pt x="6301" y="6246"/>
                    </a:cubicBezTo>
                    <a:lnTo>
                      <a:pt x="6774" y="5774"/>
                    </a:lnTo>
                    <a:lnTo>
                      <a:pt x="6774" y="5774"/>
                    </a:lnTo>
                    <a:cubicBezTo>
                      <a:pt x="7467" y="6719"/>
                      <a:pt x="7404" y="8074"/>
                      <a:pt x="6585" y="8924"/>
                    </a:cubicBezTo>
                    <a:cubicBezTo>
                      <a:pt x="6112" y="9397"/>
                      <a:pt x="5498" y="9633"/>
                      <a:pt x="4883" y="9633"/>
                    </a:cubicBezTo>
                    <a:cubicBezTo>
                      <a:pt x="4269" y="9633"/>
                      <a:pt x="3655" y="9397"/>
                      <a:pt x="3182" y="8924"/>
                    </a:cubicBezTo>
                    <a:cubicBezTo>
                      <a:pt x="2237" y="7979"/>
                      <a:pt x="2237" y="6499"/>
                      <a:pt x="3182" y="5553"/>
                    </a:cubicBezTo>
                    <a:cubicBezTo>
                      <a:pt x="3667" y="5068"/>
                      <a:pt x="4286" y="4831"/>
                      <a:pt x="4897" y="4831"/>
                    </a:cubicBezTo>
                    <a:close/>
                    <a:moveTo>
                      <a:pt x="4873" y="3463"/>
                    </a:moveTo>
                    <a:cubicBezTo>
                      <a:pt x="5728" y="3463"/>
                      <a:pt x="6583" y="3748"/>
                      <a:pt x="7278" y="4325"/>
                    </a:cubicBezTo>
                    <a:lnTo>
                      <a:pt x="6805" y="4797"/>
                    </a:lnTo>
                    <a:cubicBezTo>
                      <a:pt x="6228" y="4353"/>
                      <a:pt x="5533" y="4125"/>
                      <a:pt x="4844" y="4125"/>
                    </a:cubicBezTo>
                    <a:cubicBezTo>
                      <a:pt x="4065" y="4125"/>
                      <a:pt x="3294" y="4416"/>
                      <a:pt x="2710" y="5018"/>
                    </a:cubicBezTo>
                    <a:cubicBezTo>
                      <a:pt x="1481" y="6246"/>
                      <a:pt x="1481" y="8168"/>
                      <a:pt x="2710" y="9397"/>
                    </a:cubicBezTo>
                    <a:cubicBezTo>
                      <a:pt x="3324" y="10011"/>
                      <a:pt x="4112" y="10318"/>
                      <a:pt x="4899" y="10318"/>
                    </a:cubicBezTo>
                    <a:cubicBezTo>
                      <a:pt x="5687" y="10318"/>
                      <a:pt x="6474" y="10011"/>
                      <a:pt x="7089" y="9397"/>
                    </a:cubicBezTo>
                    <a:cubicBezTo>
                      <a:pt x="8223" y="8263"/>
                      <a:pt x="8255" y="6467"/>
                      <a:pt x="7309" y="5301"/>
                    </a:cubicBezTo>
                    <a:lnTo>
                      <a:pt x="7782" y="4829"/>
                    </a:lnTo>
                    <a:lnTo>
                      <a:pt x="7782" y="4829"/>
                    </a:lnTo>
                    <a:cubicBezTo>
                      <a:pt x="8979" y="6278"/>
                      <a:pt x="8885" y="8483"/>
                      <a:pt x="7530" y="9870"/>
                    </a:cubicBezTo>
                    <a:cubicBezTo>
                      <a:pt x="6790" y="10594"/>
                      <a:pt x="5821" y="10956"/>
                      <a:pt x="4856" y="10956"/>
                    </a:cubicBezTo>
                    <a:cubicBezTo>
                      <a:pt x="3891" y="10956"/>
                      <a:pt x="2930" y="10594"/>
                      <a:pt x="2206" y="9870"/>
                    </a:cubicBezTo>
                    <a:cubicBezTo>
                      <a:pt x="756" y="8420"/>
                      <a:pt x="756" y="6026"/>
                      <a:pt x="2206" y="4545"/>
                    </a:cubicBezTo>
                    <a:cubicBezTo>
                      <a:pt x="2941" y="3827"/>
                      <a:pt x="3907" y="3463"/>
                      <a:pt x="4873" y="3463"/>
                    </a:cubicBezTo>
                    <a:close/>
                    <a:moveTo>
                      <a:pt x="9899" y="0"/>
                    </a:moveTo>
                    <a:cubicBezTo>
                      <a:pt x="9813" y="0"/>
                      <a:pt x="9722" y="32"/>
                      <a:pt x="9641" y="103"/>
                    </a:cubicBezTo>
                    <a:lnTo>
                      <a:pt x="7561" y="2182"/>
                    </a:lnTo>
                    <a:cubicBezTo>
                      <a:pt x="7467" y="2277"/>
                      <a:pt x="7435" y="2340"/>
                      <a:pt x="7435" y="2434"/>
                    </a:cubicBezTo>
                    <a:lnTo>
                      <a:pt x="7435" y="3600"/>
                    </a:lnTo>
                    <a:cubicBezTo>
                      <a:pt x="6670" y="3071"/>
                      <a:pt x="5769" y="2807"/>
                      <a:pt x="4868" y="2807"/>
                    </a:cubicBezTo>
                    <a:cubicBezTo>
                      <a:pt x="3731" y="2807"/>
                      <a:pt x="2595" y="3229"/>
                      <a:pt x="1733" y="4073"/>
                    </a:cubicBezTo>
                    <a:cubicBezTo>
                      <a:pt x="0" y="5805"/>
                      <a:pt x="0" y="8641"/>
                      <a:pt x="1733" y="10374"/>
                    </a:cubicBezTo>
                    <a:cubicBezTo>
                      <a:pt x="2599" y="11240"/>
                      <a:pt x="3741" y="11673"/>
                      <a:pt x="4883" y="11673"/>
                    </a:cubicBezTo>
                    <a:cubicBezTo>
                      <a:pt x="6026" y="11673"/>
                      <a:pt x="7168" y="11240"/>
                      <a:pt x="8034" y="10374"/>
                    </a:cubicBezTo>
                    <a:cubicBezTo>
                      <a:pt x="9578" y="8861"/>
                      <a:pt x="9735" y="6436"/>
                      <a:pt x="8538" y="4703"/>
                    </a:cubicBezTo>
                    <a:lnTo>
                      <a:pt x="9672" y="4703"/>
                    </a:lnTo>
                    <a:cubicBezTo>
                      <a:pt x="9767" y="4703"/>
                      <a:pt x="9893" y="4671"/>
                      <a:pt x="9924" y="4608"/>
                    </a:cubicBezTo>
                    <a:lnTo>
                      <a:pt x="12004" y="2497"/>
                    </a:lnTo>
                    <a:cubicBezTo>
                      <a:pt x="12193" y="2308"/>
                      <a:pt x="12035" y="1962"/>
                      <a:pt x="11783" y="1962"/>
                    </a:cubicBezTo>
                    <a:lnTo>
                      <a:pt x="10239" y="1962"/>
                    </a:lnTo>
                    <a:lnTo>
                      <a:pt x="10239" y="355"/>
                    </a:lnTo>
                    <a:cubicBezTo>
                      <a:pt x="10239" y="141"/>
                      <a:pt x="10080" y="0"/>
                      <a:pt x="98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5" name="Google Shape;12592;p89">
                <a:extLst>
                  <a:ext uri="{FF2B5EF4-FFF2-40B4-BE49-F238E27FC236}">
                    <a16:creationId xmlns:a16="http://schemas.microsoft.com/office/drawing/2014/main" id="{5AC96942-A32E-84B1-4D11-D379EAE5AD4E}"/>
                  </a:ext>
                </a:extLst>
              </p:cNvPr>
              <p:cNvSpPr/>
              <p:nvPr/>
            </p:nvSpPr>
            <p:spPr>
              <a:xfrm>
                <a:off x="5410974" y="4324751"/>
                <a:ext cx="641288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6" name="Google Shape;12593;p89">
                <a:extLst>
                  <a:ext uri="{FF2B5EF4-FFF2-40B4-BE49-F238E27FC236}">
                    <a16:creationId xmlns:a16="http://schemas.microsoft.com/office/drawing/2014/main" id="{5D96D3BA-90B4-9E50-6C79-4C24D6AE79B0}"/>
                  </a:ext>
                </a:extLst>
              </p:cNvPr>
              <p:cNvSpPr/>
              <p:nvPr/>
            </p:nvSpPr>
            <p:spPr>
              <a:xfrm>
                <a:off x="5483751" y="4397527"/>
                <a:ext cx="3993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7" name="Google Shape;12594;p89">
                <a:extLst>
                  <a:ext uri="{FF2B5EF4-FFF2-40B4-BE49-F238E27FC236}">
                    <a16:creationId xmlns:a16="http://schemas.microsoft.com/office/drawing/2014/main" id="{8CB9DED4-A1AA-0051-F8C5-E375113F7749}"/>
                  </a:ext>
                </a:extLst>
              </p:cNvPr>
              <p:cNvSpPr/>
              <p:nvPr/>
            </p:nvSpPr>
            <p:spPr>
              <a:xfrm>
                <a:off x="5559992" y="4397527"/>
                <a:ext cx="3817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8" name="Google Shape;12595;p89">
                <a:extLst>
                  <a:ext uri="{FF2B5EF4-FFF2-40B4-BE49-F238E27FC236}">
                    <a16:creationId xmlns:a16="http://schemas.microsoft.com/office/drawing/2014/main" id="{9E4E290D-57BF-C9B9-F559-C5A8A9DD810D}"/>
                  </a:ext>
                </a:extLst>
              </p:cNvPr>
              <p:cNvSpPr/>
              <p:nvPr/>
            </p:nvSpPr>
            <p:spPr>
              <a:xfrm>
                <a:off x="5636234" y="4397527"/>
                <a:ext cx="38231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9" name="Google Shape;12596;p89">
                <a:extLst>
                  <a:ext uri="{FF2B5EF4-FFF2-40B4-BE49-F238E27FC236}">
                    <a16:creationId xmlns:a16="http://schemas.microsoft.com/office/drawing/2014/main" id="{B4837DE1-78DB-329B-CB38-49AC981F046A}"/>
                  </a:ext>
                </a:extLst>
              </p:cNvPr>
              <p:cNvSpPr/>
              <p:nvPr/>
            </p:nvSpPr>
            <p:spPr>
              <a:xfrm>
                <a:off x="5709065" y="4397527"/>
                <a:ext cx="26519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40" name="Google Shape;12597;p89">
                <a:extLst>
                  <a:ext uri="{FF2B5EF4-FFF2-40B4-BE49-F238E27FC236}">
                    <a16:creationId xmlns:a16="http://schemas.microsoft.com/office/drawing/2014/main" id="{CAD405B5-BF96-18C5-BF37-21CCFF4AAA46}"/>
                  </a:ext>
                </a:extLst>
              </p:cNvPr>
              <p:cNvSpPr/>
              <p:nvPr/>
            </p:nvSpPr>
            <p:spPr>
              <a:xfrm>
                <a:off x="5636234" y="4666187"/>
                <a:ext cx="187248" cy="187193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1" name="Google Shape;12598;p89">
                <a:extLst>
                  <a:ext uri="{FF2B5EF4-FFF2-40B4-BE49-F238E27FC236}">
                    <a16:creationId xmlns:a16="http://schemas.microsoft.com/office/drawing/2014/main" id="{7827E165-B35D-31ED-9C7D-08B468976187}"/>
                  </a:ext>
                </a:extLst>
              </p:cNvPr>
              <p:cNvGrpSpPr/>
              <p:nvPr/>
            </p:nvGrpSpPr>
            <p:grpSpPr>
              <a:xfrm>
                <a:off x="4600743" y="4323869"/>
                <a:ext cx="566751" cy="644753"/>
                <a:chOff x="-919700" y="2420750"/>
                <a:chExt cx="257575" cy="293025"/>
              </a:xfrm>
              <a:grpFill/>
            </p:grpSpPr>
            <p:sp>
              <p:nvSpPr>
                <p:cNvPr id="17856" name="Google Shape;12599;p89">
                  <a:extLst>
                    <a:ext uri="{FF2B5EF4-FFF2-40B4-BE49-F238E27FC236}">
                      <a16:creationId xmlns:a16="http://schemas.microsoft.com/office/drawing/2014/main" id="{2DBC9F94-97F2-185C-3095-C894AE5135D6}"/>
                    </a:ext>
                  </a:extLst>
                </p:cNvPr>
                <p:cNvSpPr/>
                <p:nvPr/>
              </p:nvSpPr>
              <p:spPr>
                <a:xfrm>
                  <a:off x="-884250" y="2490850"/>
                  <a:ext cx="843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2049" extrusionOk="0">
                      <a:moveTo>
                        <a:pt x="977" y="631"/>
                      </a:moveTo>
                      <a:cubicBezTo>
                        <a:pt x="1166" y="631"/>
                        <a:pt x="1324" y="788"/>
                        <a:pt x="1324" y="977"/>
                      </a:cubicBezTo>
                      <a:cubicBezTo>
                        <a:pt x="1324" y="1198"/>
                        <a:pt x="1166" y="1355"/>
                        <a:pt x="977" y="1355"/>
                      </a:cubicBezTo>
                      <a:cubicBezTo>
                        <a:pt x="788" y="1355"/>
                        <a:pt x="631" y="1198"/>
                        <a:pt x="631" y="977"/>
                      </a:cubicBezTo>
                      <a:cubicBezTo>
                        <a:pt x="631" y="788"/>
                        <a:pt x="788" y="631"/>
                        <a:pt x="977" y="631"/>
                      </a:cubicBezTo>
                      <a:close/>
                      <a:moveTo>
                        <a:pt x="2363" y="631"/>
                      </a:moveTo>
                      <a:cubicBezTo>
                        <a:pt x="2552" y="631"/>
                        <a:pt x="2710" y="788"/>
                        <a:pt x="2710" y="977"/>
                      </a:cubicBezTo>
                      <a:cubicBezTo>
                        <a:pt x="2710" y="1198"/>
                        <a:pt x="2552" y="1355"/>
                        <a:pt x="2363" y="1355"/>
                      </a:cubicBezTo>
                      <a:cubicBezTo>
                        <a:pt x="2174" y="1355"/>
                        <a:pt x="2017" y="1198"/>
                        <a:pt x="2017" y="977"/>
                      </a:cubicBezTo>
                      <a:cubicBezTo>
                        <a:pt x="2017" y="788"/>
                        <a:pt x="2174" y="631"/>
                        <a:pt x="2363" y="631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09" y="2048"/>
                      </a:cubicBezTo>
                      <a:cubicBezTo>
                        <a:pt x="1292" y="2048"/>
                        <a:pt x="1544" y="1922"/>
                        <a:pt x="1702" y="1765"/>
                      </a:cubicBezTo>
                      <a:cubicBezTo>
                        <a:pt x="1891" y="1922"/>
                        <a:pt x="2111" y="2048"/>
                        <a:pt x="2363" y="2048"/>
                      </a:cubicBezTo>
                      <a:cubicBezTo>
                        <a:pt x="2899" y="2048"/>
                        <a:pt x="3371" y="1576"/>
                        <a:pt x="3371" y="1040"/>
                      </a:cubicBezTo>
                      <a:cubicBezTo>
                        <a:pt x="3371" y="442"/>
                        <a:pt x="2899" y="1"/>
                        <a:pt x="2363" y="1"/>
                      </a:cubicBezTo>
                      <a:cubicBezTo>
                        <a:pt x="2080" y="1"/>
                        <a:pt x="1859" y="127"/>
                        <a:pt x="1702" y="284"/>
                      </a:cubicBezTo>
                      <a:cubicBezTo>
                        <a:pt x="1481" y="127"/>
                        <a:pt x="1261" y="1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7" name="Google Shape;12600;p89">
                  <a:extLst>
                    <a:ext uri="{FF2B5EF4-FFF2-40B4-BE49-F238E27FC236}">
                      <a16:creationId xmlns:a16="http://schemas.microsoft.com/office/drawing/2014/main" id="{0F7A8D91-3E0F-4B2A-9D4F-5839B91498FA}"/>
                    </a:ext>
                  </a:extLst>
                </p:cNvPr>
                <p:cNvSpPr/>
                <p:nvPr/>
              </p:nvSpPr>
              <p:spPr>
                <a:xfrm>
                  <a:off x="-919700" y="242075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7152" y="694"/>
                      </a:moveTo>
                      <a:cubicBezTo>
                        <a:pt x="7373" y="694"/>
                        <a:pt x="7530" y="851"/>
                        <a:pt x="7530" y="1040"/>
                      </a:cubicBezTo>
                      <a:lnTo>
                        <a:pt x="7530" y="1418"/>
                      </a:lnTo>
                      <a:lnTo>
                        <a:pt x="662" y="1418"/>
                      </a:lnTo>
                      <a:lnTo>
                        <a:pt x="662" y="1040"/>
                      </a:lnTo>
                      <a:cubicBezTo>
                        <a:pt x="694" y="851"/>
                        <a:pt x="851" y="694"/>
                        <a:pt x="1009" y="694"/>
                      </a:cubicBezTo>
                      <a:close/>
                      <a:moveTo>
                        <a:pt x="7562" y="2111"/>
                      </a:moveTo>
                      <a:lnTo>
                        <a:pt x="7562" y="3403"/>
                      </a:lnTo>
                      <a:lnTo>
                        <a:pt x="7247" y="3088"/>
                      </a:lnTo>
                      <a:cubicBezTo>
                        <a:pt x="7042" y="2883"/>
                        <a:pt x="6784" y="2792"/>
                        <a:pt x="6528" y="2792"/>
                      </a:cubicBezTo>
                      <a:cubicBezTo>
                        <a:pt x="5999" y="2792"/>
                        <a:pt x="5483" y="3186"/>
                        <a:pt x="5483" y="3781"/>
                      </a:cubicBezTo>
                      <a:cubicBezTo>
                        <a:pt x="5483" y="4065"/>
                        <a:pt x="5577" y="4348"/>
                        <a:pt x="5798" y="4506"/>
                      </a:cubicBezTo>
                      <a:lnTo>
                        <a:pt x="6774" y="5482"/>
                      </a:lnTo>
                      <a:lnTo>
                        <a:pt x="1009" y="5482"/>
                      </a:lnTo>
                      <a:cubicBezTo>
                        <a:pt x="995" y="5485"/>
                        <a:pt x="982" y="5486"/>
                        <a:pt x="968" y="5486"/>
                      </a:cubicBezTo>
                      <a:cubicBezTo>
                        <a:pt x="825" y="5486"/>
                        <a:pt x="694" y="5340"/>
                        <a:pt x="694" y="5167"/>
                      </a:cubicBezTo>
                      <a:lnTo>
                        <a:pt x="694" y="2111"/>
                      </a:lnTo>
                      <a:close/>
                      <a:moveTo>
                        <a:pt x="8160" y="2584"/>
                      </a:moveTo>
                      <a:lnTo>
                        <a:pt x="9200" y="3624"/>
                      </a:lnTo>
                      <a:cubicBezTo>
                        <a:pt x="9421" y="3844"/>
                        <a:pt x="9515" y="4065"/>
                        <a:pt x="9515" y="4348"/>
                      </a:cubicBezTo>
                      <a:lnTo>
                        <a:pt x="9515" y="6900"/>
                      </a:lnTo>
                      <a:cubicBezTo>
                        <a:pt x="9515" y="7373"/>
                        <a:pt x="9358" y="7845"/>
                        <a:pt x="9043" y="8192"/>
                      </a:cubicBezTo>
                      <a:lnTo>
                        <a:pt x="5955" y="8192"/>
                      </a:lnTo>
                      <a:cubicBezTo>
                        <a:pt x="5640" y="7845"/>
                        <a:pt x="5483" y="7373"/>
                        <a:pt x="5483" y="6900"/>
                      </a:cubicBezTo>
                      <a:lnTo>
                        <a:pt x="5483" y="6144"/>
                      </a:lnTo>
                      <a:lnTo>
                        <a:pt x="6837" y="6144"/>
                      </a:lnTo>
                      <a:lnTo>
                        <a:pt x="6837" y="6207"/>
                      </a:lnTo>
                      <a:cubicBezTo>
                        <a:pt x="6837" y="6585"/>
                        <a:pt x="6900" y="6932"/>
                        <a:pt x="7089" y="7373"/>
                      </a:cubicBezTo>
                      <a:cubicBezTo>
                        <a:pt x="7135" y="7487"/>
                        <a:pt x="7263" y="7568"/>
                        <a:pt x="7403" y="7568"/>
                      </a:cubicBezTo>
                      <a:cubicBezTo>
                        <a:pt x="7455" y="7568"/>
                        <a:pt x="7510" y="7556"/>
                        <a:pt x="7562" y="7530"/>
                      </a:cubicBezTo>
                      <a:cubicBezTo>
                        <a:pt x="7719" y="7467"/>
                        <a:pt x="7782" y="7247"/>
                        <a:pt x="7719" y="7058"/>
                      </a:cubicBezTo>
                      <a:cubicBezTo>
                        <a:pt x="7593" y="6774"/>
                        <a:pt x="7530" y="6522"/>
                        <a:pt x="7530" y="6239"/>
                      </a:cubicBezTo>
                      <a:lnTo>
                        <a:pt x="7530" y="5451"/>
                      </a:lnTo>
                      <a:cubicBezTo>
                        <a:pt x="7530" y="5356"/>
                        <a:pt x="7467" y="5262"/>
                        <a:pt x="7404" y="5199"/>
                      </a:cubicBezTo>
                      <a:lnTo>
                        <a:pt x="6207" y="4033"/>
                      </a:lnTo>
                      <a:cubicBezTo>
                        <a:pt x="6018" y="3844"/>
                        <a:pt x="6144" y="3435"/>
                        <a:pt x="6459" y="3435"/>
                      </a:cubicBezTo>
                      <a:cubicBezTo>
                        <a:pt x="6522" y="3435"/>
                        <a:pt x="6648" y="3466"/>
                        <a:pt x="6680" y="3561"/>
                      </a:cubicBezTo>
                      <a:lnTo>
                        <a:pt x="8255" y="5136"/>
                      </a:lnTo>
                      <a:cubicBezTo>
                        <a:pt x="8318" y="5199"/>
                        <a:pt x="8413" y="5230"/>
                        <a:pt x="8503" y="5230"/>
                      </a:cubicBezTo>
                      <a:cubicBezTo>
                        <a:pt x="8594" y="5230"/>
                        <a:pt x="8680" y="5199"/>
                        <a:pt x="8728" y="5136"/>
                      </a:cubicBezTo>
                      <a:cubicBezTo>
                        <a:pt x="8854" y="5010"/>
                        <a:pt x="8854" y="4789"/>
                        <a:pt x="8728" y="4663"/>
                      </a:cubicBezTo>
                      <a:lnTo>
                        <a:pt x="8160" y="4065"/>
                      </a:lnTo>
                      <a:lnTo>
                        <a:pt x="8160" y="2584"/>
                      </a:lnTo>
                      <a:close/>
                      <a:moveTo>
                        <a:pt x="9295" y="8948"/>
                      </a:moveTo>
                      <a:cubicBezTo>
                        <a:pt x="9484" y="8948"/>
                        <a:pt x="9641" y="9105"/>
                        <a:pt x="9641" y="9295"/>
                      </a:cubicBezTo>
                      <a:lnTo>
                        <a:pt x="9641" y="10996"/>
                      </a:lnTo>
                      <a:lnTo>
                        <a:pt x="5514" y="10996"/>
                      </a:lnTo>
                      <a:lnTo>
                        <a:pt x="5514" y="9295"/>
                      </a:lnTo>
                      <a:cubicBezTo>
                        <a:pt x="5514" y="9105"/>
                        <a:pt x="5672" y="8948"/>
                        <a:pt x="5861" y="8948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5167"/>
                      </a:lnTo>
                      <a:cubicBezTo>
                        <a:pt x="1" y="5734"/>
                        <a:pt x="473" y="6207"/>
                        <a:pt x="1009" y="6207"/>
                      </a:cubicBezTo>
                      <a:lnTo>
                        <a:pt x="4789" y="6207"/>
                      </a:lnTo>
                      <a:lnTo>
                        <a:pt x="4789" y="6932"/>
                      </a:lnTo>
                      <a:cubicBezTo>
                        <a:pt x="4789" y="7499"/>
                        <a:pt x="4947" y="8003"/>
                        <a:pt x="5231" y="8444"/>
                      </a:cubicBezTo>
                      <a:cubicBezTo>
                        <a:pt x="4947" y="8633"/>
                        <a:pt x="4789" y="8948"/>
                        <a:pt x="4789" y="9295"/>
                      </a:cubicBezTo>
                      <a:lnTo>
                        <a:pt x="4789" y="11342"/>
                      </a:lnTo>
                      <a:cubicBezTo>
                        <a:pt x="4789" y="11563"/>
                        <a:pt x="4947" y="11720"/>
                        <a:pt x="5168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42"/>
                      </a:cubicBezTo>
                      <a:lnTo>
                        <a:pt x="10303" y="9295"/>
                      </a:lnTo>
                      <a:cubicBezTo>
                        <a:pt x="10303" y="8948"/>
                        <a:pt x="10114" y="8633"/>
                        <a:pt x="9893" y="8444"/>
                      </a:cubicBezTo>
                      <a:cubicBezTo>
                        <a:pt x="10177" y="8003"/>
                        <a:pt x="10303" y="7499"/>
                        <a:pt x="10303" y="6932"/>
                      </a:cubicBezTo>
                      <a:lnTo>
                        <a:pt x="10303" y="4380"/>
                      </a:lnTo>
                      <a:lnTo>
                        <a:pt x="10271" y="4380"/>
                      </a:lnTo>
                      <a:cubicBezTo>
                        <a:pt x="10271" y="3907"/>
                        <a:pt x="10082" y="3466"/>
                        <a:pt x="9767" y="3151"/>
                      </a:cubicBezTo>
                      <a:lnTo>
                        <a:pt x="8224" y="1639"/>
                      </a:lnTo>
                      <a:lnTo>
                        <a:pt x="8224" y="1040"/>
                      </a:lnTo>
                      <a:cubicBezTo>
                        <a:pt x="8224" y="473"/>
                        <a:pt x="7751" y="1"/>
                        <a:pt x="72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8" name="Google Shape;12601;p89">
                  <a:extLst>
                    <a:ext uri="{FF2B5EF4-FFF2-40B4-BE49-F238E27FC236}">
                      <a16:creationId xmlns:a16="http://schemas.microsoft.com/office/drawing/2014/main" id="{38C23DE3-5D3E-B893-D809-1530D8943ECF}"/>
                    </a:ext>
                  </a:extLst>
                </p:cNvPr>
                <p:cNvSpPr/>
                <p:nvPr/>
              </p:nvSpPr>
              <p:spPr>
                <a:xfrm>
                  <a:off x="-766100" y="2660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725" y="568"/>
                        <a:pt x="725" y="379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2" name="Google Shape;12630;p89">
                <a:extLst>
                  <a:ext uri="{FF2B5EF4-FFF2-40B4-BE49-F238E27FC236}">
                    <a16:creationId xmlns:a16="http://schemas.microsoft.com/office/drawing/2014/main" id="{E6EE32B0-161F-35BF-8C24-64242AE330B7}"/>
                  </a:ext>
                </a:extLst>
              </p:cNvPr>
              <p:cNvGrpSpPr/>
              <p:nvPr/>
            </p:nvGrpSpPr>
            <p:grpSpPr>
              <a:xfrm>
                <a:off x="11162866" y="4335825"/>
                <a:ext cx="620890" cy="620890"/>
                <a:chOff x="2964567" y="2571753"/>
                <a:chExt cx="417045" cy="417045"/>
              </a:xfrm>
              <a:grpFill/>
            </p:grpSpPr>
            <p:sp>
              <p:nvSpPr>
                <p:cNvPr id="17410" name="Google Shape;12631;p89">
                  <a:extLst>
                    <a:ext uri="{FF2B5EF4-FFF2-40B4-BE49-F238E27FC236}">
                      <a16:creationId xmlns:a16="http://schemas.microsoft.com/office/drawing/2014/main" id="{A0607795-C21B-A19B-F4BE-9AC5995C9B88}"/>
                    </a:ext>
                  </a:extLst>
                </p:cNvPr>
                <p:cNvSpPr/>
                <p:nvPr/>
              </p:nvSpPr>
              <p:spPr>
                <a:xfrm>
                  <a:off x="2964567" y="2571753"/>
                  <a:ext cx="417045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83" extrusionOk="0">
                      <a:moveTo>
                        <a:pt x="9992" y="1170"/>
                      </a:moveTo>
                      <a:cubicBezTo>
                        <a:pt x="14855" y="1170"/>
                        <a:pt x="18812" y="4866"/>
                        <a:pt x="18812" y="9405"/>
                      </a:cubicBezTo>
                      <a:cubicBezTo>
                        <a:pt x="18812" y="13925"/>
                        <a:pt x="14855" y="17601"/>
                        <a:pt x="9992" y="17601"/>
                      </a:cubicBezTo>
                      <a:cubicBezTo>
                        <a:pt x="9111" y="17601"/>
                        <a:pt x="8240" y="17481"/>
                        <a:pt x="7407" y="17242"/>
                      </a:cubicBezTo>
                      <a:cubicBezTo>
                        <a:pt x="7354" y="17226"/>
                        <a:pt x="7299" y="17218"/>
                        <a:pt x="7245" y="17218"/>
                      </a:cubicBezTo>
                      <a:cubicBezTo>
                        <a:pt x="7153" y="17218"/>
                        <a:pt x="7062" y="17240"/>
                        <a:pt x="6979" y="17282"/>
                      </a:cubicBezTo>
                      <a:lnTo>
                        <a:pt x="4723" y="18439"/>
                      </a:lnTo>
                      <a:lnTo>
                        <a:pt x="4723" y="16262"/>
                      </a:lnTo>
                      <a:cubicBezTo>
                        <a:pt x="4723" y="16078"/>
                        <a:pt x="4637" y="15904"/>
                        <a:pt x="4490" y="15793"/>
                      </a:cubicBezTo>
                      <a:cubicBezTo>
                        <a:pt x="2381" y="14208"/>
                        <a:pt x="1171" y="11880"/>
                        <a:pt x="1171" y="9405"/>
                      </a:cubicBezTo>
                      <a:cubicBezTo>
                        <a:pt x="1171" y="4866"/>
                        <a:pt x="5129" y="1170"/>
                        <a:pt x="9992" y="1170"/>
                      </a:cubicBezTo>
                      <a:close/>
                      <a:moveTo>
                        <a:pt x="9992" y="1"/>
                      </a:moveTo>
                      <a:cubicBezTo>
                        <a:pt x="4575" y="1"/>
                        <a:pt x="0" y="4153"/>
                        <a:pt x="0" y="9407"/>
                      </a:cubicBezTo>
                      <a:cubicBezTo>
                        <a:pt x="0" y="12221"/>
                        <a:pt x="1359" y="14795"/>
                        <a:pt x="3552" y="16548"/>
                      </a:cubicBezTo>
                      <a:lnTo>
                        <a:pt x="3552" y="19396"/>
                      </a:lnTo>
                      <a:cubicBezTo>
                        <a:pt x="3552" y="19602"/>
                        <a:pt x="3659" y="19791"/>
                        <a:pt x="3832" y="19897"/>
                      </a:cubicBezTo>
                      <a:cubicBezTo>
                        <a:pt x="3925" y="19953"/>
                        <a:pt x="4031" y="19982"/>
                        <a:pt x="4138" y="19982"/>
                      </a:cubicBezTo>
                      <a:cubicBezTo>
                        <a:pt x="4229" y="19982"/>
                        <a:pt x="4320" y="19961"/>
                        <a:pt x="4405" y="19918"/>
                      </a:cubicBezTo>
                      <a:lnTo>
                        <a:pt x="7310" y="18429"/>
                      </a:lnTo>
                      <a:cubicBezTo>
                        <a:pt x="8180" y="18657"/>
                        <a:pt x="9081" y="18772"/>
                        <a:pt x="9992" y="18772"/>
                      </a:cubicBezTo>
                      <a:cubicBezTo>
                        <a:pt x="15500" y="18772"/>
                        <a:pt x="19983" y="14570"/>
                        <a:pt x="19983" y="9407"/>
                      </a:cubicBezTo>
                      <a:cubicBezTo>
                        <a:pt x="19983" y="4151"/>
                        <a:pt x="15405" y="1"/>
                        <a:pt x="9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411" name="Google Shape;12632;p89">
                  <a:extLst>
                    <a:ext uri="{FF2B5EF4-FFF2-40B4-BE49-F238E27FC236}">
                      <a16:creationId xmlns:a16="http://schemas.microsoft.com/office/drawing/2014/main" id="{B851F998-7271-0225-B0BE-5791A4A65003}"/>
                    </a:ext>
                  </a:extLst>
                </p:cNvPr>
                <p:cNvSpPr/>
                <p:nvPr/>
              </p:nvSpPr>
              <p:spPr>
                <a:xfrm>
                  <a:off x="3037777" y="2694715"/>
                  <a:ext cx="270642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8" h="7026" extrusionOk="0">
                      <a:moveTo>
                        <a:pt x="5362" y="1463"/>
                      </a:moveTo>
                      <a:lnTo>
                        <a:pt x="7241" y="3341"/>
                      </a:lnTo>
                      <a:cubicBezTo>
                        <a:pt x="7353" y="3454"/>
                        <a:pt x="7503" y="3513"/>
                        <a:pt x="7655" y="3513"/>
                      </a:cubicBezTo>
                      <a:cubicBezTo>
                        <a:pt x="7744" y="3513"/>
                        <a:pt x="7833" y="3493"/>
                        <a:pt x="7917" y="3451"/>
                      </a:cubicBezTo>
                      <a:lnTo>
                        <a:pt x="10216" y="2303"/>
                      </a:lnTo>
                      <a:lnTo>
                        <a:pt x="7605" y="5565"/>
                      </a:lnTo>
                      <a:lnTo>
                        <a:pt x="5726" y="3685"/>
                      </a:lnTo>
                      <a:cubicBezTo>
                        <a:pt x="5614" y="3573"/>
                        <a:pt x="5463" y="3514"/>
                        <a:pt x="5311" y="3514"/>
                      </a:cubicBezTo>
                      <a:cubicBezTo>
                        <a:pt x="5223" y="3514"/>
                        <a:pt x="5133" y="3534"/>
                        <a:pt x="5051" y="3575"/>
                      </a:cubicBezTo>
                      <a:lnTo>
                        <a:pt x="2751" y="4725"/>
                      </a:lnTo>
                      <a:lnTo>
                        <a:pt x="2751" y="4725"/>
                      </a:lnTo>
                      <a:lnTo>
                        <a:pt x="5362" y="1463"/>
                      </a:lnTo>
                      <a:close/>
                      <a:moveTo>
                        <a:pt x="5312" y="1"/>
                      </a:moveTo>
                      <a:cubicBezTo>
                        <a:pt x="5302" y="1"/>
                        <a:pt x="5291" y="1"/>
                        <a:pt x="5281" y="2"/>
                      </a:cubicBezTo>
                      <a:cubicBezTo>
                        <a:pt x="5114" y="12"/>
                        <a:pt x="4959" y="92"/>
                        <a:pt x="4856" y="221"/>
                      </a:cubicBezTo>
                      <a:lnTo>
                        <a:pt x="172" y="6075"/>
                      </a:lnTo>
                      <a:cubicBezTo>
                        <a:pt x="0" y="6290"/>
                        <a:pt x="2" y="6595"/>
                        <a:pt x="174" y="6809"/>
                      </a:cubicBezTo>
                      <a:cubicBezTo>
                        <a:pt x="288" y="6950"/>
                        <a:pt x="457" y="7026"/>
                        <a:pt x="630" y="7026"/>
                      </a:cubicBezTo>
                      <a:cubicBezTo>
                        <a:pt x="719" y="7026"/>
                        <a:pt x="808" y="7006"/>
                        <a:pt x="892" y="6964"/>
                      </a:cubicBezTo>
                      <a:lnTo>
                        <a:pt x="5198" y="4811"/>
                      </a:lnTo>
                      <a:lnTo>
                        <a:pt x="7241" y="6855"/>
                      </a:lnTo>
                      <a:cubicBezTo>
                        <a:pt x="7349" y="6964"/>
                        <a:pt x="7496" y="7026"/>
                        <a:pt x="7650" y="7026"/>
                      </a:cubicBezTo>
                      <a:cubicBezTo>
                        <a:pt x="7662" y="7026"/>
                        <a:pt x="7674" y="7025"/>
                        <a:pt x="7687" y="7024"/>
                      </a:cubicBezTo>
                      <a:cubicBezTo>
                        <a:pt x="7853" y="7016"/>
                        <a:pt x="8007" y="6936"/>
                        <a:pt x="8111" y="6807"/>
                      </a:cubicBezTo>
                      <a:lnTo>
                        <a:pt x="12795" y="951"/>
                      </a:lnTo>
                      <a:cubicBezTo>
                        <a:pt x="12967" y="737"/>
                        <a:pt x="12965" y="431"/>
                        <a:pt x="12792" y="219"/>
                      </a:cubicBezTo>
                      <a:cubicBezTo>
                        <a:pt x="12679" y="78"/>
                        <a:pt x="12510" y="1"/>
                        <a:pt x="12337" y="1"/>
                      </a:cubicBezTo>
                      <a:cubicBezTo>
                        <a:pt x="12249" y="1"/>
                        <a:pt x="12159" y="21"/>
                        <a:pt x="12075" y="63"/>
                      </a:cubicBezTo>
                      <a:lnTo>
                        <a:pt x="7770" y="2216"/>
                      </a:lnTo>
                      <a:lnTo>
                        <a:pt x="5726" y="173"/>
                      </a:lnTo>
                      <a:cubicBezTo>
                        <a:pt x="5617" y="62"/>
                        <a:pt x="5467" y="1"/>
                        <a:pt x="53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3" name="Google Shape;12645;p89">
                <a:extLst>
                  <a:ext uri="{FF2B5EF4-FFF2-40B4-BE49-F238E27FC236}">
                    <a16:creationId xmlns:a16="http://schemas.microsoft.com/office/drawing/2014/main" id="{720A99E7-AF17-3054-7456-8D2082664863}"/>
                  </a:ext>
                </a:extLst>
              </p:cNvPr>
              <p:cNvSpPr/>
              <p:nvPr/>
            </p:nvSpPr>
            <p:spPr>
              <a:xfrm>
                <a:off x="7055026" y="4335935"/>
                <a:ext cx="620847" cy="620847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4602" y="3500"/>
                    </a:moveTo>
                    <a:cubicBezTo>
                      <a:pt x="15137" y="3500"/>
                      <a:pt x="15682" y="3563"/>
                      <a:pt x="16247" y="3689"/>
                    </a:cubicBezTo>
                    <a:cubicBezTo>
                      <a:pt x="16179" y="4154"/>
                      <a:pt x="16095" y="4705"/>
                      <a:pt x="16033" y="5120"/>
                    </a:cubicBezTo>
                    <a:cubicBezTo>
                      <a:pt x="15810" y="5075"/>
                      <a:pt x="15484" y="5035"/>
                      <a:pt x="15150" y="5035"/>
                    </a:cubicBezTo>
                    <a:cubicBezTo>
                      <a:pt x="14968" y="5035"/>
                      <a:pt x="14783" y="5047"/>
                      <a:pt x="14611" y="5076"/>
                    </a:cubicBezTo>
                    <a:cubicBezTo>
                      <a:pt x="13536" y="5258"/>
                      <a:pt x="12918" y="5925"/>
                      <a:pt x="12918" y="6907"/>
                    </a:cubicBezTo>
                    <a:lnTo>
                      <a:pt x="12918" y="8819"/>
                    </a:lnTo>
                    <a:cubicBezTo>
                      <a:pt x="12918" y="9143"/>
                      <a:pt x="13180" y="9405"/>
                      <a:pt x="13504" y="9405"/>
                    </a:cubicBezTo>
                    <a:lnTo>
                      <a:pt x="15681" y="9405"/>
                    </a:lnTo>
                    <a:lnTo>
                      <a:pt x="15388" y="10576"/>
                    </a:lnTo>
                    <a:lnTo>
                      <a:pt x="13504" y="10576"/>
                    </a:lnTo>
                    <a:cubicBezTo>
                      <a:pt x="13180" y="10576"/>
                      <a:pt x="12918" y="10838"/>
                      <a:pt x="12918" y="11161"/>
                    </a:cubicBezTo>
                    <a:lnTo>
                      <a:pt x="12918" y="18811"/>
                    </a:lnTo>
                    <a:lnTo>
                      <a:pt x="11162" y="18811"/>
                    </a:lnTo>
                    <a:lnTo>
                      <a:pt x="11162" y="11161"/>
                    </a:lnTo>
                    <a:cubicBezTo>
                      <a:pt x="11162" y="10838"/>
                      <a:pt x="10900" y="10576"/>
                      <a:pt x="10576" y="10576"/>
                    </a:cubicBezTo>
                    <a:lnTo>
                      <a:pt x="9407" y="10576"/>
                    </a:lnTo>
                    <a:lnTo>
                      <a:pt x="9407" y="9405"/>
                    </a:lnTo>
                    <a:lnTo>
                      <a:pt x="10576" y="9405"/>
                    </a:lnTo>
                    <a:cubicBezTo>
                      <a:pt x="10900" y="9405"/>
                      <a:pt x="11162" y="9143"/>
                      <a:pt x="11162" y="8821"/>
                    </a:cubicBezTo>
                    <a:cubicBezTo>
                      <a:pt x="11162" y="7215"/>
                      <a:pt x="11162" y="6481"/>
                      <a:pt x="11162" y="6143"/>
                    </a:cubicBezTo>
                    <a:cubicBezTo>
                      <a:pt x="11162" y="5520"/>
                      <a:pt x="11163" y="4843"/>
                      <a:pt x="11770" y="4324"/>
                    </a:cubicBezTo>
                    <a:cubicBezTo>
                      <a:pt x="12234" y="3928"/>
                      <a:pt x="12823" y="3687"/>
                      <a:pt x="13628" y="3571"/>
                    </a:cubicBezTo>
                    <a:cubicBezTo>
                      <a:pt x="13950" y="3524"/>
                      <a:pt x="14274" y="3500"/>
                      <a:pt x="14602" y="3500"/>
                    </a:cubicBezTo>
                    <a:close/>
                    <a:moveTo>
                      <a:pt x="17017" y="1170"/>
                    </a:moveTo>
                    <a:cubicBezTo>
                      <a:pt x="17990" y="1170"/>
                      <a:pt x="18811" y="1975"/>
                      <a:pt x="18811" y="2927"/>
                    </a:cubicBezTo>
                    <a:lnTo>
                      <a:pt x="18811" y="17056"/>
                    </a:lnTo>
                    <a:cubicBezTo>
                      <a:pt x="18811" y="18023"/>
                      <a:pt x="18024" y="18811"/>
                      <a:pt x="17056" y="18811"/>
                    </a:cubicBezTo>
                    <a:lnTo>
                      <a:pt x="14089" y="18811"/>
                    </a:lnTo>
                    <a:lnTo>
                      <a:pt x="14089" y="11747"/>
                    </a:lnTo>
                    <a:lnTo>
                      <a:pt x="15846" y="11747"/>
                    </a:lnTo>
                    <a:cubicBezTo>
                      <a:pt x="16115" y="11747"/>
                      <a:pt x="16348" y="11565"/>
                      <a:pt x="16414" y="11305"/>
                    </a:cubicBezTo>
                    <a:lnTo>
                      <a:pt x="16999" y="8963"/>
                    </a:lnTo>
                    <a:cubicBezTo>
                      <a:pt x="17042" y="8787"/>
                      <a:pt x="17003" y="8602"/>
                      <a:pt x="16893" y="8460"/>
                    </a:cubicBezTo>
                    <a:cubicBezTo>
                      <a:pt x="16782" y="8317"/>
                      <a:pt x="16612" y="8235"/>
                      <a:pt x="16431" y="8235"/>
                    </a:cubicBezTo>
                    <a:lnTo>
                      <a:pt x="14089" y="8235"/>
                    </a:lnTo>
                    <a:lnTo>
                      <a:pt x="14089" y="6909"/>
                    </a:lnTo>
                    <a:cubicBezTo>
                      <a:pt x="14089" y="6638"/>
                      <a:pt x="14144" y="6343"/>
                      <a:pt x="14808" y="6229"/>
                    </a:cubicBezTo>
                    <a:cubicBezTo>
                      <a:pt x="14936" y="6208"/>
                      <a:pt x="15061" y="6199"/>
                      <a:pt x="15182" y="6199"/>
                    </a:cubicBezTo>
                    <a:cubicBezTo>
                      <a:pt x="15552" y="6199"/>
                      <a:pt x="15890" y="6283"/>
                      <a:pt x="16198" y="6360"/>
                    </a:cubicBezTo>
                    <a:cubicBezTo>
                      <a:pt x="16304" y="6387"/>
                      <a:pt x="16415" y="6421"/>
                      <a:pt x="16532" y="6421"/>
                    </a:cubicBezTo>
                    <a:cubicBezTo>
                      <a:pt x="16632" y="6421"/>
                      <a:pt x="16736" y="6396"/>
                      <a:pt x="16847" y="6321"/>
                    </a:cubicBezTo>
                    <a:cubicBezTo>
                      <a:pt x="16983" y="6229"/>
                      <a:pt x="17074" y="6084"/>
                      <a:pt x="17098" y="5923"/>
                    </a:cubicBezTo>
                    <a:cubicBezTo>
                      <a:pt x="17098" y="5923"/>
                      <a:pt x="17362" y="4156"/>
                      <a:pt x="17482" y="3339"/>
                    </a:cubicBezTo>
                    <a:cubicBezTo>
                      <a:pt x="17525" y="3049"/>
                      <a:pt x="17346" y="2769"/>
                      <a:pt x="17063" y="2690"/>
                    </a:cubicBezTo>
                    <a:cubicBezTo>
                      <a:pt x="16267" y="2463"/>
                      <a:pt x="15346" y="2343"/>
                      <a:pt x="14504" y="2343"/>
                    </a:cubicBezTo>
                    <a:cubicBezTo>
                      <a:pt x="14137" y="2343"/>
                      <a:pt x="13786" y="2365"/>
                      <a:pt x="13467" y="2412"/>
                    </a:cubicBezTo>
                    <a:cubicBezTo>
                      <a:pt x="12434" y="2562"/>
                      <a:pt x="11646" y="2888"/>
                      <a:pt x="11009" y="3434"/>
                    </a:cubicBezTo>
                    <a:cubicBezTo>
                      <a:pt x="10121" y="4193"/>
                      <a:pt x="10010" y="5168"/>
                      <a:pt x="9999" y="5833"/>
                    </a:cubicBezTo>
                    <a:cubicBezTo>
                      <a:pt x="9999" y="5847"/>
                      <a:pt x="9999" y="7029"/>
                      <a:pt x="9999" y="8235"/>
                    </a:cubicBezTo>
                    <a:lnTo>
                      <a:pt x="8821" y="8235"/>
                    </a:lnTo>
                    <a:cubicBezTo>
                      <a:pt x="8497" y="8235"/>
                      <a:pt x="8236" y="8497"/>
                      <a:pt x="8236" y="8819"/>
                    </a:cubicBezTo>
                    <a:lnTo>
                      <a:pt x="8236" y="11161"/>
                    </a:lnTo>
                    <a:cubicBezTo>
                      <a:pt x="8236" y="11485"/>
                      <a:pt x="8497" y="11747"/>
                      <a:pt x="8821" y="11747"/>
                    </a:cubicBezTo>
                    <a:lnTo>
                      <a:pt x="9991" y="11747"/>
                    </a:lnTo>
                    <a:lnTo>
                      <a:pt x="9991" y="18811"/>
                    </a:lnTo>
                    <a:lnTo>
                      <a:pt x="2927" y="18811"/>
                    </a:lnTo>
                    <a:cubicBezTo>
                      <a:pt x="1959" y="18811"/>
                      <a:pt x="1172" y="18023"/>
                      <a:pt x="1172" y="17054"/>
                    </a:cubicBezTo>
                    <a:lnTo>
                      <a:pt x="1172" y="2927"/>
                    </a:lnTo>
                    <a:cubicBezTo>
                      <a:pt x="1172" y="1959"/>
                      <a:pt x="1959" y="1170"/>
                      <a:pt x="2927" y="1170"/>
                    </a:cubicBezTo>
                    <a:close/>
                    <a:moveTo>
                      <a:pt x="2927" y="1"/>
                    </a:moveTo>
                    <a:cubicBezTo>
                      <a:pt x="1314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4" y="19982"/>
                      <a:pt x="2927" y="19982"/>
                    </a:cubicBezTo>
                    <a:lnTo>
                      <a:pt x="17054" y="19982"/>
                    </a:lnTo>
                    <a:cubicBezTo>
                      <a:pt x="18669" y="19982"/>
                      <a:pt x="19982" y="18669"/>
                      <a:pt x="19982" y="17056"/>
                    </a:cubicBezTo>
                    <a:lnTo>
                      <a:pt x="19982" y="2927"/>
                    </a:lnTo>
                    <a:cubicBezTo>
                      <a:pt x="19982" y="2145"/>
                      <a:pt x="19669" y="1409"/>
                      <a:pt x="19101" y="853"/>
                    </a:cubicBezTo>
                    <a:cubicBezTo>
                      <a:pt x="18538" y="303"/>
                      <a:pt x="17797" y="1"/>
                      <a:pt x="170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4" name="Google Shape;12646;p89">
                <a:extLst>
                  <a:ext uri="{FF2B5EF4-FFF2-40B4-BE49-F238E27FC236}">
                    <a16:creationId xmlns:a16="http://schemas.microsoft.com/office/drawing/2014/main" id="{47CB91EC-CD88-70FE-BD6B-D7BB660B0543}"/>
                  </a:ext>
                </a:extLst>
              </p:cNvPr>
              <p:cNvGrpSpPr/>
              <p:nvPr/>
            </p:nvGrpSpPr>
            <p:grpSpPr>
              <a:xfrm>
                <a:off x="7848323" y="4335840"/>
                <a:ext cx="620922" cy="620859"/>
                <a:chOff x="812101" y="2571761"/>
                <a:chExt cx="417066" cy="417024"/>
              </a:xfrm>
              <a:grpFill/>
            </p:grpSpPr>
            <p:sp>
              <p:nvSpPr>
                <p:cNvPr id="17854" name="Google Shape;12647;p89">
                  <a:extLst>
                    <a:ext uri="{FF2B5EF4-FFF2-40B4-BE49-F238E27FC236}">
                      <a16:creationId xmlns:a16="http://schemas.microsoft.com/office/drawing/2014/main" id="{EB698513-B026-4C5F-6C5F-15739A1AD9F0}"/>
                    </a:ext>
                  </a:extLst>
                </p:cNvPr>
                <p:cNvSpPr/>
                <p:nvPr/>
              </p:nvSpPr>
              <p:spPr>
                <a:xfrm>
                  <a:off x="935084" y="2694744"/>
                  <a:ext cx="171071" cy="17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8197" extrusionOk="0">
                      <a:moveTo>
                        <a:pt x="4099" y="1171"/>
                      </a:moveTo>
                      <a:cubicBezTo>
                        <a:pt x="5712" y="1171"/>
                        <a:pt x="7027" y="2484"/>
                        <a:pt x="7027" y="4097"/>
                      </a:cubicBezTo>
                      <a:cubicBezTo>
                        <a:pt x="7027" y="5712"/>
                        <a:pt x="5712" y="7025"/>
                        <a:pt x="4099" y="7025"/>
                      </a:cubicBezTo>
                      <a:cubicBezTo>
                        <a:pt x="2486" y="7025"/>
                        <a:pt x="1171" y="5712"/>
                        <a:pt x="1171" y="4097"/>
                      </a:cubicBezTo>
                      <a:cubicBezTo>
                        <a:pt x="1171" y="2484"/>
                        <a:pt x="2486" y="1171"/>
                        <a:pt x="4099" y="1171"/>
                      </a:cubicBezTo>
                      <a:close/>
                      <a:moveTo>
                        <a:pt x="4099" y="0"/>
                      </a:moveTo>
                      <a:cubicBezTo>
                        <a:pt x="1840" y="0"/>
                        <a:pt x="0" y="1838"/>
                        <a:pt x="0" y="4097"/>
                      </a:cubicBezTo>
                      <a:cubicBezTo>
                        <a:pt x="0" y="6358"/>
                        <a:pt x="1840" y="8196"/>
                        <a:pt x="4099" y="8196"/>
                      </a:cubicBezTo>
                      <a:cubicBezTo>
                        <a:pt x="6358" y="8196"/>
                        <a:pt x="8196" y="6358"/>
                        <a:pt x="8196" y="4097"/>
                      </a:cubicBezTo>
                      <a:cubicBezTo>
                        <a:pt x="8196" y="1838"/>
                        <a:pt x="6358" y="0"/>
                        <a:pt x="40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5" name="Google Shape;12648;p89">
                  <a:extLst>
                    <a:ext uri="{FF2B5EF4-FFF2-40B4-BE49-F238E27FC236}">
                      <a16:creationId xmlns:a16="http://schemas.microsoft.com/office/drawing/2014/main" id="{F27F0778-749B-3C80-C836-4B6F07C745F4}"/>
                    </a:ext>
                  </a:extLst>
                </p:cNvPr>
                <p:cNvSpPr/>
                <p:nvPr/>
              </p:nvSpPr>
              <p:spPr>
                <a:xfrm>
                  <a:off x="860977" y="2620616"/>
                  <a:ext cx="319311" cy="31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0" h="15299" extrusionOk="0">
                      <a:moveTo>
                        <a:pt x="12333" y="1171"/>
                      </a:moveTo>
                      <a:cubicBezTo>
                        <a:pt x="13306" y="1171"/>
                        <a:pt x="14128" y="1994"/>
                        <a:pt x="14128" y="2967"/>
                      </a:cubicBezTo>
                      <a:lnTo>
                        <a:pt x="14128" y="12334"/>
                      </a:lnTo>
                      <a:cubicBezTo>
                        <a:pt x="14128" y="13307"/>
                        <a:pt x="13306" y="14129"/>
                        <a:pt x="12333" y="14129"/>
                      </a:cubicBezTo>
                      <a:lnTo>
                        <a:pt x="2968" y="14129"/>
                      </a:lnTo>
                      <a:cubicBezTo>
                        <a:pt x="1993" y="14129"/>
                        <a:pt x="1172" y="13307"/>
                        <a:pt x="1172" y="12334"/>
                      </a:cubicBezTo>
                      <a:lnTo>
                        <a:pt x="1172" y="2967"/>
                      </a:lnTo>
                      <a:cubicBezTo>
                        <a:pt x="1172" y="1994"/>
                        <a:pt x="1993" y="1171"/>
                        <a:pt x="2968" y="1171"/>
                      </a:cubicBezTo>
                      <a:close/>
                      <a:moveTo>
                        <a:pt x="2968" y="0"/>
                      </a:moveTo>
                      <a:cubicBezTo>
                        <a:pt x="1351" y="0"/>
                        <a:pt x="1" y="1346"/>
                        <a:pt x="1" y="2967"/>
                      </a:cubicBezTo>
                      <a:lnTo>
                        <a:pt x="1" y="12334"/>
                      </a:lnTo>
                      <a:cubicBezTo>
                        <a:pt x="1" y="13952"/>
                        <a:pt x="1349" y="15299"/>
                        <a:pt x="2968" y="15299"/>
                      </a:cubicBezTo>
                      <a:lnTo>
                        <a:pt x="12333" y="15299"/>
                      </a:lnTo>
                      <a:cubicBezTo>
                        <a:pt x="13953" y="15299"/>
                        <a:pt x="15299" y="13951"/>
                        <a:pt x="15299" y="12334"/>
                      </a:cubicBezTo>
                      <a:lnTo>
                        <a:pt x="15299" y="2967"/>
                      </a:lnTo>
                      <a:cubicBezTo>
                        <a:pt x="15299" y="1345"/>
                        <a:pt x="13948" y="0"/>
                        <a:pt x="123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12649;p89">
                  <a:extLst>
                    <a:ext uri="{FF2B5EF4-FFF2-40B4-BE49-F238E27FC236}">
                      <a16:creationId xmlns:a16="http://schemas.microsoft.com/office/drawing/2014/main" id="{BB553CA2-3836-D6BB-14DB-1C4E89D4E249}"/>
                    </a:ext>
                  </a:extLst>
                </p:cNvPr>
                <p:cNvSpPr/>
                <p:nvPr/>
              </p:nvSpPr>
              <p:spPr>
                <a:xfrm>
                  <a:off x="812101" y="2571761"/>
                  <a:ext cx="417066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4" h="19982" extrusionOk="0">
                      <a:moveTo>
                        <a:pt x="17056" y="1172"/>
                      </a:moveTo>
                      <a:cubicBezTo>
                        <a:pt x="18025" y="1172"/>
                        <a:pt x="18812" y="1959"/>
                        <a:pt x="18812" y="2927"/>
                      </a:cubicBezTo>
                      <a:lnTo>
                        <a:pt x="18812" y="17056"/>
                      </a:lnTo>
                      <a:cubicBezTo>
                        <a:pt x="18812" y="18023"/>
                        <a:pt x="18025" y="18811"/>
                        <a:pt x="17056" y="18811"/>
                      </a:cubicBezTo>
                      <a:lnTo>
                        <a:pt x="2928" y="18811"/>
                      </a:lnTo>
                      <a:cubicBezTo>
                        <a:pt x="1961" y="18811"/>
                        <a:pt x="1172" y="18023"/>
                        <a:pt x="1172" y="17056"/>
                      </a:cubicBezTo>
                      <a:lnTo>
                        <a:pt x="1172" y="2927"/>
                      </a:lnTo>
                      <a:cubicBezTo>
                        <a:pt x="1172" y="1959"/>
                        <a:pt x="1961" y="1172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1313" y="1"/>
                        <a:pt x="1" y="1313"/>
                        <a:pt x="1" y="2927"/>
                      </a:cubicBezTo>
                      <a:lnTo>
                        <a:pt x="1" y="17056"/>
                      </a:lnTo>
                      <a:cubicBezTo>
                        <a:pt x="1" y="18669"/>
                        <a:pt x="1313" y="19982"/>
                        <a:pt x="2928" y="19982"/>
                      </a:cubicBezTo>
                      <a:lnTo>
                        <a:pt x="17056" y="19982"/>
                      </a:lnTo>
                      <a:cubicBezTo>
                        <a:pt x="18669" y="19982"/>
                        <a:pt x="19984" y="18669"/>
                        <a:pt x="19984" y="17056"/>
                      </a:cubicBezTo>
                      <a:lnTo>
                        <a:pt x="19984" y="2927"/>
                      </a:lnTo>
                      <a:cubicBezTo>
                        <a:pt x="19984" y="1313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Google Shape;12650;p89">
                  <a:extLst>
                    <a:ext uri="{FF2B5EF4-FFF2-40B4-BE49-F238E27FC236}">
                      <a16:creationId xmlns:a16="http://schemas.microsoft.com/office/drawing/2014/main" id="{0383D499-8FAF-32C7-6303-831EC8978E20}"/>
                    </a:ext>
                  </a:extLst>
                </p:cNvPr>
                <p:cNvSpPr/>
                <p:nvPr/>
              </p:nvSpPr>
              <p:spPr>
                <a:xfrm>
                  <a:off x="1081712" y="2670306"/>
                  <a:ext cx="48878" cy="4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2" h="2343" extrusionOk="0">
                      <a:moveTo>
                        <a:pt x="1170" y="0"/>
                      </a:moveTo>
                      <a:cubicBezTo>
                        <a:pt x="524" y="0"/>
                        <a:pt x="1" y="526"/>
                        <a:pt x="1" y="1171"/>
                      </a:cubicBezTo>
                      <a:cubicBezTo>
                        <a:pt x="1" y="1817"/>
                        <a:pt x="524" y="2342"/>
                        <a:pt x="1170" y="2342"/>
                      </a:cubicBezTo>
                      <a:cubicBezTo>
                        <a:pt x="1816" y="2342"/>
                        <a:pt x="2341" y="1817"/>
                        <a:pt x="2341" y="1171"/>
                      </a:cubicBezTo>
                      <a:cubicBezTo>
                        <a:pt x="2341" y="526"/>
                        <a:pt x="1816" y="0"/>
                        <a:pt x="1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5" name="Google Shape;12651;p89">
                <a:extLst>
                  <a:ext uri="{FF2B5EF4-FFF2-40B4-BE49-F238E27FC236}">
                    <a16:creationId xmlns:a16="http://schemas.microsoft.com/office/drawing/2014/main" id="{5E57822D-CAA9-2114-147D-61A7E6C7A253}"/>
                  </a:ext>
                </a:extLst>
              </p:cNvPr>
              <p:cNvGrpSpPr/>
              <p:nvPr/>
            </p:nvGrpSpPr>
            <p:grpSpPr>
              <a:xfrm>
                <a:off x="8641703" y="4335840"/>
                <a:ext cx="620859" cy="620859"/>
                <a:chOff x="1323129" y="2571761"/>
                <a:chExt cx="417024" cy="417024"/>
              </a:xfrm>
              <a:grpFill/>
            </p:grpSpPr>
            <p:sp>
              <p:nvSpPr>
                <p:cNvPr id="17850" name="Google Shape;12652;p89">
                  <a:extLst>
                    <a:ext uri="{FF2B5EF4-FFF2-40B4-BE49-F238E27FC236}">
                      <a16:creationId xmlns:a16="http://schemas.microsoft.com/office/drawing/2014/main" id="{113F1335-5EBD-A18B-8BFC-B966EB2DCA9A}"/>
                    </a:ext>
                  </a:extLst>
                </p:cNvPr>
                <p:cNvSpPr/>
                <p:nvPr/>
              </p:nvSpPr>
              <p:spPr>
                <a:xfrm>
                  <a:off x="1385007" y="2719183"/>
                  <a:ext cx="73337" cy="219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10537" extrusionOk="0">
                      <a:moveTo>
                        <a:pt x="2342" y="1171"/>
                      </a:moveTo>
                      <a:lnTo>
                        <a:pt x="2342" y="9367"/>
                      </a:lnTo>
                      <a:lnTo>
                        <a:pt x="1171" y="9367"/>
                      </a:lnTo>
                      <a:lnTo>
                        <a:pt x="1171" y="1171"/>
                      </a:lnTo>
                      <a:close/>
                      <a:moveTo>
                        <a:pt x="586" y="0"/>
                      </a:moveTo>
                      <a:cubicBezTo>
                        <a:pt x="264" y="0"/>
                        <a:pt x="0" y="262"/>
                        <a:pt x="0" y="586"/>
                      </a:cubicBezTo>
                      <a:lnTo>
                        <a:pt x="0" y="9951"/>
                      </a:lnTo>
                      <a:cubicBezTo>
                        <a:pt x="0" y="10275"/>
                        <a:pt x="264" y="10537"/>
                        <a:pt x="586" y="10537"/>
                      </a:cubicBezTo>
                      <a:lnTo>
                        <a:pt x="2928" y="10537"/>
                      </a:lnTo>
                      <a:cubicBezTo>
                        <a:pt x="3252" y="10537"/>
                        <a:pt x="3514" y="10275"/>
                        <a:pt x="3514" y="9951"/>
                      </a:cubicBezTo>
                      <a:lnTo>
                        <a:pt x="3514" y="586"/>
                      </a:lnTo>
                      <a:cubicBezTo>
                        <a:pt x="3514" y="262"/>
                        <a:pt x="3252" y="0"/>
                        <a:pt x="2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1" name="Google Shape;12653;p89">
                  <a:extLst>
                    <a:ext uri="{FF2B5EF4-FFF2-40B4-BE49-F238E27FC236}">
                      <a16:creationId xmlns:a16="http://schemas.microsoft.com/office/drawing/2014/main" id="{5E385E77-1FE7-E8C1-7198-3DFCC3A9C66A}"/>
                    </a:ext>
                  </a:extLst>
                </p:cNvPr>
                <p:cNvSpPr/>
                <p:nvPr/>
              </p:nvSpPr>
              <p:spPr>
                <a:xfrm>
                  <a:off x="1385007" y="2621430"/>
                  <a:ext cx="73337" cy="7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3514" extrusionOk="0">
                      <a:moveTo>
                        <a:pt x="1757" y="1171"/>
                      </a:moveTo>
                      <a:cubicBezTo>
                        <a:pt x="2081" y="1171"/>
                        <a:pt x="2342" y="1435"/>
                        <a:pt x="2342" y="1757"/>
                      </a:cubicBezTo>
                      <a:cubicBezTo>
                        <a:pt x="2342" y="2080"/>
                        <a:pt x="2081" y="2342"/>
                        <a:pt x="1757" y="2342"/>
                      </a:cubicBezTo>
                      <a:cubicBezTo>
                        <a:pt x="1435" y="2342"/>
                        <a:pt x="1171" y="2080"/>
                        <a:pt x="1171" y="1757"/>
                      </a:cubicBezTo>
                      <a:cubicBezTo>
                        <a:pt x="1171" y="1435"/>
                        <a:pt x="1435" y="1171"/>
                        <a:pt x="1757" y="1171"/>
                      </a:cubicBezTo>
                      <a:close/>
                      <a:moveTo>
                        <a:pt x="1757" y="0"/>
                      </a:moveTo>
                      <a:cubicBezTo>
                        <a:pt x="789" y="0"/>
                        <a:pt x="0" y="789"/>
                        <a:pt x="0" y="1757"/>
                      </a:cubicBezTo>
                      <a:cubicBezTo>
                        <a:pt x="0" y="2726"/>
                        <a:pt x="789" y="3513"/>
                        <a:pt x="1757" y="3513"/>
                      </a:cubicBezTo>
                      <a:cubicBezTo>
                        <a:pt x="2726" y="3513"/>
                        <a:pt x="3514" y="2726"/>
                        <a:pt x="3514" y="1757"/>
                      </a:cubicBezTo>
                      <a:cubicBezTo>
                        <a:pt x="3514" y="789"/>
                        <a:pt x="2726" y="0"/>
                        <a:pt x="1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2" name="Google Shape;12654;p89">
                  <a:extLst>
                    <a:ext uri="{FF2B5EF4-FFF2-40B4-BE49-F238E27FC236}">
                      <a16:creationId xmlns:a16="http://schemas.microsoft.com/office/drawing/2014/main" id="{872CA83E-7FD2-77EC-D2F7-14F0BA720A19}"/>
                    </a:ext>
                  </a:extLst>
                </p:cNvPr>
                <p:cNvSpPr/>
                <p:nvPr/>
              </p:nvSpPr>
              <p:spPr>
                <a:xfrm>
                  <a:off x="1482759" y="2718786"/>
                  <a:ext cx="195510" cy="22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8" h="10556" extrusionOk="0">
                      <a:moveTo>
                        <a:pt x="5559" y="1173"/>
                      </a:moveTo>
                      <a:cubicBezTo>
                        <a:pt x="5720" y="1173"/>
                        <a:pt x="5883" y="1186"/>
                        <a:pt x="6044" y="1212"/>
                      </a:cubicBezTo>
                      <a:cubicBezTo>
                        <a:pt x="7422" y="1435"/>
                        <a:pt x="8196" y="2535"/>
                        <a:pt x="8196" y="3669"/>
                      </a:cubicBezTo>
                      <a:lnTo>
                        <a:pt x="8196" y="9386"/>
                      </a:lnTo>
                      <a:lnTo>
                        <a:pt x="7025" y="9386"/>
                      </a:lnTo>
                      <a:lnTo>
                        <a:pt x="7025" y="4702"/>
                      </a:lnTo>
                      <a:cubicBezTo>
                        <a:pt x="7025" y="3411"/>
                        <a:pt x="5975" y="2360"/>
                        <a:pt x="4683" y="2360"/>
                      </a:cubicBezTo>
                      <a:cubicBezTo>
                        <a:pt x="3392" y="2360"/>
                        <a:pt x="2341" y="3411"/>
                        <a:pt x="2341" y="4702"/>
                      </a:cubicBezTo>
                      <a:lnTo>
                        <a:pt x="2341" y="9386"/>
                      </a:lnTo>
                      <a:lnTo>
                        <a:pt x="1170" y="9386"/>
                      </a:lnTo>
                      <a:lnTo>
                        <a:pt x="1170" y="1190"/>
                      </a:lnTo>
                      <a:lnTo>
                        <a:pt x="2341" y="1190"/>
                      </a:lnTo>
                      <a:lnTo>
                        <a:pt x="2341" y="1776"/>
                      </a:lnTo>
                      <a:cubicBezTo>
                        <a:pt x="2341" y="2011"/>
                        <a:pt x="2484" y="2225"/>
                        <a:pt x="2704" y="2316"/>
                      </a:cubicBezTo>
                      <a:cubicBezTo>
                        <a:pt x="2776" y="2346"/>
                        <a:pt x="2852" y="2361"/>
                        <a:pt x="2928" y="2361"/>
                      </a:cubicBezTo>
                      <a:cubicBezTo>
                        <a:pt x="3080" y="2361"/>
                        <a:pt x="3229" y="2301"/>
                        <a:pt x="3341" y="2190"/>
                      </a:cubicBezTo>
                      <a:lnTo>
                        <a:pt x="3615" y="1916"/>
                      </a:lnTo>
                      <a:cubicBezTo>
                        <a:pt x="4086" y="1443"/>
                        <a:pt x="4813" y="1173"/>
                        <a:pt x="5559" y="1173"/>
                      </a:cubicBezTo>
                      <a:close/>
                      <a:moveTo>
                        <a:pt x="5553" y="0"/>
                      </a:moveTo>
                      <a:cubicBezTo>
                        <a:pt x="4823" y="0"/>
                        <a:pt x="4110" y="189"/>
                        <a:pt x="3509" y="536"/>
                      </a:cubicBezTo>
                      <a:cubicBezTo>
                        <a:pt x="3475" y="246"/>
                        <a:pt x="3227" y="19"/>
                        <a:pt x="2927" y="19"/>
                      </a:cubicBezTo>
                      <a:lnTo>
                        <a:pt x="586" y="19"/>
                      </a:lnTo>
                      <a:cubicBezTo>
                        <a:pt x="262" y="19"/>
                        <a:pt x="1" y="281"/>
                        <a:pt x="1" y="605"/>
                      </a:cubicBezTo>
                      <a:lnTo>
                        <a:pt x="1" y="9970"/>
                      </a:lnTo>
                      <a:cubicBezTo>
                        <a:pt x="1" y="10294"/>
                        <a:pt x="262" y="10556"/>
                        <a:pt x="586" y="10556"/>
                      </a:cubicBezTo>
                      <a:lnTo>
                        <a:pt x="2927" y="10556"/>
                      </a:lnTo>
                      <a:cubicBezTo>
                        <a:pt x="3250" y="10556"/>
                        <a:pt x="3512" y="10294"/>
                        <a:pt x="3512" y="9970"/>
                      </a:cubicBezTo>
                      <a:lnTo>
                        <a:pt x="3512" y="4702"/>
                      </a:lnTo>
                      <a:cubicBezTo>
                        <a:pt x="3512" y="4056"/>
                        <a:pt x="4038" y="3531"/>
                        <a:pt x="4683" y="3531"/>
                      </a:cubicBezTo>
                      <a:cubicBezTo>
                        <a:pt x="5329" y="3531"/>
                        <a:pt x="5854" y="4056"/>
                        <a:pt x="5854" y="4702"/>
                      </a:cubicBezTo>
                      <a:lnTo>
                        <a:pt x="5854" y="9970"/>
                      </a:lnTo>
                      <a:cubicBezTo>
                        <a:pt x="5854" y="10294"/>
                        <a:pt x="6116" y="10556"/>
                        <a:pt x="6440" y="10556"/>
                      </a:cubicBezTo>
                      <a:lnTo>
                        <a:pt x="8782" y="10556"/>
                      </a:lnTo>
                      <a:cubicBezTo>
                        <a:pt x="9104" y="10556"/>
                        <a:pt x="9368" y="10294"/>
                        <a:pt x="9368" y="9970"/>
                      </a:cubicBezTo>
                      <a:lnTo>
                        <a:pt x="9368" y="3669"/>
                      </a:lnTo>
                      <a:cubicBezTo>
                        <a:pt x="9368" y="1921"/>
                        <a:pt x="8131" y="364"/>
                        <a:pt x="6231" y="55"/>
                      </a:cubicBezTo>
                      <a:cubicBezTo>
                        <a:pt x="6005" y="18"/>
                        <a:pt x="5779" y="0"/>
                        <a:pt x="5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3" name="Google Shape;12655;p89">
                  <a:extLst>
                    <a:ext uri="{FF2B5EF4-FFF2-40B4-BE49-F238E27FC236}">
                      <a16:creationId xmlns:a16="http://schemas.microsoft.com/office/drawing/2014/main" id="{97388C47-10A7-028A-28CB-3CF9D7E9B052}"/>
                    </a:ext>
                  </a:extLst>
                </p:cNvPr>
                <p:cNvSpPr/>
                <p:nvPr/>
              </p:nvSpPr>
              <p:spPr>
                <a:xfrm>
                  <a:off x="1323129" y="2571761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5" y="1170"/>
                      </a:moveTo>
                      <a:cubicBezTo>
                        <a:pt x="17989" y="1170"/>
                        <a:pt x="18810" y="1993"/>
                        <a:pt x="18810" y="2966"/>
                      </a:cubicBezTo>
                      <a:lnTo>
                        <a:pt x="18810" y="17015"/>
                      </a:lnTo>
                      <a:cubicBezTo>
                        <a:pt x="18810" y="17990"/>
                        <a:pt x="17989" y="18811"/>
                        <a:pt x="17015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70" y="17990"/>
                        <a:pt x="1170" y="17015"/>
                      </a:cubicBezTo>
                      <a:lnTo>
                        <a:pt x="1170" y="2966"/>
                      </a:lnTo>
                      <a:cubicBezTo>
                        <a:pt x="1170" y="1993"/>
                        <a:pt x="1992" y="1170"/>
                        <a:pt x="2965" y="1170"/>
                      </a:cubicBezTo>
                      <a:close/>
                      <a:moveTo>
                        <a:pt x="2965" y="1"/>
                      </a:moveTo>
                      <a:cubicBezTo>
                        <a:pt x="1347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5"/>
                        <a:pt x="1348" y="19982"/>
                        <a:pt x="2965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7"/>
                        <a:pt x="18633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6" name="Google Shape;12656;p89">
                <a:extLst>
                  <a:ext uri="{FF2B5EF4-FFF2-40B4-BE49-F238E27FC236}">
                    <a16:creationId xmlns:a16="http://schemas.microsoft.com/office/drawing/2014/main" id="{AB0FF3D2-82DF-973D-A1C7-189D4B01D5B8}"/>
                  </a:ext>
                </a:extLst>
              </p:cNvPr>
              <p:cNvSpPr/>
              <p:nvPr/>
            </p:nvSpPr>
            <p:spPr>
              <a:xfrm>
                <a:off x="9515717" y="4391943"/>
                <a:ext cx="623923" cy="508838"/>
              </a:xfrm>
              <a:custGeom>
                <a:avLst/>
                <a:gdLst/>
                <a:ahLst/>
                <a:cxnLst/>
                <a:rect l="l" t="t" r="r" b="b"/>
                <a:pathLst>
                  <a:path w="20081" h="16377" extrusionOk="0">
                    <a:moveTo>
                      <a:pt x="13632" y="1165"/>
                    </a:moveTo>
                    <a:cubicBezTo>
                      <a:pt x="14903" y="1165"/>
                      <a:pt x="15458" y="1658"/>
                      <a:pt x="15826" y="1984"/>
                    </a:cubicBezTo>
                    <a:cubicBezTo>
                      <a:pt x="16040" y="2173"/>
                      <a:pt x="16244" y="2353"/>
                      <a:pt x="16548" y="2353"/>
                    </a:cubicBezTo>
                    <a:cubicBezTo>
                      <a:pt x="16762" y="2353"/>
                      <a:pt x="17038" y="2293"/>
                      <a:pt x="17344" y="2196"/>
                    </a:cubicBezTo>
                    <a:lnTo>
                      <a:pt x="17344" y="2196"/>
                    </a:lnTo>
                    <a:cubicBezTo>
                      <a:pt x="17236" y="2288"/>
                      <a:pt x="17119" y="2376"/>
                      <a:pt x="16995" y="2461"/>
                    </a:cubicBezTo>
                    <a:cubicBezTo>
                      <a:pt x="16780" y="2612"/>
                      <a:pt x="16689" y="2889"/>
                      <a:pt x="16778" y="3137"/>
                    </a:cubicBezTo>
                    <a:cubicBezTo>
                      <a:pt x="16861" y="3373"/>
                      <a:pt x="17082" y="3528"/>
                      <a:pt x="17329" y="3528"/>
                    </a:cubicBezTo>
                    <a:cubicBezTo>
                      <a:pt x="17343" y="3528"/>
                      <a:pt x="17358" y="3527"/>
                      <a:pt x="17372" y="3526"/>
                    </a:cubicBezTo>
                    <a:cubicBezTo>
                      <a:pt x="17475" y="3519"/>
                      <a:pt x="17576" y="3508"/>
                      <a:pt x="17680" y="3494"/>
                    </a:cubicBezTo>
                    <a:lnTo>
                      <a:pt x="17680" y="3494"/>
                    </a:lnTo>
                    <a:cubicBezTo>
                      <a:pt x="17275" y="3802"/>
                      <a:pt x="16921" y="3990"/>
                      <a:pt x="16937" y="4786"/>
                    </a:cubicBezTo>
                    <a:cubicBezTo>
                      <a:pt x="16937" y="4826"/>
                      <a:pt x="16939" y="4881"/>
                      <a:pt x="16939" y="4971"/>
                    </a:cubicBezTo>
                    <a:cubicBezTo>
                      <a:pt x="16939" y="6510"/>
                      <a:pt x="16350" y="9097"/>
                      <a:pt x="14694" y="11320"/>
                    </a:cubicBezTo>
                    <a:cubicBezTo>
                      <a:pt x="13372" y="13093"/>
                      <a:pt x="10896" y="15207"/>
                      <a:pt x="6611" y="15207"/>
                    </a:cubicBezTo>
                    <a:cubicBezTo>
                      <a:pt x="5368" y="15207"/>
                      <a:pt x="4159" y="14996"/>
                      <a:pt x="3001" y="14582"/>
                    </a:cubicBezTo>
                    <a:cubicBezTo>
                      <a:pt x="4359" y="14345"/>
                      <a:pt x="5612" y="13799"/>
                      <a:pt x="6698" y="12960"/>
                    </a:cubicBezTo>
                    <a:cubicBezTo>
                      <a:pt x="6893" y="12812"/>
                      <a:pt x="6972" y="12557"/>
                      <a:pt x="6900" y="12323"/>
                    </a:cubicBezTo>
                    <a:cubicBezTo>
                      <a:pt x="6827" y="12090"/>
                      <a:pt x="6617" y="11925"/>
                      <a:pt x="6372" y="11913"/>
                    </a:cubicBezTo>
                    <a:cubicBezTo>
                      <a:pt x="5203" y="11849"/>
                      <a:pt x="4280" y="11209"/>
                      <a:pt x="3767" y="10448"/>
                    </a:cubicBezTo>
                    <a:cubicBezTo>
                      <a:pt x="3968" y="10434"/>
                      <a:pt x="4207" y="10404"/>
                      <a:pt x="4564" y="10340"/>
                    </a:cubicBezTo>
                    <a:cubicBezTo>
                      <a:pt x="4832" y="10294"/>
                      <a:pt x="5030" y="10071"/>
                      <a:pt x="5047" y="9801"/>
                    </a:cubicBezTo>
                    <a:cubicBezTo>
                      <a:pt x="5065" y="9532"/>
                      <a:pt x="4895" y="9286"/>
                      <a:pt x="4637" y="9205"/>
                    </a:cubicBezTo>
                    <a:cubicBezTo>
                      <a:pt x="3296" y="8787"/>
                      <a:pt x="2498" y="8025"/>
                      <a:pt x="2180" y="6838"/>
                    </a:cubicBezTo>
                    <a:lnTo>
                      <a:pt x="2180" y="6838"/>
                    </a:lnTo>
                    <a:cubicBezTo>
                      <a:pt x="2390" y="6891"/>
                      <a:pt x="2642" y="6933"/>
                      <a:pt x="3057" y="6986"/>
                    </a:cubicBezTo>
                    <a:cubicBezTo>
                      <a:pt x="3081" y="6989"/>
                      <a:pt x="3105" y="6991"/>
                      <a:pt x="3129" y="6991"/>
                    </a:cubicBezTo>
                    <a:cubicBezTo>
                      <a:pt x="3359" y="6991"/>
                      <a:pt x="3571" y="6854"/>
                      <a:pt x="3666" y="6640"/>
                    </a:cubicBezTo>
                    <a:cubicBezTo>
                      <a:pt x="3770" y="6403"/>
                      <a:pt x="3707" y="6125"/>
                      <a:pt x="3508" y="5957"/>
                    </a:cubicBezTo>
                    <a:cubicBezTo>
                      <a:pt x="2014" y="4697"/>
                      <a:pt x="1936" y="3409"/>
                      <a:pt x="2210" y="2373"/>
                    </a:cubicBezTo>
                    <a:lnTo>
                      <a:pt x="2210" y="2373"/>
                    </a:lnTo>
                    <a:cubicBezTo>
                      <a:pt x="4267" y="4464"/>
                      <a:pt x="6801" y="5670"/>
                      <a:pt x="9880" y="5882"/>
                    </a:cubicBezTo>
                    <a:cubicBezTo>
                      <a:pt x="9894" y="5883"/>
                      <a:pt x="9908" y="5884"/>
                      <a:pt x="9921" y="5884"/>
                    </a:cubicBezTo>
                    <a:cubicBezTo>
                      <a:pt x="10265" y="5884"/>
                      <a:pt x="10539" y="5586"/>
                      <a:pt x="10503" y="5239"/>
                    </a:cubicBezTo>
                    <a:cubicBezTo>
                      <a:pt x="10372" y="3940"/>
                      <a:pt x="10634" y="2919"/>
                      <a:pt x="11281" y="2203"/>
                    </a:cubicBezTo>
                    <a:cubicBezTo>
                      <a:pt x="11975" y="1437"/>
                      <a:pt x="12981" y="1165"/>
                      <a:pt x="13632" y="1165"/>
                    </a:cubicBezTo>
                    <a:close/>
                    <a:moveTo>
                      <a:pt x="13631" y="1"/>
                    </a:moveTo>
                    <a:cubicBezTo>
                      <a:pt x="12698" y="1"/>
                      <a:pt x="11363" y="368"/>
                      <a:pt x="10413" y="1418"/>
                    </a:cubicBezTo>
                    <a:cubicBezTo>
                      <a:pt x="9665" y="2245"/>
                      <a:pt x="9291" y="3332"/>
                      <a:pt x="9300" y="4649"/>
                    </a:cubicBezTo>
                    <a:cubicBezTo>
                      <a:pt x="6556" y="4315"/>
                      <a:pt x="4306" y="3079"/>
                      <a:pt x="2438" y="887"/>
                    </a:cubicBezTo>
                    <a:cubicBezTo>
                      <a:pt x="2327" y="756"/>
                      <a:pt x="2163" y="681"/>
                      <a:pt x="1993" y="681"/>
                    </a:cubicBezTo>
                    <a:cubicBezTo>
                      <a:pt x="1966" y="681"/>
                      <a:pt x="1938" y="683"/>
                      <a:pt x="1911" y="687"/>
                    </a:cubicBezTo>
                    <a:cubicBezTo>
                      <a:pt x="1713" y="715"/>
                      <a:pt x="1541" y="843"/>
                      <a:pt x="1460" y="1025"/>
                    </a:cubicBezTo>
                    <a:cubicBezTo>
                      <a:pt x="1207" y="1582"/>
                      <a:pt x="876" y="2444"/>
                      <a:pt x="922" y="3466"/>
                    </a:cubicBezTo>
                    <a:cubicBezTo>
                      <a:pt x="952" y="4138"/>
                      <a:pt x="1138" y="4773"/>
                      <a:pt x="1479" y="5368"/>
                    </a:cubicBezTo>
                    <a:cubicBezTo>
                      <a:pt x="1469" y="5367"/>
                      <a:pt x="1459" y="5367"/>
                      <a:pt x="1449" y="5367"/>
                    </a:cubicBezTo>
                    <a:cubicBezTo>
                      <a:pt x="1114" y="5367"/>
                      <a:pt x="843" y="5650"/>
                      <a:pt x="865" y="5990"/>
                    </a:cubicBezTo>
                    <a:cubicBezTo>
                      <a:pt x="963" y="7455"/>
                      <a:pt x="1501" y="8589"/>
                      <a:pt x="2470" y="9380"/>
                    </a:cubicBezTo>
                    <a:cubicBezTo>
                      <a:pt x="2284" y="9528"/>
                      <a:pt x="2208" y="9773"/>
                      <a:pt x="2274" y="9999"/>
                    </a:cubicBezTo>
                    <a:cubicBezTo>
                      <a:pt x="2578" y="11057"/>
                      <a:pt x="3469" y="12207"/>
                      <a:pt x="4833" y="12757"/>
                    </a:cubicBezTo>
                    <a:cubicBezTo>
                      <a:pt x="3802" y="13279"/>
                      <a:pt x="2644" y="13546"/>
                      <a:pt x="1412" y="13546"/>
                    </a:cubicBezTo>
                    <a:cubicBezTo>
                      <a:pt x="1173" y="13546"/>
                      <a:pt x="932" y="13536"/>
                      <a:pt x="689" y="13516"/>
                    </a:cubicBezTo>
                    <a:cubicBezTo>
                      <a:pt x="673" y="13515"/>
                      <a:pt x="658" y="13514"/>
                      <a:pt x="642" y="13514"/>
                    </a:cubicBezTo>
                    <a:cubicBezTo>
                      <a:pt x="390" y="13514"/>
                      <a:pt x="164" y="13676"/>
                      <a:pt x="84" y="13919"/>
                    </a:cubicBezTo>
                    <a:cubicBezTo>
                      <a:pt x="0" y="14177"/>
                      <a:pt x="105" y="14460"/>
                      <a:pt x="338" y="14600"/>
                    </a:cubicBezTo>
                    <a:cubicBezTo>
                      <a:pt x="2284" y="15778"/>
                      <a:pt x="4395" y="16376"/>
                      <a:pt x="6611" y="16376"/>
                    </a:cubicBezTo>
                    <a:cubicBezTo>
                      <a:pt x="11382" y="16376"/>
                      <a:pt x="14151" y="14008"/>
                      <a:pt x="15631" y="12019"/>
                    </a:cubicBezTo>
                    <a:cubicBezTo>
                      <a:pt x="17461" y="9567"/>
                      <a:pt x="18108" y="6689"/>
                      <a:pt x="18108" y="4971"/>
                    </a:cubicBezTo>
                    <a:cubicBezTo>
                      <a:pt x="18108" y="4747"/>
                      <a:pt x="18103" y="4701"/>
                      <a:pt x="18110" y="4637"/>
                    </a:cubicBezTo>
                    <a:cubicBezTo>
                      <a:pt x="18336" y="4435"/>
                      <a:pt x="18964" y="4133"/>
                      <a:pt x="19935" y="2718"/>
                    </a:cubicBezTo>
                    <a:cubicBezTo>
                      <a:pt x="20080" y="2505"/>
                      <a:pt x="20070" y="2221"/>
                      <a:pt x="19909" y="2019"/>
                    </a:cubicBezTo>
                    <a:cubicBezTo>
                      <a:pt x="19795" y="1879"/>
                      <a:pt x="19625" y="1801"/>
                      <a:pt x="19451" y="1801"/>
                    </a:cubicBezTo>
                    <a:cubicBezTo>
                      <a:pt x="19377" y="1801"/>
                      <a:pt x="19303" y="1815"/>
                      <a:pt x="19231" y="1844"/>
                    </a:cubicBezTo>
                    <a:cubicBezTo>
                      <a:pt x="19194" y="1860"/>
                      <a:pt x="19155" y="1874"/>
                      <a:pt x="19118" y="1890"/>
                    </a:cubicBezTo>
                    <a:cubicBezTo>
                      <a:pt x="19269" y="1630"/>
                      <a:pt x="19392" y="1356"/>
                      <a:pt x="19490" y="1062"/>
                    </a:cubicBezTo>
                    <a:cubicBezTo>
                      <a:pt x="19564" y="841"/>
                      <a:pt x="19498" y="598"/>
                      <a:pt x="19327" y="443"/>
                    </a:cubicBezTo>
                    <a:cubicBezTo>
                      <a:pt x="19217" y="344"/>
                      <a:pt x="19076" y="292"/>
                      <a:pt x="18934" y="292"/>
                    </a:cubicBezTo>
                    <a:cubicBezTo>
                      <a:pt x="18853" y="292"/>
                      <a:pt x="18771" y="309"/>
                      <a:pt x="18694" y="344"/>
                    </a:cubicBezTo>
                    <a:cubicBezTo>
                      <a:pt x="18690" y="345"/>
                      <a:pt x="18676" y="351"/>
                      <a:pt x="18651" y="363"/>
                    </a:cubicBezTo>
                    <a:cubicBezTo>
                      <a:pt x="17724" y="830"/>
                      <a:pt x="16999" y="1103"/>
                      <a:pt x="16670" y="1166"/>
                    </a:cubicBezTo>
                    <a:cubicBezTo>
                      <a:pt x="16647" y="1147"/>
                      <a:pt x="16624" y="1126"/>
                      <a:pt x="16603" y="1106"/>
                    </a:cubicBezTo>
                    <a:cubicBezTo>
                      <a:pt x="16194" y="745"/>
                      <a:pt x="15347" y="1"/>
                      <a:pt x="13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7" name="Google Shape;12657;p89">
                <a:extLst>
                  <a:ext uri="{FF2B5EF4-FFF2-40B4-BE49-F238E27FC236}">
                    <a16:creationId xmlns:a16="http://schemas.microsoft.com/office/drawing/2014/main" id="{0A794548-1959-8476-05B2-103AC24B2108}"/>
                  </a:ext>
                </a:extLst>
              </p:cNvPr>
              <p:cNvGrpSpPr/>
              <p:nvPr/>
            </p:nvGrpSpPr>
            <p:grpSpPr>
              <a:xfrm>
                <a:off x="10373678" y="4335921"/>
                <a:ext cx="621823" cy="620890"/>
                <a:chOff x="2344476" y="2571761"/>
                <a:chExt cx="417671" cy="417045"/>
              </a:xfrm>
              <a:grpFill/>
            </p:grpSpPr>
            <p:sp>
              <p:nvSpPr>
                <p:cNvPr id="17848" name="Google Shape;12658;p89">
                  <a:extLst>
                    <a:ext uri="{FF2B5EF4-FFF2-40B4-BE49-F238E27FC236}">
                      <a16:creationId xmlns:a16="http://schemas.microsoft.com/office/drawing/2014/main" id="{4F5A5103-FECD-9595-4C3D-E946DD2775BD}"/>
                    </a:ext>
                  </a:extLst>
                </p:cNvPr>
                <p:cNvSpPr/>
                <p:nvPr/>
              </p:nvSpPr>
              <p:spPr>
                <a:xfrm>
                  <a:off x="2344476" y="2571761"/>
                  <a:ext cx="417671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3" h="19983" extrusionOk="0">
                      <a:moveTo>
                        <a:pt x="10022" y="1170"/>
                      </a:moveTo>
                      <a:cubicBezTo>
                        <a:pt x="14886" y="1170"/>
                        <a:pt x="18842" y="5127"/>
                        <a:pt x="18842" y="9990"/>
                      </a:cubicBezTo>
                      <a:cubicBezTo>
                        <a:pt x="18842" y="14855"/>
                        <a:pt x="14886" y="18811"/>
                        <a:pt x="10023" y="18811"/>
                      </a:cubicBezTo>
                      <a:cubicBezTo>
                        <a:pt x="8516" y="18811"/>
                        <a:pt x="7030" y="18423"/>
                        <a:pt x="5726" y="17691"/>
                      </a:cubicBezTo>
                      <a:cubicBezTo>
                        <a:pt x="5638" y="17641"/>
                        <a:pt x="5539" y="17615"/>
                        <a:pt x="5440" y="17615"/>
                      </a:cubicBezTo>
                      <a:cubicBezTo>
                        <a:pt x="5393" y="17615"/>
                        <a:pt x="5345" y="17621"/>
                        <a:pt x="5298" y="17632"/>
                      </a:cubicBezTo>
                      <a:lnTo>
                        <a:pt x="1419" y="18595"/>
                      </a:lnTo>
                      <a:lnTo>
                        <a:pt x="2381" y="14715"/>
                      </a:lnTo>
                      <a:cubicBezTo>
                        <a:pt x="2417" y="14570"/>
                        <a:pt x="2395" y="14416"/>
                        <a:pt x="2323" y="14287"/>
                      </a:cubicBezTo>
                      <a:cubicBezTo>
                        <a:pt x="1590" y="12982"/>
                        <a:pt x="1203" y="11498"/>
                        <a:pt x="1203" y="9990"/>
                      </a:cubicBezTo>
                      <a:cubicBezTo>
                        <a:pt x="1203" y="5127"/>
                        <a:pt x="5159" y="1170"/>
                        <a:pt x="10022" y="1170"/>
                      </a:cubicBezTo>
                      <a:close/>
                      <a:moveTo>
                        <a:pt x="10023" y="1"/>
                      </a:moveTo>
                      <a:cubicBezTo>
                        <a:pt x="4522" y="1"/>
                        <a:pt x="32" y="4491"/>
                        <a:pt x="32" y="9990"/>
                      </a:cubicBezTo>
                      <a:cubicBezTo>
                        <a:pt x="32" y="11620"/>
                        <a:pt x="432" y="13226"/>
                        <a:pt x="1191" y="14655"/>
                      </a:cubicBezTo>
                      <a:lnTo>
                        <a:pt x="50" y="19256"/>
                      </a:lnTo>
                      <a:cubicBezTo>
                        <a:pt x="0" y="19455"/>
                        <a:pt x="58" y="19665"/>
                        <a:pt x="204" y="19810"/>
                      </a:cubicBezTo>
                      <a:cubicBezTo>
                        <a:pt x="313" y="19921"/>
                        <a:pt x="461" y="19982"/>
                        <a:pt x="614" y="19982"/>
                      </a:cubicBezTo>
                      <a:cubicBezTo>
                        <a:pt x="662" y="19982"/>
                        <a:pt x="710" y="19976"/>
                        <a:pt x="757" y="19964"/>
                      </a:cubicBezTo>
                      <a:lnTo>
                        <a:pt x="5358" y="18823"/>
                      </a:lnTo>
                      <a:cubicBezTo>
                        <a:pt x="6788" y="19582"/>
                        <a:pt x="8394" y="19982"/>
                        <a:pt x="10022" y="19982"/>
                      </a:cubicBezTo>
                      <a:cubicBezTo>
                        <a:pt x="12680" y="19982"/>
                        <a:pt x="15187" y="18940"/>
                        <a:pt x="17078" y="17047"/>
                      </a:cubicBezTo>
                      <a:cubicBezTo>
                        <a:pt x="18971" y="15156"/>
                        <a:pt x="20013" y="12649"/>
                        <a:pt x="20013" y="9990"/>
                      </a:cubicBezTo>
                      <a:cubicBezTo>
                        <a:pt x="20013" y="7333"/>
                        <a:pt x="18971" y="4827"/>
                        <a:pt x="17080" y="2934"/>
                      </a:cubicBezTo>
                      <a:cubicBezTo>
                        <a:pt x="15187" y="1043"/>
                        <a:pt x="12680" y="1"/>
                        <a:pt x="100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49" name="Google Shape;12659;p89">
                  <a:extLst>
                    <a:ext uri="{FF2B5EF4-FFF2-40B4-BE49-F238E27FC236}">
                      <a16:creationId xmlns:a16="http://schemas.microsoft.com/office/drawing/2014/main" id="{A56614EA-A5ED-2F50-550D-E29E8BB5CD11}"/>
                    </a:ext>
                  </a:extLst>
                </p:cNvPr>
                <p:cNvSpPr/>
                <p:nvPr/>
              </p:nvSpPr>
              <p:spPr>
                <a:xfrm>
                  <a:off x="2421672" y="2657388"/>
                  <a:ext cx="260625" cy="243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8" h="11674" extrusionOk="0">
                      <a:moveTo>
                        <a:pt x="3164" y="1171"/>
                      </a:moveTo>
                      <a:cubicBezTo>
                        <a:pt x="3352" y="1171"/>
                        <a:pt x="3536" y="1247"/>
                        <a:pt x="3710" y="1424"/>
                      </a:cubicBezTo>
                      <a:lnTo>
                        <a:pt x="3719" y="1433"/>
                      </a:lnTo>
                      <a:cubicBezTo>
                        <a:pt x="4757" y="2473"/>
                        <a:pt x="4683" y="2832"/>
                        <a:pt x="4449" y="3068"/>
                      </a:cubicBezTo>
                      <a:cubicBezTo>
                        <a:pt x="4240" y="3275"/>
                        <a:pt x="3625" y="3692"/>
                        <a:pt x="3427" y="3892"/>
                      </a:cubicBezTo>
                      <a:cubicBezTo>
                        <a:pt x="2960" y="4359"/>
                        <a:pt x="3046" y="5081"/>
                        <a:pt x="3685" y="6039"/>
                      </a:cubicBezTo>
                      <a:cubicBezTo>
                        <a:pt x="4065" y="6611"/>
                        <a:pt x="4568" y="7166"/>
                        <a:pt x="4805" y="7405"/>
                      </a:cubicBezTo>
                      <a:lnTo>
                        <a:pt x="4806" y="7405"/>
                      </a:lnTo>
                      <a:cubicBezTo>
                        <a:pt x="5045" y="7642"/>
                        <a:pt x="5599" y="8146"/>
                        <a:pt x="6172" y="8527"/>
                      </a:cubicBezTo>
                      <a:cubicBezTo>
                        <a:pt x="6727" y="8895"/>
                        <a:pt x="7202" y="9079"/>
                        <a:pt x="7594" y="9079"/>
                      </a:cubicBezTo>
                      <a:cubicBezTo>
                        <a:pt x="7880" y="9079"/>
                        <a:pt x="8123" y="8981"/>
                        <a:pt x="8320" y="8785"/>
                      </a:cubicBezTo>
                      <a:cubicBezTo>
                        <a:pt x="8518" y="8585"/>
                        <a:pt x="8935" y="7971"/>
                        <a:pt x="9144" y="7762"/>
                      </a:cubicBezTo>
                      <a:cubicBezTo>
                        <a:pt x="9238" y="7668"/>
                        <a:pt x="9331" y="7609"/>
                        <a:pt x="9460" y="7609"/>
                      </a:cubicBezTo>
                      <a:cubicBezTo>
                        <a:pt x="9549" y="7609"/>
                        <a:pt x="9655" y="7637"/>
                        <a:pt x="9790" y="7702"/>
                      </a:cubicBezTo>
                      <a:cubicBezTo>
                        <a:pt x="10172" y="7886"/>
                        <a:pt x="10582" y="8297"/>
                        <a:pt x="10779" y="8493"/>
                      </a:cubicBezTo>
                      <a:lnTo>
                        <a:pt x="10788" y="8502"/>
                      </a:lnTo>
                      <a:cubicBezTo>
                        <a:pt x="11239" y="8944"/>
                        <a:pt x="11037" y="9452"/>
                        <a:pt x="10593" y="9898"/>
                      </a:cubicBezTo>
                      <a:cubicBezTo>
                        <a:pt x="10190" y="10300"/>
                        <a:pt x="9680" y="10502"/>
                        <a:pt x="9068" y="10502"/>
                      </a:cubicBezTo>
                      <a:cubicBezTo>
                        <a:pt x="8521" y="10502"/>
                        <a:pt x="7892" y="10341"/>
                        <a:pt x="7184" y="10020"/>
                      </a:cubicBezTo>
                      <a:cubicBezTo>
                        <a:pt x="5868" y="9420"/>
                        <a:pt x="4676" y="8428"/>
                        <a:pt x="4228" y="7984"/>
                      </a:cubicBezTo>
                      <a:cubicBezTo>
                        <a:pt x="3784" y="7536"/>
                        <a:pt x="2792" y="6344"/>
                        <a:pt x="2192" y="5028"/>
                      </a:cubicBezTo>
                      <a:cubicBezTo>
                        <a:pt x="1511" y="3527"/>
                        <a:pt x="1552" y="2381"/>
                        <a:pt x="2314" y="1619"/>
                      </a:cubicBezTo>
                      <a:cubicBezTo>
                        <a:pt x="2583" y="1350"/>
                        <a:pt x="2877" y="1171"/>
                        <a:pt x="3164" y="1171"/>
                      </a:cubicBezTo>
                      <a:close/>
                      <a:moveTo>
                        <a:pt x="3169" y="1"/>
                      </a:moveTo>
                      <a:cubicBezTo>
                        <a:pt x="2619" y="1"/>
                        <a:pt x="2030" y="247"/>
                        <a:pt x="1486" y="791"/>
                      </a:cubicBezTo>
                      <a:cubicBezTo>
                        <a:pt x="701" y="1576"/>
                        <a:pt x="0" y="3034"/>
                        <a:pt x="1127" y="5512"/>
                      </a:cubicBezTo>
                      <a:cubicBezTo>
                        <a:pt x="1794" y="6979"/>
                        <a:pt x="2868" y="8274"/>
                        <a:pt x="3398" y="8810"/>
                      </a:cubicBezTo>
                      <a:lnTo>
                        <a:pt x="3402" y="8813"/>
                      </a:lnTo>
                      <a:cubicBezTo>
                        <a:pt x="3938" y="9344"/>
                        <a:pt x="5235" y="10418"/>
                        <a:pt x="6699" y="11085"/>
                      </a:cubicBezTo>
                      <a:cubicBezTo>
                        <a:pt x="7490" y="11445"/>
                        <a:pt x="8308" y="11674"/>
                        <a:pt x="9088" y="11674"/>
                      </a:cubicBezTo>
                      <a:cubicBezTo>
                        <a:pt x="9940" y="11674"/>
                        <a:pt x="10746" y="11400"/>
                        <a:pt x="11421" y="10726"/>
                      </a:cubicBezTo>
                      <a:cubicBezTo>
                        <a:pt x="12488" y="9657"/>
                        <a:pt x="12399" y="8442"/>
                        <a:pt x="11607" y="7665"/>
                      </a:cubicBezTo>
                      <a:cubicBezTo>
                        <a:pt x="11219" y="7278"/>
                        <a:pt x="10791" y="6885"/>
                        <a:pt x="10297" y="6648"/>
                      </a:cubicBezTo>
                      <a:cubicBezTo>
                        <a:pt x="10009" y="6509"/>
                        <a:pt x="9725" y="6440"/>
                        <a:pt x="9455" y="6440"/>
                      </a:cubicBezTo>
                      <a:cubicBezTo>
                        <a:pt x="9034" y="6440"/>
                        <a:pt x="8646" y="6606"/>
                        <a:pt x="8316" y="6935"/>
                      </a:cubicBezTo>
                      <a:cubicBezTo>
                        <a:pt x="8070" y="7180"/>
                        <a:pt x="7732" y="7665"/>
                        <a:pt x="7538" y="7904"/>
                      </a:cubicBezTo>
                      <a:cubicBezTo>
                        <a:pt x="7035" y="7819"/>
                        <a:pt x="6032" y="6974"/>
                        <a:pt x="5634" y="6577"/>
                      </a:cubicBezTo>
                      <a:cubicBezTo>
                        <a:pt x="5236" y="6179"/>
                        <a:pt x="4393" y="5174"/>
                        <a:pt x="4308" y="4674"/>
                      </a:cubicBezTo>
                      <a:cubicBezTo>
                        <a:pt x="4545" y="4481"/>
                        <a:pt x="5031" y="4141"/>
                        <a:pt x="5277" y="3895"/>
                      </a:cubicBezTo>
                      <a:cubicBezTo>
                        <a:pt x="5817" y="3354"/>
                        <a:pt x="5919" y="2652"/>
                        <a:pt x="5564" y="1914"/>
                      </a:cubicBezTo>
                      <a:cubicBezTo>
                        <a:pt x="5327" y="1421"/>
                        <a:pt x="4934" y="993"/>
                        <a:pt x="4546" y="605"/>
                      </a:cubicBezTo>
                      <a:cubicBezTo>
                        <a:pt x="4165" y="216"/>
                        <a:pt x="3684" y="1"/>
                        <a:pt x="31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913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0017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rgbClr val="000000"/>
              </a:buClr>
              <a:buSzPts val="1100"/>
            </a:pPr>
            <a:r>
              <a:rPr lang="en" sz="4000" b="1" dirty="0">
                <a:latin typeface="LORA" pitchFamily="2" charset="0"/>
                <a:ea typeface="Cambria" panose="02040503050406030204" pitchFamily="18" charset="0"/>
                <a:sym typeface="Arial"/>
              </a:rPr>
              <a:t>How To Edit Shapes</a:t>
            </a:r>
            <a:endParaRPr sz="4000" b="1" dirty="0">
              <a:latin typeface="LORA" pitchFamily="2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2858" name="Google Shape;2858;p60"/>
          <p:cNvSpPr txBox="1">
            <a:spLocks noGrp="1"/>
          </p:cNvSpPr>
          <p:nvPr>
            <p:ph type="body" idx="4294967295"/>
          </p:nvPr>
        </p:nvSpPr>
        <p:spPr>
          <a:xfrm>
            <a:off x="1431925" y="1290638"/>
            <a:ext cx="9921875" cy="8001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>
              <a:buNone/>
            </a:pPr>
            <a:r>
              <a:rPr lang="en" sz="1800" dirty="0"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You can add and edit some </a:t>
            </a:r>
            <a:r>
              <a:rPr lang="en" sz="1800" b="1" dirty="0">
                <a:solidFill>
                  <a:schemeClr val="accent4">
                    <a:lumMod val="75000"/>
                  </a:schemeClr>
                </a:solidFill>
                <a:uFill>
                  <a:noFill/>
                </a:uFill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shapes</a:t>
            </a:r>
            <a:r>
              <a:rPr lang="en" sz="1800" dirty="0"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 to your presentation to present your data in a visual way.</a:t>
            </a:r>
            <a:endParaRPr sz="1800" dirty="0">
              <a:latin typeface="LORA" pitchFamily="2" charset="0"/>
              <a:ea typeface="Arial"/>
              <a:cs typeface="Helvetica" panose="020B0604020202020204" pitchFamily="34" charset="0"/>
              <a:sym typeface="Arial"/>
            </a:endParaRPr>
          </a:p>
          <a:p>
            <a:pPr marL="0" indent="0">
              <a:buNone/>
            </a:pPr>
            <a:endParaRPr sz="1800" dirty="0">
              <a:latin typeface="LORA" pitchFamily="2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2859" name="Google Shape;2859;p60"/>
          <p:cNvSpPr txBox="1"/>
          <p:nvPr/>
        </p:nvSpPr>
        <p:spPr>
          <a:xfrm>
            <a:off x="1064633" y="2348413"/>
            <a:ext cx="9923166" cy="3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Choose your favourite infographic and insert it in your presentation using Ctrl C + Ctrl V or Cmd C + Cmd V in Mac.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Select one of the parts and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ungroup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 it by right-clicking and choosing “Ungroup”.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Change the color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 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by clicking on the paint bucket.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Then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resize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 the elements again by selecting them, right-clicking and choosing “Group”.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Repeat the steps above with the other parts and when you’re done editing, copy the end result and paste it into your presentation.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Remember to choose the 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“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Keep source formatting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” 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option so that it keeps the design. For more info, please visit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>
                  <a:noFill/>
                </a:uFill>
                <a:latin typeface="LORA" pitchFamily="2" charset="0"/>
                <a:cs typeface="Helvetica" panose="020B0604020202020204" pitchFamily="34" charset="0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(Tips &amp; Tricks)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rPr>
              <a:t>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LORA" pitchFamily="2" charset="0"/>
              <a:cs typeface="Helvetica" panose="020B0604020202020204" pitchFamily="34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4568" y="656221"/>
            <a:ext cx="6482865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anose="02040502050405020303" pitchFamily="18" charset="0"/>
                <a:ea typeface="Cambria" panose="02040503050406030204" pitchFamily="18" charset="0"/>
              </a:rPr>
              <a:t>Terms Of Use (Free Users)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EE3117-CA9D-C63D-F40E-394CD20E15D5}"/>
              </a:ext>
            </a:extLst>
          </p:cNvPr>
          <p:cNvGrpSpPr/>
          <p:nvPr/>
        </p:nvGrpSpPr>
        <p:grpSpPr>
          <a:xfrm>
            <a:off x="1524000" y="1838157"/>
            <a:ext cx="10176184" cy="4589309"/>
            <a:chOff x="1524000" y="1838157"/>
            <a:chExt cx="10176184" cy="4589309"/>
          </a:xfrm>
        </p:grpSpPr>
        <p:sp>
          <p:nvSpPr>
            <p:cNvPr id="3" name="Rectangle 2"/>
            <p:cNvSpPr/>
            <p:nvPr/>
          </p:nvSpPr>
          <p:spPr>
            <a:xfrm>
              <a:off x="1524000" y="1838157"/>
              <a:ext cx="9029700" cy="40626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If you are a free subscriber, you should credit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by keeping the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“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Thank You”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slide.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Kindly refer to the following slide for the Terms of Use for premium users.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You can:</a:t>
              </a:r>
              <a:endPara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Customize or edit this template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Use this template for both business and personal endeavors.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You can not: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Sell, rent, or second-license SlideEgg content or its altered version.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Promulgate, unless explicitly permitted, SlideEgg content, by SlideEgg.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Incorporate SlideEgg content in any database or file online or offline.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Obtain SlideEgg content’s copyright.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24000" y="6027356"/>
              <a:ext cx="101761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Kindly refer to our </a:t>
              </a: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page or </a:t>
              </a: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for advanced slide modification guidelines.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29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80455" y="656221"/>
            <a:ext cx="7031092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Cambria" panose="02040503050406030204" pitchFamily="18" charset="0"/>
              </a:rPr>
              <a:t>Terms Of Use (Premium Users)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0" y="1846094"/>
            <a:ext cx="909254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Being a premium subscriber, you have the privilege of using this PPT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without giving attribution to </a:t>
            </a: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</a:t>
            </a: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or keeping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“Thank You”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You can: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Customize or edit this template.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Use this template for both business and personal endeavors.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Circulate or share the editable format of this template with anyone you want.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You can not: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Sell, rent or second-license SlideEgg content or the altered version of it.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Promulgate or include the templates in any other services database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that performs as distribution or resale platform, unless explicitly permitted, by SlideEgg.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Incorporate the elements used 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SlideEgg’s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 templates separately.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Obtain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SlideEgg’s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 copyright for the elements used in this template as a logo or trademark.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01AFD9-8872-2AE3-655A-66D9360EFD69}"/>
              </a:ext>
            </a:extLst>
          </p:cNvPr>
          <p:cNvSpPr/>
          <p:nvPr/>
        </p:nvSpPr>
        <p:spPr>
          <a:xfrm>
            <a:off x="1757473" y="6014017"/>
            <a:ext cx="9158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Kindly refer to 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page or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for advanced slide modification guidelines.</a:t>
            </a:r>
          </a:p>
        </p:txBody>
      </p:sp>
    </p:spTree>
    <p:extLst>
      <p:ext uri="{BB962C8B-B14F-4D97-AF65-F5344CB8AC3E}">
        <p14:creationId xmlns:p14="http://schemas.microsoft.com/office/powerpoint/2010/main" val="310961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FA1EA-BDF0-0BBC-06AC-BCBAE61C2964}"/>
              </a:ext>
            </a:extLst>
          </p:cNvPr>
          <p:cNvSpPr txBox="1"/>
          <p:nvPr/>
        </p:nvSpPr>
        <p:spPr>
          <a:xfrm>
            <a:off x="3053603" y="6075636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www.slideegg.com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LORA" pitchFamily="2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6C6BD-F4B0-FF57-D1CC-69C3E8B0835D}"/>
              </a:ext>
            </a:extLst>
          </p:cNvPr>
          <p:cNvGrpSpPr/>
          <p:nvPr/>
        </p:nvGrpSpPr>
        <p:grpSpPr>
          <a:xfrm>
            <a:off x="1659925" y="1576395"/>
            <a:ext cx="8872151" cy="3560070"/>
            <a:chOff x="1659925" y="1622451"/>
            <a:chExt cx="8872151" cy="356007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022012-F0A4-EAD0-5433-F3D20941C3F8}"/>
                </a:ext>
              </a:extLst>
            </p:cNvPr>
            <p:cNvSpPr txBox="1"/>
            <p:nvPr/>
          </p:nvSpPr>
          <p:spPr>
            <a:xfrm>
              <a:off x="1659925" y="1622451"/>
              <a:ext cx="88721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Thank You!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We respect your valuable time with SlideEgg!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If you have any questions, please reach us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59C85C9-F63B-E7AD-66C9-0248A7089251}"/>
                </a:ext>
              </a:extLst>
            </p:cNvPr>
            <p:cNvGrpSpPr/>
            <p:nvPr/>
          </p:nvGrpSpPr>
          <p:grpSpPr>
            <a:xfrm>
              <a:off x="4889500" y="3372853"/>
              <a:ext cx="2878228" cy="444235"/>
              <a:chOff x="3889500" y="3338261"/>
              <a:chExt cx="4767228" cy="735789"/>
            </a:xfrm>
          </p:grpSpPr>
          <p:pic>
            <p:nvPicPr>
              <p:cNvPr id="8" name="Picture 4" descr="Facebook icon circle Logo PNG Vector (EPS) Free Download">
                <a:hlinkClick r:id="rId3"/>
                <a:extLst>
                  <a:ext uri="{FF2B5EF4-FFF2-40B4-BE49-F238E27FC236}">
                    <a16:creationId xmlns:a16="http://schemas.microsoft.com/office/drawing/2014/main" id="{5C3C7234-909E-D7A5-E600-6E4916658C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9500" y="3338261"/>
                <a:ext cx="730592" cy="730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6" descr="Instagram Logo Icon Png #96303 - Free Icons Library">
                <a:hlinkClick r:id="rId5"/>
                <a:extLst>
                  <a:ext uri="{FF2B5EF4-FFF2-40B4-BE49-F238E27FC236}">
                    <a16:creationId xmlns:a16="http://schemas.microsoft.com/office/drawing/2014/main" id="{568D218A-52FD-1CD7-0245-AA6DCEFA6C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0970" y="3338261"/>
                <a:ext cx="730592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8" descr="Youtube PNG images free download">
                <a:hlinkClick r:id="rId7"/>
                <a:extLst>
                  <a:ext uri="{FF2B5EF4-FFF2-40B4-BE49-F238E27FC236}">
                    <a16:creationId xmlns:a16="http://schemas.microsoft.com/office/drawing/2014/main" id="{23E026E1-BA9A-5E81-4902-5C91A779D1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8313" y="3352865"/>
                <a:ext cx="1019843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Download Twitter Logo Png Transparent Background - Logo Twitter Png PNG  Image with No Background - PNGkey.com">
                <a:hlinkClick r:id="rId9"/>
                <a:extLst>
                  <a:ext uri="{FF2B5EF4-FFF2-40B4-BE49-F238E27FC236}">
                    <a16:creationId xmlns:a16="http://schemas.microsoft.com/office/drawing/2014/main" id="{5203BCB7-88E4-37C6-A0A4-8EBF6C4C0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7856" y="3352866"/>
                <a:ext cx="715989" cy="715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2" descr="LinkedIn Logo – Free PNG format download (2022)">
                <a:hlinkClick r:id="rId11"/>
                <a:extLst>
                  <a:ext uri="{FF2B5EF4-FFF2-40B4-BE49-F238E27FC236}">
                    <a16:creationId xmlns:a16="http://schemas.microsoft.com/office/drawing/2014/main" id="{0A229943-033E-CDA0-BDDA-4C18F9143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3296" y="3344440"/>
                <a:ext cx="1293432" cy="727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A21404-BC86-0C37-62CB-41EB47CA8CA6}"/>
                </a:ext>
              </a:extLst>
            </p:cNvPr>
            <p:cNvSpPr/>
            <p:nvPr/>
          </p:nvSpPr>
          <p:spPr>
            <a:xfrm>
              <a:off x="2668859" y="4659301"/>
              <a:ext cx="68542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CREDIT: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SlideEgg created this PowerPoint template.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Let this slide be kept for attribution.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4B43F0-6627-186C-D543-EF34235C1E9E}"/>
                </a:ext>
              </a:extLst>
            </p:cNvPr>
            <p:cNvSpPr/>
            <p:nvPr/>
          </p:nvSpPr>
          <p:spPr>
            <a:xfrm>
              <a:off x="2668859" y="4098910"/>
              <a:ext cx="685428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Do you have a design request, please visit our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redesign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page.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615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heme/theme1.xml><?xml version="1.0" encoding="utf-8"?>
<a:theme xmlns:a="http://schemas.openxmlformats.org/drawingml/2006/main" name="Office Theme">
  <a:themeElements>
    <a:clrScheme name="Custom 45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1EA185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1938</Words>
  <Application>Microsoft Office PowerPoint</Application>
  <PresentationFormat>Widescreen</PresentationFormat>
  <Paragraphs>359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Calibri Light</vt:lpstr>
      <vt:lpstr>Fira Sans</vt:lpstr>
      <vt:lpstr>Georgia</vt:lpstr>
      <vt:lpstr>LORA</vt:lpstr>
      <vt:lpstr>LORA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Edit Shapes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Deckzi Solutions</cp:lastModifiedBy>
  <cp:revision>56</cp:revision>
  <dcterms:created xsi:type="dcterms:W3CDTF">2023-02-20T14:49:19Z</dcterms:created>
  <dcterms:modified xsi:type="dcterms:W3CDTF">2023-02-21T13:04:10Z</dcterms:modified>
</cp:coreProperties>
</file>